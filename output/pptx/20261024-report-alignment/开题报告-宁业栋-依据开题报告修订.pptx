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755fa1e8ea94343" /><Relationship Type="http://schemas.openxmlformats.org/officeDocument/2006/relationships/extended-properties" Target="/docProps/app.xml" Id="R7be842d839274b11" /><Relationship Type="http://schemas.openxmlformats.org/officeDocument/2006/relationships/officeDocument" Target="/ppt/presentation.xml" Id="Ra4cd679b49534cf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7b4dff6758e462c"/>
    <p:sldMasterId xmlns:r="http://schemas.openxmlformats.org/officeDocument/2006/relationships" id="2147483669" r:id="Re33bd6b1ba8f48a9"/>
    <p:sldMasterId xmlns:r="http://schemas.openxmlformats.org/officeDocument/2006/relationships" id="2147483690" r:id="R5a15e336e7b549f1"/>
  </p:sldMasterIdLst>
  <p:notesMasterIdLst>
    <p:notesMasterId xmlns:r="http://schemas.openxmlformats.org/officeDocument/2006/relationships" r:id="R2ebfaa2634be4c73"/>
  </p:notesMasterIdLst>
  <p:sldIdLst>
    <p:sldId xmlns:r="http://schemas.openxmlformats.org/officeDocument/2006/relationships" id="256" r:id="R7e7c307780a04d0e"/>
    <p:sldId xmlns:r="http://schemas.openxmlformats.org/officeDocument/2006/relationships" id="257" r:id="R0c9c628adaa8473e"/>
    <p:sldId xmlns:r="http://schemas.openxmlformats.org/officeDocument/2006/relationships" id="258" r:id="Rdfc46c3efc7d4cf5"/>
    <p:sldId xmlns:r="http://schemas.openxmlformats.org/officeDocument/2006/relationships" id="259" r:id="R6d288e9a4cae46d0"/>
    <p:sldId xmlns:r="http://schemas.openxmlformats.org/officeDocument/2006/relationships" id="260" r:id="R51be788e5eae46fc"/>
    <p:sldId xmlns:r="http://schemas.openxmlformats.org/officeDocument/2006/relationships" id="261" r:id="Rb59a0add826a4b2b"/>
    <p:sldId xmlns:r="http://schemas.openxmlformats.org/officeDocument/2006/relationships" id="262" r:id="Rf02b234485dd4a71"/>
    <p:sldId xmlns:r="http://schemas.openxmlformats.org/officeDocument/2006/relationships" id="263" r:id="R1870739116384b6a"/>
    <p:sldId xmlns:r="http://schemas.openxmlformats.org/officeDocument/2006/relationships" id="264" r:id="R8253e84479a84578"/>
    <p:sldId xmlns:r="http://schemas.openxmlformats.org/officeDocument/2006/relationships" id="265" r:id="R79eea17bd6f4466b"/>
    <p:sldId xmlns:r="http://schemas.openxmlformats.org/officeDocument/2006/relationships" id="266" r:id="R63a8926b7ae240b7"/>
    <p:sldId xmlns:r="http://schemas.openxmlformats.org/officeDocument/2006/relationships" id="267" r:id="Rea7526daaa2d479b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db3eae3dd9441a6" /><Relationship Type="http://schemas.openxmlformats.org/officeDocument/2006/relationships/slideMaster" Target="/ppt/slideMasters/slideMaster1.xml" Id="R67b4dff6758e462c" /><Relationship Type="http://schemas.openxmlformats.org/officeDocument/2006/relationships/slideMaster" Target="/ppt/slideMasters/slideMaster2.xml" Id="Re33bd6b1ba8f48a9" /><Relationship Type="http://schemas.openxmlformats.org/officeDocument/2006/relationships/slideMaster" Target="/ppt/slideMasters/slideMaster3.xml" Id="R5a15e336e7b549f1" /><Relationship Type="http://schemas.openxmlformats.org/officeDocument/2006/relationships/notesMaster" Target="/ppt/notesMasters/notesMaster1.xml" Id="R2ebfaa2634be4c73" /><Relationship Type="http://schemas.openxmlformats.org/officeDocument/2006/relationships/presProps" Target="/ppt/presProps.xml" Id="R71deb2dc39994fa1" /><Relationship Type="http://schemas.openxmlformats.org/officeDocument/2006/relationships/viewProps" Target="/ppt/viewProps.xml" Id="R399cdd6344c4460b" /><Relationship Type="http://schemas.openxmlformats.org/officeDocument/2006/relationships/tableStyles" Target="/ppt/tableStyles.xml" Id="Ra16acb80fb924774" /><Relationship Type="http://schemas.openxmlformats.org/officeDocument/2006/relationships/slide" Target="/ppt/slides/slide1.xml" Id="R7e7c307780a04d0e" /><Relationship Type="http://schemas.openxmlformats.org/officeDocument/2006/relationships/slide" Target="/ppt/slides/slide2.xml" Id="R0c9c628adaa8473e" /><Relationship Type="http://schemas.openxmlformats.org/officeDocument/2006/relationships/slide" Target="/ppt/slides/slide3.xml" Id="Rdfc46c3efc7d4cf5" /><Relationship Type="http://schemas.openxmlformats.org/officeDocument/2006/relationships/slide" Target="/ppt/slides/slide4.xml" Id="R6d288e9a4cae46d0" /><Relationship Type="http://schemas.openxmlformats.org/officeDocument/2006/relationships/slide" Target="/ppt/slides/slide5.xml" Id="R51be788e5eae46fc" /><Relationship Type="http://schemas.openxmlformats.org/officeDocument/2006/relationships/slide" Target="/ppt/slides/slide6.xml" Id="Rb59a0add826a4b2b" /><Relationship Type="http://schemas.openxmlformats.org/officeDocument/2006/relationships/slide" Target="/ppt/slides/slide7.xml" Id="Rf02b234485dd4a71" /><Relationship Type="http://schemas.openxmlformats.org/officeDocument/2006/relationships/slide" Target="/ppt/slides/slide8.xml" Id="R1870739116384b6a" /><Relationship Type="http://schemas.openxmlformats.org/officeDocument/2006/relationships/slide" Target="/ppt/slides/slide9.xml" Id="R8253e84479a84578" /><Relationship Type="http://schemas.openxmlformats.org/officeDocument/2006/relationships/slide" Target="/ppt/slides/slide10.xml" Id="R79eea17bd6f4466b" /><Relationship Type="http://schemas.openxmlformats.org/officeDocument/2006/relationships/slide" Target="/ppt/slides/slide11.xml" Id="R63a8926b7ae240b7" /><Relationship Type="http://schemas.openxmlformats.org/officeDocument/2006/relationships/slide" Target="/ppt/slides/slide12.xml" Id="Rea7526daaa2d479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650693e24fa1468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自定义设计方案">
  <a:themeElements>
    <a:clrScheme name="自定义 2">
      <a:dk1>
        <a:srgbClr val="000000"/>
      </a:dk1>
      <a:lt1>
        <a:srgbClr val="FFFFFF"/>
      </a:lt1>
      <a:dk2>
        <a:srgbClr val="768395"/>
      </a:dk2>
      <a:lt2>
        <a:srgbClr val="F0F0F0"/>
      </a:lt2>
      <a:accent1>
        <a:srgbClr val="9A0001"/>
      </a:accent1>
      <a:accent2>
        <a:srgbClr val="CEAB6E"/>
      </a:accent2>
      <a:accent3>
        <a:srgbClr val="063771"/>
      </a:accent3>
      <a:accent4>
        <a:srgbClr val="F3F4F8"/>
      </a:accent4>
      <a:accent5>
        <a:srgbClr val="64646C"/>
      </a:accent5>
      <a:accent6>
        <a:srgbClr val="FFFFFF"/>
      </a:accent6>
      <a:hlink>
        <a:srgbClr val="0070C0"/>
      </a:hlink>
      <a:folHlink>
        <a:srgbClr val="BFBFBF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自定义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3da1169cba34c10" /><Relationship Type="http://schemas.openxmlformats.org/officeDocument/2006/relationships/notesMaster" Target="/ppt/notesMasters/notesMaster1.xml" Id="R42b70868ce6d4ab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cc15cf707ad4095" /><Relationship Type="http://schemas.openxmlformats.org/officeDocument/2006/relationships/notesMaster" Target="/ppt/notesMasters/notesMaster1.xml" Id="R5ce4edb907e847b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a3310fc24ad4e3f" /><Relationship Type="http://schemas.openxmlformats.org/officeDocument/2006/relationships/notesMaster" Target="/ppt/notesMasters/notesMaster1.xml" Id="R641b558cea634c8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5c7e61da5dd4bc4" /><Relationship Type="http://schemas.openxmlformats.org/officeDocument/2006/relationships/notesMaster" Target="/ppt/notesMasters/notesMaster1.xml" Id="R5e31830028ea497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e717c2afad14481" /><Relationship Type="http://schemas.openxmlformats.org/officeDocument/2006/relationships/notesMaster" Target="/ppt/notesMasters/notesMaster1.xml" Id="R2d2defe7fa4e477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47d467f5288483c" /><Relationship Type="http://schemas.openxmlformats.org/officeDocument/2006/relationships/notesMaster" Target="/ppt/notesMasters/notesMaster1.xml" Id="R8bfab8e931d14b8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a85ea9575184a49" /><Relationship Type="http://schemas.openxmlformats.org/officeDocument/2006/relationships/notesMaster" Target="/ppt/notesMasters/notesMaster1.xml" Id="R6a930d082a1b489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5577a5431504dd0" /><Relationship Type="http://schemas.openxmlformats.org/officeDocument/2006/relationships/notesMaster" Target="/ppt/notesMasters/notesMaster1.xml" Id="R5326d1fb975d439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1732409655d4062" /><Relationship Type="http://schemas.openxmlformats.org/officeDocument/2006/relationships/notesMaster" Target="/ppt/notesMasters/notesMaster1.xml" Id="R15bf19bc22ba4c8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4aeb8461aae4d00" /><Relationship Type="http://schemas.openxmlformats.org/officeDocument/2006/relationships/notesMaster" Target="/ppt/notesMasters/notesMaster1.xml" Id="R10cdb522dd064c6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86fc7e4c94e4923" /><Relationship Type="http://schemas.openxmlformats.org/officeDocument/2006/relationships/notesMaster" Target="/ppt/notesMasters/notesMaster1.xml" Id="R72a433da26e2439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bb9b447c96c4aa7" /><Relationship Type="http://schemas.openxmlformats.org/officeDocument/2006/relationships/notesMaster" Target="/ppt/notesMasters/notesMaster1.xml" Id="R750e79f3f0a84fc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本次开题报告分为三个部分：首先介绍选题背景与意义，然后说明研究内容与论文结构，最后汇报毕业设计的进度安排。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内容依据：宁业栋《开题报告》第一部分“选题依据、背景和意义”及第二部分“国内外研究现状”。</a:t>
            </a:r>
          </a:p>
          <a:p xmlns:a="http://schemas.openxmlformats.org/drawingml/2006/main">
            <a:r>
              <a:t>我的理解是，云端适合处理复杂任务规划，本地需要及时执行和反馈，两者之间还要处理等待、成本和异常恢复的问题。</a:t>
            </a:r>
          </a:p>
          <a:p xmlns:a="http://schemas.openxmlformats.org/drawingml/2006/main">
            <a:r>
              <a:t>相关研究：SayCan，https://arxiv.org/abs/2204.01691；Inner Monologue，https://arxiv.org/abs/2207.05608。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内容依据：宁业栋《开题报告》第三部分“研究内容和拟解决的关键问题”与第四部分“系统总体架构示意图”。</a:t>
            </a:r>
          </a:p>
          <a:p xmlns:a="http://schemas.openxmlformats.org/drawingml/2006/main">
            <a:r>
              <a:t>六自由度机械臂是报告提出的研究对象。本课题拟先在物理仿真中，围绕已知刚性物体开展识别、抓取、搬运、分拣与有限步组合任务。</a:t>
            </a:r>
          </a:p>
          <a:p xmlns:a="http://schemas.openxmlformats.org/drawingml/2006/main">
            <a:r>
              <a:t>云端提供高层方案，不直接控制底层运动。端侧通过 RGB-D 视觉完成三维定位，并结合运动规划调用抓取、抬升、搬运、放置等预定义技能。端侧保留独立的碰撞与超时保护。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内容依据：宁业栋《开题报告》第三部分，云边状态与规划一致性核验机制。</a:t>
            </a:r>
          </a:p>
          <a:p xmlns:a="http://schemas.openxmlformats.org/drawingml/2006/main">
            <a:r>
              <a:t>我计划在云端方案返回和动作下发前各做一次检查，综合考虑观测采集时间、目标身份、三维几何误差与任务版本。仅判断图像新不新还不够，还要确认方案针对的目标和任务没有变。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内容依据：宁业栋《开题报告》第三部分，基于效果依赖的有限恢复。</a:t>
            </a:r>
          </a:p>
          <a:p xmlns:a="http://schemas.openxmlformats.org/drawingml/2006/main">
            <a:r>
              <a:t>计划针对目标移动、抓取滑落和观测短暂失效等局部异常，先判断哪些结果仍然有效，再重做受影响的部分。恢复需要限定重试次数、时间和远程调用预算，超过限制时转向重规划或安全停止。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内容依据：宁业栋《开题报告》第一部分“工程管理与成本控制价值”、第三部分“预期目标”及第五部分实验安排。</a:t>
            </a:r>
          </a:p>
          <a:p xmlns:a="http://schemas.openxmlformats.org/drawingml/2006/main">
            <a:r>
              <a:t>以上数字均为待实验验证的目标。定位指标限定在受控桌面仿真、正确识别且深度有效的目标，评价基坐标系下操作点的三维误差。抓放指标限定为标称静态单步任务。</a:t>
            </a:r>
          </a:p>
          <a:p xmlns:a="http://schemas.openxmlformats.org/drawingml/2006/main">
            <a:r>
              <a:t>在多步骤及扰动任务中，以满足同等任务质量要求的固定周期云端监督为基线，目标是在任务成功率不降低的前提下，使云端大模型总请求次数减少 30% 以上，并缩短异常恢复等待时间。</a:t>
            </a:r>
          </a:p>
          <a:p xmlns:a="http://schemas.openxmlformats.org/drawingml/2006/main">
            <a:r>
              <a:t>工程评价还将记录本地计算量和内存占用、通信开销、实际远程调用费用、响应时延及恢复效果。请求次数、通信量与费用分别统计，不能直接等同。耗时按既定实验协议处理失败，不以只统计成功任务替代完整评价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内容依据：宁业栋《开题报告》第三部分研究内容、第四部分系统总体架构及第五部分实验与论文安排。</a:t>
            </a:r>
          </a:p>
          <a:p xmlns:a="http://schemas.openxmlformats.org/drawingml/2006/main">
            <a:r>
              <a:t>论文目录将上述研究内容组织为六章，依次说明背景、系统设计、核心方法、恢复与实现、实验评价，以及总结。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内容依据：宁业栋《开题报告》第五部分“工作进度安排”，2026 年 10 月至 2027 年 5 月。</a:t>
            </a:r>
          </a:p>
          <a:p xmlns:a="http://schemas.openxmlformats.org/drawingml/2006/main">
            <a:r>
              <a:t>将报告中的八个月安排合并为四个阶段展示，具体内容仍按月份列出。计划先完成开题与基础平台，再实现方法并集成系统，随后开展实验、形成论文，最后完成送审和答辩。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0c9791391449ac" /><Relationship Type="http://schemas.openxmlformats.org/officeDocument/2006/relationships/image" Target="/ppt/media/image.png" Id="R48d99e86d1f34b2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3cf370961c4e92" /><Relationship Type="http://schemas.openxmlformats.org/officeDocument/2006/relationships/image" Target="/ppt/media/image.svg" Id="R6d730c3ef59e4c52" /><Relationship Type="http://schemas.openxmlformats.org/officeDocument/2006/relationships/image" Target="/ppt/media/image.png" Id="R6e2a82a828a145e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ece61658544e40" /><Relationship Type="http://schemas.openxmlformats.org/officeDocument/2006/relationships/image" Target="/ppt/media/image.png" Id="R35006083d0014f17" /><Relationship Type="http://schemas.openxmlformats.org/officeDocument/2006/relationships/image" Target="/ppt/media/image.svg" Id="Ra10c3df6c86e4d9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6a6e1a7ed34ad9" /><Relationship Type="http://schemas.openxmlformats.org/officeDocument/2006/relationships/image" Target="/ppt/media/image.png" Id="Rfd339e67eab64661" /><Relationship Type="http://schemas.openxmlformats.org/officeDocument/2006/relationships/image" Target="/ppt/media/image.svg" Id="Rcf90aa1a7fb841e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e3029079a14baf" /><Relationship Type="http://schemas.openxmlformats.org/officeDocument/2006/relationships/image" Target="/ppt/media/image.png" Id="Ra477372e133d4e5e" /><Relationship Type="http://schemas.openxmlformats.org/officeDocument/2006/relationships/image" Target="/ppt/media/image.svg" Id="R05ebc430e590498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ec2f8ea54b46f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e0e6f0f0cd42e8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bbf76aef554740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376c1d951b417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7977d7b9944fab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b1e5830e094226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902b9e36c04574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14274620514ae8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0f12b1e34a41e6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2141a48ffa4867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a5ea5aa079463c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a53e2bbed249db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77baf7eda841e5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5c932b654b49d6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fe1d670faf4e0d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a31a7ac6f204923" /><Relationship Type="http://schemas.openxmlformats.org/officeDocument/2006/relationships/image" Target="/ppt/media/image.png" Id="R30d3824faa4545d0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21d74e87aa24e2d" /><Relationship Type="http://schemas.openxmlformats.org/officeDocument/2006/relationships/image" Target="/ppt/media/image.png" Id="Rb707aafc26fc4aef" /><Relationship Type="http://schemas.openxmlformats.org/officeDocument/2006/relationships/image" Target="/ppt/media/image.svg" Id="R931531790d1a4009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da8da9bfdd2415a" /><Relationship Type="http://schemas.openxmlformats.org/officeDocument/2006/relationships/image" Target="/ppt/media/image.png" Id="Rf51d35db16f24b33" /><Relationship Type="http://schemas.openxmlformats.org/officeDocument/2006/relationships/image" Target="/ppt/media/image.svg" Id="R9b60ab89937a4852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1fd7d15c87f4d6a" /><Relationship Type="http://schemas.openxmlformats.org/officeDocument/2006/relationships/image" Target="/ppt/media/image.png" Id="Rb437148459bf4dc0" /><Relationship Type="http://schemas.openxmlformats.org/officeDocument/2006/relationships/image" Target="/ppt/media/image.svg" Id="R05aaeb1b815045ac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e0dbd09b1de4524" /><Relationship Type="http://schemas.openxmlformats.org/officeDocument/2006/relationships/image" Target="/ppt/media/image.png" Id="R5e4a2f423b5b48f7" /><Relationship Type="http://schemas.openxmlformats.org/officeDocument/2006/relationships/image" Target="/ppt/media/image.svg" Id="R98104724b8154746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f9680bb80ae4929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6794ac3bb47414d" /></Relationships>
</file>

<file path=ppt/slideLayouts/_rels/slideLayout2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c92f89e4e164609" /></Relationships>
</file>

<file path=ppt/slideLayouts/_rels/slideLayout2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a8bed1a50b044b6" /></Relationships>
</file>

<file path=ppt/slideLayouts/_rels/slideLayout3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7b7db7e68364024" /></Relationships>
</file>

<file path=ppt/slideLayouts/_rels/slideLayout3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bef61e3c8e04ea9" /></Relationships>
</file>

<file path=ppt/slideLayouts/_rels/slideLayout3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2d43c026ec84482" /></Relationships>
</file>

<file path=ppt/slideLayouts/_rels/slideLayout3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fd9d47a47624db2" /></Relationships>
</file>

<file path=ppt/slideLayouts/_rels/slideLayout3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3cd83e6b8204d5c" /></Relationships>
</file>

<file path=ppt/slideLayouts/_rels/slideLayout3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37291f80276413a" /></Relationships>
</file>

<file path=ppt/slideLayouts/_rels/slideLayout3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a9e3513d3cd4d81" /></Relationships>
</file>

<file path=ppt/slideLayouts/_rels/slideLayout3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6e55762d72746b6" /></Relationships>
</file>

<file path=ppt/slideLayouts/_rels/slideLayout3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e7ef4646c104c40" /></Relationships>
</file>

<file path=ppt/slideLayouts/_rels/slideLayout3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7844733853444ca" /></Relationships>
</file>

<file path=ppt/slideLayouts/_rels/slideLayout4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200a04a0d954475" /></Relationships>
</file>

<file path=ppt/slideLayouts/_rels/slideLayout41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36ebc84660d44643" /></Relationships>
</file>

<file path=ppt/slideLayouts/slideLayout1.xml><?xml version="1.0" encoding="utf-8"?>
<p:sldLayout xmlns:p="http://schemas.openxmlformats.org/presentationml/2006/main" preserve="1" userDrawn="1">
  <p:cSld name="封面-1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5" name="图片 2">
            <a:extLst xmlns:a="http://schemas.openxmlformats.org/drawingml/2006/main">
              <a:ext uri="{FF2B5EF4-FFF2-40B4-BE49-F238E27FC236}">
                <a16:creationId xmlns:a16="http://schemas.microsoft.com/office/drawing/2014/main" id="{F7C47FEA-E8D4-4741-A989-8542A91EAF9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d99e86d1f34b2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3357217"/>
          </a:xfrm>
          <a:prstGeom xmlns:a="http://schemas.openxmlformats.org/drawingml/2006/main" prst="rect">
            <a:avLst/>
          </a:prstGeom>
        </p:spPr>
      </p:pic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CAEE6417-7D2B-4E88-A174-8A49FD3E9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800" y="-7913"/>
            <a:ext cx="12192000" cy="33612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0001">
              <a:alpha val="23000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椭圆 4">
            <a:extLst xmlns:a="http://schemas.openxmlformats.org/drawingml/2006/main">
              <a:ext uri="{FF2B5EF4-FFF2-40B4-BE49-F238E27FC236}">
                <a16:creationId xmlns:a16="http://schemas.microsoft.com/office/drawing/2014/main" id="{F4A3FD6F-B506-4472-A68B-851DF09BD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2562096"/>
            <a:ext cx="1584960" cy="1584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Freeform 8">
            <a:extLst xmlns:a="http://schemas.openxmlformats.org/drawingml/2006/main">
              <a:ext uri="{FF2B5EF4-FFF2-40B4-BE49-F238E27FC236}">
                <a16:creationId xmlns:a16="http://schemas.microsoft.com/office/drawing/2014/main" id="{19661AD1-8E94-4B2A-89EB-4CFE1769A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670375"/>
            <a:ext cx="1371600" cy="1368402"/>
          </a:xfrm>
          <a:custGeom xmlns:a="http://schemas.openxmlformats.org/drawingml/2006/main"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 xmlns:a="http://schemas.openxmlformats.org/drawingml/2006/main">
            <a:srgbClr val="8B0012">
              <a:alpha val="8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solidFill>
                <a:srgbClr val="FF0000"/>
              </a:solidFill>
            </a:endParaRPr>
          </a:p>
        </p:txBody>
      </p:sp>
      <p:sp>
        <p:nvSpPr>
          <p:cNvPr id="8" name="Freeform 42">
            <a:extLst xmlns:a="http://schemas.openxmlformats.org/drawingml/2006/main">
              <a:ext uri="{FF2B5EF4-FFF2-40B4-BE49-F238E27FC236}">
                <a16:creationId xmlns:a16="http://schemas.microsoft.com/office/drawing/2014/main" id="{E008DA23-53E0-46F8-A106-A59F5B4F3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9243" y="2847820"/>
            <a:ext cx="1011914" cy="1010315"/>
          </a:xfrm>
          <a:custGeom xmlns:a="http://schemas.openxmlformats.org/drawingml/2006/main"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 xmlns:a="http://schemas.openxmlformats.org/drawingml/2006/main">
            <a:srgbClr val="8B0012">
              <a:alpha val="8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solidFill>
                <a:srgbClr val="FF0000"/>
              </a:solidFill>
            </a:endParaRPr>
          </a:p>
        </p:txBody>
      </p:sp>
      <p:sp>
        <p:nvSpPr>
          <p:cNvPr id="9" name="Freeform 43">
            <a:extLst xmlns:a="http://schemas.openxmlformats.org/drawingml/2006/main">
              <a:ext uri="{FF2B5EF4-FFF2-40B4-BE49-F238E27FC236}">
                <a16:creationId xmlns:a16="http://schemas.microsoft.com/office/drawing/2014/main" id="{E75F8659-7645-452D-A8D6-21915F546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8439" y="2948532"/>
            <a:ext cx="111902" cy="134282"/>
          </a:xfrm>
          <a:custGeom xmlns:a="http://schemas.openxmlformats.org/drawingml/2006/main"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 xmlns:a="http://schemas.openxmlformats.org/drawingml/2006/main">
            <a:srgbClr val="8B0012">
              <a:alpha val="8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solidFill>
                <a:srgbClr val="FF0000"/>
              </a:solidFill>
            </a:endParaRPr>
          </a:p>
        </p:txBody>
      </p:sp>
      <p:sp>
        <p:nvSpPr>
          <p:cNvPr id="10" name="Freeform 44">
            <a:extLst xmlns:a="http://schemas.openxmlformats.org/drawingml/2006/main">
              <a:ext uri="{FF2B5EF4-FFF2-40B4-BE49-F238E27FC236}">
                <a16:creationId xmlns:a16="http://schemas.microsoft.com/office/drawing/2014/main" id="{33466B01-90AE-4ADF-A20A-1DAC815C6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4552" y="3202709"/>
            <a:ext cx="107106" cy="115099"/>
          </a:xfrm>
          <a:custGeom xmlns:a="http://schemas.openxmlformats.org/drawingml/2006/main"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 xmlns:a="http://schemas.openxmlformats.org/drawingml/2006/main">
            <a:srgbClr val="8B0012">
              <a:alpha val="8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solidFill>
                <a:srgbClr val="FF0000"/>
              </a:solidFill>
            </a:endParaRPr>
          </a:p>
        </p:txBody>
      </p:sp>
      <p:sp>
        <p:nvSpPr>
          <p:cNvPr id="11" name="Freeform 45">
            <a:extLst xmlns:a="http://schemas.openxmlformats.org/drawingml/2006/main">
              <a:ext uri="{FF2B5EF4-FFF2-40B4-BE49-F238E27FC236}">
                <a16:creationId xmlns:a16="http://schemas.microsoft.com/office/drawing/2014/main" id="{539A19E9-25CA-4B34-85AC-24C0850AB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2931" y="2835031"/>
            <a:ext cx="116697" cy="124690"/>
          </a:xfrm>
          <a:custGeom xmlns:a="http://schemas.openxmlformats.org/drawingml/2006/main"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 xmlns:a="http://schemas.openxmlformats.org/drawingml/2006/main">
            <a:srgbClr val="8B0012">
              <a:alpha val="8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solidFill>
                <a:srgbClr val="FF0000"/>
              </a:solidFill>
            </a:endParaRPr>
          </a:p>
        </p:txBody>
      </p:sp>
      <p:sp>
        <p:nvSpPr>
          <p:cNvPr id="12" name="Freeform 46">
            <a:extLst xmlns:a="http://schemas.openxmlformats.org/drawingml/2006/main">
              <a:ext uri="{FF2B5EF4-FFF2-40B4-BE49-F238E27FC236}">
                <a16:creationId xmlns:a16="http://schemas.microsoft.com/office/drawing/2014/main" id="{9EE2B38E-7ADE-493D-80A5-22D0902EC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4552" y="3381752"/>
            <a:ext cx="100711" cy="95916"/>
          </a:xfrm>
          <a:custGeom xmlns:a="http://schemas.openxmlformats.org/drawingml/2006/main"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 xmlns:a="http://schemas.openxmlformats.org/drawingml/2006/main">
            <a:srgbClr val="8B0012">
              <a:alpha val="8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solidFill>
                <a:srgbClr val="FF0000"/>
              </a:solidFill>
            </a:endParaRPr>
          </a:p>
        </p:txBody>
      </p:sp>
      <p:sp>
        <p:nvSpPr>
          <p:cNvPr id="13" name="Freeform 47">
            <a:extLst xmlns:a="http://schemas.openxmlformats.org/drawingml/2006/main">
              <a:ext uri="{FF2B5EF4-FFF2-40B4-BE49-F238E27FC236}">
                <a16:creationId xmlns:a16="http://schemas.microsoft.com/office/drawing/2014/main" id="{17573147-0B04-45FF-ADF9-FE50C0B26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7703" y="3880516"/>
            <a:ext cx="70338" cy="100711"/>
          </a:xfrm>
          <a:custGeom xmlns:a="http://schemas.openxmlformats.org/drawingml/2006/main"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 xmlns:a="http://schemas.openxmlformats.org/drawingml/2006/main">
            <a:srgbClr val="8B0012">
              <a:alpha val="8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solidFill>
                <a:srgbClr val="FF0000"/>
              </a:solidFill>
            </a:endParaRPr>
          </a:p>
        </p:txBody>
      </p:sp>
      <p:sp>
        <p:nvSpPr>
          <p:cNvPr id="14" name="Freeform 48">
            <a:extLst xmlns:a="http://schemas.openxmlformats.org/drawingml/2006/main">
              <a:ext uri="{FF2B5EF4-FFF2-40B4-BE49-F238E27FC236}">
                <a16:creationId xmlns:a16="http://schemas.microsoft.com/office/drawing/2014/main" id="{1FB52684-7E50-4276-ADFB-D4AD4D258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4518" y="3541612"/>
            <a:ext cx="103909" cy="89521"/>
          </a:xfrm>
          <a:custGeom xmlns:a="http://schemas.openxmlformats.org/drawingml/2006/main"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 xmlns:a="http://schemas.openxmlformats.org/drawingml/2006/main">
            <a:srgbClr val="8B0012">
              <a:alpha val="8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solidFill>
                <a:srgbClr val="FF0000"/>
              </a:solidFill>
            </a:endParaRPr>
          </a:p>
        </p:txBody>
      </p:sp>
      <p:sp>
        <p:nvSpPr>
          <p:cNvPr id="15" name="Freeform 49">
            <a:extLst xmlns:a="http://schemas.openxmlformats.org/drawingml/2006/main">
              <a:ext uri="{FF2B5EF4-FFF2-40B4-BE49-F238E27FC236}">
                <a16:creationId xmlns:a16="http://schemas.microsoft.com/office/drawing/2014/main" id="{C23B5127-3083-40C2-90D2-7E73BD6D5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5264" y="2934144"/>
            <a:ext cx="123092" cy="134282"/>
          </a:xfrm>
          <a:custGeom xmlns:a="http://schemas.openxmlformats.org/drawingml/2006/main"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 xmlns:a="http://schemas.openxmlformats.org/drawingml/2006/main">
            <a:srgbClr val="8B0012">
              <a:alpha val="8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solidFill>
                <a:srgbClr val="FF0000"/>
              </a:solidFill>
            </a:endParaRPr>
          </a:p>
        </p:txBody>
      </p:sp>
      <p:sp>
        <p:nvSpPr>
          <p:cNvPr id="16" name="Freeform 50">
            <a:extLst xmlns:a="http://schemas.openxmlformats.org/drawingml/2006/main">
              <a:ext uri="{FF2B5EF4-FFF2-40B4-BE49-F238E27FC236}">
                <a16:creationId xmlns:a16="http://schemas.microsoft.com/office/drawing/2014/main" id="{B50C376C-6EEA-4E4F-BE68-8338EFE59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7832" y="3837353"/>
            <a:ext cx="86324" cy="99113"/>
          </a:xfrm>
          <a:custGeom xmlns:a="http://schemas.openxmlformats.org/drawingml/2006/main"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 xmlns:a="http://schemas.openxmlformats.org/drawingml/2006/main">
            <a:srgbClr val="8B0012">
              <a:alpha val="8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solidFill>
                <a:srgbClr val="FF0000"/>
              </a:solidFill>
            </a:endParaRPr>
          </a:p>
        </p:txBody>
      </p:sp>
      <p:sp>
        <p:nvSpPr>
          <p:cNvPr id="17" name="Freeform 51">
            <a:extLst xmlns:a="http://schemas.openxmlformats.org/drawingml/2006/main">
              <a:ext uri="{FF2B5EF4-FFF2-40B4-BE49-F238E27FC236}">
                <a16:creationId xmlns:a16="http://schemas.microsoft.com/office/drawing/2014/main" id="{989C0A7E-A268-4FAE-ACDD-7BA294ADA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1962" y="2822242"/>
            <a:ext cx="116697" cy="113500"/>
          </a:xfrm>
          <a:custGeom xmlns:a="http://schemas.openxmlformats.org/drawingml/2006/main"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 xmlns:a="http://schemas.openxmlformats.org/drawingml/2006/main">
            <a:srgbClr val="8B0012">
              <a:alpha val="8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solidFill>
                <a:srgbClr val="FF0000"/>
              </a:solidFill>
            </a:endParaRPr>
          </a:p>
        </p:txBody>
      </p:sp>
      <p:sp>
        <p:nvSpPr>
          <p:cNvPr id="18" name="Freeform 52">
            <a:extLst xmlns:a="http://schemas.openxmlformats.org/drawingml/2006/main">
              <a:ext uri="{FF2B5EF4-FFF2-40B4-BE49-F238E27FC236}">
                <a16:creationId xmlns:a16="http://schemas.microsoft.com/office/drawing/2014/main" id="{F4FC39DC-2CA4-483C-BA86-BE3F23498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7260" y="2718333"/>
            <a:ext cx="92718" cy="100711"/>
          </a:xfrm>
          <a:custGeom xmlns:a="http://schemas.openxmlformats.org/drawingml/2006/main"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 xmlns:a="http://schemas.openxmlformats.org/drawingml/2006/main">
            <a:srgbClr val="8B0012">
              <a:alpha val="8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solidFill>
                <a:srgbClr val="FF0000"/>
              </a:solidFill>
            </a:endParaRPr>
          </a:p>
        </p:txBody>
      </p:sp>
      <p:sp>
        <p:nvSpPr>
          <p:cNvPr id="19" name="Freeform 53">
            <a:extLst xmlns:a="http://schemas.openxmlformats.org/drawingml/2006/main">
              <a:ext uri="{FF2B5EF4-FFF2-40B4-BE49-F238E27FC236}">
                <a16:creationId xmlns:a16="http://schemas.microsoft.com/office/drawing/2014/main" id="{241273C5-C9A4-4C33-83AE-798988941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0761" y="3880516"/>
            <a:ext cx="71937" cy="102310"/>
          </a:xfrm>
          <a:custGeom xmlns:a="http://schemas.openxmlformats.org/drawingml/2006/main"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 xmlns:a="http://schemas.openxmlformats.org/drawingml/2006/main">
            <a:srgbClr val="8B0012">
              <a:alpha val="8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solidFill>
                <a:srgbClr val="FF0000"/>
              </a:solidFill>
            </a:endParaRPr>
          </a:p>
        </p:txBody>
      </p:sp>
      <p:sp>
        <p:nvSpPr>
          <p:cNvPr id="20" name="Freeform 54">
            <a:extLst xmlns:a="http://schemas.openxmlformats.org/drawingml/2006/main">
              <a:ext uri="{FF2B5EF4-FFF2-40B4-BE49-F238E27FC236}">
                <a16:creationId xmlns:a16="http://schemas.microsoft.com/office/drawing/2014/main" id="{04063512-410E-4ADA-9179-0E8923761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1006" y="2737516"/>
            <a:ext cx="95916" cy="108704"/>
          </a:xfrm>
          <a:custGeom xmlns:a="http://schemas.openxmlformats.org/drawingml/2006/main"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 xmlns:a="http://schemas.openxmlformats.org/drawingml/2006/main">
            <a:srgbClr val="8B0012">
              <a:alpha val="8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solidFill>
                <a:srgbClr val="FF0000"/>
              </a:solidFill>
            </a:endParaRPr>
          </a:p>
        </p:txBody>
      </p:sp>
      <p:sp>
        <p:nvSpPr>
          <p:cNvPr id="21" name="Freeform 55">
            <a:extLst xmlns:a="http://schemas.openxmlformats.org/drawingml/2006/main">
              <a:ext uri="{FF2B5EF4-FFF2-40B4-BE49-F238E27FC236}">
                <a16:creationId xmlns:a16="http://schemas.microsoft.com/office/drawing/2014/main" id="{C68DCF10-339A-4334-B974-46666C228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6771" y="3105195"/>
            <a:ext cx="111902" cy="89521"/>
          </a:xfrm>
          <a:custGeom xmlns:a="http://schemas.openxmlformats.org/drawingml/2006/main"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 xmlns:a="http://schemas.openxmlformats.org/drawingml/2006/main">
            <a:srgbClr val="8B0012">
              <a:alpha val="8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solidFill>
                <a:srgbClr val="FF0000"/>
              </a:solidFill>
            </a:endParaRPr>
          </a:p>
        </p:txBody>
      </p:sp>
      <p:sp>
        <p:nvSpPr>
          <p:cNvPr id="22" name="Freeform 56">
            <a:extLst xmlns:a="http://schemas.openxmlformats.org/drawingml/2006/main">
              <a:ext uri="{FF2B5EF4-FFF2-40B4-BE49-F238E27FC236}">
                <a16:creationId xmlns:a16="http://schemas.microsoft.com/office/drawing/2014/main" id="{067F6017-F849-406C-BBE1-21A381B7B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8369" y="3525626"/>
            <a:ext cx="110303" cy="102310"/>
          </a:xfrm>
          <a:custGeom xmlns:a="http://schemas.openxmlformats.org/drawingml/2006/main"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 xmlns:a="http://schemas.openxmlformats.org/drawingml/2006/main">
            <a:srgbClr val="8B0012">
              <a:alpha val="8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solidFill>
                <a:srgbClr val="FF0000"/>
              </a:solidFill>
            </a:endParaRPr>
          </a:p>
        </p:txBody>
      </p:sp>
      <p:sp>
        <p:nvSpPr>
          <p:cNvPr id="23" name="Freeform 57">
            <a:extLst xmlns:a="http://schemas.openxmlformats.org/drawingml/2006/main">
              <a:ext uri="{FF2B5EF4-FFF2-40B4-BE49-F238E27FC236}">
                <a16:creationId xmlns:a16="http://schemas.microsoft.com/office/drawing/2014/main" id="{E5A9B160-0F81-45E0-A6D1-0CBF7A540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8334" y="3367365"/>
            <a:ext cx="97514" cy="86324"/>
          </a:xfrm>
          <a:custGeom xmlns:a="http://schemas.openxmlformats.org/drawingml/2006/main"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 xmlns:a="http://schemas.openxmlformats.org/drawingml/2006/main">
            <a:srgbClr val="8B0012">
              <a:alpha val="8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solidFill>
                <a:srgbClr val="FF0000"/>
              </a:solidFill>
            </a:endParaRPr>
          </a:p>
        </p:txBody>
      </p:sp>
      <p:sp>
        <p:nvSpPr>
          <p:cNvPr id="24" name="Freeform 58">
            <a:extLst xmlns:a="http://schemas.openxmlformats.org/drawingml/2006/main">
              <a:ext uri="{FF2B5EF4-FFF2-40B4-BE49-F238E27FC236}">
                <a16:creationId xmlns:a16="http://schemas.microsoft.com/office/drawing/2014/main" id="{4665E424-3CCF-4BAD-B309-4A48FBFCB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417" y="2756700"/>
            <a:ext cx="87923" cy="110303"/>
          </a:xfrm>
          <a:custGeom xmlns:a="http://schemas.openxmlformats.org/drawingml/2006/main"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 xmlns:a="http://schemas.openxmlformats.org/drawingml/2006/main">
            <a:srgbClr val="8B0012">
              <a:alpha val="8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solidFill>
                <a:srgbClr val="FF0000"/>
              </a:solidFill>
            </a:endParaRPr>
          </a:p>
        </p:txBody>
      </p:sp>
      <p:sp>
        <p:nvSpPr>
          <p:cNvPr id="25" name="Freeform 59">
            <a:extLst xmlns:a="http://schemas.openxmlformats.org/drawingml/2006/main">
              <a:ext uri="{FF2B5EF4-FFF2-40B4-BE49-F238E27FC236}">
                <a16:creationId xmlns:a16="http://schemas.microsoft.com/office/drawing/2014/main" id="{E8624EAE-B618-4527-A83D-00B8BD204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7715" y="3076420"/>
            <a:ext cx="100711" cy="87923"/>
          </a:xfrm>
          <a:custGeom xmlns:a="http://schemas.openxmlformats.org/drawingml/2006/main"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 xmlns:a="http://schemas.openxmlformats.org/drawingml/2006/main">
            <a:srgbClr val="8B0012">
              <a:alpha val="8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solidFill>
                <a:srgbClr val="FF0000"/>
              </a:solidFill>
            </a:endParaRPr>
          </a:p>
        </p:txBody>
      </p:sp>
      <p:sp>
        <p:nvSpPr>
          <p:cNvPr id="26" name="Freeform 60">
            <a:extLst xmlns:a="http://schemas.openxmlformats.org/drawingml/2006/main">
              <a:ext uri="{FF2B5EF4-FFF2-40B4-BE49-F238E27FC236}">
                <a16:creationId xmlns:a16="http://schemas.microsoft.com/office/drawing/2014/main" id="{1221DED6-7EE1-40B9-B3A5-666862E43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6736" y="3241076"/>
            <a:ext cx="97514" cy="63943"/>
          </a:xfrm>
          <a:custGeom xmlns:a="http://schemas.openxmlformats.org/drawingml/2006/main"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 xmlns:a="http://schemas.openxmlformats.org/drawingml/2006/main">
            <a:srgbClr val="8B0012">
              <a:alpha val="8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solidFill>
                <a:srgbClr val="FF0000"/>
              </a:solidFill>
            </a:endParaRPr>
          </a:p>
        </p:txBody>
      </p:sp>
      <p:sp>
        <p:nvSpPr>
          <p:cNvPr id="27" name="Freeform 61">
            <a:extLst xmlns:a="http://schemas.openxmlformats.org/drawingml/2006/main">
              <a:ext uri="{FF2B5EF4-FFF2-40B4-BE49-F238E27FC236}">
                <a16:creationId xmlns:a16="http://schemas.microsoft.com/office/drawing/2014/main" id="{BF2FFA0D-A944-463F-AD8A-EF7540313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4332" y="2729523"/>
            <a:ext cx="59148" cy="99113"/>
          </a:xfrm>
          <a:custGeom xmlns:a="http://schemas.openxmlformats.org/drawingml/2006/main"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 xmlns:a="http://schemas.openxmlformats.org/drawingml/2006/main">
            <a:srgbClr val="8B0012">
              <a:alpha val="8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solidFill>
                <a:srgbClr val="FF0000"/>
              </a:solidFill>
            </a:endParaRPr>
          </a:p>
        </p:txBody>
      </p:sp>
      <p:sp>
        <p:nvSpPr>
          <p:cNvPr id="28" name="Freeform 62">
            <a:extLst xmlns:a="http://schemas.openxmlformats.org/drawingml/2006/main">
              <a:ext uri="{FF2B5EF4-FFF2-40B4-BE49-F238E27FC236}">
                <a16:creationId xmlns:a16="http://schemas.microsoft.com/office/drawing/2014/main" id="{01E7788B-0617-4A9B-9628-D2025BEE7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3048" y="3843748"/>
            <a:ext cx="73535" cy="95916"/>
          </a:xfrm>
          <a:custGeom xmlns:a="http://schemas.openxmlformats.org/drawingml/2006/main"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 xmlns:a="http://schemas.openxmlformats.org/drawingml/2006/main">
            <a:srgbClr val="8B0012">
              <a:alpha val="8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solidFill>
                <a:srgbClr val="FF0000"/>
              </a:solidFill>
            </a:endParaRPr>
          </a:p>
        </p:txBody>
      </p:sp>
      <p:sp>
        <p:nvSpPr>
          <p:cNvPr id="29" name="Freeform 71">
            <a:extLst xmlns:a="http://schemas.openxmlformats.org/drawingml/2006/main">
              <a:ext uri="{FF2B5EF4-FFF2-40B4-BE49-F238E27FC236}">
                <a16:creationId xmlns:a16="http://schemas.microsoft.com/office/drawing/2014/main" id="{37149F28-ACD6-413D-BD68-3FAAA046C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2406" y="2890982"/>
            <a:ext cx="927188" cy="925589"/>
          </a:xfrm>
          <a:custGeom xmlns:a="http://schemas.openxmlformats.org/drawingml/2006/main"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 xmlns:a="http://schemas.openxmlformats.org/drawingml/2006/main">
            <a:srgbClr val="8B0012">
              <a:alpha val="8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solidFill>
                <a:srgbClr val="FF0000"/>
              </a:solidFill>
            </a:endParaRPr>
          </a:p>
        </p:txBody>
      </p:sp>
      <p:sp>
        <p:nvSpPr>
          <p:cNvPr id="36" name="文本占位符 35">
            <a:extLst xmlns:a="http://schemas.openxmlformats.org/drawingml/2006/main">
              <a:ext uri="{FF2B5EF4-FFF2-40B4-BE49-F238E27FC236}">
                <a16:creationId xmlns:a16="http://schemas.microsoft.com/office/drawing/2014/main" id="{101A977A-E529-415F-83E4-FE802B45D51B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1606550" y="4264178"/>
            <a:ext cx="8975725" cy="78105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ctr" defTabSz="914400">
              <a:lnSpc>
                <a:spcPct val="120000"/>
              </a:lnSpc>
              <a:buNone/>
              <a:defRPr sz="4000" b="1" kern="1200" spc="3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algn="ctr">
              <a:lnSpc>
                <a:spcPct val="120000"/>
              </a:lnSpc>
              <a:buNone/>
            </a:pPr>
            <a:endParaRPr sz="4000" b="1" spc="300">
              <a:solidFill>
                <a:schemeClr val="tx1">
                  <a:lumMod val="85000"/>
                  <a:lumOff val="15000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文本占位符 37">
            <a:extLst xmlns:a="http://schemas.openxmlformats.org/drawingml/2006/main">
              <a:ext uri="{FF2B5EF4-FFF2-40B4-BE49-F238E27FC236}">
                <a16:creationId xmlns:a16="http://schemas.microsoft.com/office/drawing/2014/main" id="{26D52F0D-9EA6-4EE5-98FB-963A8EE3B33E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2244991" y="5389156"/>
            <a:ext cx="1987550" cy="341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 marL="0" indent="0">
              <a:buNone/>
              <a:defRPr sz="1800">
                <a:solidFill>
                  <a:srgbClr val="222A35"/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pPr marL="0" lvl="0">
              <a:buNone/>
            </a:pPr>
          </a:p>
        </p:txBody>
      </p:sp>
      <p:sp>
        <p:nvSpPr>
          <p:cNvPr id="42" name="文本占位符 37">
            <a:extLst xmlns:a="http://schemas.openxmlformats.org/drawingml/2006/main">
              <a:ext uri="{FF2B5EF4-FFF2-40B4-BE49-F238E27FC236}">
                <a16:creationId xmlns:a16="http://schemas.microsoft.com/office/drawing/2014/main" id="{BCD28763-22A8-47F9-9E49-D70F9933141F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5102225" y="5389156"/>
            <a:ext cx="1987550" cy="341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 marL="0" indent="0" algn="ctr">
              <a:buNone/>
              <a:defRPr sz="1800">
                <a:solidFill>
                  <a:srgbClr val="222A35"/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pPr marL="0" lvl="0">
              <a:buNone/>
            </a:pPr>
          </a:p>
        </p:txBody>
      </p:sp>
      <p:sp>
        <p:nvSpPr>
          <p:cNvPr id="43" name="文本占位符 37">
            <a:extLst xmlns:a="http://schemas.openxmlformats.org/drawingml/2006/main">
              <a:ext uri="{FF2B5EF4-FFF2-40B4-BE49-F238E27FC236}">
                <a16:creationId xmlns:a16="http://schemas.microsoft.com/office/drawing/2014/main" id="{311BC3BF-B4D7-4980-9F3C-76E03C8A8694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7959460" y="5389156"/>
            <a:ext cx="1987550" cy="341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 marL="0" indent="0" algn="r">
              <a:buNone/>
              <a:defRPr sz="1800">
                <a:solidFill>
                  <a:srgbClr val="222A35"/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pPr marL="0" lvl="0">
              <a:buNone/>
            </a:pP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目录-4部分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矩形 54">
            <a:extLst xmlns:a="http://schemas.openxmlformats.org/drawingml/2006/main">
              <a:ext uri="{FF2B5EF4-FFF2-40B4-BE49-F238E27FC236}">
                <a16:creationId xmlns:a16="http://schemas.microsoft.com/office/drawing/2014/main" id="{BF713DD3-C2BB-45D5-8C3A-6A745181E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" y="0"/>
            <a:ext cx="6096001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82" name="图形 34">
            <a:extLst xmlns:a="http://schemas.openxmlformats.org/drawingml/2006/main">
              <a:ext uri="{FF2B5EF4-FFF2-40B4-BE49-F238E27FC236}">
                <a16:creationId xmlns:a16="http://schemas.microsoft.com/office/drawing/2014/main" id="{A9DB22CD-0F77-4D3F-998A-52B410E0F0E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2a82a828a145e1">
            <a:extLst>
              <a:ext uri="{96DAC541-7B7A-43D3-8B79-37D633B846F1}">
                <asvg:svgBlip xmlns:asvg="http://schemas.microsoft.com/office/drawing/2016/SVG/main" r:embed="R6d730c3ef59e4c5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601832" y="3365787"/>
            <a:ext cx="6665290" cy="4818286"/>
          </a:xfrm>
          <a:prstGeom xmlns:a="http://schemas.openxmlformats.org/drawingml/2006/main" prst="rect">
            <a:avLst/>
          </a:prstGeom>
        </p:spPr>
      </p:pic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509CAB00-3576-475C-B03B-BD0E79848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281" y="476251"/>
            <a:ext cx="11013440" cy="5905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glow rad="101600">
              <a:schemeClr val="tx1">
                <a:alpha val="10000"/>
              </a:schemeClr>
            </a:glo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标题 1">
            <a:extLst xmlns:a="http://schemas.openxmlformats.org/drawingml/2006/main">
              <a:ext uri="{FF2B5EF4-FFF2-40B4-BE49-F238E27FC236}">
                <a16:creationId xmlns:a16="http://schemas.microsoft.com/office/drawing/2014/main" id="{D5B76D43-5EB4-416F-A843-5A12D6A5C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6213" y="1033221"/>
            <a:ext cx="2165279" cy="15006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rgbClr val="0070C0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marL="0" marR="0" lvl="0" indent="0" algn="ctr" defTabSz="9144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5400" b="1" i="0" u="none" strike="noStrike" kern="2200" cap="none" spc="0" baseline="0">
              <a:ln>
                <a:noFill/>
              </a:ln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C0032E20-22A8-4614-A2F0-627366BC3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3024" y="2078629"/>
            <a:ext cx="2168084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strike="noStrike" kern="2200" cap="none" spc="-20" baseline="0">
              <a:ln>
                <a:noFill/>
              </a:ln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文本占位符 40">
            <a:extLst xmlns:a="http://schemas.openxmlformats.org/drawingml/2006/main">
              <a:ext uri="{FF2B5EF4-FFF2-40B4-BE49-F238E27FC236}">
                <a16:creationId xmlns:a16="http://schemas.microsoft.com/office/drawing/2014/main" id="{93D8101B-CFEE-4662-AE0F-ED782C974D81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7825514" y="1561152"/>
            <a:ext cx="3055845" cy="48768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l" defTabSz="914400">
              <a:buNone/>
              <a:defRPr sz="2800" kern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/>
            </a:lvl2pPr>
          </a:lstStyle>
          <a:p xmlns:a="http://schemas.openxmlformats.org/drawingml/2006/main">
            <a:pPr lvl="0">
              <a:buNone/>
            </a:pPr>
          </a:p>
        </p:txBody>
      </p:sp>
      <p:sp>
        <p:nvSpPr>
          <p:cNvPr id="46" name="文本占位符 40">
            <a:extLst xmlns:a="http://schemas.openxmlformats.org/drawingml/2006/main">
              <a:ext uri="{FF2B5EF4-FFF2-40B4-BE49-F238E27FC236}">
                <a16:creationId xmlns:a16="http://schemas.microsoft.com/office/drawing/2014/main" id="{98FC7175-EF55-44D1-B2F4-AD9D7A7424EB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825514" y="2650906"/>
            <a:ext cx="3055845" cy="48768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l" defTabSz="914400">
              <a:buNone/>
              <a:defRPr sz="2800" kern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/>
            </a:lvl2pPr>
          </a:lstStyle>
          <a:p xmlns:a="http://schemas.openxmlformats.org/drawingml/2006/main">
            <a:pPr lvl="0">
              <a:buNone/>
            </a:pPr>
          </a:p>
        </p:txBody>
      </p:sp>
      <p:sp>
        <p:nvSpPr>
          <p:cNvPr id="47" name="文本占位符 40">
            <a:extLst xmlns:a="http://schemas.openxmlformats.org/drawingml/2006/main">
              <a:ext uri="{FF2B5EF4-FFF2-40B4-BE49-F238E27FC236}">
                <a16:creationId xmlns:a16="http://schemas.microsoft.com/office/drawing/2014/main" id="{DE9FF0B2-88E5-4680-BB3F-0765A3B37EA8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7825514" y="3740660"/>
            <a:ext cx="3055845" cy="48768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l" defTabSz="914400">
              <a:buNone/>
              <a:defRPr sz="2800" kern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/>
            </a:lvl2pPr>
          </a:lstStyle>
          <a:p xmlns:a="http://schemas.openxmlformats.org/drawingml/2006/main">
            <a:pPr lvl="0">
              <a:buNone/>
            </a:pPr>
          </a:p>
        </p:txBody>
      </p:sp>
      <p:sp>
        <p:nvSpPr>
          <p:cNvPr id="49" name="文本占位符 40">
            <a:extLst xmlns:a="http://schemas.openxmlformats.org/drawingml/2006/main">
              <a:ext uri="{FF2B5EF4-FFF2-40B4-BE49-F238E27FC236}">
                <a16:creationId xmlns:a16="http://schemas.microsoft.com/office/drawing/2014/main" id="{A12EC0FA-23C8-4C7F-BEAF-642190D801BB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7825514" y="4830414"/>
            <a:ext cx="3055845" cy="48768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l" defTabSz="914400">
              <a:buNone/>
              <a:defRPr sz="2800" kern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/>
            </a:lvl2pPr>
          </a:lstStyle>
          <a:p xmlns:a="http://schemas.openxmlformats.org/drawingml/2006/main">
            <a:pPr lvl="0">
              <a:buNone/>
            </a:pPr>
          </a:p>
        </p:txBody>
      </p:sp>
      <p:sp>
        <p:nvSpPr>
          <p:cNvPr id="50" name="文本框 49">
            <a:extLst xmlns:a="http://schemas.openxmlformats.org/drawingml/2006/main">
              <a:ext uri="{FF2B5EF4-FFF2-40B4-BE49-F238E27FC236}">
                <a16:creationId xmlns:a16="http://schemas.microsoft.com/office/drawing/2014/main" id="{30B099E8-896B-42E7-AC44-5541CF271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4866" y="1512604"/>
            <a:ext cx="675822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3200" b="1">
              <a:solidFill>
                <a:srgbClr val="9A0001"/>
              </a:solidFill>
            </a:endParaRPr>
          </a:p>
        </p:txBody>
      </p:sp>
      <p:sp>
        <p:nvSpPr>
          <p:cNvPr id="51" name="文本框 50">
            <a:extLst xmlns:a="http://schemas.openxmlformats.org/drawingml/2006/main">
              <a:ext uri="{FF2B5EF4-FFF2-40B4-BE49-F238E27FC236}">
                <a16:creationId xmlns:a16="http://schemas.microsoft.com/office/drawing/2014/main" id="{F1FE663A-AEDD-4EBC-8A6D-66ACBE6EE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4866" y="2596050"/>
            <a:ext cx="675822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3200" b="1">
              <a:solidFill>
                <a:srgbClr val="9A0001"/>
              </a:solidFill>
            </a:endParaRPr>
          </a:p>
        </p:txBody>
      </p:sp>
      <p:sp>
        <p:nvSpPr>
          <p:cNvPr id="52" name="文本框 51">
            <a:extLst xmlns:a="http://schemas.openxmlformats.org/drawingml/2006/main">
              <a:ext uri="{FF2B5EF4-FFF2-40B4-BE49-F238E27FC236}">
                <a16:creationId xmlns:a16="http://schemas.microsoft.com/office/drawing/2014/main" id="{65454F77-86CB-4F9C-B0AC-3605F1745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4866" y="3679496"/>
            <a:ext cx="675822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3200" b="1">
              <a:solidFill>
                <a:srgbClr val="9A0001"/>
              </a:solidFill>
            </a:endParaRPr>
          </a:p>
        </p:txBody>
      </p:sp>
      <p:sp>
        <p:nvSpPr>
          <p:cNvPr id="53" name="文本框 52">
            <a:extLst xmlns:a="http://schemas.openxmlformats.org/drawingml/2006/main">
              <a:ext uri="{FF2B5EF4-FFF2-40B4-BE49-F238E27FC236}">
                <a16:creationId xmlns:a16="http://schemas.microsoft.com/office/drawing/2014/main" id="{58531BE4-5E80-4BD8-BBC5-FB9A1E7B2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4866" y="4762941"/>
            <a:ext cx="675822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3200" b="1">
              <a:solidFill>
                <a:srgbClr val="9A0001"/>
              </a:solidFill>
            </a:endParaRPr>
          </a:p>
        </p:txBody>
      </p:sp>
      <p:sp>
        <p:nvSpPr>
          <p:cNvPr id="57" name="Freeform 8">
            <a:extLst xmlns:a="http://schemas.openxmlformats.org/drawingml/2006/main">
              <a:ext uri="{FF2B5EF4-FFF2-40B4-BE49-F238E27FC236}">
                <a16:creationId xmlns:a16="http://schemas.microsoft.com/office/drawing/2014/main" id="{EFA5BF56-C450-4130-BABC-E38FC5197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5132" y="3183822"/>
            <a:ext cx="1945700" cy="1941162"/>
          </a:xfrm>
          <a:custGeom xmlns:a="http://schemas.openxmlformats.org/drawingml/2006/main"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" name="Freeform 42">
            <a:extLst xmlns:a="http://schemas.openxmlformats.org/drawingml/2006/main">
              <a:ext uri="{FF2B5EF4-FFF2-40B4-BE49-F238E27FC236}">
                <a16:creationId xmlns:a16="http://schemas.microsoft.com/office/drawing/2014/main" id="{0EFAA216-E955-4708-BEBC-CC2D66489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9116" y="3435538"/>
            <a:ext cx="1435463" cy="1433194"/>
          </a:xfrm>
          <a:custGeom xmlns:a="http://schemas.openxmlformats.org/drawingml/2006/main"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" name="Freeform 43">
            <a:extLst xmlns:a="http://schemas.openxmlformats.org/drawingml/2006/main">
              <a:ext uri="{FF2B5EF4-FFF2-40B4-BE49-F238E27FC236}">
                <a16:creationId xmlns:a16="http://schemas.microsoft.com/office/drawing/2014/main" id="{22C696FF-4455-4C2B-B4FF-50D2E4633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3052" y="3578404"/>
            <a:ext cx="158739" cy="190487"/>
          </a:xfrm>
          <a:custGeom xmlns:a="http://schemas.openxmlformats.org/drawingml/2006/main"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0" name="Freeform 44">
            <a:extLst xmlns:a="http://schemas.openxmlformats.org/drawingml/2006/main">
              <a:ext uri="{FF2B5EF4-FFF2-40B4-BE49-F238E27FC236}">
                <a16:creationId xmlns:a16="http://schemas.microsoft.com/office/drawing/2014/main" id="{26CFB84F-7E1E-409D-9523-950D9EB67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2234" y="3938970"/>
            <a:ext cx="151937" cy="163275"/>
          </a:xfrm>
          <a:custGeom xmlns:a="http://schemas.openxmlformats.org/drawingml/2006/main"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" name="Freeform 45">
            <a:extLst xmlns:a="http://schemas.openxmlformats.org/drawingml/2006/main">
              <a:ext uri="{FF2B5EF4-FFF2-40B4-BE49-F238E27FC236}">
                <a16:creationId xmlns:a16="http://schemas.microsoft.com/office/drawing/2014/main" id="{7A66A3F4-AC61-42D9-8C7D-620583B18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3383" y="3417397"/>
            <a:ext cx="165543" cy="176881"/>
          </a:xfrm>
          <a:custGeom xmlns:a="http://schemas.openxmlformats.org/drawingml/2006/main"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" name="Freeform 46">
            <a:extLst xmlns:a="http://schemas.openxmlformats.org/drawingml/2006/main">
              <a:ext uri="{FF2B5EF4-FFF2-40B4-BE49-F238E27FC236}">
                <a16:creationId xmlns:a16="http://schemas.microsoft.com/office/drawing/2014/main" id="{C894D2F6-A426-4923-8D0B-C15CFFEF3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2234" y="4192954"/>
            <a:ext cx="142866" cy="136062"/>
          </a:xfrm>
          <a:custGeom xmlns:a="http://schemas.openxmlformats.org/drawingml/2006/main"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" name="Freeform 47">
            <a:extLst xmlns:a="http://schemas.openxmlformats.org/drawingml/2006/main">
              <a:ext uri="{FF2B5EF4-FFF2-40B4-BE49-F238E27FC236}">
                <a16:creationId xmlns:a16="http://schemas.microsoft.com/office/drawing/2014/main" id="{3B40D119-2112-43F3-92DB-CBF75664A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0171" y="4900481"/>
            <a:ext cx="99779" cy="142865"/>
          </a:xfrm>
          <a:custGeom xmlns:a="http://schemas.openxmlformats.org/drawingml/2006/main"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" name="Freeform 48">
            <a:extLst xmlns:a="http://schemas.openxmlformats.org/drawingml/2006/main">
              <a:ext uri="{FF2B5EF4-FFF2-40B4-BE49-F238E27FC236}">
                <a16:creationId xmlns:a16="http://schemas.microsoft.com/office/drawing/2014/main" id="{16458E37-4527-4A14-8471-E95B03D3D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8927" y="4419726"/>
            <a:ext cx="147401" cy="126991"/>
          </a:xfrm>
          <a:custGeom xmlns:a="http://schemas.openxmlformats.org/drawingml/2006/main"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" name="Freeform 49">
            <a:extLst xmlns:a="http://schemas.openxmlformats.org/drawingml/2006/main">
              <a:ext uri="{FF2B5EF4-FFF2-40B4-BE49-F238E27FC236}">
                <a16:creationId xmlns:a16="http://schemas.microsoft.com/office/drawing/2014/main" id="{8BDC6513-2DD2-476E-8648-FEB06A7B5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5100" y="3557995"/>
            <a:ext cx="174614" cy="190487"/>
          </a:xfrm>
          <a:custGeom xmlns:a="http://schemas.openxmlformats.org/drawingml/2006/main"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6" name="Freeform 50">
            <a:extLst xmlns:a="http://schemas.openxmlformats.org/drawingml/2006/main">
              <a:ext uri="{FF2B5EF4-FFF2-40B4-BE49-F238E27FC236}">
                <a16:creationId xmlns:a16="http://schemas.microsoft.com/office/drawing/2014/main" id="{5907EABC-C3E0-4082-9F2F-34784EE0D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0108" y="4839252"/>
            <a:ext cx="122456" cy="140598"/>
          </a:xfrm>
          <a:custGeom xmlns:a="http://schemas.openxmlformats.org/drawingml/2006/main"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7" name="Freeform 51">
            <a:extLst xmlns:a="http://schemas.openxmlformats.org/drawingml/2006/main">
              <a:ext uri="{FF2B5EF4-FFF2-40B4-BE49-F238E27FC236}">
                <a16:creationId xmlns:a16="http://schemas.microsoft.com/office/drawing/2014/main" id="{EBBF1244-B899-4F80-A211-603CFE7E1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0643" y="3399255"/>
            <a:ext cx="165543" cy="161007"/>
          </a:xfrm>
          <a:custGeom xmlns:a="http://schemas.openxmlformats.org/drawingml/2006/main"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8" name="Freeform 52">
            <a:extLst xmlns:a="http://schemas.openxmlformats.org/drawingml/2006/main">
              <a:ext uri="{FF2B5EF4-FFF2-40B4-BE49-F238E27FC236}">
                <a16:creationId xmlns:a16="http://schemas.microsoft.com/office/drawing/2014/main" id="{121B409A-ECDF-4A84-A609-A04163373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0470" y="3251853"/>
            <a:ext cx="131527" cy="142865"/>
          </a:xfrm>
          <a:custGeom xmlns:a="http://schemas.openxmlformats.org/drawingml/2006/main"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9" name="Freeform 53">
            <a:extLst xmlns:a="http://schemas.openxmlformats.org/drawingml/2006/main">
              <a:ext uri="{FF2B5EF4-FFF2-40B4-BE49-F238E27FC236}">
                <a16:creationId xmlns:a16="http://schemas.microsoft.com/office/drawing/2014/main" id="{296C6281-4139-4BB9-9248-3B12EE666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1478" y="4900481"/>
            <a:ext cx="102047" cy="145133"/>
          </a:xfrm>
          <a:custGeom xmlns:a="http://schemas.openxmlformats.org/drawingml/2006/main"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0" name="Freeform 54">
            <a:extLst xmlns:a="http://schemas.openxmlformats.org/drawingml/2006/main">
              <a:ext uri="{FF2B5EF4-FFF2-40B4-BE49-F238E27FC236}">
                <a16:creationId xmlns:a16="http://schemas.microsoft.com/office/drawing/2014/main" id="{67A64C82-3C55-4228-A16B-2AB7CDB60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4628" y="3279066"/>
            <a:ext cx="136062" cy="154204"/>
          </a:xfrm>
          <a:custGeom xmlns:a="http://schemas.openxmlformats.org/drawingml/2006/main"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1" name="Freeform 55">
            <a:extLst xmlns:a="http://schemas.openxmlformats.org/drawingml/2006/main">
              <a:ext uri="{FF2B5EF4-FFF2-40B4-BE49-F238E27FC236}">
                <a16:creationId xmlns:a16="http://schemas.microsoft.com/office/drawing/2014/main" id="{38494525-2857-473B-B2BF-FBDA64166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4171" y="3800640"/>
            <a:ext cx="158739" cy="126991"/>
          </a:xfrm>
          <a:custGeom xmlns:a="http://schemas.openxmlformats.org/drawingml/2006/main"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2" name="Freeform 56">
            <a:extLst xmlns:a="http://schemas.openxmlformats.org/drawingml/2006/main">
              <a:ext uri="{FF2B5EF4-FFF2-40B4-BE49-F238E27FC236}">
                <a16:creationId xmlns:a16="http://schemas.microsoft.com/office/drawing/2014/main" id="{AFE7BE8E-28C5-476C-81B9-5293C6808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6438" y="4397048"/>
            <a:ext cx="156472" cy="145133"/>
          </a:xfrm>
          <a:custGeom xmlns:a="http://schemas.openxmlformats.org/drawingml/2006/main"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3" name="Freeform 57">
            <a:extLst xmlns:a="http://schemas.openxmlformats.org/drawingml/2006/main">
              <a:ext uri="{FF2B5EF4-FFF2-40B4-BE49-F238E27FC236}">
                <a16:creationId xmlns:a16="http://schemas.microsoft.com/office/drawing/2014/main" id="{FD38DEC6-E971-4556-B0A9-07D0876BC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3131" y="4172545"/>
            <a:ext cx="138330" cy="122456"/>
          </a:xfrm>
          <a:custGeom xmlns:a="http://schemas.openxmlformats.org/drawingml/2006/main"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Freeform 58">
            <a:extLst xmlns:a="http://schemas.openxmlformats.org/drawingml/2006/main">
              <a:ext uri="{FF2B5EF4-FFF2-40B4-BE49-F238E27FC236}">
                <a16:creationId xmlns:a16="http://schemas.microsoft.com/office/drawing/2014/main" id="{1EC6B58C-AFCA-439C-9551-22FEFD0BC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053" y="3306279"/>
            <a:ext cx="124724" cy="156472"/>
          </a:xfrm>
          <a:custGeom xmlns:a="http://schemas.openxmlformats.org/drawingml/2006/main"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Freeform 59">
            <a:extLst xmlns:a="http://schemas.openxmlformats.org/drawingml/2006/main">
              <a:ext uri="{FF2B5EF4-FFF2-40B4-BE49-F238E27FC236}">
                <a16:creationId xmlns:a16="http://schemas.microsoft.com/office/drawing/2014/main" id="{2FA63A15-AD29-4550-809B-B67AB2BAB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3462" y="3759821"/>
            <a:ext cx="142866" cy="124724"/>
          </a:xfrm>
          <a:custGeom xmlns:a="http://schemas.openxmlformats.org/drawingml/2006/main"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6" name="Freeform 60">
            <a:extLst xmlns:a="http://schemas.openxmlformats.org/drawingml/2006/main">
              <a:ext uri="{FF2B5EF4-FFF2-40B4-BE49-F238E27FC236}">
                <a16:creationId xmlns:a16="http://schemas.microsoft.com/office/drawing/2014/main" id="{FCE09C05-CA82-45E0-A65C-5BB401AEE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0863" y="3993396"/>
            <a:ext cx="138330" cy="90708"/>
          </a:xfrm>
          <a:custGeom xmlns:a="http://schemas.openxmlformats.org/drawingml/2006/main"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7" name="Freeform 61">
            <a:extLst xmlns:a="http://schemas.openxmlformats.org/drawingml/2006/main">
              <a:ext uri="{FF2B5EF4-FFF2-40B4-BE49-F238E27FC236}">
                <a16:creationId xmlns:a16="http://schemas.microsoft.com/office/drawing/2014/main" id="{3E8ECD5F-1210-4B4C-B4E4-660E1DAA5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9100" y="3267728"/>
            <a:ext cx="83905" cy="140598"/>
          </a:xfrm>
          <a:custGeom xmlns:a="http://schemas.openxmlformats.org/drawingml/2006/main"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8" name="Freeform 62">
            <a:extLst xmlns:a="http://schemas.openxmlformats.org/drawingml/2006/main">
              <a:ext uri="{FF2B5EF4-FFF2-40B4-BE49-F238E27FC236}">
                <a16:creationId xmlns:a16="http://schemas.microsoft.com/office/drawing/2014/main" id="{83FB7309-39CD-4EC7-B3A1-3452EA9A8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6596" y="4848323"/>
            <a:ext cx="104315" cy="136062"/>
          </a:xfrm>
          <a:custGeom xmlns:a="http://schemas.openxmlformats.org/drawingml/2006/main"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9" name="Freeform 71">
            <a:extLst xmlns:a="http://schemas.openxmlformats.org/drawingml/2006/main">
              <a:ext uri="{FF2B5EF4-FFF2-40B4-BE49-F238E27FC236}">
                <a16:creationId xmlns:a16="http://schemas.microsoft.com/office/drawing/2014/main" id="{38E7B3F0-15AE-41C5-A45F-F0A601DF8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0345" y="3496766"/>
            <a:ext cx="1315275" cy="1313006"/>
          </a:xfrm>
          <a:custGeom xmlns:a="http://schemas.openxmlformats.org/drawingml/2006/main"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目录-5部分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A04EC334-8637-48B2-BC4C-33C89A09F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" y="0"/>
            <a:ext cx="6096001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1" name="矩形 70">
            <a:extLst xmlns:a="http://schemas.openxmlformats.org/drawingml/2006/main">
              <a:ext uri="{FF2B5EF4-FFF2-40B4-BE49-F238E27FC236}">
                <a16:creationId xmlns:a16="http://schemas.microsoft.com/office/drawing/2014/main" id="{47BDCDB3-4293-4611-B8A7-4BA233063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281" y="476251"/>
            <a:ext cx="11013440" cy="5905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glow rad="101600">
              <a:schemeClr val="tx1">
                <a:alpha val="10000"/>
              </a:schemeClr>
            </a:glo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75" name="图形 34">
            <a:extLst xmlns:a="http://schemas.openxmlformats.org/drawingml/2006/main">
              <a:ext uri="{FF2B5EF4-FFF2-40B4-BE49-F238E27FC236}">
                <a16:creationId xmlns:a16="http://schemas.microsoft.com/office/drawing/2014/main" id="{6E2A9D30-2972-4EE6-A3D9-0A78BC0FDC5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006083d0014f17">
            <a:extLst>
              <a:ext uri="{96DAC541-7B7A-43D3-8B79-37D633B846F1}">
                <asvg:svgBlip xmlns:asvg="http://schemas.microsoft.com/office/drawing/2016/SVG/main" r:embed="Ra10c3df6c86e4d9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601832" y="3365787"/>
            <a:ext cx="6665290" cy="4818286"/>
          </a:xfrm>
          <a:prstGeom xmlns:a="http://schemas.openxmlformats.org/drawingml/2006/main" prst="rect">
            <a:avLst/>
          </a:prstGeom>
        </p:spPr>
      </p:pic>
      <p:sp>
        <p:nvSpPr>
          <p:cNvPr id="9" name="标题 1">
            <a:extLst xmlns:a="http://schemas.openxmlformats.org/drawingml/2006/main">
              <a:ext uri="{FF2B5EF4-FFF2-40B4-BE49-F238E27FC236}">
                <a16:creationId xmlns:a16="http://schemas.microsoft.com/office/drawing/2014/main" id="{B65ADE41-57AD-4FAB-849D-C174639FC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6213" y="1033221"/>
            <a:ext cx="2165279" cy="15006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rgbClr val="0070C0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marL="0" marR="0" lvl="0" indent="0" algn="ctr" defTabSz="9144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5400" b="1" i="0" u="none" strike="noStrike" kern="2200" cap="none" spc="0" baseline="0">
              <a:ln>
                <a:noFill/>
              </a:ln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EB40626C-52D7-481A-88BC-5E46CFF49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3024" y="2078629"/>
            <a:ext cx="2168084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strike="noStrike" kern="2200" cap="none" spc="-20" baseline="0">
              <a:ln>
                <a:noFill/>
              </a:ln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" name="文本占位符 40">
            <a:extLst xmlns:a="http://schemas.openxmlformats.org/drawingml/2006/main">
              <a:ext uri="{FF2B5EF4-FFF2-40B4-BE49-F238E27FC236}">
                <a16:creationId xmlns:a16="http://schemas.microsoft.com/office/drawing/2014/main" id="{DBAC2F26-1CF0-414A-AC79-A633DFF8BCFF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7819905" y="1408752"/>
            <a:ext cx="3071615" cy="48768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l" defTabSz="914400">
              <a:buNone/>
              <a:defRPr sz="2800" kern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/>
            </a:lvl2pPr>
          </a:lstStyle>
          <a:p xmlns:a="http://schemas.openxmlformats.org/drawingml/2006/main">
            <a:pPr lvl="0">
              <a:buNone/>
            </a:pPr>
          </a:p>
        </p:txBody>
      </p:sp>
      <p:sp>
        <p:nvSpPr>
          <p:cNvPr id="42" name="文本占位符 40">
            <a:extLst xmlns:a="http://schemas.openxmlformats.org/drawingml/2006/main">
              <a:ext uri="{FF2B5EF4-FFF2-40B4-BE49-F238E27FC236}">
                <a16:creationId xmlns:a16="http://schemas.microsoft.com/office/drawing/2014/main" id="{0F5B91DE-4E8D-4382-8924-A479D2F954FC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819905" y="2302202"/>
            <a:ext cx="3071615" cy="48768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l" defTabSz="914400">
              <a:buNone/>
              <a:defRPr sz="2800" kern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/>
            </a:lvl2pPr>
          </a:lstStyle>
          <a:p xmlns:a="http://schemas.openxmlformats.org/drawingml/2006/main">
            <a:pPr lvl="0">
              <a:buNone/>
            </a:pPr>
          </a:p>
        </p:txBody>
      </p:sp>
      <p:sp>
        <p:nvSpPr>
          <p:cNvPr id="43" name="文本占位符 40">
            <a:extLst xmlns:a="http://schemas.openxmlformats.org/drawingml/2006/main">
              <a:ext uri="{FF2B5EF4-FFF2-40B4-BE49-F238E27FC236}">
                <a16:creationId xmlns:a16="http://schemas.microsoft.com/office/drawing/2014/main" id="{AF02C14B-2024-4875-AAF6-6AC6FDAAF7D2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7819905" y="3195652"/>
            <a:ext cx="3071615" cy="48768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l" defTabSz="914400">
              <a:buNone/>
              <a:defRPr sz="2800" kern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/>
            </a:lvl2pPr>
          </a:lstStyle>
          <a:p xmlns:a="http://schemas.openxmlformats.org/drawingml/2006/main">
            <a:pPr lvl="0">
              <a:buNone/>
            </a:pPr>
          </a:p>
        </p:txBody>
      </p:sp>
      <p:sp>
        <p:nvSpPr>
          <p:cNvPr id="44" name="文本占位符 40">
            <a:extLst xmlns:a="http://schemas.openxmlformats.org/drawingml/2006/main">
              <a:ext uri="{FF2B5EF4-FFF2-40B4-BE49-F238E27FC236}">
                <a16:creationId xmlns:a16="http://schemas.microsoft.com/office/drawing/2014/main" id="{CAD004B4-DEB3-4F96-9141-523F52FD16DF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7819905" y="4982551"/>
            <a:ext cx="3071615" cy="48768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l" defTabSz="914400">
              <a:buNone/>
              <a:defRPr sz="2800" kern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/>
            </a:lvl2pPr>
          </a:lstStyle>
          <a:p xmlns:a="http://schemas.openxmlformats.org/drawingml/2006/main">
            <a:pPr lvl="0">
              <a:buNone/>
            </a:pPr>
          </a:p>
        </p:txBody>
      </p:sp>
      <p:sp>
        <p:nvSpPr>
          <p:cNvPr id="36" name="文本占位符 40">
            <a:extLst xmlns:a="http://schemas.openxmlformats.org/drawingml/2006/main">
              <a:ext uri="{FF2B5EF4-FFF2-40B4-BE49-F238E27FC236}">
                <a16:creationId xmlns:a16="http://schemas.microsoft.com/office/drawing/2014/main" id="{BAD0A296-D5CA-43EC-B40A-3B760160273B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7819905" y="4089102"/>
            <a:ext cx="3071615" cy="48768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l" defTabSz="914400">
              <a:buNone/>
              <a:defRPr sz="2800" kern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/>
            </a:lvl2pPr>
          </a:lstStyle>
          <a:p xmlns:a="http://schemas.openxmlformats.org/drawingml/2006/main">
            <a:pPr lvl="0">
              <a:buNone/>
            </a:pP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9A79EF98-CBD7-4ABA-909B-69A50AB9F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9256" y="1360204"/>
            <a:ext cx="675822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3200" b="1">
              <a:solidFill>
                <a:srgbClr val="9A0001"/>
              </a:solidFill>
            </a:endParaRPr>
          </a:p>
        </p:txBody>
      </p:sp>
      <p:sp>
        <p:nvSpPr>
          <p:cNvPr id="39" name="文本框 38">
            <a:extLst xmlns:a="http://schemas.openxmlformats.org/drawingml/2006/main">
              <a:ext uri="{FF2B5EF4-FFF2-40B4-BE49-F238E27FC236}">
                <a16:creationId xmlns:a16="http://schemas.microsoft.com/office/drawing/2014/main" id="{D8A0E133-1015-43C5-99C8-10C3EF5F0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9256" y="2253654"/>
            <a:ext cx="675822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3200" b="1">
              <a:solidFill>
                <a:srgbClr val="9A0001"/>
              </a:solidFill>
            </a:endParaRPr>
          </a:p>
        </p:txBody>
      </p:sp>
      <p:sp>
        <p:nvSpPr>
          <p:cNvPr id="40" name="文本框 39">
            <a:extLst xmlns:a="http://schemas.openxmlformats.org/drawingml/2006/main">
              <a:ext uri="{FF2B5EF4-FFF2-40B4-BE49-F238E27FC236}">
                <a16:creationId xmlns:a16="http://schemas.microsoft.com/office/drawing/2014/main" id="{B7FCBC50-16F1-493D-9EE0-189077BE5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9256" y="3148379"/>
            <a:ext cx="675822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3200" b="1">
              <a:solidFill>
                <a:srgbClr val="9A0001"/>
              </a:solidFill>
            </a:endParaRPr>
          </a:p>
        </p:txBody>
      </p:sp>
      <p:sp>
        <p:nvSpPr>
          <p:cNvPr id="45" name="文本框 44">
            <a:extLst xmlns:a="http://schemas.openxmlformats.org/drawingml/2006/main">
              <a:ext uri="{FF2B5EF4-FFF2-40B4-BE49-F238E27FC236}">
                <a16:creationId xmlns:a16="http://schemas.microsoft.com/office/drawing/2014/main" id="{3E7B33FD-99DE-4C7C-A247-44505DA9F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9256" y="4021629"/>
            <a:ext cx="675822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3200" b="1">
              <a:solidFill>
                <a:srgbClr val="9A0001"/>
              </a:solidFill>
            </a:endParaRPr>
          </a:p>
        </p:txBody>
      </p:sp>
      <p:sp>
        <p:nvSpPr>
          <p:cNvPr id="46" name="文本框 45">
            <a:extLst xmlns:a="http://schemas.openxmlformats.org/drawingml/2006/main">
              <a:ext uri="{FF2B5EF4-FFF2-40B4-BE49-F238E27FC236}">
                <a16:creationId xmlns:a16="http://schemas.microsoft.com/office/drawing/2014/main" id="{3C0B519E-76E3-43EA-8465-48A7BEC00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9256" y="4921514"/>
            <a:ext cx="675822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3200" b="1">
              <a:solidFill>
                <a:srgbClr val="9A0001"/>
              </a:solidFill>
            </a:endParaRPr>
          </a:p>
        </p:txBody>
      </p:sp>
      <p:sp>
        <p:nvSpPr>
          <p:cNvPr id="48" name="Freeform 8">
            <a:extLst xmlns:a="http://schemas.openxmlformats.org/drawingml/2006/main">
              <a:ext uri="{FF2B5EF4-FFF2-40B4-BE49-F238E27FC236}">
                <a16:creationId xmlns:a16="http://schemas.microsoft.com/office/drawing/2014/main" id="{C32C69D8-BA71-47EB-888C-2342E06B8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5132" y="3183822"/>
            <a:ext cx="1945700" cy="1941162"/>
          </a:xfrm>
          <a:custGeom xmlns:a="http://schemas.openxmlformats.org/drawingml/2006/main"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9" name="Freeform 42">
            <a:extLst xmlns:a="http://schemas.openxmlformats.org/drawingml/2006/main">
              <a:ext uri="{FF2B5EF4-FFF2-40B4-BE49-F238E27FC236}">
                <a16:creationId xmlns:a16="http://schemas.microsoft.com/office/drawing/2014/main" id="{E6541ECF-C285-4482-98B9-4E4894784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9116" y="3435538"/>
            <a:ext cx="1435463" cy="1433194"/>
          </a:xfrm>
          <a:custGeom xmlns:a="http://schemas.openxmlformats.org/drawingml/2006/main"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0" name="Freeform 43">
            <a:extLst xmlns:a="http://schemas.openxmlformats.org/drawingml/2006/main">
              <a:ext uri="{FF2B5EF4-FFF2-40B4-BE49-F238E27FC236}">
                <a16:creationId xmlns:a16="http://schemas.microsoft.com/office/drawing/2014/main" id="{37CCB910-6295-4F54-BFF7-290CE98E0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3052" y="3578404"/>
            <a:ext cx="158739" cy="190487"/>
          </a:xfrm>
          <a:custGeom xmlns:a="http://schemas.openxmlformats.org/drawingml/2006/main"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1" name="Freeform 44">
            <a:extLst xmlns:a="http://schemas.openxmlformats.org/drawingml/2006/main">
              <a:ext uri="{FF2B5EF4-FFF2-40B4-BE49-F238E27FC236}">
                <a16:creationId xmlns:a16="http://schemas.microsoft.com/office/drawing/2014/main" id="{D05ACDD5-4923-44D7-8065-FDA39B285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2234" y="3938970"/>
            <a:ext cx="151937" cy="163275"/>
          </a:xfrm>
          <a:custGeom xmlns:a="http://schemas.openxmlformats.org/drawingml/2006/main"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2" name="Freeform 45">
            <a:extLst xmlns:a="http://schemas.openxmlformats.org/drawingml/2006/main">
              <a:ext uri="{FF2B5EF4-FFF2-40B4-BE49-F238E27FC236}">
                <a16:creationId xmlns:a16="http://schemas.microsoft.com/office/drawing/2014/main" id="{31864AF0-123B-4160-820B-912C0662B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3383" y="3417397"/>
            <a:ext cx="165543" cy="176881"/>
          </a:xfrm>
          <a:custGeom xmlns:a="http://schemas.openxmlformats.org/drawingml/2006/main"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3" name="Freeform 46">
            <a:extLst xmlns:a="http://schemas.openxmlformats.org/drawingml/2006/main">
              <a:ext uri="{FF2B5EF4-FFF2-40B4-BE49-F238E27FC236}">
                <a16:creationId xmlns:a16="http://schemas.microsoft.com/office/drawing/2014/main" id="{2FF2EDB0-4814-47FD-9BCB-0EE52B67A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2234" y="4192954"/>
            <a:ext cx="142866" cy="136062"/>
          </a:xfrm>
          <a:custGeom xmlns:a="http://schemas.openxmlformats.org/drawingml/2006/main"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" name="Freeform 47">
            <a:extLst xmlns:a="http://schemas.openxmlformats.org/drawingml/2006/main">
              <a:ext uri="{FF2B5EF4-FFF2-40B4-BE49-F238E27FC236}">
                <a16:creationId xmlns:a16="http://schemas.microsoft.com/office/drawing/2014/main" id="{43D78420-BE9E-4A84-BA42-6B789D9E5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0171" y="4900481"/>
            <a:ext cx="99779" cy="142865"/>
          </a:xfrm>
          <a:custGeom xmlns:a="http://schemas.openxmlformats.org/drawingml/2006/main"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" name="Freeform 48">
            <a:extLst xmlns:a="http://schemas.openxmlformats.org/drawingml/2006/main">
              <a:ext uri="{FF2B5EF4-FFF2-40B4-BE49-F238E27FC236}">
                <a16:creationId xmlns:a16="http://schemas.microsoft.com/office/drawing/2014/main" id="{BFB222D4-24B4-4D95-BD41-53661D08E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8927" y="4419726"/>
            <a:ext cx="147401" cy="126991"/>
          </a:xfrm>
          <a:custGeom xmlns:a="http://schemas.openxmlformats.org/drawingml/2006/main"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" name="Freeform 49">
            <a:extLst xmlns:a="http://schemas.openxmlformats.org/drawingml/2006/main">
              <a:ext uri="{FF2B5EF4-FFF2-40B4-BE49-F238E27FC236}">
                <a16:creationId xmlns:a16="http://schemas.microsoft.com/office/drawing/2014/main" id="{BD057CFD-1D63-4C0D-8347-290524AF8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5100" y="3557995"/>
            <a:ext cx="174614" cy="190487"/>
          </a:xfrm>
          <a:custGeom xmlns:a="http://schemas.openxmlformats.org/drawingml/2006/main"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" name="Freeform 50">
            <a:extLst xmlns:a="http://schemas.openxmlformats.org/drawingml/2006/main">
              <a:ext uri="{FF2B5EF4-FFF2-40B4-BE49-F238E27FC236}">
                <a16:creationId xmlns:a16="http://schemas.microsoft.com/office/drawing/2014/main" id="{35D44741-1AFE-4C57-8BE8-79ADFCBB5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0108" y="4839252"/>
            <a:ext cx="122456" cy="140598"/>
          </a:xfrm>
          <a:custGeom xmlns:a="http://schemas.openxmlformats.org/drawingml/2006/main"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" name="Freeform 51">
            <a:extLst xmlns:a="http://schemas.openxmlformats.org/drawingml/2006/main">
              <a:ext uri="{FF2B5EF4-FFF2-40B4-BE49-F238E27FC236}">
                <a16:creationId xmlns:a16="http://schemas.microsoft.com/office/drawing/2014/main" id="{A0BFFC81-1B69-412B-9027-E871FB1A0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0643" y="3399255"/>
            <a:ext cx="165543" cy="161007"/>
          </a:xfrm>
          <a:custGeom xmlns:a="http://schemas.openxmlformats.org/drawingml/2006/main"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" name="Freeform 52">
            <a:extLst xmlns:a="http://schemas.openxmlformats.org/drawingml/2006/main">
              <a:ext uri="{FF2B5EF4-FFF2-40B4-BE49-F238E27FC236}">
                <a16:creationId xmlns:a16="http://schemas.microsoft.com/office/drawing/2014/main" id="{5B575794-75E7-4950-9D2C-9E32B3938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0470" y="3251853"/>
            <a:ext cx="131527" cy="142865"/>
          </a:xfrm>
          <a:custGeom xmlns:a="http://schemas.openxmlformats.org/drawingml/2006/main"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0" name="Freeform 53">
            <a:extLst xmlns:a="http://schemas.openxmlformats.org/drawingml/2006/main">
              <a:ext uri="{FF2B5EF4-FFF2-40B4-BE49-F238E27FC236}">
                <a16:creationId xmlns:a16="http://schemas.microsoft.com/office/drawing/2014/main" id="{01D248AB-B0AA-46A0-BD44-4CB33DE77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1478" y="4900481"/>
            <a:ext cx="102047" cy="145133"/>
          </a:xfrm>
          <a:custGeom xmlns:a="http://schemas.openxmlformats.org/drawingml/2006/main"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" name="Freeform 54">
            <a:extLst xmlns:a="http://schemas.openxmlformats.org/drawingml/2006/main">
              <a:ext uri="{FF2B5EF4-FFF2-40B4-BE49-F238E27FC236}">
                <a16:creationId xmlns:a16="http://schemas.microsoft.com/office/drawing/2014/main" id="{F10DF9FE-C404-4F25-BBE4-A26B236FA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4628" y="3279066"/>
            <a:ext cx="136062" cy="154204"/>
          </a:xfrm>
          <a:custGeom xmlns:a="http://schemas.openxmlformats.org/drawingml/2006/main"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" name="Freeform 55">
            <a:extLst xmlns:a="http://schemas.openxmlformats.org/drawingml/2006/main">
              <a:ext uri="{FF2B5EF4-FFF2-40B4-BE49-F238E27FC236}">
                <a16:creationId xmlns:a16="http://schemas.microsoft.com/office/drawing/2014/main" id="{16D248A5-357F-4AF6-A943-46ACE6400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4171" y="3800640"/>
            <a:ext cx="158739" cy="126991"/>
          </a:xfrm>
          <a:custGeom xmlns:a="http://schemas.openxmlformats.org/drawingml/2006/main"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" name="Freeform 56">
            <a:extLst xmlns:a="http://schemas.openxmlformats.org/drawingml/2006/main">
              <a:ext uri="{FF2B5EF4-FFF2-40B4-BE49-F238E27FC236}">
                <a16:creationId xmlns:a16="http://schemas.microsoft.com/office/drawing/2014/main" id="{8E50AC23-E135-4783-9D77-45C7FF418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6438" y="4397048"/>
            <a:ext cx="156472" cy="145133"/>
          </a:xfrm>
          <a:custGeom xmlns:a="http://schemas.openxmlformats.org/drawingml/2006/main"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" name="Freeform 57">
            <a:extLst xmlns:a="http://schemas.openxmlformats.org/drawingml/2006/main">
              <a:ext uri="{FF2B5EF4-FFF2-40B4-BE49-F238E27FC236}">
                <a16:creationId xmlns:a16="http://schemas.microsoft.com/office/drawing/2014/main" id="{36F17134-BFEC-4DEA-8B1C-F8F8DF193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3131" y="4172545"/>
            <a:ext cx="138330" cy="122456"/>
          </a:xfrm>
          <a:custGeom xmlns:a="http://schemas.openxmlformats.org/drawingml/2006/main"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" name="Freeform 58">
            <a:extLst xmlns:a="http://schemas.openxmlformats.org/drawingml/2006/main">
              <a:ext uri="{FF2B5EF4-FFF2-40B4-BE49-F238E27FC236}">
                <a16:creationId xmlns:a16="http://schemas.microsoft.com/office/drawing/2014/main" id="{42DA6D75-60AD-4C95-AED6-E5B760815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053" y="3306279"/>
            <a:ext cx="124724" cy="156472"/>
          </a:xfrm>
          <a:custGeom xmlns:a="http://schemas.openxmlformats.org/drawingml/2006/main"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6" name="Freeform 59">
            <a:extLst xmlns:a="http://schemas.openxmlformats.org/drawingml/2006/main">
              <a:ext uri="{FF2B5EF4-FFF2-40B4-BE49-F238E27FC236}">
                <a16:creationId xmlns:a16="http://schemas.microsoft.com/office/drawing/2014/main" id="{3D80A19D-B495-42A4-9AFB-0BB03A8C9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3462" y="3759821"/>
            <a:ext cx="142866" cy="124724"/>
          </a:xfrm>
          <a:custGeom xmlns:a="http://schemas.openxmlformats.org/drawingml/2006/main"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7" name="Freeform 60">
            <a:extLst xmlns:a="http://schemas.openxmlformats.org/drawingml/2006/main">
              <a:ext uri="{FF2B5EF4-FFF2-40B4-BE49-F238E27FC236}">
                <a16:creationId xmlns:a16="http://schemas.microsoft.com/office/drawing/2014/main" id="{C82A53CE-A4A7-47AB-AB36-815E9D266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0863" y="3993396"/>
            <a:ext cx="138330" cy="90708"/>
          </a:xfrm>
          <a:custGeom xmlns:a="http://schemas.openxmlformats.org/drawingml/2006/main"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8" name="Freeform 61">
            <a:extLst xmlns:a="http://schemas.openxmlformats.org/drawingml/2006/main">
              <a:ext uri="{FF2B5EF4-FFF2-40B4-BE49-F238E27FC236}">
                <a16:creationId xmlns:a16="http://schemas.microsoft.com/office/drawing/2014/main" id="{D74E5CF5-3027-4F36-BD13-BC507AE90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9100" y="3267728"/>
            <a:ext cx="83905" cy="140598"/>
          </a:xfrm>
          <a:custGeom xmlns:a="http://schemas.openxmlformats.org/drawingml/2006/main"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9" name="Freeform 62">
            <a:extLst xmlns:a="http://schemas.openxmlformats.org/drawingml/2006/main">
              <a:ext uri="{FF2B5EF4-FFF2-40B4-BE49-F238E27FC236}">
                <a16:creationId xmlns:a16="http://schemas.microsoft.com/office/drawing/2014/main" id="{37A52ED3-EF47-49FB-B8AE-7AA658891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6596" y="4848323"/>
            <a:ext cx="104315" cy="136062"/>
          </a:xfrm>
          <a:custGeom xmlns:a="http://schemas.openxmlformats.org/drawingml/2006/main"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0" name="Freeform 71">
            <a:extLst xmlns:a="http://schemas.openxmlformats.org/drawingml/2006/main">
              <a:ext uri="{FF2B5EF4-FFF2-40B4-BE49-F238E27FC236}">
                <a16:creationId xmlns:a16="http://schemas.microsoft.com/office/drawing/2014/main" id="{53003207-2537-4DC0-B20A-A67CEC22B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0345" y="3496766"/>
            <a:ext cx="1315275" cy="1313006"/>
          </a:xfrm>
          <a:custGeom xmlns:a="http://schemas.openxmlformats.org/drawingml/2006/main"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目录-6部分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D1E9933B-15CB-4FC8-9217-2F74404AC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" y="0"/>
            <a:ext cx="6096001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52" name="图形 34">
            <a:extLst xmlns:a="http://schemas.openxmlformats.org/drawingml/2006/main">
              <a:ext uri="{FF2B5EF4-FFF2-40B4-BE49-F238E27FC236}">
                <a16:creationId xmlns:a16="http://schemas.microsoft.com/office/drawing/2014/main" id="{D7FF5380-257A-4648-9F5E-76BABC61BA0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339e67eab64661">
            <a:extLst>
              <a:ext uri="{96DAC541-7B7A-43D3-8B79-37D633B846F1}">
                <asvg:svgBlip xmlns:asvg="http://schemas.microsoft.com/office/drawing/2016/SVG/main" r:embed="Rcf90aa1a7fb841e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601832" y="3365787"/>
            <a:ext cx="6665290" cy="4818286"/>
          </a:xfrm>
          <a:prstGeom xmlns:a="http://schemas.openxmlformats.org/drawingml/2006/main" prst="rect">
            <a:avLst/>
          </a:prstGeom>
        </p:spPr>
      </p:pic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59C389F1-119E-4123-A7D3-CD9418F47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281" y="476251"/>
            <a:ext cx="11013440" cy="5905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glow rad="101600">
              <a:schemeClr val="tx1">
                <a:alpha val="10000"/>
              </a:schemeClr>
            </a:glo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标题 1">
            <a:extLst xmlns:a="http://schemas.openxmlformats.org/drawingml/2006/main">
              <a:ext uri="{FF2B5EF4-FFF2-40B4-BE49-F238E27FC236}">
                <a16:creationId xmlns:a16="http://schemas.microsoft.com/office/drawing/2014/main" id="{64714E36-949D-4893-8F74-A84D081F4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6213" y="1033221"/>
            <a:ext cx="2165279" cy="15006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rgbClr val="0070C0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marL="0" marR="0" lvl="0" indent="0" algn="ctr" defTabSz="9144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5400" b="1" i="0" u="none" strike="noStrike" kern="2200" cap="none" spc="0" baseline="0">
              <a:ln>
                <a:noFill/>
              </a:ln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B9FFA53D-E4BB-4922-B4D5-BDDD545EF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3024" y="2078629"/>
            <a:ext cx="2168084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strike="noStrike" kern="2200" cap="none" spc="-20" baseline="0">
              <a:ln>
                <a:noFill/>
              </a:ln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Freeform 8">
            <a:extLst xmlns:a="http://schemas.openxmlformats.org/drawingml/2006/main">
              <a:ext uri="{FF2B5EF4-FFF2-40B4-BE49-F238E27FC236}">
                <a16:creationId xmlns:a16="http://schemas.microsoft.com/office/drawing/2014/main" id="{FF2E6B0A-7B69-4FD1-8E26-617B065D0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5132" y="3183822"/>
            <a:ext cx="1945700" cy="1941162"/>
          </a:xfrm>
          <a:custGeom xmlns:a="http://schemas.openxmlformats.org/drawingml/2006/main"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Freeform 42">
            <a:extLst xmlns:a="http://schemas.openxmlformats.org/drawingml/2006/main">
              <a:ext uri="{FF2B5EF4-FFF2-40B4-BE49-F238E27FC236}">
                <a16:creationId xmlns:a16="http://schemas.microsoft.com/office/drawing/2014/main" id="{29B275F9-2F8E-40F6-9F27-97B33C6B8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9116" y="3435538"/>
            <a:ext cx="1435463" cy="1433194"/>
          </a:xfrm>
          <a:custGeom xmlns:a="http://schemas.openxmlformats.org/drawingml/2006/main"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Freeform 43">
            <a:extLst xmlns:a="http://schemas.openxmlformats.org/drawingml/2006/main">
              <a:ext uri="{FF2B5EF4-FFF2-40B4-BE49-F238E27FC236}">
                <a16:creationId xmlns:a16="http://schemas.microsoft.com/office/drawing/2014/main" id="{8CF714CC-9894-411B-AD79-354E7F757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3052" y="3578404"/>
            <a:ext cx="158739" cy="190487"/>
          </a:xfrm>
          <a:custGeom xmlns:a="http://schemas.openxmlformats.org/drawingml/2006/main"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Freeform 44">
            <a:extLst xmlns:a="http://schemas.openxmlformats.org/drawingml/2006/main">
              <a:ext uri="{FF2B5EF4-FFF2-40B4-BE49-F238E27FC236}">
                <a16:creationId xmlns:a16="http://schemas.microsoft.com/office/drawing/2014/main" id="{F3B17F08-2382-4DBC-A996-FF86E9DDB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2234" y="3938970"/>
            <a:ext cx="151937" cy="163275"/>
          </a:xfrm>
          <a:custGeom xmlns:a="http://schemas.openxmlformats.org/drawingml/2006/main"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Freeform 45">
            <a:extLst xmlns:a="http://schemas.openxmlformats.org/drawingml/2006/main">
              <a:ext uri="{FF2B5EF4-FFF2-40B4-BE49-F238E27FC236}">
                <a16:creationId xmlns:a16="http://schemas.microsoft.com/office/drawing/2014/main" id="{BFD8B0AC-E55F-48BA-8491-179F77DAE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3383" y="3417397"/>
            <a:ext cx="165543" cy="176881"/>
          </a:xfrm>
          <a:custGeom xmlns:a="http://schemas.openxmlformats.org/drawingml/2006/main"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Freeform 46">
            <a:extLst xmlns:a="http://schemas.openxmlformats.org/drawingml/2006/main">
              <a:ext uri="{FF2B5EF4-FFF2-40B4-BE49-F238E27FC236}">
                <a16:creationId xmlns:a16="http://schemas.microsoft.com/office/drawing/2014/main" id="{798AD5DE-E368-41C0-947E-4DC46A6E0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2234" y="4192954"/>
            <a:ext cx="142866" cy="136062"/>
          </a:xfrm>
          <a:custGeom xmlns:a="http://schemas.openxmlformats.org/drawingml/2006/main"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Freeform 47">
            <a:extLst xmlns:a="http://schemas.openxmlformats.org/drawingml/2006/main">
              <a:ext uri="{FF2B5EF4-FFF2-40B4-BE49-F238E27FC236}">
                <a16:creationId xmlns:a16="http://schemas.microsoft.com/office/drawing/2014/main" id="{A1BA7150-45E8-4685-AAEB-CFD1129DE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0171" y="4900481"/>
            <a:ext cx="99779" cy="142865"/>
          </a:xfrm>
          <a:custGeom xmlns:a="http://schemas.openxmlformats.org/drawingml/2006/main"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Freeform 48">
            <a:extLst xmlns:a="http://schemas.openxmlformats.org/drawingml/2006/main">
              <a:ext uri="{FF2B5EF4-FFF2-40B4-BE49-F238E27FC236}">
                <a16:creationId xmlns:a16="http://schemas.microsoft.com/office/drawing/2014/main" id="{D4644F54-CE2D-41C1-B6B3-2898ACE8A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8927" y="4419726"/>
            <a:ext cx="147401" cy="126991"/>
          </a:xfrm>
          <a:custGeom xmlns:a="http://schemas.openxmlformats.org/drawingml/2006/main"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Freeform 49">
            <a:extLst xmlns:a="http://schemas.openxmlformats.org/drawingml/2006/main">
              <a:ext uri="{FF2B5EF4-FFF2-40B4-BE49-F238E27FC236}">
                <a16:creationId xmlns:a16="http://schemas.microsoft.com/office/drawing/2014/main" id="{86B9D1D1-1108-447A-B30B-E377CC919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5100" y="3557995"/>
            <a:ext cx="174614" cy="190487"/>
          </a:xfrm>
          <a:custGeom xmlns:a="http://schemas.openxmlformats.org/drawingml/2006/main"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Freeform 50">
            <a:extLst xmlns:a="http://schemas.openxmlformats.org/drawingml/2006/main">
              <a:ext uri="{FF2B5EF4-FFF2-40B4-BE49-F238E27FC236}">
                <a16:creationId xmlns:a16="http://schemas.microsoft.com/office/drawing/2014/main" id="{FF2455B9-801A-4F4B-A75A-517AB770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0108" y="4839252"/>
            <a:ext cx="122456" cy="140598"/>
          </a:xfrm>
          <a:custGeom xmlns:a="http://schemas.openxmlformats.org/drawingml/2006/main"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Freeform 51">
            <a:extLst xmlns:a="http://schemas.openxmlformats.org/drawingml/2006/main">
              <a:ext uri="{FF2B5EF4-FFF2-40B4-BE49-F238E27FC236}">
                <a16:creationId xmlns:a16="http://schemas.microsoft.com/office/drawing/2014/main" id="{F0DD714D-43D0-4297-B2BB-D27B89D3C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0643" y="3399255"/>
            <a:ext cx="165543" cy="161007"/>
          </a:xfrm>
          <a:custGeom xmlns:a="http://schemas.openxmlformats.org/drawingml/2006/main"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" name="Freeform 52">
            <a:extLst xmlns:a="http://schemas.openxmlformats.org/drawingml/2006/main">
              <a:ext uri="{FF2B5EF4-FFF2-40B4-BE49-F238E27FC236}">
                <a16:creationId xmlns:a16="http://schemas.microsoft.com/office/drawing/2014/main" id="{5CC0CD7B-7E17-44C4-A095-B47155C8F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0470" y="3251853"/>
            <a:ext cx="131527" cy="142865"/>
          </a:xfrm>
          <a:custGeom xmlns:a="http://schemas.openxmlformats.org/drawingml/2006/main"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Freeform 53">
            <a:extLst xmlns:a="http://schemas.openxmlformats.org/drawingml/2006/main">
              <a:ext uri="{FF2B5EF4-FFF2-40B4-BE49-F238E27FC236}">
                <a16:creationId xmlns:a16="http://schemas.microsoft.com/office/drawing/2014/main" id="{3DEE49FA-8C93-4E45-BC07-944D79B1B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1478" y="4900481"/>
            <a:ext cx="102047" cy="145133"/>
          </a:xfrm>
          <a:custGeom xmlns:a="http://schemas.openxmlformats.org/drawingml/2006/main"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" name="Freeform 54">
            <a:extLst xmlns:a="http://schemas.openxmlformats.org/drawingml/2006/main">
              <a:ext uri="{FF2B5EF4-FFF2-40B4-BE49-F238E27FC236}">
                <a16:creationId xmlns:a16="http://schemas.microsoft.com/office/drawing/2014/main" id="{0A6083EA-3C59-4265-BE0D-C7A674BCE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4628" y="3279066"/>
            <a:ext cx="136062" cy="154204"/>
          </a:xfrm>
          <a:custGeom xmlns:a="http://schemas.openxmlformats.org/drawingml/2006/main"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" name="Freeform 55">
            <a:extLst xmlns:a="http://schemas.openxmlformats.org/drawingml/2006/main">
              <a:ext uri="{FF2B5EF4-FFF2-40B4-BE49-F238E27FC236}">
                <a16:creationId xmlns:a16="http://schemas.microsoft.com/office/drawing/2014/main" id="{7D6BC13D-DFE0-4B62-BAE5-C017130BF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4171" y="3800640"/>
            <a:ext cx="158739" cy="126991"/>
          </a:xfrm>
          <a:custGeom xmlns:a="http://schemas.openxmlformats.org/drawingml/2006/main"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Freeform 56">
            <a:extLst xmlns:a="http://schemas.openxmlformats.org/drawingml/2006/main">
              <a:ext uri="{FF2B5EF4-FFF2-40B4-BE49-F238E27FC236}">
                <a16:creationId xmlns:a16="http://schemas.microsoft.com/office/drawing/2014/main" id="{456CCABB-01B6-4BB2-ACB4-F210745D8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6438" y="4397048"/>
            <a:ext cx="156472" cy="145133"/>
          </a:xfrm>
          <a:custGeom xmlns:a="http://schemas.openxmlformats.org/drawingml/2006/main"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" name="Freeform 57">
            <a:extLst xmlns:a="http://schemas.openxmlformats.org/drawingml/2006/main">
              <a:ext uri="{FF2B5EF4-FFF2-40B4-BE49-F238E27FC236}">
                <a16:creationId xmlns:a16="http://schemas.microsoft.com/office/drawing/2014/main" id="{7E646438-4AA7-4391-883C-D45C58B4E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3131" y="4172545"/>
            <a:ext cx="138330" cy="122456"/>
          </a:xfrm>
          <a:custGeom xmlns:a="http://schemas.openxmlformats.org/drawingml/2006/main"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" name="Freeform 58">
            <a:extLst xmlns:a="http://schemas.openxmlformats.org/drawingml/2006/main">
              <a:ext uri="{FF2B5EF4-FFF2-40B4-BE49-F238E27FC236}">
                <a16:creationId xmlns:a16="http://schemas.microsoft.com/office/drawing/2014/main" id="{D1D2BD4C-E3AF-4233-835B-A84468461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053" y="3306279"/>
            <a:ext cx="124724" cy="156472"/>
          </a:xfrm>
          <a:custGeom xmlns:a="http://schemas.openxmlformats.org/drawingml/2006/main"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" name="Freeform 59">
            <a:extLst xmlns:a="http://schemas.openxmlformats.org/drawingml/2006/main">
              <a:ext uri="{FF2B5EF4-FFF2-40B4-BE49-F238E27FC236}">
                <a16:creationId xmlns:a16="http://schemas.microsoft.com/office/drawing/2014/main" id="{55C2EA34-7D03-4CF1-A80C-F6EEEFA3E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3462" y="3759821"/>
            <a:ext cx="142866" cy="124724"/>
          </a:xfrm>
          <a:custGeom xmlns:a="http://schemas.openxmlformats.org/drawingml/2006/main"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" name="Freeform 60">
            <a:extLst xmlns:a="http://schemas.openxmlformats.org/drawingml/2006/main">
              <a:ext uri="{FF2B5EF4-FFF2-40B4-BE49-F238E27FC236}">
                <a16:creationId xmlns:a16="http://schemas.microsoft.com/office/drawing/2014/main" id="{8AD19FF2-CEC4-4D34-963D-5941E9773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0863" y="3993396"/>
            <a:ext cx="138330" cy="90708"/>
          </a:xfrm>
          <a:custGeom xmlns:a="http://schemas.openxmlformats.org/drawingml/2006/main"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" name="Freeform 61">
            <a:extLst xmlns:a="http://schemas.openxmlformats.org/drawingml/2006/main">
              <a:ext uri="{FF2B5EF4-FFF2-40B4-BE49-F238E27FC236}">
                <a16:creationId xmlns:a16="http://schemas.microsoft.com/office/drawing/2014/main" id="{1B0BC574-189A-449B-A07F-41B814E21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9100" y="3267728"/>
            <a:ext cx="83905" cy="140598"/>
          </a:xfrm>
          <a:custGeom xmlns:a="http://schemas.openxmlformats.org/drawingml/2006/main"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Freeform 62">
            <a:extLst xmlns:a="http://schemas.openxmlformats.org/drawingml/2006/main">
              <a:ext uri="{FF2B5EF4-FFF2-40B4-BE49-F238E27FC236}">
                <a16:creationId xmlns:a16="http://schemas.microsoft.com/office/drawing/2014/main" id="{40D3BF1C-A37C-4E9B-B064-B71629F16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6596" y="4848323"/>
            <a:ext cx="104315" cy="136062"/>
          </a:xfrm>
          <a:custGeom xmlns:a="http://schemas.openxmlformats.org/drawingml/2006/main"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" name="Freeform 71">
            <a:extLst xmlns:a="http://schemas.openxmlformats.org/drawingml/2006/main">
              <a:ext uri="{FF2B5EF4-FFF2-40B4-BE49-F238E27FC236}">
                <a16:creationId xmlns:a16="http://schemas.microsoft.com/office/drawing/2014/main" id="{F07D7CCB-116E-4567-927F-4BCF88119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0345" y="3496766"/>
            <a:ext cx="1315275" cy="1313006"/>
          </a:xfrm>
          <a:custGeom xmlns:a="http://schemas.openxmlformats.org/drawingml/2006/main"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" name="文本占位符 40">
            <a:extLst xmlns:a="http://schemas.openxmlformats.org/drawingml/2006/main">
              <a:ext uri="{FF2B5EF4-FFF2-40B4-BE49-F238E27FC236}">
                <a16:creationId xmlns:a16="http://schemas.microsoft.com/office/drawing/2014/main" id="{55469334-C93F-4A00-B73A-EC4BA9EF0ECA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7819905" y="1317312"/>
            <a:ext cx="3061455" cy="48768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l" defTabSz="914400">
              <a:buNone/>
              <a:defRPr sz="2800" kern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/>
            </a:lvl2pPr>
          </a:lstStyle>
          <a:p xmlns:a="http://schemas.openxmlformats.org/drawingml/2006/main">
            <a:pPr lvl="0">
              <a:buNone/>
            </a:pPr>
          </a:p>
        </p:txBody>
      </p:sp>
      <p:sp>
        <p:nvSpPr>
          <p:cNvPr id="42" name="文本占位符 40">
            <a:extLst xmlns:a="http://schemas.openxmlformats.org/drawingml/2006/main">
              <a:ext uri="{FF2B5EF4-FFF2-40B4-BE49-F238E27FC236}">
                <a16:creationId xmlns:a16="http://schemas.microsoft.com/office/drawing/2014/main" id="{C2DBCEFA-0A38-461A-B6E9-E1478B5FD57D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819905" y="2067882"/>
            <a:ext cx="3061455" cy="48768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l" defTabSz="914400">
              <a:buNone/>
              <a:defRPr sz="2800" kern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/>
            </a:lvl2pPr>
          </a:lstStyle>
          <a:p xmlns:a="http://schemas.openxmlformats.org/drawingml/2006/main">
            <a:pPr lvl="0">
              <a:buNone/>
            </a:pPr>
          </a:p>
        </p:txBody>
      </p:sp>
      <p:sp>
        <p:nvSpPr>
          <p:cNvPr id="43" name="文本占位符 40">
            <a:extLst xmlns:a="http://schemas.openxmlformats.org/drawingml/2006/main">
              <a:ext uri="{FF2B5EF4-FFF2-40B4-BE49-F238E27FC236}">
                <a16:creationId xmlns:a16="http://schemas.microsoft.com/office/drawing/2014/main" id="{0317C001-42BE-45F5-BD99-19C5A49627EA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7819905" y="2818452"/>
            <a:ext cx="3061455" cy="48768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l" defTabSz="914400">
              <a:buNone/>
              <a:defRPr sz="2800" kern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/>
            </a:lvl2pPr>
          </a:lstStyle>
          <a:p xmlns:a="http://schemas.openxmlformats.org/drawingml/2006/main">
            <a:pPr lvl="0">
              <a:buNone/>
            </a:pPr>
          </a:p>
        </p:txBody>
      </p:sp>
      <p:sp>
        <p:nvSpPr>
          <p:cNvPr id="44" name="文本占位符 40">
            <a:extLst xmlns:a="http://schemas.openxmlformats.org/drawingml/2006/main">
              <a:ext uri="{FF2B5EF4-FFF2-40B4-BE49-F238E27FC236}">
                <a16:creationId xmlns:a16="http://schemas.microsoft.com/office/drawing/2014/main" id="{E7315ECF-D389-4B54-AC19-4A21EC0308D0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7819905" y="4319592"/>
            <a:ext cx="3061455" cy="48768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l" defTabSz="914400">
              <a:buNone/>
              <a:defRPr sz="2800" kern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/>
            </a:lvl2pPr>
          </a:lstStyle>
          <a:p xmlns:a="http://schemas.openxmlformats.org/drawingml/2006/main">
            <a:pPr lvl="0">
              <a:buNone/>
            </a:pPr>
          </a:p>
        </p:txBody>
      </p:sp>
      <p:sp>
        <p:nvSpPr>
          <p:cNvPr id="36" name="文本占位符 40">
            <a:extLst xmlns:a="http://schemas.openxmlformats.org/drawingml/2006/main">
              <a:ext uri="{FF2B5EF4-FFF2-40B4-BE49-F238E27FC236}">
                <a16:creationId xmlns:a16="http://schemas.microsoft.com/office/drawing/2014/main" id="{A5C56876-D02B-4A69-86E5-C8001A253324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7819905" y="3569022"/>
            <a:ext cx="3061455" cy="48768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l" defTabSz="914400">
              <a:buNone/>
              <a:defRPr sz="2800" kern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/>
            </a:lvl2pPr>
          </a:lstStyle>
          <a:p xmlns:a="http://schemas.openxmlformats.org/drawingml/2006/main">
            <a:pPr lvl="0">
              <a:buNone/>
            </a:pP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48BC9E5D-79C1-4E5B-A788-42D072EF1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9256" y="1268764"/>
            <a:ext cx="675822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3200" b="1">
              <a:solidFill>
                <a:srgbClr val="9A0001"/>
              </a:solidFill>
            </a:endParaRPr>
          </a:p>
        </p:txBody>
      </p:sp>
      <p:sp>
        <p:nvSpPr>
          <p:cNvPr id="39" name="文本框 38">
            <a:extLst xmlns:a="http://schemas.openxmlformats.org/drawingml/2006/main">
              <a:ext uri="{FF2B5EF4-FFF2-40B4-BE49-F238E27FC236}">
                <a16:creationId xmlns:a16="http://schemas.microsoft.com/office/drawing/2014/main" id="{146AD314-981A-4249-A671-7F9DDCEC3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9256" y="2016836"/>
            <a:ext cx="675822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3200" b="1">
              <a:solidFill>
                <a:srgbClr val="9A0001"/>
              </a:solidFill>
            </a:endParaRPr>
          </a:p>
        </p:txBody>
      </p:sp>
      <p:sp>
        <p:nvSpPr>
          <p:cNvPr id="40" name="文本框 39">
            <a:extLst xmlns:a="http://schemas.openxmlformats.org/drawingml/2006/main">
              <a:ext uri="{FF2B5EF4-FFF2-40B4-BE49-F238E27FC236}">
                <a16:creationId xmlns:a16="http://schemas.microsoft.com/office/drawing/2014/main" id="{9A412D10-D25A-4A73-8335-99AD69178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9256" y="2764908"/>
            <a:ext cx="675822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3200" b="1">
              <a:solidFill>
                <a:srgbClr val="9A0001"/>
              </a:solidFill>
            </a:endParaRPr>
          </a:p>
        </p:txBody>
      </p:sp>
      <p:sp>
        <p:nvSpPr>
          <p:cNvPr id="45" name="文本框 44">
            <a:extLst xmlns:a="http://schemas.openxmlformats.org/drawingml/2006/main">
              <a:ext uri="{FF2B5EF4-FFF2-40B4-BE49-F238E27FC236}">
                <a16:creationId xmlns:a16="http://schemas.microsoft.com/office/drawing/2014/main" id="{83D691AC-A513-446A-84F5-5D8F9FBE9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9256" y="3512980"/>
            <a:ext cx="675822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3200" b="1">
              <a:solidFill>
                <a:srgbClr val="9A0001"/>
              </a:solidFill>
            </a:endParaRPr>
          </a:p>
        </p:txBody>
      </p:sp>
      <p:sp>
        <p:nvSpPr>
          <p:cNvPr id="46" name="文本框 45">
            <a:extLst xmlns:a="http://schemas.openxmlformats.org/drawingml/2006/main">
              <a:ext uri="{FF2B5EF4-FFF2-40B4-BE49-F238E27FC236}">
                <a16:creationId xmlns:a16="http://schemas.microsoft.com/office/drawing/2014/main" id="{1456D48D-C324-473F-AD5B-29EFD788A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9256" y="4261052"/>
            <a:ext cx="675822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3200" b="1">
              <a:solidFill>
                <a:srgbClr val="9A0001"/>
              </a:solidFill>
            </a:endParaRPr>
          </a:p>
        </p:txBody>
      </p:sp>
      <p:sp>
        <p:nvSpPr>
          <p:cNvPr id="47" name="文本占位符 40">
            <a:extLst xmlns:a="http://schemas.openxmlformats.org/drawingml/2006/main">
              <a:ext uri="{FF2B5EF4-FFF2-40B4-BE49-F238E27FC236}">
                <a16:creationId xmlns:a16="http://schemas.microsoft.com/office/drawing/2014/main" id="{6F22EC15-80B0-4B1B-B485-D3873B380EAB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7819905" y="5070163"/>
            <a:ext cx="3061455" cy="48768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l" defTabSz="914400">
              <a:buNone/>
              <a:defRPr sz="2800" kern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/>
            </a:lvl2pPr>
          </a:lstStyle>
          <a:p xmlns:a="http://schemas.openxmlformats.org/drawingml/2006/main">
            <a:pPr lvl="0">
              <a:buNone/>
            </a:pPr>
          </a:p>
        </p:txBody>
      </p:sp>
      <p:sp>
        <p:nvSpPr>
          <p:cNvPr id="48" name="文本框 47">
            <a:extLst xmlns:a="http://schemas.openxmlformats.org/drawingml/2006/main">
              <a:ext uri="{FF2B5EF4-FFF2-40B4-BE49-F238E27FC236}">
                <a16:creationId xmlns:a16="http://schemas.microsoft.com/office/drawing/2014/main" id="{3FF7EDB0-439F-4720-91DD-1F939D165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9256" y="5009126"/>
            <a:ext cx="675822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3200" b="1">
              <a:solidFill>
                <a:srgbClr val="9A0001"/>
              </a:solidFill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章节页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矩形 65">
            <a:extLst xmlns:a="http://schemas.openxmlformats.org/drawingml/2006/main">
              <a:ext uri="{FF2B5EF4-FFF2-40B4-BE49-F238E27FC236}">
                <a16:creationId xmlns:a16="http://schemas.microsoft.com/office/drawing/2014/main" id="{EF34022C-D933-41DE-844D-CBB14A637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64872"/>
            <a:ext cx="12192000" cy="332825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0" name="直接连接符 69">
            <a:extLst xmlns:a="http://schemas.openxmlformats.org/drawingml/2006/main">
              <a:ext uri="{FF2B5EF4-FFF2-40B4-BE49-F238E27FC236}">
                <a16:creationId xmlns:a16="http://schemas.microsoft.com/office/drawing/2014/main" id="{8D7E5A83-2E0E-4D4D-8229-61A7D5832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403" y="3428999"/>
            <a:ext cx="377398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6A3F8607-AEA3-47AF-A193-D47247219C2C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2465501" y="2552244"/>
            <a:ext cx="5716686" cy="707886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>
              <a:buFontTx/>
              <a:buNone/>
              <a:defRPr sz="4000" b="1" i="0" u="none" strike="noStrike" kern="1200" cap="none" spc="0" baseline="0">
                <a:ln>
                  <a:noFill/>
                </a:ln>
                <a:solidFill>
                  <a:prstClr val="whit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27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4676D42E-57CC-4A6E-8C4D-ADB876F6E6BC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882188" y="3684327"/>
            <a:ext cx="7299999" cy="887667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FontTx/>
              <a:buNone/>
              <a:defRPr sz="4800" b="1" kern="1200" spc="400">
                <a:solidFill>
                  <a:prstClr val="whit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pic>
        <p:nvPicPr>
          <p:cNvPr id="180" name="图形 127">
            <a:extLst xmlns:a="http://schemas.openxmlformats.org/drawingml/2006/main">
              <a:ext uri="{FF2B5EF4-FFF2-40B4-BE49-F238E27FC236}">
                <a16:creationId xmlns:a16="http://schemas.microsoft.com/office/drawing/2014/main" id="{08F85A59-A273-459E-9022-B26C6D9BBF2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77372e133d4e5e">
            <a:extLst>
              <a:ext uri="{96DAC541-7B7A-43D3-8B79-37D633B846F1}">
                <asvg:svgBlip xmlns:asvg="http://schemas.microsoft.com/office/drawing/2016/SVG/main" r:embed="R05ebc430e590498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63687" y="1559486"/>
            <a:ext cx="5172316" cy="3739027"/>
          </a:xfrm>
          <a:prstGeom xmlns:a="http://schemas.openxmlformats.org/drawingml/2006/main" prst="rect">
            <a:avLst/>
          </a:prstGeom>
        </p:spPr>
      </p:pic>
      <p:sp>
        <p:nvSpPr>
          <p:cNvPr id="63" name="Freeform 17">
            <a:extLst xmlns:a="http://schemas.openxmlformats.org/drawingml/2006/main">
              <a:ext uri="{FF2B5EF4-FFF2-40B4-BE49-F238E27FC236}">
                <a16:creationId xmlns:a16="http://schemas.microsoft.com/office/drawing/2014/main" id="{5011AA9F-544A-44F8-BDE6-891BC4E64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5296" y="1148009"/>
            <a:ext cx="96009" cy="102807"/>
          </a:xfrm>
          <a:custGeom xmlns:a="http://schemas.openxmlformats.org/drawingml/2006/main">
            <a:gdLst>
              <a:gd name="T0" fmla="*/ 34 w 127"/>
              <a:gd name="T1" fmla="*/ 71 h 136"/>
              <a:gd name="T2" fmla="*/ 34 w 127"/>
              <a:gd name="T3" fmla="*/ 81 h 136"/>
              <a:gd name="T4" fmla="*/ 34 w 127"/>
              <a:gd name="T5" fmla="*/ 114 h 136"/>
              <a:gd name="T6" fmla="*/ 35 w 127"/>
              <a:gd name="T7" fmla="*/ 122 h 136"/>
              <a:gd name="T8" fmla="*/ 40 w 127"/>
              <a:gd name="T9" fmla="*/ 127 h 136"/>
              <a:gd name="T10" fmla="*/ 49 w 127"/>
              <a:gd name="T11" fmla="*/ 128 h 136"/>
              <a:gd name="T12" fmla="*/ 49 w 127"/>
              <a:gd name="T13" fmla="*/ 135 h 136"/>
              <a:gd name="T14" fmla="*/ 1 w 127"/>
              <a:gd name="T15" fmla="*/ 135 h 136"/>
              <a:gd name="T16" fmla="*/ 0 w 127"/>
              <a:gd name="T17" fmla="*/ 132 h 136"/>
              <a:gd name="T18" fmla="*/ 0 w 127"/>
              <a:gd name="T19" fmla="*/ 128 h 136"/>
              <a:gd name="T20" fmla="*/ 9 w 127"/>
              <a:gd name="T21" fmla="*/ 127 h 136"/>
              <a:gd name="T22" fmla="*/ 16 w 127"/>
              <a:gd name="T23" fmla="*/ 120 h 136"/>
              <a:gd name="T24" fmla="*/ 17 w 127"/>
              <a:gd name="T25" fmla="*/ 111 h 136"/>
              <a:gd name="T26" fmla="*/ 17 w 127"/>
              <a:gd name="T27" fmla="*/ 22 h 136"/>
              <a:gd name="T28" fmla="*/ 16 w 127"/>
              <a:gd name="T29" fmla="*/ 15 h 136"/>
              <a:gd name="T30" fmla="*/ 9 w 127"/>
              <a:gd name="T31" fmla="*/ 9 h 136"/>
              <a:gd name="T32" fmla="*/ 0 w 127"/>
              <a:gd name="T33" fmla="*/ 8 h 136"/>
              <a:gd name="T34" fmla="*/ 0 w 127"/>
              <a:gd name="T35" fmla="*/ 1 h 136"/>
              <a:gd name="T36" fmla="*/ 4 w 127"/>
              <a:gd name="T37" fmla="*/ 0 h 136"/>
              <a:gd name="T38" fmla="*/ 71 w 127"/>
              <a:gd name="T39" fmla="*/ 0 h 136"/>
              <a:gd name="T40" fmla="*/ 94 w 127"/>
              <a:gd name="T41" fmla="*/ 4 h 136"/>
              <a:gd name="T42" fmla="*/ 116 w 127"/>
              <a:gd name="T43" fmla="*/ 32 h 136"/>
              <a:gd name="T44" fmla="*/ 97 w 127"/>
              <a:gd name="T45" fmla="*/ 66 h 136"/>
              <a:gd name="T46" fmla="*/ 80 w 127"/>
              <a:gd name="T47" fmla="*/ 70 h 136"/>
              <a:gd name="T48" fmla="*/ 71 w 127"/>
              <a:gd name="T49" fmla="*/ 71 h 136"/>
              <a:gd name="T50" fmla="*/ 73 w 127"/>
              <a:gd name="T51" fmla="*/ 75 h 136"/>
              <a:gd name="T52" fmla="*/ 104 w 127"/>
              <a:gd name="T53" fmla="*/ 114 h 136"/>
              <a:gd name="T54" fmla="*/ 105 w 127"/>
              <a:gd name="T55" fmla="*/ 116 h 136"/>
              <a:gd name="T56" fmla="*/ 127 w 127"/>
              <a:gd name="T57" fmla="*/ 128 h 136"/>
              <a:gd name="T58" fmla="*/ 127 w 127"/>
              <a:gd name="T59" fmla="*/ 135 h 136"/>
              <a:gd name="T60" fmla="*/ 116 w 127"/>
              <a:gd name="T61" fmla="*/ 135 h 136"/>
              <a:gd name="T62" fmla="*/ 102 w 127"/>
              <a:gd name="T63" fmla="*/ 136 h 136"/>
              <a:gd name="T64" fmla="*/ 96 w 127"/>
              <a:gd name="T65" fmla="*/ 132 h 136"/>
              <a:gd name="T66" fmla="*/ 59 w 127"/>
              <a:gd name="T67" fmla="*/ 82 h 136"/>
              <a:gd name="T68" fmla="*/ 52 w 127"/>
              <a:gd name="T69" fmla="*/ 73 h 136"/>
              <a:gd name="T70" fmla="*/ 49 w 127"/>
              <a:gd name="T71" fmla="*/ 71 h 136"/>
              <a:gd name="T72" fmla="*/ 34 w 127"/>
              <a:gd name="T73" fmla="*/ 71 h 136"/>
              <a:gd name="T74" fmla="*/ 34 w 127"/>
              <a:gd name="T75" fmla="*/ 61 h 136"/>
              <a:gd name="T76" fmla="*/ 36 w 127"/>
              <a:gd name="T77" fmla="*/ 62 h 136"/>
              <a:gd name="T78" fmla="*/ 66 w 127"/>
              <a:gd name="T79" fmla="*/ 62 h 136"/>
              <a:gd name="T80" fmla="*/ 82 w 127"/>
              <a:gd name="T81" fmla="*/ 59 h 136"/>
              <a:gd name="T82" fmla="*/ 96 w 127"/>
              <a:gd name="T83" fmla="*/ 44 h 136"/>
              <a:gd name="T84" fmla="*/ 96 w 127"/>
              <a:gd name="T85" fmla="*/ 29 h 136"/>
              <a:gd name="T86" fmla="*/ 81 w 127"/>
              <a:gd name="T87" fmla="*/ 12 h 136"/>
              <a:gd name="T88" fmla="*/ 70 w 127"/>
              <a:gd name="T89" fmla="*/ 11 h 136"/>
              <a:gd name="T90" fmla="*/ 37 w 127"/>
              <a:gd name="T91" fmla="*/ 11 h 136"/>
              <a:gd name="T92" fmla="*/ 34 w 127"/>
              <a:gd name="T93" fmla="*/ 11 h 136"/>
              <a:gd name="T94" fmla="*/ 34 w 127"/>
              <a:gd name="T95" fmla="*/ 61 h 136"/>
            </a:gdLst>
            <a:rect l="0" t="0" r="r" b="b"/>
            <a:pathLst>
              <a:path w="127" h="136">
                <a:moveTo>
                  <a:pt x="34" y="71"/>
                </a:moveTo>
                <a:cubicBezTo>
                  <a:pt x="34" y="75"/>
                  <a:pt x="34" y="78"/>
                  <a:pt x="34" y="81"/>
                </a:cubicBezTo>
                <a:cubicBezTo>
                  <a:pt x="34" y="92"/>
                  <a:pt x="34" y="103"/>
                  <a:pt x="34" y="114"/>
                </a:cubicBezTo>
                <a:cubicBezTo>
                  <a:pt x="34" y="117"/>
                  <a:pt x="34" y="119"/>
                  <a:pt x="35" y="122"/>
                </a:cubicBezTo>
                <a:cubicBezTo>
                  <a:pt x="35" y="125"/>
                  <a:pt x="37" y="127"/>
                  <a:pt x="40" y="127"/>
                </a:cubicBezTo>
                <a:cubicBezTo>
                  <a:pt x="43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1" y="135"/>
                </a:cubicBezTo>
                <a:cubicBezTo>
                  <a:pt x="0" y="134"/>
                  <a:pt x="0" y="133"/>
                  <a:pt x="0" y="132"/>
                </a:cubicBezTo>
                <a:cubicBezTo>
                  <a:pt x="0" y="131"/>
                  <a:pt x="0" y="130"/>
                  <a:pt x="0" y="128"/>
                </a:cubicBezTo>
                <a:cubicBezTo>
                  <a:pt x="3" y="128"/>
                  <a:pt x="6" y="128"/>
                  <a:pt x="9" y="127"/>
                </a:cubicBezTo>
                <a:cubicBezTo>
                  <a:pt x="14" y="126"/>
                  <a:pt x="15" y="125"/>
                  <a:pt x="16" y="120"/>
                </a:cubicBezTo>
                <a:cubicBezTo>
                  <a:pt x="16" y="117"/>
                  <a:pt x="17" y="114"/>
                  <a:pt x="17" y="111"/>
                </a:cubicBezTo>
                <a:cubicBezTo>
                  <a:pt x="17" y="81"/>
                  <a:pt x="17" y="52"/>
                  <a:pt x="17" y="22"/>
                </a:cubicBezTo>
                <a:cubicBezTo>
                  <a:pt x="17" y="20"/>
                  <a:pt x="16" y="17"/>
                  <a:pt x="16" y="15"/>
                </a:cubicBezTo>
                <a:cubicBezTo>
                  <a:pt x="15" y="11"/>
                  <a:pt x="13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2" y="1"/>
                  <a:pt x="3" y="0"/>
                  <a:pt x="4" y="0"/>
                </a:cubicBezTo>
                <a:cubicBezTo>
                  <a:pt x="26" y="0"/>
                  <a:pt x="49" y="0"/>
                  <a:pt x="71" y="0"/>
                </a:cubicBezTo>
                <a:cubicBezTo>
                  <a:pt x="79" y="0"/>
                  <a:pt x="86" y="1"/>
                  <a:pt x="94" y="4"/>
                </a:cubicBezTo>
                <a:cubicBezTo>
                  <a:pt x="108" y="9"/>
                  <a:pt x="115" y="18"/>
                  <a:pt x="116" y="32"/>
                </a:cubicBezTo>
                <a:cubicBezTo>
                  <a:pt x="117" y="48"/>
                  <a:pt x="110" y="60"/>
                  <a:pt x="97" y="66"/>
                </a:cubicBezTo>
                <a:cubicBezTo>
                  <a:pt x="91" y="68"/>
                  <a:pt x="86" y="70"/>
                  <a:pt x="80" y="70"/>
                </a:cubicBezTo>
                <a:cubicBezTo>
                  <a:pt x="77" y="70"/>
                  <a:pt x="74" y="71"/>
                  <a:pt x="71" y="71"/>
                </a:cubicBezTo>
                <a:cubicBezTo>
                  <a:pt x="72" y="73"/>
                  <a:pt x="73" y="74"/>
                  <a:pt x="73" y="75"/>
                </a:cubicBezTo>
                <a:cubicBezTo>
                  <a:pt x="84" y="88"/>
                  <a:pt x="94" y="101"/>
                  <a:pt x="104" y="114"/>
                </a:cubicBezTo>
                <a:cubicBezTo>
                  <a:pt x="105" y="115"/>
                  <a:pt x="105" y="115"/>
                  <a:pt x="105" y="116"/>
                </a:cubicBezTo>
                <a:cubicBezTo>
                  <a:pt x="111" y="122"/>
                  <a:pt x="117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24" y="135"/>
                  <a:pt x="120" y="135"/>
                  <a:pt x="116" y="135"/>
                </a:cubicBezTo>
                <a:cubicBezTo>
                  <a:pt x="111" y="135"/>
                  <a:pt x="107" y="135"/>
                  <a:pt x="102" y="136"/>
                </a:cubicBezTo>
                <a:cubicBezTo>
                  <a:pt x="99" y="136"/>
                  <a:pt x="97" y="134"/>
                  <a:pt x="96" y="132"/>
                </a:cubicBezTo>
                <a:cubicBezTo>
                  <a:pt x="83" y="115"/>
                  <a:pt x="71" y="99"/>
                  <a:pt x="59" y="82"/>
                </a:cubicBezTo>
                <a:cubicBezTo>
                  <a:pt x="57" y="79"/>
                  <a:pt x="54" y="76"/>
                  <a:pt x="52" y="73"/>
                </a:cubicBezTo>
                <a:cubicBezTo>
                  <a:pt x="51" y="72"/>
                  <a:pt x="50" y="71"/>
                  <a:pt x="49" y="71"/>
                </a:cubicBezTo>
                <a:cubicBezTo>
                  <a:pt x="44" y="71"/>
                  <a:pt x="39" y="71"/>
                  <a:pt x="34" y="71"/>
                </a:cubicBezTo>
                <a:close/>
                <a:moveTo>
                  <a:pt x="34" y="61"/>
                </a:moveTo>
                <a:cubicBezTo>
                  <a:pt x="35" y="62"/>
                  <a:pt x="36" y="62"/>
                  <a:pt x="36" y="62"/>
                </a:cubicBezTo>
                <a:cubicBezTo>
                  <a:pt x="46" y="62"/>
                  <a:pt x="56" y="62"/>
                  <a:pt x="66" y="62"/>
                </a:cubicBezTo>
                <a:cubicBezTo>
                  <a:pt x="72" y="61"/>
                  <a:pt x="77" y="60"/>
                  <a:pt x="82" y="59"/>
                </a:cubicBezTo>
                <a:cubicBezTo>
                  <a:pt x="90" y="56"/>
                  <a:pt x="94" y="51"/>
                  <a:pt x="96" y="44"/>
                </a:cubicBezTo>
                <a:cubicBezTo>
                  <a:pt x="96" y="39"/>
                  <a:pt x="97" y="34"/>
                  <a:pt x="96" y="29"/>
                </a:cubicBezTo>
                <a:cubicBezTo>
                  <a:pt x="95" y="20"/>
                  <a:pt x="90" y="15"/>
                  <a:pt x="81" y="12"/>
                </a:cubicBezTo>
                <a:cubicBezTo>
                  <a:pt x="77" y="11"/>
                  <a:pt x="74" y="11"/>
                  <a:pt x="70" y="11"/>
                </a:cubicBezTo>
                <a:cubicBezTo>
                  <a:pt x="59" y="10"/>
                  <a:pt x="48" y="11"/>
                  <a:pt x="37" y="11"/>
                </a:cubicBezTo>
                <a:cubicBezTo>
                  <a:pt x="36" y="11"/>
                  <a:pt x="35" y="11"/>
                  <a:pt x="34" y="11"/>
                </a:cubicBezTo>
                <a:cubicBezTo>
                  <a:pt x="34" y="28"/>
                  <a:pt x="34" y="44"/>
                  <a:pt x="34" y="61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" name="Freeform 18">
            <a:extLst xmlns:a="http://schemas.openxmlformats.org/drawingml/2006/main">
              <a:ext uri="{FF2B5EF4-FFF2-40B4-BE49-F238E27FC236}">
                <a16:creationId xmlns:a16="http://schemas.microsoft.com/office/drawing/2014/main" id="{9BC37EEF-DA1F-4087-BE7C-76C44EF8F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4410" y="1148009"/>
            <a:ext cx="96009" cy="101957"/>
          </a:xfrm>
          <a:custGeom xmlns:a="http://schemas.openxmlformats.org/drawingml/2006/main">
            <a:gdLst>
              <a:gd name="T0" fmla="*/ 50 w 127"/>
              <a:gd name="T1" fmla="*/ 70 h 135"/>
              <a:gd name="T2" fmla="*/ 34 w 127"/>
              <a:gd name="T3" fmla="*/ 87 h 135"/>
              <a:gd name="T4" fmla="*/ 33 w 127"/>
              <a:gd name="T5" fmla="*/ 90 h 135"/>
              <a:gd name="T6" fmla="*/ 33 w 127"/>
              <a:gd name="T7" fmla="*/ 116 h 135"/>
              <a:gd name="T8" fmla="*/ 34 w 127"/>
              <a:gd name="T9" fmla="*/ 120 h 135"/>
              <a:gd name="T10" fmla="*/ 41 w 127"/>
              <a:gd name="T11" fmla="*/ 127 h 135"/>
              <a:gd name="T12" fmla="*/ 49 w 127"/>
              <a:gd name="T13" fmla="*/ 128 h 135"/>
              <a:gd name="T14" fmla="*/ 49 w 127"/>
              <a:gd name="T15" fmla="*/ 135 h 135"/>
              <a:gd name="T16" fmla="*/ 0 w 127"/>
              <a:gd name="T17" fmla="*/ 135 h 135"/>
              <a:gd name="T18" fmla="*/ 0 w 127"/>
              <a:gd name="T19" fmla="*/ 128 h 135"/>
              <a:gd name="T20" fmla="*/ 7 w 127"/>
              <a:gd name="T21" fmla="*/ 128 h 135"/>
              <a:gd name="T22" fmla="*/ 16 w 127"/>
              <a:gd name="T23" fmla="*/ 118 h 135"/>
              <a:gd name="T24" fmla="*/ 16 w 127"/>
              <a:gd name="T25" fmla="*/ 111 h 135"/>
              <a:gd name="T26" fmla="*/ 16 w 127"/>
              <a:gd name="T27" fmla="*/ 24 h 135"/>
              <a:gd name="T28" fmla="*/ 16 w 127"/>
              <a:gd name="T29" fmla="*/ 16 h 135"/>
              <a:gd name="T30" fmla="*/ 8 w 127"/>
              <a:gd name="T31" fmla="*/ 9 h 135"/>
              <a:gd name="T32" fmla="*/ 0 w 127"/>
              <a:gd name="T33" fmla="*/ 8 h 135"/>
              <a:gd name="T34" fmla="*/ 0 w 127"/>
              <a:gd name="T35" fmla="*/ 1 h 135"/>
              <a:gd name="T36" fmla="*/ 49 w 127"/>
              <a:gd name="T37" fmla="*/ 1 h 135"/>
              <a:gd name="T38" fmla="*/ 50 w 127"/>
              <a:gd name="T39" fmla="*/ 8 h 135"/>
              <a:gd name="T40" fmla="*/ 41 w 127"/>
              <a:gd name="T41" fmla="*/ 9 h 135"/>
              <a:gd name="T42" fmla="*/ 34 w 127"/>
              <a:gd name="T43" fmla="*/ 16 h 135"/>
              <a:gd name="T44" fmla="*/ 33 w 127"/>
              <a:gd name="T45" fmla="*/ 23 h 135"/>
              <a:gd name="T46" fmla="*/ 33 w 127"/>
              <a:gd name="T47" fmla="*/ 70 h 135"/>
              <a:gd name="T48" fmla="*/ 33 w 127"/>
              <a:gd name="T49" fmla="*/ 73 h 135"/>
              <a:gd name="T50" fmla="*/ 36 w 127"/>
              <a:gd name="T51" fmla="*/ 71 h 135"/>
              <a:gd name="T52" fmla="*/ 83 w 127"/>
              <a:gd name="T53" fmla="*/ 19 h 135"/>
              <a:gd name="T54" fmla="*/ 86 w 127"/>
              <a:gd name="T55" fmla="*/ 14 h 135"/>
              <a:gd name="T56" fmla="*/ 84 w 127"/>
              <a:gd name="T57" fmla="*/ 9 h 135"/>
              <a:gd name="T58" fmla="*/ 76 w 127"/>
              <a:gd name="T59" fmla="*/ 8 h 135"/>
              <a:gd name="T60" fmla="*/ 76 w 127"/>
              <a:gd name="T61" fmla="*/ 1 h 135"/>
              <a:gd name="T62" fmla="*/ 122 w 127"/>
              <a:gd name="T63" fmla="*/ 1 h 135"/>
              <a:gd name="T64" fmla="*/ 122 w 127"/>
              <a:gd name="T65" fmla="*/ 8 h 135"/>
              <a:gd name="T66" fmla="*/ 118 w 127"/>
              <a:gd name="T67" fmla="*/ 8 h 135"/>
              <a:gd name="T68" fmla="*/ 99 w 127"/>
              <a:gd name="T69" fmla="*/ 18 h 135"/>
              <a:gd name="T70" fmla="*/ 77 w 127"/>
              <a:gd name="T71" fmla="*/ 41 h 135"/>
              <a:gd name="T72" fmla="*/ 62 w 127"/>
              <a:gd name="T73" fmla="*/ 57 h 135"/>
              <a:gd name="T74" fmla="*/ 64 w 127"/>
              <a:gd name="T75" fmla="*/ 61 h 135"/>
              <a:gd name="T76" fmla="*/ 102 w 127"/>
              <a:gd name="T77" fmla="*/ 113 h 135"/>
              <a:gd name="T78" fmla="*/ 108 w 127"/>
              <a:gd name="T79" fmla="*/ 120 h 135"/>
              <a:gd name="T80" fmla="*/ 123 w 127"/>
              <a:gd name="T81" fmla="*/ 127 h 135"/>
              <a:gd name="T82" fmla="*/ 127 w 127"/>
              <a:gd name="T83" fmla="*/ 128 h 135"/>
              <a:gd name="T84" fmla="*/ 127 w 127"/>
              <a:gd name="T85" fmla="*/ 135 h 135"/>
              <a:gd name="T86" fmla="*/ 73 w 127"/>
              <a:gd name="T87" fmla="*/ 135 h 135"/>
              <a:gd name="T88" fmla="*/ 73 w 127"/>
              <a:gd name="T89" fmla="*/ 128 h 135"/>
              <a:gd name="T90" fmla="*/ 80 w 127"/>
              <a:gd name="T91" fmla="*/ 127 h 135"/>
              <a:gd name="T92" fmla="*/ 84 w 127"/>
              <a:gd name="T93" fmla="*/ 120 h 135"/>
              <a:gd name="T94" fmla="*/ 82 w 127"/>
              <a:gd name="T95" fmla="*/ 115 h 135"/>
              <a:gd name="T96" fmla="*/ 51 w 127"/>
              <a:gd name="T97" fmla="*/ 72 h 135"/>
              <a:gd name="T98" fmla="*/ 50 w 127"/>
              <a:gd name="T99" fmla="*/ 70 h 135"/>
            </a:gdLst>
            <a:rect l="0" t="0" r="r" b="b"/>
            <a:pathLst>
              <a:path w="127" h="135">
                <a:moveTo>
                  <a:pt x="50" y="70"/>
                </a:moveTo>
                <a:cubicBezTo>
                  <a:pt x="44" y="76"/>
                  <a:pt x="39" y="81"/>
                  <a:pt x="34" y="87"/>
                </a:cubicBezTo>
                <a:cubicBezTo>
                  <a:pt x="33" y="88"/>
                  <a:pt x="33" y="89"/>
                  <a:pt x="33" y="90"/>
                </a:cubicBezTo>
                <a:cubicBezTo>
                  <a:pt x="33" y="99"/>
                  <a:pt x="33" y="107"/>
                  <a:pt x="33" y="116"/>
                </a:cubicBezTo>
                <a:cubicBezTo>
                  <a:pt x="33" y="117"/>
                  <a:pt x="33" y="118"/>
                  <a:pt x="34" y="120"/>
                </a:cubicBezTo>
                <a:cubicBezTo>
                  <a:pt x="35" y="125"/>
                  <a:pt x="36" y="126"/>
                  <a:pt x="41" y="127"/>
                </a:cubicBezTo>
                <a:cubicBezTo>
                  <a:pt x="44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7" y="128"/>
                </a:cubicBezTo>
                <a:cubicBezTo>
                  <a:pt x="14" y="127"/>
                  <a:pt x="16" y="125"/>
                  <a:pt x="16" y="118"/>
                </a:cubicBezTo>
                <a:cubicBezTo>
                  <a:pt x="16" y="115"/>
                  <a:pt x="16" y="113"/>
                  <a:pt x="16" y="111"/>
                </a:cubicBezTo>
                <a:cubicBezTo>
                  <a:pt x="16" y="82"/>
                  <a:pt x="16" y="53"/>
                  <a:pt x="16" y="24"/>
                </a:cubicBezTo>
                <a:cubicBezTo>
                  <a:pt x="16" y="21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5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4" y="0"/>
                  <a:pt x="40" y="0"/>
                  <a:pt x="49" y="1"/>
                </a:cubicBezTo>
                <a:cubicBezTo>
                  <a:pt x="49" y="3"/>
                  <a:pt x="50" y="5"/>
                  <a:pt x="50" y="8"/>
                </a:cubicBezTo>
                <a:cubicBezTo>
                  <a:pt x="47" y="8"/>
                  <a:pt x="44" y="8"/>
                  <a:pt x="41" y="9"/>
                </a:cubicBezTo>
                <a:cubicBezTo>
                  <a:pt x="37" y="9"/>
                  <a:pt x="34" y="11"/>
                  <a:pt x="34" y="16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39"/>
                  <a:pt x="33" y="54"/>
                  <a:pt x="33" y="70"/>
                </a:cubicBezTo>
                <a:cubicBezTo>
                  <a:pt x="33" y="71"/>
                  <a:pt x="33" y="72"/>
                  <a:pt x="33" y="73"/>
                </a:cubicBezTo>
                <a:cubicBezTo>
                  <a:pt x="35" y="72"/>
                  <a:pt x="36" y="72"/>
                  <a:pt x="36" y="71"/>
                </a:cubicBezTo>
                <a:cubicBezTo>
                  <a:pt x="52" y="54"/>
                  <a:pt x="67" y="37"/>
                  <a:pt x="83" y="19"/>
                </a:cubicBezTo>
                <a:cubicBezTo>
                  <a:pt x="84" y="18"/>
                  <a:pt x="85" y="16"/>
                  <a:pt x="86" y="14"/>
                </a:cubicBezTo>
                <a:cubicBezTo>
                  <a:pt x="88" y="12"/>
                  <a:pt x="87" y="10"/>
                  <a:pt x="84" y="9"/>
                </a:cubicBezTo>
                <a:cubicBezTo>
                  <a:pt x="81" y="8"/>
                  <a:pt x="79" y="8"/>
                  <a:pt x="76" y="8"/>
                </a:cubicBezTo>
                <a:cubicBezTo>
                  <a:pt x="76" y="5"/>
                  <a:pt x="76" y="3"/>
                  <a:pt x="76" y="1"/>
                </a:cubicBezTo>
                <a:cubicBezTo>
                  <a:pt x="79" y="0"/>
                  <a:pt x="114" y="0"/>
                  <a:pt x="122" y="1"/>
                </a:cubicBezTo>
                <a:cubicBezTo>
                  <a:pt x="122" y="3"/>
                  <a:pt x="122" y="5"/>
                  <a:pt x="122" y="8"/>
                </a:cubicBezTo>
                <a:cubicBezTo>
                  <a:pt x="121" y="8"/>
                  <a:pt x="120" y="8"/>
                  <a:pt x="118" y="8"/>
                </a:cubicBezTo>
                <a:cubicBezTo>
                  <a:pt x="111" y="9"/>
                  <a:pt x="104" y="12"/>
                  <a:pt x="99" y="18"/>
                </a:cubicBezTo>
                <a:cubicBezTo>
                  <a:pt x="92" y="25"/>
                  <a:pt x="85" y="33"/>
                  <a:pt x="77" y="41"/>
                </a:cubicBezTo>
                <a:cubicBezTo>
                  <a:pt x="72" y="46"/>
                  <a:pt x="67" y="52"/>
                  <a:pt x="62" y="57"/>
                </a:cubicBezTo>
                <a:cubicBezTo>
                  <a:pt x="63" y="58"/>
                  <a:pt x="64" y="59"/>
                  <a:pt x="64" y="61"/>
                </a:cubicBezTo>
                <a:cubicBezTo>
                  <a:pt x="77" y="78"/>
                  <a:pt x="90" y="95"/>
                  <a:pt x="102" y="113"/>
                </a:cubicBezTo>
                <a:cubicBezTo>
                  <a:pt x="104" y="115"/>
                  <a:pt x="106" y="118"/>
                  <a:pt x="108" y="120"/>
                </a:cubicBezTo>
                <a:cubicBezTo>
                  <a:pt x="112" y="124"/>
                  <a:pt x="117" y="127"/>
                  <a:pt x="123" y="127"/>
                </a:cubicBezTo>
                <a:cubicBezTo>
                  <a:pt x="124" y="128"/>
                  <a:pt x="125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09" y="135"/>
                  <a:pt x="91" y="135"/>
                  <a:pt x="73" y="135"/>
                </a:cubicBezTo>
                <a:cubicBezTo>
                  <a:pt x="73" y="133"/>
                  <a:pt x="73" y="131"/>
                  <a:pt x="73" y="128"/>
                </a:cubicBezTo>
                <a:cubicBezTo>
                  <a:pt x="75" y="128"/>
                  <a:pt x="78" y="128"/>
                  <a:pt x="80" y="127"/>
                </a:cubicBezTo>
                <a:cubicBezTo>
                  <a:pt x="85" y="127"/>
                  <a:pt x="86" y="125"/>
                  <a:pt x="84" y="120"/>
                </a:cubicBezTo>
                <a:cubicBezTo>
                  <a:pt x="84" y="118"/>
                  <a:pt x="83" y="117"/>
                  <a:pt x="82" y="115"/>
                </a:cubicBezTo>
                <a:cubicBezTo>
                  <a:pt x="72" y="101"/>
                  <a:pt x="61" y="86"/>
                  <a:pt x="51" y="72"/>
                </a:cubicBezTo>
                <a:cubicBezTo>
                  <a:pt x="51" y="71"/>
                  <a:pt x="50" y="71"/>
                  <a:pt x="50" y="7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" name="Freeform 19">
            <a:extLst xmlns:a="http://schemas.openxmlformats.org/drawingml/2006/main">
              <a:ext uri="{FF2B5EF4-FFF2-40B4-BE49-F238E27FC236}">
                <a16:creationId xmlns:a16="http://schemas.microsoft.com/office/drawing/2014/main" id="{AAF59201-9258-4E3D-B383-CDB19B9EA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0145" y="1148009"/>
            <a:ext cx="95160" cy="101957"/>
          </a:xfrm>
          <a:custGeom xmlns:a="http://schemas.openxmlformats.org/drawingml/2006/main">
            <a:gdLst>
              <a:gd name="T0" fmla="*/ 28 w 126"/>
              <a:gd name="T1" fmla="*/ 16 h 135"/>
              <a:gd name="T2" fmla="*/ 28 w 126"/>
              <a:gd name="T3" fmla="*/ 20 h 135"/>
              <a:gd name="T4" fmla="*/ 28 w 126"/>
              <a:gd name="T5" fmla="*/ 109 h 135"/>
              <a:gd name="T6" fmla="*/ 28 w 126"/>
              <a:gd name="T7" fmla="*/ 119 h 135"/>
              <a:gd name="T8" fmla="*/ 37 w 126"/>
              <a:gd name="T9" fmla="*/ 127 h 135"/>
              <a:gd name="T10" fmla="*/ 44 w 126"/>
              <a:gd name="T11" fmla="*/ 128 h 135"/>
              <a:gd name="T12" fmla="*/ 44 w 126"/>
              <a:gd name="T13" fmla="*/ 135 h 135"/>
              <a:gd name="T14" fmla="*/ 0 w 126"/>
              <a:gd name="T15" fmla="*/ 135 h 135"/>
              <a:gd name="T16" fmla="*/ 0 w 126"/>
              <a:gd name="T17" fmla="*/ 128 h 135"/>
              <a:gd name="T18" fmla="*/ 8 w 126"/>
              <a:gd name="T19" fmla="*/ 127 h 135"/>
              <a:gd name="T20" fmla="*/ 16 w 126"/>
              <a:gd name="T21" fmla="*/ 120 h 135"/>
              <a:gd name="T22" fmla="*/ 16 w 126"/>
              <a:gd name="T23" fmla="*/ 113 h 135"/>
              <a:gd name="T24" fmla="*/ 16 w 126"/>
              <a:gd name="T25" fmla="*/ 19 h 135"/>
              <a:gd name="T26" fmla="*/ 16 w 126"/>
              <a:gd name="T27" fmla="*/ 15 h 135"/>
              <a:gd name="T28" fmla="*/ 9 w 126"/>
              <a:gd name="T29" fmla="*/ 9 h 135"/>
              <a:gd name="T30" fmla="*/ 5 w 126"/>
              <a:gd name="T31" fmla="*/ 8 h 135"/>
              <a:gd name="T32" fmla="*/ 1 w 126"/>
              <a:gd name="T33" fmla="*/ 8 h 135"/>
              <a:gd name="T34" fmla="*/ 1 w 126"/>
              <a:gd name="T35" fmla="*/ 1 h 135"/>
              <a:gd name="T36" fmla="*/ 40 w 126"/>
              <a:gd name="T37" fmla="*/ 1 h 135"/>
              <a:gd name="T38" fmla="*/ 98 w 126"/>
              <a:gd name="T39" fmla="*/ 100 h 135"/>
              <a:gd name="T40" fmla="*/ 99 w 126"/>
              <a:gd name="T41" fmla="*/ 100 h 135"/>
              <a:gd name="T42" fmla="*/ 99 w 126"/>
              <a:gd name="T43" fmla="*/ 96 h 135"/>
              <a:gd name="T44" fmla="*/ 99 w 126"/>
              <a:gd name="T45" fmla="*/ 24 h 135"/>
              <a:gd name="T46" fmla="*/ 98 w 126"/>
              <a:gd name="T47" fmla="*/ 16 h 135"/>
              <a:gd name="T48" fmla="*/ 90 w 126"/>
              <a:gd name="T49" fmla="*/ 9 h 135"/>
              <a:gd name="T50" fmla="*/ 83 w 126"/>
              <a:gd name="T51" fmla="*/ 8 h 135"/>
              <a:gd name="T52" fmla="*/ 83 w 126"/>
              <a:gd name="T53" fmla="*/ 1 h 135"/>
              <a:gd name="T54" fmla="*/ 126 w 126"/>
              <a:gd name="T55" fmla="*/ 1 h 135"/>
              <a:gd name="T56" fmla="*/ 126 w 126"/>
              <a:gd name="T57" fmla="*/ 8 h 135"/>
              <a:gd name="T58" fmla="*/ 119 w 126"/>
              <a:gd name="T59" fmla="*/ 9 h 135"/>
              <a:gd name="T60" fmla="*/ 111 w 126"/>
              <a:gd name="T61" fmla="*/ 16 h 135"/>
              <a:gd name="T62" fmla="*/ 110 w 126"/>
              <a:gd name="T63" fmla="*/ 27 h 135"/>
              <a:gd name="T64" fmla="*/ 110 w 126"/>
              <a:gd name="T65" fmla="*/ 129 h 135"/>
              <a:gd name="T66" fmla="*/ 110 w 126"/>
              <a:gd name="T67" fmla="*/ 135 h 135"/>
              <a:gd name="T68" fmla="*/ 99 w 126"/>
              <a:gd name="T69" fmla="*/ 135 h 135"/>
              <a:gd name="T70" fmla="*/ 29 w 126"/>
              <a:gd name="T71" fmla="*/ 15 h 135"/>
              <a:gd name="T72" fmla="*/ 28 w 126"/>
              <a:gd name="T73" fmla="*/ 16 h 135"/>
            </a:gdLst>
            <a:rect l="0" t="0" r="r" b="b"/>
            <a:pathLst>
              <a:path w="126" h="135">
                <a:moveTo>
                  <a:pt x="28" y="16"/>
                </a:moveTo>
                <a:cubicBezTo>
                  <a:pt x="28" y="17"/>
                  <a:pt x="28" y="19"/>
                  <a:pt x="28" y="20"/>
                </a:cubicBezTo>
                <a:cubicBezTo>
                  <a:pt x="28" y="50"/>
                  <a:pt x="28" y="79"/>
                  <a:pt x="28" y="109"/>
                </a:cubicBezTo>
                <a:cubicBezTo>
                  <a:pt x="28" y="112"/>
                  <a:pt x="28" y="115"/>
                  <a:pt x="28" y="119"/>
                </a:cubicBezTo>
                <a:cubicBezTo>
                  <a:pt x="29" y="124"/>
                  <a:pt x="31" y="126"/>
                  <a:pt x="37" y="127"/>
                </a:cubicBezTo>
                <a:cubicBezTo>
                  <a:pt x="39" y="127"/>
                  <a:pt x="41" y="128"/>
                  <a:pt x="44" y="128"/>
                </a:cubicBezTo>
                <a:cubicBezTo>
                  <a:pt x="44" y="130"/>
                  <a:pt x="44" y="133"/>
                  <a:pt x="44" y="135"/>
                </a:cubicBezTo>
                <a:cubicBezTo>
                  <a:pt x="29" y="135"/>
                  <a:pt x="15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5" y="127"/>
                  <a:pt x="8" y="127"/>
                </a:cubicBezTo>
                <a:cubicBezTo>
                  <a:pt x="12" y="127"/>
                  <a:pt x="15" y="124"/>
                  <a:pt x="16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0"/>
                  <a:pt x="16" y="19"/>
                </a:cubicBezTo>
                <a:cubicBezTo>
                  <a:pt x="16" y="18"/>
                  <a:pt x="16" y="17"/>
                  <a:pt x="16" y="15"/>
                </a:cubicBezTo>
                <a:cubicBezTo>
                  <a:pt x="16" y="11"/>
                  <a:pt x="14" y="9"/>
                  <a:pt x="9" y="9"/>
                </a:cubicBezTo>
                <a:cubicBezTo>
                  <a:pt x="8" y="8"/>
                  <a:pt x="7" y="8"/>
                  <a:pt x="5" y="8"/>
                </a:cubicBezTo>
                <a:cubicBezTo>
                  <a:pt x="4" y="8"/>
                  <a:pt x="2" y="8"/>
                  <a:pt x="1" y="8"/>
                </a:cubicBezTo>
                <a:cubicBezTo>
                  <a:pt x="1" y="5"/>
                  <a:pt x="1" y="3"/>
                  <a:pt x="1" y="1"/>
                </a:cubicBezTo>
                <a:cubicBezTo>
                  <a:pt x="14" y="1"/>
                  <a:pt x="27" y="1"/>
                  <a:pt x="40" y="1"/>
                </a:cubicBezTo>
                <a:cubicBezTo>
                  <a:pt x="59" y="34"/>
                  <a:pt x="79" y="67"/>
                  <a:pt x="98" y="100"/>
                </a:cubicBezTo>
                <a:cubicBezTo>
                  <a:pt x="98" y="100"/>
                  <a:pt x="99" y="100"/>
                  <a:pt x="99" y="100"/>
                </a:cubicBezTo>
                <a:cubicBezTo>
                  <a:pt x="99" y="99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1"/>
                  <a:pt x="99" y="19"/>
                  <a:pt x="98" y="16"/>
                </a:cubicBezTo>
                <a:cubicBezTo>
                  <a:pt x="97" y="12"/>
                  <a:pt x="94" y="9"/>
                  <a:pt x="90" y="9"/>
                </a:cubicBezTo>
                <a:cubicBezTo>
                  <a:pt x="88" y="8"/>
                  <a:pt x="86" y="8"/>
                  <a:pt x="83" y="8"/>
                </a:cubicBezTo>
                <a:cubicBezTo>
                  <a:pt x="83" y="5"/>
                  <a:pt x="83" y="3"/>
                  <a:pt x="83" y="1"/>
                </a:cubicBezTo>
                <a:cubicBezTo>
                  <a:pt x="87" y="0"/>
                  <a:pt x="115" y="0"/>
                  <a:pt x="126" y="1"/>
                </a:cubicBezTo>
                <a:cubicBezTo>
                  <a:pt x="126" y="3"/>
                  <a:pt x="126" y="5"/>
                  <a:pt x="126" y="8"/>
                </a:cubicBezTo>
                <a:cubicBezTo>
                  <a:pt x="124" y="8"/>
                  <a:pt x="122" y="8"/>
                  <a:pt x="119" y="9"/>
                </a:cubicBezTo>
                <a:cubicBezTo>
                  <a:pt x="115" y="9"/>
                  <a:pt x="112" y="12"/>
                  <a:pt x="111" y="16"/>
                </a:cubicBezTo>
                <a:cubicBezTo>
                  <a:pt x="111" y="20"/>
                  <a:pt x="110" y="23"/>
                  <a:pt x="110" y="27"/>
                </a:cubicBezTo>
                <a:cubicBezTo>
                  <a:pt x="110" y="61"/>
                  <a:pt x="110" y="95"/>
                  <a:pt x="110" y="129"/>
                </a:cubicBezTo>
                <a:cubicBezTo>
                  <a:pt x="110" y="131"/>
                  <a:pt x="110" y="133"/>
                  <a:pt x="110" y="135"/>
                </a:cubicBezTo>
                <a:cubicBezTo>
                  <a:pt x="106" y="135"/>
                  <a:pt x="103" y="135"/>
                  <a:pt x="99" y="135"/>
                </a:cubicBezTo>
                <a:cubicBezTo>
                  <a:pt x="76" y="95"/>
                  <a:pt x="52" y="55"/>
                  <a:pt x="29" y="15"/>
                </a:cubicBezTo>
                <a:cubicBezTo>
                  <a:pt x="28" y="15"/>
                  <a:pt x="28" y="15"/>
                  <a:pt x="28" y="16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7" name="Freeform 20">
            <a:extLst xmlns:a="http://schemas.openxmlformats.org/drawingml/2006/main">
              <a:ext uri="{FF2B5EF4-FFF2-40B4-BE49-F238E27FC236}">
                <a16:creationId xmlns:a16="http://schemas.microsoft.com/office/drawing/2014/main" id="{23B31771-3949-468E-A1AF-924C72DA4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3339" y="1148009"/>
            <a:ext cx="93461" cy="101957"/>
          </a:xfrm>
          <a:custGeom xmlns:a="http://schemas.openxmlformats.org/drawingml/2006/main">
            <a:gdLst>
              <a:gd name="T0" fmla="*/ 0 w 124"/>
              <a:gd name="T1" fmla="*/ 8 h 135"/>
              <a:gd name="T2" fmla="*/ 0 w 124"/>
              <a:gd name="T3" fmla="*/ 1 h 135"/>
              <a:gd name="T4" fmla="*/ 105 w 124"/>
              <a:gd name="T5" fmla="*/ 1 h 135"/>
              <a:gd name="T6" fmla="*/ 117 w 124"/>
              <a:gd name="T7" fmla="*/ 35 h 135"/>
              <a:gd name="T8" fmla="*/ 110 w 124"/>
              <a:gd name="T9" fmla="*/ 39 h 135"/>
              <a:gd name="T10" fmla="*/ 107 w 124"/>
              <a:gd name="T11" fmla="*/ 33 h 135"/>
              <a:gd name="T12" fmla="*/ 78 w 124"/>
              <a:gd name="T13" fmla="*/ 11 h 135"/>
              <a:gd name="T14" fmla="*/ 34 w 124"/>
              <a:gd name="T15" fmla="*/ 11 h 135"/>
              <a:gd name="T16" fmla="*/ 34 w 124"/>
              <a:gd name="T17" fmla="*/ 61 h 135"/>
              <a:gd name="T18" fmla="*/ 55 w 124"/>
              <a:gd name="T19" fmla="*/ 60 h 135"/>
              <a:gd name="T20" fmla="*/ 69 w 124"/>
              <a:gd name="T21" fmla="*/ 45 h 135"/>
              <a:gd name="T22" fmla="*/ 70 w 124"/>
              <a:gd name="T23" fmla="*/ 36 h 135"/>
              <a:gd name="T24" fmla="*/ 78 w 124"/>
              <a:gd name="T25" fmla="*/ 36 h 135"/>
              <a:gd name="T26" fmla="*/ 78 w 124"/>
              <a:gd name="T27" fmla="*/ 95 h 135"/>
              <a:gd name="T28" fmla="*/ 74 w 124"/>
              <a:gd name="T29" fmla="*/ 95 h 135"/>
              <a:gd name="T30" fmla="*/ 70 w 124"/>
              <a:gd name="T31" fmla="*/ 95 h 135"/>
              <a:gd name="T32" fmla="*/ 70 w 124"/>
              <a:gd name="T33" fmla="*/ 88 h 135"/>
              <a:gd name="T34" fmla="*/ 68 w 124"/>
              <a:gd name="T35" fmla="*/ 81 h 135"/>
              <a:gd name="T36" fmla="*/ 58 w 124"/>
              <a:gd name="T37" fmla="*/ 71 h 135"/>
              <a:gd name="T38" fmla="*/ 34 w 124"/>
              <a:gd name="T39" fmla="*/ 70 h 135"/>
              <a:gd name="T40" fmla="*/ 33 w 124"/>
              <a:gd name="T41" fmla="*/ 74 h 135"/>
              <a:gd name="T42" fmla="*/ 33 w 124"/>
              <a:gd name="T43" fmla="*/ 115 h 135"/>
              <a:gd name="T44" fmla="*/ 43 w 124"/>
              <a:gd name="T45" fmla="*/ 125 h 135"/>
              <a:gd name="T46" fmla="*/ 69 w 124"/>
              <a:gd name="T47" fmla="*/ 125 h 135"/>
              <a:gd name="T48" fmla="*/ 112 w 124"/>
              <a:gd name="T49" fmla="*/ 97 h 135"/>
              <a:gd name="T50" fmla="*/ 115 w 124"/>
              <a:gd name="T51" fmla="*/ 90 h 135"/>
              <a:gd name="T52" fmla="*/ 124 w 124"/>
              <a:gd name="T53" fmla="*/ 93 h 135"/>
              <a:gd name="T54" fmla="*/ 109 w 124"/>
              <a:gd name="T55" fmla="*/ 135 h 135"/>
              <a:gd name="T56" fmla="*/ 0 w 124"/>
              <a:gd name="T57" fmla="*/ 135 h 135"/>
              <a:gd name="T58" fmla="*/ 0 w 124"/>
              <a:gd name="T59" fmla="*/ 128 h 135"/>
              <a:gd name="T60" fmla="*/ 8 w 124"/>
              <a:gd name="T61" fmla="*/ 127 h 135"/>
              <a:gd name="T62" fmla="*/ 15 w 124"/>
              <a:gd name="T63" fmla="*/ 120 h 135"/>
              <a:gd name="T64" fmla="*/ 16 w 124"/>
              <a:gd name="T65" fmla="*/ 113 h 135"/>
              <a:gd name="T66" fmla="*/ 16 w 124"/>
              <a:gd name="T67" fmla="*/ 21 h 135"/>
              <a:gd name="T68" fmla="*/ 16 w 124"/>
              <a:gd name="T69" fmla="*/ 16 h 135"/>
              <a:gd name="T70" fmla="*/ 8 w 124"/>
              <a:gd name="T71" fmla="*/ 9 h 135"/>
              <a:gd name="T72" fmla="*/ 4 w 124"/>
              <a:gd name="T73" fmla="*/ 8 h 135"/>
              <a:gd name="T74" fmla="*/ 0 w 124"/>
              <a:gd name="T75" fmla="*/ 8 h 135"/>
            </a:gdLst>
            <a:rect l="0" t="0" r="r" b="b"/>
            <a:pathLst>
              <a:path w="124" h="135">
                <a:moveTo>
                  <a:pt x="0" y="8"/>
                </a:moveTo>
                <a:cubicBezTo>
                  <a:pt x="0" y="5"/>
                  <a:pt x="0" y="3"/>
                  <a:pt x="0" y="1"/>
                </a:cubicBezTo>
                <a:cubicBezTo>
                  <a:pt x="3" y="0"/>
                  <a:pt x="98" y="0"/>
                  <a:pt x="105" y="1"/>
                </a:cubicBezTo>
                <a:cubicBezTo>
                  <a:pt x="109" y="12"/>
                  <a:pt x="113" y="24"/>
                  <a:pt x="117" y="35"/>
                </a:cubicBezTo>
                <a:cubicBezTo>
                  <a:pt x="115" y="37"/>
                  <a:pt x="112" y="38"/>
                  <a:pt x="110" y="39"/>
                </a:cubicBezTo>
                <a:cubicBezTo>
                  <a:pt x="109" y="36"/>
                  <a:pt x="108" y="35"/>
                  <a:pt x="107" y="33"/>
                </a:cubicBezTo>
                <a:cubicBezTo>
                  <a:pt x="101" y="20"/>
                  <a:pt x="92" y="13"/>
                  <a:pt x="78" y="11"/>
                </a:cubicBezTo>
                <a:cubicBezTo>
                  <a:pt x="63" y="10"/>
                  <a:pt x="48" y="11"/>
                  <a:pt x="34" y="11"/>
                </a:cubicBezTo>
                <a:cubicBezTo>
                  <a:pt x="33" y="15"/>
                  <a:pt x="33" y="55"/>
                  <a:pt x="34" y="61"/>
                </a:cubicBezTo>
                <a:cubicBezTo>
                  <a:pt x="41" y="61"/>
                  <a:pt x="48" y="61"/>
                  <a:pt x="55" y="60"/>
                </a:cubicBezTo>
                <a:cubicBezTo>
                  <a:pt x="64" y="59"/>
                  <a:pt x="68" y="54"/>
                  <a:pt x="69" y="45"/>
                </a:cubicBezTo>
                <a:cubicBezTo>
                  <a:pt x="70" y="42"/>
                  <a:pt x="70" y="39"/>
                  <a:pt x="70" y="36"/>
                </a:cubicBezTo>
                <a:cubicBezTo>
                  <a:pt x="73" y="36"/>
                  <a:pt x="75" y="36"/>
                  <a:pt x="78" y="36"/>
                </a:cubicBezTo>
                <a:cubicBezTo>
                  <a:pt x="78" y="56"/>
                  <a:pt x="78" y="75"/>
                  <a:pt x="78" y="95"/>
                </a:cubicBezTo>
                <a:cubicBezTo>
                  <a:pt x="77" y="95"/>
                  <a:pt x="76" y="95"/>
                  <a:pt x="74" y="95"/>
                </a:cubicBezTo>
                <a:cubicBezTo>
                  <a:pt x="73" y="95"/>
                  <a:pt x="72" y="95"/>
                  <a:pt x="70" y="95"/>
                </a:cubicBezTo>
                <a:cubicBezTo>
                  <a:pt x="70" y="93"/>
                  <a:pt x="70" y="90"/>
                  <a:pt x="70" y="88"/>
                </a:cubicBezTo>
                <a:cubicBezTo>
                  <a:pt x="69" y="86"/>
                  <a:pt x="69" y="83"/>
                  <a:pt x="68" y="81"/>
                </a:cubicBezTo>
                <a:cubicBezTo>
                  <a:pt x="67" y="75"/>
                  <a:pt x="64" y="72"/>
                  <a:pt x="58" y="71"/>
                </a:cubicBezTo>
                <a:cubicBezTo>
                  <a:pt x="50" y="69"/>
                  <a:pt x="42" y="70"/>
                  <a:pt x="34" y="70"/>
                </a:cubicBezTo>
                <a:cubicBezTo>
                  <a:pt x="33" y="72"/>
                  <a:pt x="33" y="73"/>
                  <a:pt x="33" y="74"/>
                </a:cubicBezTo>
                <a:cubicBezTo>
                  <a:pt x="33" y="88"/>
                  <a:pt x="33" y="102"/>
                  <a:pt x="33" y="115"/>
                </a:cubicBezTo>
                <a:cubicBezTo>
                  <a:pt x="33" y="124"/>
                  <a:pt x="34" y="125"/>
                  <a:pt x="43" y="125"/>
                </a:cubicBezTo>
                <a:cubicBezTo>
                  <a:pt x="52" y="125"/>
                  <a:pt x="60" y="125"/>
                  <a:pt x="69" y="125"/>
                </a:cubicBezTo>
                <a:cubicBezTo>
                  <a:pt x="89" y="125"/>
                  <a:pt x="104" y="115"/>
                  <a:pt x="112" y="97"/>
                </a:cubicBezTo>
                <a:cubicBezTo>
                  <a:pt x="113" y="95"/>
                  <a:pt x="114" y="93"/>
                  <a:pt x="115" y="90"/>
                </a:cubicBezTo>
                <a:cubicBezTo>
                  <a:pt x="118" y="91"/>
                  <a:pt x="121" y="92"/>
                  <a:pt x="124" y="93"/>
                </a:cubicBezTo>
                <a:cubicBezTo>
                  <a:pt x="119" y="108"/>
                  <a:pt x="114" y="121"/>
                  <a:pt x="109" y="135"/>
                </a:cubicBezTo>
                <a:cubicBezTo>
                  <a:pt x="73" y="135"/>
                  <a:pt x="3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6" y="128"/>
                  <a:pt x="8" y="127"/>
                </a:cubicBezTo>
                <a:cubicBezTo>
                  <a:pt x="13" y="126"/>
                  <a:pt x="15" y="125"/>
                  <a:pt x="15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20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7" y="9"/>
                  <a:pt x="6" y="8"/>
                  <a:pt x="4" y="8"/>
                </a:cubicBezTo>
                <a:cubicBezTo>
                  <a:pt x="3" y="8"/>
                  <a:pt x="2" y="8"/>
                  <a:pt x="0" y="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8" name="Freeform 21">
            <a:extLst xmlns:a="http://schemas.openxmlformats.org/drawingml/2006/main">
              <a:ext uri="{FF2B5EF4-FFF2-40B4-BE49-F238E27FC236}">
                <a16:creationId xmlns:a16="http://schemas.microsoft.com/office/drawing/2014/main" id="{D1EF2B31-71AD-4911-90D7-4CBE158A2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2452" y="1148859"/>
            <a:ext cx="93461" cy="101108"/>
          </a:xfrm>
          <a:custGeom xmlns:a="http://schemas.openxmlformats.org/drawingml/2006/main">
            <a:gdLst>
              <a:gd name="T0" fmla="*/ 33 w 123"/>
              <a:gd name="T1" fmla="*/ 60 h 134"/>
              <a:gd name="T2" fmla="*/ 55 w 123"/>
              <a:gd name="T3" fmla="*/ 59 h 134"/>
              <a:gd name="T4" fmla="*/ 68 w 123"/>
              <a:gd name="T5" fmla="*/ 45 h 134"/>
              <a:gd name="T6" fmla="*/ 70 w 123"/>
              <a:gd name="T7" fmla="*/ 35 h 134"/>
              <a:gd name="T8" fmla="*/ 77 w 123"/>
              <a:gd name="T9" fmla="*/ 35 h 134"/>
              <a:gd name="T10" fmla="*/ 77 w 123"/>
              <a:gd name="T11" fmla="*/ 94 h 134"/>
              <a:gd name="T12" fmla="*/ 75 w 123"/>
              <a:gd name="T13" fmla="*/ 94 h 134"/>
              <a:gd name="T14" fmla="*/ 70 w 123"/>
              <a:gd name="T15" fmla="*/ 94 h 134"/>
              <a:gd name="T16" fmla="*/ 69 w 123"/>
              <a:gd name="T17" fmla="*/ 83 h 134"/>
              <a:gd name="T18" fmla="*/ 54 w 123"/>
              <a:gd name="T19" fmla="*/ 69 h 134"/>
              <a:gd name="T20" fmla="*/ 33 w 123"/>
              <a:gd name="T21" fmla="*/ 69 h 134"/>
              <a:gd name="T22" fmla="*/ 33 w 123"/>
              <a:gd name="T23" fmla="*/ 73 h 134"/>
              <a:gd name="T24" fmla="*/ 33 w 123"/>
              <a:gd name="T25" fmla="*/ 114 h 134"/>
              <a:gd name="T26" fmla="*/ 43 w 123"/>
              <a:gd name="T27" fmla="*/ 124 h 134"/>
              <a:gd name="T28" fmla="*/ 68 w 123"/>
              <a:gd name="T29" fmla="*/ 124 h 134"/>
              <a:gd name="T30" fmla="*/ 112 w 123"/>
              <a:gd name="T31" fmla="*/ 96 h 134"/>
              <a:gd name="T32" fmla="*/ 115 w 123"/>
              <a:gd name="T33" fmla="*/ 90 h 134"/>
              <a:gd name="T34" fmla="*/ 115 w 123"/>
              <a:gd name="T35" fmla="*/ 90 h 134"/>
              <a:gd name="T36" fmla="*/ 123 w 123"/>
              <a:gd name="T37" fmla="*/ 92 h 134"/>
              <a:gd name="T38" fmla="*/ 109 w 123"/>
              <a:gd name="T39" fmla="*/ 134 h 134"/>
              <a:gd name="T40" fmla="*/ 0 w 123"/>
              <a:gd name="T41" fmla="*/ 134 h 134"/>
              <a:gd name="T42" fmla="*/ 0 w 123"/>
              <a:gd name="T43" fmla="*/ 127 h 134"/>
              <a:gd name="T44" fmla="*/ 8 w 123"/>
              <a:gd name="T45" fmla="*/ 126 h 134"/>
              <a:gd name="T46" fmla="*/ 15 w 123"/>
              <a:gd name="T47" fmla="*/ 120 h 134"/>
              <a:gd name="T48" fmla="*/ 16 w 123"/>
              <a:gd name="T49" fmla="*/ 113 h 134"/>
              <a:gd name="T50" fmla="*/ 16 w 123"/>
              <a:gd name="T51" fmla="*/ 20 h 134"/>
              <a:gd name="T52" fmla="*/ 5 w 123"/>
              <a:gd name="T53" fmla="*/ 7 h 134"/>
              <a:gd name="T54" fmla="*/ 0 w 123"/>
              <a:gd name="T55" fmla="*/ 7 h 134"/>
              <a:gd name="T56" fmla="*/ 0 w 123"/>
              <a:gd name="T57" fmla="*/ 0 h 134"/>
              <a:gd name="T58" fmla="*/ 105 w 123"/>
              <a:gd name="T59" fmla="*/ 0 h 134"/>
              <a:gd name="T60" fmla="*/ 117 w 123"/>
              <a:gd name="T61" fmla="*/ 35 h 134"/>
              <a:gd name="T62" fmla="*/ 109 w 123"/>
              <a:gd name="T63" fmla="*/ 38 h 134"/>
              <a:gd name="T64" fmla="*/ 107 w 123"/>
              <a:gd name="T65" fmla="*/ 34 h 134"/>
              <a:gd name="T66" fmla="*/ 105 w 123"/>
              <a:gd name="T67" fmla="*/ 29 h 134"/>
              <a:gd name="T68" fmla="*/ 78 w 123"/>
              <a:gd name="T69" fmla="*/ 11 h 134"/>
              <a:gd name="T70" fmla="*/ 42 w 123"/>
              <a:gd name="T71" fmla="*/ 10 h 134"/>
              <a:gd name="T72" fmla="*/ 33 w 123"/>
              <a:gd name="T73" fmla="*/ 10 h 134"/>
              <a:gd name="T74" fmla="*/ 33 w 123"/>
              <a:gd name="T75" fmla="*/ 60 h 134"/>
            </a:gdLst>
            <a:rect l="0" t="0" r="r" b="b"/>
            <a:pathLst>
              <a:path w="123" h="134">
                <a:moveTo>
                  <a:pt x="33" y="60"/>
                </a:moveTo>
                <a:cubicBezTo>
                  <a:pt x="41" y="60"/>
                  <a:pt x="48" y="61"/>
                  <a:pt x="55" y="59"/>
                </a:cubicBezTo>
                <a:cubicBezTo>
                  <a:pt x="63" y="57"/>
                  <a:pt x="67" y="53"/>
                  <a:pt x="68" y="45"/>
                </a:cubicBezTo>
                <a:cubicBezTo>
                  <a:pt x="69" y="42"/>
                  <a:pt x="69" y="39"/>
                  <a:pt x="70" y="35"/>
                </a:cubicBezTo>
                <a:cubicBezTo>
                  <a:pt x="72" y="35"/>
                  <a:pt x="75" y="35"/>
                  <a:pt x="77" y="35"/>
                </a:cubicBezTo>
                <a:cubicBezTo>
                  <a:pt x="77" y="55"/>
                  <a:pt x="77" y="74"/>
                  <a:pt x="77" y="94"/>
                </a:cubicBezTo>
                <a:cubicBezTo>
                  <a:pt x="76" y="94"/>
                  <a:pt x="75" y="94"/>
                  <a:pt x="75" y="94"/>
                </a:cubicBezTo>
                <a:cubicBezTo>
                  <a:pt x="73" y="94"/>
                  <a:pt x="71" y="94"/>
                  <a:pt x="70" y="94"/>
                </a:cubicBezTo>
                <a:cubicBezTo>
                  <a:pt x="69" y="90"/>
                  <a:pt x="69" y="86"/>
                  <a:pt x="69" y="83"/>
                </a:cubicBezTo>
                <a:cubicBezTo>
                  <a:pt x="67" y="74"/>
                  <a:pt x="63" y="70"/>
                  <a:pt x="54" y="69"/>
                </a:cubicBezTo>
                <a:cubicBezTo>
                  <a:pt x="47" y="69"/>
                  <a:pt x="40" y="69"/>
                  <a:pt x="33" y="69"/>
                </a:cubicBezTo>
                <a:cubicBezTo>
                  <a:pt x="33" y="71"/>
                  <a:pt x="33" y="72"/>
                  <a:pt x="33" y="73"/>
                </a:cubicBezTo>
                <a:cubicBezTo>
                  <a:pt x="33" y="87"/>
                  <a:pt x="33" y="101"/>
                  <a:pt x="33" y="114"/>
                </a:cubicBezTo>
                <a:cubicBezTo>
                  <a:pt x="33" y="123"/>
                  <a:pt x="34" y="124"/>
                  <a:pt x="43" y="124"/>
                </a:cubicBezTo>
                <a:cubicBezTo>
                  <a:pt x="51" y="124"/>
                  <a:pt x="60" y="124"/>
                  <a:pt x="68" y="124"/>
                </a:cubicBezTo>
                <a:cubicBezTo>
                  <a:pt x="89" y="124"/>
                  <a:pt x="103" y="114"/>
                  <a:pt x="112" y="96"/>
                </a:cubicBezTo>
                <a:cubicBezTo>
                  <a:pt x="113" y="94"/>
                  <a:pt x="114" y="92"/>
                  <a:pt x="115" y="90"/>
                </a:cubicBezTo>
                <a:cubicBezTo>
                  <a:pt x="115" y="90"/>
                  <a:pt x="115" y="90"/>
                  <a:pt x="115" y="90"/>
                </a:cubicBezTo>
                <a:cubicBezTo>
                  <a:pt x="118" y="90"/>
                  <a:pt x="120" y="91"/>
                  <a:pt x="123" y="92"/>
                </a:cubicBezTo>
                <a:cubicBezTo>
                  <a:pt x="118" y="107"/>
                  <a:pt x="113" y="120"/>
                  <a:pt x="109" y="134"/>
                </a:cubicBezTo>
                <a:cubicBezTo>
                  <a:pt x="72" y="134"/>
                  <a:pt x="3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6"/>
                  <a:pt x="8" y="126"/>
                </a:cubicBezTo>
                <a:cubicBezTo>
                  <a:pt x="12" y="126"/>
                  <a:pt x="14" y="124"/>
                  <a:pt x="15" y="120"/>
                </a:cubicBezTo>
                <a:cubicBezTo>
                  <a:pt x="15" y="118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0"/>
                  <a:pt x="14" y="8"/>
                  <a:pt x="5" y="7"/>
                </a:cubicBezTo>
                <a:cubicBezTo>
                  <a:pt x="3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34" y="0"/>
                  <a:pt x="69" y="0"/>
                  <a:pt x="105" y="0"/>
                </a:cubicBezTo>
                <a:cubicBezTo>
                  <a:pt x="109" y="11"/>
                  <a:pt x="112" y="22"/>
                  <a:pt x="117" y="35"/>
                </a:cubicBezTo>
                <a:cubicBezTo>
                  <a:pt x="114" y="36"/>
                  <a:pt x="112" y="37"/>
                  <a:pt x="109" y="38"/>
                </a:cubicBezTo>
                <a:cubicBezTo>
                  <a:pt x="108" y="36"/>
                  <a:pt x="108" y="35"/>
                  <a:pt x="107" y="34"/>
                </a:cubicBezTo>
                <a:cubicBezTo>
                  <a:pt x="107" y="32"/>
                  <a:pt x="106" y="31"/>
                  <a:pt x="105" y="29"/>
                </a:cubicBezTo>
                <a:cubicBezTo>
                  <a:pt x="100" y="18"/>
                  <a:pt x="90" y="11"/>
                  <a:pt x="78" y="11"/>
                </a:cubicBezTo>
                <a:cubicBezTo>
                  <a:pt x="66" y="10"/>
                  <a:pt x="54" y="10"/>
                  <a:pt x="42" y="10"/>
                </a:cubicBezTo>
                <a:cubicBezTo>
                  <a:pt x="39" y="10"/>
                  <a:pt x="36" y="10"/>
                  <a:pt x="33" y="10"/>
                </a:cubicBezTo>
                <a:cubicBezTo>
                  <a:pt x="33" y="26"/>
                  <a:pt x="33" y="43"/>
                  <a:pt x="33" y="6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9" name="Freeform 22">
            <a:extLst xmlns:a="http://schemas.openxmlformats.org/drawingml/2006/main">
              <a:ext uri="{FF2B5EF4-FFF2-40B4-BE49-F238E27FC236}">
                <a16:creationId xmlns:a16="http://schemas.microsoft.com/office/drawing/2014/main" id="{6C112B04-A29A-40BD-957E-8A15A3FD2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3947" y="1148859"/>
            <a:ext cx="95160" cy="101108"/>
          </a:xfrm>
          <a:custGeom xmlns:a="http://schemas.openxmlformats.org/drawingml/2006/main">
            <a:gdLst>
              <a:gd name="T0" fmla="*/ 43 w 126"/>
              <a:gd name="T1" fmla="*/ 134 h 134"/>
              <a:gd name="T2" fmla="*/ 0 w 126"/>
              <a:gd name="T3" fmla="*/ 134 h 134"/>
              <a:gd name="T4" fmla="*/ 0 w 126"/>
              <a:gd name="T5" fmla="*/ 127 h 134"/>
              <a:gd name="T6" fmla="*/ 7 w 126"/>
              <a:gd name="T7" fmla="*/ 126 h 134"/>
              <a:gd name="T8" fmla="*/ 16 w 126"/>
              <a:gd name="T9" fmla="*/ 118 h 134"/>
              <a:gd name="T10" fmla="*/ 16 w 126"/>
              <a:gd name="T11" fmla="*/ 110 h 134"/>
              <a:gd name="T12" fmla="*/ 16 w 126"/>
              <a:gd name="T13" fmla="*/ 18 h 134"/>
              <a:gd name="T14" fmla="*/ 5 w 126"/>
              <a:gd name="T15" fmla="*/ 7 h 134"/>
              <a:gd name="T16" fmla="*/ 0 w 126"/>
              <a:gd name="T17" fmla="*/ 7 h 134"/>
              <a:gd name="T18" fmla="*/ 0 w 126"/>
              <a:gd name="T19" fmla="*/ 0 h 134"/>
              <a:gd name="T20" fmla="*/ 40 w 126"/>
              <a:gd name="T21" fmla="*/ 0 h 134"/>
              <a:gd name="T22" fmla="*/ 98 w 126"/>
              <a:gd name="T23" fmla="*/ 100 h 134"/>
              <a:gd name="T24" fmla="*/ 99 w 126"/>
              <a:gd name="T25" fmla="*/ 96 h 134"/>
              <a:gd name="T26" fmla="*/ 99 w 126"/>
              <a:gd name="T27" fmla="*/ 24 h 134"/>
              <a:gd name="T28" fmla="*/ 98 w 126"/>
              <a:gd name="T29" fmla="*/ 17 h 134"/>
              <a:gd name="T30" fmla="*/ 89 w 126"/>
              <a:gd name="T31" fmla="*/ 7 h 134"/>
              <a:gd name="T32" fmla="*/ 83 w 126"/>
              <a:gd name="T33" fmla="*/ 7 h 134"/>
              <a:gd name="T34" fmla="*/ 83 w 126"/>
              <a:gd name="T35" fmla="*/ 4 h 134"/>
              <a:gd name="T36" fmla="*/ 83 w 126"/>
              <a:gd name="T37" fmla="*/ 0 h 134"/>
              <a:gd name="T38" fmla="*/ 125 w 126"/>
              <a:gd name="T39" fmla="*/ 0 h 134"/>
              <a:gd name="T40" fmla="*/ 126 w 126"/>
              <a:gd name="T41" fmla="*/ 3 h 134"/>
              <a:gd name="T42" fmla="*/ 126 w 126"/>
              <a:gd name="T43" fmla="*/ 7 h 134"/>
              <a:gd name="T44" fmla="*/ 120 w 126"/>
              <a:gd name="T45" fmla="*/ 7 h 134"/>
              <a:gd name="T46" fmla="*/ 110 w 126"/>
              <a:gd name="T47" fmla="*/ 16 h 134"/>
              <a:gd name="T48" fmla="*/ 110 w 126"/>
              <a:gd name="T49" fmla="*/ 26 h 134"/>
              <a:gd name="T50" fmla="*/ 110 w 126"/>
              <a:gd name="T51" fmla="*/ 128 h 134"/>
              <a:gd name="T52" fmla="*/ 110 w 126"/>
              <a:gd name="T53" fmla="*/ 134 h 134"/>
              <a:gd name="T54" fmla="*/ 98 w 126"/>
              <a:gd name="T55" fmla="*/ 134 h 134"/>
              <a:gd name="T56" fmla="*/ 28 w 126"/>
              <a:gd name="T57" fmla="*/ 14 h 134"/>
              <a:gd name="T58" fmla="*/ 28 w 126"/>
              <a:gd name="T59" fmla="*/ 14 h 134"/>
              <a:gd name="T60" fmla="*/ 27 w 126"/>
              <a:gd name="T61" fmla="*/ 17 h 134"/>
              <a:gd name="T62" fmla="*/ 27 w 126"/>
              <a:gd name="T63" fmla="*/ 110 h 134"/>
              <a:gd name="T64" fmla="*/ 28 w 126"/>
              <a:gd name="T65" fmla="*/ 118 h 134"/>
              <a:gd name="T66" fmla="*/ 36 w 126"/>
              <a:gd name="T67" fmla="*/ 126 h 134"/>
              <a:gd name="T68" fmla="*/ 43 w 126"/>
              <a:gd name="T69" fmla="*/ 127 h 134"/>
              <a:gd name="T70" fmla="*/ 43 w 126"/>
              <a:gd name="T71" fmla="*/ 134 h 134"/>
            </a:gdLst>
            <a:rect l="0" t="0" r="r" b="b"/>
            <a:pathLst>
              <a:path w="126" h="134">
                <a:moveTo>
                  <a:pt x="43" y="134"/>
                </a:moveTo>
                <a:cubicBezTo>
                  <a:pt x="29" y="134"/>
                  <a:pt x="14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7"/>
                  <a:pt x="7" y="126"/>
                </a:cubicBezTo>
                <a:cubicBezTo>
                  <a:pt x="13" y="125"/>
                  <a:pt x="15" y="123"/>
                  <a:pt x="16" y="118"/>
                </a:cubicBezTo>
                <a:cubicBezTo>
                  <a:pt x="16" y="115"/>
                  <a:pt x="16" y="113"/>
                  <a:pt x="16" y="110"/>
                </a:cubicBezTo>
                <a:cubicBezTo>
                  <a:pt x="16" y="80"/>
                  <a:pt x="16" y="49"/>
                  <a:pt x="16" y="18"/>
                </a:cubicBezTo>
                <a:cubicBezTo>
                  <a:pt x="16" y="9"/>
                  <a:pt x="14" y="8"/>
                  <a:pt x="5" y="7"/>
                </a:cubicBezTo>
                <a:cubicBezTo>
                  <a:pt x="4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3" y="0"/>
                  <a:pt x="26" y="0"/>
                  <a:pt x="40" y="0"/>
                </a:cubicBezTo>
                <a:cubicBezTo>
                  <a:pt x="59" y="33"/>
                  <a:pt x="78" y="66"/>
                  <a:pt x="98" y="100"/>
                </a:cubicBezTo>
                <a:cubicBezTo>
                  <a:pt x="98" y="98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2"/>
                  <a:pt x="99" y="19"/>
                  <a:pt x="98" y="17"/>
                </a:cubicBezTo>
                <a:cubicBezTo>
                  <a:pt x="97" y="11"/>
                  <a:pt x="95" y="8"/>
                  <a:pt x="89" y="7"/>
                </a:cubicBezTo>
                <a:cubicBezTo>
                  <a:pt x="87" y="7"/>
                  <a:pt x="85" y="7"/>
                  <a:pt x="83" y="7"/>
                </a:cubicBezTo>
                <a:cubicBezTo>
                  <a:pt x="83" y="6"/>
                  <a:pt x="83" y="5"/>
                  <a:pt x="83" y="4"/>
                </a:cubicBezTo>
                <a:cubicBezTo>
                  <a:pt x="83" y="2"/>
                  <a:pt x="83" y="1"/>
                  <a:pt x="83" y="0"/>
                </a:cubicBezTo>
                <a:cubicBezTo>
                  <a:pt x="97" y="0"/>
                  <a:pt x="111" y="0"/>
                  <a:pt x="125" y="0"/>
                </a:cubicBezTo>
                <a:cubicBezTo>
                  <a:pt x="125" y="1"/>
                  <a:pt x="126" y="2"/>
                  <a:pt x="126" y="3"/>
                </a:cubicBezTo>
                <a:cubicBezTo>
                  <a:pt x="126" y="4"/>
                  <a:pt x="126" y="5"/>
                  <a:pt x="126" y="7"/>
                </a:cubicBezTo>
                <a:cubicBezTo>
                  <a:pt x="124" y="7"/>
                  <a:pt x="122" y="7"/>
                  <a:pt x="120" y="7"/>
                </a:cubicBezTo>
                <a:cubicBezTo>
                  <a:pt x="114" y="8"/>
                  <a:pt x="111" y="11"/>
                  <a:pt x="110" y="16"/>
                </a:cubicBezTo>
                <a:cubicBezTo>
                  <a:pt x="110" y="20"/>
                  <a:pt x="110" y="23"/>
                  <a:pt x="110" y="26"/>
                </a:cubicBezTo>
                <a:cubicBezTo>
                  <a:pt x="110" y="60"/>
                  <a:pt x="110" y="94"/>
                  <a:pt x="110" y="128"/>
                </a:cubicBezTo>
                <a:cubicBezTo>
                  <a:pt x="110" y="130"/>
                  <a:pt x="110" y="132"/>
                  <a:pt x="110" y="134"/>
                </a:cubicBezTo>
                <a:cubicBezTo>
                  <a:pt x="106" y="134"/>
                  <a:pt x="102" y="134"/>
                  <a:pt x="98" y="134"/>
                </a:cubicBezTo>
                <a:cubicBezTo>
                  <a:pt x="75" y="94"/>
                  <a:pt x="52" y="54"/>
                  <a:pt x="28" y="14"/>
                </a:cubicBezTo>
                <a:cubicBezTo>
                  <a:pt x="28" y="14"/>
                  <a:pt x="28" y="14"/>
                  <a:pt x="28" y="14"/>
                </a:cubicBezTo>
                <a:cubicBezTo>
                  <a:pt x="27" y="15"/>
                  <a:pt x="27" y="16"/>
                  <a:pt x="27" y="17"/>
                </a:cubicBezTo>
                <a:cubicBezTo>
                  <a:pt x="27" y="48"/>
                  <a:pt x="27" y="79"/>
                  <a:pt x="27" y="110"/>
                </a:cubicBezTo>
                <a:cubicBezTo>
                  <a:pt x="27" y="113"/>
                  <a:pt x="27" y="116"/>
                  <a:pt x="28" y="118"/>
                </a:cubicBezTo>
                <a:cubicBezTo>
                  <a:pt x="29" y="123"/>
                  <a:pt x="31" y="125"/>
                  <a:pt x="36" y="126"/>
                </a:cubicBezTo>
                <a:cubicBezTo>
                  <a:pt x="38" y="126"/>
                  <a:pt x="41" y="127"/>
                  <a:pt x="43" y="127"/>
                </a:cubicBezTo>
                <a:cubicBezTo>
                  <a:pt x="43" y="129"/>
                  <a:pt x="43" y="132"/>
                  <a:pt x="43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1" name="Freeform 23">
            <a:extLst xmlns:a="http://schemas.openxmlformats.org/drawingml/2006/main">
              <a:ext uri="{FF2B5EF4-FFF2-40B4-BE49-F238E27FC236}">
                <a16:creationId xmlns:a16="http://schemas.microsoft.com/office/drawing/2014/main" id="{8CCC697A-3D4A-46AC-A1BD-8B85EB0F5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6755" y="1145460"/>
            <a:ext cx="105356" cy="108755"/>
          </a:xfrm>
          <a:custGeom xmlns:a="http://schemas.openxmlformats.org/drawingml/2006/main">
            <a:gdLst>
              <a:gd name="T0" fmla="*/ 87 w 139"/>
              <a:gd name="T1" fmla="*/ 79 h 144"/>
              <a:gd name="T2" fmla="*/ 87 w 139"/>
              <a:gd name="T3" fmla="*/ 71 h 144"/>
              <a:gd name="T4" fmla="*/ 139 w 139"/>
              <a:gd name="T5" fmla="*/ 71 h 144"/>
              <a:gd name="T6" fmla="*/ 139 w 139"/>
              <a:gd name="T7" fmla="*/ 79 h 144"/>
              <a:gd name="T8" fmla="*/ 133 w 139"/>
              <a:gd name="T9" fmla="*/ 79 h 144"/>
              <a:gd name="T10" fmla="*/ 124 w 139"/>
              <a:gd name="T11" fmla="*/ 88 h 144"/>
              <a:gd name="T12" fmla="*/ 124 w 139"/>
              <a:gd name="T13" fmla="*/ 95 h 144"/>
              <a:gd name="T14" fmla="*/ 124 w 139"/>
              <a:gd name="T15" fmla="*/ 134 h 144"/>
              <a:gd name="T16" fmla="*/ 124 w 139"/>
              <a:gd name="T17" fmla="*/ 139 h 144"/>
              <a:gd name="T18" fmla="*/ 115 w 139"/>
              <a:gd name="T19" fmla="*/ 139 h 144"/>
              <a:gd name="T20" fmla="*/ 110 w 139"/>
              <a:gd name="T21" fmla="*/ 128 h 144"/>
              <a:gd name="T22" fmla="*/ 105 w 139"/>
              <a:gd name="T23" fmla="*/ 131 h 144"/>
              <a:gd name="T24" fmla="*/ 56 w 139"/>
              <a:gd name="T25" fmla="*/ 141 h 144"/>
              <a:gd name="T26" fmla="*/ 10 w 139"/>
              <a:gd name="T27" fmla="*/ 103 h 144"/>
              <a:gd name="T28" fmla="*/ 15 w 139"/>
              <a:gd name="T29" fmla="*/ 33 h 144"/>
              <a:gd name="T30" fmla="*/ 56 w 139"/>
              <a:gd name="T31" fmla="*/ 3 h 144"/>
              <a:gd name="T32" fmla="*/ 99 w 139"/>
              <a:gd name="T33" fmla="*/ 11 h 144"/>
              <a:gd name="T34" fmla="*/ 102 w 139"/>
              <a:gd name="T35" fmla="*/ 13 h 144"/>
              <a:gd name="T36" fmla="*/ 105 w 139"/>
              <a:gd name="T37" fmla="*/ 5 h 144"/>
              <a:gd name="T38" fmla="*/ 112 w 139"/>
              <a:gd name="T39" fmla="*/ 5 h 144"/>
              <a:gd name="T40" fmla="*/ 122 w 139"/>
              <a:gd name="T41" fmla="*/ 46 h 144"/>
              <a:gd name="T42" fmla="*/ 114 w 139"/>
              <a:gd name="T43" fmla="*/ 49 h 144"/>
              <a:gd name="T44" fmla="*/ 112 w 139"/>
              <a:gd name="T45" fmla="*/ 44 h 144"/>
              <a:gd name="T46" fmla="*/ 100 w 139"/>
              <a:gd name="T47" fmla="*/ 25 h 144"/>
              <a:gd name="T48" fmla="*/ 42 w 139"/>
              <a:gd name="T49" fmla="*/ 23 h 144"/>
              <a:gd name="T50" fmla="*/ 24 w 139"/>
              <a:gd name="T51" fmla="*/ 62 h 144"/>
              <a:gd name="T52" fmla="*/ 34 w 139"/>
              <a:gd name="T53" fmla="*/ 109 h 144"/>
              <a:gd name="T54" fmla="*/ 77 w 139"/>
              <a:gd name="T55" fmla="*/ 131 h 144"/>
              <a:gd name="T56" fmla="*/ 101 w 139"/>
              <a:gd name="T57" fmla="*/ 120 h 144"/>
              <a:gd name="T58" fmla="*/ 106 w 139"/>
              <a:gd name="T59" fmla="*/ 109 h 144"/>
              <a:gd name="T60" fmla="*/ 106 w 139"/>
              <a:gd name="T61" fmla="*/ 90 h 144"/>
              <a:gd name="T62" fmla="*/ 96 w 139"/>
              <a:gd name="T63" fmla="*/ 79 h 144"/>
              <a:gd name="T64" fmla="*/ 87 w 139"/>
              <a:gd name="T65" fmla="*/ 79 h 144"/>
            </a:gdLst>
            <a:rect l="0" t="0" r="r" b="b"/>
            <a:pathLst>
              <a:path w="139" h="144">
                <a:moveTo>
                  <a:pt x="87" y="79"/>
                </a:moveTo>
                <a:cubicBezTo>
                  <a:pt x="87" y="76"/>
                  <a:pt x="87" y="74"/>
                  <a:pt x="87" y="71"/>
                </a:cubicBezTo>
                <a:cubicBezTo>
                  <a:pt x="105" y="71"/>
                  <a:pt x="122" y="71"/>
                  <a:pt x="139" y="71"/>
                </a:cubicBezTo>
                <a:cubicBezTo>
                  <a:pt x="139" y="74"/>
                  <a:pt x="139" y="76"/>
                  <a:pt x="139" y="79"/>
                </a:cubicBezTo>
                <a:cubicBezTo>
                  <a:pt x="137" y="79"/>
                  <a:pt x="135" y="79"/>
                  <a:pt x="133" y="79"/>
                </a:cubicBezTo>
                <a:cubicBezTo>
                  <a:pt x="127" y="79"/>
                  <a:pt x="125" y="81"/>
                  <a:pt x="124" y="88"/>
                </a:cubicBezTo>
                <a:cubicBezTo>
                  <a:pt x="124" y="90"/>
                  <a:pt x="124" y="93"/>
                  <a:pt x="124" y="95"/>
                </a:cubicBezTo>
                <a:cubicBezTo>
                  <a:pt x="124" y="108"/>
                  <a:pt x="124" y="121"/>
                  <a:pt x="124" y="134"/>
                </a:cubicBezTo>
                <a:cubicBezTo>
                  <a:pt x="124" y="135"/>
                  <a:pt x="124" y="137"/>
                  <a:pt x="124" y="139"/>
                </a:cubicBezTo>
                <a:cubicBezTo>
                  <a:pt x="121" y="139"/>
                  <a:pt x="118" y="139"/>
                  <a:pt x="115" y="139"/>
                </a:cubicBezTo>
                <a:cubicBezTo>
                  <a:pt x="113" y="136"/>
                  <a:pt x="112" y="132"/>
                  <a:pt x="110" y="128"/>
                </a:cubicBezTo>
                <a:cubicBezTo>
                  <a:pt x="108" y="129"/>
                  <a:pt x="107" y="130"/>
                  <a:pt x="105" y="131"/>
                </a:cubicBezTo>
                <a:cubicBezTo>
                  <a:pt x="90" y="140"/>
                  <a:pt x="74" y="144"/>
                  <a:pt x="56" y="141"/>
                </a:cubicBezTo>
                <a:cubicBezTo>
                  <a:pt x="34" y="137"/>
                  <a:pt x="18" y="124"/>
                  <a:pt x="10" y="103"/>
                </a:cubicBezTo>
                <a:cubicBezTo>
                  <a:pt x="0" y="79"/>
                  <a:pt x="1" y="55"/>
                  <a:pt x="15" y="33"/>
                </a:cubicBezTo>
                <a:cubicBezTo>
                  <a:pt x="24" y="17"/>
                  <a:pt x="38" y="6"/>
                  <a:pt x="56" y="3"/>
                </a:cubicBezTo>
                <a:cubicBezTo>
                  <a:pt x="71" y="0"/>
                  <a:pt x="86" y="2"/>
                  <a:pt x="99" y="11"/>
                </a:cubicBezTo>
                <a:cubicBezTo>
                  <a:pt x="100" y="12"/>
                  <a:pt x="101" y="12"/>
                  <a:pt x="102" y="13"/>
                </a:cubicBezTo>
                <a:cubicBezTo>
                  <a:pt x="103" y="10"/>
                  <a:pt x="104" y="7"/>
                  <a:pt x="105" y="5"/>
                </a:cubicBezTo>
                <a:cubicBezTo>
                  <a:pt x="107" y="5"/>
                  <a:pt x="109" y="5"/>
                  <a:pt x="112" y="5"/>
                </a:cubicBezTo>
                <a:cubicBezTo>
                  <a:pt x="115" y="18"/>
                  <a:pt x="119" y="32"/>
                  <a:pt x="122" y="46"/>
                </a:cubicBezTo>
                <a:cubicBezTo>
                  <a:pt x="120" y="47"/>
                  <a:pt x="117" y="48"/>
                  <a:pt x="114" y="49"/>
                </a:cubicBezTo>
                <a:cubicBezTo>
                  <a:pt x="114" y="47"/>
                  <a:pt x="113" y="45"/>
                  <a:pt x="112" y="44"/>
                </a:cubicBezTo>
                <a:cubicBezTo>
                  <a:pt x="109" y="37"/>
                  <a:pt x="105" y="30"/>
                  <a:pt x="100" y="25"/>
                </a:cubicBezTo>
                <a:cubicBezTo>
                  <a:pt x="84" y="8"/>
                  <a:pt x="59" y="7"/>
                  <a:pt x="42" y="23"/>
                </a:cubicBezTo>
                <a:cubicBezTo>
                  <a:pt x="31" y="34"/>
                  <a:pt x="25" y="47"/>
                  <a:pt x="24" y="62"/>
                </a:cubicBezTo>
                <a:cubicBezTo>
                  <a:pt x="22" y="79"/>
                  <a:pt x="25" y="95"/>
                  <a:pt x="34" y="109"/>
                </a:cubicBezTo>
                <a:cubicBezTo>
                  <a:pt x="44" y="125"/>
                  <a:pt x="59" y="132"/>
                  <a:pt x="77" y="131"/>
                </a:cubicBezTo>
                <a:cubicBezTo>
                  <a:pt x="86" y="130"/>
                  <a:pt x="94" y="127"/>
                  <a:pt x="101" y="120"/>
                </a:cubicBezTo>
                <a:cubicBezTo>
                  <a:pt x="104" y="117"/>
                  <a:pt x="106" y="114"/>
                  <a:pt x="106" y="109"/>
                </a:cubicBezTo>
                <a:cubicBezTo>
                  <a:pt x="106" y="103"/>
                  <a:pt x="107" y="96"/>
                  <a:pt x="106" y="90"/>
                </a:cubicBezTo>
                <a:cubicBezTo>
                  <a:pt x="106" y="82"/>
                  <a:pt x="104" y="81"/>
                  <a:pt x="96" y="79"/>
                </a:cubicBezTo>
                <a:cubicBezTo>
                  <a:pt x="94" y="79"/>
                  <a:pt x="91" y="79"/>
                  <a:pt x="87" y="79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9" name="Freeform 25">
            <a:extLst xmlns:a="http://schemas.openxmlformats.org/drawingml/2006/main">
              <a:ext uri="{FF2B5EF4-FFF2-40B4-BE49-F238E27FC236}">
                <a16:creationId xmlns:a16="http://schemas.microsoft.com/office/drawing/2014/main" id="{2E58E7BB-438C-444B-8DBB-2EB8FCF5F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8103" y="1147160"/>
            <a:ext cx="85814" cy="105356"/>
          </a:xfrm>
          <a:custGeom xmlns:a="http://schemas.openxmlformats.org/drawingml/2006/main">
            <a:gdLst>
              <a:gd name="T0" fmla="*/ 103 w 113"/>
              <a:gd name="T1" fmla="*/ 44 h 140"/>
              <a:gd name="T2" fmla="*/ 95 w 113"/>
              <a:gd name="T3" fmla="*/ 46 h 140"/>
              <a:gd name="T4" fmla="*/ 92 w 113"/>
              <a:gd name="T5" fmla="*/ 41 h 140"/>
              <a:gd name="T6" fmla="*/ 72 w 113"/>
              <a:gd name="T7" fmla="*/ 18 h 140"/>
              <a:gd name="T8" fmla="*/ 38 w 113"/>
              <a:gd name="T9" fmla="*/ 12 h 140"/>
              <a:gd name="T10" fmla="*/ 25 w 113"/>
              <a:gd name="T11" fmla="*/ 19 h 140"/>
              <a:gd name="T12" fmla="*/ 26 w 113"/>
              <a:gd name="T13" fmla="*/ 44 h 140"/>
              <a:gd name="T14" fmla="*/ 42 w 113"/>
              <a:gd name="T15" fmla="*/ 53 h 140"/>
              <a:gd name="T16" fmla="*/ 70 w 113"/>
              <a:gd name="T17" fmla="*/ 62 h 140"/>
              <a:gd name="T18" fmla="*/ 90 w 113"/>
              <a:gd name="T19" fmla="*/ 70 h 140"/>
              <a:gd name="T20" fmla="*/ 97 w 113"/>
              <a:gd name="T21" fmla="*/ 125 h 140"/>
              <a:gd name="T22" fmla="*/ 56 w 113"/>
              <a:gd name="T23" fmla="*/ 140 h 140"/>
              <a:gd name="T24" fmla="*/ 25 w 113"/>
              <a:gd name="T25" fmla="*/ 128 h 140"/>
              <a:gd name="T26" fmla="*/ 21 w 113"/>
              <a:gd name="T27" fmla="*/ 125 h 140"/>
              <a:gd name="T28" fmla="*/ 16 w 113"/>
              <a:gd name="T29" fmla="*/ 137 h 140"/>
              <a:gd name="T30" fmla="*/ 10 w 113"/>
              <a:gd name="T31" fmla="*/ 137 h 140"/>
              <a:gd name="T32" fmla="*/ 1 w 113"/>
              <a:gd name="T33" fmla="*/ 89 h 140"/>
              <a:gd name="T34" fmla="*/ 10 w 113"/>
              <a:gd name="T35" fmla="*/ 87 h 140"/>
              <a:gd name="T36" fmla="*/ 13 w 113"/>
              <a:gd name="T37" fmla="*/ 95 h 140"/>
              <a:gd name="T38" fmla="*/ 36 w 113"/>
              <a:gd name="T39" fmla="*/ 122 h 140"/>
              <a:gd name="T40" fmla="*/ 69 w 113"/>
              <a:gd name="T41" fmla="*/ 128 h 140"/>
              <a:gd name="T42" fmla="*/ 85 w 113"/>
              <a:gd name="T43" fmla="*/ 119 h 140"/>
              <a:gd name="T44" fmla="*/ 81 w 113"/>
              <a:gd name="T45" fmla="*/ 86 h 140"/>
              <a:gd name="T46" fmla="*/ 63 w 113"/>
              <a:gd name="T47" fmla="*/ 79 h 140"/>
              <a:gd name="T48" fmla="*/ 38 w 113"/>
              <a:gd name="T49" fmla="*/ 71 h 140"/>
              <a:gd name="T50" fmla="*/ 19 w 113"/>
              <a:gd name="T51" fmla="*/ 62 h 140"/>
              <a:gd name="T52" fmla="*/ 15 w 113"/>
              <a:gd name="T53" fmla="*/ 13 h 140"/>
              <a:gd name="T54" fmla="*/ 51 w 113"/>
              <a:gd name="T55" fmla="*/ 0 h 140"/>
              <a:gd name="T56" fmla="*/ 81 w 113"/>
              <a:gd name="T57" fmla="*/ 10 h 140"/>
              <a:gd name="T58" fmla="*/ 82 w 113"/>
              <a:gd name="T59" fmla="*/ 11 h 140"/>
              <a:gd name="T60" fmla="*/ 83 w 113"/>
              <a:gd name="T61" fmla="*/ 11 h 140"/>
              <a:gd name="T62" fmla="*/ 87 w 113"/>
              <a:gd name="T63" fmla="*/ 2 h 140"/>
              <a:gd name="T64" fmla="*/ 93 w 113"/>
              <a:gd name="T65" fmla="*/ 2 h 140"/>
              <a:gd name="T66" fmla="*/ 103 w 113"/>
              <a:gd name="T67" fmla="*/ 44 h 140"/>
            </a:gdLst>
            <a:rect l="0" t="0" r="r" b="b"/>
            <a:pathLst>
              <a:path w="113" h="140">
                <a:moveTo>
                  <a:pt x="103" y="44"/>
                </a:moveTo>
                <a:cubicBezTo>
                  <a:pt x="100" y="45"/>
                  <a:pt x="98" y="45"/>
                  <a:pt x="95" y="46"/>
                </a:cubicBezTo>
                <a:cubicBezTo>
                  <a:pt x="94" y="44"/>
                  <a:pt x="93" y="43"/>
                  <a:pt x="92" y="41"/>
                </a:cubicBezTo>
                <a:cubicBezTo>
                  <a:pt x="87" y="32"/>
                  <a:pt x="81" y="24"/>
                  <a:pt x="72" y="18"/>
                </a:cubicBezTo>
                <a:cubicBezTo>
                  <a:pt x="61" y="11"/>
                  <a:pt x="50" y="9"/>
                  <a:pt x="38" y="12"/>
                </a:cubicBezTo>
                <a:cubicBezTo>
                  <a:pt x="33" y="13"/>
                  <a:pt x="28" y="16"/>
                  <a:pt x="25" y="19"/>
                </a:cubicBezTo>
                <a:cubicBezTo>
                  <a:pt x="18" y="27"/>
                  <a:pt x="19" y="38"/>
                  <a:pt x="26" y="44"/>
                </a:cubicBezTo>
                <a:cubicBezTo>
                  <a:pt x="31" y="49"/>
                  <a:pt x="36" y="51"/>
                  <a:pt x="42" y="53"/>
                </a:cubicBezTo>
                <a:cubicBezTo>
                  <a:pt x="51" y="56"/>
                  <a:pt x="61" y="59"/>
                  <a:pt x="70" y="62"/>
                </a:cubicBezTo>
                <a:cubicBezTo>
                  <a:pt x="77" y="64"/>
                  <a:pt x="84" y="67"/>
                  <a:pt x="90" y="70"/>
                </a:cubicBezTo>
                <a:cubicBezTo>
                  <a:pt x="113" y="83"/>
                  <a:pt x="112" y="111"/>
                  <a:pt x="97" y="125"/>
                </a:cubicBezTo>
                <a:cubicBezTo>
                  <a:pt x="85" y="137"/>
                  <a:pt x="71" y="140"/>
                  <a:pt x="56" y="140"/>
                </a:cubicBezTo>
                <a:cubicBezTo>
                  <a:pt x="44" y="139"/>
                  <a:pt x="34" y="135"/>
                  <a:pt x="25" y="128"/>
                </a:cubicBezTo>
                <a:cubicBezTo>
                  <a:pt x="24" y="127"/>
                  <a:pt x="23" y="126"/>
                  <a:pt x="21" y="125"/>
                </a:cubicBezTo>
                <a:cubicBezTo>
                  <a:pt x="19" y="129"/>
                  <a:pt x="18" y="133"/>
                  <a:pt x="16" y="137"/>
                </a:cubicBezTo>
                <a:cubicBezTo>
                  <a:pt x="14" y="137"/>
                  <a:pt x="12" y="137"/>
                  <a:pt x="10" y="137"/>
                </a:cubicBezTo>
                <a:cubicBezTo>
                  <a:pt x="7" y="121"/>
                  <a:pt x="4" y="105"/>
                  <a:pt x="1" y="89"/>
                </a:cubicBezTo>
                <a:cubicBezTo>
                  <a:pt x="4" y="88"/>
                  <a:pt x="7" y="88"/>
                  <a:pt x="10" y="87"/>
                </a:cubicBezTo>
                <a:cubicBezTo>
                  <a:pt x="11" y="90"/>
                  <a:pt x="12" y="93"/>
                  <a:pt x="13" y="95"/>
                </a:cubicBezTo>
                <a:cubicBezTo>
                  <a:pt x="18" y="106"/>
                  <a:pt x="26" y="116"/>
                  <a:pt x="36" y="122"/>
                </a:cubicBezTo>
                <a:cubicBezTo>
                  <a:pt x="46" y="129"/>
                  <a:pt x="57" y="131"/>
                  <a:pt x="69" y="128"/>
                </a:cubicBezTo>
                <a:cubicBezTo>
                  <a:pt x="75" y="127"/>
                  <a:pt x="80" y="123"/>
                  <a:pt x="85" y="119"/>
                </a:cubicBezTo>
                <a:cubicBezTo>
                  <a:pt x="94" y="110"/>
                  <a:pt x="94" y="93"/>
                  <a:pt x="81" y="86"/>
                </a:cubicBezTo>
                <a:cubicBezTo>
                  <a:pt x="75" y="83"/>
                  <a:pt x="69" y="81"/>
                  <a:pt x="63" y="79"/>
                </a:cubicBezTo>
                <a:cubicBezTo>
                  <a:pt x="55" y="76"/>
                  <a:pt x="46" y="74"/>
                  <a:pt x="38" y="71"/>
                </a:cubicBezTo>
                <a:cubicBezTo>
                  <a:pt x="31" y="69"/>
                  <a:pt x="25" y="66"/>
                  <a:pt x="19" y="62"/>
                </a:cubicBezTo>
                <a:cubicBezTo>
                  <a:pt x="1" y="51"/>
                  <a:pt x="0" y="27"/>
                  <a:pt x="15" y="13"/>
                </a:cubicBezTo>
                <a:cubicBezTo>
                  <a:pt x="25" y="3"/>
                  <a:pt x="37" y="0"/>
                  <a:pt x="51" y="0"/>
                </a:cubicBezTo>
                <a:cubicBezTo>
                  <a:pt x="62" y="0"/>
                  <a:pt x="72" y="3"/>
                  <a:pt x="81" y="10"/>
                </a:cubicBezTo>
                <a:cubicBezTo>
                  <a:pt x="81" y="10"/>
                  <a:pt x="81" y="11"/>
                  <a:pt x="82" y="11"/>
                </a:cubicBezTo>
                <a:cubicBezTo>
                  <a:pt x="82" y="11"/>
                  <a:pt x="82" y="11"/>
                  <a:pt x="83" y="11"/>
                </a:cubicBezTo>
                <a:cubicBezTo>
                  <a:pt x="84" y="8"/>
                  <a:pt x="85" y="5"/>
                  <a:pt x="87" y="2"/>
                </a:cubicBezTo>
                <a:cubicBezTo>
                  <a:pt x="89" y="2"/>
                  <a:pt x="91" y="2"/>
                  <a:pt x="93" y="2"/>
                </a:cubicBezTo>
                <a:cubicBezTo>
                  <a:pt x="96" y="16"/>
                  <a:pt x="100" y="30"/>
                  <a:pt x="103" y="4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0" name="Freeform 27">
            <a:extLst xmlns:a="http://schemas.openxmlformats.org/drawingml/2006/main">
              <a:ext uri="{FF2B5EF4-FFF2-40B4-BE49-F238E27FC236}">
                <a16:creationId xmlns:a16="http://schemas.microsoft.com/office/drawing/2014/main" id="{A1AE3C94-5501-4047-B816-D377422A8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4090" y="1148009"/>
            <a:ext cx="85814" cy="101957"/>
          </a:xfrm>
          <a:custGeom xmlns:a="http://schemas.openxmlformats.org/drawingml/2006/main">
            <a:gdLst>
              <a:gd name="T0" fmla="*/ 33 w 113"/>
              <a:gd name="T1" fmla="*/ 78 h 135"/>
              <a:gd name="T2" fmla="*/ 33 w 113"/>
              <a:gd name="T3" fmla="*/ 82 h 135"/>
              <a:gd name="T4" fmla="*/ 33 w 113"/>
              <a:gd name="T5" fmla="*/ 114 h 135"/>
              <a:gd name="T6" fmla="*/ 33 w 113"/>
              <a:gd name="T7" fmla="*/ 118 h 135"/>
              <a:gd name="T8" fmla="*/ 43 w 113"/>
              <a:gd name="T9" fmla="*/ 128 h 135"/>
              <a:gd name="T10" fmla="*/ 49 w 113"/>
              <a:gd name="T11" fmla="*/ 128 h 135"/>
              <a:gd name="T12" fmla="*/ 49 w 113"/>
              <a:gd name="T13" fmla="*/ 135 h 135"/>
              <a:gd name="T14" fmla="*/ 0 w 113"/>
              <a:gd name="T15" fmla="*/ 135 h 135"/>
              <a:gd name="T16" fmla="*/ 0 w 113"/>
              <a:gd name="T17" fmla="*/ 128 h 135"/>
              <a:gd name="T18" fmla="*/ 8 w 113"/>
              <a:gd name="T19" fmla="*/ 127 h 135"/>
              <a:gd name="T20" fmla="*/ 15 w 113"/>
              <a:gd name="T21" fmla="*/ 120 h 135"/>
              <a:gd name="T22" fmla="*/ 15 w 113"/>
              <a:gd name="T23" fmla="*/ 114 h 135"/>
              <a:gd name="T24" fmla="*/ 15 w 113"/>
              <a:gd name="T25" fmla="*/ 21 h 135"/>
              <a:gd name="T26" fmla="*/ 15 w 113"/>
              <a:gd name="T27" fmla="*/ 14 h 135"/>
              <a:gd name="T28" fmla="*/ 9 w 113"/>
              <a:gd name="T29" fmla="*/ 9 h 135"/>
              <a:gd name="T30" fmla="*/ 0 w 113"/>
              <a:gd name="T31" fmla="*/ 8 h 135"/>
              <a:gd name="T32" fmla="*/ 0 w 113"/>
              <a:gd name="T33" fmla="*/ 1 h 135"/>
              <a:gd name="T34" fmla="*/ 4 w 113"/>
              <a:gd name="T35" fmla="*/ 0 h 135"/>
              <a:gd name="T36" fmla="*/ 56 w 113"/>
              <a:gd name="T37" fmla="*/ 0 h 135"/>
              <a:gd name="T38" fmla="*/ 73 w 113"/>
              <a:gd name="T39" fmla="*/ 1 h 135"/>
              <a:gd name="T40" fmla="*/ 106 w 113"/>
              <a:gd name="T41" fmla="*/ 50 h 135"/>
              <a:gd name="T42" fmla="*/ 78 w 113"/>
              <a:gd name="T43" fmla="*/ 76 h 135"/>
              <a:gd name="T44" fmla="*/ 55 w 113"/>
              <a:gd name="T45" fmla="*/ 78 h 135"/>
              <a:gd name="T46" fmla="*/ 33 w 113"/>
              <a:gd name="T47" fmla="*/ 78 h 135"/>
              <a:gd name="T48" fmla="*/ 33 w 113"/>
              <a:gd name="T49" fmla="*/ 68 h 135"/>
              <a:gd name="T50" fmla="*/ 67 w 113"/>
              <a:gd name="T51" fmla="*/ 67 h 135"/>
              <a:gd name="T52" fmla="*/ 85 w 113"/>
              <a:gd name="T53" fmla="*/ 52 h 135"/>
              <a:gd name="T54" fmla="*/ 87 w 113"/>
              <a:gd name="T55" fmla="*/ 29 h 135"/>
              <a:gd name="T56" fmla="*/ 66 w 113"/>
              <a:gd name="T57" fmla="*/ 11 h 135"/>
              <a:gd name="T58" fmla="*/ 34 w 113"/>
              <a:gd name="T59" fmla="*/ 11 h 135"/>
              <a:gd name="T60" fmla="*/ 33 w 113"/>
              <a:gd name="T61" fmla="*/ 11 h 135"/>
              <a:gd name="T62" fmla="*/ 33 w 113"/>
              <a:gd name="T63" fmla="*/ 68 h 135"/>
            </a:gdLst>
            <a:rect l="0" t="0" r="r" b="b"/>
            <a:pathLst>
              <a:path w="113" h="135">
                <a:moveTo>
                  <a:pt x="33" y="78"/>
                </a:moveTo>
                <a:cubicBezTo>
                  <a:pt x="33" y="80"/>
                  <a:pt x="33" y="81"/>
                  <a:pt x="33" y="82"/>
                </a:cubicBezTo>
                <a:cubicBezTo>
                  <a:pt x="33" y="93"/>
                  <a:pt x="33" y="103"/>
                  <a:pt x="33" y="114"/>
                </a:cubicBezTo>
                <a:cubicBezTo>
                  <a:pt x="33" y="115"/>
                  <a:pt x="33" y="117"/>
                  <a:pt x="33" y="118"/>
                </a:cubicBezTo>
                <a:cubicBezTo>
                  <a:pt x="34" y="125"/>
                  <a:pt x="35" y="127"/>
                  <a:pt x="43" y="128"/>
                </a:cubicBezTo>
                <a:cubicBezTo>
                  <a:pt x="45" y="128"/>
                  <a:pt x="47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6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8" y="127"/>
                </a:cubicBezTo>
                <a:cubicBezTo>
                  <a:pt x="13" y="126"/>
                  <a:pt x="14" y="125"/>
                  <a:pt x="15" y="120"/>
                </a:cubicBezTo>
                <a:cubicBezTo>
                  <a:pt x="15" y="118"/>
                  <a:pt x="15" y="116"/>
                  <a:pt x="15" y="114"/>
                </a:cubicBezTo>
                <a:cubicBezTo>
                  <a:pt x="16" y="83"/>
                  <a:pt x="16" y="52"/>
                  <a:pt x="15" y="21"/>
                </a:cubicBezTo>
                <a:cubicBezTo>
                  <a:pt x="15" y="19"/>
                  <a:pt x="15" y="16"/>
                  <a:pt x="15" y="14"/>
                </a:cubicBezTo>
                <a:cubicBezTo>
                  <a:pt x="14" y="11"/>
                  <a:pt x="12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1" y="0"/>
                  <a:pt x="3" y="0"/>
                  <a:pt x="4" y="0"/>
                </a:cubicBezTo>
                <a:cubicBezTo>
                  <a:pt x="21" y="0"/>
                  <a:pt x="39" y="0"/>
                  <a:pt x="56" y="0"/>
                </a:cubicBezTo>
                <a:cubicBezTo>
                  <a:pt x="62" y="0"/>
                  <a:pt x="68" y="1"/>
                  <a:pt x="73" y="1"/>
                </a:cubicBezTo>
                <a:cubicBezTo>
                  <a:pt x="98" y="4"/>
                  <a:pt x="113" y="26"/>
                  <a:pt x="106" y="50"/>
                </a:cubicBezTo>
                <a:cubicBezTo>
                  <a:pt x="102" y="64"/>
                  <a:pt x="93" y="73"/>
                  <a:pt x="78" y="76"/>
                </a:cubicBezTo>
                <a:cubicBezTo>
                  <a:pt x="70" y="77"/>
                  <a:pt x="63" y="77"/>
                  <a:pt x="55" y="78"/>
                </a:cubicBezTo>
                <a:cubicBezTo>
                  <a:pt x="48" y="78"/>
                  <a:pt x="41" y="78"/>
                  <a:pt x="33" y="78"/>
                </a:cubicBezTo>
                <a:close/>
                <a:moveTo>
                  <a:pt x="33" y="68"/>
                </a:moveTo>
                <a:cubicBezTo>
                  <a:pt x="45" y="67"/>
                  <a:pt x="56" y="68"/>
                  <a:pt x="67" y="67"/>
                </a:cubicBezTo>
                <a:cubicBezTo>
                  <a:pt x="76" y="66"/>
                  <a:pt x="82" y="60"/>
                  <a:pt x="85" y="52"/>
                </a:cubicBezTo>
                <a:cubicBezTo>
                  <a:pt x="89" y="45"/>
                  <a:pt x="89" y="37"/>
                  <a:pt x="87" y="29"/>
                </a:cubicBezTo>
                <a:cubicBezTo>
                  <a:pt x="84" y="19"/>
                  <a:pt x="78" y="12"/>
                  <a:pt x="66" y="11"/>
                </a:cubicBezTo>
                <a:cubicBezTo>
                  <a:pt x="56" y="11"/>
                  <a:pt x="45" y="11"/>
                  <a:pt x="34" y="11"/>
                </a:cubicBezTo>
                <a:cubicBezTo>
                  <a:pt x="34" y="11"/>
                  <a:pt x="34" y="11"/>
                  <a:pt x="33" y="11"/>
                </a:cubicBezTo>
                <a:cubicBezTo>
                  <a:pt x="33" y="30"/>
                  <a:pt x="33" y="48"/>
                  <a:pt x="33" y="6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1" name="Freeform 29">
            <a:extLst xmlns:a="http://schemas.openxmlformats.org/drawingml/2006/main">
              <a:ext uri="{FF2B5EF4-FFF2-40B4-BE49-F238E27FC236}">
                <a16:creationId xmlns:a16="http://schemas.microsoft.com/office/drawing/2014/main" id="{1FCEC763-9C6C-4908-89F1-6CA8E1113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8841" y="1148859"/>
            <a:ext cx="101107" cy="104506"/>
          </a:xfrm>
          <a:custGeom xmlns:a="http://schemas.openxmlformats.org/drawingml/2006/main">
            <a:gdLst>
              <a:gd name="T0" fmla="*/ 49 w 133"/>
              <a:gd name="T1" fmla="*/ 0 h 138"/>
              <a:gd name="T2" fmla="*/ 49 w 133"/>
              <a:gd name="T3" fmla="*/ 7 h 138"/>
              <a:gd name="T4" fmla="*/ 41 w 133"/>
              <a:gd name="T5" fmla="*/ 8 h 138"/>
              <a:gd name="T6" fmla="*/ 34 w 133"/>
              <a:gd name="T7" fmla="*/ 15 h 138"/>
              <a:gd name="T8" fmla="*/ 33 w 133"/>
              <a:gd name="T9" fmla="*/ 23 h 138"/>
              <a:gd name="T10" fmla="*/ 33 w 133"/>
              <a:gd name="T11" fmla="*/ 83 h 138"/>
              <a:gd name="T12" fmla="*/ 34 w 133"/>
              <a:gd name="T13" fmla="*/ 96 h 138"/>
              <a:gd name="T14" fmla="*/ 60 w 133"/>
              <a:gd name="T15" fmla="*/ 124 h 138"/>
              <a:gd name="T16" fmla="*/ 100 w 133"/>
              <a:gd name="T17" fmla="*/ 110 h 138"/>
              <a:gd name="T18" fmla="*/ 106 w 133"/>
              <a:gd name="T19" fmla="*/ 94 h 138"/>
              <a:gd name="T20" fmla="*/ 107 w 133"/>
              <a:gd name="T21" fmla="*/ 80 h 138"/>
              <a:gd name="T22" fmla="*/ 107 w 133"/>
              <a:gd name="T23" fmla="*/ 24 h 138"/>
              <a:gd name="T24" fmla="*/ 106 w 133"/>
              <a:gd name="T25" fmla="*/ 15 h 138"/>
              <a:gd name="T26" fmla="*/ 97 w 133"/>
              <a:gd name="T27" fmla="*/ 8 h 138"/>
              <a:gd name="T28" fmla="*/ 91 w 133"/>
              <a:gd name="T29" fmla="*/ 7 h 138"/>
              <a:gd name="T30" fmla="*/ 91 w 133"/>
              <a:gd name="T31" fmla="*/ 0 h 138"/>
              <a:gd name="T32" fmla="*/ 133 w 133"/>
              <a:gd name="T33" fmla="*/ 0 h 138"/>
              <a:gd name="T34" fmla="*/ 133 w 133"/>
              <a:gd name="T35" fmla="*/ 7 h 138"/>
              <a:gd name="T36" fmla="*/ 126 w 133"/>
              <a:gd name="T37" fmla="*/ 8 h 138"/>
              <a:gd name="T38" fmla="*/ 118 w 133"/>
              <a:gd name="T39" fmla="*/ 15 h 138"/>
              <a:gd name="T40" fmla="*/ 118 w 133"/>
              <a:gd name="T41" fmla="*/ 25 h 138"/>
              <a:gd name="T42" fmla="*/ 117 w 133"/>
              <a:gd name="T43" fmla="*/ 88 h 138"/>
              <a:gd name="T44" fmla="*/ 114 w 133"/>
              <a:gd name="T45" fmla="*/ 105 h 138"/>
              <a:gd name="T46" fmla="*/ 74 w 133"/>
              <a:gd name="T47" fmla="*/ 136 h 138"/>
              <a:gd name="T48" fmla="*/ 35 w 133"/>
              <a:gd name="T49" fmla="*/ 127 h 138"/>
              <a:gd name="T50" fmla="*/ 17 w 133"/>
              <a:gd name="T51" fmla="*/ 96 h 138"/>
              <a:gd name="T52" fmla="*/ 16 w 133"/>
              <a:gd name="T53" fmla="*/ 83 h 138"/>
              <a:gd name="T54" fmla="*/ 16 w 133"/>
              <a:gd name="T55" fmla="*/ 25 h 138"/>
              <a:gd name="T56" fmla="*/ 16 w 133"/>
              <a:gd name="T57" fmla="*/ 15 h 138"/>
              <a:gd name="T58" fmla="*/ 8 w 133"/>
              <a:gd name="T59" fmla="*/ 8 h 138"/>
              <a:gd name="T60" fmla="*/ 0 w 133"/>
              <a:gd name="T61" fmla="*/ 7 h 138"/>
              <a:gd name="T62" fmla="*/ 0 w 133"/>
              <a:gd name="T63" fmla="*/ 0 h 138"/>
              <a:gd name="T64" fmla="*/ 49 w 133"/>
              <a:gd name="T65" fmla="*/ 0 h 138"/>
            </a:gdLst>
            <a:rect l="0" t="0" r="r" b="b"/>
            <a:pathLst>
              <a:path w="133" h="138">
                <a:moveTo>
                  <a:pt x="49" y="0"/>
                </a:move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1" y="8"/>
                </a:cubicBezTo>
                <a:cubicBezTo>
                  <a:pt x="36" y="8"/>
                  <a:pt x="34" y="10"/>
                  <a:pt x="34" y="15"/>
                </a:cubicBezTo>
                <a:cubicBezTo>
                  <a:pt x="33" y="17"/>
                  <a:pt x="33" y="20"/>
                  <a:pt x="33" y="23"/>
                </a:cubicBezTo>
                <a:cubicBezTo>
                  <a:pt x="33" y="43"/>
                  <a:pt x="33" y="63"/>
                  <a:pt x="33" y="83"/>
                </a:cubicBezTo>
                <a:cubicBezTo>
                  <a:pt x="33" y="87"/>
                  <a:pt x="33" y="92"/>
                  <a:pt x="34" y="96"/>
                </a:cubicBezTo>
                <a:cubicBezTo>
                  <a:pt x="36" y="112"/>
                  <a:pt x="46" y="120"/>
                  <a:pt x="60" y="124"/>
                </a:cubicBezTo>
                <a:cubicBezTo>
                  <a:pt x="76" y="128"/>
                  <a:pt x="89" y="123"/>
                  <a:pt x="100" y="110"/>
                </a:cubicBezTo>
                <a:cubicBezTo>
                  <a:pt x="104" y="106"/>
                  <a:pt x="105" y="100"/>
                  <a:pt x="106" y="94"/>
                </a:cubicBezTo>
                <a:cubicBezTo>
                  <a:pt x="106" y="90"/>
                  <a:pt x="106" y="85"/>
                  <a:pt x="107" y="80"/>
                </a:cubicBezTo>
                <a:cubicBezTo>
                  <a:pt x="107" y="62"/>
                  <a:pt x="107" y="43"/>
                  <a:pt x="107" y="24"/>
                </a:cubicBezTo>
                <a:cubicBezTo>
                  <a:pt x="107" y="21"/>
                  <a:pt x="106" y="18"/>
                  <a:pt x="106" y="15"/>
                </a:cubicBezTo>
                <a:cubicBezTo>
                  <a:pt x="105" y="10"/>
                  <a:pt x="103" y="8"/>
                  <a:pt x="97" y="8"/>
                </a:cubicBezTo>
                <a:cubicBezTo>
                  <a:pt x="95" y="7"/>
                  <a:pt x="93" y="7"/>
                  <a:pt x="91" y="7"/>
                </a:cubicBezTo>
                <a:cubicBezTo>
                  <a:pt x="91" y="4"/>
                  <a:pt x="91" y="2"/>
                  <a:pt x="91" y="0"/>
                </a:cubicBezTo>
                <a:cubicBezTo>
                  <a:pt x="105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1" y="7"/>
                  <a:pt x="128" y="7"/>
                  <a:pt x="126" y="8"/>
                </a:cubicBezTo>
                <a:cubicBezTo>
                  <a:pt x="121" y="8"/>
                  <a:pt x="119" y="11"/>
                  <a:pt x="118" y="15"/>
                </a:cubicBezTo>
                <a:cubicBezTo>
                  <a:pt x="118" y="18"/>
                  <a:pt x="118" y="22"/>
                  <a:pt x="118" y="25"/>
                </a:cubicBezTo>
                <a:cubicBezTo>
                  <a:pt x="117" y="46"/>
                  <a:pt x="118" y="67"/>
                  <a:pt x="117" y="88"/>
                </a:cubicBezTo>
                <a:cubicBezTo>
                  <a:pt x="117" y="94"/>
                  <a:pt x="116" y="99"/>
                  <a:pt x="114" y="105"/>
                </a:cubicBezTo>
                <a:cubicBezTo>
                  <a:pt x="108" y="124"/>
                  <a:pt x="94" y="134"/>
                  <a:pt x="74" y="136"/>
                </a:cubicBezTo>
                <a:cubicBezTo>
                  <a:pt x="60" y="138"/>
                  <a:pt x="47" y="135"/>
                  <a:pt x="35" y="127"/>
                </a:cubicBezTo>
                <a:cubicBezTo>
                  <a:pt x="24" y="120"/>
                  <a:pt x="18" y="109"/>
                  <a:pt x="17" y="96"/>
                </a:cubicBezTo>
                <a:cubicBezTo>
                  <a:pt x="16" y="92"/>
                  <a:pt x="16" y="87"/>
                  <a:pt x="16" y="83"/>
                </a:cubicBezTo>
                <a:cubicBezTo>
                  <a:pt x="16" y="64"/>
                  <a:pt x="16" y="45"/>
                  <a:pt x="16" y="25"/>
                </a:cubicBezTo>
                <a:cubicBezTo>
                  <a:pt x="16" y="22"/>
                  <a:pt x="16" y="18"/>
                  <a:pt x="16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2" name="Freeform 30">
            <a:extLst xmlns:a="http://schemas.openxmlformats.org/drawingml/2006/main">
              <a:ext uri="{FF2B5EF4-FFF2-40B4-BE49-F238E27FC236}">
                <a16:creationId xmlns:a16="http://schemas.microsoft.com/office/drawing/2014/main" id="{AEF7553A-13D4-4FE8-9F8F-E33C4ABC3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7133" y="1148859"/>
            <a:ext cx="100258" cy="103657"/>
          </a:xfrm>
          <a:custGeom xmlns:a="http://schemas.openxmlformats.org/drawingml/2006/main">
            <a:gdLst>
              <a:gd name="T0" fmla="*/ 73 w 133"/>
              <a:gd name="T1" fmla="*/ 137 h 137"/>
              <a:gd name="T2" fmla="*/ 64 w 133"/>
              <a:gd name="T3" fmla="*/ 137 h 137"/>
              <a:gd name="T4" fmla="*/ 58 w 133"/>
              <a:gd name="T5" fmla="*/ 133 h 137"/>
              <a:gd name="T6" fmla="*/ 39 w 133"/>
              <a:gd name="T7" fmla="*/ 80 h 137"/>
              <a:gd name="T8" fmla="*/ 17 w 133"/>
              <a:gd name="T9" fmla="*/ 23 h 137"/>
              <a:gd name="T10" fmla="*/ 13 w 133"/>
              <a:gd name="T11" fmla="*/ 14 h 137"/>
              <a:gd name="T12" fmla="*/ 4 w 133"/>
              <a:gd name="T13" fmla="*/ 7 h 137"/>
              <a:gd name="T14" fmla="*/ 0 w 133"/>
              <a:gd name="T15" fmla="*/ 7 h 137"/>
              <a:gd name="T16" fmla="*/ 0 w 133"/>
              <a:gd name="T17" fmla="*/ 0 h 137"/>
              <a:gd name="T18" fmla="*/ 47 w 133"/>
              <a:gd name="T19" fmla="*/ 0 h 137"/>
              <a:gd name="T20" fmla="*/ 47 w 133"/>
              <a:gd name="T21" fmla="*/ 7 h 137"/>
              <a:gd name="T22" fmla="*/ 39 w 133"/>
              <a:gd name="T23" fmla="*/ 8 h 137"/>
              <a:gd name="T24" fmla="*/ 34 w 133"/>
              <a:gd name="T25" fmla="*/ 15 h 137"/>
              <a:gd name="T26" fmla="*/ 35 w 133"/>
              <a:gd name="T27" fmla="*/ 20 h 137"/>
              <a:gd name="T28" fmla="*/ 68 w 133"/>
              <a:gd name="T29" fmla="*/ 112 h 137"/>
              <a:gd name="T30" fmla="*/ 70 w 133"/>
              <a:gd name="T31" fmla="*/ 116 h 137"/>
              <a:gd name="T32" fmla="*/ 72 w 133"/>
              <a:gd name="T33" fmla="*/ 113 h 137"/>
              <a:gd name="T34" fmla="*/ 106 w 133"/>
              <a:gd name="T35" fmla="*/ 18 h 137"/>
              <a:gd name="T36" fmla="*/ 106 w 133"/>
              <a:gd name="T37" fmla="*/ 16 h 137"/>
              <a:gd name="T38" fmla="*/ 101 w 133"/>
              <a:gd name="T39" fmla="*/ 7 h 137"/>
              <a:gd name="T40" fmla="*/ 94 w 133"/>
              <a:gd name="T41" fmla="*/ 7 h 137"/>
              <a:gd name="T42" fmla="*/ 94 w 133"/>
              <a:gd name="T43" fmla="*/ 0 h 137"/>
              <a:gd name="T44" fmla="*/ 133 w 133"/>
              <a:gd name="T45" fmla="*/ 0 h 137"/>
              <a:gd name="T46" fmla="*/ 133 w 133"/>
              <a:gd name="T47" fmla="*/ 7 h 137"/>
              <a:gd name="T48" fmla="*/ 130 w 133"/>
              <a:gd name="T49" fmla="*/ 7 h 137"/>
              <a:gd name="T50" fmla="*/ 119 w 133"/>
              <a:gd name="T51" fmla="*/ 16 h 137"/>
              <a:gd name="T52" fmla="*/ 110 w 133"/>
              <a:gd name="T53" fmla="*/ 38 h 137"/>
              <a:gd name="T54" fmla="*/ 74 w 133"/>
              <a:gd name="T55" fmla="*/ 133 h 137"/>
              <a:gd name="T56" fmla="*/ 73 w 133"/>
              <a:gd name="T57" fmla="*/ 137 h 137"/>
            </a:gdLst>
            <a:rect l="0" t="0" r="r" b="b"/>
            <a:pathLst>
              <a:path w="133" h="137">
                <a:moveTo>
                  <a:pt x="73" y="137"/>
                </a:moveTo>
                <a:cubicBezTo>
                  <a:pt x="69" y="137"/>
                  <a:pt x="66" y="137"/>
                  <a:pt x="64" y="137"/>
                </a:cubicBezTo>
                <a:cubicBezTo>
                  <a:pt x="61" y="137"/>
                  <a:pt x="59" y="136"/>
                  <a:pt x="58" y="133"/>
                </a:cubicBezTo>
                <a:cubicBezTo>
                  <a:pt x="52" y="115"/>
                  <a:pt x="45" y="98"/>
                  <a:pt x="39" y="80"/>
                </a:cubicBezTo>
                <a:cubicBezTo>
                  <a:pt x="31" y="61"/>
                  <a:pt x="24" y="42"/>
                  <a:pt x="17" y="23"/>
                </a:cubicBezTo>
                <a:cubicBezTo>
                  <a:pt x="16" y="20"/>
                  <a:pt x="15" y="17"/>
                  <a:pt x="13" y="14"/>
                </a:cubicBezTo>
                <a:cubicBezTo>
                  <a:pt x="11" y="10"/>
                  <a:pt x="8" y="8"/>
                  <a:pt x="4" y="7"/>
                </a:cubicBezTo>
                <a:cubicBezTo>
                  <a:pt x="3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7" y="0"/>
                </a:cubicBezTo>
                <a:cubicBezTo>
                  <a:pt x="47" y="2"/>
                  <a:pt x="47" y="4"/>
                  <a:pt x="47" y="7"/>
                </a:cubicBezTo>
                <a:cubicBezTo>
                  <a:pt x="44" y="7"/>
                  <a:pt x="42" y="7"/>
                  <a:pt x="39" y="8"/>
                </a:cubicBezTo>
                <a:cubicBezTo>
                  <a:pt x="34" y="8"/>
                  <a:pt x="33" y="10"/>
                  <a:pt x="34" y="15"/>
                </a:cubicBezTo>
                <a:cubicBezTo>
                  <a:pt x="34" y="17"/>
                  <a:pt x="35" y="19"/>
                  <a:pt x="35" y="20"/>
                </a:cubicBezTo>
                <a:cubicBezTo>
                  <a:pt x="46" y="51"/>
                  <a:pt x="57" y="81"/>
                  <a:pt x="68" y="112"/>
                </a:cubicBezTo>
                <a:cubicBezTo>
                  <a:pt x="69" y="113"/>
                  <a:pt x="69" y="114"/>
                  <a:pt x="70" y="116"/>
                </a:cubicBezTo>
                <a:cubicBezTo>
                  <a:pt x="71" y="114"/>
                  <a:pt x="71" y="113"/>
                  <a:pt x="72" y="113"/>
                </a:cubicBezTo>
                <a:cubicBezTo>
                  <a:pt x="83" y="81"/>
                  <a:pt x="94" y="50"/>
                  <a:pt x="106" y="18"/>
                </a:cubicBezTo>
                <a:cubicBezTo>
                  <a:pt x="106" y="17"/>
                  <a:pt x="106" y="17"/>
                  <a:pt x="106" y="16"/>
                </a:cubicBezTo>
                <a:cubicBezTo>
                  <a:pt x="107" y="10"/>
                  <a:pt x="106" y="8"/>
                  <a:pt x="101" y="7"/>
                </a:cubicBezTo>
                <a:cubicBezTo>
                  <a:pt x="98" y="7"/>
                  <a:pt x="96" y="7"/>
                  <a:pt x="94" y="7"/>
                </a:cubicBezTo>
                <a:cubicBezTo>
                  <a:pt x="94" y="4"/>
                  <a:pt x="94" y="2"/>
                  <a:pt x="94" y="0"/>
                </a:cubicBezTo>
                <a:cubicBezTo>
                  <a:pt x="106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2" y="7"/>
                  <a:pt x="131" y="7"/>
                  <a:pt x="130" y="7"/>
                </a:cubicBezTo>
                <a:cubicBezTo>
                  <a:pt x="124" y="8"/>
                  <a:pt x="121" y="11"/>
                  <a:pt x="119" y="16"/>
                </a:cubicBezTo>
                <a:cubicBezTo>
                  <a:pt x="116" y="24"/>
                  <a:pt x="113" y="31"/>
                  <a:pt x="110" y="38"/>
                </a:cubicBezTo>
                <a:cubicBezTo>
                  <a:pt x="98" y="70"/>
                  <a:pt x="86" y="101"/>
                  <a:pt x="74" y="133"/>
                </a:cubicBezTo>
                <a:cubicBezTo>
                  <a:pt x="74" y="134"/>
                  <a:pt x="73" y="135"/>
                  <a:pt x="73" y="13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3" name="Freeform 31">
            <a:extLst xmlns:a="http://schemas.openxmlformats.org/drawingml/2006/main">
              <a:ext uri="{FF2B5EF4-FFF2-40B4-BE49-F238E27FC236}">
                <a16:creationId xmlns:a16="http://schemas.microsoft.com/office/drawing/2014/main" id="{2D4BB27D-C420-4312-9323-7C051FF78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0711" y="1148859"/>
            <a:ext cx="90912" cy="101957"/>
          </a:xfrm>
          <a:custGeom xmlns:a="http://schemas.openxmlformats.org/drawingml/2006/main">
            <a:gdLst>
              <a:gd name="T0" fmla="*/ 85 w 120"/>
              <a:gd name="T1" fmla="*/ 127 h 135"/>
              <a:gd name="T2" fmla="*/ 85 w 120"/>
              <a:gd name="T3" fmla="*/ 134 h 135"/>
              <a:gd name="T4" fmla="*/ 35 w 120"/>
              <a:gd name="T5" fmla="*/ 134 h 135"/>
              <a:gd name="T6" fmla="*/ 35 w 120"/>
              <a:gd name="T7" fmla="*/ 127 h 135"/>
              <a:gd name="T8" fmla="*/ 44 w 120"/>
              <a:gd name="T9" fmla="*/ 126 h 135"/>
              <a:gd name="T10" fmla="*/ 50 w 120"/>
              <a:gd name="T11" fmla="*/ 120 h 135"/>
              <a:gd name="T12" fmla="*/ 51 w 120"/>
              <a:gd name="T13" fmla="*/ 113 h 135"/>
              <a:gd name="T14" fmla="*/ 51 w 120"/>
              <a:gd name="T15" fmla="*/ 85 h 135"/>
              <a:gd name="T16" fmla="*/ 50 w 120"/>
              <a:gd name="T17" fmla="*/ 79 h 135"/>
              <a:gd name="T18" fmla="*/ 17 w 120"/>
              <a:gd name="T19" fmla="*/ 19 h 135"/>
              <a:gd name="T20" fmla="*/ 15 w 120"/>
              <a:gd name="T21" fmla="*/ 15 h 135"/>
              <a:gd name="T22" fmla="*/ 3 w 120"/>
              <a:gd name="T23" fmla="*/ 7 h 135"/>
              <a:gd name="T24" fmla="*/ 0 w 120"/>
              <a:gd name="T25" fmla="*/ 7 h 135"/>
              <a:gd name="T26" fmla="*/ 0 w 120"/>
              <a:gd name="T27" fmla="*/ 0 h 135"/>
              <a:gd name="T28" fmla="*/ 48 w 120"/>
              <a:gd name="T29" fmla="*/ 0 h 135"/>
              <a:gd name="T30" fmla="*/ 48 w 120"/>
              <a:gd name="T31" fmla="*/ 7 h 135"/>
              <a:gd name="T32" fmla="*/ 40 w 120"/>
              <a:gd name="T33" fmla="*/ 7 h 135"/>
              <a:gd name="T34" fmla="*/ 36 w 120"/>
              <a:gd name="T35" fmla="*/ 14 h 135"/>
              <a:gd name="T36" fmla="*/ 37 w 120"/>
              <a:gd name="T37" fmla="*/ 18 h 135"/>
              <a:gd name="T38" fmla="*/ 61 w 120"/>
              <a:gd name="T39" fmla="*/ 64 h 135"/>
              <a:gd name="T40" fmla="*/ 63 w 120"/>
              <a:gd name="T41" fmla="*/ 68 h 135"/>
              <a:gd name="T42" fmla="*/ 66 w 120"/>
              <a:gd name="T43" fmla="*/ 64 h 135"/>
              <a:gd name="T44" fmla="*/ 91 w 120"/>
              <a:gd name="T45" fmla="*/ 18 h 135"/>
              <a:gd name="T46" fmla="*/ 93 w 120"/>
              <a:gd name="T47" fmla="*/ 12 h 135"/>
              <a:gd name="T48" fmla="*/ 90 w 120"/>
              <a:gd name="T49" fmla="*/ 8 h 135"/>
              <a:gd name="T50" fmla="*/ 81 w 120"/>
              <a:gd name="T51" fmla="*/ 7 h 135"/>
              <a:gd name="T52" fmla="*/ 81 w 120"/>
              <a:gd name="T53" fmla="*/ 0 h 135"/>
              <a:gd name="T54" fmla="*/ 120 w 120"/>
              <a:gd name="T55" fmla="*/ 0 h 135"/>
              <a:gd name="T56" fmla="*/ 120 w 120"/>
              <a:gd name="T57" fmla="*/ 7 h 135"/>
              <a:gd name="T58" fmla="*/ 115 w 120"/>
              <a:gd name="T59" fmla="*/ 8 h 135"/>
              <a:gd name="T60" fmla="*/ 108 w 120"/>
              <a:gd name="T61" fmla="*/ 12 h 135"/>
              <a:gd name="T62" fmla="*/ 103 w 120"/>
              <a:gd name="T63" fmla="*/ 19 h 135"/>
              <a:gd name="T64" fmla="*/ 71 w 120"/>
              <a:gd name="T65" fmla="*/ 75 h 135"/>
              <a:gd name="T66" fmla="*/ 69 w 120"/>
              <a:gd name="T67" fmla="*/ 82 h 135"/>
              <a:gd name="T68" fmla="*/ 69 w 120"/>
              <a:gd name="T69" fmla="*/ 111 h 135"/>
              <a:gd name="T70" fmla="*/ 69 w 120"/>
              <a:gd name="T71" fmla="*/ 118 h 135"/>
              <a:gd name="T72" fmla="*/ 77 w 120"/>
              <a:gd name="T73" fmla="*/ 126 h 135"/>
              <a:gd name="T74" fmla="*/ 85 w 120"/>
              <a:gd name="T75" fmla="*/ 127 h 135"/>
            </a:gdLst>
            <a:rect l="0" t="0" r="r" b="b"/>
            <a:pathLst>
              <a:path w="120" h="135">
                <a:moveTo>
                  <a:pt x="85" y="127"/>
                </a:moveTo>
                <a:cubicBezTo>
                  <a:pt x="85" y="130"/>
                  <a:pt x="85" y="132"/>
                  <a:pt x="85" y="134"/>
                </a:cubicBezTo>
                <a:cubicBezTo>
                  <a:pt x="81" y="135"/>
                  <a:pt x="44" y="135"/>
                  <a:pt x="35" y="134"/>
                </a:cubicBezTo>
                <a:cubicBezTo>
                  <a:pt x="35" y="132"/>
                  <a:pt x="35" y="130"/>
                  <a:pt x="35" y="127"/>
                </a:cubicBezTo>
                <a:cubicBezTo>
                  <a:pt x="38" y="127"/>
                  <a:pt x="41" y="126"/>
                  <a:pt x="44" y="126"/>
                </a:cubicBezTo>
                <a:cubicBezTo>
                  <a:pt x="48" y="126"/>
                  <a:pt x="50" y="124"/>
                  <a:pt x="50" y="120"/>
                </a:cubicBezTo>
                <a:cubicBezTo>
                  <a:pt x="51" y="118"/>
                  <a:pt x="51" y="115"/>
                  <a:pt x="51" y="113"/>
                </a:cubicBezTo>
                <a:cubicBezTo>
                  <a:pt x="51" y="104"/>
                  <a:pt x="51" y="95"/>
                  <a:pt x="51" y="85"/>
                </a:cubicBezTo>
                <a:cubicBezTo>
                  <a:pt x="51" y="83"/>
                  <a:pt x="51" y="81"/>
                  <a:pt x="50" y="79"/>
                </a:cubicBezTo>
                <a:cubicBezTo>
                  <a:pt x="39" y="59"/>
                  <a:pt x="28" y="39"/>
                  <a:pt x="17" y="19"/>
                </a:cubicBezTo>
                <a:cubicBezTo>
                  <a:pt x="16" y="17"/>
                  <a:pt x="15" y="16"/>
                  <a:pt x="15" y="15"/>
                </a:cubicBezTo>
                <a:cubicBezTo>
                  <a:pt x="12" y="10"/>
                  <a:pt x="9" y="7"/>
                  <a:pt x="3" y="7"/>
                </a:cubicBezTo>
                <a:cubicBezTo>
                  <a:pt x="2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8" y="0"/>
                </a:cubicBezTo>
                <a:cubicBezTo>
                  <a:pt x="48" y="2"/>
                  <a:pt x="48" y="4"/>
                  <a:pt x="48" y="7"/>
                </a:cubicBezTo>
                <a:cubicBezTo>
                  <a:pt x="45" y="7"/>
                  <a:pt x="42" y="7"/>
                  <a:pt x="40" y="7"/>
                </a:cubicBezTo>
                <a:cubicBezTo>
                  <a:pt x="35" y="8"/>
                  <a:pt x="34" y="10"/>
                  <a:pt x="36" y="14"/>
                </a:cubicBezTo>
                <a:cubicBezTo>
                  <a:pt x="36" y="15"/>
                  <a:pt x="37" y="17"/>
                  <a:pt x="37" y="18"/>
                </a:cubicBezTo>
                <a:cubicBezTo>
                  <a:pt x="45" y="33"/>
                  <a:pt x="53" y="49"/>
                  <a:pt x="61" y="64"/>
                </a:cubicBezTo>
                <a:cubicBezTo>
                  <a:pt x="61" y="65"/>
                  <a:pt x="62" y="66"/>
                  <a:pt x="63" y="68"/>
                </a:cubicBezTo>
                <a:cubicBezTo>
                  <a:pt x="64" y="66"/>
                  <a:pt x="65" y="65"/>
                  <a:pt x="66" y="64"/>
                </a:cubicBezTo>
                <a:cubicBezTo>
                  <a:pt x="74" y="49"/>
                  <a:pt x="82" y="34"/>
                  <a:pt x="91" y="18"/>
                </a:cubicBezTo>
                <a:cubicBezTo>
                  <a:pt x="92" y="16"/>
                  <a:pt x="93" y="14"/>
                  <a:pt x="93" y="12"/>
                </a:cubicBezTo>
                <a:cubicBezTo>
                  <a:pt x="94" y="9"/>
                  <a:pt x="93" y="8"/>
                  <a:pt x="90" y="8"/>
                </a:cubicBezTo>
                <a:cubicBezTo>
                  <a:pt x="87" y="7"/>
                  <a:pt x="85" y="7"/>
                  <a:pt x="81" y="7"/>
                </a:cubicBezTo>
                <a:cubicBezTo>
                  <a:pt x="81" y="4"/>
                  <a:pt x="81" y="2"/>
                  <a:pt x="81" y="0"/>
                </a:cubicBezTo>
                <a:cubicBezTo>
                  <a:pt x="94" y="0"/>
                  <a:pt x="107" y="0"/>
                  <a:pt x="120" y="0"/>
                </a:cubicBezTo>
                <a:cubicBezTo>
                  <a:pt x="120" y="2"/>
                  <a:pt x="120" y="4"/>
                  <a:pt x="120" y="7"/>
                </a:cubicBezTo>
                <a:cubicBezTo>
                  <a:pt x="119" y="7"/>
                  <a:pt x="117" y="7"/>
                  <a:pt x="115" y="8"/>
                </a:cubicBezTo>
                <a:cubicBezTo>
                  <a:pt x="112" y="8"/>
                  <a:pt x="109" y="9"/>
                  <a:pt x="108" y="12"/>
                </a:cubicBezTo>
                <a:cubicBezTo>
                  <a:pt x="106" y="14"/>
                  <a:pt x="104" y="17"/>
                  <a:pt x="103" y="19"/>
                </a:cubicBezTo>
                <a:cubicBezTo>
                  <a:pt x="92" y="38"/>
                  <a:pt x="81" y="56"/>
                  <a:pt x="71" y="75"/>
                </a:cubicBezTo>
                <a:cubicBezTo>
                  <a:pt x="69" y="77"/>
                  <a:pt x="68" y="80"/>
                  <a:pt x="69" y="82"/>
                </a:cubicBezTo>
                <a:cubicBezTo>
                  <a:pt x="69" y="92"/>
                  <a:pt x="69" y="102"/>
                  <a:pt x="69" y="111"/>
                </a:cubicBezTo>
                <a:cubicBezTo>
                  <a:pt x="69" y="114"/>
                  <a:pt x="69" y="116"/>
                  <a:pt x="69" y="118"/>
                </a:cubicBezTo>
                <a:cubicBezTo>
                  <a:pt x="70" y="124"/>
                  <a:pt x="71" y="125"/>
                  <a:pt x="77" y="126"/>
                </a:cubicBezTo>
                <a:cubicBezTo>
                  <a:pt x="80" y="126"/>
                  <a:pt x="82" y="127"/>
                  <a:pt x="85" y="12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4" name="Freeform 32">
            <a:extLst xmlns:a="http://schemas.openxmlformats.org/drawingml/2006/main">
              <a:ext uri="{FF2B5EF4-FFF2-40B4-BE49-F238E27FC236}">
                <a16:creationId xmlns:a16="http://schemas.microsoft.com/office/drawing/2014/main" id="{B166B7FA-D91F-404E-8DCD-DEE663FAC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3197" y="1145460"/>
            <a:ext cx="87513" cy="104506"/>
          </a:xfrm>
          <a:custGeom xmlns:a="http://schemas.openxmlformats.org/drawingml/2006/main">
            <a:gdLst>
              <a:gd name="T0" fmla="*/ 108 w 116"/>
              <a:gd name="T1" fmla="*/ 42 h 139"/>
              <a:gd name="T2" fmla="*/ 102 w 116"/>
              <a:gd name="T3" fmla="*/ 29 h 139"/>
              <a:gd name="T4" fmla="*/ 72 w 116"/>
              <a:gd name="T5" fmla="*/ 14 h 139"/>
              <a:gd name="T6" fmla="*/ 67 w 116"/>
              <a:gd name="T7" fmla="*/ 18 h 139"/>
              <a:gd name="T8" fmla="*/ 66 w 116"/>
              <a:gd name="T9" fmla="*/ 24 h 139"/>
              <a:gd name="T10" fmla="*/ 66 w 116"/>
              <a:gd name="T11" fmla="*/ 115 h 139"/>
              <a:gd name="T12" fmla="*/ 67 w 116"/>
              <a:gd name="T13" fmla="*/ 123 h 139"/>
              <a:gd name="T14" fmla="*/ 75 w 116"/>
              <a:gd name="T15" fmla="*/ 131 h 139"/>
              <a:gd name="T16" fmla="*/ 83 w 116"/>
              <a:gd name="T17" fmla="*/ 132 h 139"/>
              <a:gd name="T18" fmla="*/ 83 w 116"/>
              <a:gd name="T19" fmla="*/ 139 h 139"/>
              <a:gd name="T20" fmla="*/ 33 w 116"/>
              <a:gd name="T21" fmla="*/ 139 h 139"/>
              <a:gd name="T22" fmla="*/ 33 w 116"/>
              <a:gd name="T23" fmla="*/ 132 h 139"/>
              <a:gd name="T24" fmla="*/ 41 w 116"/>
              <a:gd name="T25" fmla="*/ 131 h 139"/>
              <a:gd name="T26" fmla="*/ 49 w 116"/>
              <a:gd name="T27" fmla="*/ 123 h 139"/>
              <a:gd name="T28" fmla="*/ 49 w 116"/>
              <a:gd name="T29" fmla="*/ 118 h 139"/>
              <a:gd name="T30" fmla="*/ 49 w 116"/>
              <a:gd name="T31" fmla="*/ 22 h 139"/>
              <a:gd name="T32" fmla="*/ 41 w 116"/>
              <a:gd name="T33" fmla="*/ 14 h 139"/>
              <a:gd name="T34" fmla="*/ 32 w 116"/>
              <a:gd name="T35" fmla="*/ 15 h 139"/>
              <a:gd name="T36" fmla="*/ 18 w 116"/>
              <a:gd name="T37" fmla="*/ 23 h 139"/>
              <a:gd name="T38" fmla="*/ 11 w 116"/>
              <a:gd name="T39" fmla="*/ 36 h 139"/>
              <a:gd name="T40" fmla="*/ 8 w 116"/>
              <a:gd name="T41" fmla="*/ 42 h 139"/>
              <a:gd name="T42" fmla="*/ 0 w 116"/>
              <a:gd name="T43" fmla="*/ 39 h 139"/>
              <a:gd name="T44" fmla="*/ 13 w 116"/>
              <a:gd name="T45" fmla="*/ 0 h 139"/>
              <a:gd name="T46" fmla="*/ 19 w 116"/>
              <a:gd name="T47" fmla="*/ 0 h 139"/>
              <a:gd name="T48" fmla="*/ 21 w 116"/>
              <a:gd name="T49" fmla="*/ 4 h 139"/>
              <a:gd name="T50" fmla="*/ 95 w 116"/>
              <a:gd name="T51" fmla="*/ 4 h 139"/>
              <a:gd name="T52" fmla="*/ 97 w 116"/>
              <a:gd name="T53" fmla="*/ 0 h 139"/>
              <a:gd name="T54" fmla="*/ 103 w 116"/>
              <a:gd name="T55" fmla="*/ 0 h 139"/>
              <a:gd name="T56" fmla="*/ 116 w 116"/>
              <a:gd name="T57" fmla="*/ 39 h 139"/>
              <a:gd name="T58" fmla="*/ 108 w 116"/>
              <a:gd name="T59" fmla="*/ 42 h 139"/>
            </a:gdLst>
            <a:rect l="0" t="0" r="r" b="b"/>
            <a:pathLst>
              <a:path w="116" h="139">
                <a:moveTo>
                  <a:pt x="108" y="42"/>
                </a:moveTo>
                <a:cubicBezTo>
                  <a:pt x="106" y="37"/>
                  <a:pt x="104" y="33"/>
                  <a:pt x="102" y="29"/>
                </a:cubicBezTo>
                <a:cubicBezTo>
                  <a:pt x="96" y="17"/>
                  <a:pt x="85" y="13"/>
                  <a:pt x="72" y="14"/>
                </a:cubicBezTo>
                <a:cubicBezTo>
                  <a:pt x="68" y="14"/>
                  <a:pt x="67" y="15"/>
                  <a:pt x="67" y="18"/>
                </a:cubicBezTo>
                <a:cubicBezTo>
                  <a:pt x="66" y="20"/>
                  <a:pt x="66" y="22"/>
                  <a:pt x="66" y="24"/>
                </a:cubicBezTo>
                <a:cubicBezTo>
                  <a:pt x="66" y="54"/>
                  <a:pt x="66" y="85"/>
                  <a:pt x="66" y="115"/>
                </a:cubicBezTo>
                <a:cubicBezTo>
                  <a:pt x="66" y="118"/>
                  <a:pt x="67" y="120"/>
                  <a:pt x="67" y="123"/>
                </a:cubicBezTo>
                <a:cubicBezTo>
                  <a:pt x="68" y="128"/>
                  <a:pt x="70" y="130"/>
                  <a:pt x="75" y="131"/>
                </a:cubicBezTo>
                <a:cubicBezTo>
                  <a:pt x="78" y="131"/>
                  <a:pt x="80" y="132"/>
                  <a:pt x="83" y="132"/>
                </a:cubicBezTo>
                <a:cubicBezTo>
                  <a:pt x="83" y="134"/>
                  <a:pt x="83" y="137"/>
                  <a:pt x="83" y="139"/>
                </a:cubicBezTo>
                <a:cubicBezTo>
                  <a:pt x="66" y="139"/>
                  <a:pt x="50" y="139"/>
                  <a:pt x="33" y="139"/>
                </a:cubicBezTo>
                <a:cubicBezTo>
                  <a:pt x="33" y="137"/>
                  <a:pt x="33" y="135"/>
                  <a:pt x="33" y="132"/>
                </a:cubicBezTo>
                <a:cubicBezTo>
                  <a:pt x="36" y="132"/>
                  <a:pt x="39" y="131"/>
                  <a:pt x="41" y="131"/>
                </a:cubicBezTo>
                <a:cubicBezTo>
                  <a:pt x="47" y="130"/>
                  <a:pt x="49" y="128"/>
                  <a:pt x="49" y="123"/>
                </a:cubicBezTo>
                <a:cubicBezTo>
                  <a:pt x="49" y="121"/>
                  <a:pt x="49" y="120"/>
                  <a:pt x="49" y="118"/>
                </a:cubicBezTo>
                <a:cubicBezTo>
                  <a:pt x="49" y="86"/>
                  <a:pt x="49" y="54"/>
                  <a:pt x="49" y="22"/>
                </a:cubicBezTo>
                <a:cubicBezTo>
                  <a:pt x="49" y="14"/>
                  <a:pt x="49" y="13"/>
                  <a:pt x="41" y="14"/>
                </a:cubicBezTo>
                <a:cubicBezTo>
                  <a:pt x="38" y="14"/>
                  <a:pt x="35" y="14"/>
                  <a:pt x="32" y="15"/>
                </a:cubicBezTo>
                <a:cubicBezTo>
                  <a:pt x="26" y="16"/>
                  <a:pt x="21" y="18"/>
                  <a:pt x="18" y="23"/>
                </a:cubicBezTo>
                <a:cubicBezTo>
                  <a:pt x="15" y="27"/>
                  <a:pt x="13" y="32"/>
                  <a:pt x="11" y="36"/>
                </a:cubicBezTo>
                <a:cubicBezTo>
                  <a:pt x="10" y="38"/>
                  <a:pt x="9" y="40"/>
                  <a:pt x="8" y="42"/>
                </a:cubicBezTo>
                <a:cubicBezTo>
                  <a:pt x="5" y="41"/>
                  <a:pt x="3" y="40"/>
                  <a:pt x="0" y="39"/>
                </a:cubicBezTo>
                <a:cubicBezTo>
                  <a:pt x="5" y="26"/>
                  <a:pt x="9" y="13"/>
                  <a:pt x="13" y="0"/>
                </a:cubicBezTo>
                <a:cubicBezTo>
                  <a:pt x="15" y="0"/>
                  <a:pt x="17" y="0"/>
                  <a:pt x="19" y="0"/>
                </a:cubicBezTo>
                <a:cubicBezTo>
                  <a:pt x="20" y="1"/>
                  <a:pt x="20" y="3"/>
                  <a:pt x="21" y="4"/>
                </a:cubicBezTo>
                <a:cubicBezTo>
                  <a:pt x="46" y="4"/>
                  <a:pt x="70" y="4"/>
                  <a:pt x="95" y="4"/>
                </a:cubicBezTo>
                <a:cubicBezTo>
                  <a:pt x="95" y="3"/>
                  <a:pt x="96" y="1"/>
                  <a:pt x="97" y="0"/>
                </a:cubicBezTo>
                <a:cubicBezTo>
                  <a:pt x="98" y="0"/>
                  <a:pt x="100" y="0"/>
                  <a:pt x="103" y="0"/>
                </a:cubicBezTo>
                <a:cubicBezTo>
                  <a:pt x="107" y="13"/>
                  <a:pt x="112" y="26"/>
                  <a:pt x="116" y="39"/>
                </a:cubicBezTo>
                <a:cubicBezTo>
                  <a:pt x="113" y="40"/>
                  <a:pt x="111" y="41"/>
                  <a:pt x="108" y="42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5" name="Freeform 33">
            <a:extLst xmlns:a="http://schemas.openxmlformats.org/drawingml/2006/main">
              <a:ext uri="{FF2B5EF4-FFF2-40B4-BE49-F238E27FC236}">
                <a16:creationId xmlns:a16="http://schemas.microsoft.com/office/drawing/2014/main" id="{E2B460DD-056F-4DCA-B28D-1F68D3931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5518" y="1148859"/>
            <a:ext cx="37384" cy="101108"/>
          </a:xfrm>
          <a:custGeom xmlns:a="http://schemas.openxmlformats.org/drawingml/2006/main">
            <a:gdLst>
              <a:gd name="T0" fmla="*/ 0 w 50"/>
              <a:gd name="T1" fmla="*/ 134 h 134"/>
              <a:gd name="T2" fmla="*/ 0 w 50"/>
              <a:gd name="T3" fmla="*/ 127 h 134"/>
              <a:gd name="T4" fmla="*/ 9 w 50"/>
              <a:gd name="T5" fmla="*/ 126 h 134"/>
              <a:gd name="T6" fmla="*/ 16 w 50"/>
              <a:gd name="T7" fmla="*/ 119 h 134"/>
              <a:gd name="T8" fmla="*/ 16 w 50"/>
              <a:gd name="T9" fmla="*/ 113 h 134"/>
              <a:gd name="T10" fmla="*/ 16 w 50"/>
              <a:gd name="T11" fmla="*/ 21 h 134"/>
              <a:gd name="T12" fmla="*/ 16 w 50"/>
              <a:gd name="T13" fmla="*/ 13 h 134"/>
              <a:gd name="T14" fmla="*/ 9 w 50"/>
              <a:gd name="T15" fmla="*/ 8 h 134"/>
              <a:gd name="T16" fmla="*/ 1 w 50"/>
              <a:gd name="T17" fmla="*/ 7 h 134"/>
              <a:gd name="T18" fmla="*/ 1 w 50"/>
              <a:gd name="T19" fmla="*/ 0 h 134"/>
              <a:gd name="T20" fmla="*/ 49 w 50"/>
              <a:gd name="T21" fmla="*/ 0 h 134"/>
              <a:gd name="T22" fmla="*/ 49 w 50"/>
              <a:gd name="T23" fmla="*/ 7 h 134"/>
              <a:gd name="T24" fmla="*/ 42 w 50"/>
              <a:gd name="T25" fmla="*/ 8 h 134"/>
              <a:gd name="T26" fmla="*/ 34 w 50"/>
              <a:gd name="T27" fmla="*/ 15 h 134"/>
              <a:gd name="T28" fmla="*/ 33 w 50"/>
              <a:gd name="T29" fmla="*/ 23 h 134"/>
              <a:gd name="T30" fmla="*/ 33 w 50"/>
              <a:gd name="T31" fmla="*/ 113 h 134"/>
              <a:gd name="T32" fmla="*/ 46 w 50"/>
              <a:gd name="T33" fmla="*/ 127 h 134"/>
              <a:gd name="T34" fmla="*/ 49 w 50"/>
              <a:gd name="T35" fmla="*/ 127 h 134"/>
              <a:gd name="T36" fmla="*/ 50 w 50"/>
              <a:gd name="T37" fmla="*/ 131 h 134"/>
              <a:gd name="T38" fmla="*/ 49 w 50"/>
              <a:gd name="T39" fmla="*/ 134 h 134"/>
              <a:gd name="T40" fmla="*/ 0 w 50"/>
              <a:gd name="T41" fmla="*/ 134 h 134"/>
            </a:gdLst>
            <a:rect l="0" t="0" r="r" b="b"/>
            <a:pathLst>
              <a:path w="50" h="134">
                <a:moveTo>
                  <a:pt x="0" y="134"/>
                </a:move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9" y="126"/>
                </a:cubicBezTo>
                <a:cubicBezTo>
                  <a:pt x="13" y="125"/>
                  <a:pt x="15" y="124"/>
                  <a:pt x="16" y="119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18"/>
                  <a:pt x="16" y="16"/>
                  <a:pt x="16" y="13"/>
                </a:cubicBezTo>
                <a:cubicBezTo>
                  <a:pt x="15" y="10"/>
                  <a:pt x="13" y="8"/>
                  <a:pt x="9" y="8"/>
                </a:cubicBezTo>
                <a:cubicBezTo>
                  <a:pt x="6" y="7"/>
                  <a:pt x="4" y="7"/>
                  <a:pt x="1" y="7"/>
                </a:cubicBezTo>
                <a:cubicBezTo>
                  <a:pt x="1" y="4"/>
                  <a:pt x="1" y="2"/>
                  <a:pt x="1" y="0"/>
                </a:cubicBezTo>
                <a:cubicBezTo>
                  <a:pt x="17" y="0"/>
                  <a:pt x="33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7" y="7"/>
                  <a:pt x="44" y="7"/>
                  <a:pt x="42" y="8"/>
                </a:cubicBezTo>
                <a:cubicBezTo>
                  <a:pt x="38" y="8"/>
                  <a:pt x="35" y="10"/>
                  <a:pt x="34" y="15"/>
                </a:cubicBezTo>
                <a:cubicBezTo>
                  <a:pt x="34" y="17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6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8"/>
                  <a:pt x="50" y="129"/>
                  <a:pt x="50" y="131"/>
                </a:cubicBezTo>
                <a:cubicBezTo>
                  <a:pt x="50" y="132"/>
                  <a:pt x="49" y="133"/>
                  <a:pt x="49" y="134"/>
                </a:cubicBezTo>
                <a:cubicBezTo>
                  <a:pt x="33" y="134"/>
                  <a:pt x="17" y="134"/>
                  <a:pt x="0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6" name="Freeform 34">
            <a:extLst xmlns:a="http://schemas.openxmlformats.org/drawingml/2006/main">
              <a:ext uri="{FF2B5EF4-FFF2-40B4-BE49-F238E27FC236}">
                <a16:creationId xmlns:a16="http://schemas.microsoft.com/office/drawing/2014/main" id="{D5555DA9-F494-4FCA-A1C8-C1A7A39B3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715" y="1148859"/>
            <a:ext cx="36534" cy="101957"/>
          </a:xfrm>
          <a:custGeom xmlns:a="http://schemas.openxmlformats.org/drawingml/2006/main">
            <a:gdLst>
              <a:gd name="T0" fmla="*/ 0 w 49"/>
              <a:gd name="T1" fmla="*/ 7 h 135"/>
              <a:gd name="T2" fmla="*/ 0 w 49"/>
              <a:gd name="T3" fmla="*/ 0 h 135"/>
              <a:gd name="T4" fmla="*/ 49 w 49"/>
              <a:gd name="T5" fmla="*/ 0 h 135"/>
              <a:gd name="T6" fmla="*/ 49 w 49"/>
              <a:gd name="T7" fmla="*/ 7 h 135"/>
              <a:gd name="T8" fmla="*/ 42 w 49"/>
              <a:gd name="T9" fmla="*/ 8 h 135"/>
              <a:gd name="T10" fmla="*/ 34 w 49"/>
              <a:gd name="T11" fmla="*/ 15 h 135"/>
              <a:gd name="T12" fmla="*/ 33 w 49"/>
              <a:gd name="T13" fmla="*/ 23 h 135"/>
              <a:gd name="T14" fmla="*/ 33 w 49"/>
              <a:gd name="T15" fmla="*/ 113 h 135"/>
              <a:gd name="T16" fmla="*/ 46 w 49"/>
              <a:gd name="T17" fmla="*/ 127 h 135"/>
              <a:gd name="T18" fmla="*/ 49 w 49"/>
              <a:gd name="T19" fmla="*/ 127 h 135"/>
              <a:gd name="T20" fmla="*/ 49 w 49"/>
              <a:gd name="T21" fmla="*/ 134 h 135"/>
              <a:gd name="T22" fmla="*/ 0 w 49"/>
              <a:gd name="T23" fmla="*/ 134 h 135"/>
              <a:gd name="T24" fmla="*/ 0 w 49"/>
              <a:gd name="T25" fmla="*/ 127 h 135"/>
              <a:gd name="T26" fmla="*/ 7 w 49"/>
              <a:gd name="T27" fmla="*/ 126 h 135"/>
              <a:gd name="T28" fmla="*/ 16 w 49"/>
              <a:gd name="T29" fmla="*/ 118 h 135"/>
              <a:gd name="T30" fmla="*/ 16 w 49"/>
              <a:gd name="T31" fmla="*/ 113 h 135"/>
              <a:gd name="T32" fmla="*/ 16 w 49"/>
              <a:gd name="T33" fmla="*/ 20 h 135"/>
              <a:gd name="T34" fmla="*/ 15 w 49"/>
              <a:gd name="T35" fmla="*/ 13 h 135"/>
              <a:gd name="T36" fmla="*/ 9 w 49"/>
              <a:gd name="T37" fmla="*/ 8 h 135"/>
              <a:gd name="T38" fmla="*/ 0 w 49"/>
              <a:gd name="T39" fmla="*/ 7 h 135"/>
            </a:gdLst>
            <a:rect l="0" t="0" r="r" b="b"/>
            <a:pathLst>
              <a:path w="49" h="135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5" y="10"/>
                  <a:pt x="34" y="15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5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45" y="135"/>
                  <a:pt x="9" y="135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5" y="127"/>
                  <a:pt x="7" y="126"/>
                </a:cubicBezTo>
                <a:cubicBezTo>
                  <a:pt x="13" y="126"/>
                  <a:pt x="15" y="124"/>
                  <a:pt x="16" y="118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8"/>
                  <a:pt x="15" y="16"/>
                  <a:pt x="15" y="13"/>
                </a:cubicBezTo>
                <a:cubicBezTo>
                  <a:pt x="14" y="10"/>
                  <a:pt x="12" y="8"/>
                  <a:pt x="9" y="8"/>
                </a:cubicBezTo>
                <a:cubicBezTo>
                  <a:pt x="6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7" name="Freeform 35">
            <a:extLst xmlns:a="http://schemas.openxmlformats.org/drawingml/2006/main">
              <a:ext uri="{FF2B5EF4-FFF2-40B4-BE49-F238E27FC236}">
                <a16:creationId xmlns:a16="http://schemas.microsoft.com/office/drawing/2014/main" id="{4B2C2B31-F0CD-4244-ABF2-84509C2C0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5501" y="1148859"/>
            <a:ext cx="36534" cy="101108"/>
          </a:xfrm>
          <a:custGeom xmlns:a="http://schemas.openxmlformats.org/drawingml/2006/main">
            <a:gdLst>
              <a:gd name="T0" fmla="*/ 0 w 49"/>
              <a:gd name="T1" fmla="*/ 7 h 134"/>
              <a:gd name="T2" fmla="*/ 0 w 49"/>
              <a:gd name="T3" fmla="*/ 0 h 134"/>
              <a:gd name="T4" fmla="*/ 49 w 49"/>
              <a:gd name="T5" fmla="*/ 0 h 134"/>
              <a:gd name="T6" fmla="*/ 49 w 49"/>
              <a:gd name="T7" fmla="*/ 7 h 134"/>
              <a:gd name="T8" fmla="*/ 42 w 49"/>
              <a:gd name="T9" fmla="*/ 8 h 134"/>
              <a:gd name="T10" fmla="*/ 34 w 49"/>
              <a:gd name="T11" fmla="*/ 15 h 134"/>
              <a:gd name="T12" fmla="*/ 33 w 49"/>
              <a:gd name="T13" fmla="*/ 23 h 134"/>
              <a:gd name="T14" fmla="*/ 33 w 49"/>
              <a:gd name="T15" fmla="*/ 112 h 134"/>
              <a:gd name="T16" fmla="*/ 34 w 49"/>
              <a:gd name="T17" fmla="*/ 120 h 134"/>
              <a:gd name="T18" fmla="*/ 40 w 49"/>
              <a:gd name="T19" fmla="*/ 126 h 134"/>
              <a:gd name="T20" fmla="*/ 49 w 49"/>
              <a:gd name="T21" fmla="*/ 127 h 134"/>
              <a:gd name="T22" fmla="*/ 49 w 49"/>
              <a:gd name="T23" fmla="*/ 134 h 134"/>
              <a:gd name="T24" fmla="*/ 0 w 49"/>
              <a:gd name="T25" fmla="*/ 134 h 134"/>
              <a:gd name="T26" fmla="*/ 0 w 49"/>
              <a:gd name="T27" fmla="*/ 127 h 134"/>
              <a:gd name="T28" fmla="*/ 8 w 49"/>
              <a:gd name="T29" fmla="*/ 126 h 134"/>
              <a:gd name="T30" fmla="*/ 15 w 49"/>
              <a:gd name="T31" fmla="*/ 119 h 134"/>
              <a:gd name="T32" fmla="*/ 16 w 49"/>
              <a:gd name="T33" fmla="*/ 110 h 134"/>
              <a:gd name="T34" fmla="*/ 16 w 49"/>
              <a:gd name="T35" fmla="*/ 25 h 134"/>
              <a:gd name="T36" fmla="*/ 15 w 49"/>
              <a:gd name="T37" fmla="*/ 15 h 134"/>
              <a:gd name="T38" fmla="*/ 8 w 49"/>
              <a:gd name="T39" fmla="*/ 8 h 134"/>
              <a:gd name="T40" fmla="*/ 0 w 49"/>
              <a:gd name="T41" fmla="*/ 7 h 134"/>
            </a:gdLst>
            <a:rect l="0" t="0" r="r" b="b"/>
            <a:pathLst>
              <a:path w="49" h="134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4" y="10"/>
                  <a:pt x="34" y="15"/>
                </a:cubicBezTo>
                <a:cubicBezTo>
                  <a:pt x="33" y="18"/>
                  <a:pt x="33" y="21"/>
                  <a:pt x="33" y="23"/>
                </a:cubicBezTo>
                <a:cubicBezTo>
                  <a:pt x="33" y="53"/>
                  <a:pt x="33" y="83"/>
                  <a:pt x="33" y="112"/>
                </a:cubicBezTo>
                <a:cubicBezTo>
                  <a:pt x="33" y="115"/>
                  <a:pt x="33" y="118"/>
                  <a:pt x="34" y="120"/>
                </a:cubicBezTo>
                <a:cubicBezTo>
                  <a:pt x="34" y="124"/>
                  <a:pt x="36" y="126"/>
                  <a:pt x="40" y="126"/>
                </a:cubicBezTo>
                <a:cubicBezTo>
                  <a:pt x="43" y="126"/>
                  <a:pt x="45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33" y="134"/>
                  <a:pt x="1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8" y="126"/>
                </a:cubicBezTo>
                <a:cubicBezTo>
                  <a:pt x="13" y="125"/>
                  <a:pt x="15" y="123"/>
                  <a:pt x="15" y="119"/>
                </a:cubicBezTo>
                <a:cubicBezTo>
                  <a:pt x="16" y="116"/>
                  <a:pt x="16" y="113"/>
                  <a:pt x="16" y="110"/>
                </a:cubicBezTo>
                <a:cubicBezTo>
                  <a:pt x="16" y="81"/>
                  <a:pt x="16" y="53"/>
                  <a:pt x="16" y="25"/>
                </a:cubicBezTo>
                <a:cubicBezTo>
                  <a:pt x="16" y="21"/>
                  <a:pt x="16" y="18"/>
                  <a:pt x="15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9" name="Freeform 9">
            <a:extLst xmlns:a="http://schemas.openxmlformats.org/drawingml/2006/main">
              <a:ext uri="{FF2B5EF4-FFF2-40B4-BE49-F238E27FC236}">
                <a16:creationId xmlns:a16="http://schemas.microsoft.com/office/drawing/2014/main" id="{4A080335-35EF-41F2-8610-6467CA33D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9474" y="666260"/>
            <a:ext cx="245547" cy="274435"/>
          </a:xfrm>
          <a:custGeom xmlns:a="http://schemas.openxmlformats.org/drawingml/2006/main">
            <a:gdLst>
              <a:gd name="T0" fmla="*/ 324 w 325"/>
              <a:gd name="T1" fmla="*/ 106 h 363"/>
              <a:gd name="T2" fmla="*/ 283 w 325"/>
              <a:gd name="T3" fmla="*/ 179 h 363"/>
              <a:gd name="T4" fmla="*/ 247 w 325"/>
              <a:gd name="T5" fmla="*/ 214 h 363"/>
              <a:gd name="T6" fmla="*/ 241 w 325"/>
              <a:gd name="T7" fmla="*/ 228 h 363"/>
              <a:gd name="T8" fmla="*/ 271 w 325"/>
              <a:gd name="T9" fmla="*/ 230 h 363"/>
              <a:gd name="T10" fmla="*/ 282 w 325"/>
              <a:gd name="T11" fmla="*/ 240 h 363"/>
              <a:gd name="T12" fmla="*/ 269 w 325"/>
              <a:gd name="T13" fmla="*/ 277 h 363"/>
              <a:gd name="T14" fmla="*/ 223 w 325"/>
              <a:gd name="T15" fmla="*/ 316 h 363"/>
              <a:gd name="T16" fmla="*/ 176 w 325"/>
              <a:gd name="T17" fmla="*/ 340 h 363"/>
              <a:gd name="T18" fmla="*/ 160 w 325"/>
              <a:gd name="T19" fmla="*/ 339 h 363"/>
              <a:gd name="T20" fmla="*/ 165 w 325"/>
              <a:gd name="T21" fmla="*/ 329 h 363"/>
              <a:gd name="T22" fmla="*/ 195 w 325"/>
              <a:gd name="T23" fmla="*/ 302 h 363"/>
              <a:gd name="T24" fmla="*/ 214 w 325"/>
              <a:gd name="T25" fmla="*/ 282 h 363"/>
              <a:gd name="T26" fmla="*/ 223 w 325"/>
              <a:gd name="T27" fmla="*/ 265 h 363"/>
              <a:gd name="T28" fmla="*/ 220 w 325"/>
              <a:gd name="T29" fmla="*/ 257 h 363"/>
              <a:gd name="T30" fmla="*/ 179 w 325"/>
              <a:gd name="T31" fmla="*/ 289 h 363"/>
              <a:gd name="T32" fmla="*/ 106 w 325"/>
              <a:gd name="T33" fmla="*/ 335 h 363"/>
              <a:gd name="T34" fmla="*/ 20 w 325"/>
              <a:gd name="T35" fmla="*/ 363 h 363"/>
              <a:gd name="T36" fmla="*/ 4 w 325"/>
              <a:gd name="T37" fmla="*/ 360 h 363"/>
              <a:gd name="T38" fmla="*/ 78 w 325"/>
              <a:gd name="T39" fmla="*/ 306 h 363"/>
              <a:gd name="T40" fmla="*/ 102 w 325"/>
              <a:gd name="T41" fmla="*/ 295 h 363"/>
              <a:gd name="T42" fmla="*/ 208 w 325"/>
              <a:gd name="T43" fmla="*/ 238 h 363"/>
              <a:gd name="T44" fmla="*/ 207 w 325"/>
              <a:gd name="T45" fmla="*/ 232 h 363"/>
              <a:gd name="T46" fmla="*/ 171 w 325"/>
              <a:gd name="T47" fmla="*/ 243 h 363"/>
              <a:gd name="T48" fmla="*/ 163 w 325"/>
              <a:gd name="T49" fmla="*/ 239 h 363"/>
              <a:gd name="T50" fmla="*/ 170 w 325"/>
              <a:gd name="T51" fmla="*/ 226 h 363"/>
              <a:gd name="T52" fmla="*/ 154 w 325"/>
              <a:gd name="T53" fmla="*/ 206 h 363"/>
              <a:gd name="T54" fmla="*/ 122 w 325"/>
              <a:gd name="T55" fmla="*/ 224 h 363"/>
              <a:gd name="T56" fmla="*/ 99 w 325"/>
              <a:gd name="T57" fmla="*/ 236 h 363"/>
              <a:gd name="T58" fmla="*/ 100 w 325"/>
              <a:gd name="T59" fmla="*/ 222 h 363"/>
              <a:gd name="T60" fmla="*/ 116 w 325"/>
              <a:gd name="T61" fmla="*/ 204 h 363"/>
              <a:gd name="T62" fmla="*/ 118 w 325"/>
              <a:gd name="T63" fmla="*/ 183 h 363"/>
              <a:gd name="T64" fmla="*/ 116 w 325"/>
              <a:gd name="T65" fmla="*/ 174 h 363"/>
              <a:gd name="T66" fmla="*/ 143 w 325"/>
              <a:gd name="T67" fmla="*/ 167 h 363"/>
              <a:gd name="T68" fmla="*/ 158 w 325"/>
              <a:gd name="T69" fmla="*/ 145 h 363"/>
              <a:gd name="T70" fmla="*/ 147 w 325"/>
              <a:gd name="T71" fmla="*/ 144 h 363"/>
              <a:gd name="T72" fmla="*/ 132 w 325"/>
              <a:gd name="T73" fmla="*/ 141 h 363"/>
              <a:gd name="T74" fmla="*/ 141 w 325"/>
              <a:gd name="T75" fmla="*/ 129 h 363"/>
              <a:gd name="T76" fmla="*/ 140 w 325"/>
              <a:gd name="T77" fmla="*/ 115 h 363"/>
              <a:gd name="T78" fmla="*/ 112 w 325"/>
              <a:gd name="T79" fmla="*/ 96 h 363"/>
              <a:gd name="T80" fmla="*/ 127 w 325"/>
              <a:gd name="T81" fmla="*/ 92 h 363"/>
              <a:gd name="T82" fmla="*/ 167 w 325"/>
              <a:gd name="T83" fmla="*/ 81 h 363"/>
              <a:gd name="T84" fmla="*/ 203 w 325"/>
              <a:gd name="T85" fmla="*/ 36 h 363"/>
              <a:gd name="T86" fmla="*/ 204 w 325"/>
              <a:gd name="T87" fmla="*/ 10 h 363"/>
              <a:gd name="T88" fmla="*/ 216 w 325"/>
              <a:gd name="T89" fmla="*/ 3 h 363"/>
              <a:gd name="T90" fmla="*/ 224 w 325"/>
              <a:gd name="T91" fmla="*/ 56 h 363"/>
              <a:gd name="T92" fmla="*/ 205 w 325"/>
              <a:gd name="T93" fmla="*/ 91 h 363"/>
              <a:gd name="T94" fmla="*/ 208 w 325"/>
              <a:gd name="T95" fmla="*/ 105 h 363"/>
              <a:gd name="T96" fmla="*/ 267 w 325"/>
              <a:gd name="T97" fmla="*/ 87 h 363"/>
              <a:gd name="T98" fmla="*/ 297 w 325"/>
              <a:gd name="T99" fmla="*/ 85 h 363"/>
              <a:gd name="T100" fmla="*/ 309 w 325"/>
              <a:gd name="T101" fmla="*/ 86 h 363"/>
              <a:gd name="T102" fmla="*/ 325 w 325"/>
              <a:gd name="T103" fmla="*/ 104 h 363"/>
              <a:gd name="T104" fmla="*/ 198 w 325"/>
              <a:gd name="T105" fmla="*/ 126 h 363"/>
              <a:gd name="T106" fmla="*/ 164 w 325"/>
              <a:gd name="T107" fmla="*/ 175 h 363"/>
              <a:gd name="T108" fmla="*/ 181 w 325"/>
              <a:gd name="T109" fmla="*/ 191 h 363"/>
              <a:gd name="T110" fmla="*/ 186 w 325"/>
              <a:gd name="T111" fmla="*/ 173 h 363"/>
              <a:gd name="T112" fmla="*/ 199 w 325"/>
              <a:gd name="T113" fmla="*/ 170 h 363"/>
              <a:gd name="T114" fmla="*/ 206 w 325"/>
              <a:gd name="T115" fmla="*/ 204 h 363"/>
              <a:gd name="T116" fmla="*/ 217 w 325"/>
              <a:gd name="T117" fmla="*/ 206 h 363"/>
              <a:gd name="T118" fmla="*/ 229 w 325"/>
              <a:gd name="T119" fmla="*/ 188 h 363"/>
              <a:gd name="T120" fmla="*/ 261 w 325"/>
              <a:gd name="T121" fmla="*/ 141 h 363"/>
              <a:gd name="T122" fmla="*/ 250 w 325"/>
              <a:gd name="T123" fmla="*/ 134 h 363"/>
              <a:gd name="T124" fmla="*/ 206 w 325"/>
              <a:gd name="T125" fmla="*/ 122 h 363"/>
            </a:gdLst>
            <a:rect l="0" t="0" r="r" b="b"/>
            <a:pathLst>
              <a:path w="325" h="363">
                <a:moveTo>
                  <a:pt x="325" y="104"/>
                </a:moveTo>
                <a:cubicBezTo>
                  <a:pt x="325" y="104"/>
                  <a:pt x="324" y="105"/>
                  <a:pt x="324" y="106"/>
                </a:cubicBezTo>
                <a:cubicBezTo>
                  <a:pt x="323" y="108"/>
                  <a:pt x="323" y="111"/>
                  <a:pt x="322" y="114"/>
                </a:cubicBezTo>
                <a:cubicBezTo>
                  <a:pt x="312" y="138"/>
                  <a:pt x="300" y="160"/>
                  <a:pt x="283" y="179"/>
                </a:cubicBezTo>
                <a:cubicBezTo>
                  <a:pt x="275" y="188"/>
                  <a:pt x="267" y="197"/>
                  <a:pt x="259" y="205"/>
                </a:cubicBezTo>
                <a:cubicBezTo>
                  <a:pt x="255" y="209"/>
                  <a:pt x="251" y="211"/>
                  <a:pt x="247" y="214"/>
                </a:cubicBezTo>
                <a:cubicBezTo>
                  <a:pt x="244" y="217"/>
                  <a:pt x="241" y="219"/>
                  <a:pt x="239" y="223"/>
                </a:cubicBezTo>
                <a:cubicBezTo>
                  <a:pt x="237" y="226"/>
                  <a:pt x="238" y="227"/>
                  <a:pt x="241" y="228"/>
                </a:cubicBezTo>
                <a:cubicBezTo>
                  <a:pt x="243" y="228"/>
                  <a:pt x="245" y="228"/>
                  <a:pt x="246" y="228"/>
                </a:cubicBezTo>
                <a:cubicBezTo>
                  <a:pt x="255" y="229"/>
                  <a:pt x="263" y="230"/>
                  <a:pt x="271" y="230"/>
                </a:cubicBezTo>
                <a:cubicBezTo>
                  <a:pt x="272" y="230"/>
                  <a:pt x="274" y="231"/>
                  <a:pt x="275" y="231"/>
                </a:cubicBezTo>
                <a:cubicBezTo>
                  <a:pt x="280" y="233"/>
                  <a:pt x="282" y="235"/>
                  <a:pt x="282" y="240"/>
                </a:cubicBezTo>
                <a:cubicBezTo>
                  <a:pt x="283" y="247"/>
                  <a:pt x="282" y="253"/>
                  <a:pt x="279" y="259"/>
                </a:cubicBezTo>
                <a:cubicBezTo>
                  <a:pt x="277" y="265"/>
                  <a:pt x="273" y="271"/>
                  <a:pt x="269" y="277"/>
                </a:cubicBezTo>
                <a:cubicBezTo>
                  <a:pt x="260" y="289"/>
                  <a:pt x="248" y="298"/>
                  <a:pt x="237" y="307"/>
                </a:cubicBezTo>
                <a:cubicBezTo>
                  <a:pt x="233" y="311"/>
                  <a:pt x="228" y="314"/>
                  <a:pt x="223" y="316"/>
                </a:cubicBezTo>
                <a:cubicBezTo>
                  <a:pt x="213" y="321"/>
                  <a:pt x="203" y="327"/>
                  <a:pt x="193" y="332"/>
                </a:cubicBezTo>
                <a:cubicBezTo>
                  <a:pt x="187" y="334"/>
                  <a:pt x="182" y="337"/>
                  <a:pt x="176" y="340"/>
                </a:cubicBezTo>
                <a:cubicBezTo>
                  <a:pt x="173" y="341"/>
                  <a:pt x="169" y="341"/>
                  <a:pt x="166" y="342"/>
                </a:cubicBezTo>
                <a:cubicBezTo>
                  <a:pt x="164" y="342"/>
                  <a:pt x="161" y="341"/>
                  <a:pt x="160" y="339"/>
                </a:cubicBezTo>
                <a:cubicBezTo>
                  <a:pt x="159" y="337"/>
                  <a:pt x="160" y="335"/>
                  <a:pt x="162" y="333"/>
                </a:cubicBezTo>
                <a:cubicBezTo>
                  <a:pt x="163" y="332"/>
                  <a:pt x="164" y="330"/>
                  <a:pt x="165" y="329"/>
                </a:cubicBezTo>
                <a:cubicBezTo>
                  <a:pt x="173" y="323"/>
                  <a:pt x="181" y="316"/>
                  <a:pt x="189" y="310"/>
                </a:cubicBezTo>
                <a:cubicBezTo>
                  <a:pt x="192" y="307"/>
                  <a:pt x="194" y="305"/>
                  <a:pt x="195" y="302"/>
                </a:cubicBezTo>
                <a:cubicBezTo>
                  <a:pt x="196" y="300"/>
                  <a:pt x="198" y="297"/>
                  <a:pt x="200" y="295"/>
                </a:cubicBezTo>
                <a:cubicBezTo>
                  <a:pt x="205" y="291"/>
                  <a:pt x="210" y="287"/>
                  <a:pt x="214" y="282"/>
                </a:cubicBezTo>
                <a:cubicBezTo>
                  <a:pt x="217" y="280"/>
                  <a:pt x="218" y="278"/>
                  <a:pt x="219" y="275"/>
                </a:cubicBezTo>
                <a:cubicBezTo>
                  <a:pt x="219" y="271"/>
                  <a:pt x="221" y="268"/>
                  <a:pt x="223" y="265"/>
                </a:cubicBezTo>
                <a:cubicBezTo>
                  <a:pt x="225" y="263"/>
                  <a:pt x="227" y="261"/>
                  <a:pt x="229" y="259"/>
                </a:cubicBezTo>
                <a:cubicBezTo>
                  <a:pt x="227" y="256"/>
                  <a:pt x="224" y="256"/>
                  <a:pt x="220" y="257"/>
                </a:cubicBezTo>
                <a:cubicBezTo>
                  <a:pt x="212" y="260"/>
                  <a:pt x="205" y="264"/>
                  <a:pt x="199" y="270"/>
                </a:cubicBezTo>
                <a:cubicBezTo>
                  <a:pt x="192" y="276"/>
                  <a:pt x="186" y="282"/>
                  <a:pt x="179" y="289"/>
                </a:cubicBezTo>
                <a:cubicBezTo>
                  <a:pt x="169" y="299"/>
                  <a:pt x="157" y="307"/>
                  <a:pt x="144" y="314"/>
                </a:cubicBezTo>
                <a:cubicBezTo>
                  <a:pt x="131" y="320"/>
                  <a:pt x="119" y="328"/>
                  <a:pt x="106" y="335"/>
                </a:cubicBezTo>
                <a:cubicBezTo>
                  <a:pt x="89" y="344"/>
                  <a:pt x="72" y="352"/>
                  <a:pt x="53" y="357"/>
                </a:cubicBezTo>
                <a:cubicBezTo>
                  <a:pt x="43" y="361"/>
                  <a:pt x="32" y="363"/>
                  <a:pt x="20" y="363"/>
                </a:cubicBezTo>
                <a:cubicBezTo>
                  <a:pt x="16" y="362"/>
                  <a:pt x="12" y="361"/>
                  <a:pt x="7" y="361"/>
                </a:cubicBezTo>
                <a:cubicBezTo>
                  <a:pt x="6" y="361"/>
                  <a:pt x="5" y="360"/>
                  <a:pt x="4" y="360"/>
                </a:cubicBezTo>
                <a:cubicBezTo>
                  <a:pt x="0" y="358"/>
                  <a:pt x="0" y="355"/>
                  <a:pt x="4" y="352"/>
                </a:cubicBezTo>
                <a:cubicBezTo>
                  <a:pt x="28" y="337"/>
                  <a:pt x="53" y="321"/>
                  <a:pt x="78" y="306"/>
                </a:cubicBezTo>
                <a:cubicBezTo>
                  <a:pt x="84" y="302"/>
                  <a:pt x="91" y="298"/>
                  <a:pt x="98" y="297"/>
                </a:cubicBezTo>
                <a:cubicBezTo>
                  <a:pt x="100" y="296"/>
                  <a:pt x="101" y="295"/>
                  <a:pt x="102" y="295"/>
                </a:cubicBezTo>
                <a:cubicBezTo>
                  <a:pt x="135" y="275"/>
                  <a:pt x="169" y="257"/>
                  <a:pt x="204" y="241"/>
                </a:cubicBezTo>
                <a:cubicBezTo>
                  <a:pt x="205" y="240"/>
                  <a:pt x="207" y="239"/>
                  <a:pt x="208" y="238"/>
                </a:cubicBezTo>
                <a:cubicBezTo>
                  <a:pt x="209" y="237"/>
                  <a:pt x="210" y="235"/>
                  <a:pt x="210" y="234"/>
                </a:cubicBezTo>
                <a:cubicBezTo>
                  <a:pt x="210" y="233"/>
                  <a:pt x="208" y="232"/>
                  <a:pt x="207" y="232"/>
                </a:cubicBezTo>
                <a:cubicBezTo>
                  <a:pt x="201" y="231"/>
                  <a:pt x="196" y="233"/>
                  <a:pt x="190" y="235"/>
                </a:cubicBezTo>
                <a:cubicBezTo>
                  <a:pt x="184" y="238"/>
                  <a:pt x="178" y="240"/>
                  <a:pt x="171" y="243"/>
                </a:cubicBezTo>
                <a:cubicBezTo>
                  <a:pt x="170" y="243"/>
                  <a:pt x="169" y="244"/>
                  <a:pt x="168" y="244"/>
                </a:cubicBezTo>
                <a:cubicBezTo>
                  <a:pt x="164" y="244"/>
                  <a:pt x="163" y="244"/>
                  <a:pt x="163" y="239"/>
                </a:cubicBezTo>
                <a:cubicBezTo>
                  <a:pt x="163" y="236"/>
                  <a:pt x="164" y="233"/>
                  <a:pt x="166" y="231"/>
                </a:cubicBezTo>
                <a:cubicBezTo>
                  <a:pt x="167" y="229"/>
                  <a:pt x="169" y="228"/>
                  <a:pt x="170" y="226"/>
                </a:cubicBezTo>
                <a:cubicBezTo>
                  <a:pt x="172" y="222"/>
                  <a:pt x="172" y="218"/>
                  <a:pt x="168" y="215"/>
                </a:cubicBezTo>
                <a:cubicBezTo>
                  <a:pt x="164" y="212"/>
                  <a:pt x="159" y="209"/>
                  <a:pt x="154" y="206"/>
                </a:cubicBezTo>
                <a:cubicBezTo>
                  <a:pt x="148" y="203"/>
                  <a:pt x="143" y="205"/>
                  <a:pt x="138" y="210"/>
                </a:cubicBezTo>
                <a:cubicBezTo>
                  <a:pt x="133" y="215"/>
                  <a:pt x="128" y="219"/>
                  <a:pt x="122" y="224"/>
                </a:cubicBezTo>
                <a:cubicBezTo>
                  <a:pt x="118" y="228"/>
                  <a:pt x="112" y="231"/>
                  <a:pt x="107" y="235"/>
                </a:cubicBezTo>
                <a:cubicBezTo>
                  <a:pt x="105" y="236"/>
                  <a:pt x="102" y="238"/>
                  <a:pt x="99" y="236"/>
                </a:cubicBezTo>
                <a:cubicBezTo>
                  <a:pt x="97" y="234"/>
                  <a:pt x="97" y="231"/>
                  <a:pt x="98" y="229"/>
                </a:cubicBezTo>
                <a:cubicBezTo>
                  <a:pt x="98" y="226"/>
                  <a:pt x="99" y="224"/>
                  <a:pt x="100" y="222"/>
                </a:cubicBezTo>
                <a:cubicBezTo>
                  <a:pt x="102" y="219"/>
                  <a:pt x="105" y="217"/>
                  <a:pt x="107" y="214"/>
                </a:cubicBezTo>
                <a:cubicBezTo>
                  <a:pt x="110" y="211"/>
                  <a:pt x="113" y="208"/>
                  <a:pt x="116" y="204"/>
                </a:cubicBezTo>
                <a:cubicBezTo>
                  <a:pt x="118" y="202"/>
                  <a:pt x="119" y="198"/>
                  <a:pt x="120" y="195"/>
                </a:cubicBezTo>
                <a:cubicBezTo>
                  <a:pt x="122" y="191"/>
                  <a:pt x="122" y="187"/>
                  <a:pt x="118" y="183"/>
                </a:cubicBezTo>
                <a:cubicBezTo>
                  <a:pt x="116" y="182"/>
                  <a:pt x="115" y="181"/>
                  <a:pt x="115" y="179"/>
                </a:cubicBezTo>
                <a:cubicBezTo>
                  <a:pt x="113" y="177"/>
                  <a:pt x="113" y="175"/>
                  <a:pt x="116" y="174"/>
                </a:cubicBezTo>
                <a:cubicBezTo>
                  <a:pt x="123" y="173"/>
                  <a:pt x="130" y="171"/>
                  <a:pt x="137" y="170"/>
                </a:cubicBezTo>
                <a:cubicBezTo>
                  <a:pt x="140" y="170"/>
                  <a:pt x="141" y="169"/>
                  <a:pt x="143" y="167"/>
                </a:cubicBezTo>
                <a:cubicBezTo>
                  <a:pt x="146" y="163"/>
                  <a:pt x="150" y="159"/>
                  <a:pt x="153" y="155"/>
                </a:cubicBezTo>
                <a:cubicBezTo>
                  <a:pt x="155" y="152"/>
                  <a:pt x="157" y="149"/>
                  <a:pt x="158" y="145"/>
                </a:cubicBezTo>
                <a:cubicBezTo>
                  <a:pt x="159" y="141"/>
                  <a:pt x="157" y="140"/>
                  <a:pt x="154" y="141"/>
                </a:cubicBezTo>
                <a:cubicBezTo>
                  <a:pt x="151" y="141"/>
                  <a:pt x="149" y="142"/>
                  <a:pt x="147" y="144"/>
                </a:cubicBezTo>
                <a:cubicBezTo>
                  <a:pt x="144" y="146"/>
                  <a:pt x="140" y="146"/>
                  <a:pt x="137" y="145"/>
                </a:cubicBezTo>
                <a:cubicBezTo>
                  <a:pt x="134" y="145"/>
                  <a:pt x="133" y="144"/>
                  <a:pt x="132" y="141"/>
                </a:cubicBezTo>
                <a:cubicBezTo>
                  <a:pt x="132" y="139"/>
                  <a:pt x="132" y="137"/>
                  <a:pt x="134" y="135"/>
                </a:cubicBezTo>
                <a:cubicBezTo>
                  <a:pt x="137" y="133"/>
                  <a:pt x="139" y="131"/>
                  <a:pt x="141" y="129"/>
                </a:cubicBezTo>
                <a:cubicBezTo>
                  <a:pt x="143" y="126"/>
                  <a:pt x="144" y="123"/>
                  <a:pt x="144" y="119"/>
                </a:cubicBezTo>
                <a:cubicBezTo>
                  <a:pt x="144" y="116"/>
                  <a:pt x="143" y="115"/>
                  <a:pt x="140" y="115"/>
                </a:cubicBezTo>
                <a:cubicBezTo>
                  <a:pt x="136" y="115"/>
                  <a:pt x="132" y="115"/>
                  <a:pt x="129" y="114"/>
                </a:cubicBezTo>
                <a:cubicBezTo>
                  <a:pt x="119" y="112"/>
                  <a:pt x="114" y="106"/>
                  <a:pt x="112" y="96"/>
                </a:cubicBezTo>
                <a:cubicBezTo>
                  <a:pt x="112" y="91"/>
                  <a:pt x="113" y="90"/>
                  <a:pt x="118" y="91"/>
                </a:cubicBezTo>
                <a:cubicBezTo>
                  <a:pt x="121" y="91"/>
                  <a:pt x="124" y="91"/>
                  <a:pt x="127" y="92"/>
                </a:cubicBezTo>
                <a:cubicBezTo>
                  <a:pt x="137" y="93"/>
                  <a:pt x="146" y="92"/>
                  <a:pt x="155" y="86"/>
                </a:cubicBezTo>
                <a:cubicBezTo>
                  <a:pt x="158" y="83"/>
                  <a:pt x="163" y="82"/>
                  <a:pt x="167" y="81"/>
                </a:cubicBezTo>
                <a:cubicBezTo>
                  <a:pt x="174" y="79"/>
                  <a:pt x="180" y="76"/>
                  <a:pt x="184" y="70"/>
                </a:cubicBezTo>
                <a:cubicBezTo>
                  <a:pt x="193" y="60"/>
                  <a:pt x="200" y="49"/>
                  <a:pt x="203" y="36"/>
                </a:cubicBezTo>
                <a:cubicBezTo>
                  <a:pt x="204" y="30"/>
                  <a:pt x="205" y="23"/>
                  <a:pt x="205" y="17"/>
                </a:cubicBezTo>
                <a:cubicBezTo>
                  <a:pt x="204" y="15"/>
                  <a:pt x="204" y="13"/>
                  <a:pt x="204" y="10"/>
                </a:cubicBezTo>
                <a:cubicBezTo>
                  <a:pt x="204" y="7"/>
                  <a:pt x="204" y="4"/>
                  <a:pt x="207" y="2"/>
                </a:cubicBezTo>
                <a:cubicBezTo>
                  <a:pt x="211" y="0"/>
                  <a:pt x="213" y="2"/>
                  <a:pt x="216" y="3"/>
                </a:cubicBezTo>
                <a:cubicBezTo>
                  <a:pt x="230" y="11"/>
                  <a:pt x="236" y="28"/>
                  <a:pt x="230" y="43"/>
                </a:cubicBezTo>
                <a:cubicBezTo>
                  <a:pt x="229" y="48"/>
                  <a:pt x="226" y="52"/>
                  <a:pt x="224" y="56"/>
                </a:cubicBezTo>
                <a:cubicBezTo>
                  <a:pt x="219" y="64"/>
                  <a:pt x="214" y="72"/>
                  <a:pt x="209" y="80"/>
                </a:cubicBezTo>
                <a:cubicBezTo>
                  <a:pt x="207" y="83"/>
                  <a:pt x="206" y="87"/>
                  <a:pt x="205" y="91"/>
                </a:cubicBezTo>
                <a:cubicBezTo>
                  <a:pt x="204" y="93"/>
                  <a:pt x="203" y="95"/>
                  <a:pt x="203" y="98"/>
                </a:cubicBezTo>
                <a:cubicBezTo>
                  <a:pt x="203" y="102"/>
                  <a:pt x="205" y="104"/>
                  <a:pt x="208" y="105"/>
                </a:cubicBezTo>
                <a:cubicBezTo>
                  <a:pt x="213" y="106"/>
                  <a:pt x="217" y="105"/>
                  <a:pt x="221" y="104"/>
                </a:cubicBezTo>
                <a:cubicBezTo>
                  <a:pt x="236" y="97"/>
                  <a:pt x="251" y="91"/>
                  <a:pt x="267" y="87"/>
                </a:cubicBezTo>
                <a:cubicBezTo>
                  <a:pt x="274" y="85"/>
                  <a:pt x="280" y="84"/>
                  <a:pt x="287" y="82"/>
                </a:cubicBezTo>
                <a:cubicBezTo>
                  <a:pt x="290" y="82"/>
                  <a:pt x="294" y="82"/>
                  <a:pt x="297" y="85"/>
                </a:cubicBezTo>
                <a:cubicBezTo>
                  <a:pt x="299" y="86"/>
                  <a:pt x="301" y="86"/>
                  <a:pt x="304" y="86"/>
                </a:cubicBezTo>
                <a:cubicBezTo>
                  <a:pt x="305" y="87"/>
                  <a:pt x="307" y="86"/>
                  <a:pt x="309" y="86"/>
                </a:cubicBezTo>
                <a:cubicBezTo>
                  <a:pt x="317" y="86"/>
                  <a:pt x="323" y="89"/>
                  <a:pt x="325" y="97"/>
                </a:cubicBezTo>
                <a:cubicBezTo>
                  <a:pt x="325" y="99"/>
                  <a:pt x="325" y="101"/>
                  <a:pt x="325" y="104"/>
                </a:cubicBezTo>
                <a:close/>
                <a:moveTo>
                  <a:pt x="206" y="122"/>
                </a:moveTo>
                <a:cubicBezTo>
                  <a:pt x="203" y="122"/>
                  <a:pt x="200" y="123"/>
                  <a:pt x="198" y="126"/>
                </a:cubicBezTo>
                <a:cubicBezTo>
                  <a:pt x="189" y="138"/>
                  <a:pt x="179" y="150"/>
                  <a:pt x="169" y="162"/>
                </a:cubicBezTo>
                <a:cubicBezTo>
                  <a:pt x="166" y="166"/>
                  <a:pt x="164" y="170"/>
                  <a:pt x="164" y="175"/>
                </a:cubicBezTo>
                <a:cubicBezTo>
                  <a:pt x="162" y="184"/>
                  <a:pt x="165" y="188"/>
                  <a:pt x="173" y="193"/>
                </a:cubicBezTo>
                <a:cubicBezTo>
                  <a:pt x="176" y="195"/>
                  <a:pt x="179" y="194"/>
                  <a:pt x="181" y="191"/>
                </a:cubicBezTo>
                <a:cubicBezTo>
                  <a:pt x="183" y="188"/>
                  <a:pt x="183" y="186"/>
                  <a:pt x="184" y="183"/>
                </a:cubicBezTo>
                <a:cubicBezTo>
                  <a:pt x="185" y="180"/>
                  <a:pt x="185" y="176"/>
                  <a:pt x="186" y="173"/>
                </a:cubicBezTo>
                <a:cubicBezTo>
                  <a:pt x="187" y="171"/>
                  <a:pt x="188" y="168"/>
                  <a:pt x="190" y="167"/>
                </a:cubicBezTo>
                <a:cubicBezTo>
                  <a:pt x="194" y="164"/>
                  <a:pt x="197" y="165"/>
                  <a:pt x="199" y="170"/>
                </a:cubicBezTo>
                <a:cubicBezTo>
                  <a:pt x="199" y="171"/>
                  <a:pt x="199" y="171"/>
                  <a:pt x="199" y="172"/>
                </a:cubicBezTo>
                <a:cubicBezTo>
                  <a:pt x="202" y="183"/>
                  <a:pt x="205" y="193"/>
                  <a:pt x="206" y="204"/>
                </a:cubicBezTo>
                <a:cubicBezTo>
                  <a:pt x="206" y="206"/>
                  <a:pt x="207" y="209"/>
                  <a:pt x="210" y="210"/>
                </a:cubicBezTo>
                <a:cubicBezTo>
                  <a:pt x="214" y="210"/>
                  <a:pt x="215" y="208"/>
                  <a:pt x="217" y="206"/>
                </a:cubicBezTo>
                <a:cubicBezTo>
                  <a:pt x="217" y="205"/>
                  <a:pt x="217" y="205"/>
                  <a:pt x="218" y="204"/>
                </a:cubicBezTo>
                <a:cubicBezTo>
                  <a:pt x="221" y="199"/>
                  <a:pt x="225" y="193"/>
                  <a:pt x="229" y="188"/>
                </a:cubicBezTo>
                <a:cubicBezTo>
                  <a:pt x="237" y="177"/>
                  <a:pt x="246" y="167"/>
                  <a:pt x="255" y="157"/>
                </a:cubicBezTo>
                <a:cubicBezTo>
                  <a:pt x="259" y="152"/>
                  <a:pt x="261" y="147"/>
                  <a:pt x="261" y="141"/>
                </a:cubicBezTo>
                <a:cubicBezTo>
                  <a:pt x="261" y="137"/>
                  <a:pt x="259" y="135"/>
                  <a:pt x="255" y="134"/>
                </a:cubicBezTo>
                <a:cubicBezTo>
                  <a:pt x="253" y="134"/>
                  <a:pt x="251" y="134"/>
                  <a:pt x="250" y="134"/>
                </a:cubicBezTo>
                <a:cubicBezTo>
                  <a:pt x="240" y="131"/>
                  <a:pt x="231" y="129"/>
                  <a:pt x="221" y="126"/>
                </a:cubicBezTo>
                <a:cubicBezTo>
                  <a:pt x="216" y="125"/>
                  <a:pt x="211" y="123"/>
                  <a:pt x="206" y="1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3560BF4C-B9E1-4EF7-8BEE-73547E349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2365" y="715540"/>
            <a:ext cx="288879" cy="310120"/>
          </a:xfrm>
          <a:custGeom xmlns:a="http://schemas.openxmlformats.org/drawingml/2006/main">
            <a:gdLst>
              <a:gd name="T0" fmla="*/ 83 w 383"/>
              <a:gd name="T1" fmla="*/ 410 h 411"/>
              <a:gd name="T2" fmla="*/ 111 w 383"/>
              <a:gd name="T3" fmla="*/ 380 h 411"/>
              <a:gd name="T4" fmla="*/ 136 w 383"/>
              <a:gd name="T5" fmla="*/ 371 h 411"/>
              <a:gd name="T6" fmla="*/ 198 w 383"/>
              <a:gd name="T7" fmla="*/ 294 h 411"/>
              <a:gd name="T8" fmla="*/ 201 w 383"/>
              <a:gd name="T9" fmla="*/ 280 h 411"/>
              <a:gd name="T10" fmla="*/ 197 w 383"/>
              <a:gd name="T11" fmla="*/ 274 h 411"/>
              <a:gd name="T12" fmla="*/ 166 w 383"/>
              <a:gd name="T13" fmla="*/ 283 h 411"/>
              <a:gd name="T14" fmla="*/ 144 w 383"/>
              <a:gd name="T15" fmla="*/ 291 h 411"/>
              <a:gd name="T16" fmla="*/ 123 w 383"/>
              <a:gd name="T17" fmla="*/ 305 h 411"/>
              <a:gd name="T18" fmla="*/ 62 w 383"/>
              <a:gd name="T19" fmla="*/ 344 h 411"/>
              <a:gd name="T20" fmla="*/ 34 w 383"/>
              <a:gd name="T21" fmla="*/ 353 h 411"/>
              <a:gd name="T22" fmla="*/ 9 w 383"/>
              <a:gd name="T23" fmla="*/ 344 h 411"/>
              <a:gd name="T24" fmla="*/ 1 w 383"/>
              <a:gd name="T25" fmla="*/ 322 h 411"/>
              <a:gd name="T26" fmla="*/ 0 w 383"/>
              <a:gd name="T27" fmla="*/ 288 h 411"/>
              <a:gd name="T28" fmla="*/ 1 w 383"/>
              <a:gd name="T29" fmla="*/ 283 h 411"/>
              <a:gd name="T30" fmla="*/ 6 w 383"/>
              <a:gd name="T31" fmla="*/ 282 h 411"/>
              <a:gd name="T32" fmla="*/ 8 w 383"/>
              <a:gd name="T33" fmla="*/ 285 h 411"/>
              <a:gd name="T34" fmla="*/ 10 w 383"/>
              <a:gd name="T35" fmla="*/ 290 h 411"/>
              <a:gd name="T36" fmla="*/ 32 w 383"/>
              <a:gd name="T37" fmla="*/ 298 h 411"/>
              <a:gd name="T38" fmla="*/ 46 w 383"/>
              <a:gd name="T39" fmla="*/ 293 h 411"/>
              <a:gd name="T40" fmla="*/ 53 w 383"/>
              <a:gd name="T41" fmla="*/ 291 h 411"/>
              <a:gd name="T42" fmla="*/ 65 w 383"/>
              <a:gd name="T43" fmla="*/ 288 h 411"/>
              <a:gd name="T44" fmla="*/ 100 w 383"/>
              <a:gd name="T45" fmla="*/ 268 h 411"/>
              <a:gd name="T46" fmla="*/ 156 w 383"/>
              <a:gd name="T47" fmla="*/ 244 h 411"/>
              <a:gd name="T48" fmla="*/ 197 w 383"/>
              <a:gd name="T49" fmla="*/ 229 h 411"/>
              <a:gd name="T50" fmla="*/ 203 w 383"/>
              <a:gd name="T51" fmla="*/ 226 h 411"/>
              <a:gd name="T52" fmla="*/ 219 w 383"/>
              <a:gd name="T53" fmla="*/ 204 h 411"/>
              <a:gd name="T54" fmla="*/ 222 w 383"/>
              <a:gd name="T55" fmla="*/ 124 h 411"/>
              <a:gd name="T56" fmla="*/ 210 w 383"/>
              <a:gd name="T57" fmla="*/ 69 h 411"/>
              <a:gd name="T58" fmla="*/ 197 w 383"/>
              <a:gd name="T59" fmla="*/ 36 h 411"/>
              <a:gd name="T60" fmla="*/ 194 w 383"/>
              <a:gd name="T61" fmla="*/ 10 h 411"/>
              <a:gd name="T62" fmla="*/ 205 w 383"/>
              <a:gd name="T63" fmla="*/ 2 h 411"/>
              <a:gd name="T64" fmla="*/ 230 w 383"/>
              <a:gd name="T65" fmla="*/ 7 h 411"/>
              <a:gd name="T66" fmla="*/ 237 w 383"/>
              <a:gd name="T67" fmla="*/ 10 h 411"/>
              <a:gd name="T68" fmla="*/ 248 w 383"/>
              <a:gd name="T69" fmla="*/ 19 h 411"/>
              <a:gd name="T70" fmla="*/ 265 w 383"/>
              <a:gd name="T71" fmla="*/ 29 h 411"/>
              <a:gd name="T72" fmla="*/ 280 w 383"/>
              <a:gd name="T73" fmla="*/ 49 h 411"/>
              <a:gd name="T74" fmla="*/ 278 w 383"/>
              <a:gd name="T75" fmla="*/ 66 h 411"/>
              <a:gd name="T76" fmla="*/ 273 w 383"/>
              <a:gd name="T77" fmla="*/ 72 h 411"/>
              <a:gd name="T78" fmla="*/ 270 w 383"/>
              <a:gd name="T79" fmla="*/ 77 h 411"/>
              <a:gd name="T80" fmla="*/ 271 w 383"/>
              <a:gd name="T81" fmla="*/ 158 h 411"/>
              <a:gd name="T82" fmla="*/ 273 w 383"/>
              <a:gd name="T83" fmla="*/ 179 h 411"/>
              <a:gd name="T84" fmla="*/ 278 w 383"/>
              <a:gd name="T85" fmla="*/ 182 h 411"/>
              <a:gd name="T86" fmla="*/ 313 w 383"/>
              <a:gd name="T87" fmla="*/ 160 h 411"/>
              <a:gd name="T88" fmla="*/ 325 w 383"/>
              <a:gd name="T89" fmla="*/ 144 h 411"/>
              <a:gd name="T90" fmla="*/ 341 w 383"/>
              <a:gd name="T91" fmla="*/ 128 h 411"/>
              <a:gd name="T92" fmla="*/ 369 w 383"/>
              <a:gd name="T93" fmla="*/ 122 h 411"/>
              <a:gd name="T94" fmla="*/ 380 w 383"/>
              <a:gd name="T95" fmla="*/ 141 h 411"/>
              <a:gd name="T96" fmla="*/ 372 w 383"/>
              <a:gd name="T97" fmla="*/ 154 h 411"/>
              <a:gd name="T98" fmla="*/ 355 w 383"/>
              <a:gd name="T99" fmla="*/ 169 h 411"/>
              <a:gd name="T100" fmla="*/ 314 w 383"/>
              <a:gd name="T101" fmla="*/ 199 h 411"/>
              <a:gd name="T102" fmla="*/ 275 w 383"/>
              <a:gd name="T103" fmla="*/ 229 h 411"/>
              <a:gd name="T104" fmla="*/ 271 w 383"/>
              <a:gd name="T105" fmla="*/ 238 h 411"/>
              <a:gd name="T106" fmla="*/ 254 w 383"/>
              <a:gd name="T107" fmla="*/ 310 h 411"/>
              <a:gd name="T108" fmla="*/ 250 w 383"/>
              <a:gd name="T109" fmla="*/ 320 h 411"/>
              <a:gd name="T110" fmla="*/ 247 w 383"/>
              <a:gd name="T111" fmla="*/ 325 h 411"/>
              <a:gd name="T112" fmla="*/ 173 w 383"/>
              <a:gd name="T113" fmla="*/ 386 h 411"/>
              <a:gd name="T114" fmla="*/ 95 w 383"/>
              <a:gd name="T115" fmla="*/ 410 h 411"/>
              <a:gd name="T116" fmla="*/ 88 w 383"/>
              <a:gd name="T117" fmla="*/ 411 h 411"/>
              <a:gd name="T118" fmla="*/ 83 w 383"/>
              <a:gd name="T119" fmla="*/ 410 h 411"/>
            </a:gdLst>
            <a:rect l="0" t="0" r="r" b="b"/>
            <a:pathLst>
              <a:path w="383" h="411">
                <a:moveTo>
                  <a:pt x="83" y="410"/>
                </a:moveTo>
                <a:cubicBezTo>
                  <a:pt x="89" y="396"/>
                  <a:pt x="96" y="385"/>
                  <a:pt x="111" y="380"/>
                </a:cubicBezTo>
                <a:cubicBezTo>
                  <a:pt x="120" y="378"/>
                  <a:pt x="128" y="375"/>
                  <a:pt x="136" y="371"/>
                </a:cubicBezTo>
                <a:cubicBezTo>
                  <a:pt x="168" y="355"/>
                  <a:pt x="188" y="328"/>
                  <a:pt x="198" y="294"/>
                </a:cubicBezTo>
                <a:cubicBezTo>
                  <a:pt x="199" y="289"/>
                  <a:pt x="200" y="284"/>
                  <a:pt x="201" y="280"/>
                </a:cubicBezTo>
                <a:cubicBezTo>
                  <a:pt x="202" y="275"/>
                  <a:pt x="201" y="274"/>
                  <a:pt x="197" y="274"/>
                </a:cubicBezTo>
                <a:cubicBezTo>
                  <a:pt x="186" y="275"/>
                  <a:pt x="176" y="278"/>
                  <a:pt x="166" y="283"/>
                </a:cubicBezTo>
                <a:cubicBezTo>
                  <a:pt x="159" y="286"/>
                  <a:pt x="152" y="289"/>
                  <a:pt x="144" y="291"/>
                </a:cubicBezTo>
                <a:cubicBezTo>
                  <a:pt x="136" y="294"/>
                  <a:pt x="130" y="300"/>
                  <a:pt x="123" y="305"/>
                </a:cubicBezTo>
                <a:cubicBezTo>
                  <a:pt x="105" y="321"/>
                  <a:pt x="84" y="334"/>
                  <a:pt x="62" y="344"/>
                </a:cubicBezTo>
                <a:cubicBezTo>
                  <a:pt x="53" y="348"/>
                  <a:pt x="43" y="351"/>
                  <a:pt x="34" y="353"/>
                </a:cubicBezTo>
                <a:cubicBezTo>
                  <a:pt x="24" y="356"/>
                  <a:pt x="15" y="352"/>
                  <a:pt x="9" y="344"/>
                </a:cubicBezTo>
                <a:cubicBezTo>
                  <a:pt x="4" y="338"/>
                  <a:pt x="1" y="330"/>
                  <a:pt x="1" y="322"/>
                </a:cubicBezTo>
                <a:cubicBezTo>
                  <a:pt x="1" y="310"/>
                  <a:pt x="0" y="299"/>
                  <a:pt x="0" y="288"/>
                </a:cubicBezTo>
                <a:cubicBezTo>
                  <a:pt x="0" y="286"/>
                  <a:pt x="0" y="284"/>
                  <a:pt x="1" y="283"/>
                </a:cubicBezTo>
                <a:cubicBezTo>
                  <a:pt x="1" y="280"/>
                  <a:pt x="4" y="279"/>
                  <a:pt x="6" y="282"/>
                </a:cubicBezTo>
                <a:cubicBezTo>
                  <a:pt x="7" y="283"/>
                  <a:pt x="7" y="284"/>
                  <a:pt x="8" y="285"/>
                </a:cubicBezTo>
                <a:cubicBezTo>
                  <a:pt x="9" y="286"/>
                  <a:pt x="9" y="288"/>
                  <a:pt x="10" y="290"/>
                </a:cubicBezTo>
                <a:cubicBezTo>
                  <a:pt x="16" y="297"/>
                  <a:pt x="23" y="301"/>
                  <a:pt x="32" y="298"/>
                </a:cubicBezTo>
                <a:cubicBezTo>
                  <a:pt x="37" y="297"/>
                  <a:pt x="41" y="295"/>
                  <a:pt x="46" y="293"/>
                </a:cubicBezTo>
                <a:cubicBezTo>
                  <a:pt x="48" y="292"/>
                  <a:pt x="51" y="291"/>
                  <a:pt x="53" y="291"/>
                </a:cubicBezTo>
                <a:cubicBezTo>
                  <a:pt x="58" y="292"/>
                  <a:pt x="61" y="290"/>
                  <a:pt x="65" y="288"/>
                </a:cubicBezTo>
                <a:cubicBezTo>
                  <a:pt x="77" y="282"/>
                  <a:pt x="89" y="275"/>
                  <a:pt x="100" y="268"/>
                </a:cubicBezTo>
                <a:cubicBezTo>
                  <a:pt x="118" y="258"/>
                  <a:pt x="137" y="251"/>
                  <a:pt x="156" y="244"/>
                </a:cubicBezTo>
                <a:cubicBezTo>
                  <a:pt x="169" y="239"/>
                  <a:pt x="183" y="234"/>
                  <a:pt x="197" y="229"/>
                </a:cubicBezTo>
                <a:cubicBezTo>
                  <a:pt x="199" y="228"/>
                  <a:pt x="201" y="227"/>
                  <a:pt x="203" y="226"/>
                </a:cubicBezTo>
                <a:cubicBezTo>
                  <a:pt x="212" y="222"/>
                  <a:pt x="218" y="215"/>
                  <a:pt x="219" y="204"/>
                </a:cubicBezTo>
                <a:cubicBezTo>
                  <a:pt x="221" y="178"/>
                  <a:pt x="223" y="151"/>
                  <a:pt x="222" y="124"/>
                </a:cubicBezTo>
                <a:cubicBezTo>
                  <a:pt x="221" y="105"/>
                  <a:pt x="218" y="87"/>
                  <a:pt x="210" y="69"/>
                </a:cubicBezTo>
                <a:cubicBezTo>
                  <a:pt x="205" y="58"/>
                  <a:pt x="201" y="47"/>
                  <a:pt x="197" y="36"/>
                </a:cubicBezTo>
                <a:cubicBezTo>
                  <a:pt x="194" y="28"/>
                  <a:pt x="193" y="19"/>
                  <a:pt x="194" y="10"/>
                </a:cubicBezTo>
                <a:cubicBezTo>
                  <a:pt x="194" y="4"/>
                  <a:pt x="199" y="0"/>
                  <a:pt x="205" y="2"/>
                </a:cubicBezTo>
                <a:cubicBezTo>
                  <a:pt x="213" y="4"/>
                  <a:pt x="222" y="5"/>
                  <a:pt x="230" y="7"/>
                </a:cubicBezTo>
                <a:cubicBezTo>
                  <a:pt x="233" y="7"/>
                  <a:pt x="235" y="9"/>
                  <a:pt x="237" y="10"/>
                </a:cubicBezTo>
                <a:cubicBezTo>
                  <a:pt x="241" y="13"/>
                  <a:pt x="244" y="16"/>
                  <a:pt x="248" y="19"/>
                </a:cubicBezTo>
                <a:cubicBezTo>
                  <a:pt x="253" y="23"/>
                  <a:pt x="259" y="26"/>
                  <a:pt x="265" y="29"/>
                </a:cubicBezTo>
                <a:cubicBezTo>
                  <a:pt x="274" y="33"/>
                  <a:pt x="279" y="40"/>
                  <a:pt x="280" y="49"/>
                </a:cubicBezTo>
                <a:cubicBezTo>
                  <a:pt x="280" y="55"/>
                  <a:pt x="280" y="60"/>
                  <a:pt x="278" y="66"/>
                </a:cubicBezTo>
                <a:cubicBezTo>
                  <a:pt x="277" y="68"/>
                  <a:pt x="275" y="70"/>
                  <a:pt x="273" y="72"/>
                </a:cubicBezTo>
                <a:cubicBezTo>
                  <a:pt x="271" y="74"/>
                  <a:pt x="270" y="75"/>
                  <a:pt x="270" y="77"/>
                </a:cubicBezTo>
                <a:cubicBezTo>
                  <a:pt x="271" y="104"/>
                  <a:pt x="271" y="131"/>
                  <a:pt x="271" y="158"/>
                </a:cubicBezTo>
                <a:cubicBezTo>
                  <a:pt x="272" y="165"/>
                  <a:pt x="272" y="172"/>
                  <a:pt x="273" y="179"/>
                </a:cubicBezTo>
                <a:cubicBezTo>
                  <a:pt x="274" y="183"/>
                  <a:pt x="275" y="184"/>
                  <a:pt x="278" y="182"/>
                </a:cubicBezTo>
                <a:cubicBezTo>
                  <a:pt x="291" y="176"/>
                  <a:pt x="303" y="170"/>
                  <a:pt x="313" y="160"/>
                </a:cubicBezTo>
                <a:cubicBezTo>
                  <a:pt x="317" y="155"/>
                  <a:pt x="321" y="150"/>
                  <a:pt x="325" y="144"/>
                </a:cubicBezTo>
                <a:cubicBezTo>
                  <a:pt x="330" y="138"/>
                  <a:pt x="335" y="132"/>
                  <a:pt x="341" y="128"/>
                </a:cubicBezTo>
                <a:cubicBezTo>
                  <a:pt x="350" y="122"/>
                  <a:pt x="359" y="120"/>
                  <a:pt x="369" y="122"/>
                </a:cubicBezTo>
                <a:cubicBezTo>
                  <a:pt x="379" y="124"/>
                  <a:pt x="383" y="131"/>
                  <a:pt x="380" y="141"/>
                </a:cubicBezTo>
                <a:cubicBezTo>
                  <a:pt x="379" y="146"/>
                  <a:pt x="376" y="151"/>
                  <a:pt x="372" y="154"/>
                </a:cubicBezTo>
                <a:cubicBezTo>
                  <a:pt x="367" y="160"/>
                  <a:pt x="361" y="165"/>
                  <a:pt x="355" y="169"/>
                </a:cubicBezTo>
                <a:cubicBezTo>
                  <a:pt x="341" y="178"/>
                  <a:pt x="328" y="189"/>
                  <a:pt x="314" y="199"/>
                </a:cubicBezTo>
                <a:cubicBezTo>
                  <a:pt x="301" y="209"/>
                  <a:pt x="289" y="219"/>
                  <a:pt x="275" y="229"/>
                </a:cubicBezTo>
                <a:cubicBezTo>
                  <a:pt x="272" y="232"/>
                  <a:pt x="271" y="234"/>
                  <a:pt x="271" y="238"/>
                </a:cubicBezTo>
                <a:cubicBezTo>
                  <a:pt x="267" y="263"/>
                  <a:pt x="262" y="287"/>
                  <a:pt x="254" y="310"/>
                </a:cubicBezTo>
                <a:cubicBezTo>
                  <a:pt x="253" y="314"/>
                  <a:pt x="251" y="317"/>
                  <a:pt x="250" y="320"/>
                </a:cubicBezTo>
                <a:cubicBezTo>
                  <a:pt x="249" y="322"/>
                  <a:pt x="249" y="324"/>
                  <a:pt x="247" y="325"/>
                </a:cubicBezTo>
                <a:cubicBezTo>
                  <a:pt x="226" y="349"/>
                  <a:pt x="202" y="371"/>
                  <a:pt x="173" y="386"/>
                </a:cubicBezTo>
                <a:cubicBezTo>
                  <a:pt x="149" y="400"/>
                  <a:pt x="123" y="408"/>
                  <a:pt x="95" y="410"/>
                </a:cubicBezTo>
                <a:cubicBezTo>
                  <a:pt x="93" y="410"/>
                  <a:pt x="90" y="411"/>
                  <a:pt x="88" y="411"/>
                </a:cubicBezTo>
                <a:cubicBezTo>
                  <a:pt x="87" y="411"/>
                  <a:pt x="85" y="411"/>
                  <a:pt x="83" y="4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86FC001A-670C-4D2B-946B-2DBFBBB49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1541" y="718938"/>
            <a:ext cx="146138" cy="339008"/>
          </a:xfrm>
          <a:custGeom xmlns:a="http://schemas.openxmlformats.org/drawingml/2006/main">
            <a:gdLst>
              <a:gd name="T0" fmla="*/ 127 w 193"/>
              <a:gd name="T1" fmla="*/ 371 h 449"/>
              <a:gd name="T2" fmla="*/ 63 w 193"/>
              <a:gd name="T3" fmla="*/ 417 h 449"/>
              <a:gd name="T4" fmla="*/ 47 w 193"/>
              <a:gd name="T5" fmla="*/ 433 h 449"/>
              <a:gd name="T6" fmla="*/ 7 w 193"/>
              <a:gd name="T7" fmla="*/ 434 h 449"/>
              <a:gd name="T8" fmla="*/ 1 w 193"/>
              <a:gd name="T9" fmla="*/ 383 h 449"/>
              <a:gd name="T10" fmla="*/ 33 w 193"/>
              <a:gd name="T11" fmla="*/ 331 h 449"/>
              <a:gd name="T12" fmla="*/ 49 w 193"/>
              <a:gd name="T13" fmla="*/ 286 h 449"/>
              <a:gd name="T14" fmla="*/ 50 w 193"/>
              <a:gd name="T15" fmla="*/ 233 h 449"/>
              <a:gd name="T16" fmla="*/ 38 w 193"/>
              <a:gd name="T17" fmla="*/ 207 h 449"/>
              <a:gd name="T18" fmla="*/ 54 w 193"/>
              <a:gd name="T19" fmla="*/ 201 h 449"/>
              <a:gd name="T20" fmla="*/ 75 w 193"/>
              <a:gd name="T21" fmla="*/ 209 h 449"/>
              <a:gd name="T22" fmla="*/ 107 w 193"/>
              <a:gd name="T23" fmla="*/ 223 h 449"/>
              <a:gd name="T24" fmla="*/ 126 w 193"/>
              <a:gd name="T25" fmla="*/ 233 h 449"/>
              <a:gd name="T26" fmla="*/ 133 w 193"/>
              <a:gd name="T27" fmla="*/ 231 h 449"/>
              <a:gd name="T28" fmla="*/ 135 w 193"/>
              <a:gd name="T29" fmla="*/ 200 h 449"/>
              <a:gd name="T30" fmla="*/ 133 w 193"/>
              <a:gd name="T31" fmla="*/ 99 h 449"/>
              <a:gd name="T32" fmla="*/ 105 w 193"/>
              <a:gd name="T33" fmla="*/ 55 h 449"/>
              <a:gd name="T34" fmla="*/ 77 w 193"/>
              <a:gd name="T35" fmla="*/ 9 h 449"/>
              <a:gd name="T36" fmla="*/ 95 w 193"/>
              <a:gd name="T37" fmla="*/ 6 h 449"/>
              <a:gd name="T38" fmla="*/ 165 w 193"/>
              <a:gd name="T39" fmla="*/ 52 h 449"/>
              <a:gd name="T40" fmla="*/ 189 w 193"/>
              <a:gd name="T41" fmla="*/ 83 h 449"/>
              <a:gd name="T42" fmla="*/ 189 w 193"/>
              <a:gd name="T43" fmla="*/ 292 h 449"/>
              <a:gd name="T44" fmla="*/ 165 w 193"/>
              <a:gd name="T45" fmla="*/ 409 h 449"/>
              <a:gd name="T46" fmla="*/ 145 w 193"/>
              <a:gd name="T47" fmla="*/ 428 h 449"/>
              <a:gd name="T48" fmla="*/ 134 w 193"/>
              <a:gd name="T49" fmla="*/ 415 h 449"/>
              <a:gd name="T50" fmla="*/ 131 w 193"/>
              <a:gd name="T51" fmla="*/ 367 h 449"/>
              <a:gd name="T52" fmla="*/ 124 w 193"/>
              <a:gd name="T53" fmla="*/ 264 h 449"/>
              <a:gd name="T54" fmla="*/ 102 w 193"/>
              <a:gd name="T55" fmla="*/ 280 h 449"/>
              <a:gd name="T56" fmla="*/ 81 w 193"/>
              <a:gd name="T57" fmla="*/ 296 h 449"/>
              <a:gd name="T58" fmla="*/ 59 w 193"/>
              <a:gd name="T59" fmla="*/ 331 h 449"/>
              <a:gd name="T60" fmla="*/ 31 w 193"/>
              <a:gd name="T61" fmla="*/ 373 h 449"/>
              <a:gd name="T62" fmla="*/ 46 w 193"/>
              <a:gd name="T63" fmla="*/ 382 h 449"/>
              <a:gd name="T64" fmla="*/ 78 w 193"/>
              <a:gd name="T65" fmla="*/ 363 h 449"/>
              <a:gd name="T66" fmla="*/ 114 w 193"/>
              <a:gd name="T67" fmla="*/ 346 h 449"/>
              <a:gd name="T68" fmla="*/ 133 w 193"/>
              <a:gd name="T69" fmla="*/ 325 h 449"/>
              <a:gd name="T70" fmla="*/ 132 w 193"/>
              <a:gd name="T71" fmla="*/ 255 h 449"/>
            </a:gdLst>
            <a:rect l="0" t="0" r="r" b="b"/>
            <a:pathLst>
              <a:path w="193" h="449">
                <a:moveTo>
                  <a:pt x="131" y="367"/>
                </a:moveTo>
                <a:cubicBezTo>
                  <a:pt x="129" y="369"/>
                  <a:pt x="128" y="370"/>
                  <a:pt x="127" y="371"/>
                </a:cubicBezTo>
                <a:cubicBezTo>
                  <a:pt x="112" y="385"/>
                  <a:pt x="97" y="397"/>
                  <a:pt x="80" y="408"/>
                </a:cubicBezTo>
                <a:cubicBezTo>
                  <a:pt x="74" y="411"/>
                  <a:pt x="69" y="414"/>
                  <a:pt x="63" y="417"/>
                </a:cubicBezTo>
                <a:cubicBezTo>
                  <a:pt x="61" y="419"/>
                  <a:pt x="59" y="420"/>
                  <a:pt x="57" y="422"/>
                </a:cubicBezTo>
                <a:cubicBezTo>
                  <a:pt x="54" y="426"/>
                  <a:pt x="50" y="430"/>
                  <a:pt x="47" y="433"/>
                </a:cubicBezTo>
                <a:cubicBezTo>
                  <a:pt x="44" y="436"/>
                  <a:pt x="41" y="439"/>
                  <a:pt x="38" y="441"/>
                </a:cubicBezTo>
                <a:cubicBezTo>
                  <a:pt x="27" y="449"/>
                  <a:pt x="13" y="446"/>
                  <a:pt x="7" y="434"/>
                </a:cubicBezTo>
                <a:cubicBezTo>
                  <a:pt x="4" y="428"/>
                  <a:pt x="2" y="421"/>
                  <a:pt x="1" y="415"/>
                </a:cubicBezTo>
                <a:cubicBezTo>
                  <a:pt x="0" y="404"/>
                  <a:pt x="0" y="394"/>
                  <a:pt x="1" y="383"/>
                </a:cubicBezTo>
                <a:cubicBezTo>
                  <a:pt x="2" y="379"/>
                  <a:pt x="3" y="374"/>
                  <a:pt x="7" y="372"/>
                </a:cubicBezTo>
                <a:cubicBezTo>
                  <a:pt x="20" y="361"/>
                  <a:pt x="28" y="346"/>
                  <a:pt x="33" y="331"/>
                </a:cubicBezTo>
                <a:cubicBezTo>
                  <a:pt x="36" y="325"/>
                  <a:pt x="37" y="319"/>
                  <a:pt x="39" y="313"/>
                </a:cubicBezTo>
                <a:cubicBezTo>
                  <a:pt x="42" y="304"/>
                  <a:pt x="45" y="294"/>
                  <a:pt x="49" y="286"/>
                </a:cubicBezTo>
                <a:cubicBezTo>
                  <a:pt x="56" y="272"/>
                  <a:pt x="56" y="258"/>
                  <a:pt x="53" y="244"/>
                </a:cubicBezTo>
                <a:cubicBezTo>
                  <a:pt x="52" y="240"/>
                  <a:pt x="51" y="237"/>
                  <a:pt x="50" y="233"/>
                </a:cubicBezTo>
                <a:cubicBezTo>
                  <a:pt x="49" y="229"/>
                  <a:pt x="47" y="225"/>
                  <a:pt x="44" y="221"/>
                </a:cubicBezTo>
                <a:cubicBezTo>
                  <a:pt x="42" y="217"/>
                  <a:pt x="39" y="212"/>
                  <a:pt x="38" y="207"/>
                </a:cubicBezTo>
                <a:cubicBezTo>
                  <a:pt x="36" y="202"/>
                  <a:pt x="38" y="199"/>
                  <a:pt x="44" y="199"/>
                </a:cubicBezTo>
                <a:cubicBezTo>
                  <a:pt x="48" y="199"/>
                  <a:pt x="51" y="199"/>
                  <a:pt x="54" y="201"/>
                </a:cubicBezTo>
                <a:cubicBezTo>
                  <a:pt x="55" y="202"/>
                  <a:pt x="56" y="203"/>
                  <a:pt x="57" y="203"/>
                </a:cubicBezTo>
                <a:cubicBezTo>
                  <a:pt x="62" y="208"/>
                  <a:pt x="68" y="209"/>
                  <a:pt x="75" y="209"/>
                </a:cubicBezTo>
                <a:cubicBezTo>
                  <a:pt x="83" y="209"/>
                  <a:pt x="90" y="212"/>
                  <a:pt x="96" y="218"/>
                </a:cubicBezTo>
                <a:cubicBezTo>
                  <a:pt x="99" y="221"/>
                  <a:pt x="103" y="223"/>
                  <a:pt x="107" y="223"/>
                </a:cubicBezTo>
                <a:cubicBezTo>
                  <a:pt x="110" y="223"/>
                  <a:pt x="112" y="224"/>
                  <a:pt x="115" y="225"/>
                </a:cubicBezTo>
                <a:cubicBezTo>
                  <a:pt x="120" y="226"/>
                  <a:pt x="124" y="229"/>
                  <a:pt x="126" y="233"/>
                </a:cubicBezTo>
                <a:cubicBezTo>
                  <a:pt x="126" y="234"/>
                  <a:pt x="127" y="235"/>
                  <a:pt x="128" y="236"/>
                </a:cubicBezTo>
                <a:cubicBezTo>
                  <a:pt x="131" y="236"/>
                  <a:pt x="132" y="234"/>
                  <a:pt x="133" y="231"/>
                </a:cubicBezTo>
                <a:cubicBezTo>
                  <a:pt x="134" y="229"/>
                  <a:pt x="134" y="227"/>
                  <a:pt x="134" y="225"/>
                </a:cubicBezTo>
                <a:cubicBezTo>
                  <a:pt x="134" y="217"/>
                  <a:pt x="134" y="208"/>
                  <a:pt x="135" y="200"/>
                </a:cubicBezTo>
                <a:cubicBezTo>
                  <a:pt x="137" y="176"/>
                  <a:pt x="139" y="151"/>
                  <a:pt x="137" y="127"/>
                </a:cubicBezTo>
                <a:cubicBezTo>
                  <a:pt x="137" y="118"/>
                  <a:pt x="135" y="109"/>
                  <a:pt x="133" y="99"/>
                </a:cubicBezTo>
                <a:cubicBezTo>
                  <a:pt x="132" y="90"/>
                  <a:pt x="127" y="81"/>
                  <a:pt x="121" y="74"/>
                </a:cubicBezTo>
                <a:cubicBezTo>
                  <a:pt x="116" y="67"/>
                  <a:pt x="111" y="61"/>
                  <a:pt x="105" y="55"/>
                </a:cubicBezTo>
                <a:cubicBezTo>
                  <a:pt x="98" y="46"/>
                  <a:pt x="90" y="36"/>
                  <a:pt x="83" y="27"/>
                </a:cubicBezTo>
                <a:cubicBezTo>
                  <a:pt x="79" y="22"/>
                  <a:pt x="77" y="15"/>
                  <a:pt x="77" y="9"/>
                </a:cubicBezTo>
                <a:cubicBezTo>
                  <a:pt x="77" y="3"/>
                  <a:pt x="80" y="0"/>
                  <a:pt x="86" y="2"/>
                </a:cubicBezTo>
                <a:cubicBezTo>
                  <a:pt x="89" y="2"/>
                  <a:pt x="92" y="4"/>
                  <a:pt x="95" y="6"/>
                </a:cubicBezTo>
                <a:cubicBezTo>
                  <a:pt x="105" y="15"/>
                  <a:pt x="116" y="22"/>
                  <a:pt x="128" y="28"/>
                </a:cubicBezTo>
                <a:cubicBezTo>
                  <a:pt x="141" y="35"/>
                  <a:pt x="154" y="43"/>
                  <a:pt x="165" y="52"/>
                </a:cubicBezTo>
                <a:cubicBezTo>
                  <a:pt x="172" y="58"/>
                  <a:pt x="179" y="64"/>
                  <a:pt x="184" y="72"/>
                </a:cubicBezTo>
                <a:cubicBezTo>
                  <a:pt x="186" y="75"/>
                  <a:pt x="188" y="78"/>
                  <a:pt x="189" y="83"/>
                </a:cubicBezTo>
                <a:cubicBezTo>
                  <a:pt x="192" y="122"/>
                  <a:pt x="193" y="162"/>
                  <a:pt x="193" y="202"/>
                </a:cubicBezTo>
                <a:cubicBezTo>
                  <a:pt x="193" y="232"/>
                  <a:pt x="192" y="262"/>
                  <a:pt x="189" y="292"/>
                </a:cubicBezTo>
                <a:cubicBezTo>
                  <a:pt x="186" y="321"/>
                  <a:pt x="183" y="350"/>
                  <a:pt x="176" y="378"/>
                </a:cubicBezTo>
                <a:cubicBezTo>
                  <a:pt x="173" y="388"/>
                  <a:pt x="170" y="399"/>
                  <a:pt x="165" y="409"/>
                </a:cubicBezTo>
                <a:cubicBezTo>
                  <a:pt x="162" y="414"/>
                  <a:pt x="159" y="419"/>
                  <a:pt x="155" y="423"/>
                </a:cubicBezTo>
                <a:cubicBezTo>
                  <a:pt x="152" y="426"/>
                  <a:pt x="149" y="428"/>
                  <a:pt x="145" y="428"/>
                </a:cubicBezTo>
                <a:cubicBezTo>
                  <a:pt x="140" y="429"/>
                  <a:pt x="136" y="427"/>
                  <a:pt x="135" y="422"/>
                </a:cubicBezTo>
                <a:cubicBezTo>
                  <a:pt x="135" y="420"/>
                  <a:pt x="135" y="418"/>
                  <a:pt x="134" y="415"/>
                </a:cubicBezTo>
                <a:cubicBezTo>
                  <a:pt x="134" y="407"/>
                  <a:pt x="135" y="399"/>
                  <a:pt x="135" y="391"/>
                </a:cubicBezTo>
                <a:cubicBezTo>
                  <a:pt x="134" y="383"/>
                  <a:pt x="134" y="375"/>
                  <a:pt x="131" y="367"/>
                </a:cubicBezTo>
                <a:close/>
                <a:moveTo>
                  <a:pt x="132" y="255"/>
                </a:moveTo>
                <a:cubicBezTo>
                  <a:pt x="127" y="257"/>
                  <a:pt x="125" y="260"/>
                  <a:pt x="124" y="264"/>
                </a:cubicBezTo>
                <a:cubicBezTo>
                  <a:pt x="123" y="267"/>
                  <a:pt x="122" y="271"/>
                  <a:pt x="119" y="273"/>
                </a:cubicBezTo>
                <a:cubicBezTo>
                  <a:pt x="114" y="277"/>
                  <a:pt x="108" y="280"/>
                  <a:pt x="102" y="280"/>
                </a:cubicBezTo>
                <a:cubicBezTo>
                  <a:pt x="97" y="280"/>
                  <a:pt x="94" y="282"/>
                  <a:pt x="91" y="285"/>
                </a:cubicBezTo>
                <a:cubicBezTo>
                  <a:pt x="87" y="289"/>
                  <a:pt x="84" y="292"/>
                  <a:pt x="81" y="296"/>
                </a:cubicBezTo>
                <a:cubicBezTo>
                  <a:pt x="78" y="299"/>
                  <a:pt x="76" y="302"/>
                  <a:pt x="75" y="305"/>
                </a:cubicBezTo>
                <a:cubicBezTo>
                  <a:pt x="71" y="315"/>
                  <a:pt x="66" y="323"/>
                  <a:pt x="59" y="331"/>
                </a:cubicBezTo>
                <a:cubicBezTo>
                  <a:pt x="54" y="337"/>
                  <a:pt x="50" y="343"/>
                  <a:pt x="45" y="349"/>
                </a:cubicBezTo>
                <a:cubicBezTo>
                  <a:pt x="39" y="356"/>
                  <a:pt x="34" y="364"/>
                  <a:pt x="31" y="373"/>
                </a:cubicBezTo>
                <a:cubicBezTo>
                  <a:pt x="29" y="377"/>
                  <a:pt x="29" y="379"/>
                  <a:pt x="34" y="381"/>
                </a:cubicBezTo>
                <a:cubicBezTo>
                  <a:pt x="38" y="382"/>
                  <a:pt x="42" y="383"/>
                  <a:pt x="46" y="382"/>
                </a:cubicBezTo>
                <a:cubicBezTo>
                  <a:pt x="53" y="381"/>
                  <a:pt x="59" y="378"/>
                  <a:pt x="64" y="374"/>
                </a:cubicBezTo>
                <a:cubicBezTo>
                  <a:pt x="69" y="371"/>
                  <a:pt x="73" y="367"/>
                  <a:pt x="78" y="363"/>
                </a:cubicBezTo>
                <a:cubicBezTo>
                  <a:pt x="81" y="361"/>
                  <a:pt x="83" y="359"/>
                  <a:pt x="87" y="358"/>
                </a:cubicBezTo>
                <a:cubicBezTo>
                  <a:pt x="97" y="356"/>
                  <a:pt x="106" y="351"/>
                  <a:pt x="114" y="346"/>
                </a:cubicBezTo>
                <a:cubicBezTo>
                  <a:pt x="119" y="343"/>
                  <a:pt x="123" y="340"/>
                  <a:pt x="127" y="338"/>
                </a:cubicBezTo>
                <a:cubicBezTo>
                  <a:pt x="131" y="335"/>
                  <a:pt x="133" y="331"/>
                  <a:pt x="133" y="325"/>
                </a:cubicBezTo>
                <a:cubicBezTo>
                  <a:pt x="132" y="304"/>
                  <a:pt x="132" y="282"/>
                  <a:pt x="132" y="260"/>
                </a:cubicBezTo>
                <a:cubicBezTo>
                  <a:pt x="132" y="259"/>
                  <a:pt x="132" y="257"/>
                  <a:pt x="132" y="25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2" name="Freeform 12">
            <a:extLst xmlns:a="http://schemas.openxmlformats.org/drawingml/2006/main">
              <a:ext uri="{FF2B5EF4-FFF2-40B4-BE49-F238E27FC236}">
                <a16:creationId xmlns:a16="http://schemas.microsoft.com/office/drawing/2014/main" id="{42330F1E-E7AB-4622-A54C-FFBAE2BC5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5456" y="764819"/>
            <a:ext cx="172477" cy="238750"/>
          </a:xfrm>
          <a:custGeom xmlns:a="http://schemas.openxmlformats.org/drawingml/2006/main">
            <a:gdLst>
              <a:gd name="T0" fmla="*/ 34 w 229"/>
              <a:gd name="T1" fmla="*/ 0 h 316"/>
              <a:gd name="T2" fmla="*/ 37 w 229"/>
              <a:gd name="T3" fmla="*/ 2 h 316"/>
              <a:gd name="T4" fmla="*/ 69 w 229"/>
              <a:gd name="T5" fmla="*/ 32 h 316"/>
              <a:gd name="T6" fmla="*/ 73 w 229"/>
              <a:gd name="T7" fmla="*/ 38 h 316"/>
              <a:gd name="T8" fmla="*/ 99 w 229"/>
              <a:gd name="T9" fmla="*/ 117 h 316"/>
              <a:gd name="T10" fmla="*/ 101 w 229"/>
              <a:gd name="T11" fmla="*/ 128 h 316"/>
              <a:gd name="T12" fmla="*/ 112 w 229"/>
              <a:gd name="T13" fmla="*/ 132 h 316"/>
              <a:gd name="T14" fmla="*/ 120 w 229"/>
              <a:gd name="T15" fmla="*/ 127 h 316"/>
              <a:gd name="T16" fmla="*/ 145 w 229"/>
              <a:gd name="T17" fmla="*/ 109 h 316"/>
              <a:gd name="T18" fmla="*/ 148 w 229"/>
              <a:gd name="T19" fmla="*/ 103 h 316"/>
              <a:gd name="T20" fmla="*/ 148 w 229"/>
              <a:gd name="T21" fmla="*/ 80 h 316"/>
              <a:gd name="T22" fmla="*/ 159 w 229"/>
              <a:gd name="T23" fmla="*/ 69 h 316"/>
              <a:gd name="T24" fmla="*/ 162 w 229"/>
              <a:gd name="T25" fmla="*/ 71 h 316"/>
              <a:gd name="T26" fmla="*/ 164 w 229"/>
              <a:gd name="T27" fmla="*/ 75 h 316"/>
              <a:gd name="T28" fmla="*/ 171 w 229"/>
              <a:gd name="T29" fmla="*/ 86 h 316"/>
              <a:gd name="T30" fmla="*/ 204 w 229"/>
              <a:gd name="T31" fmla="*/ 104 h 316"/>
              <a:gd name="T32" fmla="*/ 209 w 229"/>
              <a:gd name="T33" fmla="*/ 112 h 316"/>
              <a:gd name="T34" fmla="*/ 169 w 229"/>
              <a:gd name="T35" fmla="*/ 170 h 316"/>
              <a:gd name="T36" fmla="*/ 128 w 229"/>
              <a:gd name="T37" fmla="*/ 175 h 316"/>
              <a:gd name="T38" fmla="*/ 114 w 229"/>
              <a:gd name="T39" fmla="*/ 190 h 316"/>
              <a:gd name="T40" fmla="*/ 115 w 229"/>
              <a:gd name="T41" fmla="*/ 196 h 316"/>
              <a:gd name="T42" fmla="*/ 115 w 229"/>
              <a:gd name="T43" fmla="*/ 219 h 316"/>
              <a:gd name="T44" fmla="*/ 109 w 229"/>
              <a:gd name="T45" fmla="*/ 226 h 316"/>
              <a:gd name="T46" fmla="*/ 89 w 229"/>
              <a:gd name="T47" fmla="*/ 246 h 316"/>
              <a:gd name="T48" fmla="*/ 95 w 229"/>
              <a:gd name="T49" fmla="*/ 260 h 316"/>
              <a:gd name="T50" fmla="*/ 113 w 229"/>
              <a:gd name="T51" fmla="*/ 259 h 316"/>
              <a:gd name="T52" fmla="*/ 148 w 229"/>
              <a:gd name="T53" fmla="*/ 248 h 316"/>
              <a:gd name="T54" fmla="*/ 170 w 229"/>
              <a:gd name="T55" fmla="*/ 243 h 316"/>
              <a:gd name="T56" fmla="*/ 187 w 229"/>
              <a:gd name="T57" fmla="*/ 237 h 316"/>
              <a:gd name="T58" fmla="*/ 212 w 229"/>
              <a:gd name="T59" fmla="*/ 229 h 316"/>
              <a:gd name="T60" fmla="*/ 220 w 229"/>
              <a:gd name="T61" fmla="*/ 229 h 316"/>
              <a:gd name="T62" fmla="*/ 227 w 229"/>
              <a:gd name="T63" fmla="*/ 241 h 316"/>
              <a:gd name="T64" fmla="*/ 214 w 229"/>
              <a:gd name="T65" fmla="*/ 267 h 316"/>
              <a:gd name="T66" fmla="*/ 203 w 229"/>
              <a:gd name="T67" fmla="*/ 277 h 316"/>
              <a:gd name="T68" fmla="*/ 174 w 229"/>
              <a:gd name="T69" fmla="*/ 289 h 316"/>
              <a:gd name="T70" fmla="*/ 140 w 229"/>
              <a:gd name="T71" fmla="*/ 298 h 316"/>
              <a:gd name="T72" fmla="*/ 127 w 229"/>
              <a:gd name="T73" fmla="*/ 298 h 316"/>
              <a:gd name="T74" fmla="*/ 116 w 229"/>
              <a:gd name="T75" fmla="*/ 301 h 316"/>
              <a:gd name="T76" fmla="*/ 55 w 229"/>
              <a:gd name="T77" fmla="*/ 304 h 316"/>
              <a:gd name="T78" fmla="*/ 44 w 229"/>
              <a:gd name="T79" fmla="*/ 292 h 316"/>
              <a:gd name="T80" fmla="*/ 27 w 229"/>
              <a:gd name="T81" fmla="*/ 257 h 316"/>
              <a:gd name="T82" fmla="*/ 25 w 229"/>
              <a:gd name="T83" fmla="*/ 252 h 316"/>
              <a:gd name="T84" fmla="*/ 18 w 229"/>
              <a:gd name="T85" fmla="*/ 217 h 316"/>
              <a:gd name="T86" fmla="*/ 18 w 229"/>
              <a:gd name="T87" fmla="*/ 210 h 316"/>
              <a:gd name="T88" fmla="*/ 1 w 229"/>
              <a:gd name="T89" fmla="*/ 140 h 316"/>
              <a:gd name="T90" fmla="*/ 0 w 229"/>
              <a:gd name="T91" fmla="*/ 134 h 316"/>
              <a:gd name="T92" fmla="*/ 18 w 229"/>
              <a:gd name="T93" fmla="*/ 50 h 316"/>
              <a:gd name="T94" fmla="*/ 32 w 229"/>
              <a:gd name="T95" fmla="*/ 4 h 316"/>
              <a:gd name="T96" fmla="*/ 34 w 229"/>
              <a:gd name="T97" fmla="*/ 0 h 316"/>
            </a:gdLst>
            <a:rect l="0" t="0" r="r" b="b"/>
            <a:pathLst>
              <a:path w="229" h="316">
                <a:moveTo>
                  <a:pt x="34" y="0"/>
                </a:moveTo>
                <a:cubicBezTo>
                  <a:pt x="35" y="1"/>
                  <a:pt x="36" y="2"/>
                  <a:pt x="37" y="2"/>
                </a:cubicBezTo>
                <a:cubicBezTo>
                  <a:pt x="48" y="12"/>
                  <a:pt x="58" y="22"/>
                  <a:pt x="69" y="32"/>
                </a:cubicBezTo>
                <a:cubicBezTo>
                  <a:pt x="71" y="34"/>
                  <a:pt x="72" y="36"/>
                  <a:pt x="73" y="38"/>
                </a:cubicBezTo>
                <a:cubicBezTo>
                  <a:pt x="86" y="63"/>
                  <a:pt x="94" y="89"/>
                  <a:pt x="99" y="117"/>
                </a:cubicBezTo>
                <a:cubicBezTo>
                  <a:pt x="99" y="120"/>
                  <a:pt x="100" y="124"/>
                  <a:pt x="101" y="128"/>
                </a:cubicBezTo>
                <a:cubicBezTo>
                  <a:pt x="103" y="133"/>
                  <a:pt x="107" y="134"/>
                  <a:pt x="112" y="132"/>
                </a:cubicBezTo>
                <a:cubicBezTo>
                  <a:pt x="115" y="130"/>
                  <a:pt x="117" y="129"/>
                  <a:pt x="120" y="127"/>
                </a:cubicBezTo>
                <a:cubicBezTo>
                  <a:pt x="128" y="121"/>
                  <a:pt x="136" y="115"/>
                  <a:pt x="145" y="109"/>
                </a:cubicBezTo>
                <a:cubicBezTo>
                  <a:pt x="147" y="108"/>
                  <a:pt x="148" y="106"/>
                  <a:pt x="148" y="103"/>
                </a:cubicBezTo>
                <a:cubicBezTo>
                  <a:pt x="148" y="95"/>
                  <a:pt x="148" y="88"/>
                  <a:pt x="148" y="80"/>
                </a:cubicBezTo>
                <a:cubicBezTo>
                  <a:pt x="148" y="75"/>
                  <a:pt x="153" y="69"/>
                  <a:pt x="159" y="69"/>
                </a:cubicBezTo>
                <a:cubicBezTo>
                  <a:pt x="160" y="69"/>
                  <a:pt x="162" y="70"/>
                  <a:pt x="162" y="71"/>
                </a:cubicBezTo>
                <a:cubicBezTo>
                  <a:pt x="163" y="72"/>
                  <a:pt x="164" y="73"/>
                  <a:pt x="164" y="75"/>
                </a:cubicBezTo>
                <a:cubicBezTo>
                  <a:pt x="164" y="79"/>
                  <a:pt x="167" y="83"/>
                  <a:pt x="171" y="86"/>
                </a:cubicBezTo>
                <a:cubicBezTo>
                  <a:pt x="181" y="94"/>
                  <a:pt x="192" y="100"/>
                  <a:pt x="204" y="104"/>
                </a:cubicBezTo>
                <a:cubicBezTo>
                  <a:pt x="208" y="106"/>
                  <a:pt x="209" y="108"/>
                  <a:pt x="209" y="112"/>
                </a:cubicBezTo>
                <a:cubicBezTo>
                  <a:pt x="210" y="140"/>
                  <a:pt x="196" y="160"/>
                  <a:pt x="169" y="170"/>
                </a:cubicBezTo>
                <a:cubicBezTo>
                  <a:pt x="156" y="175"/>
                  <a:pt x="142" y="177"/>
                  <a:pt x="128" y="175"/>
                </a:cubicBezTo>
                <a:cubicBezTo>
                  <a:pt x="119" y="173"/>
                  <a:pt x="112" y="182"/>
                  <a:pt x="114" y="190"/>
                </a:cubicBezTo>
                <a:cubicBezTo>
                  <a:pt x="114" y="192"/>
                  <a:pt x="115" y="194"/>
                  <a:pt x="115" y="196"/>
                </a:cubicBezTo>
                <a:cubicBezTo>
                  <a:pt x="118" y="203"/>
                  <a:pt x="118" y="211"/>
                  <a:pt x="115" y="219"/>
                </a:cubicBezTo>
                <a:cubicBezTo>
                  <a:pt x="114" y="222"/>
                  <a:pt x="112" y="224"/>
                  <a:pt x="109" y="226"/>
                </a:cubicBezTo>
                <a:cubicBezTo>
                  <a:pt x="101" y="231"/>
                  <a:pt x="95" y="238"/>
                  <a:pt x="89" y="246"/>
                </a:cubicBezTo>
                <a:cubicBezTo>
                  <a:pt x="84" y="254"/>
                  <a:pt x="85" y="258"/>
                  <a:pt x="95" y="260"/>
                </a:cubicBezTo>
                <a:cubicBezTo>
                  <a:pt x="101" y="261"/>
                  <a:pt x="107" y="261"/>
                  <a:pt x="113" y="259"/>
                </a:cubicBezTo>
                <a:cubicBezTo>
                  <a:pt x="125" y="256"/>
                  <a:pt x="137" y="252"/>
                  <a:pt x="148" y="248"/>
                </a:cubicBezTo>
                <a:cubicBezTo>
                  <a:pt x="155" y="245"/>
                  <a:pt x="162" y="243"/>
                  <a:pt x="170" y="243"/>
                </a:cubicBezTo>
                <a:cubicBezTo>
                  <a:pt x="176" y="242"/>
                  <a:pt x="182" y="240"/>
                  <a:pt x="187" y="237"/>
                </a:cubicBezTo>
                <a:cubicBezTo>
                  <a:pt x="195" y="234"/>
                  <a:pt x="203" y="230"/>
                  <a:pt x="212" y="229"/>
                </a:cubicBezTo>
                <a:cubicBezTo>
                  <a:pt x="214" y="229"/>
                  <a:pt x="217" y="229"/>
                  <a:pt x="220" y="229"/>
                </a:cubicBezTo>
                <a:cubicBezTo>
                  <a:pt x="226" y="230"/>
                  <a:pt x="229" y="236"/>
                  <a:pt x="227" y="241"/>
                </a:cubicBezTo>
                <a:cubicBezTo>
                  <a:pt x="223" y="250"/>
                  <a:pt x="218" y="259"/>
                  <a:pt x="214" y="267"/>
                </a:cubicBezTo>
                <a:cubicBezTo>
                  <a:pt x="211" y="271"/>
                  <a:pt x="207" y="274"/>
                  <a:pt x="203" y="277"/>
                </a:cubicBezTo>
                <a:cubicBezTo>
                  <a:pt x="194" y="282"/>
                  <a:pt x="184" y="286"/>
                  <a:pt x="174" y="289"/>
                </a:cubicBezTo>
                <a:cubicBezTo>
                  <a:pt x="163" y="292"/>
                  <a:pt x="151" y="295"/>
                  <a:pt x="140" y="298"/>
                </a:cubicBezTo>
                <a:cubicBezTo>
                  <a:pt x="136" y="299"/>
                  <a:pt x="131" y="298"/>
                  <a:pt x="127" y="298"/>
                </a:cubicBezTo>
                <a:cubicBezTo>
                  <a:pt x="122" y="298"/>
                  <a:pt x="119" y="299"/>
                  <a:pt x="116" y="301"/>
                </a:cubicBezTo>
                <a:cubicBezTo>
                  <a:pt x="97" y="315"/>
                  <a:pt x="74" y="316"/>
                  <a:pt x="55" y="304"/>
                </a:cubicBezTo>
                <a:cubicBezTo>
                  <a:pt x="51" y="301"/>
                  <a:pt x="47" y="297"/>
                  <a:pt x="44" y="292"/>
                </a:cubicBezTo>
                <a:cubicBezTo>
                  <a:pt x="37" y="281"/>
                  <a:pt x="32" y="269"/>
                  <a:pt x="27" y="257"/>
                </a:cubicBezTo>
                <a:cubicBezTo>
                  <a:pt x="26" y="255"/>
                  <a:pt x="26" y="254"/>
                  <a:pt x="25" y="252"/>
                </a:cubicBezTo>
                <a:cubicBezTo>
                  <a:pt x="20" y="241"/>
                  <a:pt x="17" y="230"/>
                  <a:pt x="18" y="217"/>
                </a:cubicBezTo>
                <a:cubicBezTo>
                  <a:pt x="19" y="215"/>
                  <a:pt x="18" y="213"/>
                  <a:pt x="18" y="210"/>
                </a:cubicBezTo>
                <a:cubicBezTo>
                  <a:pt x="12" y="187"/>
                  <a:pt x="6" y="163"/>
                  <a:pt x="1" y="140"/>
                </a:cubicBezTo>
                <a:cubicBezTo>
                  <a:pt x="0" y="138"/>
                  <a:pt x="0" y="136"/>
                  <a:pt x="0" y="134"/>
                </a:cubicBezTo>
                <a:cubicBezTo>
                  <a:pt x="6" y="106"/>
                  <a:pt x="12" y="78"/>
                  <a:pt x="18" y="50"/>
                </a:cubicBezTo>
                <a:cubicBezTo>
                  <a:pt x="22" y="35"/>
                  <a:pt x="26" y="19"/>
                  <a:pt x="32" y="4"/>
                </a:cubicBezTo>
                <a:cubicBezTo>
                  <a:pt x="33" y="2"/>
                  <a:pt x="33" y="1"/>
                  <a:pt x="3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A6410733-F86E-46A3-9CFC-1E2FDAFD1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5447" y="857431"/>
            <a:ext cx="204764" cy="226855"/>
          </a:xfrm>
          <a:custGeom xmlns:a="http://schemas.openxmlformats.org/drawingml/2006/main">
            <a:gdLst>
              <a:gd name="T0" fmla="*/ 194 w 271"/>
              <a:gd name="T1" fmla="*/ 98 h 300"/>
              <a:gd name="T2" fmla="*/ 236 w 271"/>
              <a:gd name="T3" fmla="*/ 96 h 300"/>
              <a:gd name="T4" fmla="*/ 237 w 271"/>
              <a:gd name="T5" fmla="*/ 111 h 300"/>
              <a:gd name="T6" fmla="*/ 175 w 271"/>
              <a:gd name="T7" fmla="*/ 150 h 300"/>
              <a:gd name="T8" fmla="*/ 169 w 271"/>
              <a:gd name="T9" fmla="*/ 195 h 300"/>
              <a:gd name="T10" fmla="*/ 177 w 271"/>
              <a:gd name="T11" fmla="*/ 299 h 300"/>
              <a:gd name="T12" fmla="*/ 159 w 271"/>
              <a:gd name="T13" fmla="*/ 285 h 300"/>
              <a:gd name="T14" fmla="*/ 150 w 271"/>
              <a:gd name="T15" fmla="*/ 266 h 300"/>
              <a:gd name="T16" fmla="*/ 133 w 271"/>
              <a:gd name="T17" fmla="*/ 260 h 300"/>
              <a:gd name="T18" fmla="*/ 132 w 271"/>
              <a:gd name="T19" fmla="*/ 243 h 300"/>
              <a:gd name="T20" fmla="*/ 149 w 271"/>
              <a:gd name="T21" fmla="*/ 232 h 300"/>
              <a:gd name="T22" fmla="*/ 139 w 271"/>
              <a:gd name="T23" fmla="*/ 197 h 300"/>
              <a:gd name="T24" fmla="*/ 117 w 271"/>
              <a:gd name="T25" fmla="*/ 216 h 300"/>
              <a:gd name="T26" fmla="*/ 101 w 271"/>
              <a:gd name="T27" fmla="*/ 235 h 300"/>
              <a:gd name="T28" fmla="*/ 26 w 271"/>
              <a:gd name="T29" fmla="*/ 293 h 300"/>
              <a:gd name="T30" fmla="*/ 0 w 271"/>
              <a:gd name="T31" fmla="*/ 243 h 300"/>
              <a:gd name="T32" fmla="*/ 9 w 271"/>
              <a:gd name="T33" fmla="*/ 237 h 300"/>
              <a:gd name="T34" fmla="*/ 32 w 271"/>
              <a:gd name="T35" fmla="*/ 234 h 300"/>
              <a:gd name="T36" fmla="*/ 59 w 271"/>
              <a:gd name="T37" fmla="*/ 219 h 300"/>
              <a:gd name="T38" fmla="*/ 116 w 271"/>
              <a:gd name="T39" fmla="*/ 185 h 300"/>
              <a:gd name="T40" fmla="*/ 145 w 271"/>
              <a:gd name="T41" fmla="*/ 155 h 300"/>
              <a:gd name="T42" fmla="*/ 133 w 271"/>
              <a:gd name="T43" fmla="*/ 142 h 300"/>
              <a:gd name="T44" fmla="*/ 145 w 271"/>
              <a:gd name="T45" fmla="*/ 112 h 300"/>
              <a:gd name="T46" fmla="*/ 143 w 271"/>
              <a:gd name="T47" fmla="*/ 104 h 300"/>
              <a:gd name="T48" fmla="*/ 124 w 271"/>
              <a:gd name="T49" fmla="*/ 108 h 300"/>
              <a:gd name="T50" fmla="*/ 121 w 271"/>
              <a:gd name="T51" fmla="*/ 140 h 300"/>
              <a:gd name="T52" fmla="*/ 87 w 271"/>
              <a:gd name="T53" fmla="*/ 188 h 300"/>
              <a:gd name="T54" fmla="*/ 73 w 271"/>
              <a:gd name="T55" fmla="*/ 176 h 300"/>
              <a:gd name="T56" fmla="*/ 67 w 271"/>
              <a:gd name="T57" fmla="*/ 159 h 300"/>
              <a:gd name="T58" fmla="*/ 66 w 271"/>
              <a:gd name="T59" fmla="*/ 63 h 300"/>
              <a:gd name="T60" fmla="*/ 72 w 271"/>
              <a:gd name="T61" fmla="*/ 47 h 300"/>
              <a:gd name="T62" fmla="*/ 88 w 271"/>
              <a:gd name="T63" fmla="*/ 55 h 300"/>
              <a:gd name="T64" fmla="*/ 109 w 271"/>
              <a:gd name="T65" fmla="*/ 63 h 300"/>
              <a:gd name="T66" fmla="*/ 160 w 271"/>
              <a:gd name="T67" fmla="*/ 28 h 300"/>
              <a:gd name="T68" fmla="*/ 187 w 271"/>
              <a:gd name="T69" fmla="*/ 16 h 300"/>
              <a:gd name="T70" fmla="*/ 258 w 271"/>
              <a:gd name="T71" fmla="*/ 4 h 300"/>
              <a:gd name="T72" fmla="*/ 271 w 271"/>
              <a:gd name="T73" fmla="*/ 16 h 300"/>
              <a:gd name="T74" fmla="*/ 248 w 271"/>
              <a:gd name="T75" fmla="*/ 37 h 300"/>
              <a:gd name="T76" fmla="*/ 215 w 271"/>
              <a:gd name="T77" fmla="*/ 67 h 300"/>
              <a:gd name="T78" fmla="*/ 186 w 271"/>
              <a:gd name="T79" fmla="*/ 95 h 300"/>
            </a:gdLst>
            <a:rect l="0" t="0" r="r" b="b"/>
            <a:pathLst>
              <a:path w="271" h="300">
                <a:moveTo>
                  <a:pt x="185" y="102"/>
                </a:moveTo>
                <a:cubicBezTo>
                  <a:pt x="188" y="101"/>
                  <a:pt x="191" y="99"/>
                  <a:pt x="194" y="98"/>
                </a:cubicBezTo>
                <a:cubicBezTo>
                  <a:pt x="200" y="94"/>
                  <a:pt x="206" y="91"/>
                  <a:pt x="213" y="90"/>
                </a:cubicBezTo>
                <a:cubicBezTo>
                  <a:pt x="221" y="89"/>
                  <a:pt x="229" y="92"/>
                  <a:pt x="236" y="96"/>
                </a:cubicBezTo>
                <a:cubicBezTo>
                  <a:pt x="237" y="97"/>
                  <a:pt x="238" y="98"/>
                  <a:pt x="239" y="99"/>
                </a:cubicBezTo>
                <a:cubicBezTo>
                  <a:pt x="242" y="103"/>
                  <a:pt x="242" y="108"/>
                  <a:pt x="237" y="111"/>
                </a:cubicBezTo>
                <a:cubicBezTo>
                  <a:pt x="220" y="127"/>
                  <a:pt x="200" y="139"/>
                  <a:pt x="179" y="148"/>
                </a:cubicBezTo>
                <a:cubicBezTo>
                  <a:pt x="178" y="149"/>
                  <a:pt x="176" y="149"/>
                  <a:pt x="175" y="150"/>
                </a:cubicBezTo>
                <a:cubicBezTo>
                  <a:pt x="167" y="153"/>
                  <a:pt x="164" y="159"/>
                  <a:pt x="163" y="168"/>
                </a:cubicBezTo>
                <a:cubicBezTo>
                  <a:pt x="163" y="177"/>
                  <a:pt x="165" y="187"/>
                  <a:pt x="169" y="195"/>
                </a:cubicBezTo>
                <a:cubicBezTo>
                  <a:pt x="182" y="226"/>
                  <a:pt x="186" y="259"/>
                  <a:pt x="185" y="292"/>
                </a:cubicBezTo>
                <a:cubicBezTo>
                  <a:pt x="185" y="298"/>
                  <a:pt x="183" y="300"/>
                  <a:pt x="177" y="299"/>
                </a:cubicBezTo>
                <a:cubicBezTo>
                  <a:pt x="171" y="299"/>
                  <a:pt x="165" y="297"/>
                  <a:pt x="161" y="292"/>
                </a:cubicBezTo>
                <a:cubicBezTo>
                  <a:pt x="159" y="290"/>
                  <a:pt x="159" y="287"/>
                  <a:pt x="159" y="285"/>
                </a:cubicBezTo>
                <a:cubicBezTo>
                  <a:pt x="159" y="284"/>
                  <a:pt x="159" y="282"/>
                  <a:pt x="159" y="281"/>
                </a:cubicBezTo>
                <a:cubicBezTo>
                  <a:pt x="159" y="274"/>
                  <a:pt x="156" y="269"/>
                  <a:pt x="150" y="266"/>
                </a:cubicBezTo>
                <a:cubicBezTo>
                  <a:pt x="146" y="263"/>
                  <a:pt x="141" y="262"/>
                  <a:pt x="136" y="260"/>
                </a:cubicBezTo>
                <a:cubicBezTo>
                  <a:pt x="135" y="260"/>
                  <a:pt x="134" y="260"/>
                  <a:pt x="133" y="260"/>
                </a:cubicBezTo>
                <a:cubicBezTo>
                  <a:pt x="129" y="258"/>
                  <a:pt x="126" y="255"/>
                  <a:pt x="126" y="252"/>
                </a:cubicBezTo>
                <a:cubicBezTo>
                  <a:pt x="125" y="248"/>
                  <a:pt x="128" y="244"/>
                  <a:pt x="132" y="243"/>
                </a:cubicBezTo>
                <a:cubicBezTo>
                  <a:pt x="134" y="242"/>
                  <a:pt x="136" y="242"/>
                  <a:pt x="138" y="242"/>
                </a:cubicBezTo>
                <a:cubicBezTo>
                  <a:pt x="144" y="241"/>
                  <a:pt x="147" y="238"/>
                  <a:pt x="149" y="232"/>
                </a:cubicBezTo>
                <a:cubicBezTo>
                  <a:pt x="153" y="220"/>
                  <a:pt x="151" y="208"/>
                  <a:pt x="144" y="197"/>
                </a:cubicBezTo>
                <a:cubicBezTo>
                  <a:pt x="142" y="195"/>
                  <a:pt x="141" y="195"/>
                  <a:pt x="139" y="197"/>
                </a:cubicBezTo>
                <a:cubicBezTo>
                  <a:pt x="138" y="197"/>
                  <a:pt x="137" y="198"/>
                  <a:pt x="136" y="199"/>
                </a:cubicBezTo>
                <a:cubicBezTo>
                  <a:pt x="129" y="205"/>
                  <a:pt x="123" y="210"/>
                  <a:pt x="117" y="216"/>
                </a:cubicBezTo>
                <a:cubicBezTo>
                  <a:pt x="112" y="220"/>
                  <a:pt x="108" y="225"/>
                  <a:pt x="105" y="231"/>
                </a:cubicBezTo>
                <a:cubicBezTo>
                  <a:pt x="104" y="232"/>
                  <a:pt x="103" y="233"/>
                  <a:pt x="101" y="235"/>
                </a:cubicBezTo>
                <a:cubicBezTo>
                  <a:pt x="84" y="253"/>
                  <a:pt x="66" y="270"/>
                  <a:pt x="48" y="288"/>
                </a:cubicBezTo>
                <a:cubicBezTo>
                  <a:pt x="41" y="296"/>
                  <a:pt x="35" y="297"/>
                  <a:pt x="26" y="293"/>
                </a:cubicBezTo>
                <a:cubicBezTo>
                  <a:pt x="20" y="291"/>
                  <a:pt x="16" y="287"/>
                  <a:pt x="13" y="282"/>
                </a:cubicBezTo>
                <a:cubicBezTo>
                  <a:pt x="4" y="271"/>
                  <a:pt x="1" y="257"/>
                  <a:pt x="0" y="243"/>
                </a:cubicBezTo>
                <a:cubicBezTo>
                  <a:pt x="0" y="240"/>
                  <a:pt x="1" y="239"/>
                  <a:pt x="3" y="239"/>
                </a:cubicBezTo>
                <a:cubicBezTo>
                  <a:pt x="5" y="238"/>
                  <a:pt x="7" y="237"/>
                  <a:pt x="9" y="237"/>
                </a:cubicBezTo>
                <a:cubicBezTo>
                  <a:pt x="13" y="235"/>
                  <a:pt x="16" y="235"/>
                  <a:pt x="20" y="237"/>
                </a:cubicBezTo>
                <a:cubicBezTo>
                  <a:pt x="24" y="239"/>
                  <a:pt x="28" y="238"/>
                  <a:pt x="32" y="234"/>
                </a:cubicBezTo>
                <a:cubicBezTo>
                  <a:pt x="34" y="233"/>
                  <a:pt x="37" y="231"/>
                  <a:pt x="39" y="230"/>
                </a:cubicBezTo>
                <a:cubicBezTo>
                  <a:pt x="46" y="226"/>
                  <a:pt x="52" y="222"/>
                  <a:pt x="59" y="219"/>
                </a:cubicBezTo>
                <a:cubicBezTo>
                  <a:pt x="60" y="218"/>
                  <a:pt x="62" y="217"/>
                  <a:pt x="63" y="216"/>
                </a:cubicBezTo>
                <a:cubicBezTo>
                  <a:pt x="81" y="206"/>
                  <a:pt x="98" y="195"/>
                  <a:pt x="116" y="185"/>
                </a:cubicBezTo>
                <a:cubicBezTo>
                  <a:pt x="122" y="181"/>
                  <a:pt x="128" y="177"/>
                  <a:pt x="134" y="172"/>
                </a:cubicBezTo>
                <a:cubicBezTo>
                  <a:pt x="139" y="168"/>
                  <a:pt x="143" y="163"/>
                  <a:pt x="145" y="155"/>
                </a:cubicBezTo>
                <a:cubicBezTo>
                  <a:pt x="143" y="155"/>
                  <a:pt x="142" y="154"/>
                  <a:pt x="140" y="154"/>
                </a:cubicBezTo>
                <a:cubicBezTo>
                  <a:pt x="134" y="152"/>
                  <a:pt x="132" y="148"/>
                  <a:pt x="133" y="142"/>
                </a:cubicBezTo>
                <a:cubicBezTo>
                  <a:pt x="134" y="140"/>
                  <a:pt x="135" y="137"/>
                  <a:pt x="136" y="135"/>
                </a:cubicBezTo>
                <a:cubicBezTo>
                  <a:pt x="139" y="127"/>
                  <a:pt x="142" y="119"/>
                  <a:pt x="145" y="112"/>
                </a:cubicBezTo>
                <a:cubicBezTo>
                  <a:pt x="145" y="111"/>
                  <a:pt x="146" y="110"/>
                  <a:pt x="146" y="109"/>
                </a:cubicBezTo>
                <a:cubicBezTo>
                  <a:pt x="147" y="105"/>
                  <a:pt x="146" y="104"/>
                  <a:pt x="143" y="104"/>
                </a:cubicBezTo>
                <a:cubicBezTo>
                  <a:pt x="140" y="104"/>
                  <a:pt x="138" y="104"/>
                  <a:pt x="135" y="105"/>
                </a:cubicBezTo>
                <a:cubicBezTo>
                  <a:pt x="132" y="106"/>
                  <a:pt x="128" y="107"/>
                  <a:pt x="124" y="108"/>
                </a:cubicBezTo>
                <a:cubicBezTo>
                  <a:pt x="122" y="109"/>
                  <a:pt x="121" y="111"/>
                  <a:pt x="121" y="113"/>
                </a:cubicBezTo>
                <a:cubicBezTo>
                  <a:pt x="121" y="122"/>
                  <a:pt x="121" y="131"/>
                  <a:pt x="121" y="140"/>
                </a:cubicBezTo>
                <a:cubicBezTo>
                  <a:pt x="121" y="142"/>
                  <a:pt x="120" y="144"/>
                  <a:pt x="119" y="146"/>
                </a:cubicBezTo>
                <a:cubicBezTo>
                  <a:pt x="108" y="160"/>
                  <a:pt x="98" y="174"/>
                  <a:pt x="87" y="188"/>
                </a:cubicBezTo>
                <a:cubicBezTo>
                  <a:pt x="87" y="189"/>
                  <a:pt x="86" y="189"/>
                  <a:pt x="86" y="190"/>
                </a:cubicBezTo>
                <a:cubicBezTo>
                  <a:pt x="81" y="185"/>
                  <a:pt x="77" y="181"/>
                  <a:pt x="73" y="176"/>
                </a:cubicBezTo>
                <a:cubicBezTo>
                  <a:pt x="70" y="173"/>
                  <a:pt x="69" y="170"/>
                  <a:pt x="69" y="166"/>
                </a:cubicBezTo>
                <a:cubicBezTo>
                  <a:pt x="68" y="164"/>
                  <a:pt x="68" y="161"/>
                  <a:pt x="67" y="159"/>
                </a:cubicBezTo>
                <a:cubicBezTo>
                  <a:pt x="58" y="138"/>
                  <a:pt x="57" y="117"/>
                  <a:pt x="63" y="95"/>
                </a:cubicBezTo>
                <a:cubicBezTo>
                  <a:pt x="67" y="84"/>
                  <a:pt x="67" y="74"/>
                  <a:pt x="66" y="63"/>
                </a:cubicBezTo>
                <a:cubicBezTo>
                  <a:pt x="66" y="60"/>
                  <a:pt x="66" y="57"/>
                  <a:pt x="66" y="54"/>
                </a:cubicBezTo>
                <a:cubicBezTo>
                  <a:pt x="66" y="50"/>
                  <a:pt x="68" y="47"/>
                  <a:pt x="72" y="47"/>
                </a:cubicBezTo>
                <a:cubicBezTo>
                  <a:pt x="75" y="46"/>
                  <a:pt x="78" y="47"/>
                  <a:pt x="80" y="48"/>
                </a:cubicBezTo>
                <a:cubicBezTo>
                  <a:pt x="83" y="50"/>
                  <a:pt x="85" y="52"/>
                  <a:pt x="88" y="55"/>
                </a:cubicBezTo>
                <a:cubicBezTo>
                  <a:pt x="90" y="57"/>
                  <a:pt x="91" y="59"/>
                  <a:pt x="93" y="61"/>
                </a:cubicBezTo>
                <a:cubicBezTo>
                  <a:pt x="99" y="66"/>
                  <a:pt x="103" y="67"/>
                  <a:pt x="109" y="63"/>
                </a:cubicBezTo>
                <a:cubicBezTo>
                  <a:pt x="117" y="58"/>
                  <a:pt x="125" y="53"/>
                  <a:pt x="133" y="48"/>
                </a:cubicBezTo>
                <a:cubicBezTo>
                  <a:pt x="142" y="41"/>
                  <a:pt x="151" y="35"/>
                  <a:pt x="160" y="28"/>
                </a:cubicBezTo>
                <a:cubicBezTo>
                  <a:pt x="163" y="25"/>
                  <a:pt x="167" y="24"/>
                  <a:pt x="171" y="23"/>
                </a:cubicBezTo>
                <a:cubicBezTo>
                  <a:pt x="177" y="23"/>
                  <a:pt x="182" y="20"/>
                  <a:pt x="187" y="16"/>
                </a:cubicBezTo>
                <a:cubicBezTo>
                  <a:pt x="196" y="6"/>
                  <a:pt x="208" y="2"/>
                  <a:pt x="221" y="1"/>
                </a:cubicBezTo>
                <a:cubicBezTo>
                  <a:pt x="233" y="0"/>
                  <a:pt x="246" y="0"/>
                  <a:pt x="258" y="4"/>
                </a:cubicBezTo>
                <a:cubicBezTo>
                  <a:pt x="261" y="5"/>
                  <a:pt x="264" y="7"/>
                  <a:pt x="267" y="9"/>
                </a:cubicBezTo>
                <a:cubicBezTo>
                  <a:pt x="270" y="10"/>
                  <a:pt x="271" y="13"/>
                  <a:pt x="271" y="16"/>
                </a:cubicBezTo>
                <a:cubicBezTo>
                  <a:pt x="271" y="18"/>
                  <a:pt x="271" y="19"/>
                  <a:pt x="269" y="21"/>
                </a:cubicBezTo>
                <a:cubicBezTo>
                  <a:pt x="262" y="26"/>
                  <a:pt x="255" y="31"/>
                  <a:pt x="248" y="37"/>
                </a:cubicBezTo>
                <a:cubicBezTo>
                  <a:pt x="240" y="43"/>
                  <a:pt x="232" y="50"/>
                  <a:pt x="226" y="58"/>
                </a:cubicBezTo>
                <a:cubicBezTo>
                  <a:pt x="223" y="62"/>
                  <a:pt x="219" y="65"/>
                  <a:pt x="215" y="67"/>
                </a:cubicBezTo>
                <a:cubicBezTo>
                  <a:pt x="213" y="68"/>
                  <a:pt x="212" y="69"/>
                  <a:pt x="211" y="70"/>
                </a:cubicBezTo>
                <a:cubicBezTo>
                  <a:pt x="202" y="79"/>
                  <a:pt x="194" y="87"/>
                  <a:pt x="186" y="95"/>
                </a:cubicBezTo>
                <a:cubicBezTo>
                  <a:pt x="184" y="97"/>
                  <a:pt x="183" y="99"/>
                  <a:pt x="185" y="10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F2847304-CC46-44EF-9D8A-C9E0D86F0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4639" y="938996"/>
            <a:ext cx="211561" cy="134243"/>
          </a:xfrm>
          <a:custGeom xmlns:a="http://schemas.openxmlformats.org/drawingml/2006/main">
            <a:gdLst>
              <a:gd name="T0" fmla="*/ 16 w 280"/>
              <a:gd name="T1" fmla="*/ 133 h 178"/>
              <a:gd name="T2" fmla="*/ 14 w 280"/>
              <a:gd name="T3" fmla="*/ 124 h 178"/>
              <a:gd name="T4" fmla="*/ 2 w 280"/>
              <a:gd name="T5" fmla="*/ 103 h 178"/>
              <a:gd name="T6" fmla="*/ 6 w 280"/>
              <a:gd name="T7" fmla="*/ 81 h 178"/>
              <a:gd name="T8" fmla="*/ 16 w 280"/>
              <a:gd name="T9" fmla="*/ 77 h 178"/>
              <a:gd name="T10" fmla="*/ 22 w 280"/>
              <a:gd name="T11" fmla="*/ 77 h 178"/>
              <a:gd name="T12" fmla="*/ 40 w 280"/>
              <a:gd name="T13" fmla="*/ 71 h 178"/>
              <a:gd name="T14" fmla="*/ 54 w 280"/>
              <a:gd name="T15" fmla="*/ 64 h 178"/>
              <a:gd name="T16" fmla="*/ 63 w 280"/>
              <a:gd name="T17" fmla="*/ 61 h 178"/>
              <a:gd name="T18" fmla="*/ 144 w 280"/>
              <a:gd name="T19" fmla="*/ 25 h 178"/>
              <a:gd name="T20" fmla="*/ 169 w 280"/>
              <a:gd name="T21" fmla="*/ 16 h 178"/>
              <a:gd name="T22" fmla="*/ 186 w 280"/>
              <a:gd name="T23" fmla="*/ 13 h 178"/>
              <a:gd name="T24" fmla="*/ 209 w 280"/>
              <a:gd name="T25" fmla="*/ 9 h 178"/>
              <a:gd name="T26" fmla="*/ 224 w 280"/>
              <a:gd name="T27" fmla="*/ 3 h 178"/>
              <a:gd name="T28" fmla="*/ 233 w 280"/>
              <a:gd name="T29" fmla="*/ 0 h 178"/>
              <a:gd name="T30" fmla="*/ 265 w 280"/>
              <a:gd name="T31" fmla="*/ 5 h 178"/>
              <a:gd name="T32" fmla="*/ 274 w 280"/>
              <a:gd name="T33" fmla="*/ 29 h 178"/>
              <a:gd name="T34" fmla="*/ 256 w 280"/>
              <a:gd name="T35" fmla="*/ 50 h 178"/>
              <a:gd name="T36" fmla="*/ 245 w 280"/>
              <a:gd name="T37" fmla="*/ 53 h 178"/>
              <a:gd name="T38" fmla="*/ 220 w 280"/>
              <a:gd name="T39" fmla="*/ 56 h 178"/>
              <a:gd name="T40" fmla="*/ 213 w 280"/>
              <a:gd name="T41" fmla="*/ 58 h 178"/>
              <a:gd name="T42" fmla="*/ 208 w 280"/>
              <a:gd name="T43" fmla="*/ 67 h 178"/>
              <a:gd name="T44" fmla="*/ 210 w 280"/>
              <a:gd name="T45" fmla="*/ 76 h 178"/>
              <a:gd name="T46" fmla="*/ 218 w 280"/>
              <a:gd name="T47" fmla="*/ 92 h 178"/>
              <a:gd name="T48" fmla="*/ 224 w 280"/>
              <a:gd name="T49" fmla="*/ 115 h 178"/>
              <a:gd name="T50" fmla="*/ 220 w 280"/>
              <a:gd name="T51" fmla="*/ 146 h 178"/>
              <a:gd name="T52" fmla="*/ 197 w 280"/>
              <a:gd name="T53" fmla="*/ 163 h 178"/>
              <a:gd name="T54" fmla="*/ 189 w 280"/>
              <a:gd name="T55" fmla="*/ 163 h 178"/>
              <a:gd name="T56" fmla="*/ 181 w 280"/>
              <a:gd name="T57" fmla="*/ 167 h 178"/>
              <a:gd name="T58" fmla="*/ 178 w 280"/>
              <a:gd name="T59" fmla="*/ 170 h 178"/>
              <a:gd name="T60" fmla="*/ 156 w 280"/>
              <a:gd name="T61" fmla="*/ 175 h 178"/>
              <a:gd name="T62" fmla="*/ 140 w 280"/>
              <a:gd name="T63" fmla="*/ 166 h 178"/>
              <a:gd name="T64" fmla="*/ 126 w 280"/>
              <a:gd name="T65" fmla="*/ 162 h 178"/>
              <a:gd name="T66" fmla="*/ 119 w 280"/>
              <a:gd name="T67" fmla="*/ 160 h 178"/>
              <a:gd name="T68" fmla="*/ 113 w 280"/>
              <a:gd name="T69" fmla="*/ 150 h 178"/>
              <a:gd name="T70" fmla="*/ 115 w 280"/>
              <a:gd name="T71" fmla="*/ 147 h 178"/>
              <a:gd name="T72" fmla="*/ 122 w 280"/>
              <a:gd name="T73" fmla="*/ 147 h 178"/>
              <a:gd name="T74" fmla="*/ 166 w 280"/>
              <a:gd name="T75" fmla="*/ 141 h 178"/>
              <a:gd name="T76" fmla="*/ 185 w 280"/>
              <a:gd name="T77" fmla="*/ 129 h 178"/>
              <a:gd name="T78" fmla="*/ 188 w 280"/>
              <a:gd name="T79" fmla="*/ 120 h 178"/>
              <a:gd name="T80" fmla="*/ 185 w 280"/>
              <a:gd name="T81" fmla="*/ 92 h 178"/>
              <a:gd name="T82" fmla="*/ 184 w 280"/>
              <a:gd name="T83" fmla="*/ 77 h 178"/>
              <a:gd name="T84" fmla="*/ 179 w 280"/>
              <a:gd name="T85" fmla="*/ 71 h 178"/>
              <a:gd name="T86" fmla="*/ 163 w 280"/>
              <a:gd name="T87" fmla="*/ 75 h 178"/>
              <a:gd name="T88" fmla="*/ 158 w 280"/>
              <a:gd name="T89" fmla="*/ 79 h 178"/>
              <a:gd name="T90" fmla="*/ 145 w 280"/>
              <a:gd name="T91" fmla="*/ 82 h 178"/>
              <a:gd name="T92" fmla="*/ 116 w 280"/>
              <a:gd name="T93" fmla="*/ 91 h 178"/>
              <a:gd name="T94" fmla="*/ 80 w 280"/>
              <a:gd name="T95" fmla="*/ 118 h 178"/>
              <a:gd name="T96" fmla="*/ 52 w 280"/>
              <a:gd name="T97" fmla="*/ 135 h 178"/>
              <a:gd name="T98" fmla="*/ 22 w 280"/>
              <a:gd name="T99" fmla="*/ 136 h 178"/>
              <a:gd name="T100" fmla="*/ 18 w 280"/>
              <a:gd name="T101" fmla="*/ 134 h 178"/>
              <a:gd name="T102" fmla="*/ 16 w 280"/>
              <a:gd name="T103" fmla="*/ 133 h 178"/>
            </a:gdLst>
            <a:rect l="0" t="0" r="r" b="b"/>
            <a:pathLst>
              <a:path w="280" h="178">
                <a:moveTo>
                  <a:pt x="16" y="133"/>
                </a:moveTo>
                <a:cubicBezTo>
                  <a:pt x="18" y="129"/>
                  <a:pt x="16" y="127"/>
                  <a:pt x="14" y="124"/>
                </a:cubicBezTo>
                <a:cubicBezTo>
                  <a:pt x="9" y="118"/>
                  <a:pt x="5" y="111"/>
                  <a:pt x="2" y="103"/>
                </a:cubicBezTo>
                <a:cubicBezTo>
                  <a:pt x="0" y="95"/>
                  <a:pt x="1" y="88"/>
                  <a:pt x="6" y="81"/>
                </a:cubicBezTo>
                <a:cubicBezTo>
                  <a:pt x="9" y="78"/>
                  <a:pt x="12" y="76"/>
                  <a:pt x="16" y="77"/>
                </a:cubicBezTo>
                <a:cubicBezTo>
                  <a:pt x="18" y="77"/>
                  <a:pt x="20" y="76"/>
                  <a:pt x="22" y="77"/>
                </a:cubicBezTo>
                <a:cubicBezTo>
                  <a:pt x="29" y="79"/>
                  <a:pt x="36" y="76"/>
                  <a:pt x="40" y="71"/>
                </a:cubicBezTo>
                <a:cubicBezTo>
                  <a:pt x="44" y="67"/>
                  <a:pt x="49" y="65"/>
                  <a:pt x="54" y="64"/>
                </a:cubicBezTo>
                <a:cubicBezTo>
                  <a:pt x="57" y="64"/>
                  <a:pt x="60" y="62"/>
                  <a:pt x="63" y="61"/>
                </a:cubicBezTo>
                <a:cubicBezTo>
                  <a:pt x="89" y="47"/>
                  <a:pt x="116" y="35"/>
                  <a:pt x="144" y="25"/>
                </a:cubicBezTo>
                <a:cubicBezTo>
                  <a:pt x="152" y="22"/>
                  <a:pt x="161" y="19"/>
                  <a:pt x="169" y="16"/>
                </a:cubicBezTo>
                <a:cubicBezTo>
                  <a:pt x="174" y="14"/>
                  <a:pt x="180" y="14"/>
                  <a:pt x="186" y="13"/>
                </a:cubicBezTo>
                <a:cubicBezTo>
                  <a:pt x="194" y="12"/>
                  <a:pt x="201" y="11"/>
                  <a:pt x="209" y="9"/>
                </a:cubicBezTo>
                <a:cubicBezTo>
                  <a:pt x="214" y="8"/>
                  <a:pt x="219" y="5"/>
                  <a:pt x="224" y="3"/>
                </a:cubicBezTo>
                <a:cubicBezTo>
                  <a:pt x="227" y="1"/>
                  <a:pt x="230" y="0"/>
                  <a:pt x="233" y="0"/>
                </a:cubicBezTo>
                <a:cubicBezTo>
                  <a:pt x="244" y="0"/>
                  <a:pt x="255" y="1"/>
                  <a:pt x="265" y="5"/>
                </a:cubicBezTo>
                <a:cubicBezTo>
                  <a:pt x="276" y="9"/>
                  <a:pt x="280" y="19"/>
                  <a:pt x="274" y="29"/>
                </a:cubicBezTo>
                <a:cubicBezTo>
                  <a:pt x="270" y="38"/>
                  <a:pt x="263" y="45"/>
                  <a:pt x="256" y="50"/>
                </a:cubicBezTo>
                <a:cubicBezTo>
                  <a:pt x="252" y="53"/>
                  <a:pt x="249" y="53"/>
                  <a:pt x="245" y="53"/>
                </a:cubicBezTo>
                <a:cubicBezTo>
                  <a:pt x="236" y="54"/>
                  <a:pt x="228" y="55"/>
                  <a:pt x="220" y="56"/>
                </a:cubicBezTo>
                <a:cubicBezTo>
                  <a:pt x="218" y="57"/>
                  <a:pt x="215" y="57"/>
                  <a:pt x="213" y="58"/>
                </a:cubicBezTo>
                <a:cubicBezTo>
                  <a:pt x="209" y="60"/>
                  <a:pt x="208" y="63"/>
                  <a:pt x="208" y="67"/>
                </a:cubicBezTo>
                <a:cubicBezTo>
                  <a:pt x="208" y="70"/>
                  <a:pt x="209" y="73"/>
                  <a:pt x="210" y="76"/>
                </a:cubicBezTo>
                <a:cubicBezTo>
                  <a:pt x="213" y="82"/>
                  <a:pt x="215" y="87"/>
                  <a:pt x="218" y="92"/>
                </a:cubicBezTo>
                <a:cubicBezTo>
                  <a:pt x="221" y="100"/>
                  <a:pt x="224" y="107"/>
                  <a:pt x="224" y="115"/>
                </a:cubicBezTo>
                <a:cubicBezTo>
                  <a:pt x="224" y="126"/>
                  <a:pt x="223" y="136"/>
                  <a:pt x="220" y="146"/>
                </a:cubicBezTo>
                <a:cubicBezTo>
                  <a:pt x="216" y="157"/>
                  <a:pt x="209" y="162"/>
                  <a:pt x="197" y="163"/>
                </a:cubicBezTo>
                <a:cubicBezTo>
                  <a:pt x="194" y="163"/>
                  <a:pt x="192" y="163"/>
                  <a:pt x="189" y="163"/>
                </a:cubicBezTo>
                <a:cubicBezTo>
                  <a:pt x="186" y="163"/>
                  <a:pt x="183" y="163"/>
                  <a:pt x="181" y="167"/>
                </a:cubicBezTo>
                <a:cubicBezTo>
                  <a:pt x="180" y="168"/>
                  <a:pt x="179" y="169"/>
                  <a:pt x="178" y="170"/>
                </a:cubicBezTo>
                <a:cubicBezTo>
                  <a:pt x="171" y="176"/>
                  <a:pt x="164" y="178"/>
                  <a:pt x="156" y="175"/>
                </a:cubicBezTo>
                <a:cubicBezTo>
                  <a:pt x="151" y="172"/>
                  <a:pt x="145" y="169"/>
                  <a:pt x="140" y="166"/>
                </a:cubicBezTo>
                <a:cubicBezTo>
                  <a:pt x="136" y="163"/>
                  <a:pt x="132" y="162"/>
                  <a:pt x="126" y="162"/>
                </a:cubicBezTo>
                <a:cubicBezTo>
                  <a:pt x="124" y="162"/>
                  <a:pt x="121" y="163"/>
                  <a:pt x="119" y="160"/>
                </a:cubicBezTo>
                <a:cubicBezTo>
                  <a:pt x="116" y="157"/>
                  <a:pt x="114" y="154"/>
                  <a:pt x="113" y="150"/>
                </a:cubicBezTo>
                <a:cubicBezTo>
                  <a:pt x="112" y="148"/>
                  <a:pt x="113" y="147"/>
                  <a:pt x="115" y="147"/>
                </a:cubicBezTo>
                <a:cubicBezTo>
                  <a:pt x="117" y="147"/>
                  <a:pt x="120" y="147"/>
                  <a:pt x="122" y="147"/>
                </a:cubicBezTo>
                <a:cubicBezTo>
                  <a:pt x="137" y="148"/>
                  <a:pt x="152" y="146"/>
                  <a:pt x="166" y="141"/>
                </a:cubicBezTo>
                <a:cubicBezTo>
                  <a:pt x="173" y="138"/>
                  <a:pt x="179" y="134"/>
                  <a:pt x="185" y="129"/>
                </a:cubicBezTo>
                <a:cubicBezTo>
                  <a:pt x="188" y="126"/>
                  <a:pt x="189" y="123"/>
                  <a:pt x="188" y="120"/>
                </a:cubicBezTo>
                <a:cubicBezTo>
                  <a:pt x="187" y="111"/>
                  <a:pt x="186" y="102"/>
                  <a:pt x="185" y="92"/>
                </a:cubicBezTo>
                <a:cubicBezTo>
                  <a:pt x="184" y="87"/>
                  <a:pt x="184" y="82"/>
                  <a:pt x="184" y="77"/>
                </a:cubicBezTo>
                <a:cubicBezTo>
                  <a:pt x="184" y="73"/>
                  <a:pt x="183" y="71"/>
                  <a:pt x="179" y="71"/>
                </a:cubicBezTo>
                <a:cubicBezTo>
                  <a:pt x="173" y="70"/>
                  <a:pt x="168" y="70"/>
                  <a:pt x="163" y="75"/>
                </a:cubicBezTo>
                <a:cubicBezTo>
                  <a:pt x="162" y="76"/>
                  <a:pt x="160" y="77"/>
                  <a:pt x="158" y="79"/>
                </a:cubicBezTo>
                <a:cubicBezTo>
                  <a:pt x="154" y="81"/>
                  <a:pt x="150" y="83"/>
                  <a:pt x="145" y="82"/>
                </a:cubicBezTo>
                <a:cubicBezTo>
                  <a:pt x="134" y="82"/>
                  <a:pt x="124" y="85"/>
                  <a:pt x="116" y="91"/>
                </a:cubicBezTo>
                <a:cubicBezTo>
                  <a:pt x="104" y="100"/>
                  <a:pt x="92" y="109"/>
                  <a:pt x="80" y="118"/>
                </a:cubicBezTo>
                <a:cubicBezTo>
                  <a:pt x="71" y="124"/>
                  <a:pt x="62" y="131"/>
                  <a:pt x="52" y="135"/>
                </a:cubicBezTo>
                <a:cubicBezTo>
                  <a:pt x="42" y="139"/>
                  <a:pt x="32" y="140"/>
                  <a:pt x="22" y="136"/>
                </a:cubicBezTo>
                <a:cubicBezTo>
                  <a:pt x="20" y="136"/>
                  <a:pt x="19" y="135"/>
                  <a:pt x="18" y="134"/>
                </a:cubicBezTo>
                <a:cubicBezTo>
                  <a:pt x="17" y="134"/>
                  <a:pt x="17" y="134"/>
                  <a:pt x="16" y="133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5" name="Freeform 15">
            <a:extLst xmlns:a="http://schemas.openxmlformats.org/drawingml/2006/main">
              <a:ext uri="{FF2B5EF4-FFF2-40B4-BE49-F238E27FC236}">
                <a16:creationId xmlns:a16="http://schemas.microsoft.com/office/drawing/2014/main" id="{3BC00C19-5E09-465E-B80F-16DC48138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6426" y="766519"/>
            <a:ext cx="160582" cy="85814"/>
          </a:xfrm>
          <a:custGeom xmlns:a="http://schemas.openxmlformats.org/drawingml/2006/main">
            <a:gdLst>
              <a:gd name="T0" fmla="*/ 197 w 212"/>
              <a:gd name="T1" fmla="*/ 0 h 114"/>
              <a:gd name="T2" fmla="*/ 205 w 212"/>
              <a:gd name="T3" fmla="*/ 0 h 114"/>
              <a:gd name="T4" fmla="*/ 211 w 212"/>
              <a:gd name="T5" fmla="*/ 9 h 114"/>
              <a:gd name="T6" fmla="*/ 191 w 212"/>
              <a:gd name="T7" fmla="*/ 29 h 114"/>
              <a:gd name="T8" fmla="*/ 187 w 212"/>
              <a:gd name="T9" fmla="*/ 29 h 114"/>
              <a:gd name="T10" fmla="*/ 174 w 212"/>
              <a:gd name="T11" fmla="*/ 33 h 114"/>
              <a:gd name="T12" fmla="*/ 132 w 212"/>
              <a:gd name="T13" fmla="*/ 67 h 114"/>
              <a:gd name="T14" fmla="*/ 109 w 212"/>
              <a:gd name="T15" fmla="*/ 91 h 114"/>
              <a:gd name="T16" fmla="*/ 71 w 212"/>
              <a:gd name="T17" fmla="*/ 112 h 114"/>
              <a:gd name="T18" fmla="*/ 40 w 212"/>
              <a:gd name="T19" fmla="*/ 108 h 114"/>
              <a:gd name="T20" fmla="*/ 9 w 212"/>
              <a:gd name="T21" fmla="*/ 90 h 114"/>
              <a:gd name="T22" fmla="*/ 8 w 212"/>
              <a:gd name="T23" fmla="*/ 89 h 114"/>
              <a:gd name="T24" fmla="*/ 11 w 212"/>
              <a:gd name="T25" fmla="*/ 64 h 114"/>
              <a:gd name="T26" fmla="*/ 15 w 212"/>
              <a:gd name="T27" fmla="*/ 62 h 114"/>
              <a:gd name="T28" fmla="*/ 114 w 212"/>
              <a:gd name="T29" fmla="*/ 23 h 114"/>
              <a:gd name="T30" fmla="*/ 130 w 212"/>
              <a:gd name="T31" fmla="*/ 18 h 114"/>
              <a:gd name="T32" fmla="*/ 164 w 212"/>
              <a:gd name="T33" fmla="*/ 7 h 114"/>
              <a:gd name="T34" fmla="*/ 197 w 212"/>
              <a:gd name="T35" fmla="*/ 0 h 114"/>
            </a:gdLst>
            <a:rect l="0" t="0" r="r" b="b"/>
            <a:pathLst>
              <a:path w="212" h="114">
                <a:moveTo>
                  <a:pt x="197" y="0"/>
                </a:moveTo>
                <a:cubicBezTo>
                  <a:pt x="199" y="0"/>
                  <a:pt x="202" y="0"/>
                  <a:pt x="205" y="0"/>
                </a:cubicBezTo>
                <a:cubicBezTo>
                  <a:pt x="209" y="1"/>
                  <a:pt x="212" y="5"/>
                  <a:pt x="211" y="9"/>
                </a:cubicBezTo>
                <a:cubicBezTo>
                  <a:pt x="207" y="18"/>
                  <a:pt x="200" y="25"/>
                  <a:pt x="191" y="29"/>
                </a:cubicBezTo>
                <a:cubicBezTo>
                  <a:pt x="189" y="29"/>
                  <a:pt x="188" y="29"/>
                  <a:pt x="187" y="29"/>
                </a:cubicBezTo>
                <a:cubicBezTo>
                  <a:pt x="182" y="28"/>
                  <a:pt x="178" y="30"/>
                  <a:pt x="174" y="33"/>
                </a:cubicBezTo>
                <a:cubicBezTo>
                  <a:pt x="158" y="43"/>
                  <a:pt x="144" y="54"/>
                  <a:pt x="132" y="67"/>
                </a:cubicBezTo>
                <a:cubicBezTo>
                  <a:pt x="124" y="75"/>
                  <a:pt x="116" y="83"/>
                  <a:pt x="109" y="91"/>
                </a:cubicBezTo>
                <a:cubicBezTo>
                  <a:pt x="99" y="102"/>
                  <a:pt x="86" y="110"/>
                  <a:pt x="71" y="112"/>
                </a:cubicBezTo>
                <a:cubicBezTo>
                  <a:pt x="61" y="114"/>
                  <a:pt x="50" y="112"/>
                  <a:pt x="40" y="108"/>
                </a:cubicBezTo>
                <a:cubicBezTo>
                  <a:pt x="29" y="104"/>
                  <a:pt x="19" y="98"/>
                  <a:pt x="9" y="90"/>
                </a:cubicBezTo>
                <a:cubicBezTo>
                  <a:pt x="9" y="90"/>
                  <a:pt x="9" y="89"/>
                  <a:pt x="8" y="89"/>
                </a:cubicBezTo>
                <a:cubicBezTo>
                  <a:pt x="0" y="81"/>
                  <a:pt x="2" y="70"/>
                  <a:pt x="11" y="64"/>
                </a:cubicBezTo>
                <a:cubicBezTo>
                  <a:pt x="12" y="63"/>
                  <a:pt x="14" y="63"/>
                  <a:pt x="15" y="62"/>
                </a:cubicBezTo>
                <a:cubicBezTo>
                  <a:pt x="48" y="49"/>
                  <a:pt x="81" y="36"/>
                  <a:pt x="114" y="23"/>
                </a:cubicBezTo>
                <a:cubicBezTo>
                  <a:pt x="119" y="21"/>
                  <a:pt x="125" y="19"/>
                  <a:pt x="130" y="18"/>
                </a:cubicBezTo>
                <a:cubicBezTo>
                  <a:pt x="142" y="15"/>
                  <a:pt x="153" y="12"/>
                  <a:pt x="164" y="7"/>
                </a:cubicBezTo>
                <a:cubicBezTo>
                  <a:pt x="175" y="2"/>
                  <a:pt x="186" y="0"/>
                  <a:pt x="197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887C0E83-7DE2-4174-B381-9A832EC26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104" y="660313"/>
            <a:ext cx="85814" cy="95160"/>
          </a:xfrm>
          <a:custGeom xmlns:a="http://schemas.openxmlformats.org/drawingml/2006/main">
            <a:gdLst>
              <a:gd name="T0" fmla="*/ 114 w 114"/>
              <a:gd name="T1" fmla="*/ 70 h 126"/>
              <a:gd name="T2" fmla="*/ 101 w 114"/>
              <a:gd name="T3" fmla="*/ 91 h 126"/>
              <a:gd name="T4" fmla="*/ 78 w 114"/>
              <a:gd name="T5" fmla="*/ 97 h 126"/>
              <a:gd name="T6" fmla="*/ 58 w 114"/>
              <a:gd name="T7" fmla="*/ 106 h 126"/>
              <a:gd name="T8" fmla="*/ 40 w 114"/>
              <a:gd name="T9" fmla="*/ 121 h 126"/>
              <a:gd name="T10" fmla="*/ 31 w 114"/>
              <a:gd name="T11" fmla="*/ 125 h 126"/>
              <a:gd name="T12" fmla="*/ 23 w 114"/>
              <a:gd name="T13" fmla="*/ 122 h 126"/>
              <a:gd name="T14" fmla="*/ 23 w 114"/>
              <a:gd name="T15" fmla="*/ 112 h 126"/>
              <a:gd name="T16" fmla="*/ 26 w 114"/>
              <a:gd name="T17" fmla="*/ 68 h 126"/>
              <a:gd name="T18" fmla="*/ 16 w 114"/>
              <a:gd name="T19" fmla="*/ 50 h 126"/>
              <a:gd name="T20" fmla="*/ 11 w 114"/>
              <a:gd name="T21" fmla="*/ 39 h 126"/>
              <a:gd name="T22" fmla="*/ 3 w 114"/>
              <a:gd name="T23" fmla="*/ 21 h 126"/>
              <a:gd name="T24" fmla="*/ 3 w 114"/>
              <a:gd name="T25" fmla="*/ 6 h 126"/>
              <a:gd name="T26" fmla="*/ 12 w 114"/>
              <a:gd name="T27" fmla="*/ 0 h 126"/>
              <a:gd name="T28" fmla="*/ 18 w 114"/>
              <a:gd name="T29" fmla="*/ 1 h 126"/>
              <a:gd name="T30" fmla="*/ 50 w 114"/>
              <a:gd name="T31" fmla="*/ 12 h 126"/>
              <a:gd name="T32" fmla="*/ 86 w 114"/>
              <a:gd name="T33" fmla="*/ 31 h 126"/>
              <a:gd name="T34" fmla="*/ 106 w 114"/>
              <a:gd name="T35" fmla="*/ 48 h 126"/>
              <a:gd name="T36" fmla="*/ 114 w 114"/>
              <a:gd name="T37" fmla="*/ 70 h 126"/>
            </a:gdLst>
            <a:rect l="0" t="0" r="r" b="b"/>
            <a:pathLst>
              <a:path w="114" h="126">
                <a:moveTo>
                  <a:pt x="114" y="70"/>
                </a:moveTo>
                <a:cubicBezTo>
                  <a:pt x="114" y="79"/>
                  <a:pt x="109" y="86"/>
                  <a:pt x="101" y="91"/>
                </a:cubicBezTo>
                <a:cubicBezTo>
                  <a:pt x="94" y="95"/>
                  <a:pt x="86" y="97"/>
                  <a:pt x="78" y="97"/>
                </a:cubicBezTo>
                <a:cubicBezTo>
                  <a:pt x="64" y="97"/>
                  <a:pt x="66" y="98"/>
                  <a:pt x="58" y="106"/>
                </a:cubicBezTo>
                <a:cubicBezTo>
                  <a:pt x="52" y="111"/>
                  <a:pt x="46" y="116"/>
                  <a:pt x="40" y="121"/>
                </a:cubicBezTo>
                <a:cubicBezTo>
                  <a:pt x="38" y="123"/>
                  <a:pt x="35" y="124"/>
                  <a:pt x="31" y="125"/>
                </a:cubicBezTo>
                <a:cubicBezTo>
                  <a:pt x="28" y="126"/>
                  <a:pt x="25" y="125"/>
                  <a:pt x="23" y="122"/>
                </a:cubicBezTo>
                <a:cubicBezTo>
                  <a:pt x="22" y="118"/>
                  <a:pt x="21" y="115"/>
                  <a:pt x="23" y="112"/>
                </a:cubicBezTo>
                <a:cubicBezTo>
                  <a:pt x="33" y="98"/>
                  <a:pt x="33" y="83"/>
                  <a:pt x="26" y="68"/>
                </a:cubicBezTo>
                <a:cubicBezTo>
                  <a:pt x="23" y="61"/>
                  <a:pt x="19" y="56"/>
                  <a:pt x="16" y="50"/>
                </a:cubicBezTo>
                <a:cubicBezTo>
                  <a:pt x="14" y="46"/>
                  <a:pt x="12" y="43"/>
                  <a:pt x="11" y="39"/>
                </a:cubicBezTo>
                <a:cubicBezTo>
                  <a:pt x="9" y="33"/>
                  <a:pt x="7" y="27"/>
                  <a:pt x="3" y="21"/>
                </a:cubicBezTo>
                <a:cubicBezTo>
                  <a:pt x="0" y="17"/>
                  <a:pt x="0" y="12"/>
                  <a:pt x="3" y="6"/>
                </a:cubicBezTo>
                <a:cubicBezTo>
                  <a:pt x="5" y="2"/>
                  <a:pt x="8" y="0"/>
                  <a:pt x="12" y="0"/>
                </a:cubicBezTo>
                <a:cubicBezTo>
                  <a:pt x="14" y="0"/>
                  <a:pt x="16" y="1"/>
                  <a:pt x="18" y="1"/>
                </a:cubicBezTo>
                <a:cubicBezTo>
                  <a:pt x="29" y="3"/>
                  <a:pt x="40" y="7"/>
                  <a:pt x="50" y="12"/>
                </a:cubicBezTo>
                <a:cubicBezTo>
                  <a:pt x="62" y="19"/>
                  <a:pt x="74" y="25"/>
                  <a:pt x="86" y="31"/>
                </a:cubicBezTo>
                <a:cubicBezTo>
                  <a:pt x="94" y="36"/>
                  <a:pt x="101" y="41"/>
                  <a:pt x="106" y="48"/>
                </a:cubicBezTo>
                <a:cubicBezTo>
                  <a:pt x="111" y="54"/>
                  <a:pt x="114" y="61"/>
                  <a:pt x="114" y="7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7" name="Freeform 24">
            <a:extLst xmlns:a="http://schemas.openxmlformats.org/drawingml/2006/main">
              <a:ext uri="{FF2B5EF4-FFF2-40B4-BE49-F238E27FC236}">
                <a16:creationId xmlns:a16="http://schemas.microsoft.com/office/drawing/2014/main" id="{B0651F14-E829-4637-8C3A-EEE02003D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4181" y="747826"/>
            <a:ext cx="84114" cy="113852"/>
          </a:xfrm>
          <a:custGeom xmlns:a="http://schemas.openxmlformats.org/drawingml/2006/main">
            <a:gdLst>
              <a:gd name="T0" fmla="*/ 111 w 111"/>
              <a:gd name="T1" fmla="*/ 118 h 150"/>
              <a:gd name="T2" fmla="*/ 108 w 111"/>
              <a:gd name="T3" fmla="*/ 125 h 150"/>
              <a:gd name="T4" fmla="*/ 94 w 111"/>
              <a:gd name="T5" fmla="*/ 142 h 150"/>
              <a:gd name="T6" fmla="*/ 80 w 111"/>
              <a:gd name="T7" fmla="*/ 149 h 150"/>
              <a:gd name="T8" fmla="*/ 72 w 111"/>
              <a:gd name="T9" fmla="*/ 144 h 150"/>
              <a:gd name="T10" fmla="*/ 66 w 111"/>
              <a:gd name="T11" fmla="*/ 117 h 150"/>
              <a:gd name="T12" fmla="*/ 59 w 111"/>
              <a:gd name="T13" fmla="*/ 90 h 150"/>
              <a:gd name="T14" fmla="*/ 50 w 111"/>
              <a:gd name="T15" fmla="*/ 75 h 150"/>
              <a:gd name="T16" fmla="*/ 19 w 111"/>
              <a:gd name="T17" fmla="*/ 40 h 150"/>
              <a:gd name="T18" fmla="*/ 6 w 111"/>
              <a:gd name="T19" fmla="*/ 27 h 150"/>
              <a:gd name="T20" fmla="*/ 0 w 111"/>
              <a:gd name="T21" fmla="*/ 10 h 150"/>
              <a:gd name="T22" fmla="*/ 0 w 111"/>
              <a:gd name="T23" fmla="*/ 8 h 150"/>
              <a:gd name="T24" fmla="*/ 9 w 111"/>
              <a:gd name="T25" fmla="*/ 2 h 150"/>
              <a:gd name="T26" fmla="*/ 18 w 111"/>
              <a:gd name="T27" fmla="*/ 7 h 150"/>
              <a:gd name="T28" fmla="*/ 27 w 111"/>
              <a:gd name="T29" fmla="*/ 15 h 150"/>
              <a:gd name="T30" fmla="*/ 44 w 111"/>
              <a:gd name="T31" fmla="*/ 26 h 150"/>
              <a:gd name="T32" fmla="*/ 85 w 111"/>
              <a:gd name="T33" fmla="*/ 57 h 150"/>
              <a:gd name="T34" fmla="*/ 110 w 111"/>
              <a:gd name="T35" fmla="*/ 114 h 150"/>
              <a:gd name="T36" fmla="*/ 110 w 111"/>
              <a:gd name="T37" fmla="*/ 117 h 150"/>
              <a:gd name="T38" fmla="*/ 111 w 111"/>
              <a:gd name="T39" fmla="*/ 118 h 150"/>
            </a:gdLst>
            <a:rect l="0" t="0" r="r" b="b"/>
            <a:pathLst>
              <a:path w="111" h="150">
                <a:moveTo>
                  <a:pt x="111" y="118"/>
                </a:moveTo>
                <a:cubicBezTo>
                  <a:pt x="110" y="120"/>
                  <a:pt x="109" y="123"/>
                  <a:pt x="108" y="125"/>
                </a:cubicBezTo>
                <a:cubicBezTo>
                  <a:pt x="103" y="131"/>
                  <a:pt x="99" y="136"/>
                  <a:pt x="94" y="142"/>
                </a:cubicBezTo>
                <a:cubicBezTo>
                  <a:pt x="90" y="146"/>
                  <a:pt x="86" y="148"/>
                  <a:pt x="80" y="149"/>
                </a:cubicBezTo>
                <a:cubicBezTo>
                  <a:pt x="75" y="150"/>
                  <a:pt x="73" y="149"/>
                  <a:pt x="72" y="144"/>
                </a:cubicBezTo>
                <a:cubicBezTo>
                  <a:pt x="70" y="135"/>
                  <a:pt x="68" y="126"/>
                  <a:pt x="66" y="117"/>
                </a:cubicBezTo>
                <a:cubicBezTo>
                  <a:pt x="64" y="108"/>
                  <a:pt x="63" y="99"/>
                  <a:pt x="59" y="90"/>
                </a:cubicBezTo>
                <a:cubicBezTo>
                  <a:pt x="57" y="85"/>
                  <a:pt x="54" y="80"/>
                  <a:pt x="50" y="75"/>
                </a:cubicBezTo>
                <a:cubicBezTo>
                  <a:pt x="40" y="63"/>
                  <a:pt x="29" y="51"/>
                  <a:pt x="19" y="40"/>
                </a:cubicBezTo>
                <a:cubicBezTo>
                  <a:pt x="15" y="35"/>
                  <a:pt x="11" y="31"/>
                  <a:pt x="6" y="27"/>
                </a:cubicBezTo>
                <a:cubicBezTo>
                  <a:pt x="1" y="22"/>
                  <a:pt x="0" y="17"/>
                  <a:pt x="0" y="10"/>
                </a:cubicBezTo>
                <a:cubicBezTo>
                  <a:pt x="0" y="9"/>
                  <a:pt x="0" y="9"/>
                  <a:pt x="0" y="8"/>
                </a:cubicBezTo>
                <a:cubicBezTo>
                  <a:pt x="2" y="1"/>
                  <a:pt x="3" y="0"/>
                  <a:pt x="9" y="2"/>
                </a:cubicBezTo>
                <a:cubicBezTo>
                  <a:pt x="12" y="4"/>
                  <a:pt x="15" y="5"/>
                  <a:pt x="18" y="7"/>
                </a:cubicBezTo>
                <a:cubicBezTo>
                  <a:pt x="21" y="10"/>
                  <a:pt x="24" y="12"/>
                  <a:pt x="27" y="15"/>
                </a:cubicBezTo>
                <a:cubicBezTo>
                  <a:pt x="32" y="20"/>
                  <a:pt x="38" y="24"/>
                  <a:pt x="44" y="26"/>
                </a:cubicBezTo>
                <a:cubicBezTo>
                  <a:pt x="61" y="33"/>
                  <a:pt x="74" y="43"/>
                  <a:pt x="85" y="57"/>
                </a:cubicBezTo>
                <a:cubicBezTo>
                  <a:pt x="98" y="73"/>
                  <a:pt x="107" y="92"/>
                  <a:pt x="110" y="114"/>
                </a:cubicBezTo>
                <a:cubicBezTo>
                  <a:pt x="110" y="115"/>
                  <a:pt x="110" y="116"/>
                  <a:pt x="110" y="117"/>
                </a:cubicBezTo>
                <a:cubicBezTo>
                  <a:pt x="110" y="117"/>
                  <a:pt x="110" y="118"/>
                  <a:pt x="111" y="1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8" name="Freeform 26">
            <a:extLst xmlns:a="http://schemas.openxmlformats.org/drawingml/2006/main">
              <a:ext uri="{FF2B5EF4-FFF2-40B4-BE49-F238E27FC236}">
                <a16:creationId xmlns:a16="http://schemas.microsoft.com/office/drawing/2014/main" id="{CF082A04-557B-4870-8EFC-E27B9D983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2174" y="962787"/>
            <a:ext cx="61174" cy="74768"/>
          </a:xfrm>
          <a:custGeom xmlns:a="http://schemas.openxmlformats.org/drawingml/2006/main">
            <a:gdLst>
              <a:gd name="T0" fmla="*/ 0 w 81"/>
              <a:gd name="T1" fmla="*/ 18 h 99"/>
              <a:gd name="T2" fmla="*/ 1 w 81"/>
              <a:gd name="T3" fmla="*/ 9 h 99"/>
              <a:gd name="T4" fmla="*/ 11 w 81"/>
              <a:gd name="T5" fmla="*/ 1 h 99"/>
              <a:gd name="T6" fmla="*/ 50 w 81"/>
              <a:gd name="T7" fmla="*/ 12 h 99"/>
              <a:gd name="T8" fmla="*/ 78 w 81"/>
              <a:gd name="T9" fmla="*/ 44 h 99"/>
              <a:gd name="T10" fmla="*/ 80 w 81"/>
              <a:gd name="T11" fmla="*/ 51 h 99"/>
              <a:gd name="T12" fmla="*/ 77 w 81"/>
              <a:gd name="T13" fmla="*/ 79 h 99"/>
              <a:gd name="T14" fmla="*/ 43 w 81"/>
              <a:gd name="T15" fmla="*/ 92 h 99"/>
              <a:gd name="T16" fmla="*/ 30 w 81"/>
              <a:gd name="T17" fmla="*/ 81 h 99"/>
              <a:gd name="T18" fmla="*/ 12 w 81"/>
              <a:gd name="T19" fmla="*/ 60 h 99"/>
              <a:gd name="T20" fmla="*/ 1 w 81"/>
              <a:gd name="T21" fmla="*/ 24 h 99"/>
              <a:gd name="T22" fmla="*/ 1 w 81"/>
              <a:gd name="T23" fmla="*/ 18 h 99"/>
              <a:gd name="T24" fmla="*/ 0 w 81"/>
              <a:gd name="T25" fmla="*/ 18 h 99"/>
            </a:gdLst>
            <a:rect l="0" t="0" r="r" b="b"/>
            <a:pathLst>
              <a:path w="81" h="99">
                <a:moveTo>
                  <a:pt x="0" y="18"/>
                </a:moveTo>
                <a:cubicBezTo>
                  <a:pt x="1" y="15"/>
                  <a:pt x="1" y="12"/>
                  <a:pt x="1" y="9"/>
                </a:cubicBezTo>
                <a:cubicBezTo>
                  <a:pt x="2" y="4"/>
                  <a:pt x="5" y="1"/>
                  <a:pt x="11" y="1"/>
                </a:cubicBezTo>
                <a:cubicBezTo>
                  <a:pt x="25" y="0"/>
                  <a:pt x="39" y="2"/>
                  <a:pt x="50" y="12"/>
                </a:cubicBezTo>
                <a:cubicBezTo>
                  <a:pt x="62" y="21"/>
                  <a:pt x="70" y="32"/>
                  <a:pt x="78" y="44"/>
                </a:cubicBezTo>
                <a:cubicBezTo>
                  <a:pt x="79" y="46"/>
                  <a:pt x="80" y="49"/>
                  <a:pt x="80" y="51"/>
                </a:cubicBezTo>
                <a:cubicBezTo>
                  <a:pt x="81" y="61"/>
                  <a:pt x="80" y="70"/>
                  <a:pt x="77" y="79"/>
                </a:cubicBezTo>
                <a:cubicBezTo>
                  <a:pt x="74" y="89"/>
                  <a:pt x="57" y="99"/>
                  <a:pt x="43" y="92"/>
                </a:cubicBezTo>
                <a:cubicBezTo>
                  <a:pt x="38" y="89"/>
                  <a:pt x="33" y="86"/>
                  <a:pt x="30" y="81"/>
                </a:cubicBezTo>
                <a:cubicBezTo>
                  <a:pt x="24" y="74"/>
                  <a:pt x="18" y="67"/>
                  <a:pt x="12" y="60"/>
                </a:cubicBezTo>
                <a:cubicBezTo>
                  <a:pt x="4" y="49"/>
                  <a:pt x="2" y="37"/>
                  <a:pt x="1" y="24"/>
                </a:cubicBezTo>
                <a:cubicBezTo>
                  <a:pt x="1" y="22"/>
                  <a:pt x="1" y="20"/>
                  <a:pt x="1" y="18"/>
                </a:cubicBezTo>
                <a:cubicBezTo>
                  <a:pt x="1" y="18"/>
                  <a:pt x="1" y="18"/>
                  <a:pt x="0" y="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9" name="Freeform 28">
            <a:extLst xmlns:a="http://schemas.openxmlformats.org/drawingml/2006/main">
              <a:ext uri="{FF2B5EF4-FFF2-40B4-BE49-F238E27FC236}">
                <a16:creationId xmlns:a16="http://schemas.microsoft.com/office/drawing/2014/main" id="{9234C340-1FE8-4B6B-8630-F0378B37C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4710" y="944944"/>
            <a:ext cx="65422" cy="75618"/>
          </a:xfrm>
          <a:custGeom xmlns:a="http://schemas.openxmlformats.org/drawingml/2006/main">
            <a:gdLst>
              <a:gd name="T0" fmla="*/ 38 w 87"/>
              <a:gd name="T1" fmla="*/ 100 h 100"/>
              <a:gd name="T2" fmla="*/ 27 w 87"/>
              <a:gd name="T3" fmla="*/ 98 h 100"/>
              <a:gd name="T4" fmla="*/ 22 w 87"/>
              <a:gd name="T5" fmla="*/ 91 h 100"/>
              <a:gd name="T6" fmla="*/ 17 w 87"/>
              <a:gd name="T7" fmla="*/ 65 h 100"/>
              <a:gd name="T8" fmla="*/ 1 w 87"/>
              <a:gd name="T9" fmla="*/ 16 h 100"/>
              <a:gd name="T10" fmla="*/ 0 w 87"/>
              <a:gd name="T11" fmla="*/ 4 h 100"/>
              <a:gd name="T12" fmla="*/ 4 w 87"/>
              <a:gd name="T13" fmla="*/ 0 h 100"/>
              <a:gd name="T14" fmla="*/ 12 w 87"/>
              <a:gd name="T15" fmla="*/ 0 h 100"/>
              <a:gd name="T16" fmla="*/ 20 w 87"/>
              <a:gd name="T17" fmla="*/ 4 h 100"/>
              <a:gd name="T18" fmla="*/ 31 w 87"/>
              <a:gd name="T19" fmla="*/ 12 h 100"/>
              <a:gd name="T20" fmla="*/ 65 w 87"/>
              <a:gd name="T21" fmla="*/ 41 h 100"/>
              <a:gd name="T22" fmla="*/ 78 w 87"/>
              <a:gd name="T23" fmla="*/ 56 h 100"/>
              <a:gd name="T24" fmla="*/ 73 w 87"/>
              <a:gd name="T25" fmla="*/ 87 h 100"/>
              <a:gd name="T26" fmla="*/ 38 w 87"/>
              <a:gd name="T27" fmla="*/ 100 h 100"/>
            </a:gdLst>
            <a:rect l="0" t="0" r="r" b="b"/>
            <a:pathLst>
              <a:path w="87" h="100">
                <a:moveTo>
                  <a:pt x="38" y="100"/>
                </a:moveTo>
                <a:cubicBezTo>
                  <a:pt x="34" y="99"/>
                  <a:pt x="31" y="99"/>
                  <a:pt x="27" y="98"/>
                </a:cubicBezTo>
                <a:cubicBezTo>
                  <a:pt x="24" y="97"/>
                  <a:pt x="22" y="94"/>
                  <a:pt x="22" y="91"/>
                </a:cubicBezTo>
                <a:cubicBezTo>
                  <a:pt x="23" y="81"/>
                  <a:pt x="20" y="73"/>
                  <a:pt x="17" y="65"/>
                </a:cubicBezTo>
                <a:cubicBezTo>
                  <a:pt x="11" y="49"/>
                  <a:pt x="4" y="33"/>
                  <a:pt x="1" y="16"/>
                </a:cubicBezTo>
                <a:cubicBezTo>
                  <a:pt x="0" y="12"/>
                  <a:pt x="0" y="8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7" y="0"/>
                  <a:pt x="10" y="0"/>
                  <a:pt x="12" y="0"/>
                </a:cubicBezTo>
                <a:cubicBezTo>
                  <a:pt x="15" y="1"/>
                  <a:pt x="18" y="2"/>
                  <a:pt x="20" y="4"/>
                </a:cubicBezTo>
                <a:cubicBezTo>
                  <a:pt x="24" y="7"/>
                  <a:pt x="28" y="9"/>
                  <a:pt x="31" y="12"/>
                </a:cubicBezTo>
                <a:cubicBezTo>
                  <a:pt x="42" y="22"/>
                  <a:pt x="54" y="31"/>
                  <a:pt x="65" y="41"/>
                </a:cubicBezTo>
                <a:cubicBezTo>
                  <a:pt x="70" y="45"/>
                  <a:pt x="74" y="51"/>
                  <a:pt x="78" y="56"/>
                </a:cubicBezTo>
                <a:cubicBezTo>
                  <a:pt x="87" y="69"/>
                  <a:pt x="85" y="78"/>
                  <a:pt x="73" y="87"/>
                </a:cubicBezTo>
                <a:cubicBezTo>
                  <a:pt x="64" y="95"/>
                  <a:pt x="50" y="100"/>
                  <a:pt x="38" y="1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0" name="Freeform 36">
            <a:extLst xmlns:a="http://schemas.openxmlformats.org/drawingml/2006/main">
              <a:ext uri="{FF2B5EF4-FFF2-40B4-BE49-F238E27FC236}">
                <a16:creationId xmlns:a16="http://schemas.microsoft.com/office/drawing/2014/main" id="{753BC23F-BA45-4BAF-92A9-91A11E5F0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1632" y="839588"/>
            <a:ext cx="33985" cy="65422"/>
          </a:xfrm>
          <a:custGeom xmlns:a="http://schemas.openxmlformats.org/drawingml/2006/main">
            <a:gdLst>
              <a:gd name="T0" fmla="*/ 6 w 44"/>
              <a:gd name="T1" fmla="*/ 57 h 87"/>
              <a:gd name="T2" fmla="*/ 2 w 44"/>
              <a:gd name="T3" fmla="*/ 8 h 87"/>
              <a:gd name="T4" fmla="*/ 3 w 44"/>
              <a:gd name="T5" fmla="*/ 2 h 87"/>
              <a:gd name="T6" fmla="*/ 10 w 44"/>
              <a:gd name="T7" fmla="*/ 2 h 87"/>
              <a:gd name="T8" fmla="*/ 15 w 44"/>
              <a:gd name="T9" fmla="*/ 6 h 87"/>
              <a:gd name="T10" fmla="*/ 29 w 44"/>
              <a:gd name="T11" fmla="*/ 22 h 87"/>
              <a:gd name="T12" fmla="*/ 39 w 44"/>
              <a:gd name="T13" fmla="*/ 36 h 87"/>
              <a:gd name="T14" fmla="*/ 43 w 44"/>
              <a:gd name="T15" fmla="*/ 52 h 87"/>
              <a:gd name="T16" fmla="*/ 38 w 44"/>
              <a:gd name="T17" fmla="*/ 74 h 87"/>
              <a:gd name="T18" fmla="*/ 16 w 44"/>
              <a:gd name="T19" fmla="*/ 87 h 87"/>
              <a:gd name="T20" fmla="*/ 8 w 44"/>
              <a:gd name="T21" fmla="*/ 81 h 87"/>
              <a:gd name="T22" fmla="*/ 6 w 44"/>
              <a:gd name="T23" fmla="*/ 65 h 87"/>
              <a:gd name="T24" fmla="*/ 6 w 44"/>
              <a:gd name="T25" fmla="*/ 57 h 87"/>
            </a:gdLst>
            <a:rect l="0" t="0" r="r" b="b"/>
            <a:pathLst>
              <a:path w="44" h="87">
                <a:moveTo>
                  <a:pt x="6" y="57"/>
                </a:moveTo>
                <a:cubicBezTo>
                  <a:pt x="7" y="39"/>
                  <a:pt x="5" y="23"/>
                  <a:pt x="2" y="8"/>
                </a:cubicBezTo>
                <a:cubicBezTo>
                  <a:pt x="1" y="6"/>
                  <a:pt x="0" y="3"/>
                  <a:pt x="3" y="2"/>
                </a:cubicBezTo>
                <a:cubicBezTo>
                  <a:pt x="5" y="0"/>
                  <a:pt x="7" y="0"/>
                  <a:pt x="10" y="2"/>
                </a:cubicBezTo>
                <a:cubicBezTo>
                  <a:pt x="12" y="3"/>
                  <a:pt x="14" y="4"/>
                  <a:pt x="15" y="6"/>
                </a:cubicBezTo>
                <a:cubicBezTo>
                  <a:pt x="20" y="11"/>
                  <a:pt x="25" y="17"/>
                  <a:pt x="29" y="22"/>
                </a:cubicBezTo>
                <a:cubicBezTo>
                  <a:pt x="33" y="27"/>
                  <a:pt x="36" y="32"/>
                  <a:pt x="39" y="36"/>
                </a:cubicBezTo>
                <a:cubicBezTo>
                  <a:pt x="42" y="41"/>
                  <a:pt x="44" y="46"/>
                  <a:pt x="43" y="52"/>
                </a:cubicBezTo>
                <a:cubicBezTo>
                  <a:pt x="42" y="59"/>
                  <a:pt x="41" y="67"/>
                  <a:pt x="38" y="74"/>
                </a:cubicBezTo>
                <a:cubicBezTo>
                  <a:pt x="33" y="83"/>
                  <a:pt x="27" y="87"/>
                  <a:pt x="16" y="87"/>
                </a:cubicBezTo>
                <a:cubicBezTo>
                  <a:pt x="12" y="87"/>
                  <a:pt x="10" y="85"/>
                  <a:pt x="8" y="81"/>
                </a:cubicBezTo>
                <a:cubicBezTo>
                  <a:pt x="6" y="76"/>
                  <a:pt x="6" y="71"/>
                  <a:pt x="6" y="65"/>
                </a:cubicBezTo>
                <a:cubicBezTo>
                  <a:pt x="6" y="62"/>
                  <a:pt x="6" y="59"/>
                  <a:pt x="6" y="5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2" name="Freeform 8">
            <a:extLst xmlns:a="http://schemas.openxmlformats.org/drawingml/2006/main">
              <a:ext uri="{FF2B5EF4-FFF2-40B4-BE49-F238E27FC236}">
                <a16:creationId xmlns:a16="http://schemas.microsoft.com/office/drawing/2014/main" id="{7E44C843-53FC-416F-853D-D1A7F9598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188" y="613507"/>
            <a:ext cx="664422" cy="662874"/>
          </a:xfrm>
          <a:custGeom xmlns:a="http://schemas.openxmlformats.org/drawingml/2006/main"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3" name="Freeform 42">
            <a:extLst xmlns:a="http://schemas.openxmlformats.org/drawingml/2006/main">
              <a:ext uri="{FF2B5EF4-FFF2-40B4-BE49-F238E27FC236}">
                <a16:creationId xmlns:a16="http://schemas.microsoft.com/office/drawing/2014/main" id="{47CF1343-B5D0-4D0D-AF04-5AA63F3E6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919" y="699464"/>
            <a:ext cx="490185" cy="489411"/>
          </a:xfrm>
          <a:custGeom xmlns:a="http://schemas.openxmlformats.org/drawingml/2006/main"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4" name="Freeform 43">
            <a:extLst xmlns:a="http://schemas.openxmlformats.org/drawingml/2006/main">
              <a:ext uri="{FF2B5EF4-FFF2-40B4-BE49-F238E27FC236}">
                <a16:creationId xmlns:a16="http://schemas.microsoft.com/office/drawing/2014/main" id="{5E64D55B-ACE9-4EA9-BFBA-202641D71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190" y="748250"/>
            <a:ext cx="54206" cy="65048"/>
          </a:xfrm>
          <a:custGeom xmlns:a="http://schemas.openxmlformats.org/drawingml/2006/main"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5" name="Freeform 44">
            <a:extLst xmlns:a="http://schemas.openxmlformats.org/drawingml/2006/main">
              <a:ext uri="{FF2B5EF4-FFF2-40B4-BE49-F238E27FC236}">
                <a16:creationId xmlns:a16="http://schemas.microsoft.com/office/drawing/2014/main" id="{8A6E303E-576E-4C44-9154-304DFE1CA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517" y="871377"/>
            <a:ext cx="51883" cy="55755"/>
          </a:xfrm>
          <a:custGeom xmlns:a="http://schemas.openxmlformats.org/drawingml/2006/main"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6" name="Freeform 45">
            <a:extLst xmlns:a="http://schemas.openxmlformats.org/drawingml/2006/main">
              <a:ext uri="{FF2B5EF4-FFF2-40B4-BE49-F238E27FC236}">
                <a16:creationId xmlns:a16="http://schemas.microsoft.com/office/drawing/2014/main" id="{60825ADA-9098-47CB-A2DE-860A0CE2E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081" y="693269"/>
            <a:ext cx="56530" cy="60402"/>
          </a:xfrm>
          <a:custGeom xmlns:a="http://schemas.openxmlformats.org/drawingml/2006/main"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7" name="Freeform 46">
            <a:extLst xmlns:a="http://schemas.openxmlformats.org/drawingml/2006/main">
              <a:ext uri="{FF2B5EF4-FFF2-40B4-BE49-F238E27FC236}">
                <a16:creationId xmlns:a16="http://schemas.microsoft.com/office/drawing/2014/main" id="{870829AE-1C72-4AFA-8294-9DB55E85B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517" y="958108"/>
            <a:ext cx="48786" cy="46463"/>
          </a:xfrm>
          <a:custGeom xmlns:a="http://schemas.openxmlformats.org/drawingml/2006/main"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8" name="Freeform 47">
            <a:extLst xmlns:a="http://schemas.openxmlformats.org/drawingml/2006/main">
              <a:ext uri="{FF2B5EF4-FFF2-40B4-BE49-F238E27FC236}">
                <a16:creationId xmlns:a16="http://schemas.microsoft.com/office/drawing/2014/main" id="{23EE3F4D-3943-41F7-9321-CABC45D75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095" y="1199717"/>
            <a:ext cx="34072" cy="48786"/>
          </a:xfrm>
          <a:custGeom xmlns:a="http://schemas.openxmlformats.org/drawingml/2006/main"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9" name="Freeform 48">
            <a:extLst xmlns:a="http://schemas.openxmlformats.org/drawingml/2006/main">
              <a:ext uri="{FF2B5EF4-FFF2-40B4-BE49-F238E27FC236}">
                <a16:creationId xmlns:a16="http://schemas.microsoft.com/office/drawing/2014/main" id="{F8712B13-D063-4195-8674-775C180ED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877" y="1035547"/>
            <a:ext cx="50335" cy="43365"/>
          </a:xfrm>
          <a:custGeom xmlns:a="http://schemas.openxmlformats.org/drawingml/2006/main"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0" name="Freeform 49">
            <a:extLst xmlns:a="http://schemas.openxmlformats.org/drawingml/2006/main">
              <a:ext uri="{FF2B5EF4-FFF2-40B4-BE49-F238E27FC236}">
                <a16:creationId xmlns:a16="http://schemas.microsoft.com/office/drawing/2014/main" id="{99EE8172-A375-49DE-9311-2CB40DD14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303" y="741280"/>
            <a:ext cx="59627" cy="65048"/>
          </a:xfrm>
          <a:custGeom xmlns:a="http://schemas.openxmlformats.org/drawingml/2006/main"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1" name="Freeform 50">
            <a:extLst xmlns:a="http://schemas.openxmlformats.org/drawingml/2006/main">
              <a:ext uri="{FF2B5EF4-FFF2-40B4-BE49-F238E27FC236}">
                <a16:creationId xmlns:a16="http://schemas.microsoft.com/office/drawing/2014/main" id="{A48D5CE7-D09F-4D4F-920F-F16D0AE57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325" y="1178808"/>
            <a:ext cx="41816" cy="48011"/>
          </a:xfrm>
          <a:custGeom xmlns:a="http://schemas.openxmlformats.org/drawingml/2006/main"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2" name="Freeform 51">
            <a:extLst xmlns:a="http://schemas.openxmlformats.org/drawingml/2006/main">
              <a:ext uri="{FF2B5EF4-FFF2-40B4-BE49-F238E27FC236}">
                <a16:creationId xmlns:a16="http://schemas.microsoft.com/office/drawing/2014/main" id="{F61EBE4B-7684-412D-B0A0-F258EDEB2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833" y="687073"/>
            <a:ext cx="56530" cy="54981"/>
          </a:xfrm>
          <a:custGeom xmlns:a="http://schemas.openxmlformats.org/drawingml/2006/main"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3" name="Freeform 52">
            <a:extLst xmlns:a="http://schemas.openxmlformats.org/drawingml/2006/main">
              <a:ext uri="{FF2B5EF4-FFF2-40B4-BE49-F238E27FC236}">
                <a16:creationId xmlns:a16="http://schemas.microsoft.com/office/drawing/2014/main" id="{DD7E5442-45E2-483B-B59A-935362B84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1" y="636738"/>
            <a:ext cx="44914" cy="48786"/>
          </a:xfrm>
          <a:custGeom xmlns:a="http://schemas.openxmlformats.org/drawingml/2006/main"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4" name="Freeform 53">
            <a:extLst xmlns:a="http://schemas.openxmlformats.org/drawingml/2006/main">
              <a:ext uri="{FF2B5EF4-FFF2-40B4-BE49-F238E27FC236}">
                <a16:creationId xmlns:a16="http://schemas.microsoft.com/office/drawing/2014/main" id="{D88DB9FD-E1B3-4372-8E5E-3F2ABF203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082" y="1199717"/>
            <a:ext cx="34847" cy="49560"/>
          </a:xfrm>
          <a:custGeom xmlns:a="http://schemas.openxmlformats.org/drawingml/2006/main"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5" name="Freeform 54">
            <a:extLst xmlns:a="http://schemas.openxmlformats.org/drawingml/2006/main">
              <a:ext uri="{FF2B5EF4-FFF2-40B4-BE49-F238E27FC236}">
                <a16:creationId xmlns:a16="http://schemas.microsoft.com/office/drawing/2014/main" id="{FE258BF0-69C9-4CA0-B077-8E6CBBEBF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565" y="646031"/>
            <a:ext cx="46463" cy="52658"/>
          </a:xfrm>
          <a:custGeom xmlns:a="http://schemas.openxmlformats.org/drawingml/2006/main"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6" name="Freeform 55">
            <a:extLst xmlns:a="http://schemas.openxmlformats.org/drawingml/2006/main">
              <a:ext uri="{FF2B5EF4-FFF2-40B4-BE49-F238E27FC236}">
                <a16:creationId xmlns:a16="http://schemas.microsoft.com/office/drawing/2014/main" id="{50078782-37C3-4578-AB63-828CA544E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135" y="824140"/>
            <a:ext cx="54206" cy="43365"/>
          </a:xfrm>
          <a:custGeom xmlns:a="http://schemas.openxmlformats.org/drawingml/2006/main"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7" name="Freeform 56">
            <a:extLst xmlns:a="http://schemas.openxmlformats.org/drawingml/2006/main">
              <a:ext uri="{FF2B5EF4-FFF2-40B4-BE49-F238E27FC236}">
                <a16:creationId xmlns:a16="http://schemas.microsoft.com/office/drawing/2014/main" id="{D2E4787C-6E9F-42C1-AFF3-C8C5E3756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909" y="1027803"/>
            <a:ext cx="53432" cy="49560"/>
          </a:xfrm>
          <a:custGeom xmlns:a="http://schemas.openxmlformats.org/drawingml/2006/main"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8" name="Freeform 57">
            <a:extLst xmlns:a="http://schemas.openxmlformats.org/drawingml/2006/main">
              <a:ext uri="{FF2B5EF4-FFF2-40B4-BE49-F238E27FC236}">
                <a16:creationId xmlns:a16="http://schemas.microsoft.com/office/drawing/2014/main" id="{EC324301-DA2E-48FE-BC68-13DAD58ED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2269" y="951139"/>
            <a:ext cx="47237" cy="41816"/>
          </a:xfrm>
          <a:custGeom xmlns:a="http://schemas.openxmlformats.org/drawingml/2006/main"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9" name="Freeform 58">
            <a:extLst xmlns:a="http://schemas.openxmlformats.org/drawingml/2006/main">
              <a:ext uri="{FF2B5EF4-FFF2-40B4-BE49-F238E27FC236}">
                <a16:creationId xmlns:a16="http://schemas.microsoft.com/office/drawing/2014/main" id="{AC600E4F-828B-4923-8412-30A9709D9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5843" y="655324"/>
            <a:ext cx="42591" cy="53432"/>
          </a:xfrm>
          <a:custGeom xmlns:a="http://schemas.openxmlformats.org/drawingml/2006/main"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0" name="Freeform 59">
            <a:extLst xmlns:a="http://schemas.openxmlformats.org/drawingml/2006/main">
              <a:ext uri="{FF2B5EF4-FFF2-40B4-BE49-F238E27FC236}">
                <a16:creationId xmlns:a16="http://schemas.microsoft.com/office/drawing/2014/main" id="{8BD82C3F-9C86-4D46-BD33-FAB0151E9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425" y="810201"/>
            <a:ext cx="48786" cy="42591"/>
          </a:xfrm>
          <a:custGeom xmlns:a="http://schemas.openxmlformats.org/drawingml/2006/main"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1" name="Freeform 60">
            <a:extLst xmlns:a="http://schemas.openxmlformats.org/drawingml/2006/main">
              <a:ext uri="{FF2B5EF4-FFF2-40B4-BE49-F238E27FC236}">
                <a16:creationId xmlns:a16="http://schemas.microsoft.com/office/drawing/2014/main" id="{9C354BD5-F285-45E7-BDCB-5C9AB27D5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495" y="889962"/>
            <a:ext cx="47237" cy="30975"/>
          </a:xfrm>
          <a:custGeom xmlns:a="http://schemas.openxmlformats.org/drawingml/2006/main"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2" name="Freeform 61">
            <a:extLst xmlns:a="http://schemas.openxmlformats.org/drawingml/2006/main">
              <a:ext uri="{FF2B5EF4-FFF2-40B4-BE49-F238E27FC236}">
                <a16:creationId xmlns:a16="http://schemas.microsoft.com/office/drawing/2014/main" id="{38F7EC33-9204-446D-8918-13079EE2C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344" y="642159"/>
            <a:ext cx="28652" cy="48011"/>
          </a:xfrm>
          <a:custGeom xmlns:a="http://schemas.openxmlformats.org/drawingml/2006/main"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3" name="Freeform 62">
            <a:extLst xmlns:a="http://schemas.openxmlformats.org/drawingml/2006/main">
              <a:ext uri="{FF2B5EF4-FFF2-40B4-BE49-F238E27FC236}">
                <a16:creationId xmlns:a16="http://schemas.microsoft.com/office/drawing/2014/main" id="{28B7979B-F3A9-4020-ADD9-1BC5A2E97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333" y="1181906"/>
            <a:ext cx="35621" cy="46463"/>
          </a:xfrm>
          <a:custGeom xmlns:a="http://schemas.openxmlformats.org/drawingml/2006/main"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4" name="Freeform 71">
            <a:extLst xmlns:a="http://schemas.openxmlformats.org/drawingml/2006/main">
              <a:ext uri="{FF2B5EF4-FFF2-40B4-BE49-F238E27FC236}">
                <a16:creationId xmlns:a16="http://schemas.microsoft.com/office/drawing/2014/main" id="{DD021E07-A582-401B-8387-03269AFCA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828" y="720372"/>
            <a:ext cx="449143" cy="448369"/>
          </a:xfrm>
          <a:custGeom xmlns:a="http://schemas.openxmlformats.org/drawingml/2006/main"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631D4F16-4C4B-4757-A5DC-BFD7EFB7E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08" y="2536911"/>
            <a:ext cx="1503040" cy="70788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endParaRPr sz="40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结尾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矩形 65">
            <a:extLst xmlns:a="http://schemas.openxmlformats.org/drawingml/2006/main">
              <a:ext uri="{FF2B5EF4-FFF2-40B4-BE49-F238E27FC236}">
                <a16:creationId xmlns:a16="http://schemas.microsoft.com/office/drawing/2014/main" id="{C57742CF-CA69-4A01-86E7-71B7BE6C3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64872"/>
            <a:ext cx="12192000" cy="332825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" name="椭圆 62">
            <a:extLst xmlns:a="http://schemas.openxmlformats.org/drawingml/2006/main">
              <a:ext uri="{FF2B5EF4-FFF2-40B4-BE49-F238E27FC236}">
                <a16:creationId xmlns:a16="http://schemas.microsoft.com/office/drawing/2014/main" id="{77E41D68-FD2F-4BF2-8829-FFA616CF8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7121" y="624817"/>
            <a:ext cx="1826782" cy="1826782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" name="Freeform 8">
            <a:extLst xmlns:a="http://schemas.openxmlformats.org/drawingml/2006/main">
              <a:ext uri="{FF2B5EF4-FFF2-40B4-BE49-F238E27FC236}">
                <a16:creationId xmlns:a16="http://schemas.microsoft.com/office/drawing/2014/main" id="{5162BFDF-23D0-47F0-9758-23E3B4085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7814" y="741574"/>
            <a:ext cx="1614432" cy="1610666"/>
          </a:xfrm>
          <a:custGeom xmlns:a="http://schemas.openxmlformats.org/drawingml/2006/main"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7" name="Freeform 42">
            <a:extLst xmlns:a="http://schemas.openxmlformats.org/drawingml/2006/main">
              <a:ext uri="{FF2B5EF4-FFF2-40B4-BE49-F238E27FC236}">
                <a16:creationId xmlns:a16="http://schemas.microsoft.com/office/drawing/2014/main" id="{0C676CFC-0DA5-4B77-92DD-5344940F2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8555" y="950434"/>
            <a:ext cx="1191066" cy="1189183"/>
          </a:xfrm>
          <a:custGeom xmlns:a="http://schemas.openxmlformats.org/drawingml/2006/main"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8" name="Freeform 43">
            <a:extLst xmlns:a="http://schemas.openxmlformats.org/drawingml/2006/main">
              <a:ext uri="{FF2B5EF4-FFF2-40B4-BE49-F238E27FC236}">
                <a16:creationId xmlns:a16="http://schemas.microsoft.com/office/drawing/2014/main" id="{97D39EEE-80EA-4D6B-8DA3-9D06342B3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488" y="1068976"/>
            <a:ext cx="131713" cy="158055"/>
          </a:xfrm>
          <a:custGeom xmlns:a="http://schemas.openxmlformats.org/drawingml/2006/main"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9" name="Freeform 44">
            <a:extLst xmlns:a="http://schemas.openxmlformats.org/drawingml/2006/main">
              <a:ext uri="{FF2B5EF4-FFF2-40B4-BE49-F238E27FC236}">
                <a16:creationId xmlns:a16="http://schemas.microsoft.com/office/drawing/2014/main" id="{E4C8F424-6926-4523-AE54-3F6B1DEAA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789" y="1368153"/>
            <a:ext cx="126068" cy="135476"/>
          </a:xfrm>
          <a:custGeom xmlns:a="http://schemas.openxmlformats.org/drawingml/2006/main"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1" name="Freeform 45">
            <a:extLst xmlns:a="http://schemas.openxmlformats.org/drawingml/2006/main">
              <a:ext uri="{FF2B5EF4-FFF2-40B4-BE49-F238E27FC236}">
                <a16:creationId xmlns:a16="http://schemas.microsoft.com/office/drawing/2014/main" id="{8362FAE6-22E9-4113-8255-EA199A27A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301" y="935381"/>
            <a:ext cx="137358" cy="146766"/>
          </a:xfrm>
          <a:custGeom xmlns:a="http://schemas.openxmlformats.org/drawingml/2006/main"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9" name="Freeform 46">
            <a:extLst xmlns:a="http://schemas.openxmlformats.org/drawingml/2006/main">
              <a:ext uri="{FF2B5EF4-FFF2-40B4-BE49-F238E27FC236}">
                <a16:creationId xmlns:a16="http://schemas.microsoft.com/office/drawing/2014/main" id="{0EAA8C5D-B022-4C36-8D82-00C24E7FB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789" y="1578895"/>
            <a:ext cx="118542" cy="112897"/>
          </a:xfrm>
          <a:custGeom xmlns:a="http://schemas.openxmlformats.org/drawingml/2006/main"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0" name="Freeform 47">
            <a:extLst xmlns:a="http://schemas.openxmlformats.org/drawingml/2006/main">
              <a:ext uri="{FF2B5EF4-FFF2-40B4-BE49-F238E27FC236}">
                <a16:creationId xmlns:a16="http://schemas.microsoft.com/office/drawing/2014/main" id="{A164969D-7A46-49D2-B4CA-A476CEA9E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5790" y="2165960"/>
            <a:ext cx="82791" cy="118541"/>
          </a:xfrm>
          <a:custGeom xmlns:a="http://schemas.openxmlformats.org/drawingml/2006/main"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1" name="Freeform 48">
            <a:extLst xmlns:a="http://schemas.openxmlformats.org/drawingml/2006/main">
              <a:ext uri="{FF2B5EF4-FFF2-40B4-BE49-F238E27FC236}">
                <a16:creationId xmlns:a16="http://schemas.microsoft.com/office/drawing/2014/main" id="{A40031C2-0D71-4880-AB74-70B575781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8830" y="1767057"/>
            <a:ext cx="122305" cy="105370"/>
          </a:xfrm>
          <a:custGeom xmlns:a="http://schemas.openxmlformats.org/drawingml/2006/main"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2" name="Freeform 49">
            <a:extLst xmlns:a="http://schemas.openxmlformats.org/drawingml/2006/main">
              <a:ext uri="{FF2B5EF4-FFF2-40B4-BE49-F238E27FC236}">
                <a16:creationId xmlns:a16="http://schemas.microsoft.com/office/drawing/2014/main" id="{D9F14805-DF64-4A72-B587-4BB42F1BC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0331" y="1052041"/>
            <a:ext cx="144884" cy="158055"/>
          </a:xfrm>
          <a:custGeom xmlns:a="http://schemas.openxmlformats.org/drawingml/2006/main"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3" name="Freeform 50">
            <a:extLst xmlns:a="http://schemas.openxmlformats.org/drawingml/2006/main">
              <a:ext uri="{FF2B5EF4-FFF2-40B4-BE49-F238E27FC236}">
                <a16:creationId xmlns:a16="http://schemas.microsoft.com/office/drawing/2014/main" id="{8B48950E-BEBF-4B2E-9DC0-5F51469BA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824" y="2115156"/>
            <a:ext cx="101607" cy="116660"/>
          </a:xfrm>
          <a:custGeom xmlns:a="http://schemas.openxmlformats.org/drawingml/2006/main"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4" name="Freeform 51">
            <a:extLst xmlns:a="http://schemas.openxmlformats.org/drawingml/2006/main">
              <a:ext uri="{FF2B5EF4-FFF2-40B4-BE49-F238E27FC236}">
                <a16:creationId xmlns:a16="http://schemas.microsoft.com/office/drawing/2014/main" id="{6C817789-3BAE-4D38-96A9-31AB3CD37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7690" y="920328"/>
            <a:ext cx="137358" cy="133595"/>
          </a:xfrm>
          <a:custGeom xmlns:a="http://schemas.openxmlformats.org/drawingml/2006/main"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5" name="Freeform 52">
            <a:extLst xmlns:a="http://schemas.openxmlformats.org/drawingml/2006/main">
              <a:ext uri="{FF2B5EF4-FFF2-40B4-BE49-F238E27FC236}">
                <a16:creationId xmlns:a16="http://schemas.microsoft.com/office/drawing/2014/main" id="{F309EFD6-2B13-41D2-8D8F-44A58D4BA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4120" y="798023"/>
            <a:ext cx="109134" cy="118541"/>
          </a:xfrm>
          <a:custGeom xmlns:a="http://schemas.openxmlformats.org/drawingml/2006/main"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6" name="Freeform 53">
            <a:extLst xmlns:a="http://schemas.openxmlformats.org/drawingml/2006/main">
              <a:ext uri="{FF2B5EF4-FFF2-40B4-BE49-F238E27FC236}">
                <a16:creationId xmlns:a16="http://schemas.microsoft.com/office/drawing/2014/main" id="{87D4CA1E-B3CD-4307-A4B9-00991157F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7715" y="2165960"/>
            <a:ext cx="84673" cy="120423"/>
          </a:xfrm>
          <a:custGeom xmlns:a="http://schemas.openxmlformats.org/drawingml/2006/main"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7" name="Freeform 54">
            <a:extLst xmlns:a="http://schemas.openxmlformats.org/drawingml/2006/main">
              <a:ext uri="{FF2B5EF4-FFF2-40B4-BE49-F238E27FC236}">
                <a16:creationId xmlns:a16="http://schemas.microsoft.com/office/drawing/2014/main" id="{B4BCB506-E263-4AA7-9A80-C256A1459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431" y="820602"/>
            <a:ext cx="112897" cy="127950"/>
          </a:xfrm>
          <a:custGeom xmlns:a="http://schemas.openxmlformats.org/drawingml/2006/main"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8" name="Freeform 55">
            <a:extLst xmlns:a="http://schemas.openxmlformats.org/drawingml/2006/main">
              <a:ext uri="{FF2B5EF4-FFF2-40B4-BE49-F238E27FC236}">
                <a16:creationId xmlns:a16="http://schemas.microsoft.com/office/drawing/2014/main" id="{44072848-FB2A-4286-9C87-BFB8A3DF3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2688" y="1253375"/>
            <a:ext cx="131713" cy="105370"/>
          </a:xfrm>
          <a:custGeom xmlns:a="http://schemas.openxmlformats.org/drawingml/2006/main"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9" name="Freeform 56">
            <a:extLst xmlns:a="http://schemas.openxmlformats.org/drawingml/2006/main">
              <a:ext uri="{FF2B5EF4-FFF2-40B4-BE49-F238E27FC236}">
                <a16:creationId xmlns:a16="http://schemas.microsoft.com/office/drawing/2014/main" id="{F1C86B36-A5A7-4BB7-953F-1AA284EEB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4569" y="1748241"/>
            <a:ext cx="129832" cy="120423"/>
          </a:xfrm>
          <a:custGeom xmlns:a="http://schemas.openxmlformats.org/drawingml/2006/main"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0" name="Freeform 57">
            <a:extLst xmlns:a="http://schemas.openxmlformats.org/drawingml/2006/main">
              <a:ext uri="{FF2B5EF4-FFF2-40B4-BE49-F238E27FC236}">
                <a16:creationId xmlns:a16="http://schemas.microsoft.com/office/drawing/2014/main" id="{6F373D51-0740-4D72-ADD7-306757517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1610" y="1561960"/>
            <a:ext cx="114778" cy="101607"/>
          </a:xfrm>
          <a:custGeom xmlns:a="http://schemas.openxmlformats.org/drawingml/2006/main"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1" name="Freeform 58">
            <a:extLst xmlns:a="http://schemas.openxmlformats.org/drawingml/2006/main">
              <a:ext uri="{FF2B5EF4-FFF2-40B4-BE49-F238E27FC236}">
                <a16:creationId xmlns:a16="http://schemas.microsoft.com/office/drawing/2014/main" id="{3409850A-4D18-42CB-993C-EF038E7FC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1522" y="843182"/>
            <a:ext cx="103489" cy="129831"/>
          </a:xfrm>
          <a:custGeom xmlns:a="http://schemas.openxmlformats.org/drawingml/2006/main"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2" name="Freeform 59">
            <a:extLst xmlns:a="http://schemas.openxmlformats.org/drawingml/2006/main">
              <a:ext uri="{FF2B5EF4-FFF2-40B4-BE49-F238E27FC236}">
                <a16:creationId xmlns:a16="http://schemas.microsoft.com/office/drawing/2014/main" id="{6B6E5001-5C7B-4ECC-B457-319D8CEA5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2593" y="1219506"/>
            <a:ext cx="118542" cy="103489"/>
          </a:xfrm>
          <a:custGeom xmlns:a="http://schemas.openxmlformats.org/drawingml/2006/main"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3" name="Freeform 60">
            <a:extLst xmlns:a="http://schemas.openxmlformats.org/drawingml/2006/main">
              <a:ext uri="{FF2B5EF4-FFF2-40B4-BE49-F238E27FC236}">
                <a16:creationId xmlns:a16="http://schemas.microsoft.com/office/drawing/2014/main" id="{FC2E3EFB-006A-40B7-846F-DFB8109A6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9728" y="1413312"/>
            <a:ext cx="114778" cy="75264"/>
          </a:xfrm>
          <a:custGeom xmlns:a="http://schemas.openxmlformats.org/drawingml/2006/main"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4" name="Freeform 61">
            <a:extLst xmlns:a="http://schemas.openxmlformats.org/drawingml/2006/main">
              <a:ext uri="{FF2B5EF4-FFF2-40B4-BE49-F238E27FC236}">
                <a16:creationId xmlns:a16="http://schemas.microsoft.com/office/drawing/2014/main" id="{2F00822F-BE3B-4F1B-B69E-999FA04EF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229" y="811194"/>
            <a:ext cx="69620" cy="116660"/>
          </a:xfrm>
          <a:custGeom xmlns:a="http://schemas.openxmlformats.org/drawingml/2006/main"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5" name="Freeform 62">
            <a:extLst xmlns:a="http://schemas.openxmlformats.org/drawingml/2006/main">
              <a:ext uri="{FF2B5EF4-FFF2-40B4-BE49-F238E27FC236}">
                <a16:creationId xmlns:a16="http://schemas.microsoft.com/office/drawing/2014/main" id="{B35A73C3-A538-4EA1-89D8-132AC3529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983" y="2122683"/>
            <a:ext cx="86554" cy="112897"/>
          </a:xfrm>
          <a:custGeom xmlns:a="http://schemas.openxmlformats.org/drawingml/2006/main"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6" name="Freeform 71">
            <a:extLst xmlns:a="http://schemas.openxmlformats.org/drawingml/2006/main">
              <a:ext uri="{FF2B5EF4-FFF2-40B4-BE49-F238E27FC236}">
                <a16:creationId xmlns:a16="http://schemas.microsoft.com/office/drawing/2014/main" id="{82CA9966-ED3C-4B7F-A100-48699E724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9360" y="1001237"/>
            <a:ext cx="1091340" cy="1089457"/>
          </a:xfrm>
          <a:custGeom xmlns:a="http://schemas.openxmlformats.org/drawingml/2006/main"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7" name="标题 1">
            <a:extLst xmlns:a="http://schemas.openxmlformats.org/drawingml/2006/main">
              <a:ext uri="{FF2B5EF4-FFF2-40B4-BE49-F238E27FC236}">
                <a16:creationId xmlns:a16="http://schemas.microsoft.com/office/drawing/2014/main" id="{6545276A-67CE-497B-937E-95D8325CCE12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1615440" y="2929530"/>
            <a:ext cx="8961120" cy="1213643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>
              <a:buNone/>
              <a:defRPr sz="6000" b="1" i="0" u="none" strike="noStrike" kern="1200" cap="none" spc="400" baseline="0">
                <a:ln>
                  <a:noFill/>
                </a:ln>
                <a:solidFill>
                  <a:prstClr val="whit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marR="0" lvl="0" indent="0" algn="ctr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48" name="副标题 2">
            <a:extLst xmlns:a="http://schemas.openxmlformats.org/drawingml/2006/main">
              <a:ext uri="{FF2B5EF4-FFF2-40B4-BE49-F238E27FC236}">
                <a16:creationId xmlns:a16="http://schemas.microsoft.com/office/drawing/2014/main" id="{63A42F9A-49BD-44CB-91ED-29666FF0C639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3105150" y="5630308"/>
            <a:ext cx="5981700" cy="360071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ctr">
              <a:buNone/>
              <a:defRPr sz="1800" kern="1200">
                <a:solidFill>
                  <a:prstClr val="black">
                    <a:lumMod val="75000"/>
                    <a:lumOff val="25000"/>
                  </a:prstClr>
                </a:solidFill>
                <a:latin typeface="Arial"/>
                <a:ea typeface="Arial"/>
                <a:cs typeface="Arial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内容页-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0" name="Freeform 17">
            <a:extLst xmlns:a="http://schemas.openxmlformats.org/drawingml/2006/main">
              <a:ext uri="{FF2B5EF4-FFF2-40B4-BE49-F238E27FC236}">
                <a16:creationId xmlns:a16="http://schemas.microsoft.com/office/drawing/2014/main" id="{B38C7925-7EC8-4CD8-848B-A05FE3144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8081" y="688617"/>
            <a:ext cx="64437" cy="68999"/>
          </a:xfrm>
          <a:custGeom xmlns:a="http://schemas.openxmlformats.org/drawingml/2006/main">
            <a:gdLst>
              <a:gd name="T0" fmla="*/ 34 w 127"/>
              <a:gd name="T1" fmla="*/ 71 h 136"/>
              <a:gd name="T2" fmla="*/ 34 w 127"/>
              <a:gd name="T3" fmla="*/ 81 h 136"/>
              <a:gd name="T4" fmla="*/ 34 w 127"/>
              <a:gd name="T5" fmla="*/ 114 h 136"/>
              <a:gd name="T6" fmla="*/ 35 w 127"/>
              <a:gd name="T7" fmla="*/ 122 h 136"/>
              <a:gd name="T8" fmla="*/ 40 w 127"/>
              <a:gd name="T9" fmla="*/ 127 h 136"/>
              <a:gd name="T10" fmla="*/ 49 w 127"/>
              <a:gd name="T11" fmla="*/ 128 h 136"/>
              <a:gd name="T12" fmla="*/ 49 w 127"/>
              <a:gd name="T13" fmla="*/ 135 h 136"/>
              <a:gd name="T14" fmla="*/ 1 w 127"/>
              <a:gd name="T15" fmla="*/ 135 h 136"/>
              <a:gd name="T16" fmla="*/ 0 w 127"/>
              <a:gd name="T17" fmla="*/ 132 h 136"/>
              <a:gd name="T18" fmla="*/ 0 w 127"/>
              <a:gd name="T19" fmla="*/ 128 h 136"/>
              <a:gd name="T20" fmla="*/ 9 w 127"/>
              <a:gd name="T21" fmla="*/ 127 h 136"/>
              <a:gd name="T22" fmla="*/ 16 w 127"/>
              <a:gd name="T23" fmla="*/ 120 h 136"/>
              <a:gd name="T24" fmla="*/ 17 w 127"/>
              <a:gd name="T25" fmla="*/ 111 h 136"/>
              <a:gd name="T26" fmla="*/ 17 w 127"/>
              <a:gd name="T27" fmla="*/ 22 h 136"/>
              <a:gd name="T28" fmla="*/ 16 w 127"/>
              <a:gd name="T29" fmla="*/ 15 h 136"/>
              <a:gd name="T30" fmla="*/ 9 w 127"/>
              <a:gd name="T31" fmla="*/ 9 h 136"/>
              <a:gd name="T32" fmla="*/ 0 w 127"/>
              <a:gd name="T33" fmla="*/ 8 h 136"/>
              <a:gd name="T34" fmla="*/ 0 w 127"/>
              <a:gd name="T35" fmla="*/ 1 h 136"/>
              <a:gd name="T36" fmla="*/ 4 w 127"/>
              <a:gd name="T37" fmla="*/ 0 h 136"/>
              <a:gd name="T38" fmla="*/ 71 w 127"/>
              <a:gd name="T39" fmla="*/ 0 h 136"/>
              <a:gd name="T40" fmla="*/ 94 w 127"/>
              <a:gd name="T41" fmla="*/ 4 h 136"/>
              <a:gd name="T42" fmla="*/ 116 w 127"/>
              <a:gd name="T43" fmla="*/ 32 h 136"/>
              <a:gd name="T44" fmla="*/ 97 w 127"/>
              <a:gd name="T45" fmla="*/ 66 h 136"/>
              <a:gd name="T46" fmla="*/ 80 w 127"/>
              <a:gd name="T47" fmla="*/ 70 h 136"/>
              <a:gd name="T48" fmla="*/ 71 w 127"/>
              <a:gd name="T49" fmla="*/ 71 h 136"/>
              <a:gd name="T50" fmla="*/ 73 w 127"/>
              <a:gd name="T51" fmla="*/ 75 h 136"/>
              <a:gd name="T52" fmla="*/ 104 w 127"/>
              <a:gd name="T53" fmla="*/ 114 h 136"/>
              <a:gd name="T54" fmla="*/ 105 w 127"/>
              <a:gd name="T55" fmla="*/ 116 h 136"/>
              <a:gd name="T56" fmla="*/ 127 w 127"/>
              <a:gd name="T57" fmla="*/ 128 h 136"/>
              <a:gd name="T58" fmla="*/ 127 w 127"/>
              <a:gd name="T59" fmla="*/ 135 h 136"/>
              <a:gd name="T60" fmla="*/ 116 w 127"/>
              <a:gd name="T61" fmla="*/ 135 h 136"/>
              <a:gd name="T62" fmla="*/ 102 w 127"/>
              <a:gd name="T63" fmla="*/ 136 h 136"/>
              <a:gd name="T64" fmla="*/ 96 w 127"/>
              <a:gd name="T65" fmla="*/ 132 h 136"/>
              <a:gd name="T66" fmla="*/ 59 w 127"/>
              <a:gd name="T67" fmla="*/ 82 h 136"/>
              <a:gd name="T68" fmla="*/ 52 w 127"/>
              <a:gd name="T69" fmla="*/ 73 h 136"/>
              <a:gd name="T70" fmla="*/ 49 w 127"/>
              <a:gd name="T71" fmla="*/ 71 h 136"/>
              <a:gd name="T72" fmla="*/ 34 w 127"/>
              <a:gd name="T73" fmla="*/ 71 h 136"/>
              <a:gd name="T74" fmla="*/ 34 w 127"/>
              <a:gd name="T75" fmla="*/ 61 h 136"/>
              <a:gd name="T76" fmla="*/ 36 w 127"/>
              <a:gd name="T77" fmla="*/ 62 h 136"/>
              <a:gd name="T78" fmla="*/ 66 w 127"/>
              <a:gd name="T79" fmla="*/ 62 h 136"/>
              <a:gd name="T80" fmla="*/ 82 w 127"/>
              <a:gd name="T81" fmla="*/ 59 h 136"/>
              <a:gd name="T82" fmla="*/ 96 w 127"/>
              <a:gd name="T83" fmla="*/ 44 h 136"/>
              <a:gd name="T84" fmla="*/ 96 w 127"/>
              <a:gd name="T85" fmla="*/ 29 h 136"/>
              <a:gd name="T86" fmla="*/ 81 w 127"/>
              <a:gd name="T87" fmla="*/ 12 h 136"/>
              <a:gd name="T88" fmla="*/ 70 w 127"/>
              <a:gd name="T89" fmla="*/ 11 h 136"/>
              <a:gd name="T90" fmla="*/ 37 w 127"/>
              <a:gd name="T91" fmla="*/ 11 h 136"/>
              <a:gd name="T92" fmla="*/ 34 w 127"/>
              <a:gd name="T93" fmla="*/ 11 h 136"/>
              <a:gd name="T94" fmla="*/ 34 w 127"/>
              <a:gd name="T95" fmla="*/ 61 h 136"/>
            </a:gdLst>
            <a:rect l="0" t="0" r="r" b="b"/>
            <a:pathLst>
              <a:path w="127" h="136">
                <a:moveTo>
                  <a:pt x="34" y="71"/>
                </a:moveTo>
                <a:cubicBezTo>
                  <a:pt x="34" y="75"/>
                  <a:pt x="34" y="78"/>
                  <a:pt x="34" y="81"/>
                </a:cubicBezTo>
                <a:cubicBezTo>
                  <a:pt x="34" y="92"/>
                  <a:pt x="34" y="103"/>
                  <a:pt x="34" y="114"/>
                </a:cubicBezTo>
                <a:cubicBezTo>
                  <a:pt x="34" y="117"/>
                  <a:pt x="34" y="119"/>
                  <a:pt x="35" y="122"/>
                </a:cubicBezTo>
                <a:cubicBezTo>
                  <a:pt x="35" y="125"/>
                  <a:pt x="37" y="127"/>
                  <a:pt x="40" y="127"/>
                </a:cubicBezTo>
                <a:cubicBezTo>
                  <a:pt x="43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1" y="135"/>
                </a:cubicBezTo>
                <a:cubicBezTo>
                  <a:pt x="0" y="134"/>
                  <a:pt x="0" y="133"/>
                  <a:pt x="0" y="132"/>
                </a:cubicBezTo>
                <a:cubicBezTo>
                  <a:pt x="0" y="131"/>
                  <a:pt x="0" y="130"/>
                  <a:pt x="0" y="128"/>
                </a:cubicBezTo>
                <a:cubicBezTo>
                  <a:pt x="3" y="128"/>
                  <a:pt x="6" y="128"/>
                  <a:pt x="9" y="127"/>
                </a:cubicBezTo>
                <a:cubicBezTo>
                  <a:pt x="14" y="126"/>
                  <a:pt x="15" y="125"/>
                  <a:pt x="16" y="120"/>
                </a:cubicBezTo>
                <a:cubicBezTo>
                  <a:pt x="16" y="117"/>
                  <a:pt x="17" y="114"/>
                  <a:pt x="17" y="111"/>
                </a:cubicBezTo>
                <a:cubicBezTo>
                  <a:pt x="17" y="81"/>
                  <a:pt x="17" y="52"/>
                  <a:pt x="17" y="22"/>
                </a:cubicBezTo>
                <a:cubicBezTo>
                  <a:pt x="17" y="20"/>
                  <a:pt x="16" y="17"/>
                  <a:pt x="16" y="15"/>
                </a:cubicBezTo>
                <a:cubicBezTo>
                  <a:pt x="15" y="11"/>
                  <a:pt x="13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2" y="1"/>
                  <a:pt x="3" y="0"/>
                  <a:pt x="4" y="0"/>
                </a:cubicBezTo>
                <a:cubicBezTo>
                  <a:pt x="26" y="0"/>
                  <a:pt x="49" y="0"/>
                  <a:pt x="71" y="0"/>
                </a:cubicBezTo>
                <a:cubicBezTo>
                  <a:pt x="79" y="0"/>
                  <a:pt x="86" y="1"/>
                  <a:pt x="94" y="4"/>
                </a:cubicBezTo>
                <a:cubicBezTo>
                  <a:pt x="108" y="9"/>
                  <a:pt x="115" y="18"/>
                  <a:pt x="116" y="32"/>
                </a:cubicBezTo>
                <a:cubicBezTo>
                  <a:pt x="117" y="48"/>
                  <a:pt x="110" y="60"/>
                  <a:pt x="97" y="66"/>
                </a:cubicBezTo>
                <a:cubicBezTo>
                  <a:pt x="91" y="68"/>
                  <a:pt x="86" y="70"/>
                  <a:pt x="80" y="70"/>
                </a:cubicBezTo>
                <a:cubicBezTo>
                  <a:pt x="77" y="70"/>
                  <a:pt x="74" y="71"/>
                  <a:pt x="71" y="71"/>
                </a:cubicBezTo>
                <a:cubicBezTo>
                  <a:pt x="72" y="73"/>
                  <a:pt x="73" y="74"/>
                  <a:pt x="73" y="75"/>
                </a:cubicBezTo>
                <a:cubicBezTo>
                  <a:pt x="84" y="88"/>
                  <a:pt x="94" y="101"/>
                  <a:pt x="104" y="114"/>
                </a:cubicBezTo>
                <a:cubicBezTo>
                  <a:pt x="105" y="115"/>
                  <a:pt x="105" y="115"/>
                  <a:pt x="105" y="116"/>
                </a:cubicBezTo>
                <a:cubicBezTo>
                  <a:pt x="111" y="122"/>
                  <a:pt x="117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24" y="135"/>
                  <a:pt x="120" y="135"/>
                  <a:pt x="116" y="135"/>
                </a:cubicBezTo>
                <a:cubicBezTo>
                  <a:pt x="111" y="135"/>
                  <a:pt x="107" y="135"/>
                  <a:pt x="102" y="136"/>
                </a:cubicBezTo>
                <a:cubicBezTo>
                  <a:pt x="99" y="136"/>
                  <a:pt x="97" y="134"/>
                  <a:pt x="96" y="132"/>
                </a:cubicBezTo>
                <a:cubicBezTo>
                  <a:pt x="83" y="115"/>
                  <a:pt x="71" y="99"/>
                  <a:pt x="59" y="82"/>
                </a:cubicBezTo>
                <a:cubicBezTo>
                  <a:pt x="57" y="79"/>
                  <a:pt x="54" y="76"/>
                  <a:pt x="52" y="73"/>
                </a:cubicBezTo>
                <a:cubicBezTo>
                  <a:pt x="51" y="72"/>
                  <a:pt x="50" y="71"/>
                  <a:pt x="49" y="71"/>
                </a:cubicBezTo>
                <a:cubicBezTo>
                  <a:pt x="44" y="71"/>
                  <a:pt x="39" y="71"/>
                  <a:pt x="34" y="71"/>
                </a:cubicBezTo>
                <a:close/>
                <a:moveTo>
                  <a:pt x="34" y="61"/>
                </a:moveTo>
                <a:cubicBezTo>
                  <a:pt x="35" y="62"/>
                  <a:pt x="36" y="62"/>
                  <a:pt x="36" y="62"/>
                </a:cubicBezTo>
                <a:cubicBezTo>
                  <a:pt x="46" y="62"/>
                  <a:pt x="56" y="62"/>
                  <a:pt x="66" y="62"/>
                </a:cubicBezTo>
                <a:cubicBezTo>
                  <a:pt x="72" y="61"/>
                  <a:pt x="77" y="60"/>
                  <a:pt x="82" y="59"/>
                </a:cubicBezTo>
                <a:cubicBezTo>
                  <a:pt x="90" y="56"/>
                  <a:pt x="94" y="51"/>
                  <a:pt x="96" y="44"/>
                </a:cubicBezTo>
                <a:cubicBezTo>
                  <a:pt x="96" y="39"/>
                  <a:pt x="97" y="34"/>
                  <a:pt x="96" y="29"/>
                </a:cubicBezTo>
                <a:cubicBezTo>
                  <a:pt x="95" y="20"/>
                  <a:pt x="90" y="15"/>
                  <a:pt x="81" y="12"/>
                </a:cubicBezTo>
                <a:cubicBezTo>
                  <a:pt x="77" y="11"/>
                  <a:pt x="74" y="11"/>
                  <a:pt x="70" y="11"/>
                </a:cubicBezTo>
                <a:cubicBezTo>
                  <a:pt x="59" y="10"/>
                  <a:pt x="48" y="11"/>
                  <a:pt x="37" y="11"/>
                </a:cubicBezTo>
                <a:cubicBezTo>
                  <a:pt x="36" y="11"/>
                  <a:pt x="35" y="11"/>
                  <a:pt x="34" y="11"/>
                </a:cubicBezTo>
                <a:cubicBezTo>
                  <a:pt x="34" y="28"/>
                  <a:pt x="34" y="44"/>
                  <a:pt x="34" y="61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1" name="Freeform 18">
            <a:extLst xmlns:a="http://schemas.openxmlformats.org/drawingml/2006/main">
              <a:ext uri="{FF2B5EF4-FFF2-40B4-BE49-F238E27FC236}">
                <a16:creationId xmlns:a16="http://schemas.microsoft.com/office/drawing/2014/main" id="{51D881CB-1186-48C4-835C-B633111B7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3581" y="688617"/>
            <a:ext cx="64437" cy="68429"/>
          </a:xfrm>
          <a:custGeom xmlns:a="http://schemas.openxmlformats.org/drawingml/2006/main">
            <a:gdLst>
              <a:gd name="T0" fmla="*/ 50 w 127"/>
              <a:gd name="T1" fmla="*/ 70 h 135"/>
              <a:gd name="T2" fmla="*/ 34 w 127"/>
              <a:gd name="T3" fmla="*/ 87 h 135"/>
              <a:gd name="T4" fmla="*/ 33 w 127"/>
              <a:gd name="T5" fmla="*/ 90 h 135"/>
              <a:gd name="T6" fmla="*/ 33 w 127"/>
              <a:gd name="T7" fmla="*/ 116 h 135"/>
              <a:gd name="T8" fmla="*/ 34 w 127"/>
              <a:gd name="T9" fmla="*/ 120 h 135"/>
              <a:gd name="T10" fmla="*/ 41 w 127"/>
              <a:gd name="T11" fmla="*/ 127 h 135"/>
              <a:gd name="T12" fmla="*/ 49 w 127"/>
              <a:gd name="T13" fmla="*/ 128 h 135"/>
              <a:gd name="T14" fmla="*/ 49 w 127"/>
              <a:gd name="T15" fmla="*/ 135 h 135"/>
              <a:gd name="T16" fmla="*/ 0 w 127"/>
              <a:gd name="T17" fmla="*/ 135 h 135"/>
              <a:gd name="T18" fmla="*/ 0 w 127"/>
              <a:gd name="T19" fmla="*/ 128 h 135"/>
              <a:gd name="T20" fmla="*/ 7 w 127"/>
              <a:gd name="T21" fmla="*/ 128 h 135"/>
              <a:gd name="T22" fmla="*/ 16 w 127"/>
              <a:gd name="T23" fmla="*/ 118 h 135"/>
              <a:gd name="T24" fmla="*/ 16 w 127"/>
              <a:gd name="T25" fmla="*/ 111 h 135"/>
              <a:gd name="T26" fmla="*/ 16 w 127"/>
              <a:gd name="T27" fmla="*/ 24 h 135"/>
              <a:gd name="T28" fmla="*/ 16 w 127"/>
              <a:gd name="T29" fmla="*/ 16 h 135"/>
              <a:gd name="T30" fmla="*/ 8 w 127"/>
              <a:gd name="T31" fmla="*/ 9 h 135"/>
              <a:gd name="T32" fmla="*/ 0 w 127"/>
              <a:gd name="T33" fmla="*/ 8 h 135"/>
              <a:gd name="T34" fmla="*/ 0 w 127"/>
              <a:gd name="T35" fmla="*/ 1 h 135"/>
              <a:gd name="T36" fmla="*/ 49 w 127"/>
              <a:gd name="T37" fmla="*/ 1 h 135"/>
              <a:gd name="T38" fmla="*/ 50 w 127"/>
              <a:gd name="T39" fmla="*/ 8 h 135"/>
              <a:gd name="T40" fmla="*/ 41 w 127"/>
              <a:gd name="T41" fmla="*/ 9 h 135"/>
              <a:gd name="T42" fmla="*/ 34 w 127"/>
              <a:gd name="T43" fmla="*/ 16 h 135"/>
              <a:gd name="T44" fmla="*/ 33 w 127"/>
              <a:gd name="T45" fmla="*/ 23 h 135"/>
              <a:gd name="T46" fmla="*/ 33 w 127"/>
              <a:gd name="T47" fmla="*/ 70 h 135"/>
              <a:gd name="T48" fmla="*/ 33 w 127"/>
              <a:gd name="T49" fmla="*/ 73 h 135"/>
              <a:gd name="T50" fmla="*/ 36 w 127"/>
              <a:gd name="T51" fmla="*/ 71 h 135"/>
              <a:gd name="T52" fmla="*/ 83 w 127"/>
              <a:gd name="T53" fmla="*/ 19 h 135"/>
              <a:gd name="T54" fmla="*/ 86 w 127"/>
              <a:gd name="T55" fmla="*/ 14 h 135"/>
              <a:gd name="T56" fmla="*/ 84 w 127"/>
              <a:gd name="T57" fmla="*/ 9 h 135"/>
              <a:gd name="T58" fmla="*/ 76 w 127"/>
              <a:gd name="T59" fmla="*/ 8 h 135"/>
              <a:gd name="T60" fmla="*/ 76 w 127"/>
              <a:gd name="T61" fmla="*/ 1 h 135"/>
              <a:gd name="T62" fmla="*/ 122 w 127"/>
              <a:gd name="T63" fmla="*/ 1 h 135"/>
              <a:gd name="T64" fmla="*/ 122 w 127"/>
              <a:gd name="T65" fmla="*/ 8 h 135"/>
              <a:gd name="T66" fmla="*/ 118 w 127"/>
              <a:gd name="T67" fmla="*/ 8 h 135"/>
              <a:gd name="T68" fmla="*/ 99 w 127"/>
              <a:gd name="T69" fmla="*/ 18 h 135"/>
              <a:gd name="T70" fmla="*/ 77 w 127"/>
              <a:gd name="T71" fmla="*/ 41 h 135"/>
              <a:gd name="T72" fmla="*/ 62 w 127"/>
              <a:gd name="T73" fmla="*/ 57 h 135"/>
              <a:gd name="T74" fmla="*/ 64 w 127"/>
              <a:gd name="T75" fmla="*/ 61 h 135"/>
              <a:gd name="T76" fmla="*/ 102 w 127"/>
              <a:gd name="T77" fmla="*/ 113 h 135"/>
              <a:gd name="T78" fmla="*/ 108 w 127"/>
              <a:gd name="T79" fmla="*/ 120 h 135"/>
              <a:gd name="T80" fmla="*/ 123 w 127"/>
              <a:gd name="T81" fmla="*/ 127 h 135"/>
              <a:gd name="T82" fmla="*/ 127 w 127"/>
              <a:gd name="T83" fmla="*/ 128 h 135"/>
              <a:gd name="T84" fmla="*/ 127 w 127"/>
              <a:gd name="T85" fmla="*/ 135 h 135"/>
              <a:gd name="T86" fmla="*/ 73 w 127"/>
              <a:gd name="T87" fmla="*/ 135 h 135"/>
              <a:gd name="T88" fmla="*/ 73 w 127"/>
              <a:gd name="T89" fmla="*/ 128 h 135"/>
              <a:gd name="T90" fmla="*/ 80 w 127"/>
              <a:gd name="T91" fmla="*/ 127 h 135"/>
              <a:gd name="T92" fmla="*/ 84 w 127"/>
              <a:gd name="T93" fmla="*/ 120 h 135"/>
              <a:gd name="T94" fmla="*/ 82 w 127"/>
              <a:gd name="T95" fmla="*/ 115 h 135"/>
              <a:gd name="T96" fmla="*/ 51 w 127"/>
              <a:gd name="T97" fmla="*/ 72 h 135"/>
              <a:gd name="T98" fmla="*/ 50 w 127"/>
              <a:gd name="T99" fmla="*/ 70 h 135"/>
            </a:gdLst>
            <a:rect l="0" t="0" r="r" b="b"/>
            <a:pathLst>
              <a:path w="127" h="135">
                <a:moveTo>
                  <a:pt x="50" y="70"/>
                </a:moveTo>
                <a:cubicBezTo>
                  <a:pt x="44" y="76"/>
                  <a:pt x="39" y="81"/>
                  <a:pt x="34" y="87"/>
                </a:cubicBezTo>
                <a:cubicBezTo>
                  <a:pt x="33" y="88"/>
                  <a:pt x="33" y="89"/>
                  <a:pt x="33" y="90"/>
                </a:cubicBezTo>
                <a:cubicBezTo>
                  <a:pt x="33" y="99"/>
                  <a:pt x="33" y="107"/>
                  <a:pt x="33" y="116"/>
                </a:cubicBezTo>
                <a:cubicBezTo>
                  <a:pt x="33" y="117"/>
                  <a:pt x="33" y="118"/>
                  <a:pt x="34" y="120"/>
                </a:cubicBezTo>
                <a:cubicBezTo>
                  <a:pt x="35" y="125"/>
                  <a:pt x="36" y="126"/>
                  <a:pt x="41" y="127"/>
                </a:cubicBezTo>
                <a:cubicBezTo>
                  <a:pt x="44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7" y="128"/>
                </a:cubicBezTo>
                <a:cubicBezTo>
                  <a:pt x="14" y="127"/>
                  <a:pt x="16" y="125"/>
                  <a:pt x="16" y="118"/>
                </a:cubicBezTo>
                <a:cubicBezTo>
                  <a:pt x="16" y="115"/>
                  <a:pt x="16" y="113"/>
                  <a:pt x="16" y="111"/>
                </a:cubicBezTo>
                <a:cubicBezTo>
                  <a:pt x="16" y="82"/>
                  <a:pt x="16" y="53"/>
                  <a:pt x="16" y="24"/>
                </a:cubicBezTo>
                <a:cubicBezTo>
                  <a:pt x="16" y="21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5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4" y="0"/>
                  <a:pt x="40" y="0"/>
                  <a:pt x="49" y="1"/>
                </a:cubicBezTo>
                <a:cubicBezTo>
                  <a:pt x="49" y="3"/>
                  <a:pt x="50" y="5"/>
                  <a:pt x="50" y="8"/>
                </a:cubicBezTo>
                <a:cubicBezTo>
                  <a:pt x="47" y="8"/>
                  <a:pt x="44" y="8"/>
                  <a:pt x="41" y="9"/>
                </a:cubicBezTo>
                <a:cubicBezTo>
                  <a:pt x="37" y="9"/>
                  <a:pt x="34" y="11"/>
                  <a:pt x="34" y="16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39"/>
                  <a:pt x="33" y="54"/>
                  <a:pt x="33" y="70"/>
                </a:cubicBezTo>
                <a:cubicBezTo>
                  <a:pt x="33" y="71"/>
                  <a:pt x="33" y="72"/>
                  <a:pt x="33" y="73"/>
                </a:cubicBezTo>
                <a:cubicBezTo>
                  <a:pt x="35" y="72"/>
                  <a:pt x="36" y="72"/>
                  <a:pt x="36" y="71"/>
                </a:cubicBezTo>
                <a:cubicBezTo>
                  <a:pt x="52" y="54"/>
                  <a:pt x="67" y="37"/>
                  <a:pt x="83" y="19"/>
                </a:cubicBezTo>
                <a:cubicBezTo>
                  <a:pt x="84" y="18"/>
                  <a:pt x="85" y="16"/>
                  <a:pt x="86" y="14"/>
                </a:cubicBezTo>
                <a:cubicBezTo>
                  <a:pt x="88" y="12"/>
                  <a:pt x="87" y="10"/>
                  <a:pt x="84" y="9"/>
                </a:cubicBezTo>
                <a:cubicBezTo>
                  <a:pt x="81" y="8"/>
                  <a:pt x="79" y="8"/>
                  <a:pt x="76" y="8"/>
                </a:cubicBezTo>
                <a:cubicBezTo>
                  <a:pt x="76" y="5"/>
                  <a:pt x="76" y="3"/>
                  <a:pt x="76" y="1"/>
                </a:cubicBezTo>
                <a:cubicBezTo>
                  <a:pt x="79" y="0"/>
                  <a:pt x="114" y="0"/>
                  <a:pt x="122" y="1"/>
                </a:cubicBezTo>
                <a:cubicBezTo>
                  <a:pt x="122" y="3"/>
                  <a:pt x="122" y="5"/>
                  <a:pt x="122" y="8"/>
                </a:cubicBezTo>
                <a:cubicBezTo>
                  <a:pt x="121" y="8"/>
                  <a:pt x="120" y="8"/>
                  <a:pt x="118" y="8"/>
                </a:cubicBezTo>
                <a:cubicBezTo>
                  <a:pt x="111" y="9"/>
                  <a:pt x="104" y="12"/>
                  <a:pt x="99" y="18"/>
                </a:cubicBezTo>
                <a:cubicBezTo>
                  <a:pt x="92" y="25"/>
                  <a:pt x="85" y="33"/>
                  <a:pt x="77" y="41"/>
                </a:cubicBezTo>
                <a:cubicBezTo>
                  <a:pt x="72" y="46"/>
                  <a:pt x="67" y="52"/>
                  <a:pt x="62" y="57"/>
                </a:cubicBezTo>
                <a:cubicBezTo>
                  <a:pt x="63" y="58"/>
                  <a:pt x="64" y="59"/>
                  <a:pt x="64" y="61"/>
                </a:cubicBezTo>
                <a:cubicBezTo>
                  <a:pt x="77" y="78"/>
                  <a:pt x="90" y="95"/>
                  <a:pt x="102" y="113"/>
                </a:cubicBezTo>
                <a:cubicBezTo>
                  <a:pt x="104" y="115"/>
                  <a:pt x="106" y="118"/>
                  <a:pt x="108" y="120"/>
                </a:cubicBezTo>
                <a:cubicBezTo>
                  <a:pt x="112" y="124"/>
                  <a:pt x="117" y="127"/>
                  <a:pt x="123" y="127"/>
                </a:cubicBezTo>
                <a:cubicBezTo>
                  <a:pt x="124" y="128"/>
                  <a:pt x="125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09" y="135"/>
                  <a:pt x="91" y="135"/>
                  <a:pt x="73" y="135"/>
                </a:cubicBezTo>
                <a:cubicBezTo>
                  <a:pt x="73" y="133"/>
                  <a:pt x="73" y="131"/>
                  <a:pt x="73" y="128"/>
                </a:cubicBezTo>
                <a:cubicBezTo>
                  <a:pt x="75" y="128"/>
                  <a:pt x="78" y="128"/>
                  <a:pt x="80" y="127"/>
                </a:cubicBezTo>
                <a:cubicBezTo>
                  <a:pt x="85" y="127"/>
                  <a:pt x="86" y="125"/>
                  <a:pt x="84" y="120"/>
                </a:cubicBezTo>
                <a:cubicBezTo>
                  <a:pt x="84" y="118"/>
                  <a:pt x="83" y="117"/>
                  <a:pt x="82" y="115"/>
                </a:cubicBezTo>
                <a:cubicBezTo>
                  <a:pt x="72" y="101"/>
                  <a:pt x="61" y="86"/>
                  <a:pt x="51" y="72"/>
                </a:cubicBezTo>
                <a:cubicBezTo>
                  <a:pt x="51" y="71"/>
                  <a:pt x="50" y="71"/>
                  <a:pt x="50" y="7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2" name="Freeform 19">
            <a:extLst xmlns:a="http://schemas.openxmlformats.org/drawingml/2006/main">
              <a:ext uri="{FF2B5EF4-FFF2-40B4-BE49-F238E27FC236}">
                <a16:creationId xmlns:a16="http://schemas.microsoft.com/office/drawing/2014/main" id="{DCF9C088-2BE5-429A-B4B1-4BB1F63FA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9719" y="688617"/>
            <a:ext cx="63867" cy="68429"/>
          </a:xfrm>
          <a:custGeom xmlns:a="http://schemas.openxmlformats.org/drawingml/2006/main">
            <a:gdLst>
              <a:gd name="T0" fmla="*/ 28 w 126"/>
              <a:gd name="T1" fmla="*/ 16 h 135"/>
              <a:gd name="T2" fmla="*/ 28 w 126"/>
              <a:gd name="T3" fmla="*/ 20 h 135"/>
              <a:gd name="T4" fmla="*/ 28 w 126"/>
              <a:gd name="T5" fmla="*/ 109 h 135"/>
              <a:gd name="T6" fmla="*/ 28 w 126"/>
              <a:gd name="T7" fmla="*/ 119 h 135"/>
              <a:gd name="T8" fmla="*/ 37 w 126"/>
              <a:gd name="T9" fmla="*/ 127 h 135"/>
              <a:gd name="T10" fmla="*/ 44 w 126"/>
              <a:gd name="T11" fmla="*/ 128 h 135"/>
              <a:gd name="T12" fmla="*/ 44 w 126"/>
              <a:gd name="T13" fmla="*/ 135 h 135"/>
              <a:gd name="T14" fmla="*/ 0 w 126"/>
              <a:gd name="T15" fmla="*/ 135 h 135"/>
              <a:gd name="T16" fmla="*/ 0 w 126"/>
              <a:gd name="T17" fmla="*/ 128 h 135"/>
              <a:gd name="T18" fmla="*/ 8 w 126"/>
              <a:gd name="T19" fmla="*/ 127 h 135"/>
              <a:gd name="T20" fmla="*/ 16 w 126"/>
              <a:gd name="T21" fmla="*/ 120 h 135"/>
              <a:gd name="T22" fmla="*/ 16 w 126"/>
              <a:gd name="T23" fmla="*/ 113 h 135"/>
              <a:gd name="T24" fmla="*/ 16 w 126"/>
              <a:gd name="T25" fmla="*/ 19 h 135"/>
              <a:gd name="T26" fmla="*/ 16 w 126"/>
              <a:gd name="T27" fmla="*/ 15 h 135"/>
              <a:gd name="T28" fmla="*/ 9 w 126"/>
              <a:gd name="T29" fmla="*/ 9 h 135"/>
              <a:gd name="T30" fmla="*/ 5 w 126"/>
              <a:gd name="T31" fmla="*/ 8 h 135"/>
              <a:gd name="T32" fmla="*/ 1 w 126"/>
              <a:gd name="T33" fmla="*/ 8 h 135"/>
              <a:gd name="T34" fmla="*/ 1 w 126"/>
              <a:gd name="T35" fmla="*/ 1 h 135"/>
              <a:gd name="T36" fmla="*/ 40 w 126"/>
              <a:gd name="T37" fmla="*/ 1 h 135"/>
              <a:gd name="T38" fmla="*/ 98 w 126"/>
              <a:gd name="T39" fmla="*/ 100 h 135"/>
              <a:gd name="T40" fmla="*/ 99 w 126"/>
              <a:gd name="T41" fmla="*/ 100 h 135"/>
              <a:gd name="T42" fmla="*/ 99 w 126"/>
              <a:gd name="T43" fmla="*/ 96 h 135"/>
              <a:gd name="T44" fmla="*/ 99 w 126"/>
              <a:gd name="T45" fmla="*/ 24 h 135"/>
              <a:gd name="T46" fmla="*/ 98 w 126"/>
              <a:gd name="T47" fmla="*/ 16 h 135"/>
              <a:gd name="T48" fmla="*/ 90 w 126"/>
              <a:gd name="T49" fmla="*/ 9 h 135"/>
              <a:gd name="T50" fmla="*/ 83 w 126"/>
              <a:gd name="T51" fmla="*/ 8 h 135"/>
              <a:gd name="T52" fmla="*/ 83 w 126"/>
              <a:gd name="T53" fmla="*/ 1 h 135"/>
              <a:gd name="T54" fmla="*/ 126 w 126"/>
              <a:gd name="T55" fmla="*/ 1 h 135"/>
              <a:gd name="T56" fmla="*/ 126 w 126"/>
              <a:gd name="T57" fmla="*/ 8 h 135"/>
              <a:gd name="T58" fmla="*/ 119 w 126"/>
              <a:gd name="T59" fmla="*/ 9 h 135"/>
              <a:gd name="T60" fmla="*/ 111 w 126"/>
              <a:gd name="T61" fmla="*/ 16 h 135"/>
              <a:gd name="T62" fmla="*/ 110 w 126"/>
              <a:gd name="T63" fmla="*/ 27 h 135"/>
              <a:gd name="T64" fmla="*/ 110 w 126"/>
              <a:gd name="T65" fmla="*/ 129 h 135"/>
              <a:gd name="T66" fmla="*/ 110 w 126"/>
              <a:gd name="T67" fmla="*/ 135 h 135"/>
              <a:gd name="T68" fmla="*/ 99 w 126"/>
              <a:gd name="T69" fmla="*/ 135 h 135"/>
              <a:gd name="T70" fmla="*/ 29 w 126"/>
              <a:gd name="T71" fmla="*/ 15 h 135"/>
              <a:gd name="T72" fmla="*/ 28 w 126"/>
              <a:gd name="T73" fmla="*/ 16 h 135"/>
            </a:gdLst>
            <a:rect l="0" t="0" r="r" b="b"/>
            <a:pathLst>
              <a:path w="126" h="135">
                <a:moveTo>
                  <a:pt x="28" y="16"/>
                </a:moveTo>
                <a:cubicBezTo>
                  <a:pt x="28" y="17"/>
                  <a:pt x="28" y="19"/>
                  <a:pt x="28" y="20"/>
                </a:cubicBezTo>
                <a:cubicBezTo>
                  <a:pt x="28" y="50"/>
                  <a:pt x="28" y="79"/>
                  <a:pt x="28" y="109"/>
                </a:cubicBezTo>
                <a:cubicBezTo>
                  <a:pt x="28" y="112"/>
                  <a:pt x="28" y="115"/>
                  <a:pt x="28" y="119"/>
                </a:cubicBezTo>
                <a:cubicBezTo>
                  <a:pt x="29" y="124"/>
                  <a:pt x="31" y="126"/>
                  <a:pt x="37" y="127"/>
                </a:cubicBezTo>
                <a:cubicBezTo>
                  <a:pt x="39" y="127"/>
                  <a:pt x="41" y="128"/>
                  <a:pt x="44" y="128"/>
                </a:cubicBezTo>
                <a:cubicBezTo>
                  <a:pt x="44" y="130"/>
                  <a:pt x="44" y="133"/>
                  <a:pt x="44" y="135"/>
                </a:cubicBezTo>
                <a:cubicBezTo>
                  <a:pt x="29" y="135"/>
                  <a:pt x="15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5" y="127"/>
                  <a:pt x="8" y="127"/>
                </a:cubicBezTo>
                <a:cubicBezTo>
                  <a:pt x="12" y="127"/>
                  <a:pt x="15" y="124"/>
                  <a:pt x="16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0"/>
                  <a:pt x="16" y="19"/>
                </a:cubicBezTo>
                <a:cubicBezTo>
                  <a:pt x="16" y="18"/>
                  <a:pt x="16" y="17"/>
                  <a:pt x="16" y="15"/>
                </a:cubicBezTo>
                <a:cubicBezTo>
                  <a:pt x="16" y="11"/>
                  <a:pt x="14" y="9"/>
                  <a:pt x="9" y="9"/>
                </a:cubicBezTo>
                <a:cubicBezTo>
                  <a:pt x="8" y="8"/>
                  <a:pt x="7" y="8"/>
                  <a:pt x="5" y="8"/>
                </a:cubicBezTo>
                <a:cubicBezTo>
                  <a:pt x="4" y="8"/>
                  <a:pt x="2" y="8"/>
                  <a:pt x="1" y="8"/>
                </a:cubicBezTo>
                <a:cubicBezTo>
                  <a:pt x="1" y="5"/>
                  <a:pt x="1" y="3"/>
                  <a:pt x="1" y="1"/>
                </a:cubicBezTo>
                <a:cubicBezTo>
                  <a:pt x="14" y="1"/>
                  <a:pt x="27" y="1"/>
                  <a:pt x="40" y="1"/>
                </a:cubicBezTo>
                <a:cubicBezTo>
                  <a:pt x="59" y="34"/>
                  <a:pt x="79" y="67"/>
                  <a:pt x="98" y="100"/>
                </a:cubicBezTo>
                <a:cubicBezTo>
                  <a:pt x="98" y="100"/>
                  <a:pt x="99" y="100"/>
                  <a:pt x="99" y="100"/>
                </a:cubicBezTo>
                <a:cubicBezTo>
                  <a:pt x="99" y="99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1"/>
                  <a:pt x="99" y="19"/>
                  <a:pt x="98" y="16"/>
                </a:cubicBezTo>
                <a:cubicBezTo>
                  <a:pt x="97" y="12"/>
                  <a:pt x="94" y="9"/>
                  <a:pt x="90" y="9"/>
                </a:cubicBezTo>
                <a:cubicBezTo>
                  <a:pt x="88" y="8"/>
                  <a:pt x="86" y="8"/>
                  <a:pt x="83" y="8"/>
                </a:cubicBezTo>
                <a:cubicBezTo>
                  <a:pt x="83" y="5"/>
                  <a:pt x="83" y="3"/>
                  <a:pt x="83" y="1"/>
                </a:cubicBezTo>
                <a:cubicBezTo>
                  <a:pt x="87" y="0"/>
                  <a:pt x="115" y="0"/>
                  <a:pt x="126" y="1"/>
                </a:cubicBezTo>
                <a:cubicBezTo>
                  <a:pt x="126" y="3"/>
                  <a:pt x="126" y="5"/>
                  <a:pt x="126" y="8"/>
                </a:cubicBezTo>
                <a:cubicBezTo>
                  <a:pt x="124" y="8"/>
                  <a:pt x="122" y="8"/>
                  <a:pt x="119" y="9"/>
                </a:cubicBezTo>
                <a:cubicBezTo>
                  <a:pt x="115" y="9"/>
                  <a:pt x="112" y="12"/>
                  <a:pt x="111" y="16"/>
                </a:cubicBezTo>
                <a:cubicBezTo>
                  <a:pt x="111" y="20"/>
                  <a:pt x="110" y="23"/>
                  <a:pt x="110" y="27"/>
                </a:cubicBezTo>
                <a:cubicBezTo>
                  <a:pt x="110" y="61"/>
                  <a:pt x="110" y="95"/>
                  <a:pt x="110" y="129"/>
                </a:cubicBezTo>
                <a:cubicBezTo>
                  <a:pt x="110" y="131"/>
                  <a:pt x="110" y="133"/>
                  <a:pt x="110" y="135"/>
                </a:cubicBezTo>
                <a:cubicBezTo>
                  <a:pt x="106" y="135"/>
                  <a:pt x="103" y="135"/>
                  <a:pt x="99" y="135"/>
                </a:cubicBezTo>
                <a:cubicBezTo>
                  <a:pt x="76" y="95"/>
                  <a:pt x="52" y="55"/>
                  <a:pt x="29" y="15"/>
                </a:cubicBezTo>
                <a:cubicBezTo>
                  <a:pt x="28" y="15"/>
                  <a:pt x="28" y="15"/>
                  <a:pt x="28" y="16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3" name="Freeform 20">
            <a:extLst xmlns:a="http://schemas.openxmlformats.org/drawingml/2006/main">
              <a:ext uri="{FF2B5EF4-FFF2-40B4-BE49-F238E27FC236}">
                <a16:creationId xmlns:a16="http://schemas.microsoft.com/office/drawing/2014/main" id="{B9594881-060D-4090-88B1-6094DC591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9652" y="688617"/>
            <a:ext cx="62726" cy="68429"/>
          </a:xfrm>
          <a:custGeom xmlns:a="http://schemas.openxmlformats.org/drawingml/2006/main">
            <a:gdLst>
              <a:gd name="T0" fmla="*/ 0 w 124"/>
              <a:gd name="T1" fmla="*/ 8 h 135"/>
              <a:gd name="T2" fmla="*/ 0 w 124"/>
              <a:gd name="T3" fmla="*/ 1 h 135"/>
              <a:gd name="T4" fmla="*/ 105 w 124"/>
              <a:gd name="T5" fmla="*/ 1 h 135"/>
              <a:gd name="T6" fmla="*/ 117 w 124"/>
              <a:gd name="T7" fmla="*/ 35 h 135"/>
              <a:gd name="T8" fmla="*/ 110 w 124"/>
              <a:gd name="T9" fmla="*/ 39 h 135"/>
              <a:gd name="T10" fmla="*/ 107 w 124"/>
              <a:gd name="T11" fmla="*/ 33 h 135"/>
              <a:gd name="T12" fmla="*/ 78 w 124"/>
              <a:gd name="T13" fmla="*/ 11 h 135"/>
              <a:gd name="T14" fmla="*/ 34 w 124"/>
              <a:gd name="T15" fmla="*/ 11 h 135"/>
              <a:gd name="T16" fmla="*/ 34 w 124"/>
              <a:gd name="T17" fmla="*/ 61 h 135"/>
              <a:gd name="T18" fmla="*/ 55 w 124"/>
              <a:gd name="T19" fmla="*/ 60 h 135"/>
              <a:gd name="T20" fmla="*/ 69 w 124"/>
              <a:gd name="T21" fmla="*/ 45 h 135"/>
              <a:gd name="T22" fmla="*/ 70 w 124"/>
              <a:gd name="T23" fmla="*/ 36 h 135"/>
              <a:gd name="T24" fmla="*/ 78 w 124"/>
              <a:gd name="T25" fmla="*/ 36 h 135"/>
              <a:gd name="T26" fmla="*/ 78 w 124"/>
              <a:gd name="T27" fmla="*/ 95 h 135"/>
              <a:gd name="T28" fmla="*/ 74 w 124"/>
              <a:gd name="T29" fmla="*/ 95 h 135"/>
              <a:gd name="T30" fmla="*/ 70 w 124"/>
              <a:gd name="T31" fmla="*/ 95 h 135"/>
              <a:gd name="T32" fmla="*/ 70 w 124"/>
              <a:gd name="T33" fmla="*/ 88 h 135"/>
              <a:gd name="T34" fmla="*/ 68 w 124"/>
              <a:gd name="T35" fmla="*/ 81 h 135"/>
              <a:gd name="T36" fmla="*/ 58 w 124"/>
              <a:gd name="T37" fmla="*/ 71 h 135"/>
              <a:gd name="T38" fmla="*/ 34 w 124"/>
              <a:gd name="T39" fmla="*/ 70 h 135"/>
              <a:gd name="T40" fmla="*/ 33 w 124"/>
              <a:gd name="T41" fmla="*/ 74 h 135"/>
              <a:gd name="T42" fmla="*/ 33 w 124"/>
              <a:gd name="T43" fmla="*/ 115 h 135"/>
              <a:gd name="T44" fmla="*/ 43 w 124"/>
              <a:gd name="T45" fmla="*/ 125 h 135"/>
              <a:gd name="T46" fmla="*/ 69 w 124"/>
              <a:gd name="T47" fmla="*/ 125 h 135"/>
              <a:gd name="T48" fmla="*/ 112 w 124"/>
              <a:gd name="T49" fmla="*/ 97 h 135"/>
              <a:gd name="T50" fmla="*/ 115 w 124"/>
              <a:gd name="T51" fmla="*/ 90 h 135"/>
              <a:gd name="T52" fmla="*/ 124 w 124"/>
              <a:gd name="T53" fmla="*/ 93 h 135"/>
              <a:gd name="T54" fmla="*/ 109 w 124"/>
              <a:gd name="T55" fmla="*/ 135 h 135"/>
              <a:gd name="T56" fmla="*/ 0 w 124"/>
              <a:gd name="T57" fmla="*/ 135 h 135"/>
              <a:gd name="T58" fmla="*/ 0 w 124"/>
              <a:gd name="T59" fmla="*/ 128 h 135"/>
              <a:gd name="T60" fmla="*/ 8 w 124"/>
              <a:gd name="T61" fmla="*/ 127 h 135"/>
              <a:gd name="T62" fmla="*/ 15 w 124"/>
              <a:gd name="T63" fmla="*/ 120 h 135"/>
              <a:gd name="T64" fmla="*/ 16 w 124"/>
              <a:gd name="T65" fmla="*/ 113 h 135"/>
              <a:gd name="T66" fmla="*/ 16 w 124"/>
              <a:gd name="T67" fmla="*/ 21 h 135"/>
              <a:gd name="T68" fmla="*/ 16 w 124"/>
              <a:gd name="T69" fmla="*/ 16 h 135"/>
              <a:gd name="T70" fmla="*/ 8 w 124"/>
              <a:gd name="T71" fmla="*/ 9 h 135"/>
              <a:gd name="T72" fmla="*/ 4 w 124"/>
              <a:gd name="T73" fmla="*/ 8 h 135"/>
              <a:gd name="T74" fmla="*/ 0 w 124"/>
              <a:gd name="T75" fmla="*/ 8 h 135"/>
            </a:gdLst>
            <a:rect l="0" t="0" r="r" b="b"/>
            <a:pathLst>
              <a:path w="124" h="135">
                <a:moveTo>
                  <a:pt x="0" y="8"/>
                </a:moveTo>
                <a:cubicBezTo>
                  <a:pt x="0" y="5"/>
                  <a:pt x="0" y="3"/>
                  <a:pt x="0" y="1"/>
                </a:cubicBezTo>
                <a:cubicBezTo>
                  <a:pt x="3" y="0"/>
                  <a:pt x="98" y="0"/>
                  <a:pt x="105" y="1"/>
                </a:cubicBezTo>
                <a:cubicBezTo>
                  <a:pt x="109" y="12"/>
                  <a:pt x="113" y="24"/>
                  <a:pt x="117" y="35"/>
                </a:cubicBezTo>
                <a:cubicBezTo>
                  <a:pt x="115" y="37"/>
                  <a:pt x="112" y="38"/>
                  <a:pt x="110" y="39"/>
                </a:cubicBezTo>
                <a:cubicBezTo>
                  <a:pt x="109" y="36"/>
                  <a:pt x="108" y="35"/>
                  <a:pt x="107" y="33"/>
                </a:cubicBezTo>
                <a:cubicBezTo>
                  <a:pt x="101" y="20"/>
                  <a:pt x="92" y="13"/>
                  <a:pt x="78" y="11"/>
                </a:cubicBezTo>
                <a:cubicBezTo>
                  <a:pt x="63" y="10"/>
                  <a:pt x="48" y="11"/>
                  <a:pt x="34" y="11"/>
                </a:cubicBezTo>
                <a:cubicBezTo>
                  <a:pt x="33" y="15"/>
                  <a:pt x="33" y="55"/>
                  <a:pt x="34" y="61"/>
                </a:cubicBezTo>
                <a:cubicBezTo>
                  <a:pt x="41" y="61"/>
                  <a:pt x="48" y="61"/>
                  <a:pt x="55" y="60"/>
                </a:cubicBezTo>
                <a:cubicBezTo>
                  <a:pt x="64" y="59"/>
                  <a:pt x="68" y="54"/>
                  <a:pt x="69" y="45"/>
                </a:cubicBezTo>
                <a:cubicBezTo>
                  <a:pt x="70" y="42"/>
                  <a:pt x="70" y="39"/>
                  <a:pt x="70" y="36"/>
                </a:cubicBezTo>
                <a:cubicBezTo>
                  <a:pt x="73" y="36"/>
                  <a:pt x="75" y="36"/>
                  <a:pt x="78" y="36"/>
                </a:cubicBezTo>
                <a:cubicBezTo>
                  <a:pt x="78" y="56"/>
                  <a:pt x="78" y="75"/>
                  <a:pt x="78" y="95"/>
                </a:cubicBezTo>
                <a:cubicBezTo>
                  <a:pt x="77" y="95"/>
                  <a:pt x="76" y="95"/>
                  <a:pt x="74" y="95"/>
                </a:cubicBezTo>
                <a:cubicBezTo>
                  <a:pt x="73" y="95"/>
                  <a:pt x="72" y="95"/>
                  <a:pt x="70" y="95"/>
                </a:cubicBezTo>
                <a:cubicBezTo>
                  <a:pt x="70" y="93"/>
                  <a:pt x="70" y="90"/>
                  <a:pt x="70" y="88"/>
                </a:cubicBezTo>
                <a:cubicBezTo>
                  <a:pt x="69" y="86"/>
                  <a:pt x="69" y="83"/>
                  <a:pt x="68" y="81"/>
                </a:cubicBezTo>
                <a:cubicBezTo>
                  <a:pt x="67" y="75"/>
                  <a:pt x="64" y="72"/>
                  <a:pt x="58" y="71"/>
                </a:cubicBezTo>
                <a:cubicBezTo>
                  <a:pt x="50" y="69"/>
                  <a:pt x="42" y="70"/>
                  <a:pt x="34" y="70"/>
                </a:cubicBezTo>
                <a:cubicBezTo>
                  <a:pt x="33" y="72"/>
                  <a:pt x="33" y="73"/>
                  <a:pt x="33" y="74"/>
                </a:cubicBezTo>
                <a:cubicBezTo>
                  <a:pt x="33" y="88"/>
                  <a:pt x="33" y="102"/>
                  <a:pt x="33" y="115"/>
                </a:cubicBezTo>
                <a:cubicBezTo>
                  <a:pt x="33" y="124"/>
                  <a:pt x="34" y="125"/>
                  <a:pt x="43" y="125"/>
                </a:cubicBezTo>
                <a:cubicBezTo>
                  <a:pt x="52" y="125"/>
                  <a:pt x="60" y="125"/>
                  <a:pt x="69" y="125"/>
                </a:cubicBezTo>
                <a:cubicBezTo>
                  <a:pt x="89" y="125"/>
                  <a:pt x="104" y="115"/>
                  <a:pt x="112" y="97"/>
                </a:cubicBezTo>
                <a:cubicBezTo>
                  <a:pt x="113" y="95"/>
                  <a:pt x="114" y="93"/>
                  <a:pt x="115" y="90"/>
                </a:cubicBezTo>
                <a:cubicBezTo>
                  <a:pt x="118" y="91"/>
                  <a:pt x="121" y="92"/>
                  <a:pt x="124" y="93"/>
                </a:cubicBezTo>
                <a:cubicBezTo>
                  <a:pt x="119" y="108"/>
                  <a:pt x="114" y="121"/>
                  <a:pt x="109" y="135"/>
                </a:cubicBezTo>
                <a:cubicBezTo>
                  <a:pt x="73" y="135"/>
                  <a:pt x="3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6" y="128"/>
                  <a:pt x="8" y="127"/>
                </a:cubicBezTo>
                <a:cubicBezTo>
                  <a:pt x="13" y="126"/>
                  <a:pt x="15" y="125"/>
                  <a:pt x="15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20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7" y="9"/>
                  <a:pt x="6" y="8"/>
                  <a:pt x="4" y="8"/>
                </a:cubicBezTo>
                <a:cubicBezTo>
                  <a:pt x="3" y="8"/>
                  <a:pt x="2" y="8"/>
                  <a:pt x="0" y="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4" name="Freeform 21">
            <a:extLst xmlns:a="http://schemas.openxmlformats.org/drawingml/2006/main">
              <a:ext uri="{FF2B5EF4-FFF2-40B4-BE49-F238E27FC236}">
                <a16:creationId xmlns:a16="http://schemas.microsoft.com/office/drawing/2014/main" id="{57A3B67E-EC20-4624-8194-C63200B7E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5152" y="689187"/>
            <a:ext cx="62726" cy="67859"/>
          </a:xfrm>
          <a:custGeom xmlns:a="http://schemas.openxmlformats.org/drawingml/2006/main">
            <a:gdLst>
              <a:gd name="T0" fmla="*/ 33 w 123"/>
              <a:gd name="T1" fmla="*/ 60 h 134"/>
              <a:gd name="T2" fmla="*/ 55 w 123"/>
              <a:gd name="T3" fmla="*/ 59 h 134"/>
              <a:gd name="T4" fmla="*/ 68 w 123"/>
              <a:gd name="T5" fmla="*/ 45 h 134"/>
              <a:gd name="T6" fmla="*/ 70 w 123"/>
              <a:gd name="T7" fmla="*/ 35 h 134"/>
              <a:gd name="T8" fmla="*/ 77 w 123"/>
              <a:gd name="T9" fmla="*/ 35 h 134"/>
              <a:gd name="T10" fmla="*/ 77 w 123"/>
              <a:gd name="T11" fmla="*/ 94 h 134"/>
              <a:gd name="T12" fmla="*/ 75 w 123"/>
              <a:gd name="T13" fmla="*/ 94 h 134"/>
              <a:gd name="T14" fmla="*/ 70 w 123"/>
              <a:gd name="T15" fmla="*/ 94 h 134"/>
              <a:gd name="T16" fmla="*/ 69 w 123"/>
              <a:gd name="T17" fmla="*/ 83 h 134"/>
              <a:gd name="T18" fmla="*/ 54 w 123"/>
              <a:gd name="T19" fmla="*/ 69 h 134"/>
              <a:gd name="T20" fmla="*/ 33 w 123"/>
              <a:gd name="T21" fmla="*/ 69 h 134"/>
              <a:gd name="T22" fmla="*/ 33 w 123"/>
              <a:gd name="T23" fmla="*/ 73 h 134"/>
              <a:gd name="T24" fmla="*/ 33 w 123"/>
              <a:gd name="T25" fmla="*/ 114 h 134"/>
              <a:gd name="T26" fmla="*/ 43 w 123"/>
              <a:gd name="T27" fmla="*/ 124 h 134"/>
              <a:gd name="T28" fmla="*/ 68 w 123"/>
              <a:gd name="T29" fmla="*/ 124 h 134"/>
              <a:gd name="T30" fmla="*/ 112 w 123"/>
              <a:gd name="T31" fmla="*/ 96 h 134"/>
              <a:gd name="T32" fmla="*/ 115 w 123"/>
              <a:gd name="T33" fmla="*/ 90 h 134"/>
              <a:gd name="T34" fmla="*/ 115 w 123"/>
              <a:gd name="T35" fmla="*/ 90 h 134"/>
              <a:gd name="T36" fmla="*/ 123 w 123"/>
              <a:gd name="T37" fmla="*/ 92 h 134"/>
              <a:gd name="T38" fmla="*/ 109 w 123"/>
              <a:gd name="T39" fmla="*/ 134 h 134"/>
              <a:gd name="T40" fmla="*/ 0 w 123"/>
              <a:gd name="T41" fmla="*/ 134 h 134"/>
              <a:gd name="T42" fmla="*/ 0 w 123"/>
              <a:gd name="T43" fmla="*/ 127 h 134"/>
              <a:gd name="T44" fmla="*/ 8 w 123"/>
              <a:gd name="T45" fmla="*/ 126 h 134"/>
              <a:gd name="T46" fmla="*/ 15 w 123"/>
              <a:gd name="T47" fmla="*/ 120 h 134"/>
              <a:gd name="T48" fmla="*/ 16 w 123"/>
              <a:gd name="T49" fmla="*/ 113 h 134"/>
              <a:gd name="T50" fmla="*/ 16 w 123"/>
              <a:gd name="T51" fmla="*/ 20 h 134"/>
              <a:gd name="T52" fmla="*/ 5 w 123"/>
              <a:gd name="T53" fmla="*/ 7 h 134"/>
              <a:gd name="T54" fmla="*/ 0 w 123"/>
              <a:gd name="T55" fmla="*/ 7 h 134"/>
              <a:gd name="T56" fmla="*/ 0 w 123"/>
              <a:gd name="T57" fmla="*/ 0 h 134"/>
              <a:gd name="T58" fmla="*/ 105 w 123"/>
              <a:gd name="T59" fmla="*/ 0 h 134"/>
              <a:gd name="T60" fmla="*/ 117 w 123"/>
              <a:gd name="T61" fmla="*/ 35 h 134"/>
              <a:gd name="T62" fmla="*/ 109 w 123"/>
              <a:gd name="T63" fmla="*/ 38 h 134"/>
              <a:gd name="T64" fmla="*/ 107 w 123"/>
              <a:gd name="T65" fmla="*/ 34 h 134"/>
              <a:gd name="T66" fmla="*/ 105 w 123"/>
              <a:gd name="T67" fmla="*/ 29 h 134"/>
              <a:gd name="T68" fmla="*/ 78 w 123"/>
              <a:gd name="T69" fmla="*/ 11 h 134"/>
              <a:gd name="T70" fmla="*/ 42 w 123"/>
              <a:gd name="T71" fmla="*/ 10 h 134"/>
              <a:gd name="T72" fmla="*/ 33 w 123"/>
              <a:gd name="T73" fmla="*/ 10 h 134"/>
              <a:gd name="T74" fmla="*/ 33 w 123"/>
              <a:gd name="T75" fmla="*/ 60 h 134"/>
            </a:gdLst>
            <a:rect l="0" t="0" r="r" b="b"/>
            <a:pathLst>
              <a:path w="123" h="134">
                <a:moveTo>
                  <a:pt x="33" y="60"/>
                </a:moveTo>
                <a:cubicBezTo>
                  <a:pt x="41" y="60"/>
                  <a:pt x="48" y="61"/>
                  <a:pt x="55" y="59"/>
                </a:cubicBezTo>
                <a:cubicBezTo>
                  <a:pt x="63" y="57"/>
                  <a:pt x="67" y="53"/>
                  <a:pt x="68" y="45"/>
                </a:cubicBezTo>
                <a:cubicBezTo>
                  <a:pt x="69" y="42"/>
                  <a:pt x="69" y="39"/>
                  <a:pt x="70" y="35"/>
                </a:cubicBezTo>
                <a:cubicBezTo>
                  <a:pt x="72" y="35"/>
                  <a:pt x="75" y="35"/>
                  <a:pt x="77" y="35"/>
                </a:cubicBezTo>
                <a:cubicBezTo>
                  <a:pt x="77" y="55"/>
                  <a:pt x="77" y="74"/>
                  <a:pt x="77" y="94"/>
                </a:cubicBezTo>
                <a:cubicBezTo>
                  <a:pt x="76" y="94"/>
                  <a:pt x="75" y="94"/>
                  <a:pt x="75" y="94"/>
                </a:cubicBezTo>
                <a:cubicBezTo>
                  <a:pt x="73" y="94"/>
                  <a:pt x="71" y="94"/>
                  <a:pt x="70" y="94"/>
                </a:cubicBezTo>
                <a:cubicBezTo>
                  <a:pt x="69" y="90"/>
                  <a:pt x="69" y="86"/>
                  <a:pt x="69" y="83"/>
                </a:cubicBezTo>
                <a:cubicBezTo>
                  <a:pt x="67" y="74"/>
                  <a:pt x="63" y="70"/>
                  <a:pt x="54" y="69"/>
                </a:cubicBezTo>
                <a:cubicBezTo>
                  <a:pt x="47" y="69"/>
                  <a:pt x="40" y="69"/>
                  <a:pt x="33" y="69"/>
                </a:cubicBezTo>
                <a:cubicBezTo>
                  <a:pt x="33" y="71"/>
                  <a:pt x="33" y="72"/>
                  <a:pt x="33" y="73"/>
                </a:cubicBezTo>
                <a:cubicBezTo>
                  <a:pt x="33" y="87"/>
                  <a:pt x="33" y="101"/>
                  <a:pt x="33" y="114"/>
                </a:cubicBezTo>
                <a:cubicBezTo>
                  <a:pt x="33" y="123"/>
                  <a:pt x="34" y="124"/>
                  <a:pt x="43" y="124"/>
                </a:cubicBezTo>
                <a:cubicBezTo>
                  <a:pt x="51" y="124"/>
                  <a:pt x="60" y="124"/>
                  <a:pt x="68" y="124"/>
                </a:cubicBezTo>
                <a:cubicBezTo>
                  <a:pt x="89" y="124"/>
                  <a:pt x="103" y="114"/>
                  <a:pt x="112" y="96"/>
                </a:cubicBezTo>
                <a:cubicBezTo>
                  <a:pt x="113" y="94"/>
                  <a:pt x="114" y="92"/>
                  <a:pt x="115" y="90"/>
                </a:cubicBezTo>
                <a:cubicBezTo>
                  <a:pt x="115" y="90"/>
                  <a:pt x="115" y="90"/>
                  <a:pt x="115" y="90"/>
                </a:cubicBezTo>
                <a:cubicBezTo>
                  <a:pt x="118" y="90"/>
                  <a:pt x="120" y="91"/>
                  <a:pt x="123" y="92"/>
                </a:cubicBezTo>
                <a:cubicBezTo>
                  <a:pt x="118" y="107"/>
                  <a:pt x="113" y="120"/>
                  <a:pt x="109" y="134"/>
                </a:cubicBezTo>
                <a:cubicBezTo>
                  <a:pt x="72" y="134"/>
                  <a:pt x="3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6"/>
                  <a:pt x="8" y="126"/>
                </a:cubicBezTo>
                <a:cubicBezTo>
                  <a:pt x="12" y="126"/>
                  <a:pt x="14" y="124"/>
                  <a:pt x="15" y="120"/>
                </a:cubicBezTo>
                <a:cubicBezTo>
                  <a:pt x="15" y="118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0"/>
                  <a:pt x="14" y="8"/>
                  <a:pt x="5" y="7"/>
                </a:cubicBezTo>
                <a:cubicBezTo>
                  <a:pt x="3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34" y="0"/>
                  <a:pt x="69" y="0"/>
                  <a:pt x="105" y="0"/>
                </a:cubicBezTo>
                <a:cubicBezTo>
                  <a:pt x="109" y="11"/>
                  <a:pt x="112" y="22"/>
                  <a:pt x="117" y="35"/>
                </a:cubicBezTo>
                <a:cubicBezTo>
                  <a:pt x="114" y="36"/>
                  <a:pt x="112" y="37"/>
                  <a:pt x="109" y="38"/>
                </a:cubicBezTo>
                <a:cubicBezTo>
                  <a:pt x="108" y="36"/>
                  <a:pt x="108" y="35"/>
                  <a:pt x="107" y="34"/>
                </a:cubicBezTo>
                <a:cubicBezTo>
                  <a:pt x="107" y="32"/>
                  <a:pt x="106" y="31"/>
                  <a:pt x="105" y="29"/>
                </a:cubicBezTo>
                <a:cubicBezTo>
                  <a:pt x="100" y="18"/>
                  <a:pt x="90" y="11"/>
                  <a:pt x="78" y="11"/>
                </a:cubicBezTo>
                <a:cubicBezTo>
                  <a:pt x="66" y="10"/>
                  <a:pt x="54" y="10"/>
                  <a:pt x="42" y="10"/>
                </a:cubicBezTo>
                <a:cubicBezTo>
                  <a:pt x="39" y="10"/>
                  <a:pt x="36" y="10"/>
                  <a:pt x="33" y="10"/>
                </a:cubicBezTo>
                <a:cubicBezTo>
                  <a:pt x="33" y="26"/>
                  <a:pt x="33" y="43"/>
                  <a:pt x="33" y="6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5" name="Freeform 22">
            <a:extLst xmlns:a="http://schemas.openxmlformats.org/drawingml/2006/main">
              <a:ext uri="{FF2B5EF4-FFF2-40B4-BE49-F238E27FC236}">
                <a16:creationId xmlns:a16="http://schemas.microsoft.com/office/drawing/2014/main" id="{F037BD20-096F-4033-B8F0-78D21D669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3944" y="689187"/>
            <a:ext cx="63867" cy="67859"/>
          </a:xfrm>
          <a:custGeom xmlns:a="http://schemas.openxmlformats.org/drawingml/2006/main">
            <a:gdLst>
              <a:gd name="T0" fmla="*/ 43 w 126"/>
              <a:gd name="T1" fmla="*/ 134 h 134"/>
              <a:gd name="T2" fmla="*/ 0 w 126"/>
              <a:gd name="T3" fmla="*/ 134 h 134"/>
              <a:gd name="T4" fmla="*/ 0 w 126"/>
              <a:gd name="T5" fmla="*/ 127 h 134"/>
              <a:gd name="T6" fmla="*/ 7 w 126"/>
              <a:gd name="T7" fmla="*/ 126 h 134"/>
              <a:gd name="T8" fmla="*/ 16 w 126"/>
              <a:gd name="T9" fmla="*/ 118 h 134"/>
              <a:gd name="T10" fmla="*/ 16 w 126"/>
              <a:gd name="T11" fmla="*/ 110 h 134"/>
              <a:gd name="T12" fmla="*/ 16 w 126"/>
              <a:gd name="T13" fmla="*/ 18 h 134"/>
              <a:gd name="T14" fmla="*/ 5 w 126"/>
              <a:gd name="T15" fmla="*/ 7 h 134"/>
              <a:gd name="T16" fmla="*/ 0 w 126"/>
              <a:gd name="T17" fmla="*/ 7 h 134"/>
              <a:gd name="T18" fmla="*/ 0 w 126"/>
              <a:gd name="T19" fmla="*/ 0 h 134"/>
              <a:gd name="T20" fmla="*/ 40 w 126"/>
              <a:gd name="T21" fmla="*/ 0 h 134"/>
              <a:gd name="T22" fmla="*/ 98 w 126"/>
              <a:gd name="T23" fmla="*/ 100 h 134"/>
              <a:gd name="T24" fmla="*/ 99 w 126"/>
              <a:gd name="T25" fmla="*/ 96 h 134"/>
              <a:gd name="T26" fmla="*/ 99 w 126"/>
              <a:gd name="T27" fmla="*/ 24 h 134"/>
              <a:gd name="T28" fmla="*/ 98 w 126"/>
              <a:gd name="T29" fmla="*/ 17 h 134"/>
              <a:gd name="T30" fmla="*/ 89 w 126"/>
              <a:gd name="T31" fmla="*/ 7 h 134"/>
              <a:gd name="T32" fmla="*/ 83 w 126"/>
              <a:gd name="T33" fmla="*/ 7 h 134"/>
              <a:gd name="T34" fmla="*/ 83 w 126"/>
              <a:gd name="T35" fmla="*/ 4 h 134"/>
              <a:gd name="T36" fmla="*/ 83 w 126"/>
              <a:gd name="T37" fmla="*/ 0 h 134"/>
              <a:gd name="T38" fmla="*/ 125 w 126"/>
              <a:gd name="T39" fmla="*/ 0 h 134"/>
              <a:gd name="T40" fmla="*/ 126 w 126"/>
              <a:gd name="T41" fmla="*/ 3 h 134"/>
              <a:gd name="T42" fmla="*/ 126 w 126"/>
              <a:gd name="T43" fmla="*/ 7 h 134"/>
              <a:gd name="T44" fmla="*/ 120 w 126"/>
              <a:gd name="T45" fmla="*/ 7 h 134"/>
              <a:gd name="T46" fmla="*/ 110 w 126"/>
              <a:gd name="T47" fmla="*/ 16 h 134"/>
              <a:gd name="T48" fmla="*/ 110 w 126"/>
              <a:gd name="T49" fmla="*/ 26 h 134"/>
              <a:gd name="T50" fmla="*/ 110 w 126"/>
              <a:gd name="T51" fmla="*/ 128 h 134"/>
              <a:gd name="T52" fmla="*/ 110 w 126"/>
              <a:gd name="T53" fmla="*/ 134 h 134"/>
              <a:gd name="T54" fmla="*/ 98 w 126"/>
              <a:gd name="T55" fmla="*/ 134 h 134"/>
              <a:gd name="T56" fmla="*/ 28 w 126"/>
              <a:gd name="T57" fmla="*/ 14 h 134"/>
              <a:gd name="T58" fmla="*/ 28 w 126"/>
              <a:gd name="T59" fmla="*/ 14 h 134"/>
              <a:gd name="T60" fmla="*/ 27 w 126"/>
              <a:gd name="T61" fmla="*/ 17 h 134"/>
              <a:gd name="T62" fmla="*/ 27 w 126"/>
              <a:gd name="T63" fmla="*/ 110 h 134"/>
              <a:gd name="T64" fmla="*/ 28 w 126"/>
              <a:gd name="T65" fmla="*/ 118 h 134"/>
              <a:gd name="T66" fmla="*/ 36 w 126"/>
              <a:gd name="T67" fmla="*/ 126 h 134"/>
              <a:gd name="T68" fmla="*/ 43 w 126"/>
              <a:gd name="T69" fmla="*/ 127 h 134"/>
              <a:gd name="T70" fmla="*/ 43 w 126"/>
              <a:gd name="T71" fmla="*/ 134 h 134"/>
            </a:gdLst>
            <a:rect l="0" t="0" r="r" b="b"/>
            <a:pathLst>
              <a:path w="126" h="134">
                <a:moveTo>
                  <a:pt x="43" y="134"/>
                </a:moveTo>
                <a:cubicBezTo>
                  <a:pt x="29" y="134"/>
                  <a:pt x="14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7"/>
                  <a:pt x="7" y="126"/>
                </a:cubicBezTo>
                <a:cubicBezTo>
                  <a:pt x="13" y="125"/>
                  <a:pt x="15" y="123"/>
                  <a:pt x="16" y="118"/>
                </a:cubicBezTo>
                <a:cubicBezTo>
                  <a:pt x="16" y="115"/>
                  <a:pt x="16" y="113"/>
                  <a:pt x="16" y="110"/>
                </a:cubicBezTo>
                <a:cubicBezTo>
                  <a:pt x="16" y="80"/>
                  <a:pt x="16" y="49"/>
                  <a:pt x="16" y="18"/>
                </a:cubicBezTo>
                <a:cubicBezTo>
                  <a:pt x="16" y="9"/>
                  <a:pt x="14" y="8"/>
                  <a:pt x="5" y="7"/>
                </a:cubicBezTo>
                <a:cubicBezTo>
                  <a:pt x="4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3" y="0"/>
                  <a:pt x="26" y="0"/>
                  <a:pt x="40" y="0"/>
                </a:cubicBezTo>
                <a:cubicBezTo>
                  <a:pt x="59" y="33"/>
                  <a:pt x="78" y="66"/>
                  <a:pt x="98" y="100"/>
                </a:cubicBezTo>
                <a:cubicBezTo>
                  <a:pt x="98" y="98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2"/>
                  <a:pt x="99" y="19"/>
                  <a:pt x="98" y="17"/>
                </a:cubicBezTo>
                <a:cubicBezTo>
                  <a:pt x="97" y="11"/>
                  <a:pt x="95" y="8"/>
                  <a:pt x="89" y="7"/>
                </a:cubicBezTo>
                <a:cubicBezTo>
                  <a:pt x="87" y="7"/>
                  <a:pt x="85" y="7"/>
                  <a:pt x="83" y="7"/>
                </a:cubicBezTo>
                <a:cubicBezTo>
                  <a:pt x="83" y="6"/>
                  <a:pt x="83" y="5"/>
                  <a:pt x="83" y="4"/>
                </a:cubicBezTo>
                <a:cubicBezTo>
                  <a:pt x="83" y="2"/>
                  <a:pt x="83" y="1"/>
                  <a:pt x="83" y="0"/>
                </a:cubicBezTo>
                <a:cubicBezTo>
                  <a:pt x="97" y="0"/>
                  <a:pt x="111" y="0"/>
                  <a:pt x="125" y="0"/>
                </a:cubicBezTo>
                <a:cubicBezTo>
                  <a:pt x="125" y="1"/>
                  <a:pt x="126" y="2"/>
                  <a:pt x="126" y="3"/>
                </a:cubicBezTo>
                <a:cubicBezTo>
                  <a:pt x="126" y="4"/>
                  <a:pt x="126" y="5"/>
                  <a:pt x="126" y="7"/>
                </a:cubicBezTo>
                <a:cubicBezTo>
                  <a:pt x="124" y="7"/>
                  <a:pt x="122" y="7"/>
                  <a:pt x="120" y="7"/>
                </a:cubicBezTo>
                <a:cubicBezTo>
                  <a:pt x="114" y="8"/>
                  <a:pt x="111" y="11"/>
                  <a:pt x="110" y="16"/>
                </a:cubicBezTo>
                <a:cubicBezTo>
                  <a:pt x="110" y="20"/>
                  <a:pt x="110" y="23"/>
                  <a:pt x="110" y="26"/>
                </a:cubicBezTo>
                <a:cubicBezTo>
                  <a:pt x="110" y="60"/>
                  <a:pt x="110" y="94"/>
                  <a:pt x="110" y="128"/>
                </a:cubicBezTo>
                <a:cubicBezTo>
                  <a:pt x="110" y="130"/>
                  <a:pt x="110" y="132"/>
                  <a:pt x="110" y="134"/>
                </a:cubicBezTo>
                <a:cubicBezTo>
                  <a:pt x="106" y="134"/>
                  <a:pt x="102" y="134"/>
                  <a:pt x="98" y="134"/>
                </a:cubicBezTo>
                <a:cubicBezTo>
                  <a:pt x="75" y="94"/>
                  <a:pt x="52" y="54"/>
                  <a:pt x="28" y="14"/>
                </a:cubicBezTo>
                <a:cubicBezTo>
                  <a:pt x="28" y="14"/>
                  <a:pt x="28" y="14"/>
                  <a:pt x="28" y="14"/>
                </a:cubicBezTo>
                <a:cubicBezTo>
                  <a:pt x="27" y="15"/>
                  <a:pt x="27" y="16"/>
                  <a:pt x="27" y="17"/>
                </a:cubicBezTo>
                <a:cubicBezTo>
                  <a:pt x="27" y="48"/>
                  <a:pt x="27" y="79"/>
                  <a:pt x="27" y="110"/>
                </a:cubicBezTo>
                <a:cubicBezTo>
                  <a:pt x="27" y="113"/>
                  <a:pt x="27" y="116"/>
                  <a:pt x="28" y="118"/>
                </a:cubicBezTo>
                <a:cubicBezTo>
                  <a:pt x="29" y="123"/>
                  <a:pt x="31" y="125"/>
                  <a:pt x="36" y="126"/>
                </a:cubicBezTo>
                <a:cubicBezTo>
                  <a:pt x="38" y="126"/>
                  <a:pt x="41" y="127"/>
                  <a:pt x="43" y="127"/>
                </a:cubicBezTo>
                <a:cubicBezTo>
                  <a:pt x="43" y="129"/>
                  <a:pt x="43" y="132"/>
                  <a:pt x="43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6" name="Freeform 23">
            <a:extLst xmlns:a="http://schemas.openxmlformats.org/drawingml/2006/main">
              <a:ext uri="{FF2B5EF4-FFF2-40B4-BE49-F238E27FC236}">
                <a16:creationId xmlns:a16="http://schemas.microsoft.com/office/drawing/2014/main" id="{1E0411AF-25AF-4959-B8D2-ADA544910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2943" y="686906"/>
            <a:ext cx="70710" cy="72991"/>
          </a:xfrm>
          <a:custGeom xmlns:a="http://schemas.openxmlformats.org/drawingml/2006/main">
            <a:gdLst>
              <a:gd name="T0" fmla="*/ 87 w 139"/>
              <a:gd name="T1" fmla="*/ 79 h 144"/>
              <a:gd name="T2" fmla="*/ 87 w 139"/>
              <a:gd name="T3" fmla="*/ 71 h 144"/>
              <a:gd name="T4" fmla="*/ 139 w 139"/>
              <a:gd name="T5" fmla="*/ 71 h 144"/>
              <a:gd name="T6" fmla="*/ 139 w 139"/>
              <a:gd name="T7" fmla="*/ 79 h 144"/>
              <a:gd name="T8" fmla="*/ 133 w 139"/>
              <a:gd name="T9" fmla="*/ 79 h 144"/>
              <a:gd name="T10" fmla="*/ 124 w 139"/>
              <a:gd name="T11" fmla="*/ 88 h 144"/>
              <a:gd name="T12" fmla="*/ 124 w 139"/>
              <a:gd name="T13" fmla="*/ 95 h 144"/>
              <a:gd name="T14" fmla="*/ 124 w 139"/>
              <a:gd name="T15" fmla="*/ 134 h 144"/>
              <a:gd name="T16" fmla="*/ 124 w 139"/>
              <a:gd name="T17" fmla="*/ 139 h 144"/>
              <a:gd name="T18" fmla="*/ 115 w 139"/>
              <a:gd name="T19" fmla="*/ 139 h 144"/>
              <a:gd name="T20" fmla="*/ 110 w 139"/>
              <a:gd name="T21" fmla="*/ 128 h 144"/>
              <a:gd name="T22" fmla="*/ 105 w 139"/>
              <a:gd name="T23" fmla="*/ 131 h 144"/>
              <a:gd name="T24" fmla="*/ 56 w 139"/>
              <a:gd name="T25" fmla="*/ 141 h 144"/>
              <a:gd name="T26" fmla="*/ 10 w 139"/>
              <a:gd name="T27" fmla="*/ 103 h 144"/>
              <a:gd name="T28" fmla="*/ 15 w 139"/>
              <a:gd name="T29" fmla="*/ 33 h 144"/>
              <a:gd name="T30" fmla="*/ 56 w 139"/>
              <a:gd name="T31" fmla="*/ 3 h 144"/>
              <a:gd name="T32" fmla="*/ 99 w 139"/>
              <a:gd name="T33" fmla="*/ 11 h 144"/>
              <a:gd name="T34" fmla="*/ 102 w 139"/>
              <a:gd name="T35" fmla="*/ 13 h 144"/>
              <a:gd name="T36" fmla="*/ 105 w 139"/>
              <a:gd name="T37" fmla="*/ 5 h 144"/>
              <a:gd name="T38" fmla="*/ 112 w 139"/>
              <a:gd name="T39" fmla="*/ 5 h 144"/>
              <a:gd name="T40" fmla="*/ 122 w 139"/>
              <a:gd name="T41" fmla="*/ 46 h 144"/>
              <a:gd name="T42" fmla="*/ 114 w 139"/>
              <a:gd name="T43" fmla="*/ 49 h 144"/>
              <a:gd name="T44" fmla="*/ 112 w 139"/>
              <a:gd name="T45" fmla="*/ 44 h 144"/>
              <a:gd name="T46" fmla="*/ 100 w 139"/>
              <a:gd name="T47" fmla="*/ 25 h 144"/>
              <a:gd name="T48" fmla="*/ 42 w 139"/>
              <a:gd name="T49" fmla="*/ 23 h 144"/>
              <a:gd name="T50" fmla="*/ 24 w 139"/>
              <a:gd name="T51" fmla="*/ 62 h 144"/>
              <a:gd name="T52" fmla="*/ 34 w 139"/>
              <a:gd name="T53" fmla="*/ 109 h 144"/>
              <a:gd name="T54" fmla="*/ 77 w 139"/>
              <a:gd name="T55" fmla="*/ 131 h 144"/>
              <a:gd name="T56" fmla="*/ 101 w 139"/>
              <a:gd name="T57" fmla="*/ 120 h 144"/>
              <a:gd name="T58" fmla="*/ 106 w 139"/>
              <a:gd name="T59" fmla="*/ 109 h 144"/>
              <a:gd name="T60" fmla="*/ 106 w 139"/>
              <a:gd name="T61" fmla="*/ 90 h 144"/>
              <a:gd name="T62" fmla="*/ 96 w 139"/>
              <a:gd name="T63" fmla="*/ 79 h 144"/>
              <a:gd name="T64" fmla="*/ 87 w 139"/>
              <a:gd name="T65" fmla="*/ 79 h 144"/>
            </a:gdLst>
            <a:rect l="0" t="0" r="r" b="b"/>
            <a:pathLst>
              <a:path w="139" h="144">
                <a:moveTo>
                  <a:pt x="87" y="79"/>
                </a:moveTo>
                <a:cubicBezTo>
                  <a:pt x="87" y="76"/>
                  <a:pt x="87" y="74"/>
                  <a:pt x="87" y="71"/>
                </a:cubicBezTo>
                <a:cubicBezTo>
                  <a:pt x="105" y="71"/>
                  <a:pt x="122" y="71"/>
                  <a:pt x="139" y="71"/>
                </a:cubicBezTo>
                <a:cubicBezTo>
                  <a:pt x="139" y="74"/>
                  <a:pt x="139" y="76"/>
                  <a:pt x="139" y="79"/>
                </a:cubicBezTo>
                <a:cubicBezTo>
                  <a:pt x="137" y="79"/>
                  <a:pt x="135" y="79"/>
                  <a:pt x="133" y="79"/>
                </a:cubicBezTo>
                <a:cubicBezTo>
                  <a:pt x="127" y="79"/>
                  <a:pt x="125" y="81"/>
                  <a:pt x="124" y="88"/>
                </a:cubicBezTo>
                <a:cubicBezTo>
                  <a:pt x="124" y="90"/>
                  <a:pt x="124" y="93"/>
                  <a:pt x="124" y="95"/>
                </a:cubicBezTo>
                <a:cubicBezTo>
                  <a:pt x="124" y="108"/>
                  <a:pt x="124" y="121"/>
                  <a:pt x="124" y="134"/>
                </a:cubicBezTo>
                <a:cubicBezTo>
                  <a:pt x="124" y="135"/>
                  <a:pt x="124" y="137"/>
                  <a:pt x="124" y="139"/>
                </a:cubicBezTo>
                <a:cubicBezTo>
                  <a:pt x="121" y="139"/>
                  <a:pt x="118" y="139"/>
                  <a:pt x="115" y="139"/>
                </a:cubicBezTo>
                <a:cubicBezTo>
                  <a:pt x="113" y="136"/>
                  <a:pt x="112" y="132"/>
                  <a:pt x="110" y="128"/>
                </a:cubicBezTo>
                <a:cubicBezTo>
                  <a:pt x="108" y="129"/>
                  <a:pt x="107" y="130"/>
                  <a:pt x="105" y="131"/>
                </a:cubicBezTo>
                <a:cubicBezTo>
                  <a:pt x="90" y="140"/>
                  <a:pt x="74" y="144"/>
                  <a:pt x="56" y="141"/>
                </a:cubicBezTo>
                <a:cubicBezTo>
                  <a:pt x="34" y="137"/>
                  <a:pt x="18" y="124"/>
                  <a:pt x="10" y="103"/>
                </a:cubicBezTo>
                <a:cubicBezTo>
                  <a:pt x="0" y="79"/>
                  <a:pt x="1" y="55"/>
                  <a:pt x="15" y="33"/>
                </a:cubicBezTo>
                <a:cubicBezTo>
                  <a:pt x="24" y="17"/>
                  <a:pt x="38" y="6"/>
                  <a:pt x="56" y="3"/>
                </a:cubicBezTo>
                <a:cubicBezTo>
                  <a:pt x="71" y="0"/>
                  <a:pt x="86" y="2"/>
                  <a:pt x="99" y="11"/>
                </a:cubicBezTo>
                <a:cubicBezTo>
                  <a:pt x="100" y="12"/>
                  <a:pt x="101" y="12"/>
                  <a:pt x="102" y="13"/>
                </a:cubicBezTo>
                <a:cubicBezTo>
                  <a:pt x="103" y="10"/>
                  <a:pt x="104" y="7"/>
                  <a:pt x="105" y="5"/>
                </a:cubicBezTo>
                <a:cubicBezTo>
                  <a:pt x="107" y="5"/>
                  <a:pt x="109" y="5"/>
                  <a:pt x="112" y="5"/>
                </a:cubicBezTo>
                <a:cubicBezTo>
                  <a:pt x="115" y="18"/>
                  <a:pt x="119" y="32"/>
                  <a:pt x="122" y="46"/>
                </a:cubicBezTo>
                <a:cubicBezTo>
                  <a:pt x="120" y="47"/>
                  <a:pt x="117" y="48"/>
                  <a:pt x="114" y="49"/>
                </a:cubicBezTo>
                <a:cubicBezTo>
                  <a:pt x="114" y="47"/>
                  <a:pt x="113" y="45"/>
                  <a:pt x="112" y="44"/>
                </a:cubicBezTo>
                <a:cubicBezTo>
                  <a:pt x="109" y="37"/>
                  <a:pt x="105" y="30"/>
                  <a:pt x="100" y="25"/>
                </a:cubicBezTo>
                <a:cubicBezTo>
                  <a:pt x="84" y="8"/>
                  <a:pt x="59" y="7"/>
                  <a:pt x="42" y="23"/>
                </a:cubicBezTo>
                <a:cubicBezTo>
                  <a:pt x="31" y="34"/>
                  <a:pt x="25" y="47"/>
                  <a:pt x="24" y="62"/>
                </a:cubicBezTo>
                <a:cubicBezTo>
                  <a:pt x="22" y="79"/>
                  <a:pt x="25" y="95"/>
                  <a:pt x="34" y="109"/>
                </a:cubicBezTo>
                <a:cubicBezTo>
                  <a:pt x="44" y="125"/>
                  <a:pt x="59" y="132"/>
                  <a:pt x="77" y="131"/>
                </a:cubicBezTo>
                <a:cubicBezTo>
                  <a:pt x="86" y="130"/>
                  <a:pt x="94" y="127"/>
                  <a:pt x="101" y="120"/>
                </a:cubicBezTo>
                <a:cubicBezTo>
                  <a:pt x="104" y="117"/>
                  <a:pt x="106" y="114"/>
                  <a:pt x="106" y="109"/>
                </a:cubicBezTo>
                <a:cubicBezTo>
                  <a:pt x="106" y="103"/>
                  <a:pt x="107" y="96"/>
                  <a:pt x="106" y="90"/>
                </a:cubicBezTo>
                <a:cubicBezTo>
                  <a:pt x="106" y="82"/>
                  <a:pt x="104" y="81"/>
                  <a:pt x="96" y="79"/>
                </a:cubicBezTo>
                <a:cubicBezTo>
                  <a:pt x="94" y="79"/>
                  <a:pt x="91" y="79"/>
                  <a:pt x="87" y="79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7" name="Freeform 25">
            <a:extLst xmlns:a="http://schemas.openxmlformats.org/drawingml/2006/main">
              <a:ext uri="{FF2B5EF4-FFF2-40B4-BE49-F238E27FC236}">
                <a16:creationId xmlns:a16="http://schemas.microsoft.com/office/drawing/2014/main" id="{486EEF74-E57A-405C-B87D-E1D73F3C7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081" y="688046"/>
            <a:ext cx="57594" cy="70710"/>
          </a:xfrm>
          <a:custGeom xmlns:a="http://schemas.openxmlformats.org/drawingml/2006/main">
            <a:gdLst>
              <a:gd name="T0" fmla="*/ 103 w 113"/>
              <a:gd name="T1" fmla="*/ 44 h 140"/>
              <a:gd name="T2" fmla="*/ 95 w 113"/>
              <a:gd name="T3" fmla="*/ 46 h 140"/>
              <a:gd name="T4" fmla="*/ 92 w 113"/>
              <a:gd name="T5" fmla="*/ 41 h 140"/>
              <a:gd name="T6" fmla="*/ 72 w 113"/>
              <a:gd name="T7" fmla="*/ 18 h 140"/>
              <a:gd name="T8" fmla="*/ 38 w 113"/>
              <a:gd name="T9" fmla="*/ 12 h 140"/>
              <a:gd name="T10" fmla="*/ 25 w 113"/>
              <a:gd name="T11" fmla="*/ 19 h 140"/>
              <a:gd name="T12" fmla="*/ 26 w 113"/>
              <a:gd name="T13" fmla="*/ 44 h 140"/>
              <a:gd name="T14" fmla="*/ 42 w 113"/>
              <a:gd name="T15" fmla="*/ 53 h 140"/>
              <a:gd name="T16" fmla="*/ 70 w 113"/>
              <a:gd name="T17" fmla="*/ 62 h 140"/>
              <a:gd name="T18" fmla="*/ 90 w 113"/>
              <a:gd name="T19" fmla="*/ 70 h 140"/>
              <a:gd name="T20" fmla="*/ 97 w 113"/>
              <a:gd name="T21" fmla="*/ 125 h 140"/>
              <a:gd name="T22" fmla="*/ 56 w 113"/>
              <a:gd name="T23" fmla="*/ 140 h 140"/>
              <a:gd name="T24" fmla="*/ 25 w 113"/>
              <a:gd name="T25" fmla="*/ 128 h 140"/>
              <a:gd name="T26" fmla="*/ 21 w 113"/>
              <a:gd name="T27" fmla="*/ 125 h 140"/>
              <a:gd name="T28" fmla="*/ 16 w 113"/>
              <a:gd name="T29" fmla="*/ 137 h 140"/>
              <a:gd name="T30" fmla="*/ 10 w 113"/>
              <a:gd name="T31" fmla="*/ 137 h 140"/>
              <a:gd name="T32" fmla="*/ 1 w 113"/>
              <a:gd name="T33" fmla="*/ 89 h 140"/>
              <a:gd name="T34" fmla="*/ 10 w 113"/>
              <a:gd name="T35" fmla="*/ 87 h 140"/>
              <a:gd name="T36" fmla="*/ 13 w 113"/>
              <a:gd name="T37" fmla="*/ 95 h 140"/>
              <a:gd name="T38" fmla="*/ 36 w 113"/>
              <a:gd name="T39" fmla="*/ 122 h 140"/>
              <a:gd name="T40" fmla="*/ 69 w 113"/>
              <a:gd name="T41" fmla="*/ 128 h 140"/>
              <a:gd name="T42" fmla="*/ 85 w 113"/>
              <a:gd name="T43" fmla="*/ 119 h 140"/>
              <a:gd name="T44" fmla="*/ 81 w 113"/>
              <a:gd name="T45" fmla="*/ 86 h 140"/>
              <a:gd name="T46" fmla="*/ 63 w 113"/>
              <a:gd name="T47" fmla="*/ 79 h 140"/>
              <a:gd name="T48" fmla="*/ 38 w 113"/>
              <a:gd name="T49" fmla="*/ 71 h 140"/>
              <a:gd name="T50" fmla="*/ 19 w 113"/>
              <a:gd name="T51" fmla="*/ 62 h 140"/>
              <a:gd name="T52" fmla="*/ 15 w 113"/>
              <a:gd name="T53" fmla="*/ 13 h 140"/>
              <a:gd name="T54" fmla="*/ 51 w 113"/>
              <a:gd name="T55" fmla="*/ 0 h 140"/>
              <a:gd name="T56" fmla="*/ 81 w 113"/>
              <a:gd name="T57" fmla="*/ 10 h 140"/>
              <a:gd name="T58" fmla="*/ 82 w 113"/>
              <a:gd name="T59" fmla="*/ 11 h 140"/>
              <a:gd name="T60" fmla="*/ 83 w 113"/>
              <a:gd name="T61" fmla="*/ 11 h 140"/>
              <a:gd name="T62" fmla="*/ 87 w 113"/>
              <a:gd name="T63" fmla="*/ 2 h 140"/>
              <a:gd name="T64" fmla="*/ 93 w 113"/>
              <a:gd name="T65" fmla="*/ 2 h 140"/>
              <a:gd name="T66" fmla="*/ 103 w 113"/>
              <a:gd name="T67" fmla="*/ 44 h 140"/>
            </a:gdLst>
            <a:rect l="0" t="0" r="r" b="b"/>
            <a:pathLst>
              <a:path w="113" h="140">
                <a:moveTo>
                  <a:pt x="103" y="44"/>
                </a:moveTo>
                <a:cubicBezTo>
                  <a:pt x="100" y="45"/>
                  <a:pt x="98" y="45"/>
                  <a:pt x="95" y="46"/>
                </a:cubicBezTo>
                <a:cubicBezTo>
                  <a:pt x="94" y="44"/>
                  <a:pt x="93" y="43"/>
                  <a:pt x="92" y="41"/>
                </a:cubicBezTo>
                <a:cubicBezTo>
                  <a:pt x="87" y="32"/>
                  <a:pt x="81" y="24"/>
                  <a:pt x="72" y="18"/>
                </a:cubicBezTo>
                <a:cubicBezTo>
                  <a:pt x="61" y="11"/>
                  <a:pt x="50" y="9"/>
                  <a:pt x="38" y="12"/>
                </a:cubicBezTo>
                <a:cubicBezTo>
                  <a:pt x="33" y="13"/>
                  <a:pt x="28" y="16"/>
                  <a:pt x="25" y="19"/>
                </a:cubicBezTo>
                <a:cubicBezTo>
                  <a:pt x="18" y="27"/>
                  <a:pt x="19" y="38"/>
                  <a:pt x="26" y="44"/>
                </a:cubicBezTo>
                <a:cubicBezTo>
                  <a:pt x="31" y="49"/>
                  <a:pt x="36" y="51"/>
                  <a:pt x="42" y="53"/>
                </a:cubicBezTo>
                <a:cubicBezTo>
                  <a:pt x="51" y="56"/>
                  <a:pt x="61" y="59"/>
                  <a:pt x="70" y="62"/>
                </a:cubicBezTo>
                <a:cubicBezTo>
                  <a:pt x="77" y="64"/>
                  <a:pt x="84" y="67"/>
                  <a:pt x="90" y="70"/>
                </a:cubicBezTo>
                <a:cubicBezTo>
                  <a:pt x="113" y="83"/>
                  <a:pt x="112" y="111"/>
                  <a:pt x="97" y="125"/>
                </a:cubicBezTo>
                <a:cubicBezTo>
                  <a:pt x="85" y="137"/>
                  <a:pt x="71" y="140"/>
                  <a:pt x="56" y="140"/>
                </a:cubicBezTo>
                <a:cubicBezTo>
                  <a:pt x="44" y="139"/>
                  <a:pt x="34" y="135"/>
                  <a:pt x="25" y="128"/>
                </a:cubicBezTo>
                <a:cubicBezTo>
                  <a:pt x="24" y="127"/>
                  <a:pt x="23" y="126"/>
                  <a:pt x="21" y="125"/>
                </a:cubicBezTo>
                <a:cubicBezTo>
                  <a:pt x="19" y="129"/>
                  <a:pt x="18" y="133"/>
                  <a:pt x="16" y="137"/>
                </a:cubicBezTo>
                <a:cubicBezTo>
                  <a:pt x="14" y="137"/>
                  <a:pt x="12" y="137"/>
                  <a:pt x="10" y="137"/>
                </a:cubicBezTo>
                <a:cubicBezTo>
                  <a:pt x="7" y="121"/>
                  <a:pt x="4" y="105"/>
                  <a:pt x="1" y="89"/>
                </a:cubicBezTo>
                <a:cubicBezTo>
                  <a:pt x="4" y="88"/>
                  <a:pt x="7" y="88"/>
                  <a:pt x="10" y="87"/>
                </a:cubicBezTo>
                <a:cubicBezTo>
                  <a:pt x="11" y="90"/>
                  <a:pt x="12" y="93"/>
                  <a:pt x="13" y="95"/>
                </a:cubicBezTo>
                <a:cubicBezTo>
                  <a:pt x="18" y="106"/>
                  <a:pt x="26" y="116"/>
                  <a:pt x="36" y="122"/>
                </a:cubicBezTo>
                <a:cubicBezTo>
                  <a:pt x="46" y="129"/>
                  <a:pt x="57" y="131"/>
                  <a:pt x="69" y="128"/>
                </a:cubicBezTo>
                <a:cubicBezTo>
                  <a:pt x="75" y="127"/>
                  <a:pt x="80" y="123"/>
                  <a:pt x="85" y="119"/>
                </a:cubicBezTo>
                <a:cubicBezTo>
                  <a:pt x="94" y="110"/>
                  <a:pt x="94" y="93"/>
                  <a:pt x="81" y="86"/>
                </a:cubicBezTo>
                <a:cubicBezTo>
                  <a:pt x="75" y="83"/>
                  <a:pt x="69" y="81"/>
                  <a:pt x="63" y="79"/>
                </a:cubicBezTo>
                <a:cubicBezTo>
                  <a:pt x="55" y="76"/>
                  <a:pt x="46" y="74"/>
                  <a:pt x="38" y="71"/>
                </a:cubicBezTo>
                <a:cubicBezTo>
                  <a:pt x="31" y="69"/>
                  <a:pt x="25" y="66"/>
                  <a:pt x="19" y="62"/>
                </a:cubicBezTo>
                <a:cubicBezTo>
                  <a:pt x="1" y="51"/>
                  <a:pt x="0" y="27"/>
                  <a:pt x="15" y="13"/>
                </a:cubicBezTo>
                <a:cubicBezTo>
                  <a:pt x="25" y="3"/>
                  <a:pt x="37" y="0"/>
                  <a:pt x="51" y="0"/>
                </a:cubicBezTo>
                <a:cubicBezTo>
                  <a:pt x="62" y="0"/>
                  <a:pt x="72" y="3"/>
                  <a:pt x="81" y="10"/>
                </a:cubicBezTo>
                <a:cubicBezTo>
                  <a:pt x="81" y="10"/>
                  <a:pt x="81" y="11"/>
                  <a:pt x="82" y="11"/>
                </a:cubicBezTo>
                <a:cubicBezTo>
                  <a:pt x="82" y="11"/>
                  <a:pt x="82" y="11"/>
                  <a:pt x="83" y="11"/>
                </a:cubicBezTo>
                <a:cubicBezTo>
                  <a:pt x="84" y="8"/>
                  <a:pt x="85" y="5"/>
                  <a:pt x="87" y="2"/>
                </a:cubicBezTo>
                <a:cubicBezTo>
                  <a:pt x="89" y="2"/>
                  <a:pt x="91" y="2"/>
                  <a:pt x="93" y="2"/>
                </a:cubicBezTo>
                <a:cubicBezTo>
                  <a:pt x="96" y="16"/>
                  <a:pt x="100" y="30"/>
                  <a:pt x="103" y="4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8" name="Freeform 27">
            <a:extLst xmlns:a="http://schemas.openxmlformats.org/drawingml/2006/main">
              <a:ext uri="{FF2B5EF4-FFF2-40B4-BE49-F238E27FC236}">
                <a16:creationId xmlns:a16="http://schemas.microsoft.com/office/drawing/2014/main" id="{E2A769C8-17B3-4C34-831F-778B37DAD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5846" y="688617"/>
            <a:ext cx="57594" cy="68429"/>
          </a:xfrm>
          <a:custGeom xmlns:a="http://schemas.openxmlformats.org/drawingml/2006/main">
            <a:gdLst>
              <a:gd name="T0" fmla="*/ 33 w 113"/>
              <a:gd name="T1" fmla="*/ 78 h 135"/>
              <a:gd name="T2" fmla="*/ 33 w 113"/>
              <a:gd name="T3" fmla="*/ 82 h 135"/>
              <a:gd name="T4" fmla="*/ 33 w 113"/>
              <a:gd name="T5" fmla="*/ 114 h 135"/>
              <a:gd name="T6" fmla="*/ 33 w 113"/>
              <a:gd name="T7" fmla="*/ 118 h 135"/>
              <a:gd name="T8" fmla="*/ 43 w 113"/>
              <a:gd name="T9" fmla="*/ 128 h 135"/>
              <a:gd name="T10" fmla="*/ 49 w 113"/>
              <a:gd name="T11" fmla="*/ 128 h 135"/>
              <a:gd name="T12" fmla="*/ 49 w 113"/>
              <a:gd name="T13" fmla="*/ 135 h 135"/>
              <a:gd name="T14" fmla="*/ 0 w 113"/>
              <a:gd name="T15" fmla="*/ 135 h 135"/>
              <a:gd name="T16" fmla="*/ 0 w 113"/>
              <a:gd name="T17" fmla="*/ 128 h 135"/>
              <a:gd name="T18" fmla="*/ 8 w 113"/>
              <a:gd name="T19" fmla="*/ 127 h 135"/>
              <a:gd name="T20" fmla="*/ 15 w 113"/>
              <a:gd name="T21" fmla="*/ 120 h 135"/>
              <a:gd name="T22" fmla="*/ 15 w 113"/>
              <a:gd name="T23" fmla="*/ 114 h 135"/>
              <a:gd name="T24" fmla="*/ 15 w 113"/>
              <a:gd name="T25" fmla="*/ 21 h 135"/>
              <a:gd name="T26" fmla="*/ 15 w 113"/>
              <a:gd name="T27" fmla="*/ 14 h 135"/>
              <a:gd name="T28" fmla="*/ 9 w 113"/>
              <a:gd name="T29" fmla="*/ 9 h 135"/>
              <a:gd name="T30" fmla="*/ 0 w 113"/>
              <a:gd name="T31" fmla="*/ 8 h 135"/>
              <a:gd name="T32" fmla="*/ 0 w 113"/>
              <a:gd name="T33" fmla="*/ 1 h 135"/>
              <a:gd name="T34" fmla="*/ 4 w 113"/>
              <a:gd name="T35" fmla="*/ 0 h 135"/>
              <a:gd name="T36" fmla="*/ 56 w 113"/>
              <a:gd name="T37" fmla="*/ 0 h 135"/>
              <a:gd name="T38" fmla="*/ 73 w 113"/>
              <a:gd name="T39" fmla="*/ 1 h 135"/>
              <a:gd name="T40" fmla="*/ 106 w 113"/>
              <a:gd name="T41" fmla="*/ 50 h 135"/>
              <a:gd name="T42" fmla="*/ 78 w 113"/>
              <a:gd name="T43" fmla="*/ 76 h 135"/>
              <a:gd name="T44" fmla="*/ 55 w 113"/>
              <a:gd name="T45" fmla="*/ 78 h 135"/>
              <a:gd name="T46" fmla="*/ 33 w 113"/>
              <a:gd name="T47" fmla="*/ 78 h 135"/>
              <a:gd name="T48" fmla="*/ 33 w 113"/>
              <a:gd name="T49" fmla="*/ 68 h 135"/>
              <a:gd name="T50" fmla="*/ 67 w 113"/>
              <a:gd name="T51" fmla="*/ 67 h 135"/>
              <a:gd name="T52" fmla="*/ 85 w 113"/>
              <a:gd name="T53" fmla="*/ 52 h 135"/>
              <a:gd name="T54" fmla="*/ 87 w 113"/>
              <a:gd name="T55" fmla="*/ 29 h 135"/>
              <a:gd name="T56" fmla="*/ 66 w 113"/>
              <a:gd name="T57" fmla="*/ 11 h 135"/>
              <a:gd name="T58" fmla="*/ 34 w 113"/>
              <a:gd name="T59" fmla="*/ 11 h 135"/>
              <a:gd name="T60" fmla="*/ 33 w 113"/>
              <a:gd name="T61" fmla="*/ 11 h 135"/>
              <a:gd name="T62" fmla="*/ 33 w 113"/>
              <a:gd name="T63" fmla="*/ 68 h 135"/>
            </a:gdLst>
            <a:rect l="0" t="0" r="r" b="b"/>
            <a:pathLst>
              <a:path w="113" h="135">
                <a:moveTo>
                  <a:pt x="33" y="78"/>
                </a:moveTo>
                <a:cubicBezTo>
                  <a:pt x="33" y="80"/>
                  <a:pt x="33" y="81"/>
                  <a:pt x="33" y="82"/>
                </a:cubicBezTo>
                <a:cubicBezTo>
                  <a:pt x="33" y="93"/>
                  <a:pt x="33" y="103"/>
                  <a:pt x="33" y="114"/>
                </a:cubicBezTo>
                <a:cubicBezTo>
                  <a:pt x="33" y="115"/>
                  <a:pt x="33" y="117"/>
                  <a:pt x="33" y="118"/>
                </a:cubicBezTo>
                <a:cubicBezTo>
                  <a:pt x="34" y="125"/>
                  <a:pt x="35" y="127"/>
                  <a:pt x="43" y="128"/>
                </a:cubicBezTo>
                <a:cubicBezTo>
                  <a:pt x="45" y="128"/>
                  <a:pt x="47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6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8" y="127"/>
                </a:cubicBezTo>
                <a:cubicBezTo>
                  <a:pt x="13" y="126"/>
                  <a:pt x="14" y="125"/>
                  <a:pt x="15" y="120"/>
                </a:cubicBezTo>
                <a:cubicBezTo>
                  <a:pt x="15" y="118"/>
                  <a:pt x="15" y="116"/>
                  <a:pt x="15" y="114"/>
                </a:cubicBezTo>
                <a:cubicBezTo>
                  <a:pt x="16" y="83"/>
                  <a:pt x="16" y="52"/>
                  <a:pt x="15" y="21"/>
                </a:cubicBezTo>
                <a:cubicBezTo>
                  <a:pt x="15" y="19"/>
                  <a:pt x="15" y="16"/>
                  <a:pt x="15" y="14"/>
                </a:cubicBezTo>
                <a:cubicBezTo>
                  <a:pt x="14" y="11"/>
                  <a:pt x="12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1" y="0"/>
                  <a:pt x="3" y="0"/>
                  <a:pt x="4" y="0"/>
                </a:cubicBezTo>
                <a:cubicBezTo>
                  <a:pt x="21" y="0"/>
                  <a:pt x="39" y="0"/>
                  <a:pt x="56" y="0"/>
                </a:cubicBezTo>
                <a:cubicBezTo>
                  <a:pt x="62" y="0"/>
                  <a:pt x="68" y="1"/>
                  <a:pt x="73" y="1"/>
                </a:cubicBezTo>
                <a:cubicBezTo>
                  <a:pt x="98" y="4"/>
                  <a:pt x="113" y="26"/>
                  <a:pt x="106" y="50"/>
                </a:cubicBezTo>
                <a:cubicBezTo>
                  <a:pt x="102" y="64"/>
                  <a:pt x="93" y="73"/>
                  <a:pt x="78" y="76"/>
                </a:cubicBezTo>
                <a:cubicBezTo>
                  <a:pt x="70" y="77"/>
                  <a:pt x="63" y="77"/>
                  <a:pt x="55" y="78"/>
                </a:cubicBezTo>
                <a:cubicBezTo>
                  <a:pt x="48" y="78"/>
                  <a:pt x="41" y="78"/>
                  <a:pt x="33" y="78"/>
                </a:cubicBezTo>
                <a:close/>
                <a:moveTo>
                  <a:pt x="33" y="68"/>
                </a:moveTo>
                <a:cubicBezTo>
                  <a:pt x="45" y="67"/>
                  <a:pt x="56" y="68"/>
                  <a:pt x="67" y="67"/>
                </a:cubicBezTo>
                <a:cubicBezTo>
                  <a:pt x="76" y="66"/>
                  <a:pt x="82" y="60"/>
                  <a:pt x="85" y="52"/>
                </a:cubicBezTo>
                <a:cubicBezTo>
                  <a:pt x="89" y="45"/>
                  <a:pt x="89" y="37"/>
                  <a:pt x="87" y="29"/>
                </a:cubicBezTo>
                <a:cubicBezTo>
                  <a:pt x="84" y="19"/>
                  <a:pt x="78" y="12"/>
                  <a:pt x="66" y="11"/>
                </a:cubicBezTo>
                <a:cubicBezTo>
                  <a:pt x="56" y="11"/>
                  <a:pt x="45" y="11"/>
                  <a:pt x="34" y="11"/>
                </a:cubicBezTo>
                <a:cubicBezTo>
                  <a:pt x="34" y="11"/>
                  <a:pt x="34" y="11"/>
                  <a:pt x="33" y="11"/>
                </a:cubicBezTo>
                <a:cubicBezTo>
                  <a:pt x="33" y="30"/>
                  <a:pt x="33" y="48"/>
                  <a:pt x="33" y="6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9F467A5F-A075-4C64-840F-BB7625A6E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5017" y="689187"/>
            <a:ext cx="67859" cy="70140"/>
          </a:xfrm>
          <a:custGeom xmlns:a="http://schemas.openxmlformats.org/drawingml/2006/main">
            <a:gdLst>
              <a:gd name="T0" fmla="*/ 49 w 133"/>
              <a:gd name="T1" fmla="*/ 0 h 138"/>
              <a:gd name="T2" fmla="*/ 49 w 133"/>
              <a:gd name="T3" fmla="*/ 7 h 138"/>
              <a:gd name="T4" fmla="*/ 41 w 133"/>
              <a:gd name="T5" fmla="*/ 8 h 138"/>
              <a:gd name="T6" fmla="*/ 34 w 133"/>
              <a:gd name="T7" fmla="*/ 15 h 138"/>
              <a:gd name="T8" fmla="*/ 33 w 133"/>
              <a:gd name="T9" fmla="*/ 23 h 138"/>
              <a:gd name="T10" fmla="*/ 33 w 133"/>
              <a:gd name="T11" fmla="*/ 83 h 138"/>
              <a:gd name="T12" fmla="*/ 34 w 133"/>
              <a:gd name="T13" fmla="*/ 96 h 138"/>
              <a:gd name="T14" fmla="*/ 60 w 133"/>
              <a:gd name="T15" fmla="*/ 124 h 138"/>
              <a:gd name="T16" fmla="*/ 100 w 133"/>
              <a:gd name="T17" fmla="*/ 110 h 138"/>
              <a:gd name="T18" fmla="*/ 106 w 133"/>
              <a:gd name="T19" fmla="*/ 94 h 138"/>
              <a:gd name="T20" fmla="*/ 107 w 133"/>
              <a:gd name="T21" fmla="*/ 80 h 138"/>
              <a:gd name="T22" fmla="*/ 107 w 133"/>
              <a:gd name="T23" fmla="*/ 24 h 138"/>
              <a:gd name="T24" fmla="*/ 106 w 133"/>
              <a:gd name="T25" fmla="*/ 15 h 138"/>
              <a:gd name="T26" fmla="*/ 97 w 133"/>
              <a:gd name="T27" fmla="*/ 8 h 138"/>
              <a:gd name="T28" fmla="*/ 91 w 133"/>
              <a:gd name="T29" fmla="*/ 7 h 138"/>
              <a:gd name="T30" fmla="*/ 91 w 133"/>
              <a:gd name="T31" fmla="*/ 0 h 138"/>
              <a:gd name="T32" fmla="*/ 133 w 133"/>
              <a:gd name="T33" fmla="*/ 0 h 138"/>
              <a:gd name="T34" fmla="*/ 133 w 133"/>
              <a:gd name="T35" fmla="*/ 7 h 138"/>
              <a:gd name="T36" fmla="*/ 126 w 133"/>
              <a:gd name="T37" fmla="*/ 8 h 138"/>
              <a:gd name="T38" fmla="*/ 118 w 133"/>
              <a:gd name="T39" fmla="*/ 15 h 138"/>
              <a:gd name="T40" fmla="*/ 118 w 133"/>
              <a:gd name="T41" fmla="*/ 25 h 138"/>
              <a:gd name="T42" fmla="*/ 117 w 133"/>
              <a:gd name="T43" fmla="*/ 88 h 138"/>
              <a:gd name="T44" fmla="*/ 114 w 133"/>
              <a:gd name="T45" fmla="*/ 105 h 138"/>
              <a:gd name="T46" fmla="*/ 74 w 133"/>
              <a:gd name="T47" fmla="*/ 136 h 138"/>
              <a:gd name="T48" fmla="*/ 35 w 133"/>
              <a:gd name="T49" fmla="*/ 127 h 138"/>
              <a:gd name="T50" fmla="*/ 17 w 133"/>
              <a:gd name="T51" fmla="*/ 96 h 138"/>
              <a:gd name="T52" fmla="*/ 16 w 133"/>
              <a:gd name="T53" fmla="*/ 83 h 138"/>
              <a:gd name="T54" fmla="*/ 16 w 133"/>
              <a:gd name="T55" fmla="*/ 25 h 138"/>
              <a:gd name="T56" fmla="*/ 16 w 133"/>
              <a:gd name="T57" fmla="*/ 15 h 138"/>
              <a:gd name="T58" fmla="*/ 8 w 133"/>
              <a:gd name="T59" fmla="*/ 8 h 138"/>
              <a:gd name="T60" fmla="*/ 0 w 133"/>
              <a:gd name="T61" fmla="*/ 7 h 138"/>
              <a:gd name="T62" fmla="*/ 0 w 133"/>
              <a:gd name="T63" fmla="*/ 0 h 138"/>
              <a:gd name="T64" fmla="*/ 49 w 133"/>
              <a:gd name="T65" fmla="*/ 0 h 138"/>
            </a:gdLst>
            <a:rect l="0" t="0" r="r" b="b"/>
            <a:pathLst>
              <a:path w="133" h="138">
                <a:moveTo>
                  <a:pt x="49" y="0"/>
                </a:move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1" y="8"/>
                </a:cubicBezTo>
                <a:cubicBezTo>
                  <a:pt x="36" y="8"/>
                  <a:pt x="34" y="10"/>
                  <a:pt x="34" y="15"/>
                </a:cubicBezTo>
                <a:cubicBezTo>
                  <a:pt x="33" y="17"/>
                  <a:pt x="33" y="20"/>
                  <a:pt x="33" y="23"/>
                </a:cubicBezTo>
                <a:cubicBezTo>
                  <a:pt x="33" y="43"/>
                  <a:pt x="33" y="63"/>
                  <a:pt x="33" y="83"/>
                </a:cubicBezTo>
                <a:cubicBezTo>
                  <a:pt x="33" y="87"/>
                  <a:pt x="33" y="92"/>
                  <a:pt x="34" y="96"/>
                </a:cubicBezTo>
                <a:cubicBezTo>
                  <a:pt x="36" y="112"/>
                  <a:pt x="46" y="120"/>
                  <a:pt x="60" y="124"/>
                </a:cubicBezTo>
                <a:cubicBezTo>
                  <a:pt x="76" y="128"/>
                  <a:pt x="89" y="123"/>
                  <a:pt x="100" y="110"/>
                </a:cubicBezTo>
                <a:cubicBezTo>
                  <a:pt x="104" y="106"/>
                  <a:pt x="105" y="100"/>
                  <a:pt x="106" y="94"/>
                </a:cubicBezTo>
                <a:cubicBezTo>
                  <a:pt x="106" y="90"/>
                  <a:pt x="106" y="85"/>
                  <a:pt x="107" y="80"/>
                </a:cubicBezTo>
                <a:cubicBezTo>
                  <a:pt x="107" y="62"/>
                  <a:pt x="107" y="43"/>
                  <a:pt x="107" y="24"/>
                </a:cubicBezTo>
                <a:cubicBezTo>
                  <a:pt x="107" y="21"/>
                  <a:pt x="106" y="18"/>
                  <a:pt x="106" y="15"/>
                </a:cubicBezTo>
                <a:cubicBezTo>
                  <a:pt x="105" y="10"/>
                  <a:pt x="103" y="8"/>
                  <a:pt x="97" y="8"/>
                </a:cubicBezTo>
                <a:cubicBezTo>
                  <a:pt x="95" y="7"/>
                  <a:pt x="93" y="7"/>
                  <a:pt x="91" y="7"/>
                </a:cubicBezTo>
                <a:cubicBezTo>
                  <a:pt x="91" y="4"/>
                  <a:pt x="91" y="2"/>
                  <a:pt x="91" y="0"/>
                </a:cubicBezTo>
                <a:cubicBezTo>
                  <a:pt x="105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1" y="7"/>
                  <a:pt x="128" y="7"/>
                  <a:pt x="126" y="8"/>
                </a:cubicBezTo>
                <a:cubicBezTo>
                  <a:pt x="121" y="8"/>
                  <a:pt x="119" y="11"/>
                  <a:pt x="118" y="15"/>
                </a:cubicBezTo>
                <a:cubicBezTo>
                  <a:pt x="118" y="18"/>
                  <a:pt x="118" y="22"/>
                  <a:pt x="118" y="25"/>
                </a:cubicBezTo>
                <a:cubicBezTo>
                  <a:pt x="117" y="46"/>
                  <a:pt x="118" y="67"/>
                  <a:pt x="117" y="88"/>
                </a:cubicBezTo>
                <a:cubicBezTo>
                  <a:pt x="117" y="94"/>
                  <a:pt x="116" y="99"/>
                  <a:pt x="114" y="105"/>
                </a:cubicBezTo>
                <a:cubicBezTo>
                  <a:pt x="108" y="124"/>
                  <a:pt x="94" y="134"/>
                  <a:pt x="74" y="136"/>
                </a:cubicBezTo>
                <a:cubicBezTo>
                  <a:pt x="60" y="138"/>
                  <a:pt x="47" y="135"/>
                  <a:pt x="35" y="127"/>
                </a:cubicBezTo>
                <a:cubicBezTo>
                  <a:pt x="24" y="120"/>
                  <a:pt x="18" y="109"/>
                  <a:pt x="17" y="96"/>
                </a:cubicBezTo>
                <a:cubicBezTo>
                  <a:pt x="16" y="92"/>
                  <a:pt x="16" y="87"/>
                  <a:pt x="16" y="83"/>
                </a:cubicBezTo>
                <a:cubicBezTo>
                  <a:pt x="16" y="64"/>
                  <a:pt x="16" y="45"/>
                  <a:pt x="16" y="25"/>
                </a:cubicBezTo>
                <a:cubicBezTo>
                  <a:pt x="16" y="22"/>
                  <a:pt x="16" y="18"/>
                  <a:pt x="16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413523EC-ED14-4EEB-9B17-59C5DE45E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371" y="689187"/>
            <a:ext cx="67288" cy="69569"/>
          </a:xfrm>
          <a:custGeom xmlns:a="http://schemas.openxmlformats.org/drawingml/2006/main">
            <a:gdLst>
              <a:gd name="T0" fmla="*/ 73 w 133"/>
              <a:gd name="T1" fmla="*/ 137 h 137"/>
              <a:gd name="T2" fmla="*/ 64 w 133"/>
              <a:gd name="T3" fmla="*/ 137 h 137"/>
              <a:gd name="T4" fmla="*/ 58 w 133"/>
              <a:gd name="T5" fmla="*/ 133 h 137"/>
              <a:gd name="T6" fmla="*/ 39 w 133"/>
              <a:gd name="T7" fmla="*/ 80 h 137"/>
              <a:gd name="T8" fmla="*/ 17 w 133"/>
              <a:gd name="T9" fmla="*/ 23 h 137"/>
              <a:gd name="T10" fmla="*/ 13 w 133"/>
              <a:gd name="T11" fmla="*/ 14 h 137"/>
              <a:gd name="T12" fmla="*/ 4 w 133"/>
              <a:gd name="T13" fmla="*/ 7 h 137"/>
              <a:gd name="T14" fmla="*/ 0 w 133"/>
              <a:gd name="T15" fmla="*/ 7 h 137"/>
              <a:gd name="T16" fmla="*/ 0 w 133"/>
              <a:gd name="T17" fmla="*/ 0 h 137"/>
              <a:gd name="T18" fmla="*/ 47 w 133"/>
              <a:gd name="T19" fmla="*/ 0 h 137"/>
              <a:gd name="T20" fmla="*/ 47 w 133"/>
              <a:gd name="T21" fmla="*/ 7 h 137"/>
              <a:gd name="T22" fmla="*/ 39 w 133"/>
              <a:gd name="T23" fmla="*/ 8 h 137"/>
              <a:gd name="T24" fmla="*/ 34 w 133"/>
              <a:gd name="T25" fmla="*/ 15 h 137"/>
              <a:gd name="T26" fmla="*/ 35 w 133"/>
              <a:gd name="T27" fmla="*/ 20 h 137"/>
              <a:gd name="T28" fmla="*/ 68 w 133"/>
              <a:gd name="T29" fmla="*/ 112 h 137"/>
              <a:gd name="T30" fmla="*/ 70 w 133"/>
              <a:gd name="T31" fmla="*/ 116 h 137"/>
              <a:gd name="T32" fmla="*/ 72 w 133"/>
              <a:gd name="T33" fmla="*/ 113 h 137"/>
              <a:gd name="T34" fmla="*/ 106 w 133"/>
              <a:gd name="T35" fmla="*/ 18 h 137"/>
              <a:gd name="T36" fmla="*/ 106 w 133"/>
              <a:gd name="T37" fmla="*/ 16 h 137"/>
              <a:gd name="T38" fmla="*/ 101 w 133"/>
              <a:gd name="T39" fmla="*/ 7 h 137"/>
              <a:gd name="T40" fmla="*/ 94 w 133"/>
              <a:gd name="T41" fmla="*/ 7 h 137"/>
              <a:gd name="T42" fmla="*/ 94 w 133"/>
              <a:gd name="T43" fmla="*/ 0 h 137"/>
              <a:gd name="T44" fmla="*/ 133 w 133"/>
              <a:gd name="T45" fmla="*/ 0 h 137"/>
              <a:gd name="T46" fmla="*/ 133 w 133"/>
              <a:gd name="T47" fmla="*/ 7 h 137"/>
              <a:gd name="T48" fmla="*/ 130 w 133"/>
              <a:gd name="T49" fmla="*/ 7 h 137"/>
              <a:gd name="T50" fmla="*/ 119 w 133"/>
              <a:gd name="T51" fmla="*/ 16 h 137"/>
              <a:gd name="T52" fmla="*/ 110 w 133"/>
              <a:gd name="T53" fmla="*/ 38 h 137"/>
              <a:gd name="T54" fmla="*/ 74 w 133"/>
              <a:gd name="T55" fmla="*/ 133 h 137"/>
              <a:gd name="T56" fmla="*/ 73 w 133"/>
              <a:gd name="T57" fmla="*/ 137 h 137"/>
            </a:gdLst>
            <a:rect l="0" t="0" r="r" b="b"/>
            <a:pathLst>
              <a:path w="133" h="137">
                <a:moveTo>
                  <a:pt x="73" y="137"/>
                </a:moveTo>
                <a:cubicBezTo>
                  <a:pt x="69" y="137"/>
                  <a:pt x="66" y="137"/>
                  <a:pt x="64" y="137"/>
                </a:cubicBezTo>
                <a:cubicBezTo>
                  <a:pt x="61" y="137"/>
                  <a:pt x="59" y="136"/>
                  <a:pt x="58" y="133"/>
                </a:cubicBezTo>
                <a:cubicBezTo>
                  <a:pt x="52" y="115"/>
                  <a:pt x="45" y="98"/>
                  <a:pt x="39" y="80"/>
                </a:cubicBezTo>
                <a:cubicBezTo>
                  <a:pt x="31" y="61"/>
                  <a:pt x="24" y="42"/>
                  <a:pt x="17" y="23"/>
                </a:cubicBezTo>
                <a:cubicBezTo>
                  <a:pt x="16" y="20"/>
                  <a:pt x="15" y="17"/>
                  <a:pt x="13" y="14"/>
                </a:cubicBezTo>
                <a:cubicBezTo>
                  <a:pt x="11" y="10"/>
                  <a:pt x="8" y="8"/>
                  <a:pt x="4" y="7"/>
                </a:cubicBezTo>
                <a:cubicBezTo>
                  <a:pt x="3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7" y="0"/>
                </a:cubicBezTo>
                <a:cubicBezTo>
                  <a:pt x="47" y="2"/>
                  <a:pt x="47" y="4"/>
                  <a:pt x="47" y="7"/>
                </a:cubicBezTo>
                <a:cubicBezTo>
                  <a:pt x="44" y="7"/>
                  <a:pt x="42" y="7"/>
                  <a:pt x="39" y="8"/>
                </a:cubicBezTo>
                <a:cubicBezTo>
                  <a:pt x="34" y="8"/>
                  <a:pt x="33" y="10"/>
                  <a:pt x="34" y="15"/>
                </a:cubicBezTo>
                <a:cubicBezTo>
                  <a:pt x="34" y="17"/>
                  <a:pt x="35" y="19"/>
                  <a:pt x="35" y="20"/>
                </a:cubicBezTo>
                <a:cubicBezTo>
                  <a:pt x="46" y="51"/>
                  <a:pt x="57" y="81"/>
                  <a:pt x="68" y="112"/>
                </a:cubicBezTo>
                <a:cubicBezTo>
                  <a:pt x="69" y="113"/>
                  <a:pt x="69" y="114"/>
                  <a:pt x="70" y="116"/>
                </a:cubicBezTo>
                <a:cubicBezTo>
                  <a:pt x="71" y="114"/>
                  <a:pt x="71" y="113"/>
                  <a:pt x="72" y="113"/>
                </a:cubicBezTo>
                <a:cubicBezTo>
                  <a:pt x="83" y="81"/>
                  <a:pt x="94" y="50"/>
                  <a:pt x="106" y="18"/>
                </a:cubicBezTo>
                <a:cubicBezTo>
                  <a:pt x="106" y="17"/>
                  <a:pt x="106" y="17"/>
                  <a:pt x="106" y="16"/>
                </a:cubicBezTo>
                <a:cubicBezTo>
                  <a:pt x="107" y="10"/>
                  <a:pt x="106" y="8"/>
                  <a:pt x="101" y="7"/>
                </a:cubicBezTo>
                <a:cubicBezTo>
                  <a:pt x="98" y="7"/>
                  <a:pt x="96" y="7"/>
                  <a:pt x="94" y="7"/>
                </a:cubicBezTo>
                <a:cubicBezTo>
                  <a:pt x="94" y="4"/>
                  <a:pt x="94" y="2"/>
                  <a:pt x="94" y="0"/>
                </a:cubicBezTo>
                <a:cubicBezTo>
                  <a:pt x="106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2" y="7"/>
                  <a:pt x="131" y="7"/>
                  <a:pt x="130" y="7"/>
                </a:cubicBezTo>
                <a:cubicBezTo>
                  <a:pt x="124" y="8"/>
                  <a:pt x="121" y="11"/>
                  <a:pt x="119" y="16"/>
                </a:cubicBezTo>
                <a:cubicBezTo>
                  <a:pt x="116" y="24"/>
                  <a:pt x="113" y="31"/>
                  <a:pt x="110" y="38"/>
                </a:cubicBezTo>
                <a:cubicBezTo>
                  <a:pt x="98" y="70"/>
                  <a:pt x="86" y="101"/>
                  <a:pt x="74" y="133"/>
                </a:cubicBezTo>
                <a:cubicBezTo>
                  <a:pt x="74" y="134"/>
                  <a:pt x="73" y="135"/>
                  <a:pt x="73" y="13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C82F7A1E-FBDF-4B4F-9196-5A5009F0F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6484" y="689187"/>
            <a:ext cx="61016" cy="68429"/>
          </a:xfrm>
          <a:custGeom xmlns:a="http://schemas.openxmlformats.org/drawingml/2006/main">
            <a:gdLst>
              <a:gd name="T0" fmla="*/ 85 w 120"/>
              <a:gd name="T1" fmla="*/ 127 h 135"/>
              <a:gd name="T2" fmla="*/ 85 w 120"/>
              <a:gd name="T3" fmla="*/ 134 h 135"/>
              <a:gd name="T4" fmla="*/ 35 w 120"/>
              <a:gd name="T5" fmla="*/ 134 h 135"/>
              <a:gd name="T6" fmla="*/ 35 w 120"/>
              <a:gd name="T7" fmla="*/ 127 h 135"/>
              <a:gd name="T8" fmla="*/ 44 w 120"/>
              <a:gd name="T9" fmla="*/ 126 h 135"/>
              <a:gd name="T10" fmla="*/ 50 w 120"/>
              <a:gd name="T11" fmla="*/ 120 h 135"/>
              <a:gd name="T12" fmla="*/ 51 w 120"/>
              <a:gd name="T13" fmla="*/ 113 h 135"/>
              <a:gd name="T14" fmla="*/ 51 w 120"/>
              <a:gd name="T15" fmla="*/ 85 h 135"/>
              <a:gd name="T16" fmla="*/ 50 w 120"/>
              <a:gd name="T17" fmla="*/ 79 h 135"/>
              <a:gd name="T18" fmla="*/ 17 w 120"/>
              <a:gd name="T19" fmla="*/ 19 h 135"/>
              <a:gd name="T20" fmla="*/ 15 w 120"/>
              <a:gd name="T21" fmla="*/ 15 h 135"/>
              <a:gd name="T22" fmla="*/ 3 w 120"/>
              <a:gd name="T23" fmla="*/ 7 h 135"/>
              <a:gd name="T24" fmla="*/ 0 w 120"/>
              <a:gd name="T25" fmla="*/ 7 h 135"/>
              <a:gd name="T26" fmla="*/ 0 w 120"/>
              <a:gd name="T27" fmla="*/ 0 h 135"/>
              <a:gd name="T28" fmla="*/ 48 w 120"/>
              <a:gd name="T29" fmla="*/ 0 h 135"/>
              <a:gd name="T30" fmla="*/ 48 w 120"/>
              <a:gd name="T31" fmla="*/ 7 h 135"/>
              <a:gd name="T32" fmla="*/ 40 w 120"/>
              <a:gd name="T33" fmla="*/ 7 h 135"/>
              <a:gd name="T34" fmla="*/ 36 w 120"/>
              <a:gd name="T35" fmla="*/ 14 h 135"/>
              <a:gd name="T36" fmla="*/ 37 w 120"/>
              <a:gd name="T37" fmla="*/ 18 h 135"/>
              <a:gd name="T38" fmla="*/ 61 w 120"/>
              <a:gd name="T39" fmla="*/ 64 h 135"/>
              <a:gd name="T40" fmla="*/ 63 w 120"/>
              <a:gd name="T41" fmla="*/ 68 h 135"/>
              <a:gd name="T42" fmla="*/ 66 w 120"/>
              <a:gd name="T43" fmla="*/ 64 h 135"/>
              <a:gd name="T44" fmla="*/ 91 w 120"/>
              <a:gd name="T45" fmla="*/ 18 h 135"/>
              <a:gd name="T46" fmla="*/ 93 w 120"/>
              <a:gd name="T47" fmla="*/ 12 h 135"/>
              <a:gd name="T48" fmla="*/ 90 w 120"/>
              <a:gd name="T49" fmla="*/ 8 h 135"/>
              <a:gd name="T50" fmla="*/ 81 w 120"/>
              <a:gd name="T51" fmla="*/ 7 h 135"/>
              <a:gd name="T52" fmla="*/ 81 w 120"/>
              <a:gd name="T53" fmla="*/ 0 h 135"/>
              <a:gd name="T54" fmla="*/ 120 w 120"/>
              <a:gd name="T55" fmla="*/ 0 h 135"/>
              <a:gd name="T56" fmla="*/ 120 w 120"/>
              <a:gd name="T57" fmla="*/ 7 h 135"/>
              <a:gd name="T58" fmla="*/ 115 w 120"/>
              <a:gd name="T59" fmla="*/ 8 h 135"/>
              <a:gd name="T60" fmla="*/ 108 w 120"/>
              <a:gd name="T61" fmla="*/ 12 h 135"/>
              <a:gd name="T62" fmla="*/ 103 w 120"/>
              <a:gd name="T63" fmla="*/ 19 h 135"/>
              <a:gd name="T64" fmla="*/ 71 w 120"/>
              <a:gd name="T65" fmla="*/ 75 h 135"/>
              <a:gd name="T66" fmla="*/ 69 w 120"/>
              <a:gd name="T67" fmla="*/ 82 h 135"/>
              <a:gd name="T68" fmla="*/ 69 w 120"/>
              <a:gd name="T69" fmla="*/ 111 h 135"/>
              <a:gd name="T70" fmla="*/ 69 w 120"/>
              <a:gd name="T71" fmla="*/ 118 h 135"/>
              <a:gd name="T72" fmla="*/ 77 w 120"/>
              <a:gd name="T73" fmla="*/ 126 h 135"/>
              <a:gd name="T74" fmla="*/ 85 w 120"/>
              <a:gd name="T75" fmla="*/ 127 h 135"/>
            </a:gdLst>
            <a:rect l="0" t="0" r="r" b="b"/>
            <a:pathLst>
              <a:path w="120" h="135">
                <a:moveTo>
                  <a:pt x="85" y="127"/>
                </a:moveTo>
                <a:cubicBezTo>
                  <a:pt x="85" y="130"/>
                  <a:pt x="85" y="132"/>
                  <a:pt x="85" y="134"/>
                </a:cubicBezTo>
                <a:cubicBezTo>
                  <a:pt x="81" y="135"/>
                  <a:pt x="44" y="135"/>
                  <a:pt x="35" y="134"/>
                </a:cubicBezTo>
                <a:cubicBezTo>
                  <a:pt x="35" y="132"/>
                  <a:pt x="35" y="130"/>
                  <a:pt x="35" y="127"/>
                </a:cubicBezTo>
                <a:cubicBezTo>
                  <a:pt x="38" y="127"/>
                  <a:pt x="41" y="126"/>
                  <a:pt x="44" y="126"/>
                </a:cubicBezTo>
                <a:cubicBezTo>
                  <a:pt x="48" y="126"/>
                  <a:pt x="50" y="124"/>
                  <a:pt x="50" y="120"/>
                </a:cubicBezTo>
                <a:cubicBezTo>
                  <a:pt x="51" y="118"/>
                  <a:pt x="51" y="115"/>
                  <a:pt x="51" y="113"/>
                </a:cubicBezTo>
                <a:cubicBezTo>
                  <a:pt x="51" y="104"/>
                  <a:pt x="51" y="95"/>
                  <a:pt x="51" y="85"/>
                </a:cubicBezTo>
                <a:cubicBezTo>
                  <a:pt x="51" y="83"/>
                  <a:pt x="51" y="81"/>
                  <a:pt x="50" y="79"/>
                </a:cubicBezTo>
                <a:cubicBezTo>
                  <a:pt x="39" y="59"/>
                  <a:pt x="28" y="39"/>
                  <a:pt x="17" y="19"/>
                </a:cubicBezTo>
                <a:cubicBezTo>
                  <a:pt x="16" y="17"/>
                  <a:pt x="15" y="16"/>
                  <a:pt x="15" y="15"/>
                </a:cubicBezTo>
                <a:cubicBezTo>
                  <a:pt x="12" y="10"/>
                  <a:pt x="9" y="7"/>
                  <a:pt x="3" y="7"/>
                </a:cubicBezTo>
                <a:cubicBezTo>
                  <a:pt x="2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8" y="0"/>
                </a:cubicBezTo>
                <a:cubicBezTo>
                  <a:pt x="48" y="2"/>
                  <a:pt x="48" y="4"/>
                  <a:pt x="48" y="7"/>
                </a:cubicBezTo>
                <a:cubicBezTo>
                  <a:pt x="45" y="7"/>
                  <a:pt x="42" y="7"/>
                  <a:pt x="40" y="7"/>
                </a:cubicBezTo>
                <a:cubicBezTo>
                  <a:pt x="35" y="8"/>
                  <a:pt x="34" y="10"/>
                  <a:pt x="36" y="14"/>
                </a:cubicBezTo>
                <a:cubicBezTo>
                  <a:pt x="36" y="15"/>
                  <a:pt x="37" y="17"/>
                  <a:pt x="37" y="18"/>
                </a:cubicBezTo>
                <a:cubicBezTo>
                  <a:pt x="45" y="33"/>
                  <a:pt x="53" y="49"/>
                  <a:pt x="61" y="64"/>
                </a:cubicBezTo>
                <a:cubicBezTo>
                  <a:pt x="61" y="65"/>
                  <a:pt x="62" y="66"/>
                  <a:pt x="63" y="68"/>
                </a:cubicBezTo>
                <a:cubicBezTo>
                  <a:pt x="64" y="66"/>
                  <a:pt x="65" y="65"/>
                  <a:pt x="66" y="64"/>
                </a:cubicBezTo>
                <a:cubicBezTo>
                  <a:pt x="74" y="49"/>
                  <a:pt x="82" y="34"/>
                  <a:pt x="91" y="18"/>
                </a:cubicBezTo>
                <a:cubicBezTo>
                  <a:pt x="92" y="16"/>
                  <a:pt x="93" y="14"/>
                  <a:pt x="93" y="12"/>
                </a:cubicBezTo>
                <a:cubicBezTo>
                  <a:pt x="94" y="9"/>
                  <a:pt x="93" y="8"/>
                  <a:pt x="90" y="8"/>
                </a:cubicBezTo>
                <a:cubicBezTo>
                  <a:pt x="87" y="7"/>
                  <a:pt x="85" y="7"/>
                  <a:pt x="81" y="7"/>
                </a:cubicBezTo>
                <a:cubicBezTo>
                  <a:pt x="81" y="4"/>
                  <a:pt x="81" y="2"/>
                  <a:pt x="81" y="0"/>
                </a:cubicBezTo>
                <a:cubicBezTo>
                  <a:pt x="94" y="0"/>
                  <a:pt x="107" y="0"/>
                  <a:pt x="120" y="0"/>
                </a:cubicBezTo>
                <a:cubicBezTo>
                  <a:pt x="120" y="2"/>
                  <a:pt x="120" y="4"/>
                  <a:pt x="120" y="7"/>
                </a:cubicBezTo>
                <a:cubicBezTo>
                  <a:pt x="119" y="7"/>
                  <a:pt x="117" y="7"/>
                  <a:pt x="115" y="8"/>
                </a:cubicBezTo>
                <a:cubicBezTo>
                  <a:pt x="112" y="8"/>
                  <a:pt x="109" y="9"/>
                  <a:pt x="108" y="12"/>
                </a:cubicBezTo>
                <a:cubicBezTo>
                  <a:pt x="106" y="14"/>
                  <a:pt x="104" y="17"/>
                  <a:pt x="103" y="19"/>
                </a:cubicBezTo>
                <a:cubicBezTo>
                  <a:pt x="92" y="38"/>
                  <a:pt x="81" y="56"/>
                  <a:pt x="71" y="75"/>
                </a:cubicBezTo>
                <a:cubicBezTo>
                  <a:pt x="69" y="77"/>
                  <a:pt x="68" y="80"/>
                  <a:pt x="69" y="82"/>
                </a:cubicBezTo>
                <a:cubicBezTo>
                  <a:pt x="69" y="92"/>
                  <a:pt x="69" y="102"/>
                  <a:pt x="69" y="111"/>
                </a:cubicBezTo>
                <a:cubicBezTo>
                  <a:pt x="69" y="114"/>
                  <a:pt x="69" y="116"/>
                  <a:pt x="69" y="118"/>
                </a:cubicBezTo>
                <a:cubicBezTo>
                  <a:pt x="70" y="124"/>
                  <a:pt x="71" y="125"/>
                  <a:pt x="77" y="126"/>
                </a:cubicBezTo>
                <a:cubicBezTo>
                  <a:pt x="80" y="126"/>
                  <a:pt x="82" y="127"/>
                  <a:pt x="85" y="12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7B0DE4C4-6F8A-4F9D-8729-9AC55D1CC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749" y="686906"/>
            <a:ext cx="58735" cy="70140"/>
          </a:xfrm>
          <a:custGeom xmlns:a="http://schemas.openxmlformats.org/drawingml/2006/main">
            <a:gdLst>
              <a:gd name="T0" fmla="*/ 108 w 116"/>
              <a:gd name="T1" fmla="*/ 42 h 139"/>
              <a:gd name="T2" fmla="*/ 102 w 116"/>
              <a:gd name="T3" fmla="*/ 29 h 139"/>
              <a:gd name="T4" fmla="*/ 72 w 116"/>
              <a:gd name="T5" fmla="*/ 14 h 139"/>
              <a:gd name="T6" fmla="*/ 67 w 116"/>
              <a:gd name="T7" fmla="*/ 18 h 139"/>
              <a:gd name="T8" fmla="*/ 66 w 116"/>
              <a:gd name="T9" fmla="*/ 24 h 139"/>
              <a:gd name="T10" fmla="*/ 66 w 116"/>
              <a:gd name="T11" fmla="*/ 115 h 139"/>
              <a:gd name="T12" fmla="*/ 67 w 116"/>
              <a:gd name="T13" fmla="*/ 123 h 139"/>
              <a:gd name="T14" fmla="*/ 75 w 116"/>
              <a:gd name="T15" fmla="*/ 131 h 139"/>
              <a:gd name="T16" fmla="*/ 83 w 116"/>
              <a:gd name="T17" fmla="*/ 132 h 139"/>
              <a:gd name="T18" fmla="*/ 83 w 116"/>
              <a:gd name="T19" fmla="*/ 139 h 139"/>
              <a:gd name="T20" fmla="*/ 33 w 116"/>
              <a:gd name="T21" fmla="*/ 139 h 139"/>
              <a:gd name="T22" fmla="*/ 33 w 116"/>
              <a:gd name="T23" fmla="*/ 132 h 139"/>
              <a:gd name="T24" fmla="*/ 41 w 116"/>
              <a:gd name="T25" fmla="*/ 131 h 139"/>
              <a:gd name="T26" fmla="*/ 49 w 116"/>
              <a:gd name="T27" fmla="*/ 123 h 139"/>
              <a:gd name="T28" fmla="*/ 49 w 116"/>
              <a:gd name="T29" fmla="*/ 118 h 139"/>
              <a:gd name="T30" fmla="*/ 49 w 116"/>
              <a:gd name="T31" fmla="*/ 22 h 139"/>
              <a:gd name="T32" fmla="*/ 41 w 116"/>
              <a:gd name="T33" fmla="*/ 14 h 139"/>
              <a:gd name="T34" fmla="*/ 32 w 116"/>
              <a:gd name="T35" fmla="*/ 15 h 139"/>
              <a:gd name="T36" fmla="*/ 18 w 116"/>
              <a:gd name="T37" fmla="*/ 23 h 139"/>
              <a:gd name="T38" fmla="*/ 11 w 116"/>
              <a:gd name="T39" fmla="*/ 36 h 139"/>
              <a:gd name="T40" fmla="*/ 8 w 116"/>
              <a:gd name="T41" fmla="*/ 42 h 139"/>
              <a:gd name="T42" fmla="*/ 0 w 116"/>
              <a:gd name="T43" fmla="*/ 39 h 139"/>
              <a:gd name="T44" fmla="*/ 13 w 116"/>
              <a:gd name="T45" fmla="*/ 0 h 139"/>
              <a:gd name="T46" fmla="*/ 19 w 116"/>
              <a:gd name="T47" fmla="*/ 0 h 139"/>
              <a:gd name="T48" fmla="*/ 21 w 116"/>
              <a:gd name="T49" fmla="*/ 4 h 139"/>
              <a:gd name="T50" fmla="*/ 95 w 116"/>
              <a:gd name="T51" fmla="*/ 4 h 139"/>
              <a:gd name="T52" fmla="*/ 97 w 116"/>
              <a:gd name="T53" fmla="*/ 0 h 139"/>
              <a:gd name="T54" fmla="*/ 103 w 116"/>
              <a:gd name="T55" fmla="*/ 0 h 139"/>
              <a:gd name="T56" fmla="*/ 116 w 116"/>
              <a:gd name="T57" fmla="*/ 39 h 139"/>
              <a:gd name="T58" fmla="*/ 108 w 116"/>
              <a:gd name="T59" fmla="*/ 42 h 139"/>
            </a:gdLst>
            <a:rect l="0" t="0" r="r" b="b"/>
            <a:pathLst>
              <a:path w="116" h="139">
                <a:moveTo>
                  <a:pt x="108" y="42"/>
                </a:moveTo>
                <a:cubicBezTo>
                  <a:pt x="106" y="37"/>
                  <a:pt x="104" y="33"/>
                  <a:pt x="102" y="29"/>
                </a:cubicBezTo>
                <a:cubicBezTo>
                  <a:pt x="96" y="17"/>
                  <a:pt x="85" y="13"/>
                  <a:pt x="72" y="14"/>
                </a:cubicBezTo>
                <a:cubicBezTo>
                  <a:pt x="68" y="14"/>
                  <a:pt x="67" y="15"/>
                  <a:pt x="67" y="18"/>
                </a:cubicBezTo>
                <a:cubicBezTo>
                  <a:pt x="66" y="20"/>
                  <a:pt x="66" y="22"/>
                  <a:pt x="66" y="24"/>
                </a:cubicBezTo>
                <a:cubicBezTo>
                  <a:pt x="66" y="54"/>
                  <a:pt x="66" y="85"/>
                  <a:pt x="66" y="115"/>
                </a:cubicBezTo>
                <a:cubicBezTo>
                  <a:pt x="66" y="118"/>
                  <a:pt x="67" y="120"/>
                  <a:pt x="67" y="123"/>
                </a:cubicBezTo>
                <a:cubicBezTo>
                  <a:pt x="68" y="128"/>
                  <a:pt x="70" y="130"/>
                  <a:pt x="75" y="131"/>
                </a:cubicBezTo>
                <a:cubicBezTo>
                  <a:pt x="78" y="131"/>
                  <a:pt x="80" y="132"/>
                  <a:pt x="83" y="132"/>
                </a:cubicBezTo>
                <a:cubicBezTo>
                  <a:pt x="83" y="134"/>
                  <a:pt x="83" y="137"/>
                  <a:pt x="83" y="139"/>
                </a:cubicBezTo>
                <a:cubicBezTo>
                  <a:pt x="66" y="139"/>
                  <a:pt x="50" y="139"/>
                  <a:pt x="33" y="139"/>
                </a:cubicBezTo>
                <a:cubicBezTo>
                  <a:pt x="33" y="137"/>
                  <a:pt x="33" y="135"/>
                  <a:pt x="33" y="132"/>
                </a:cubicBezTo>
                <a:cubicBezTo>
                  <a:pt x="36" y="132"/>
                  <a:pt x="39" y="131"/>
                  <a:pt x="41" y="131"/>
                </a:cubicBezTo>
                <a:cubicBezTo>
                  <a:pt x="47" y="130"/>
                  <a:pt x="49" y="128"/>
                  <a:pt x="49" y="123"/>
                </a:cubicBezTo>
                <a:cubicBezTo>
                  <a:pt x="49" y="121"/>
                  <a:pt x="49" y="120"/>
                  <a:pt x="49" y="118"/>
                </a:cubicBezTo>
                <a:cubicBezTo>
                  <a:pt x="49" y="86"/>
                  <a:pt x="49" y="54"/>
                  <a:pt x="49" y="22"/>
                </a:cubicBezTo>
                <a:cubicBezTo>
                  <a:pt x="49" y="14"/>
                  <a:pt x="49" y="13"/>
                  <a:pt x="41" y="14"/>
                </a:cubicBezTo>
                <a:cubicBezTo>
                  <a:pt x="38" y="14"/>
                  <a:pt x="35" y="14"/>
                  <a:pt x="32" y="15"/>
                </a:cubicBezTo>
                <a:cubicBezTo>
                  <a:pt x="26" y="16"/>
                  <a:pt x="21" y="18"/>
                  <a:pt x="18" y="23"/>
                </a:cubicBezTo>
                <a:cubicBezTo>
                  <a:pt x="15" y="27"/>
                  <a:pt x="13" y="32"/>
                  <a:pt x="11" y="36"/>
                </a:cubicBezTo>
                <a:cubicBezTo>
                  <a:pt x="10" y="38"/>
                  <a:pt x="9" y="40"/>
                  <a:pt x="8" y="42"/>
                </a:cubicBezTo>
                <a:cubicBezTo>
                  <a:pt x="5" y="41"/>
                  <a:pt x="3" y="40"/>
                  <a:pt x="0" y="39"/>
                </a:cubicBezTo>
                <a:cubicBezTo>
                  <a:pt x="5" y="26"/>
                  <a:pt x="9" y="13"/>
                  <a:pt x="13" y="0"/>
                </a:cubicBezTo>
                <a:cubicBezTo>
                  <a:pt x="15" y="0"/>
                  <a:pt x="17" y="0"/>
                  <a:pt x="19" y="0"/>
                </a:cubicBezTo>
                <a:cubicBezTo>
                  <a:pt x="20" y="1"/>
                  <a:pt x="20" y="3"/>
                  <a:pt x="21" y="4"/>
                </a:cubicBezTo>
                <a:cubicBezTo>
                  <a:pt x="46" y="4"/>
                  <a:pt x="70" y="4"/>
                  <a:pt x="95" y="4"/>
                </a:cubicBezTo>
                <a:cubicBezTo>
                  <a:pt x="95" y="3"/>
                  <a:pt x="96" y="1"/>
                  <a:pt x="97" y="0"/>
                </a:cubicBezTo>
                <a:cubicBezTo>
                  <a:pt x="98" y="0"/>
                  <a:pt x="100" y="0"/>
                  <a:pt x="103" y="0"/>
                </a:cubicBezTo>
                <a:cubicBezTo>
                  <a:pt x="107" y="13"/>
                  <a:pt x="112" y="26"/>
                  <a:pt x="116" y="39"/>
                </a:cubicBezTo>
                <a:cubicBezTo>
                  <a:pt x="113" y="40"/>
                  <a:pt x="111" y="41"/>
                  <a:pt x="108" y="42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3" name="Freeform 33">
            <a:extLst xmlns:a="http://schemas.openxmlformats.org/drawingml/2006/main">
              <a:ext uri="{FF2B5EF4-FFF2-40B4-BE49-F238E27FC236}">
                <a16:creationId xmlns:a16="http://schemas.microsoft.com/office/drawing/2014/main" id="{7D61BED7-2BCC-4788-AAB7-8BCFCE368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1440" y="689187"/>
            <a:ext cx="25090" cy="67859"/>
          </a:xfrm>
          <a:custGeom xmlns:a="http://schemas.openxmlformats.org/drawingml/2006/main">
            <a:gdLst>
              <a:gd name="T0" fmla="*/ 0 w 50"/>
              <a:gd name="T1" fmla="*/ 134 h 134"/>
              <a:gd name="T2" fmla="*/ 0 w 50"/>
              <a:gd name="T3" fmla="*/ 127 h 134"/>
              <a:gd name="T4" fmla="*/ 9 w 50"/>
              <a:gd name="T5" fmla="*/ 126 h 134"/>
              <a:gd name="T6" fmla="*/ 16 w 50"/>
              <a:gd name="T7" fmla="*/ 119 h 134"/>
              <a:gd name="T8" fmla="*/ 16 w 50"/>
              <a:gd name="T9" fmla="*/ 113 h 134"/>
              <a:gd name="T10" fmla="*/ 16 w 50"/>
              <a:gd name="T11" fmla="*/ 21 h 134"/>
              <a:gd name="T12" fmla="*/ 16 w 50"/>
              <a:gd name="T13" fmla="*/ 13 h 134"/>
              <a:gd name="T14" fmla="*/ 9 w 50"/>
              <a:gd name="T15" fmla="*/ 8 h 134"/>
              <a:gd name="T16" fmla="*/ 1 w 50"/>
              <a:gd name="T17" fmla="*/ 7 h 134"/>
              <a:gd name="T18" fmla="*/ 1 w 50"/>
              <a:gd name="T19" fmla="*/ 0 h 134"/>
              <a:gd name="T20" fmla="*/ 49 w 50"/>
              <a:gd name="T21" fmla="*/ 0 h 134"/>
              <a:gd name="T22" fmla="*/ 49 w 50"/>
              <a:gd name="T23" fmla="*/ 7 h 134"/>
              <a:gd name="T24" fmla="*/ 42 w 50"/>
              <a:gd name="T25" fmla="*/ 8 h 134"/>
              <a:gd name="T26" fmla="*/ 34 w 50"/>
              <a:gd name="T27" fmla="*/ 15 h 134"/>
              <a:gd name="T28" fmla="*/ 33 w 50"/>
              <a:gd name="T29" fmla="*/ 23 h 134"/>
              <a:gd name="T30" fmla="*/ 33 w 50"/>
              <a:gd name="T31" fmla="*/ 113 h 134"/>
              <a:gd name="T32" fmla="*/ 46 w 50"/>
              <a:gd name="T33" fmla="*/ 127 h 134"/>
              <a:gd name="T34" fmla="*/ 49 w 50"/>
              <a:gd name="T35" fmla="*/ 127 h 134"/>
              <a:gd name="T36" fmla="*/ 50 w 50"/>
              <a:gd name="T37" fmla="*/ 131 h 134"/>
              <a:gd name="T38" fmla="*/ 49 w 50"/>
              <a:gd name="T39" fmla="*/ 134 h 134"/>
              <a:gd name="T40" fmla="*/ 0 w 50"/>
              <a:gd name="T41" fmla="*/ 134 h 134"/>
            </a:gdLst>
            <a:rect l="0" t="0" r="r" b="b"/>
            <a:pathLst>
              <a:path w="50" h="134">
                <a:moveTo>
                  <a:pt x="0" y="134"/>
                </a:move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9" y="126"/>
                </a:cubicBezTo>
                <a:cubicBezTo>
                  <a:pt x="13" y="125"/>
                  <a:pt x="15" y="124"/>
                  <a:pt x="16" y="119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18"/>
                  <a:pt x="16" y="16"/>
                  <a:pt x="16" y="13"/>
                </a:cubicBezTo>
                <a:cubicBezTo>
                  <a:pt x="15" y="10"/>
                  <a:pt x="13" y="8"/>
                  <a:pt x="9" y="8"/>
                </a:cubicBezTo>
                <a:cubicBezTo>
                  <a:pt x="6" y="7"/>
                  <a:pt x="4" y="7"/>
                  <a:pt x="1" y="7"/>
                </a:cubicBezTo>
                <a:cubicBezTo>
                  <a:pt x="1" y="4"/>
                  <a:pt x="1" y="2"/>
                  <a:pt x="1" y="0"/>
                </a:cubicBezTo>
                <a:cubicBezTo>
                  <a:pt x="17" y="0"/>
                  <a:pt x="33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7" y="7"/>
                  <a:pt x="44" y="7"/>
                  <a:pt x="42" y="8"/>
                </a:cubicBezTo>
                <a:cubicBezTo>
                  <a:pt x="38" y="8"/>
                  <a:pt x="35" y="10"/>
                  <a:pt x="34" y="15"/>
                </a:cubicBezTo>
                <a:cubicBezTo>
                  <a:pt x="34" y="17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6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8"/>
                  <a:pt x="50" y="129"/>
                  <a:pt x="50" y="131"/>
                </a:cubicBezTo>
                <a:cubicBezTo>
                  <a:pt x="50" y="132"/>
                  <a:pt x="49" y="133"/>
                  <a:pt x="49" y="134"/>
                </a:cubicBezTo>
                <a:cubicBezTo>
                  <a:pt x="33" y="134"/>
                  <a:pt x="17" y="134"/>
                  <a:pt x="0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4" name="Freeform 34">
            <a:extLst xmlns:a="http://schemas.openxmlformats.org/drawingml/2006/main">
              <a:ext uri="{FF2B5EF4-FFF2-40B4-BE49-F238E27FC236}">
                <a16:creationId xmlns:a16="http://schemas.microsoft.com/office/drawing/2014/main" id="{1E8DA7C6-5F28-44A2-A153-716D64F55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237" y="689187"/>
            <a:ext cx="24520" cy="68429"/>
          </a:xfrm>
          <a:custGeom xmlns:a="http://schemas.openxmlformats.org/drawingml/2006/main">
            <a:gdLst>
              <a:gd name="T0" fmla="*/ 0 w 49"/>
              <a:gd name="T1" fmla="*/ 7 h 135"/>
              <a:gd name="T2" fmla="*/ 0 w 49"/>
              <a:gd name="T3" fmla="*/ 0 h 135"/>
              <a:gd name="T4" fmla="*/ 49 w 49"/>
              <a:gd name="T5" fmla="*/ 0 h 135"/>
              <a:gd name="T6" fmla="*/ 49 w 49"/>
              <a:gd name="T7" fmla="*/ 7 h 135"/>
              <a:gd name="T8" fmla="*/ 42 w 49"/>
              <a:gd name="T9" fmla="*/ 8 h 135"/>
              <a:gd name="T10" fmla="*/ 34 w 49"/>
              <a:gd name="T11" fmla="*/ 15 h 135"/>
              <a:gd name="T12" fmla="*/ 33 w 49"/>
              <a:gd name="T13" fmla="*/ 23 h 135"/>
              <a:gd name="T14" fmla="*/ 33 w 49"/>
              <a:gd name="T15" fmla="*/ 113 h 135"/>
              <a:gd name="T16" fmla="*/ 46 w 49"/>
              <a:gd name="T17" fmla="*/ 127 h 135"/>
              <a:gd name="T18" fmla="*/ 49 w 49"/>
              <a:gd name="T19" fmla="*/ 127 h 135"/>
              <a:gd name="T20" fmla="*/ 49 w 49"/>
              <a:gd name="T21" fmla="*/ 134 h 135"/>
              <a:gd name="T22" fmla="*/ 0 w 49"/>
              <a:gd name="T23" fmla="*/ 134 h 135"/>
              <a:gd name="T24" fmla="*/ 0 w 49"/>
              <a:gd name="T25" fmla="*/ 127 h 135"/>
              <a:gd name="T26" fmla="*/ 7 w 49"/>
              <a:gd name="T27" fmla="*/ 126 h 135"/>
              <a:gd name="T28" fmla="*/ 16 w 49"/>
              <a:gd name="T29" fmla="*/ 118 h 135"/>
              <a:gd name="T30" fmla="*/ 16 w 49"/>
              <a:gd name="T31" fmla="*/ 113 h 135"/>
              <a:gd name="T32" fmla="*/ 16 w 49"/>
              <a:gd name="T33" fmla="*/ 20 h 135"/>
              <a:gd name="T34" fmla="*/ 15 w 49"/>
              <a:gd name="T35" fmla="*/ 13 h 135"/>
              <a:gd name="T36" fmla="*/ 9 w 49"/>
              <a:gd name="T37" fmla="*/ 8 h 135"/>
              <a:gd name="T38" fmla="*/ 0 w 49"/>
              <a:gd name="T39" fmla="*/ 7 h 135"/>
            </a:gdLst>
            <a:rect l="0" t="0" r="r" b="b"/>
            <a:pathLst>
              <a:path w="49" h="135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5" y="10"/>
                  <a:pt x="34" y="15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5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45" y="135"/>
                  <a:pt x="9" y="135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5" y="127"/>
                  <a:pt x="7" y="126"/>
                </a:cubicBezTo>
                <a:cubicBezTo>
                  <a:pt x="13" y="126"/>
                  <a:pt x="15" y="124"/>
                  <a:pt x="16" y="118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8"/>
                  <a:pt x="15" y="16"/>
                  <a:pt x="15" y="13"/>
                </a:cubicBezTo>
                <a:cubicBezTo>
                  <a:pt x="14" y="10"/>
                  <a:pt x="12" y="8"/>
                  <a:pt x="9" y="8"/>
                </a:cubicBezTo>
                <a:cubicBezTo>
                  <a:pt x="6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5" name="Freeform 35">
            <a:extLst xmlns:a="http://schemas.openxmlformats.org/drawingml/2006/main">
              <a:ext uri="{FF2B5EF4-FFF2-40B4-BE49-F238E27FC236}">
                <a16:creationId xmlns:a16="http://schemas.microsoft.com/office/drawing/2014/main" id="{DE0F1C84-F712-4164-A3DF-CA647872A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429" y="689187"/>
            <a:ext cx="24520" cy="67859"/>
          </a:xfrm>
          <a:custGeom xmlns:a="http://schemas.openxmlformats.org/drawingml/2006/main">
            <a:gdLst>
              <a:gd name="T0" fmla="*/ 0 w 49"/>
              <a:gd name="T1" fmla="*/ 7 h 134"/>
              <a:gd name="T2" fmla="*/ 0 w 49"/>
              <a:gd name="T3" fmla="*/ 0 h 134"/>
              <a:gd name="T4" fmla="*/ 49 w 49"/>
              <a:gd name="T5" fmla="*/ 0 h 134"/>
              <a:gd name="T6" fmla="*/ 49 w 49"/>
              <a:gd name="T7" fmla="*/ 7 h 134"/>
              <a:gd name="T8" fmla="*/ 42 w 49"/>
              <a:gd name="T9" fmla="*/ 8 h 134"/>
              <a:gd name="T10" fmla="*/ 34 w 49"/>
              <a:gd name="T11" fmla="*/ 15 h 134"/>
              <a:gd name="T12" fmla="*/ 33 w 49"/>
              <a:gd name="T13" fmla="*/ 23 h 134"/>
              <a:gd name="T14" fmla="*/ 33 w 49"/>
              <a:gd name="T15" fmla="*/ 112 h 134"/>
              <a:gd name="T16" fmla="*/ 34 w 49"/>
              <a:gd name="T17" fmla="*/ 120 h 134"/>
              <a:gd name="T18" fmla="*/ 40 w 49"/>
              <a:gd name="T19" fmla="*/ 126 h 134"/>
              <a:gd name="T20" fmla="*/ 49 w 49"/>
              <a:gd name="T21" fmla="*/ 127 h 134"/>
              <a:gd name="T22" fmla="*/ 49 w 49"/>
              <a:gd name="T23" fmla="*/ 134 h 134"/>
              <a:gd name="T24" fmla="*/ 0 w 49"/>
              <a:gd name="T25" fmla="*/ 134 h 134"/>
              <a:gd name="T26" fmla="*/ 0 w 49"/>
              <a:gd name="T27" fmla="*/ 127 h 134"/>
              <a:gd name="T28" fmla="*/ 8 w 49"/>
              <a:gd name="T29" fmla="*/ 126 h 134"/>
              <a:gd name="T30" fmla="*/ 15 w 49"/>
              <a:gd name="T31" fmla="*/ 119 h 134"/>
              <a:gd name="T32" fmla="*/ 16 w 49"/>
              <a:gd name="T33" fmla="*/ 110 h 134"/>
              <a:gd name="T34" fmla="*/ 16 w 49"/>
              <a:gd name="T35" fmla="*/ 25 h 134"/>
              <a:gd name="T36" fmla="*/ 15 w 49"/>
              <a:gd name="T37" fmla="*/ 15 h 134"/>
              <a:gd name="T38" fmla="*/ 8 w 49"/>
              <a:gd name="T39" fmla="*/ 8 h 134"/>
              <a:gd name="T40" fmla="*/ 0 w 49"/>
              <a:gd name="T41" fmla="*/ 7 h 134"/>
            </a:gdLst>
            <a:rect l="0" t="0" r="r" b="b"/>
            <a:pathLst>
              <a:path w="49" h="134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4" y="10"/>
                  <a:pt x="34" y="15"/>
                </a:cubicBezTo>
                <a:cubicBezTo>
                  <a:pt x="33" y="18"/>
                  <a:pt x="33" y="21"/>
                  <a:pt x="33" y="23"/>
                </a:cubicBezTo>
                <a:cubicBezTo>
                  <a:pt x="33" y="53"/>
                  <a:pt x="33" y="83"/>
                  <a:pt x="33" y="112"/>
                </a:cubicBezTo>
                <a:cubicBezTo>
                  <a:pt x="33" y="115"/>
                  <a:pt x="33" y="118"/>
                  <a:pt x="34" y="120"/>
                </a:cubicBezTo>
                <a:cubicBezTo>
                  <a:pt x="34" y="124"/>
                  <a:pt x="36" y="126"/>
                  <a:pt x="40" y="126"/>
                </a:cubicBezTo>
                <a:cubicBezTo>
                  <a:pt x="43" y="126"/>
                  <a:pt x="45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33" y="134"/>
                  <a:pt x="1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8" y="126"/>
                </a:cubicBezTo>
                <a:cubicBezTo>
                  <a:pt x="13" y="125"/>
                  <a:pt x="15" y="123"/>
                  <a:pt x="15" y="119"/>
                </a:cubicBezTo>
                <a:cubicBezTo>
                  <a:pt x="16" y="116"/>
                  <a:pt x="16" y="113"/>
                  <a:pt x="16" y="110"/>
                </a:cubicBezTo>
                <a:cubicBezTo>
                  <a:pt x="16" y="81"/>
                  <a:pt x="16" y="53"/>
                  <a:pt x="16" y="25"/>
                </a:cubicBezTo>
                <a:cubicBezTo>
                  <a:pt x="16" y="21"/>
                  <a:pt x="16" y="18"/>
                  <a:pt x="15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8" name="Freeform 9">
            <a:extLst xmlns:a="http://schemas.openxmlformats.org/drawingml/2006/main">
              <a:ext uri="{FF2B5EF4-FFF2-40B4-BE49-F238E27FC236}">
                <a16:creationId xmlns:a16="http://schemas.microsoft.com/office/drawing/2014/main" id="{677DF95E-9EC9-4199-AE11-BB39EE204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4981" y="365289"/>
            <a:ext cx="164800" cy="184188"/>
          </a:xfrm>
          <a:custGeom xmlns:a="http://schemas.openxmlformats.org/drawingml/2006/main">
            <a:gdLst>
              <a:gd name="T0" fmla="*/ 324 w 325"/>
              <a:gd name="T1" fmla="*/ 106 h 363"/>
              <a:gd name="T2" fmla="*/ 283 w 325"/>
              <a:gd name="T3" fmla="*/ 179 h 363"/>
              <a:gd name="T4" fmla="*/ 247 w 325"/>
              <a:gd name="T5" fmla="*/ 214 h 363"/>
              <a:gd name="T6" fmla="*/ 241 w 325"/>
              <a:gd name="T7" fmla="*/ 228 h 363"/>
              <a:gd name="T8" fmla="*/ 271 w 325"/>
              <a:gd name="T9" fmla="*/ 230 h 363"/>
              <a:gd name="T10" fmla="*/ 282 w 325"/>
              <a:gd name="T11" fmla="*/ 240 h 363"/>
              <a:gd name="T12" fmla="*/ 269 w 325"/>
              <a:gd name="T13" fmla="*/ 277 h 363"/>
              <a:gd name="T14" fmla="*/ 223 w 325"/>
              <a:gd name="T15" fmla="*/ 316 h 363"/>
              <a:gd name="T16" fmla="*/ 176 w 325"/>
              <a:gd name="T17" fmla="*/ 340 h 363"/>
              <a:gd name="T18" fmla="*/ 160 w 325"/>
              <a:gd name="T19" fmla="*/ 339 h 363"/>
              <a:gd name="T20" fmla="*/ 165 w 325"/>
              <a:gd name="T21" fmla="*/ 329 h 363"/>
              <a:gd name="T22" fmla="*/ 195 w 325"/>
              <a:gd name="T23" fmla="*/ 302 h 363"/>
              <a:gd name="T24" fmla="*/ 214 w 325"/>
              <a:gd name="T25" fmla="*/ 282 h 363"/>
              <a:gd name="T26" fmla="*/ 223 w 325"/>
              <a:gd name="T27" fmla="*/ 265 h 363"/>
              <a:gd name="T28" fmla="*/ 220 w 325"/>
              <a:gd name="T29" fmla="*/ 257 h 363"/>
              <a:gd name="T30" fmla="*/ 179 w 325"/>
              <a:gd name="T31" fmla="*/ 289 h 363"/>
              <a:gd name="T32" fmla="*/ 106 w 325"/>
              <a:gd name="T33" fmla="*/ 335 h 363"/>
              <a:gd name="T34" fmla="*/ 20 w 325"/>
              <a:gd name="T35" fmla="*/ 363 h 363"/>
              <a:gd name="T36" fmla="*/ 4 w 325"/>
              <a:gd name="T37" fmla="*/ 360 h 363"/>
              <a:gd name="T38" fmla="*/ 78 w 325"/>
              <a:gd name="T39" fmla="*/ 306 h 363"/>
              <a:gd name="T40" fmla="*/ 102 w 325"/>
              <a:gd name="T41" fmla="*/ 295 h 363"/>
              <a:gd name="T42" fmla="*/ 208 w 325"/>
              <a:gd name="T43" fmla="*/ 238 h 363"/>
              <a:gd name="T44" fmla="*/ 207 w 325"/>
              <a:gd name="T45" fmla="*/ 232 h 363"/>
              <a:gd name="T46" fmla="*/ 171 w 325"/>
              <a:gd name="T47" fmla="*/ 243 h 363"/>
              <a:gd name="T48" fmla="*/ 163 w 325"/>
              <a:gd name="T49" fmla="*/ 239 h 363"/>
              <a:gd name="T50" fmla="*/ 170 w 325"/>
              <a:gd name="T51" fmla="*/ 226 h 363"/>
              <a:gd name="T52" fmla="*/ 154 w 325"/>
              <a:gd name="T53" fmla="*/ 206 h 363"/>
              <a:gd name="T54" fmla="*/ 122 w 325"/>
              <a:gd name="T55" fmla="*/ 224 h 363"/>
              <a:gd name="T56" fmla="*/ 99 w 325"/>
              <a:gd name="T57" fmla="*/ 236 h 363"/>
              <a:gd name="T58" fmla="*/ 100 w 325"/>
              <a:gd name="T59" fmla="*/ 222 h 363"/>
              <a:gd name="T60" fmla="*/ 116 w 325"/>
              <a:gd name="T61" fmla="*/ 204 h 363"/>
              <a:gd name="T62" fmla="*/ 118 w 325"/>
              <a:gd name="T63" fmla="*/ 183 h 363"/>
              <a:gd name="T64" fmla="*/ 116 w 325"/>
              <a:gd name="T65" fmla="*/ 174 h 363"/>
              <a:gd name="T66" fmla="*/ 143 w 325"/>
              <a:gd name="T67" fmla="*/ 167 h 363"/>
              <a:gd name="T68" fmla="*/ 158 w 325"/>
              <a:gd name="T69" fmla="*/ 145 h 363"/>
              <a:gd name="T70" fmla="*/ 147 w 325"/>
              <a:gd name="T71" fmla="*/ 144 h 363"/>
              <a:gd name="T72" fmla="*/ 132 w 325"/>
              <a:gd name="T73" fmla="*/ 141 h 363"/>
              <a:gd name="T74" fmla="*/ 141 w 325"/>
              <a:gd name="T75" fmla="*/ 129 h 363"/>
              <a:gd name="T76" fmla="*/ 140 w 325"/>
              <a:gd name="T77" fmla="*/ 115 h 363"/>
              <a:gd name="T78" fmla="*/ 112 w 325"/>
              <a:gd name="T79" fmla="*/ 96 h 363"/>
              <a:gd name="T80" fmla="*/ 127 w 325"/>
              <a:gd name="T81" fmla="*/ 92 h 363"/>
              <a:gd name="T82" fmla="*/ 167 w 325"/>
              <a:gd name="T83" fmla="*/ 81 h 363"/>
              <a:gd name="T84" fmla="*/ 203 w 325"/>
              <a:gd name="T85" fmla="*/ 36 h 363"/>
              <a:gd name="T86" fmla="*/ 204 w 325"/>
              <a:gd name="T87" fmla="*/ 10 h 363"/>
              <a:gd name="T88" fmla="*/ 216 w 325"/>
              <a:gd name="T89" fmla="*/ 3 h 363"/>
              <a:gd name="T90" fmla="*/ 224 w 325"/>
              <a:gd name="T91" fmla="*/ 56 h 363"/>
              <a:gd name="T92" fmla="*/ 205 w 325"/>
              <a:gd name="T93" fmla="*/ 91 h 363"/>
              <a:gd name="T94" fmla="*/ 208 w 325"/>
              <a:gd name="T95" fmla="*/ 105 h 363"/>
              <a:gd name="T96" fmla="*/ 267 w 325"/>
              <a:gd name="T97" fmla="*/ 87 h 363"/>
              <a:gd name="T98" fmla="*/ 297 w 325"/>
              <a:gd name="T99" fmla="*/ 85 h 363"/>
              <a:gd name="T100" fmla="*/ 309 w 325"/>
              <a:gd name="T101" fmla="*/ 86 h 363"/>
              <a:gd name="T102" fmla="*/ 325 w 325"/>
              <a:gd name="T103" fmla="*/ 104 h 363"/>
              <a:gd name="T104" fmla="*/ 198 w 325"/>
              <a:gd name="T105" fmla="*/ 126 h 363"/>
              <a:gd name="T106" fmla="*/ 164 w 325"/>
              <a:gd name="T107" fmla="*/ 175 h 363"/>
              <a:gd name="T108" fmla="*/ 181 w 325"/>
              <a:gd name="T109" fmla="*/ 191 h 363"/>
              <a:gd name="T110" fmla="*/ 186 w 325"/>
              <a:gd name="T111" fmla="*/ 173 h 363"/>
              <a:gd name="T112" fmla="*/ 199 w 325"/>
              <a:gd name="T113" fmla="*/ 170 h 363"/>
              <a:gd name="T114" fmla="*/ 206 w 325"/>
              <a:gd name="T115" fmla="*/ 204 h 363"/>
              <a:gd name="T116" fmla="*/ 217 w 325"/>
              <a:gd name="T117" fmla="*/ 206 h 363"/>
              <a:gd name="T118" fmla="*/ 229 w 325"/>
              <a:gd name="T119" fmla="*/ 188 h 363"/>
              <a:gd name="T120" fmla="*/ 261 w 325"/>
              <a:gd name="T121" fmla="*/ 141 h 363"/>
              <a:gd name="T122" fmla="*/ 250 w 325"/>
              <a:gd name="T123" fmla="*/ 134 h 363"/>
              <a:gd name="T124" fmla="*/ 206 w 325"/>
              <a:gd name="T125" fmla="*/ 122 h 363"/>
            </a:gdLst>
            <a:rect l="0" t="0" r="r" b="b"/>
            <a:pathLst>
              <a:path w="325" h="363">
                <a:moveTo>
                  <a:pt x="325" y="104"/>
                </a:moveTo>
                <a:cubicBezTo>
                  <a:pt x="325" y="104"/>
                  <a:pt x="324" y="105"/>
                  <a:pt x="324" y="106"/>
                </a:cubicBezTo>
                <a:cubicBezTo>
                  <a:pt x="323" y="108"/>
                  <a:pt x="323" y="111"/>
                  <a:pt x="322" y="114"/>
                </a:cubicBezTo>
                <a:cubicBezTo>
                  <a:pt x="312" y="138"/>
                  <a:pt x="300" y="160"/>
                  <a:pt x="283" y="179"/>
                </a:cubicBezTo>
                <a:cubicBezTo>
                  <a:pt x="275" y="188"/>
                  <a:pt x="267" y="197"/>
                  <a:pt x="259" y="205"/>
                </a:cubicBezTo>
                <a:cubicBezTo>
                  <a:pt x="255" y="209"/>
                  <a:pt x="251" y="211"/>
                  <a:pt x="247" y="214"/>
                </a:cubicBezTo>
                <a:cubicBezTo>
                  <a:pt x="244" y="217"/>
                  <a:pt x="241" y="219"/>
                  <a:pt x="239" y="223"/>
                </a:cubicBezTo>
                <a:cubicBezTo>
                  <a:pt x="237" y="226"/>
                  <a:pt x="238" y="227"/>
                  <a:pt x="241" y="228"/>
                </a:cubicBezTo>
                <a:cubicBezTo>
                  <a:pt x="243" y="228"/>
                  <a:pt x="245" y="228"/>
                  <a:pt x="246" y="228"/>
                </a:cubicBezTo>
                <a:cubicBezTo>
                  <a:pt x="255" y="229"/>
                  <a:pt x="263" y="230"/>
                  <a:pt x="271" y="230"/>
                </a:cubicBezTo>
                <a:cubicBezTo>
                  <a:pt x="272" y="230"/>
                  <a:pt x="274" y="231"/>
                  <a:pt x="275" y="231"/>
                </a:cubicBezTo>
                <a:cubicBezTo>
                  <a:pt x="280" y="233"/>
                  <a:pt x="282" y="235"/>
                  <a:pt x="282" y="240"/>
                </a:cubicBezTo>
                <a:cubicBezTo>
                  <a:pt x="283" y="247"/>
                  <a:pt x="282" y="253"/>
                  <a:pt x="279" y="259"/>
                </a:cubicBezTo>
                <a:cubicBezTo>
                  <a:pt x="277" y="265"/>
                  <a:pt x="273" y="271"/>
                  <a:pt x="269" y="277"/>
                </a:cubicBezTo>
                <a:cubicBezTo>
                  <a:pt x="260" y="289"/>
                  <a:pt x="248" y="298"/>
                  <a:pt x="237" y="307"/>
                </a:cubicBezTo>
                <a:cubicBezTo>
                  <a:pt x="233" y="311"/>
                  <a:pt x="228" y="314"/>
                  <a:pt x="223" y="316"/>
                </a:cubicBezTo>
                <a:cubicBezTo>
                  <a:pt x="213" y="321"/>
                  <a:pt x="203" y="327"/>
                  <a:pt x="193" y="332"/>
                </a:cubicBezTo>
                <a:cubicBezTo>
                  <a:pt x="187" y="334"/>
                  <a:pt x="182" y="337"/>
                  <a:pt x="176" y="340"/>
                </a:cubicBezTo>
                <a:cubicBezTo>
                  <a:pt x="173" y="341"/>
                  <a:pt x="169" y="341"/>
                  <a:pt x="166" y="342"/>
                </a:cubicBezTo>
                <a:cubicBezTo>
                  <a:pt x="164" y="342"/>
                  <a:pt x="161" y="341"/>
                  <a:pt x="160" y="339"/>
                </a:cubicBezTo>
                <a:cubicBezTo>
                  <a:pt x="159" y="337"/>
                  <a:pt x="160" y="335"/>
                  <a:pt x="162" y="333"/>
                </a:cubicBezTo>
                <a:cubicBezTo>
                  <a:pt x="163" y="332"/>
                  <a:pt x="164" y="330"/>
                  <a:pt x="165" y="329"/>
                </a:cubicBezTo>
                <a:cubicBezTo>
                  <a:pt x="173" y="323"/>
                  <a:pt x="181" y="316"/>
                  <a:pt x="189" y="310"/>
                </a:cubicBezTo>
                <a:cubicBezTo>
                  <a:pt x="192" y="307"/>
                  <a:pt x="194" y="305"/>
                  <a:pt x="195" y="302"/>
                </a:cubicBezTo>
                <a:cubicBezTo>
                  <a:pt x="196" y="300"/>
                  <a:pt x="198" y="297"/>
                  <a:pt x="200" y="295"/>
                </a:cubicBezTo>
                <a:cubicBezTo>
                  <a:pt x="205" y="291"/>
                  <a:pt x="210" y="287"/>
                  <a:pt x="214" y="282"/>
                </a:cubicBezTo>
                <a:cubicBezTo>
                  <a:pt x="217" y="280"/>
                  <a:pt x="218" y="278"/>
                  <a:pt x="219" y="275"/>
                </a:cubicBezTo>
                <a:cubicBezTo>
                  <a:pt x="219" y="271"/>
                  <a:pt x="221" y="268"/>
                  <a:pt x="223" y="265"/>
                </a:cubicBezTo>
                <a:cubicBezTo>
                  <a:pt x="225" y="263"/>
                  <a:pt x="227" y="261"/>
                  <a:pt x="229" y="259"/>
                </a:cubicBezTo>
                <a:cubicBezTo>
                  <a:pt x="227" y="256"/>
                  <a:pt x="224" y="256"/>
                  <a:pt x="220" y="257"/>
                </a:cubicBezTo>
                <a:cubicBezTo>
                  <a:pt x="212" y="260"/>
                  <a:pt x="205" y="264"/>
                  <a:pt x="199" y="270"/>
                </a:cubicBezTo>
                <a:cubicBezTo>
                  <a:pt x="192" y="276"/>
                  <a:pt x="186" y="282"/>
                  <a:pt x="179" y="289"/>
                </a:cubicBezTo>
                <a:cubicBezTo>
                  <a:pt x="169" y="299"/>
                  <a:pt x="157" y="307"/>
                  <a:pt x="144" y="314"/>
                </a:cubicBezTo>
                <a:cubicBezTo>
                  <a:pt x="131" y="320"/>
                  <a:pt x="119" y="328"/>
                  <a:pt x="106" y="335"/>
                </a:cubicBezTo>
                <a:cubicBezTo>
                  <a:pt x="89" y="344"/>
                  <a:pt x="72" y="352"/>
                  <a:pt x="53" y="357"/>
                </a:cubicBezTo>
                <a:cubicBezTo>
                  <a:pt x="43" y="361"/>
                  <a:pt x="32" y="363"/>
                  <a:pt x="20" y="363"/>
                </a:cubicBezTo>
                <a:cubicBezTo>
                  <a:pt x="16" y="362"/>
                  <a:pt x="12" y="361"/>
                  <a:pt x="7" y="361"/>
                </a:cubicBezTo>
                <a:cubicBezTo>
                  <a:pt x="6" y="361"/>
                  <a:pt x="5" y="360"/>
                  <a:pt x="4" y="360"/>
                </a:cubicBezTo>
                <a:cubicBezTo>
                  <a:pt x="0" y="358"/>
                  <a:pt x="0" y="355"/>
                  <a:pt x="4" y="352"/>
                </a:cubicBezTo>
                <a:cubicBezTo>
                  <a:pt x="28" y="337"/>
                  <a:pt x="53" y="321"/>
                  <a:pt x="78" y="306"/>
                </a:cubicBezTo>
                <a:cubicBezTo>
                  <a:pt x="84" y="302"/>
                  <a:pt x="91" y="298"/>
                  <a:pt x="98" y="297"/>
                </a:cubicBezTo>
                <a:cubicBezTo>
                  <a:pt x="100" y="296"/>
                  <a:pt x="101" y="295"/>
                  <a:pt x="102" y="295"/>
                </a:cubicBezTo>
                <a:cubicBezTo>
                  <a:pt x="135" y="275"/>
                  <a:pt x="169" y="257"/>
                  <a:pt x="204" y="241"/>
                </a:cubicBezTo>
                <a:cubicBezTo>
                  <a:pt x="205" y="240"/>
                  <a:pt x="207" y="239"/>
                  <a:pt x="208" y="238"/>
                </a:cubicBezTo>
                <a:cubicBezTo>
                  <a:pt x="209" y="237"/>
                  <a:pt x="210" y="235"/>
                  <a:pt x="210" y="234"/>
                </a:cubicBezTo>
                <a:cubicBezTo>
                  <a:pt x="210" y="233"/>
                  <a:pt x="208" y="232"/>
                  <a:pt x="207" y="232"/>
                </a:cubicBezTo>
                <a:cubicBezTo>
                  <a:pt x="201" y="231"/>
                  <a:pt x="196" y="233"/>
                  <a:pt x="190" y="235"/>
                </a:cubicBezTo>
                <a:cubicBezTo>
                  <a:pt x="184" y="238"/>
                  <a:pt x="178" y="240"/>
                  <a:pt x="171" y="243"/>
                </a:cubicBezTo>
                <a:cubicBezTo>
                  <a:pt x="170" y="243"/>
                  <a:pt x="169" y="244"/>
                  <a:pt x="168" y="244"/>
                </a:cubicBezTo>
                <a:cubicBezTo>
                  <a:pt x="164" y="244"/>
                  <a:pt x="163" y="244"/>
                  <a:pt x="163" y="239"/>
                </a:cubicBezTo>
                <a:cubicBezTo>
                  <a:pt x="163" y="236"/>
                  <a:pt x="164" y="233"/>
                  <a:pt x="166" y="231"/>
                </a:cubicBezTo>
                <a:cubicBezTo>
                  <a:pt x="167" y="229"/>
                  <a:pt x="169" y="228"/>
                  <a:pt x="170" y="226"/>
                </a:cubicBezTo>
                <a:cubicBezTo>
                  <a:pt x="172" y="222"/>
                  <a:pt x="172" y="218"/>
                  <a:pt x="168" y="215"/>
                </a:cubicBezTo>
                <a:cubicBezTo>
                  <a:pt x="164" y="212"/>
                  <a:pt x="159" y="209"/>
                  <a:pt x="154" y="206"/>
                </a:cubicBezTo>
                <a:cubicBezTo>
                  <a:pt x="148" y="203"/>
                  <a:pt x="143" y="205"/>
                  <a:pt x="138" y="210"/>
                </a:cubicBezTo>
                <a:cubicBezTo>
                  <a:pt x="133" y="215"/>
                  <a:pt x="128" y="219"/>
                  <a:pt x="122" y="224"/>
                </a:cubicBezTo>
                <a:cubicBezTo>
                  <a:pt x="118" y="228"/>
                  <a:pt x="112" y="231"/>
                  <a:pt x="107" y="235"/>
                </a:cubicBezTo>
                <a:cubicBezTo>
                  <a:pt x="105" y="236"/>
                  <a:pt x="102" y="238"/>
                  <a:pt x="99" y="236"/>
                </a:cubicBezTo>
                <a:cubicBezTo>
                  <a:pt x="97" y="234"/>
                  <a:pt x="97" y="231"/>
                  <a:pt x="98" y="229"/>
                </a:cubicBezTo>
                <a:cubicBezTo>
                  <a:pt x="98" y="226"/>
                  <a:pt x="99" y="224"/>
                  <a:pt x="100" y="222"/>
                </a:cubicBezTo>
                <a:cubicBezTo>
                  <a:pt x="102" y="219"/>
                  <a:pt x="105" y="217"/>
                  <a:pt x="107" y="214"/>
                </a:cubicBezTo>
                <a:cubicBezTo>
                  <a:pt x="110" y="211"/>
                  <a:pt x="113" y="208"/>
                  <a:pt x="116" y="204"/>
                </a:cubicBezTo>
                <a:cubicBezTo>
                  <a:pt x="118" y="202"/>
                  <a:pt x="119" y="198"/>
                  <a:pt x="120" y="195"/>
                </a:cubicBezTo>
                <a:cubicBezTo>
                  <a:pt x="122" y="191"/>
                  <a:pt x="122" y="187"/>
                  <a:pt x="118" y="183"/>
                </a:cubicBezTo>
                <a:cubicBezTo>
                  <a:pt x="116" y="182"/>
                  <a:pt x="115" y="181"/>
                  <a:pt x="115" y="179"/>
                </a:cubicBezTo>
                <a:cubicBezTo>
                  <a:pt x="113" y="177"/>
                  <a:pt x="113" y="175"/>
                  <a:pt x="116" y="174"/>
                </a:cubicBezTo>
                <a:cubicBezTo>
                  <a:pt x="123" y="173"/>
                  <a:pt x="130" y="171"/>
                  <a:pt x="137" y="170"/>
                </a:cubicBezTo>
                <a:cubicBezTo>
                  <a:pt x="140" y="170"/>
                  <a:pt x="141" y="169"/>
                  <a:pt x="143" y="167"/>
                </a:cubicBezTo>
                <a:cubicBezTo>
                  <a:pt x="146" y="163"/>
                  <a:pt x="150" y="159"/>
                  <a:pt x="153" y="155"/>
                </a:cubicBezTo>
                <a:cubicBezTo>
                  <a:pt x="155" y="152"/>
                  <a:pt x="157" y="149"/>
                  <a:pt x="158" y="145"/>
                </a:cubicBezTo>
                <a:cubicBezTo>
                  <a:pt x="159" y="141"/>
                  <a:pt x="157" y="140"/>
                  <a:pt x="154" y="141"/>
                </a:cubicBezTo>
                <a:cubicBezTo>
                  <a:pt x="151" y="141"/>
                  <a:pt x="149" y="142"/>
                  <a:pt x="147" y="144"/>
                </a:cubicBezTo>
                <a:cubicBezTo>
                  <a:pt x="144" y="146"/>
                  <a:pt x="140" y="146"/>
                  <a:pt x="137" y="145"/>
                </a:cubicBezTo>
                <a:cubicBezTo>
                  <a:pt x="134" y="145"/>
                  <a:pt x="133" y="144"/>
                  <a:pt x="132" y="141"/>
                </a:cubicBezTo>
                <a:cubicBezTo>
                  <a:pt x="132" y="139"/>
                  <a:pt x="132" y="137"/>
                  <a:pt x="134" y="135"/>
                </a:cubicBezTo>
                <a:cubicBezTo>
                  <a:pt x="137" y="133"/>
                  <a:pt x="139" y="131"/>
                  <a:pt x="141" y="129"/>
                </a:cubicBezTo>
                <a:cubicBezTo>
                  <a:pt x="143" y="126"/>
                  <a:pt x="144" y="123"/>
                  <a:pt x="144" y="119"/>
                </a:cubicBezTo>
                <a:cubicBezTo>
                  <a:pt x="144" y="116"/>
                  <a:pt x="143" y="115"/>
                  <a:pt x="140" y="115"/>
                </a:cubicBezTo>
                <a:cubicBezTo>
                  <a:pt x="136" y="115"/>
                  <a:pt x="132" y="115"/>
                  <a:pt x="129" y="114"/>
                </a:cubicBezTo>
                <a:cubicBezTo>
                  <a:pt x="119" y="112"/>
                  <a:pt x="114" y="106"/>
                  <a:pt x="112" y="96"/>
                </a:cubicBezTo>
                <a:cubicBezTo>
                  <a:pt x="112" y="91"/>
                  <a:pt x="113" y="90"/>
                  <a:pt x="118" y="91"/>
                </a:cubicBezTo>
                <a:cubicBezTo>
                  <a:pt x="121" y="91"/>
                  <a:pt x="124" y="91"/>
                  <a:pt x="127" y="92"/>
                </a:cubicBezTo>
                <a:cubicBezTo>
                  <a:pt x="137" y="93"/>
                  <a:pt x="146" y="92"/>
                  <a:pt x="155" y="86"/>
                </a:cubicBezTo>
                <a:cubicBezTo>
                  <a:pt x="158" y="83"/>
                  <a:pt x="163" y="82"/>
                  <a:pt x="167" y="81"/>
                </a:cubicBezTo>
                <a:cubicBezTo>
                  <a:pt x="174" y="79"/>
                  <a:pt x="180" y="76"/>
                  <a:pt x="184" y="70"/>
                </a:cubicBezTo>
                <a:cubicBezTo>
                  <a:pt x="193" y="60"/>
                  <a:pt x="200" y="49"/>
                  <a:pt x="203" y="36"/>
                </a:cubicBezTo>
                <a:cubicBezTo>
                  <a:pt x="204" y="30"/>
                  <a:pt x="205" y="23"/>
                  <a:pt x="205" y="17"/>
                </a:cubicBezTo>
                <a:cubicBezTo>
                  <a:pt x="204" y="15"/>
                  <a:pt x="204" y="13"/>
                  <a:pt x="204" y="10"/>
                </a:cubicBezTo>
                <a:cubicBezTo>
                  <a:pt x="204" y="7"/>
                  <a:pt x="204" y="4"/>
                  <a:pt x="207" y="2"/>
                </a:cubicBezTo>
                <a:cubicBezTo>
                  <a:pt x="211" y="0"/>
                  <a:pt x="213" y="2"/>
                  <a:pt x="216" y="3"/>
                </a:cubicBezTo>
                <a:cubicBezTo>
                  <a:pt x="230" y="11"/>
                  <a:pt x="236" y="28"/>
                  <a:pt x="230" y="43"/>
                </a:cubicBezTo>
                <a:cubicBezTo>
                  <a:pt x="229" y="48"/>
                  <a:pt x="226" y="52"/>
                  <a:pt x="224" y="56"/>
                </a:cubicBezTo>
                <a:cubicBezTo>
                  <a:pt x="219" y="64"/>
                  <a:pt x="214" y="72"/>
                  <a:pt x="209" y="80"/>
                </a:cubicBezTo>
                <a:cubicBezTo>
                  <a:pt x="207" y="83"/>
                  <a:pt x="206" y="87"/>
                  <a:pt x="205" y="91"/>
                </a:cubicBezTo>
                <a:cubicBezTo>
                  <a:pt x="204" y="93"/>
                  <a:pt x="203" y="95"/>
                  <a:pt x="203" y="98"/>
                </a:cubicBezTo>
                <a:cubicBezTo>
                  <a:pt x="203" y="102"/>
                  <a:pt x="205" y="104"/>
                  <a:pt x="208" y="105"/>
                </a:cubicBezTo>
                <a:cubicBezTo>
                  <a:pt x="213" y="106"/>
                  <a:pt x="217" y="105"/>
                  <a:pt x="221" y="104"/>
                </a:cubicBezTo>
                <a:cubicBezTo>
                  <a:pt x="236" y="97"/>
                  <a:pt x="251" y="91"/>
                  <a:pt x="267" y="87"/>
                </a:cubicBezTo>
                <a:cubicBezTo>
                  <a:pt x="274" y="85"/>
                  <a:pt x="280" y="84"/>
                  <a:pt x="287" y="82"/>
                </a:cubicBezTo>
                <a:cubicBezTo>
                  <a:pt x="290" y="82"/>
                  <a:pt x="294" y="82"/>
                  <a:pt x="297" y="85"/>
                </a:cubicBezTo>
                <a:cubicBezTo>
                  <a:pt x="299" y="86"/>
                  <a:pt x="301" y="86"/>
                  <a:pt x="304" y="86"/>
                </a:cubicBezTo>
                <a:cubicBezTo>
                  <a:pt x="305" y="87"/>
                  <a:pt x="307" y="86"/>
                  <a:pt x="309" y="86"/>
                </a:cubicBezTo>
                <a:cubicBezTo>
                  <a:pt x="317" y="86"/>
                  <a:pt x="323" y="89"/>
                  <a:pt x="325" y="97"/>
                </a:cubicBezTo>
                <a:cubicBezTo>
                  <a:pt x="325" y="99"/>
                  <a:pt x="325" y="101"/>
                  <a:pt x="325" y="104"/>
                </a:cubicBezTo>
                <a:close/>
                <a:moveTo>
                  <a:pt x="206" y="122"/>
                </a:moveTo>
                <a:cubicBezTo>
                  <a:pt x="203" y="122"/>
                  <a:pt x="200" y="123"/>
                  <a:pt x="198" y="126"/>
                </a:cubicBezTo>
                <a:cubicBezTo>
                  <a:pt x="189" y="138"/>
                  <a:pt x="179" y="150"/>
                  <a:pt x="169" y="162"/>
                </a:cubicBezTo>
                <a:cubicBezTo>
                  <a:pt x="166" y="166"/>
                  <a:pt x="164" y="170"/>
                  <a:pt x="164" y="175"/>
                </a:cubicBezTo>
                <a:cubicBezTo>
                  <a:pt x="162" y="184"/>
                  <a:pt x="165" y="188"/>
                  <a:pt x="173" y="193"/>
                </a:cubicBezTo>
                <a:cubicBezTo>
                  <a:pt x="176" y="195"/>
                  <a:pt x="179" y="194"/>
                  <a:pt x="181" y="191"/>
                </a:cubicBezTo>
                <a:cubicBezTo>
                  <a:pt x="183" y="188"/>
                  <a:pt x="183" y="186"/>
                  <a:pt x="184" y="183"/>
                </a:cubicBezTo>
                <a:cubicBezTo>
                  <a:pt x="185" y="180"/>
                  <a:pt x="185" y="176"/>
                  <a:pt x="186" y="173"/>
                </a:cubicBezTo>
                <a:cubicBezTo>
                  <a:pt x="187" y="171"/>
                  <a:pt x="188" y="168"/>
                  <a:pt x="190" y="167"/>
                </a:cubicBezTo>
                <a:cubicBezTo>
                  <a:pt x="194" y="164"/>
                  <a:pt x="197" y="165"/>
                  <a:pt x="199" y="170"/>
                </a:cubicBezTo>
                <a:cubicBezTo>
                  <a:pt x="199" y="171"/>
                  <a:pt x="199" y="171"/>
                  <a:pt x="199" y="172"/>
                </a:cubicBezTo>
                <a:cubicBezTo>
                  <a:pt x="202" y="183"/>
                  <a:pt x="205" y="193"/>
                  <a:pt x="206" y="204"/>
                </a:cubicBezTo>
                <a:cubicBezTo>
                  <a:pt x="206" y="206"/>
                  <a:pt x="207" y="209"/>
                  <a:pt x="210" y="210"/>
                </a:cubicBezTo>
                <a:cubicBezTo>
                  <a:pt x="214" y="210"/>
                  <a:pt x="215" y="208"/>
                  <a:pt x="217" y="206"/>
                </a:cubicBezTo>
                <a:cubicBezTo>
                  <a:pt x="217" y="205"/>
                  <a:pt x="217" y="205"/>
                  <a:pt x="218" y="204"/>
                </a:cubicBezTo>
                <a:cubicBezTo>
                  <a:pt x="221" y="199"/>
                  <a:pt x="225" y="193"/>
                  <a:pt x="229" y="188"/>
                </a:cubicBezTo>
                <a:cubicBezTo>
                  <a:pt x="237" y="177"/>
                  <a:pt x="246" y="167"/>
                  <a:pt x="255" y="157"/>
                </a:cubicBezTo>
                <a:cubicBezTo>
                  <a:pt x="259" y="152"/>
                  <a:pt x="261" y="147"/>
                  <a:pt x="261" y="141"/>
                </a:cubicBezTo>
                <a:cubicBezTo>
                  <a:pt x="261" y="137"/>
                  <a:pt x="259" y="135"/>
                  <a:pt x="255" y="134"/>
                </a:cubicBezTo>
                <a:cubicBezTo>
                  <a:pt x="253" y="134"/>
                  <a:pt x="251" y="134"/>
                  <a:pt x="250" y="134"/>
                </a:cubicBezTo>
                <a:cubicBezTo>
                  <a:pt x="240" y="131"/>
                  <a:pt x="231" y="129"/>
                  <a:pt x="221" y="126"/>
                </a:cubicBezTo>
                <a:cubicBezTo>
                  <a:pt x="216" y="125"/>
                  <a:pt x="211" y="123"/>
                  <a:pt x="206" y="1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9" name="Freeform 10">
            <a:extLst xmlns:a="http://schemas.openxmlformats.org/drawingml/2006/main">
              <a:ext uri="{FF2B5EF4-FFF2-40B4-BE49-F238E27FC236}">
                <a16:creationId xmlns:a16="http://schemas.microsoft.com/office/drawing/2014/main" id="{323DAD19-51C1-4D50-BEBF-8900911FA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8190" y="398363"/>
            <a:ext cx="193882" cy="208139"/>
          </a:xfrm>
          <a:custGeom xmlns:a="http://schemas.openxmlformats.org/drawingml/2006/main">
            <a:gdLst>
              <a:gd name="T0" fmla="*/ 83 w 383"/>
              <a:gd name="T1" fmla="*/ 410 h 411"/>
              <a:gd name="T2" fmla="*/ 111 w 383"/>
              <a:gd name="T3" fmla="*/ 380 h 411"/>
              <a:gd name="T4" fmla="*/ 136 w 383"/>
              <a:gd name="T5" fmla="*/ 371 h 411"/>
              <a:gd name="T6" fmla="*/ 198 w 383"/>
              <a:gd name="T7" fmla="*/ 294 h 411"/>
              <a:gd name="T8" fmla="*/ 201 w 383"/>
              <a:gd name="T9" fmla="*/ 280 h 411"/>
              <a:gd name="T10" fmla="*/ 197 w 383"/>
              <a:gd name="T11" fmla="*/ 274 h 411"/>
              <a:gd name="T12" fmla="*/ 166 w 383"/>
              <a:gd name="T13" fmla="*/ 283 h 411"/>
              <a:gd name="T14" fmla="*/ 144 w 383"/>
              <a:gd name="T15" fmla="*/ 291 h 411"/>
              <a:gd name="T16" fmla="*/ 123 w 383"/>
              <a:gd name="T17" fmla="*/ 305 h 411"/>
              <a:gd name="T18" fmla="*/ 62 w 383"/>
              <a:gd name="T19" fmla="*/ 344 h 411"/>
              <a:gd name="T20" fmla="*/ 34 w 383"/>
              <a:gd name="T21" fmla="*/ 353 h 411"/>
              <a:gd name="T22" fmla="*/ 9 w 383"/>
              <a:gd name="T23" fmla="*/ 344 h 411"/>
              <a:gd name="T24" fmla="*/ 1 w 383"/>
              <a:gd name="T25" fmla="*/ 322 h 411"/>
              <a:gd name="T26" fmla="*/ 0 w 383"/>
              <a:gd name="T27" fmla="*/ 288 h 411"/>
              <a:gd name="T28" fmla="*/ 1 w 383"/>
              <a:gd name="T29" fmla="*/ 283 h 411"/>
              <a:gd name="T30" fmla="*/ 6 w 383"/>
              <a:gd name="T31" fmla="*/ 282 h 411"/>
              <a:gd name="T32" fmla="*/ 8 w 383"/>
              <a:gd name="T33" fmla="*/ 285 h 411"/>
              <a:gd name="T34" fmla="*/ 10 w 383"/>
              <a:gd name="T35" fmla="*/ 290 h 411"/>
              <a:gd name="T36" fmla="*/ 32 w 383"/>
              <a:gd name="T37" fmla="*/ 298 h 411"/>
              <a:gd name="T38" fmla="*/ 46 w 383"/>
              <a:gd name="T39" fmla="*/ 293 h 411"/>
              <a:gd name="T40" fmla="*/ 53 w 383"/>
              <a:gd name="T41" fmla="*/ 291 h 411"/>
              <a:gd name="T42" fmla="*/ 65 w 383"/>
              <a:gd name="T43" fmla="*/ 288 h 411"/>
              <a:gd name="T44" fmla="*/ 100 w 383"/>
              <a:gd name="T45" fmla="*/ 268 h 411"/>
              <a:gd name="T46" fmla="*/ 156 w 383"/>
              <a:gd name="T47" fmla="*/ 244 h 411"/>
              <a:gd name="T48" fmla="*/ 197 w 383"/>
              <a:gd name="T49" fmla="*/ 229 h 411"/>
              <a:gd name="T50" fmla="*/ 203 w 383"/>
              <a:gd name="T51" fmla="*/ 226 h 411"/>
              <a:gd name="T52" fmla="*/ 219 w 383"/>
              <a:gd name="T53" fmla="*/ 204 h 411"/>
              <a:gd name="T54" fmla="*/ 222 w 383"/>
              <a:gd name="T55" fmla="*/ 124 h 411"/>
              <a:gd name="T56" fmla="*/ 210 w 383"/>
              <a:gd name="T57" fmla="*/ 69 h 411"/>
              <a:gd name="T58" fmla="*/ 197 w 383"/>
              <a:gd name="T59" fmla="*/ 36 h 411"/>
              <a:gd name="T60" fmla="*/ 194 w 383"/>
              <a:gd name="T61" fmla="*/ 10 h 411"/>
              <a:gd name="T62" fmla="*/ 205 w 383"/>
              <a:gd name="T63" fmla="*/ 2 h 411"/>
              <a:gd name="T64" fmla="*/ 230 w 383"/>
              <a:gd name="T65" fmla="*/ 7 h 411"/>
              <a:gd name="T66" fmla="*/ 237 w 383"/>
              <a:gd name="T67" fmla="*/ 10 h 411"/>
              <a:gd name="T68" fmla="*/ 248 w 383"/>
              <a:gd name="T69" fmla="*/ 19 h 411"/>
              <a:gd name="T70" fmla="*/ 265 w 383"/>
              <a:gd name="T71" fmla="*/ 29 h 411"/>
              <a:gd name="T72" fmla="*/ 280 w 383"/>
              <a:gd name="T73" fmla="*/ 49 h 411"/>
              <a:gd name="T74" fmla="*/ 278 w 383"/>
              <a:gd name="T75" fmla="*/ 66 h 411"/>
              <a:gd name="T76" fmla="*/ 273 w 383"/>
              <a:gd name="T77" fmla="*/ 72 h 411"/>
              <a:gd name="T78" fmla="*/ 270 w 383"/>
              <a:gd name="T79" fmla="*/ 77 h 411"/>
              <a:gd name="T80" fmla="*/ 271 w 383"/>
              <a:gd name="T81" fmla="*/ 158 h 411"/>
              <a:gd name="T82" fmla="*/ 273 w 383"/>
              <a:gd name="T83" fmla="*/ 179 h 411"/>
              <a:gd name="T84" fmla="*/ 278 w 383"/>
              <a:gd name="T85" fmla="*/ 182 h 411"/>
              <a:gd name="T86" fmla="*/ 313 w 383"/>
              <a:gd name="T87" fmla="*/ 160 h 411"/>
              <a:gd name="T88" fmla="*/ 325 w 383"/>
              <a:gd name="T89" fmla="*/ 144 h 411"/>
              <a:gd name="T90" fmla="*/ 341 w 383"/>
              <a:gd name="T91" fmla="*/ 128 h 411"/>
              <a:gd name="T92" fmla="*/ 369 w 383"/>
              <a:gd name="T93" fmla="*/ 122 h 411"/>
              <a:gd name="T94" fmla="*/ 380 w 383"/>
              <a:gd name="T95" fmla="*/ 141 h 411"/>
              <a:gd name="T96" fmla="*/ 372 w 383"/>
              <a:gd name="T97" fmla="*/ 154 h 411"/>
              <a:gd name="T98" fmla="*/ 355 w 383"/>
              <a:gd name="T99" fmla="*/ 169 h 411"/>
              <a:gd name="T100" fmla="*/ 314 w 383"/>
              <a:gd name="T101" fmla="*/ 199 h 411"/>
              <a:gd name="T102" fmla="*/ 275 w 383"/>
              <a:gd name="T103" fmla="*/ 229 h 411"/>
              <a:gd name="T104" fmla="*/ 271 w 383"/>
              <a:gd name="T105" fmla="*/ 238 h 411"/>
              <a:gd name="T106" fmla="*/ 254 w 383"/>
              <a:gd name="T107" fmla="*/ 310 h 411"/>
              <a:gd name="T108" fmla="*/ 250 w 383"/>
              <a:gd name="T109" fmla="*/ 320 h 411"/>
              <a:gd name="T110" fmla="*/ 247 w 383"/>
              <a:gd name="T111" fmla="*/ 325 h 411"/>
              <a:gd name="T112" fmla="*/ 173 w 383"/>
              <a:gd name="T113" fmla="*/ 386 h 411"/>
              <a:gd name="T114" fmla="*/ 95 w 383"/>
              <a:gd name="T115" fmla="*/ 410 h 411"/>
              <a:gd name="T116" fmla="*/ 88 w 383"/>
              <a:gd name="T117" fmla="*/ 411 h 411"/>
              <a:gd name="T118" fmla="*/ 83 w 383"/>
              <a:gd name="T119" fmla="*/ 410 h 411"/>
            </a:gdLst>
            <a:rect l="0" t="0" r="r" b="b"/>
            <a:pathLst>
              <a:path w="383" h="411">
                <a:moveTo>
                  <a:pt x="83" y="410"/>
                </a:moveTo>
                <a:cubicBezTo>
                  <a:pt x="89" y="396"/>
                  <a:pt x="96" y="385"/>
                  <a:pt x="111" y="380"/>
                </a:cubicBezTo>
                <a:cubicBezTo>
                  <a:pt x="120" y="378"/>
                  <a:pt x="128" y="375"/>
                  <a:pt x="136" y="371"/>
                </a:cubicBezTo>
                <a:cubicBezTo>
                  <a:pt x="168" y="355"/>
                  <a:pt x="188" y="328"/>
                  <a:pt x="198" y="294"/>
                </a:cubicBezTo>
                <a:cubicBezTo>
                  <a:pt x="199" y="289"/>
                  <a:pt x="200" y="284"/>
                  <a:pt x="201" y="280"/>
                </a:cubicBezTo>
                <a:cubicBezTo>
                  <a:pt x="202" y="275"/>
                  <a:pt x="201" y="274"/>
                  <a:pt x="197" y="274"/>
                </a:cubicBezTo>
                <a:cubicBezTo>
                  <a:pt x="186" y="275"/>
                  <a:pt x="176" y="278"/>
                  <a:pt x="166" y="283"/>
                </a:cubicBezTo>
                <a:cubicBezTo>
                  <a:pt x="159" y="286"/>
                  <a:pt x="152" y="289"/>
                  <a:pt x="144" y="291"/>
                </a:cubicBezTo>
                <a:cubicBezTo>
                  <a:pt x="136" y="294"/>
                  <a:pt x="130" y="300"/>
                  <a:pt x="123" y="305"/>
                </a:cubicBezTo>
                <a:cubicBezTo>
                  <a:pt x="105" y="321"/>
                  <a:pt x="84" y="334"/>
                  <a:pt x="62" y="344"/>
                </a:cubicBezTo>
                <a:cubicBezTo>
                  <a:pt x="53" y="348"/>
                  <a:pt x="43" y="351"/>
                  <a:pt x="34" y="353"/>
                </a:cubicBezTo>
                <a:cubicBezTo>
                  <a:pt x="24" y="356"/>
                  <a:pt x="15" y="352"/>
                  <a:pt x="9" y="344"/>
                </a:cubicBezTo>
                <a:cubicBezTo>
                  <a:pt x="4" y="338"/>
                  <a:pt x="1" y="330"/>
                  <a:pt x="1" y="322"/>
                </a:cubicBezTo>
                <a:cubicBezTo>
                  <a:pt x="1" y="310"/>
                  <a:pt x="0" y="299"/>
                  <a:pt x="0" y="288"/>
                </a:cubicBezTo>
                <a:cubicBezTo>
                  <a:pt x="0" y="286"/>
                  <a:pt x="0" y="284"/>
                  <a:pt x="1" y="283"/>
                </a:cubicBezTo>
                <a:cubicBezTo>
                  <a:pt x="1" y="280"/>
                  <a:pt x="4" y="279"/>
                  <a:pt x="6" y="282"/>
                </a:cubicBezTo>
                <a:cubicBezTo>
                  <a:pt x="7" y="283"/>
                  <a:pt x="7" y="284"/>
                  <a:pt x="8" y="285"/>
                </a:cubicBezTo>
                <a:cubicBezTo>
                  <a:pt x="9" y="286"/>
                  <a:pt x="9" y="288"/>
                  <a:pt x="10" y="290"/>
                </a:cubicBezTo>
                <a:cubicBezTo>
                  <a:pt x="16" y="297"/>
                  <a:pt x="23" y="301"/>
                  <a:pt x="32" y="298"/>
                </a:cubicBezTo>
                <a:cubicBezTo>
                  <a:pt x="37" y="297"/>
                  <a:pt x="41" y="295"/>
                  <a:pt x="46" y="293"/>
                </a:cubicBezTo>
                <a:cubicBezTo>
                  <a:pt x="48" y="292"/>
                  <a:pt x="51" y="291"/>
                  <a:pt x="53" y="291"/>
                </a:cubicBezTo>
                <a:cubicBezTo>
                  <a:pt x="58" y="292"/>
                  <a:pt x="61" y="290"/>
                  <a:pt x="65" y="288"/>
                </a:cubicBezTo>
                <a:cubicBezTo>
                  <a:pt x="77" y="282"/>
                  <a:pt x="89" y="275"/>
                  <a:pt x="100" y="268"/>
                </a:cubicBezTo>
                <a:cubicBezTo>
                  <a:pt x="118" y="258"/>
                  <a:pt x="137" y="251"/>
                  <a:pt x="156" y="244"/>
                </a:cubicBezTo>
                <a:cubicBezTo>
                  <a:pt x="169" y="239"/>
                  <a:pt x="183" y="234"/>
                  <a:pt x="197" y="229"/>
                </a:cubicBezTo>
                <a:cubicBezTo>
                  <a:pt x="199" y="228"/>
                  <a:pt x="201" y="227"/>
                  <a:pt x="203" y="226"/>
                </a:cubicBezTo>
                <a:cubicBezTo>
                  <a:pt x="212" y="222"/>
                  <a:pt x="218" y="215"/>
                  <a:pt x="219" y="204"/>
                </a:cubicBezTo>
                <a:cubicBezTo>
                  <a:pt x="221" y="178"/>
                  <a:pt x="223" y="151"/>
                  <a:pt x="222" y="124"/>
                </a:cubicBezTo>
                <a:cubicBezTo>
                  <a:pt x="221" y="105"/>
                  <a:pt x="218" y="87"/>
                  <a:pt x="210" y="69"/>
                </a:cubicBezTo>
                <a:cubicBezTo>
                  <a:pt x="205" y="58"/>
                  <a:pt x="201" y="47"/>
                  <a:pt x="197" y="36"/>
                </a:cubicBezTo>
                <a:cubicBezTo>
                  <a:pt x="194" y="28"/>
                  <a:pt x="193" y="19"/>
                  <a:pt x="194" y="10"/>
                </a:cubicBezTo>
                <a:cubicBezTo>
                  <a:pt x="194" y="4"/>
                  <a:pt x="199" y="0"/>
                  <a:pt x="205" y="2"/>
                </a:cubicBezTo>
                <a:cubicBezTo>
                  <a:pt x="213" y="4"/>
                  <a:pt x="222" y="5"/>
                  <a:pt x="230" y="7"/>
                </a:cubicBezTo>
                <a:cubicBezTo>
                  <a:pt x="233" y="7"/>
                  <a:pt x="235" y="9"/>
                  <a:pt x="237" y="10"/>
                </a:cubicBezTo>
                <a:cubicBezTo>
                  <a:pt x="241" y="13"/>
                  <a:pt x="244" y="16"/>
                  <a:pt x="248" y="19"/>
                </a:cubicBezTo>
                <a:cubicBezTo>
                  <a:pt x="253" y="23"/>
                  <a:pt x="259" y="26"/>
                  <a:pt x="265" y="29"/>
                </a:cubicBezTo>
                <a:cubicBezTo>
                  <a:pt x="274" y="33"/>
                  <a:pt x="279" y="40"/>
                  <a:pt x="280" y="49"/>
                </a:cubicBezTo>
                <a:cubicBezTo>
                  <a:pt x="280" y="55"/>
                  <a:pt x="280" y="60"/>
                  <a:pt x="278" y="66"/>
                </a:cubicBezTo>
                <a:cubicBezTo>
                  <a:pt x="277" y="68"/>
                  <a:pt x="275" y="70"/>
                  <a:pt x="273" y="72"/>
                </a:cubicBezTo>
                <a:cubicBezTo>
                  <a:pt x="271" y="74"/>
                  <a:pt x="270" y="75"/>
                  <a:pt x="270" y="77"/>
                </a:cubicBezTo>
                <a:cubicBezTo>
                  <a:pt x="271" y="104"/>
                  <a:pt x="271" y="131"/>
                  <a:pt x="271" y="158"/>
                </a:cubicBezTo>
                <a:cubicBezTo>
                  <a:pt x="272" y="165"/>
                  <a:pt x="272" y="172"/>
                  <a:pt x="273" y="179"/>
                </a:cubicBezTo>
                <a:cubicBezTo>
                  <a:pt x="274" y="183"/>
                  <a:pt x="275" y="184"/>
                  <a:pt x="278" y="182"/>
                </a:cubicBezTo>
                <a:cubicBezTo>
                  <a:pt x="291" y="176"/>
                  <a:pt x="303" y="170"/>
                  <a:pt x="313" y="160"/>
                </a:cubicBezTo>
                <a:cubicBezTo>
                  <a:pt x="317" y="155"/>
                  <a:pt x="321" y="150"/>
                  <a:pt x="325" y="144"/>
                </a:cubicBezTo>
                <a:cubicBezTo>
                  <a:pt x="330" y="138"/>
                  <a:pt x="335" y="132"/>
                  <a:pt x="341" y="128"/>
                </a:cubicBezTo>
                <a:cubicBezTo>
                  <a:pt x="350" y="122"/>
                  <a:pt x="359" y="120"/>
                  <a:pt x="369" y="122"/>
                </a:cubicBezTo>
                <a:cubicBezTo>
                  <a:pt x="379" y="124"/>
                  <a:pt x="383" y="131"/>
                  <a:pt x="380" y="141"/>
                </a:cubicBezTo>
                <a:cubicBezTo>
                  <a:pt x="379" y="146"/>
                  <a:pt x="376" y="151"/>
                  <a:pt x="372" y="154"/>
                </a:cubicBezTo>
                <a:cubicBezTo>
                  <a:pt x="367" y="160"/>
                  <a:pt x="361" y="165"/>
                  <a:pt x="355" y="169"/>
                </a:cubicBezTo>
                <a:cubicBezTo>
                  <a:pt x="341" y="178"/>
                  <a:pt x="328" y="189"/>
                  <a:pt x="314" y="199"/>
                </a:cubicBezTo>
                <a:cubicBezTo>
                  <a:pt x="301" y="209"/>
                  <a:pt x="289" y="219"/>
                  <a:pt x="275" y="229"/>
                </a:cubicBezTo>
                <a:cubicBezTo>
                  <a:pt x="272" y="232"/>
                  <a:pt x="271" y="234"/>
                  <a:pt x="271" y="238"/>
                </a:cubicBezTo>
                <a:cubicBezTo>
                  <a:pt x="267" y="263"/>
                  <a:pt x="262" y="287"/>
                  <a:pt x="254" y="310"/>
                </a:cubicBezTo>
                <a:cubicBezTo>
                  <a:pt x="253" y="314"/>
                  <a:pt x="251" y="317"/>
                  <a:pt x="250" y="320"/>
                </a:cubicBezTo>
                <a:cubicBezTo>
                  <a:pt x="249" y="322"/>
                  <a:pt x="249" y="324"/>
                  <a:pt x="247" y="325"/>
                </a:cubicBezTo>
                <a:cubicBezTo>
                  <a:pt x="226" y="349"/>
                  <a:pt x="202" y="371"/>
                  <a:pt x="173" y="386"/>
                </a:cubicBezTo>
                <a:cubicBezTo>
                  <a:pt x="149" y="400"/>
                  <a:pt x="123" y="408"/>
                  <a:pt x="95" y="410"/>
                </a:cubicBezTo>
                <a:cubicBezTo>
                  <a:pt x="93" y="410"/>
                  <a:pt x="90" y="411"/>
                  <a:pt x="88" y="411"/>
                </a:cubicBezTo>
                <a:cubicBezTo>
                  <a:pt x="87" y="411"/>
                  <a:pt x="85" y="411"/>
                  <a:pt x="83" y="4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0" name="Freeform 11">
            <a:extLst xmlns:a="http://schemas.openxmlformats.org/drawingml/2006/main">
              <a:ext uri="{FF2B5EF4-FFF2-40B4-BE49-F238E27FC236}">
                <a16:creationId xmlns:a16="http://schemas.microsoft.com/office/drawing/2014/main" id="{5C457A91-4236-4B96-988F-0DC52F5F4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4135" y="400644"/>
            <a:ext cx="98081" cy="227527"/>
          </a:xfrm>
          <a:custGeom xmlns:a="http://schemas.openxmlformats.org/drawingml/2006/main">
            <a:gdLst>
              <a:gd name="T0" fmla="*/ 127 w 193"/>
              <a:gd name="T1" fmla="*/ 371 h 449"/>
              <a:gd name="T2" fmla="*/ 63 w 193"/>
              <a:gd name="T3" fmla="*/ 417 h 449"/>
              <a:gd name="T4" fmla="*/ 47 w 193"/>
              <a:gd name="T5" fmla="*/ 433 h 449"/>
              <a:gd name="T6" fmla="*/ 7 w 193"/>
              <a:gd name="T7" fmla="*/ 434 h 449"/>
              <a:gd name="T8" fmla="*/ 1 w 193"/>
              <a:gd name="T9" fmla="*/ 383 h 449"/>
              <a:gd name="T10" fmla="*/ 33 w 193"/>
              <a:gd name="T11" fmla="*/ 331 h 449"/>
              <a:gd name="T12" fmla="*/ 49 w 193"/>
              <a:gd name="T13" fmla="*/ 286 h 449"/>
              <a:gd name="T14" fmla="*/ 50 w 193"/>
              <a:gd name="T15" fmla="*/ 233 h 449"/>
              <a:gd name="T16" fmla="*/ 38 w 193"/>
              <a:gd name="T17" fmla="*/ 207 h 449"/>
              <a:gd name="T18" fmla="*/ 54 w 193"/>
              <a:gd name="T19" fmla="*/ 201 h 449"/>
              <a:gd name="T20" fmla="*/ 75 w 193"/>
              <a:gd name="T21" fmla="*/ 209 h 449"/>
              <a:gd name="T22" fmla="*/ 107 w 193"/>
              <a:gd name="T23" fmla="*/ 223 h 449"/>
              <a:gd name="T24" fmla="*/ 126 w 193"/>
              <a:gd name="T25" fmla="*/ 233 h 449"/>
              <a:gd name="T26" fmla="*/ 133 w 193"/>
              <a:gd name="T27" fmla="*/ 231 h 449"/>
              <a:gd name="T28" fmla="*/ 135 w 193"/>
              <a:gd name="T29" fmla="*/ 200 h 449"/>
              <a:gd name="T30" fmla="*/ 133 w 193"/>
              <a:gd name="T31" fmla="*/ 99 h 449"/>
              <a:gd name="T32" fmla="*/ 105 w 193"/>
              <a:gd name="T33" fmla="*/ 55 h 449"/>
              <a:gd name="T34" fmla="*/ 77 w 193"/>
              <a:gd name="T35" fmla="*/ 9 h 449"/>
              <a:gd name="T36" fmla="*/ 95 w 193"/>
              <a:gd name="T37" fmla="*/ 6 h 449"/>
              <a:gd name="T38" fmla="*/ 165 w 193"/>
              <a:gd name="T39" fmla="*/ 52 h 449"/>
              <a:gd name="T40" fmla="*/ 189 w 193"/>
              <a:gd name="T41" fmla="*/ 83 h 449"/>
              <a:gd name="T42" fmla="*/ 189 w 193"/>
              <a:gd name="T43" fmla="*/ 292 h 449"/>
              <a:gd name="T44" fmla="*/ 165 w 193"/>
              <a:gd name="T45" fmla="*/ 409 h 449"/>
              <a:gd name="T46" fmla="*/ 145 w 193"/>
              <a:gd name="T47" fmla="*/ 428 h 449"/>
              <a:gd name="T48" fmla="*/ 134 w 193"/>
              <a:gd name="T49" fmla="*/ 415 h 449"/>
              <a:gd name="T50" fmla="*/ 131 w 193"/>
              <a:gd name="T51" fmla="*/ 367 h 449"/>
              <a:gd name="T52" fmla="*/ 124 w 193"/>
              <a:gd name="T53" fmla="*/ 264 h 449"/>
              <a:gd name="T54" fmla="*/ 102 w 193"/>
              <a:gd name="T55" fmla="*/ 280 h 449"/>
              <a:gd name="T56" fmla="*/ 81 w 193"/>
              <a:gd name="T57" fmla="*/ 296 h 449"/>
              <a:gd name="T58" fmla="*/ 59 w 193"/>
              <a:gd name="T59" fmla="*/ 331 h 449"/>
              <a:gd name="T60" fmla="*/ 31 w 193"/>
              <a:gd name="T61" fmla="*/ 373 h 449"/>
              <a:gd name="T62" fmla="*/ 46 w 193"/>
              <a:gd name="T63" fmla="*/ 382 h 449"/>
              <a:gd name="T64" fmla="*/ 78 w 193"/>
              <a:gd name="T65" fmla="*/ 363 h 449"/>
              <a:gd name="T66" fmla="*/ 114 w 193"/>
              <a:gd name="T67" fmla="*/ 346 h 449"/>
              <a:gd name="T68" fmla="*/ 133 w 193"/>
              <a:gd name="T69" fmla="*/ 325 h 449"/>
              <a:gd name="T70" fmla="*/ 132 w 193"/>
              <a:gd name="T71" fmla="*/ 255 h 449"/>
            </a:gdLst>
            <a:rect l="0" t="0" r="r" b="b"/>
            <a:pathLst>
              <a:path w="193" h="449">
                <a:moveTo>
                  <a:pt x="131" y="367"/>
                </a:moveTo>
                <a:cubicBezTo>
                  <a:pt x="129" y="369"/>
                  <a:pt x="128" y="370"/>
                  <a:pt x="127" y="371"/>
                </a:cubicBezTo>
                <a:cubicBezTo>
                  <a:pt x="112" y="385"/>
                  <a:pt x="97" y="397"/>
                  <a:pt x="80" y="408"/>
                </a:cubicBezTo>
                <a:cubicBezTo>
                  <a:pt x="74" y="411"/>
                  <a:pt x="69" y="414"/>
                  <a:pt x="63" y="417"/>
                </a:cubicBezTo>
                <a:cubicBezTo>
                  <a:pt x="61" y="419"/>
                  <a:pt x="59" y="420"/>
                  <a:pt x="57" y="422"/>
                </a:cubicBezTo>
                <a:cubicBezTo>
                  <a:pt x="54" y="426"/>
                  <a:pt x="50" y="430"/>
                  <a:pt x="47" y="433"/>
                </a:cubicBezTo>
                <a:cubicBezTo>
                  <a:pt x="44" y="436"/>
                  <a:pt x="41" y="439"/>
                  <a:pt x="38" y="441"/>
                </a:cubicBezTo>
                <a:cubicBezTo>
                  <a:pt x="27" y="449"/>
                  <a:pt x="13" y="446"/>
                  <a:pt x="7" y="434"/>
                </a:cubicBezTo>
                <a:cubicBezTo>
                  <a:pt x="4" y="428"/>
                  <a:pt x="2" y="421"/>
                  <a:pt x="1" y="415"/>
                </a:cubicBezTo>
                <a:cubicBezTo>
                  <a:pt x="0" y="404"/>
                  <a:pt x="0" y="394"/>
                  <a:pt x="1" y="383"/>
                </a:cubicBezTo>
                <a:cubicBezTo>
                  <a:pt x="2" y="379"/>
                  <a:pt x="3" y="374"/>
                  <a:pt x="7" y="372"/>
                </a:cubicBezTo>
                <a:cubicBezTo>
                  <a:pt x="20" y="361"/>
                  <a:pt x="28" y="346"/>
                  <a:pt x="33" y="331"/>
                </a:cubicBezTo>
                <a:cubicBezTo>
                  <a:pt x="36" y="325"/>
                  <a:pt x="37" y="319"/>
                  <a:pt x="39" y="313"/>
                </a:cubicBezTo>
                <a:cubicBezTo>
                  <a:pt x="42" y="304"/>
                  <a:pt x="45" y="294"/>
                  <a:pt x="49" y="286"/>
                </a:cubicBezTo>
                <a:cubicBezTo>
                  <a:pt x="56" y="272"/>
                  <a:pt x="56" y="258"/>
                  <a:pt x="53" y="244"/>
                </a:cubicBezTo>
                <a:cubicBezTo>
                  <a:pt x="52" y="240"/>
                  <a:pt x="51" y="237"/>
                  <a:pt x="50" y="233"/>
                </a:cubicBezTo>
                <a:cubicBezTo>
                  <a:pt x="49" y="229"/>
                  <a:pt x="47" y="225"/>
                  <a:pt x="44" y="221"/>
                </a:cubicBezTo>
                <a:cubicBezTo>
                  <a:pt x="42" y="217"/>
                  <a:pt x="39" y="212"/>
                  <a:pt x="38" y="207"/>
                </a:cubicBezTo>
                <a:cubicBezTo>
                  <a:pt x="36" y="202"/>
                  <a:pt x="38" y="199"/>
                  <a:pt x="44" y="199"/>
                </a:cubicBezTo>
                <a:cubicBezTo>
                  <a:pt x="48" y="199"/>
                  <a:pt x="51" y="199"/>
                  <a:pt x="54" y="201"/>
                </a:cubicBezTo>
                <a:cubicBezTo>
                  <a:pt x="55" y="202"/>
                  <a:pt x="56" y="203"/>
                  <a:pt x="57" y="203"/>
                </a:cubicBezTo>
                <a:cubicBezTo>
                  <a:pt x="62" y="208"/>
                  <a:pt x="68" y="209"/>
                  <a:pt x="75" y="209"/>
                </a:cubicBezTo>
                <a:cubicBezTo>
                  <a:pt x="83" y="209"/>
                  <a:pt x="90" y="212"/>
                  <a:pt x="96" y="218"/>
                </a:cubicBezTo>
                <a:cubicBezTo>
                  <a:pt x="99" y="221"/>
                  <a:pt x="103" y="223"/>
                  <a:pt x="107" y="223"/>
                </a:cubicBezTo>
                <a:cubicBezTo>
                  <a:pt x="110" y="223"/>
                  <a:pt x="112" y="224"/>
                  <a:pt x="115" y="225"/>
                </a:cubicBezTo>
                <a:cubicBezTo>
                  <a:pt x="120" y="226"/>
                  <a:pt x="124" y="229"/>
                  <a:pt x="126" y="233"/>
                </a:cubicBezTo>
                <a:cubicBezTo>
                  <a:pt x="126" y="234"/>
                  <a:pt x="127" y="235"/>
                  <a:pt x="128" y="236"/>
                </a:cubicBezTo>
                <a:cubicBezTo>
                  <a:pt x="131" y="236"/>
                  <a:pt x="132" y="234"/>
                  <a:pt x="133" y="231"/>
                </a:cubicBezTo>
                <a:cubicBezTo>
                  <a:pt x="134" y="229"/>
                  <a:pt x="134" y="227"/>
                  <a:pt x="134" y="225"/>
                </a:cubicBezTo>
                <a:cubicBezTo>
                  <a:pt x="134" y="217"/>
                  <a:pt x="134" y="208"/>
                  <a:pt x="135" y="200"/>
                </a:cubicBezTo>
                <a:cubicBezTo>
                  <a:pt x="137" y="176"/>
                  <a:pt x="139" y="151"/>
                  <a:pt x="137" y="127"/>
                </a:cubicBezTo>
                <a:cubicBezTo>
                  <a:pt x="137" y="118"/>
                  <a:pt x="135" y="109"/>
                  <a:pt x="133" y="99"/>
                </a:cubicBezTo>
                <a:cubicBezTo>
                  <a:pt x="132" y="90"/>
                  <a:pt x="127" y="81"/>
                  <a:pt x="121" y="74"/>
                </a:cubicBezTo>
                <a:cubicBezTo>
                  <a:pt x="116" y="67"/>
                  <a:pt x="111" y="61"/>
                  <a:pt x="105" y="55"/>
                </a:cubicBezTo>
                <a:cubicBezTo>
                  <a:pt x="98" y="46"/>
                  <a:pt x="90" y="36"/>
                  <a:pt x="83" y="27"/>
                </a:cubicBezTo>
                <a:cubicBezTo>
                  <a:pt x="79" y="22"/>
                  <a:pt x="77" y="15"/>
                  <a:pt x="77" y="9"/>
                </a:cubicBezTo>
                <a:cubicBezTo>
                  <a:pt x="77" y="3"/>
                  <a:pt x="80" y="0"/>
                  <a:pt x="86" y="2"/>
                </a:cubicBezTo>
                <a:cubicBezTo>
                  <a:pt x="89" y="2"/>
                  <a:pt x="92" y="4"/>
                  <a:pt x="95" y="6"/>
                </a:cubicBezTo>
                <a:cubicBezTo>
                  <a:pt x="105" y="15"/>
                  <a:pt x="116" y="22"/>
                  <a:pt x="128" y="28"/>
                </a:cubicBezTo>
                <a:cubicBezTo>
                  <a:pt x="141" y="35"/>
                  <a:pt x="154" y="43"/>
                  <a:pt x="165" y="52"/>
                </a:cubicBezTo>
                <a:cubicBezTo>
                  <a:pt x="172" y="58"/>
                  <a:pt x="179" y="64"/>
                  <a:pt x="184" y="72"/>
                </a:cubicBezTo>
                <a:cubicBezTo>
                  <a:pt x="186" y="75"/>
                  <a:pt x="188" y="78"/>
                  <a:pt x="189" y="83"/>
                </a:cubicBezTo>
                <a:cubicBezTo>
                  <a:pt x="192" y="122"/>
                  <a:pt x="193" y="162"/>
                  <a:pt x="193" y="202"/>
                </a:cubicBezTo>
                <a:cubicBezTo>
                  <a:pt x="193" y="232"/>
                  <a:pt x="192" y="262"/>
                  <a:pt x="189" y="292"/>
                </a:cubicBezTo>
                <a:cubicBezTo>
                  <a:pt x="186" y="321"/>
                  <a:pt x="183" y="350"/>
                  <a:pt x="176" y="378"/>
                </a:cubicBezTo>
                <a:cubicBezTo>
                  <a:pt x="173" y="388"/>
                  <a:pt x="170" y="399"/>
                  <a:pt x="165" y="409"/>
                </a:cubicBezTo>
                <a:cubicBezTo>
                  <a:pt x="162" y="414"/>
                  <a:pt x="159" y="419"/>
                  <a:pt x="155" y="423"/>
                </a:cubicBezTo>
                <a:cubicBezTo>
                  <a:pt x="152" y="426"/>
                  <a:pt x="149" y="428"/>
                  <a:pt x="145" y="428"/>
                </a:cubicBezTo>
                <a:cubicBezTo>
                  <a:pt x="140" y="429"/>
                  <a:pt x="136" y="427"/>
                  <a:pt x="135" y="422"/>
                </a:cubicBezTo>
                <a:cubicBezTo>
                  <a:pt x="135" y="420"/>
                  <a:pt x="135" y="418"/>
                  <a:pt x="134" y="415"/>
                </a:cubicBezTo>
                <a:cubicBezTo>
                  <a:pt x="134" y="407"/>
                  <a:pt x="135" y="399"/>
                  <a:pt x="135" y="391"/>
                </a:cubicBezTo>
                <a:cubicBezTo>
                  <a:pt x="134" y="383"/>
                  <a:pt x="134" y="375"/>
                  <a:pt x="131" y="367"/>
                </a:cubicBezTo>
                <a:close/>
                <a:moveTo>
                  <a:pt x="132" y="255"/>
                </a:moveTo>
                <a:cubicBezTo>
                  <a:pt x="127" y="257"/>
                  <a:pt x="125" y="260"/>
                  <a:pt x="124" y="264"/>
                </a:cubicBezTo>
                <a:cubicBezTo>
                  <a:pt x="123" y="267"/>
                  <a:pt x="122" y="271"/>
                  <a:pt x="119" y="273"/>
                </a:cubicBezTo>
                <a:cubicBezTo>
                  <a:pt x="114" y="277"/>
                  <a:pt x="108" y="280"/>
                  <a:pt x="102" y="280"/>
                </a:cubicBezTo>
                <a:cubicBezTo>
                  <a:pt x="97" y="280"/>
                  <a:pt x="94" y="282"/>
                  <a:pt x="91" y="285"/>
                </a:cubicBezTo>
                <a:cubicBezTo>
                  <a:pt x="87" y="289"/>
                  <a:pt x="84" y="292"/>
                  <a:pt x="81" y="296"/>
                </a:cubicBezTo>
                <a:cubicBezTo>
                  <a:pt x="78" y="299"/>
                  <a:pt x="76" y="302"/>
                  <a:pt x="75" y="305"/>
                </a:cubicBezTo>
                <a:cubicBezTo>
                  <a:pt x="71" y="315"/>
                  <a:pt x="66" y="323"/>
                  <a:pt x="59" y="331"/>
                </a:cubicBezTo>
                <a:cubicBezTo>
                  <a:pt x="54" y="337"/>
                  <a:pt x="50" y="343"/>
                  <a:pt x="45" y="349"/>
                </a:cubicBezTo>
                <a:cubicBezTo>
                  <a:pt x="39" y="356"/>
                  <a:pt x="34" y="364"/>
                  <a:pt x="31" y="373"/>
                </a:cubicBezTo>
                <a:cubicBezTo>
                  <a:pt x="29" y="377"/>
                  <a:pt x="29" y="379"/>
                  <a:pt x="34" y="381"/>
                </a:cubicBezTo>
                <a:cubicBezTo>
                  <a:pt x="38" y="382"/>
                  <a:pt x="42" y="383"/>
                  <a:pt x="46" y="382"/>
                </a:cubicBezTo>
                <a:cubicBezTo>
                  <a:pt x="53" y="381"/>
                  <a:pt x="59" y="378"/>
                  <a:pt x="64" y="374"/>
                </a:cubicBezTo>
                <a:cubicBezTo>
                  <a:pt x="69" y="371"/>
                  <a:pt x="73" y="367"/>
                  <a:pt x="78" y="363"/>
                </a:cubicBezTo>
                <a:cubicBezTo>
                  <a:pt x="81" y="361"/>
                  <a:pt x="83" y="359"/>
                  <a:pt x="87" y="358"/>
                </a:cubicBezTo>
                <a:cubicBezTo>
                  <a:pt x="97" y="356"/>
                  <a:pt x="106" y="351"/>
                  <a:pt x="114" y="346"/>
                </a:cubicBezTo>
                <a:cubicBezTo>
                  <a:pt x="119" y="343"/>
                  <a:pt x="123" y="340"/>
                  <a:pt x="127" y="338"/>
                </a:cubicBezTo>
                <a:cubicBezTo>
                  <a:pt x="131" y="335"/>
                  <a:pt x="133" y="331"/>
                  <a:pt x="133" y="325"/>
                </a:cubicBezTo>
                <a:cubicBezTo>
                  <a:pt x="132" y="304"/>
                  <a:pt x="132" y="282"/>
                  <a:pt x="132" y="260"/>
                </a:cubicBezTo>
                <a:cubicBezTo>
                  <a:pt x="132" y="259"/>
                  <a:pt x="132" y="257"/>
                  <a:pt x="132" y="25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1" name="Freeform 12">
            <a:extLst xmlns:a="http://schemas.openxmlformats.org/drawingml/2006/main">
              <a:ext uri="{FF2B5EF4-FFF2-40B4-BE49-F238E27FC236}">
                <a16:creationId xmlns:a16="http://schemas.microsoft.com/office/drawing/2014/main" id="{1D15146E-D04F-4DF2-A2BA-7C9F74D9C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0994" y="431437"/>
            <a:ext cx="115759" cy="160238"/>
          </a:xfrm>
          <a:custGeom xmlns:a="http://schemas.openxmlformats.org/drawingml/2006/main">
            <a:gdLst>
              <a:gd name="T0" fmla="*/ 34 w 229"/>
              <a:gd name="T1" fmla="*/ 0 h 316"/>
              <a:gd name="T2" fmla="*/ 37 w 229"/>
              <a:gd name="T3" fmla="*/ 2 h 316"/>
              <a:gd name="T4" fmla="*/ 69 w 229"/>
              <a:gd name="T5" fmla="*/ 32 h 316"/>
              <a:gd name="T6" fmla="*/ 73 w 229"/>
              <a:gd name="T7" fmla="*/ 38 h 316"/>
              <a:gd name="T8" fmla="*/ 99 w 229"/>
              <a:gd name="T9" fmla="*/ 117 h 316"/>
              <a:gd name="T10" fmla="*/ 101 w 229"/>
              <a:gd name="T11" fmla="*/ 128 h 316"/>
              <a:gd name="T12" fmla="*/ 112 w 229"/>
              <a:gd name="T13" fmla="*/ 132 h 316"/>
              <a:gd name="T14" fmla="*/ 120 w 229"/>
              <a:gd name="T15" fmla="*/ 127 h 316"/>
              <a:gd name="T16" fmla="*/ 145 w 229"/>
              <a:gd name="T17" fmla="*/ 109 h 316"/>
              <a:gd name="T18" fmla="*/ 148 w 229"/>
              <a:gd name="T19" fmla="*/ 103 h 316"/>
              <a:gd name="T20" fmla="*/ 148 w 229"/>
              <a:gd name="T21" fmla="*/ 80 h 316"/>
              <a:gd name="T22" fmla="*/ 159 w 229"/>
              <a:gd name="T23" fmla="*/ 69 h 316"/>
              <a:gd name="T24" fmla="*/ 162 w 229"/>
              <a:gd name="T25" fmla="*/ 71 h 316"/>
              <a:gd name="T26" fmla="*/ 164 w 229"/>
              <a:gd name="T27" fmla="*/ 75 h 316"/>
              <a:gd name="T28" fmla="*/ 171 w 229"/>
              <a:gd name="T29" fmla="*/ 86 h 316"/>
              <a:gd name="T30" fmla="*/ 204 w 229"/>
              <a:gd name="T31" fmla="*/ 104 h 316"/>
              <a:gd name="T32" fmla="*/ 209 w 229"/>
              <a:gd name="T33" fmla="*/ 112 h 316"/>
              <a:gd name="T34" fmla="*/ 169 w 229"/>
              <a:gd name="T35" fmla="*/ 170 h 316"/>
              <a:gd name="T36" fmla="*/ 128 w 229"/>
              <a:gd name="T37" fmla="*/ 175 h 316"/>
              <a:gd name="T38" fmla="*/ 114 w 229"/>
              <a:gd name="T39" fmla="*/ 190 h 316"/>
              <a:gd name="T40" fmla="*/ 115 w 229"/>
              <a:gd name="T41" fmla="*/ 196 h 316"/>
              <a:gd name="T42" fmla="*/ 115 w 229"/>
              <a:gd name="T43" fmla="*/ 219 h 316"/>
              <a:gd name="T44" fmla="*/ 109 w 229"/>
              <a:gd name="T45" fmla="*/ 226 h 316"/>
              <a:gd name="T46" fmla="*/ 89 w 229"/>
              <a:gd name="T47" fmla="*/ 246 h 316"/>
              <a:gd name="T48" fmla="*/ 95 w 229"/>
              <a:gd name="T49" fmla="*/ 260 h 316"/>
              <a:gd name="T50" fmla="*/ 113 w 229"/>
              <a:gd name="T51" fmla="*/ 259 h 316"/>
              <a:gd name="T52" fmla="*/ 148 w 229"/>
              <a:gd name="T53" fmla="*/ 248 h 316"/>
              <a:gd name="T54" fmla="*/ 170 w 229"/>
              <a:gd name="T55" fmla="*/ 243 h 316"/>
              <a:gd name="T56" fmla="*/ 187 w 229"/>
              <a:gd name="T57" fmla="*/ 237 h 316"/>
              <a:gd name="T58" fmla="*/ 212 w 229"/>
              <a:gd name="T59" fmla="*/ 229 h 316"/>
              <a:gd name="T60" fmla="*/ 220 w 229"/>
              <a:gd name="T61" fmla="*/ 229 h 316"/>
              <a:gd name="T62" fmla="*/ 227 w 229"/>
              <a:gd name="T63" fmla="*/ 241 h 316"/>
              <a:gd name="T64" fmla="*/ 214 w 229"/>
              <a:gd name="T65" fmla="*/ 267 h 316"/>
              <a:gd name="T66" fmla="*/ 203 w 229"/>
              <a:gd name="T67" fmla="*/ 277 h 316"/>
              <a:gd name="T68" fmla="*/ 174 w 229"/>
              <a:gd name="T69" fmla="*/ 289 h 316"/>
              <a:gd name="T70" fmla="*/ 140 w 229"/>
              <a:gd name="T71" fmla="*/ 298 h 316"/>
              <a:gd name="T72" fmla="*/ 127 w 229"/>
              <a:gd name="T73" fmla="*/ 298 h 316"/>
              <a:gd name="T74" fmla="*/ 116 w 229"/>
              <a:gd name="T75" fmla="*/ 301 h 316"/>
              <a:gd name="T76" fmla="*/ 55 w 229"/>
              <a:gd name="T77" fmla="*/ 304 h 316"/>
              <a:gd name="T78" fmla="*/ 44 w 229"/>
              <a:gd name="T79" fmla="*/ 292 h 316"/>
              <a:gd name="T80" fmla="*/ 27 w 229"/>
              <a:gd name="T81" fmla="*/ 257 h 316"/>
              <a:gd name="T82" fmla="*/ 25 w 229"/>
              <a:gd name="T83" fmla="*/ 252 h 316"/>
              <a:gd name="T84" fmla="*/ 18 w 229"/>
              <a:gd name="T85" fmla="*/ 217 h 316"/>
              <a:gd name="T86" fmla="*/ 18 w 229"/>
              <a:gd name="T87" fmla="*/ 210 h 316"/>
              <a:gd name="T88" fmla="*/ 1 w 229"/>
              <a:gd name="T89" fmla="*/ 140 h 316"/>
              <a:gd name="T90" fmla="*/ 0 w 229"/>
              <a:gd name="T91" fmla="*/ 134 h 316"/>
              <a:gd name="T92" fmla="*/ 18 w 229"/>
              <a:gd name="T93" fmla="*/ 50 h 316"/>
              <a:gd name="T94" fmla="*/ 32 w 229"/>
              <a:gd name="T95" fmla="*/ 4 h 316"/>
              <a:gd name="T96" fmla="*/ 34 w 229"/>
              <a:gd name="T97" fmla="*/ 0 h 316"/>
            </a:gdLst>
            <a:rect l="0" t="0" r="r" b="b"/>
            <a:pathLst>
              <a:path w="229" h="316">
                <a:moveTo>
                  <a:pt x="34" y="0"/>
                </a:moveTo>
                <a:cubicBezTo>
                  <a:pt x="35" y="1"/>
                  <a:pt x="36" y="2"/>
                  <a:pt x="37" y="2"/>
                </a:cubicBezTo>
                <a:cubicBezTo>
                  <a:pt x="48" y="12"/>
                  <a:pt x="58" y="22"/>
                  <a:pt x="69" y="32"/>
                </a:cubicBezTo>
                <a:cubicBezTo>
                  <a:pt x="71" y="34"/>
                  <a:pt x="72" y="36"/>
                  <a:pt x="73" y="38"/>
                </a:cubicBezTo>
                <a:cubicBezTo>
                  <a:pt x="86" y="63"/>
                  <a:pt x="94" y="89"/>
                  <a:pt x="99" y="117"/>
                </a:cubicBezTo>
                <a:cubicBezTo>
                  <a:pt x="99" y="120"/>
                  <a:pt x="100" y="124"/>
                  <a:pt x="101" y="128"/>
                </a:cubicBezTo>
                <a:cubicBezTo>
                  <a:pt x="103" y="133"/>
                  <a:pt x="107" y="134"/>
                  <a:pt x="112" y="132"/>
                </a:cubicBezTo>
                <a:cubicBezTo>
                  <a:pt x="115" y="130"/>
                  <a:pt x="117" y="129"/>
                  <a:pt x="120" y="127"/>
                </a:cubicBezTo>
                <a:cubicBezTo>
                  <a:pt x="128" y="121"/>
                  <a:pt x="136" y="115"/>
                  <a:pt x="145" y="109"/>
                </a:cubicBezTo>
                <a:cubicBezTo>
                  <a:pt x="147" y="108"/>
                  <a:pt x="148" y="106"/>
                  <a:pt x="148" y="103"/>
                </a:cubicBezTo>
                <a:cubicBezTo>
                  <a:pt x="148" y="95"/>
                  <a:pt x="148" y="88"/>
                  <a:pt x="148" y="80"/>
                </a:cubicBezTo>
                <a:cubicBezTo>
                  <a:pt x="148" y="75"/>
                  <a:pt x="153" y="69"/>
                  <a:pt x="159" y="69"/>
                </a:cubicBezTo>
                <a:cubicBezTo>
                  <a:pt x="160" y="69"/>
                  <a:pt x="162" y="70"/>
                  <a:pt x="162" y="71"/>
                </a:cubicBezTo>
                <a:cubicBezTo>
                  <a:pt x="163" y="72"/>
                  <a:pt x="164" y="73"/>
                  <a:pt x="164" y="75"/>
                </a:cubicBezTo>
                <a:cubicBezTo>
                  <a:pt x="164" y="79"/>
                  <a:pt x="167" y="83"/>
                  <a:pt x="171" y="86"/>
                </a:cubicBezTo>
                <a:cubicBezTo>
                  <a:pt x="181" y="94"/>
                  <a:pt x="192" y="100"/>
                  <a:pt x="204" y="104"/>
                </a:cubicBezTo>
                <a:cubicBezTo>
                  <a:pt x="208" y="106"/>
                  <a:pt x="209" y="108"/>
                  <a:pt x="209" y="112"/>
                </a:cubicBezTo>
                <a:cubicBezTo>
                  <a:pt x="210" y="140"/>
                  <a:pt x="196" y="160"/>
                  <a:pt x="169" y="170"/>
                </a:cubicBezTo>
                <a:cubicBezTo>
                  <a:pt x="156" y="175"/>
                  <a:pt x="142" y="177"/>
                  <a:pt x="128" y="175"/>
                </a:cubicBezTo>
                <a:cubicBezTo>
                  <a:pt x="119" y="173"/>
                  <a:pt x="112" y="182"/>
                  <a:pt x="114" y="190"/>
                </a:cubicBezTo>
                <a:cubicBezTo>
                  <a:pt x="114" y="192"/>
                  <a:pt x="115" y="194"/>
                  <a:pt x="115" y="196"/>
                </a:cubicBezTo>
                <a:cubicBezTo>
                  <a:pt x="118" y="203"/>
                  <a:pt x="118" y="211"/>
                  <a:pt x="115" y="219"/>
                </a:cubicBezTo>
                <a:cubicBezTo>
                  <a:pt x="114" y="222"/>
                  <a:pt x="112" y="224"/>
                  <a:pt x="109" y="226"/>
                </a:cubicBezTo>
                <a:cubicBezTo>
                  <a:pt x="101" y="231"/>
                  <a:pt x="95" y="238"/>
                  <a:pt x="89" y="246"/>
                </a:cubicBezTo>
                <a:cubicBezTo>
                  <a:pt x="84" y="254"/>
                  <a:pt x="85" y="258"/>
                  <a:pt x="95" y="260"/>
                </a:cubicBezTo>
                <a:cubicBezTo>
                  <a:pt x="101" y="261"/>
                  <a:pt x="107" y="261"/>
                  <a:pt x="113" y="259"/>
                </a:cubicBezTo>
                <a:cubicBezTo>
                  <a:pt x="125" y="256"/>
                  <a:pt x="137" y="252"/>
                  <a:pt x="148" y="248"/>
                </a:cubicBezTo>
                <a:cubicBezTo>
                  <a:pt x="155" y="245"/>
                  <a:pt x="162" y="243"/>
                  <a:pt x="170" y="243"/>
                </a:cubicBezTo>
                <a:cubicBezTo>
                  <a:pt x="176" y="242"/>
                  <a:pt x="182" y="240"/>
                  <a:pt x="187" y="237"/>
                </a:cubicBezTo>
                <a:cubicBezTo>
                  <a:pt x="195" y="234"/>
                  <a:pt x="203" y="230"/>
                  <a:pt x="212" y="229"/>
                </a:cubicBezTo>
                <a:cubicBezTo>
                  <a:pt x="214" y="229"/>
                  <a:pt x="217" y="229"/>
                  <a:pt x="220" y="229"/>
                </a:cubicBezTo>
                <a:cubicBezTo>
                  <a:pt x="226" y="230"/>
                  <a:pt x="229" y="236"/>
                  <a:pt x="227" y="241"/>
                </a:cubicBezTo>
                <a:cubicBezTo>
                  <a:pt x="223" y="250"/>
                  <a:pt x="218" y="259"/>
                  <a:pt x="214" y="267"/>
                </a:cubicBezTo>
                <a:cubicBezTo>
                  <a:pt x="211" y="271"/>
                  <a:pt x="207" y="274"/>
                  <a:pt x="203" y="277"/>
                </a:cubicBezTo>
                <a:cubicBezTo>
                  <a:pt x="194" y="282"/>
                  <a:pt x="184" y="286"/>
                  <a:pt x="174" y="289"/>
                </a:cubicBezTo>
                <a:cubicBezTo>
                  <a:pt x="163" y="292"/>
                  <a:pt x="151" y="295"/>
                  <a:pt x="140" y="298"/>
                </a:cubicBezTo>
                <a:cubicBezTo>
                  <a:pt x="136" y="299"/>
                  <a:pt x="131" y="298"/>
                  <a:pt x="127" y="298"/>
                </a:cubicBezTo>
                <a:cubicBezTo>
                  <a:pt x="122" y="298"/>
                  <a:pt x="119" y="299"/>
                  <a:pt x="116" y="301"/>
                </a:cubicBezTo>
                <a:cubicBezTo>
                  <a:pt x="97" y="315"/>
                  <a:pt x="74" y="316"/>
                  <a:pt x="55" y="304"/>
                </a:cubicBezTo>
                <a:cubicBezTo>
                  <a:pt x="51" y="301"/>
                  <a:pt x="47" y="297"/>
                  <a:pt x="44" y="292"/>
                </a:cubicBezTo>
                <a:cubicBezTo>
                  <a:pt x="37" y="281"/>
                  <a:pt x="32" y="269"/>
                  <a:pt x="27" y="257"/>
                </a:cubicBezTo>
                <a:cubicBezTo>
                  <a:pt x="26" y="255"/>
                  <a:pt x="26" y="254"/>
                  <a:pt x="25" y="252"/>
                </a:cubicBezTo>
                <a:cubicBezTo>
                  <a:pt x="20" y="241"/>
                  <a:pt x="17" y="230"/>
                  <a:pt x="18" y="217"/>
                </a:cubicBezTo>
                <a:cubicBezTo>
                  <a:pt x="19" y="215"/>
                  <a:pt x="18" y="213"/>
                  <a:pt x="18" y="210"/>
                </a:cubicBezTo>
                <a:cubicBezTo>
                  <a:pt x="12" y="187"/>
                  <a:pt x="6" y="163"/>
                  <a:pt x="1" y="140"/>
                </a:cubicBezTo>
                <a:cubicBezTo>
                  <a:pt x="0" y="138"/>
                  <a:pt x="0" y="136"/>
                  <a:pt x="0" y="134"/>
                </a:cubicBezTo>
                <a:cubicBezTo>
                  <a:pt x="6" y="106"/>
                  <a:pt x="12" y="78"/>
                  <a:pt x="18" y="50"/>
                </a:cubicBezTo>
                <a:cubicBezTo>
                  <a:pt x="22" y="35"/>
                  <a:pt x="26" y="19"/>
                  <a:pt x="32" y="4"/>
                </a:cubicBezTo>
                <a:cubicBezTo>
                  <a:pt x="33" y="2"/>
                  <a:pt x="33" y="1"/>
                  <a:pt x="3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2" name="Freeform 13">
            <a:extLst xmlns:a="http://schemas.openxmlformats.org/drawingml/2006/main">
              <a:ext uri="{FF2B5EF4-FFF2-40B4-BE49-F238E27FC236}">
                <a16:creationId xmlns:a16="http://schemas.microsoft.com/office/drawing/2014/main" id="{919786F0-A7ED-4BD6-B6C0-04F5FA596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5489" y="493594"/>
            <a:ext cx="137428" cy="152255"/>
          </a:xfrm>
          <a:custGeom xmlns:a="http://schemas.openxmlformats.org/drawingml/2006/main">
            <a:gdLst>
              <a:gd name="T0" fmla="*/ 194 w 271"/>
              <a:gd name="T1" fmla="*/ 98 h 300"/>
              <a:gd name="T2" fmla="*/ 236 w 271"/>
              <a:gd name="T3" fmla="*/ 96 h 300"/>
              <a:gd name="T4" fmla="*/ 237 w 271"/>
              <a:gd name="T5" fmla="*/ 111 h 300"/>
              <a:gd name="T6" fmla="*/ 175 w 271"/>
              <a:gd name="T7" fmla="*/ 150 h 300"/>
              <a:gd name="T8" fmla="*/ 169 w 271"/>
              <a:gd name="T9" fmla="*/ 195 h 300"/>
              <a:gd name="T10" fmla="*/ 177 w 271"/>
              <a:gd name="T11" fmla="*/ 299 h 300"/>
              <a:gd name="T12" fmla="*/ 159 w 271"/>
              <a:gd name="T13" fmla="*/ 285 h 300"/>
              <a:gd name="T14" fmla="*/ 150 w 271"/>
              <a:gd name="T15" fmla="*/ 266 h 300"/>
              <a:gd name="T16" fmla="*/ 133 w 271"/>
              <a:gd name="T17" fmla="*/ 260 h 300"/>
              <a:gd name="T18" fmla="*/ 132 w 271"/>
              <a:gd name="T19" fmla="*/ 243 h 300"/>
              <a:gd name="T20" fmla="*/ 149 w 271"/>
              <a:gd name="T21" fmla="*/ 232 h 300"/>
              <a:gd name="T22" fmla="*/ 139 w 271"/>
              <a:gd name="T23" fmla="*/ 197 h 300"/>
              <a:gd name="T24" fmla="*/ 117 w 271"/>
              <a:gd name="T25" fmla="*/ 216 h 300"/>
              <a:gd name="T26" fmla="*/ 101 w 271"/>
              <a:gd name="T27" fmla="*/ 235 h 300"/>
              <a:gd name="T28" fmla="*/ 26 w 271"/>
              <a:gd name="T29" fmla="*/ 293 h 300"/>
              <a:gd name="T30" fmla="*/ 0 w 271"/>
              <a:gd name="T31" fmla="*/ 243 h 300"/>
              <a:gd name="T32" fmla="*/ 9 w 271"/>
              <a:gd name="T33" fmla="*/ 237 h 300"/>
              <a:gd name="T34" fmla="*/ 32 w 271"/>
              <a:gd name="T35" fmla="*/ 234 h 300"/>
              <a:gd name="T36" fmla="*/ 59 w 271"/>
              <a:gd name="T37" fmla="*/ 219 h 300"/>
              <a:gd name="T38" fmla="*/ 116 w 271"/>
              <a:gd name="T39" fmla="*/ 185 h 300"/>
              <a:gd name="T40" fmla="*/ 145 w 271"/>
              <a:gd name="T41" fmla="*/ 155 h 300"/>
              <a:gd name="T42" fmla="*/ 133 w 271"/>
              <a:gd name="T43" fmla="*/ 142 h 300"/>
              <a:gd name="T44" fmla="*/ 145 w 271"/>
              <a:gd name="T45" fmla="*/ 112 h 300"/>
              <a:gd name="T46" fmla="*/ 143 w 271"/>
              <a:gd name="T47" fmla="*/ 104 h 300"/>
              <a:gd name="T48" fmla="*/ 124 w 271"/>
              <a:gd name="T49" fmla="*/ 108 h 300"/>
              <a:gd name="T50" fmla="*/ 121 w 271"/>
              <a:gd name="T51" fmla="*/ 140 h 300"/>
              <a:gd name="T52" fmla="*/ 87 w 271"/>
              <a:gd name="T53" fmla="*/ 188 h 300"/>
              <a:gd name="T54" fmla="*/ 73 w 271"/>
              <a:gd name="T55" fmla="*/ 176 h 300"/>
              <a:gd name="T56" fmla="*/ 67 w 271"/>
              <a:gd name="T57" fmla="*/ 159 h 300"/>
              <a:gd name="T58" fmla="*/ 66 w 271"/>
              <a:gd name="T59" fmla="*/ 63 h 300"/>
              <a:gd name="T60" fmla="*/ 72 w 271"/>
              <a:gd name="T61" fmla="*/ 47 h 300"/>
              <a:gd name="T62" fmla="*/ 88 w 271"/>
              <a:gd name="T63" fmla="*/ 55 h 300"/>
              <a:gd name="T64" fmla="*/ 109 w 271"/>
              <a:gd name="T65" fmla="*/ 63 h 300"/>
              <a:gd name="T66" fmla="*/ 160 w 271"/>
              <a:gd name="T67" fmla="*/ 28 h 300"/>
              <a:gd name="T68" fmla="*/ 187 w 271"/>
              <a:gd name="T69" fmla="*/ 16 h 300"/>
              <a:gd name="T70" fmla="*/ 258 w 271"/>
              <a:gd name="T71" fmla="*/ 4 h 300"/>
              <a:gd name="T72" fmla="*/ 271 w 271"/>
              <a:gd name="T73" fmla="*/ 16 h 300"/>
              <a:gd name="T74" fmla="*/ 248 w 271"/>
              <a:gd name="T75" fmla="*/ 37 h 300"/>
              <a:gd name="T76" fmla="*/ 215 w 271"/>
              <a:gd name="T77" fmla="*/ 67 h 300"/>
              <a:gd name="T78" fmla="*/ 186 w 271"/>
              <a:gd name="T79" fmla="*/ 95 h 300"/>
            </a:gdLst>
            <a:rect l="0" t="0" r="r" b="b"/>
            <a:pathLst>
              <a:path w="271" h="300">
                <a:moveTo>
                  <a:pt x="185" y="102"/>
                </a:moveTo>
                <a:cubicBezTo>
                  <a:pt x="188" y="101"/>
                  <a:pt x="191" y="99"/>
                  <a:pt x="194" y="98"/>
                </a:cubicBezTo>
                <a:cubicBezTo>
                  <a:pt x="200" y="94"/>
                  <a:pt x="206" y="91"/>
                  <a:pt x="213" y="90"/>
                </a:cubicBezTo>
                <a:cubicBezTo>
                  <a:pt x="221" y="89"/>
                  <a:pt x="229" y="92"/>
                  <a:pt x="236" y="96"/>
                </a:cubicBezTo>
                <a:cubicBezTo>
                  <a:pt x="237" y="97"/>
                  <a:pt x="238" y="98"/>
                  <a:pt x="239" y="99"/>
                </a:cubicBezTo>
                <a:cubicBezTo>
                  <a:pt x="242" y="103"/>
                  <a:pt x="242" y="108"/>
                  <a:pt x="237" y="111"/>
                </a:cubicBezTo>
                <a:cubicBezTo>
                  <a:pt x="220" y="127"/>
                  <a:pt x="200" y="139"/>
                  <a:pt x="179" y="148"/>
                </a:cubicBezTo>
                <a:cubicBezTo>
                  <a:pt x="178" y="149"/>
                  <a:pt x="176" y="149"/>
                  <a:pt x="175" y="150"/>
                </a:cubicBezTo>
                <a:cubicBezTo>
                  <a:pt x="167" y="153"/>
                  <a:pt x="164" y="159"/>
                  <a:pt x="163" y="168"/>
                </a:cubicBezTo>
                <a:cubicBezTo>
                  <a:pt x="163" y="177"/>
                  <a:pt x="165" y="187"/>
                  <a:pt x="169" y="195"/>
                </a:cubicBezTo>
                <a:cubicBezTo>
                  <a:pt x="182" y="226"/>
                  <a:pt x="186" y="259"/>
                  <a:pt x="185" y="292"/>
                </a:cubicBezTo>
                <a:cubicBezTo>
                  <a:pt x="185" y="298"/>
                  <a:pt x="183" y="300"/>
                  <a:pt x="177" y="299"/>
                </a:cubicBezTo>
                <a:cubicBezTo>
                  <a:pt x="171" y="299"/>
                  <a:pt x="165" y="297"/>
                  <a:pt x="161" y="292"/>
                </a:cubicBezTo>
                <a:cubicBezTo>
                  <a:pt x="159" y="290"/>
                  <a:pt x="159" y="287"/>
                  <a:pt x="159" y="285"/>
                </a:cubicBezTo>
                <a:cubicBezTo>
                  <a:pt x="159" y="284"/>
                  <a:pt x="159" y="282"/>
                  <a:pt x="159" y="281"/>
                </a:cubicBezTo>
                <a:cubicBezTo>
                  <a:pt x="159" y="274"/>
                  <a:pt x="156" y="269"/>
                  <a:pt x="150" y="266"/>
                </a:cubicBezTo>
                <a:cubicBezTo>
                  <a:pt x="146" y="263"/>
                  <a:pt x="141" y="262"/>
                  <a:pt x="136" y="260"/>
                </a:cubicBezTo>
                <a:cubicBezTo>
                  <a:pt x="135" y="260"/>
                  <a:pt x="134" y="260"/>
                  <a:pt x="133" y="260"/>
                </a:cubicBezTo>
                <a:cubicBezTo>
                  <a:pt x="129" y="258"/>
                  <a:pt x="126" y="255"/>
                  <a:pt x="126" y="252"/>
                </a:cubicBezTo>
                <a:cubicBezTo>
                  <a:pt x="125" y="248"/>
                  <a:pt x="128" y="244"/>
                  <a:pt x="132" y="243"/>
                </a:cubicBezTo>
                <a:cubicBezTo>
                  <a:pt x="134" y="242"/>
                  <a:pt x="136" y="242"/>
                  <a:pt x="138" y="242"/>
                </a:cubicBezTo>
                <a:cubicBezTo>
                  <a:pt x="144" y="241"/>
                  <a:pt x="147" y="238"/>
                  <a:pt x="149" y="232"/>
                </a:cubicBezTo>
                <a:cubicBezTo>
                  <a:pt x="153" y="220"/>
                  <a:pt x="151" y="208"/>
                  <a:pt x="144" y="197"/>
                </a:cubicBezTo>
                <a:cubicBezTo>
                  <a:pt x="142" y="195"/>
                  <a:pt x="141" y="195"/>
                  <a:pt x="139" y="197"/>
                </a:cubicBezTo>
                <a:cubicBezTo>
                  <a:pt x="138" y="197"/>
                  <a:pt x="137" y="198"/>
                  <a:pt x="136" y="199"/>
                </a:cubicBezTo>
                <a:cubicBezTo>
                  <a:pt x="129" y="205"/>
                  <a:pt x="123" y="210"/>
                  <a:pt x="117" y="216"/>
                </a:cubicBezTo>
                <a:cubicBezTo>
                  <a:pt x="112" y="220"/>
                  <a:pt x="108" y="225"/>
                  <a:pt x="105" y="231"/>
                </a:cubicBezTo>
                <a:cubicBezTo>
                  <a:pt x="104" y="232"/>
                  <a:pt x="103" y="233"/>
                  <a:pt x="101" y="235"/>
                </a:cubicBezTo>
                <a:cubicBezTo>
                  <a:pt x="84" y="253"/>
                  <a:pt x="66" y="270"/>
                  <a:pt x="48" y="288"/>
                </a:cubicBezTo>
                <a:cubicBezTo>
                  <a:pt x="41" y="296"/>
                  <a:pt x="35" y="297"/>
                  <a:pt x="26" y="293"/>
                </a:cubicBezTo>
                <a:cubicBezTo>
                  <a:pt x="20" y="291"/>
                  <a:pt x="16" y="287"/>
                  <a:pt x="13" y="282"/>
                </a:cubicBezTo>
                <a:cubicBezTo>
                  <a:pt x="4" y="271"/>
                  <a:pt x="1" y="257"/>
                  <a:pt x="0" y="243"/>
                </a:cubicBezTo>
                <a:cubicBezTo>
                  <a:pt x="0" y="240"/>
                  <a:pt x="1" y="239"/>
                  <a:pt x="3" y="239"/>
                </a:cubicBezTo>
                <a:cubicBezTo>
                  <a:pt x="5" y="238"/>
                  <a:pt x="7" y="237"/>
                  <a:pt x="9" y="237"/>
                </a:cubicBezTo>
                <a:cubicBezTo>
                  <a:pt x="13" y="235"/>
                  <a:pt x="16" y="235"/>
                  <a:pt x="20" y="237"/>
                </a:cubicBezTo>
                <a:cubicBezTo>
                  <a:pt x="24" y="239"/>
                  <a:pt x="28" y="238"/>
                  <a:pt x="32" y="234"/>
                </a:cubicBezTo>
                <a:cubicBezTo>
                  <a:pt x="34" y="233"/>
                  <a:pt x="37" y="231"/>
                  <a:pt x="39" y="230"/>
                </a:cubicBezTo>
                <a:cubicBezTo>
                  <a:pt x="46" y="226"/>
                  <a:pt x="52" y="222"/>
                  <a:pt x="59" y="219"/>
                </a:cubicBezTo>
                <a:cubicBezTo>
                  <a:pt x="60" y="218"/>
                  <a:pt x="62" y="217"/>
                  <a:pt x="63" y="216"/>
                </a:cubicBezTo>
                <a:cubicBezTo>
                  <a:pt x="81" y="206"/>
                  <a:pt x="98" y="195"/>
                  <a:pt x="116" y="185"/>
                </a:cubicBezTo>
                <a:cubicBezTo>
                  <a:pt x="122" y="181"/>
                  <a:pt x="128" y="177"/>
                  <a:pt x="134" y="172"/>
                </a:cubicBezTo>
                <a:cubicBezTo>
                  <a:pt x="139" y="168"/>
                  <a:pt x="143" y="163"/>
                  <a:pt x="145" y="155"/>
                </a:cubicBezTo>
                <a:cubicBezTo>
                  <a:pt x="143" y="155"/>
                  <a:pt x="142" y="154"/>
                  <a:pt x="140" y="154"/>
                </a:cubicBezTo>
                <a:cubicBezTo>
                  <a:pt x="134" y="152"/>
                  <a:pt x="132" y="148"/>
                  <a:pt x="133" y="142"/>
                </a:cubicBezTo>
                <a:cubicBezTo>
                  <a:pt x="134" y="140"/>
                  <a:pt x="135" y="137"/>
                  <a:pt x="136" y="135"/>
                </a:cubicBezTo>
                <a:cubicBezTo>
                  <a:pt x="139" y="127"/>
                  <a:pt x="142" y="119"/>
                  <a:pt x="145" y="112"/>
                </a:cubicBezTo>
                <a:cubicBezTo>
                  <a:pt x="145" y="111"/>
                  <a:pt x="146" y="110"/>
                  <a:pt x="146" y="109"/>
                </a:cubicBezTo>
                <a:cubicBezTo>
                  <a:pt x="147" y="105"/>
                  <a:pt x="146" y="104"/>
                  <a:pt x="143" y="104"/>
                </a:cubicBezTo>
                <a:cubicBezTo>
                  <a:pt x="140" y="104"/>
                  <a:pt x="138" y="104"/>
                  <a:pt x="135" y="105"/>
                </a:cubicBezTo>
                <a:cubicBezTo>
                  <a:pt x="132" y="106"/>
                  <a:pt x="128" y="107"/>
                  <a:pt x="124" y="108"/>
                </a:cubicBezTo>
                <a:cubicBezTo>
                  <a:pt x="122" y="109"/>
                  <a:pt x="121" y="111"/>
                  <a:pt x="121" y="113"/>
                </a:cubicBezTo>
                <a:cubicBezTo>
                  <a:pt x="121" y="122"/>
                  <a:pt x="121" y="131"/>
                  <a:pt x="121" y="140"/>
                </a:cubicBezTo>
                <a:cubicBezTo>
                  <a:pt x="121" y="142"/>
                  <a:pt x="120" y="144"/>
                  <a:pt x="119" y="146"/>
                </a:cubicBezTo>
                <a:cubicBezTo>
                  <a:pt x="108" y="160"/>
                  <a:pt x="98" y="174"/>
                  <a:pt x="87" y="188"/>
                </a:cubicBezTo>
                <a:cubicBezTo>
                  <a:pt x="87" y="189"/>
                  <a:pt x="86" y="189"/>
                  <a:pt x="86" y="190"/>
                </a:cubicBezTo>
                <a:cubicBezTo>
                  <a:pt x="81" y="185"/>
                  <a:pt x="77" y="181"/>
                  <a:pt x="73" y="176"/>
                </a:cubicBezTo>
                <a:cubicBezTo>
                  <a:pt x="70" y="173"/>
                  <a:pt x="69" y="170"/>
                  <a:pt x="69" y="166"/>
                </a:cubicBezTo>
                <a:cubicBezTo>
                  <a:pt x="68" y="164"/>
                  <a:pt x="68" y="161"/>
                  <a:pt x="67" y="159"/>
                </a:cubicBezTo>
                <a:cubicBezTo>
                  <a:pt x="58" y="138"/>
                  <a:pt x="57" y="117"/>
                  <a:pt x="63" y="95"/>
                </a:cubicBezTo>
                <a:cubicBezTo>
                  <a:pt x="67" y="84"/>
                  <a:pt x="67" y="74"/>
                  <a:pt x="66" y="63"/>
                </a:cubicBezTo>
                <a:cubicBezTo>
                  <a:pt x="66" y="60"/>
                  <a:pt x="66" y="57"/>
                  <a:pt x="66" y="54"/>
                </a:cubicBezTo>
                <a:cubicBezTo>
                  <a:pt x="66" y="50"/>
                  <a:pt x="68" y="47"/>
                  <a:pt x="72" y="47"/>
                </a:cubicBezTo>
                <a:cubicBezTo>
                  <a:pt x="75" y="46"/>
                  <a:pt x="78" y="47"/>
                  <a:pt x="80" y="48"/>
                </a:cubicBezTo>
                <a:cubicBezTo>
                  <a:pt x="83" y="50"/>
                  <a:pt x="85" y="52"/>
                  <a:pt x="88" y="55"/>
                </a:cubicBezTo>
                <a:cubicBezTo>
                  <a:pt x="90" y="57"/>
                  <a:pt x="91" y="59"/>
                  <a:pt x="93" y="61"/>
                </a:cubicBezTo>
                <a:cubicBezTo>
                  <a:pt x="99" y="66"/>
                  <a:pt x="103" y="67"/>
                  <a:pt x="109" y="63"/>
                </a:cubicBezTo>
                <a:cubicBezTo>
                  <a:pt x="117" y="58"/>
                  <a:pt x="125" y="53"/>
                  <a:pt x="133" y="48"/>
                </a:cubicBezTo>
                <a:cubicBezTo>
                  <a:pt x="142" y="41"/>
                  <a:pt x="151" y="35"/>
                  <a:pt x="160" y="28"/>
                </a:cubicBezTo>
                <a:cubicBezTo>
                  <a:pt x="163" y="25"/>
                  <a:pt x="167" y="24"/>
                  <a:pt x="171" y="23"/>
                </a:cubicBezTo>
                <a:cubicBezTo>
                  <a:pt x="177" y="23"/>
                  <a:pt x="182" y="20"/>
                  <a:pt x="187" y="16"/>
                </a:cubicBezTo>
                <a:cubicBezTo>
                  <a:pt x="196" y="6"/>
                  <a:pt x="208" y="2"/>
                  <a:pt x="221" y="1"/>
                </a:cubicBezTo>
                <a:cubicBezTo>
                  <a:pt x="233" y="0"/>
                  <a:pt x="246" y="0"/>
                  <a:pt x="258" y="4"/>
                </a:cubicBezTo>
                <a:cubicBezTo>
                  <a:pt x="261" y="5"/>
                  <a:pt x="264" y="7"/>
                  <a:pt x="267" y="9"/>
                </a:cubicBezTo>
                <a:cubicBezTo>
                  <a:pt x="270" y="10"/>
                  <a:pt x="271" y="13"/>
                  <a:pt x="271" y="16"/>
                </a:cubicBezTo>
                <a:cubicBezTo>
                  <a:pt x="271" y="18"/>
                  <a:pt x="271" y="19"/>
                  <a:pt x="269" y="21"/>
                </a:cubicBezTo>
                <a:cubicBezTo>
                  <a:pt x="262" y="26"/>
                  <a:pt x="255" y="31"/>
                  <a:pt x="248" y="37"/>
                </a:cubicBezTo>
                <a:cubicBezTo>
                  <a:pt x="240" y="43"/>
                  <a:pt x="232" y="50"/>
                  <a:pt x="226" y="58"/>
                </a:cubicBezTo>
                <a:cubicBezTo>
                  <a:pt x="223" y="62"/>
                  <a:pt x="219" y="65"/>
                  <a:pt x="215" y="67"/>
                </a:cubicBezTo>
                <a:cubicBezTo>
                  <a:pt x="213" y="68"/>
                  <a:pt x="212" y="69"/>
                  <a:pt x="211" y="70"/>
                </a:cubicBezTo>
                <a:cubicBezTo>
                  <a:pt x="202" y="79"/>
                  <a:pt x="194" y="87"/>
                  <a:pt x="186" y="95"/>
                </a:cubicBezTo>
                <a:cubicBezTo>
                  <a:pt x="184" y="97"/>
                  <a:pt x="183" y="99"/>
                  <a:pt x="185" y="10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3" name="Freeform 14">
            <a:extLst xmlns:a="http://schemas.openxmlformats.org/drawingml/2006/main">
              <a:ext uri="{FF2B5EF4-FFF2-40B4-BE49-F238E27FC236}">
                <a16:creationId xmlns:a16="http://schemas.microsoft.com/office/drawing/2014/main" id="{7959419B-B588-41E9-8299-E76C1E09C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1601" y="548337"/>
            <a:ext cx="141990" cy="90098"/>
          </a:xfrm>
          <a:custGeom xmlns:a="http://schemas.openxmlformats.org/drawingml/2006/main">
            <a:gdLst>
              <a:gd name="T0" fmla="*/ 16 w 280"/>
              <a:gd name="T1" fmla="*/ 133 h 178"/>
              <a:gd name="T2" fmla="*/ 14 w 280"/>
              <a:gd name="T3" fmla="*/ 124 h 178"/>
              <a:gd name="T4" fmla="*/ 2 w 280"/>
              <a:gd name="T5" fmla="*/ 103 h 178"/>
              <a:gd name="T6" fmla="*/ 6 w 280"/>
              <a:gd name="T7" fmla="*/ 81 h 178"/>
              <a:gd name="T8" fmla="*/ 16 w 280"/>
              <a:gd name="T9" fmla="*/ 77 h 178"/>
              <a:gd name="T10" fmla="*/ 22 w 280"/>
              <a:gd name="T11" fmla="*/ 77 h 178"/>
              <a:gd name="T12" fmla="*/ 40 w 280"/>
              <a:gd name="T13" fmla="*/ 71 h 178"/>
              <a:gd name="T14" fmla="*/ 54 w 280"/>
              <a:gd name="T15" fmla="*/ 64 h 178"/>
              <a:gd name="T16" fmla="*/ 63 w 280"/>
              <a:gd name="T17" fmla="*/ 61 h 178"/>
              <a:gd name="T18" fmla="*/ 144 w 280"/>
              <a:gd name="T19" fmla="*/ 25 h 178"/>
              <a:gd name="T20" fmla="*/ 169 w 280"/>
              <a:gd name="T21" fmla="*/ 16 h 178"/>
              <a:gd name="T22" fmla="*/ 186 w 280"/>
              <a:gd name="T23" fmla="*/ 13 h 178"/>
              <a:gd name="T24" fmla="*/ 209 w 280"/>
              <a:gd name="T25" fmla="*/ 9 h 178"/>
              <a:gd name="T26" fmla="*/ 224 w 280"/>
              <a:gd name="T27" fmla="*/ 3 h 178"/>
              <a:gd name="T28" fmla="*/ 233 w 280"/>
              <a:gd name="T29" fmla="*/ 0 h 178"/>
              <a:gd name="T30" fmla="*/ 265 w 280"/>
              <a:gd name="T31" fmla="*/ 5 h 178"/>
              <a:gd name="T32" fmla="*/ 274 w 280"/>
              <a:gd name="T33" fmla="*/ 29 h 178"/>
              <a:gd name="T34" fmla="*/ 256 w 280"/>
              <a:gd name="T35" fmla="*/ 50 h 178"/>
              <a:gd name="T36" fmla="*/ 245 w 280"/>
              <a:gd name="T37" fmla="*/ 53 h 178"/>
              <a:gd name="T38" fmla="*/ 220 w 280"/>
              <a:gd name="T39" fmla="*/ 56 h 178"/>
              <a:gd name="T40" fmla="*/ 213 w 280"/>
              <a:gd name="T41" fmla="*/ 58 h 178"/>
              <a:gd name="T42" fmla="*/ 208 w 280"/>
              <a:gd name="T43" fmla="*/ 67 h 178"/>
              <a:gd name="T44" fmla="*/ 210 w 280"/>
              <a:gd name="T45" fmla="*/ 76 h 178"/>
              <a:gd name="T46" fmla="*/ 218 w 280"/>
              <a:gd name="T47" fmla="*/ 92 h 178"/>
              <a:gd name="T48" fmla="*/ 224 w 280"/>
              <a:gd name="T49" fmla="*/ 115 h 178"/>
              <a:gd name="T50" fmla="*/ 220 w 280"/>
              <a:gd name="T51" fmla="*/ 146 h 178"/>
              <a:gd name="T52" fmla="*/ 197 w 280"/>
              <a:gd name="T53" fmla="*/ 163 h 178"/>
              <a:gd name="T54" fmla="*/ 189 w 280"/>
              <a:gd name="T55" fmla="*/ 163 h 178"/>
              <a:gd name="T56" fmla="*/ 181 w 280"/>
              <a:gd name="T57" fmla="*/ 167 h 178"/>
              <a:gd name="T58" fmla="*/ 178 w 280"/>
              <a:gd name="T59" fmla="*/ 170 h 178"/>
              <a:gd name="T60" fmla="*/ 156 w 280"/>
              <a:gd name="T61" fmla="*/ 175 h 178"/>
              <a:gd name="T62" fmla="*/ 140 w 280"/>
              <a:gd name="T63" fmla="*/ 166 h 178"/>
              <a:gd name="T64" fmla="*/ 126 w 280"/>
              <a:gd name="T65" fmla="*/ 162 h 178"/>
              <a:gd name="T66" fmla="*/ 119 w 280"/>
              <a:gd name="T67" fmla="*/ 160 h 178"/>
              <a:gd name="T68" fmla="*/ 113 w 280"/>
              <a:gd name="T69" fmla="*/ 150 h 178"/>
              <a:gd name="T70" fmla="*/ 115 w 280"/>
              <a:gd name="T71" fmla="*/ 147 h 178"/>
              <a:gd name="T72" fmla="*/ 122 w 280"/>
              <a:gd name="T73" fmla="*/ 147 h 178"/>
              <a:gd name="T74" fmla="*/ 166 w 280"/>
              <a:gd name="T75" fmla="*/ 141 h 178"/>
              <a:gd name="T76" fmla="*/ 185 w 280"/>
              <a:gd name="T77" fmla="*/ 129 h 178"/>
              <a:gd name="T78" fmla="*/ 188 w 280"/>
              <a:gd name="T79" fmla="*/ 120 h 178"/>
              <a:gd name="T80" fmla="*/ 185 w 280"/>
              <a:gd name="T81" fmla="*/ 92 h 178"/>
              <a:gd name="T82" fmla="*/ 184 w 280"/>
              <a:gd name="T83" fmla="*/ 77 h 178"/>
              <a:gd name="T84" fmla="*/ 179 w 280"/>
              <a:gd name="T85" fmla="*/ 71 h 178"/>
              <a:gd name="T86" fmla="*/ 163 w 280"/>
              <a:gd name="T87" fmla="*/ 75 h 178"/>
              <a:gd name="T88" fmla="*/ 158 w 280"/>
              <a:gd name="T89" fmla="*/ 79 h 178"/>
              <a:gd name="T90" fmla="*/ 145 w 280"/>
              <a:gd name="T91" fmla="*/ 82 h 178"/>
              <a:gd name="T92" fmla="*/ 116 w 280"/>
              <a:gd name="T93" fmla="*/ 91 h 178"/>
              <a:gd name="T94" fmla="*/ 80 w 280"/>
              <a:gd name="T95" fmla="*/ 118 h 178"/>
              <a:gd name="T96" fmla="*/ 52 w 280"/>
              <a:gd name="T97" fmla="*/ 135 h 178"/>
              <a:gd name="T98" fmla="*/ 22 w 280"/>
              <a:gd name="T99" fmla="*/ 136 h 178"/>
              <a:gd name="T100" fmla="*/ 18 w 280"/>
              <a:gd name="T101" fmla="*/ 134 h 178"/>
              <a:gd name="T102" fmla="*/ 16 w 280"/>
              <a:gd name="T103" fmla="*/ 133 h 178"/>
            </a:gdLst>
            <a:rect l="0" t="0" r="r" b="b"/>
            <a:pathLst>
              <a:path w="280" h="178">
                <a:moveTo>
                  <a:pt x="16" y="133"/>
                </a:moveTo>
                <a:cubicBezTo>
                  <a:pt x="18" y="129"/>
                  <a:pt x="16" y="127"/>
                  <a:pt x="14" y="124"/>
                </a:cubicBezTo>
                <a:cubicBezTo>
                  <a:pt x="9" y="118"/>
                  <a:pt x="5" y="111"/>
                  <a:pt x="2" y="103"/>
                </a:cubicBezTo>
                <a:cubicBezTo>
                  <a:pt x="0" y="95"/>
                  <a:pt x="1" y="88"/>
                  <a:pt x="6" y="81"/>
                </a:cubicBezTo>
                <a:cubicBezTo>
                  <a:pt x="9" y="78"/>
                  <a:pt x="12" y="76"/>
                  <a:pt x="16" y="77"/>
                </a:cubicBezTo>
                <a:cubicBezTo>
                  <a:pt x="18" y="77"/>
                  <a:pt x="20" y="76"/>
                  <a:pt x="22" y="77"/>
                </a:cubicBezTo>
                <a:cubicBezTo>
                  <a:pt x="29" y="79"/>
                  <a:pt x="36" y="76"/>
                  <a:pt x="40" y="71"/>
                </a:cubicBezTo>
                <a:cubicBezTo>
                  <a:pt x="44" y="67"/>
                  <a:pt x="49" y="65"/>
                  <a:pt x="54" y="64"/>
                </a:cubicBezTo>
                <a:cubicBezTo>
                  <a:pt x="57" y="64"/>
                  <a:pt x="60" y="62"/>
                  <a:pt x="63" y="61"/>
                </a:cubicBezTo>
                <a:cubicBezTo>
                  <a:pt x="89" y="47"/>
                  <a:pt x="116" y="35"/>
                  <a:pt x="144" y="25"/>
                </a:cubicBezTo>
                <a:cubicBezTo>
                  <a:pt x="152" y="22"/>
                  <a:pt x="161" y="19"/>
                  <a:pt x="169" y="16"/>
                </a:cubicBezTo>
                <a:cubicBezTo>
                  <a:pt x="174" y="14"/>
                  <a:pt x="180" y="14"/>
                  <a:pt x="186" y="13"/>
                </a:cubicBezTo>
                <a:cubicBezTo>
                  <a:pt x="194" y="12"/>
                  <a:pt x="201" y="11"/>
                  <a:pt x="209" y="9"/>
                </a:cubicBezTo>
                <a:cubicBezTo>
                  <a:pt x="214" y="8"/>
                  <a:pt x="219" y="5"/>
                  <a:pt x="224" y="3"/>
                </a:cubicBezTo>
                <a:cubicBezTo>
                  <a:pt x="227" y="1"/>
                  <a:pt x="230" y="0"/>
                  <a:pt x="233" y="0"/>
                </a:cubicBezTo>
                <a:cubicBezTo>
                  <a:pt x="244" y="0"/>
                  <a:pt x="255" y="1"/>
                  <a:pt x="265" y="5"/>
                </a:cubicBezTo>
                <a:cubicBezTo>
                  <a:pt x="276" y="9"/>
                  <a:pt x="280" y="19"/>
                  <a:pt x="274" y="29"/>
                </a:cubicBezTo>
                <a:cubicBezTo>
                  <a:pt x="270" y="38"/>
                  <a:pt x="263" y="45"/>
                  <a:pt x="256" y="50"/>
                </a:cubicBezTo>
                <a:cubicBezTo>
                  <a:pt x="252" y="53"/>
                  <a:pt x="249" y="53"/>
                  <a:pt x="245" y="53"/>
                </a:cubicBezTo>
                <a:cubicBezTo>
                  <a:pt x="236" y="54"/>
                  <a:pt x="228" y="55"/>
                  <a:pt x="220" y="56"/>
                </a:cubicBezTo>
                <a:cubicBezTo>
                  <a:pt x="218" y="57"/>
                  <a:pt x="215" y="57"/>
                  <a:pt x="213" y="58"/>
                </a:cubicBezTo>
                <a:cubicBezTo>
                  <a:pt x="209" y="60"/>
                  <a:pt x="208" y="63"/>
                  <a:pt x="208" y="67"/>
                </a:cubicBezTo>
                <a:cubicBezTo>
                  <a:pt x="208" y="70"/>
                  <a:pt x="209" y="73"/>
                  <a:pt x="210" y="76"/>
                </a:cubicBezTo>
                <a:cubicBezTo>
                  <a:pt x="213" y="82"/>
                  <a:pt x="215" y="87"/>
                  <a:pt x="218" y="92"/>
                </a:cubicBezTo>
                <a:cubicBezTo>
                  <a:pt x="221" y="100"/>
                  <a:pt x="224" y="107"/>
                  <a:pt x="224" y="115"/>
                </a:cubicBezTo>
                <a:cubicBezTo>
                  <a:pt x="224" y="126"/>
                  <a:pt x="223" y="136"/>
                  <a:pt x="220" y="146"/>
                </a:cubicBezTo>
                <a:cubicBezTo>
                  <a:pt x="216" y="157"/>
                  <a:pt x="209" y="162"/>
                  <a:pt x="197" y="163"/>
                </a:cubicBezTo>
                <a:cubicBezTo>
                  <a:pt x="194" y="163"/>
                  <a:pt x="192" y="163"/>
                  <a:pt x="189" y="163"/>
                </a:cubicBezTo>
                <a:cubicBezTo>
                  <a:pt x="186" y="163"/>
                  <a:pt x="183" y="163"/>
                  <a:pt x="181" y="167"/>
                </a:cubicBezTo>
                <a:cubicBezTo>
                  <a:pt x="180" y="168"/>
                  <a:pt x="179" y="169"/>
                  <a:pt x="178" y="170"/>
                </a:cubicBezTo>
                <a:cubicBezTo>
                  <a:pt x="171" y="176"/>
                  <a:pt x="164" y="178"/>
                  <a:pt x="156" y="175"/>
                </a:cubicBezTo>
                <a:cubicBezTo>
                  <a:pt x="151" y="172"/>
                  <a:pt x="145" y="169"/>
                  <a:pt x="140" y="166"/>
                </a:cubicBezTo>
                <a:cubicBezTo>
                  <a:pt x="136" y="163"/>
                  <a:pt x="132" y="162"/>
                  <a:pt x="126" y="162"/>
                </a:cubicBezTo>
                <a:cubicBezTo>
                  <a:pt x="124" y="162"/>
                  <a:pt x="121" y="163"/>
                  <a:pt x="119" y="160"/>
                </a:cubicBezTo>
                <a:cubicBezTo>
                  <a:pt x="116" y="157"/>
                  <a:pt x="114" y="154"/>
                  <a:pt x="113" y="150"/>
                </a:cubicBezTo>
                <a:cubicBezTo>
                  <a:pt x="112" y="148"/>
                  <a:pt x="113" y="147"/>
                  <a:pt x="115" y="147"/>
                </a:cubicBezTo>
                <a:cubicBezTo>
                  <a:pt x="117" y="147"/>
                  <a:pt x="120" y="147"/>
                  <a:pt x="122" y="147"/>
                </a:cubicBezTo>
                <a:cubicBezTo>
                  <a:pt x="137" y="148"/>
                  <a:pt x="152" y="146"/>
                  <a:pt x="166" y="141"/>
                </a:cubicBezTo>
                <a:cubicBezTo>
                  <a:pt x="173" y="138"/>
                  <a:pt x="179" y="134"/>
                  <a:pt x="185" y="129"/>
                </a:cubicBezTo>
                <a:cubicBezTo>
                  <a:pt x="188" y="126"/>
                  <a:pt x="189" y="123"/>
                  <a:pt x="188" y="120"/>
                </a:cubicBezTo>
                <a:cubicBezTo>
                  <a:pt x="187" y="111"/>
                  <a:pt x="186" y="102"/>
                  <a:pt x="185" y="92"/>
                </a:cubicBezTo>
                <a:cubicBezTo>
                  <a:pt x="184" y="87"/>
                  <a:pt x="184" y="82"/>
                  <a:pt x="184" y="77"/>
                </a:cubicBezTo>
                <a:cubicBezTo>
                  <a:pt x="184" y="73"/>
                  <a:pt x="183" y="71"/>
                  <a:pt x="179" y="71"/>
                </a:cubicBezTo>
                <a:cubicBezTo>
                  <a:pt x="173" y="70"/>
                  <a:pt x="168" y="70"/>
                  <a:pt x="163" y="75"/>
                </a:cubicBezTo>
                <a:cubicBezTo>
                  <a:pt x="162" y="76"/>
                  <a:pt x="160" y="77"/>
                  <a:pt x="158" y="79"/>
                </a:cubicBezTo>
                <a:cubicBezTo>
                  <a:pt x="154" y="81"/>
                  <a:pt x="150" y="83"/>
                  <a:pt x="145" y="82"/>
                </a:cubicBezTo>
                <a:cubicBezTo>
                  <a:pt x="134" y="82"/>
                  <a:pt x="124" y="85"/>
                  <a:pt x="116" y="91"/>
                </a:cubicBezTo>
                <a:cubicBezTo>
                  <a:pt x="104" y="100"/>
                  <a:pt x="92" y="109"/>
                  <a:pt x="80" y="118"/>
                </a:cubicBezTo>
                <a:cubicBezTo>
                  <a:pt x="71" y="124"/>
                  <a:pt x="62" y="131"/>
                  <a:pt x="52" y="135"/>
                </a:cubicBezTo>
                <a:cubicBezTo>
                  <a:pt x="42" y="139"/>
                  <a:pt x="32" y="140"/>
                  <a:pt x="22" y="136"/>
                </a:cubicBezTo>
                <a:cubicBezTo>
                  <a:pt x="20" y="136"/>
                  <a:pt x="19" y="135"/>
                  <a:pt x="18" y="134"/>
                </a:cubicBezTo>
                <a:cubicBezTo>
                  <a:pt x="17" y="134"/>
                  <a:pt x="17" y="134"/>
                  <a:pt x="16" y="133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4" name="Freeform 15">
            <a:extLst xmlns:a="http://schemas.openxmlformats.org/drawingml/2006/main">
              <a:ext uri="{FF2B5EF4-FFF2-40B4-BE49-F238E27FC236}">
                <a16:creationId xmlns:a16="http://schemas.microsoft.com/office/drawing/2014/main" id="{9B411956-74A7-4C22-A194-BDBC4F89E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703" y="432578"/>
            <a:ext cx="107776" cy="57594"/>
          </a:xfrm>
          <a:custGeom xmlns:a="http://schemas.openxmlformats.org/drawingml/2006/main">
            <a:gdLst>
              <a:gd name="T0" fmla="*/ 197 w 212"/>
              <a:gd name="T1" fmla="*/ 0 h 114"/>
              <a:gd name="T2" fmla="*/ 205 w 212"/>
              <a:gd name="T3" fmla="*/ 0 h 114"/>
              <a:gd name="T4" fmla="*/ 211 w 212"/>
              <a:gd name="T5" fmla="*/ 9 h 114"/>
              <a:gd name="T6" fmla="*/ 191 w 212"/>
              <a:gd name="T7" fmla="*/ 29 h 114"/>
              <a:gd name="T8" fmla="*/ 187 w 212"/>
              <a:gd name="T9" fmla="*/ 29 h 114"/>
              <a:gd name="T10" fmla="*/ 174 w 212"/>
              <a:gd name="T11" fmla="*/ 33 h 114"/>
              <a:gd name="T12" fmla="*/ 132 w 212"/>
              <a:gd name="T13" fmla="*/ 67 h 114"/>
              <a:gd name="T14" fmla="*/ 109 w 212"/>
              <a:gd name="T15" fmla="*/ 91 h 114"/>
              <a:gd name="T16" fmla="*/ 71 w 212"/>
              <a:gd name="T17" fmla="*/ 112 h 114"/>
              <a:gd name="T18" fmla="*/ 40 w 212"/>
              <a:gd name="T19" fmla="*/ 108 h 114"/>
              <a:gd name="T20" fmla="*/ 9 w 212"/>
              <a:gd name="T21" fmla="*/ 90 h 114"/>
              <a:gd name="T22" fmla="*/ 8 w 212"/>
              <a:gd name="T23" fmla="*/ 89 h 114"/>
              <a:gd name="T24" fmla="*/ 11 w 212"/>
              <a:gd name="T25" fmla="*/ 64 h 114"/>
              <a:gd name="T26" fmla="*/ 15 w 212"/>
              <a:gd name="T27" fmla="*/ 62 h 114"/>
              <a:gd name="T28" fmla="*/ 114 w 212"/>
              <a:gd name="T29" fmla="*/ 23 h 114"/>
              <a:gd name="T30" fmla="*/ 130 w 212"/>
              <a:gd name="T31" fmla="*/ 18 h 114"/>
              <a:gd name="T32" fmla="*/ 164 w 212"/>
              <a:gd name="T33" fmla="*/ 7 h 114"/>
              <a:gd name="T34" fmla="*/ 197 w 212"/>
              <a:gd name="T35" fmla="*/ 0 h 114"/>
            </a:gdLst>
            <a:rect l="0" t="0" r="r" b="b"/>
            <a:pathLst>
              <a:path w="212" h="114">
                <a:moveTo>
                  <a:pt x="197" y="0"/>
                </a:moveTo>
                <a:cubicBezTo>
                  <a:pt x="199" y="0"/>
                  <a:pt x="202" y="0"/>
                  <a:pt x="205" y="0"/>
                </a:cubicBezTo>
                <a:cubicBezTo>
                  <a:pt x="209" y="1"/>
                  <a:pt x="212" y="5"/>
                  <a:pt x="211" y="9"/>
                </a:cubicBezTo>
                <a:cubicBezTo>
                  <a:pt x="207" y="18"/>
                  <a:pt x="200" y="25"/>
                  <a:pt x="191" y="29"/>
                </a:cubicBezTo>
                <a:cubicBezTo>
                  <a:pt x="189" y="29"/>
                  <a:pt x="188" y="29"/>
                  <a:pt x="187" y="29"/>
                </a:cubicBezTo>
                <a:cubicBezTo>
                  <a:pt x="182" y="28"/>
                  <a:pt x="178" y="30"/>
                  <a:pt x="174" y="33"/>
                </a:cubicBezTo>
                <a:cubicBezTo>
                  <a:pt x="158" y="43"/>
                  <a:pt x="144" y="54"/>
                  <a:pt x="132" y="67"/>
                </a:cubicBezTo>
                <a:cubicBezTo>
                  <a:pt x="124" y="75"/>
                  <a:pt x="116" y="83"/>
                  <a:pt x="109" y="91"/>
                </a:cubicBezTo>
                <a:cubicBezTo>
                  <a:pt x="99" y="102"/>
                  <a:pt x="86" y="110"/>
                  <a:pt x="71" y="112"/>
                </a:cubicBezTo>
                <a:cubicBezTo>
                  <a:pt x="61" y="114"/>
                  <a:pt x="50" y="112"/>
                  <a:pt x="40" y="108"/>
                </a:cubicBezTo>
                <a:cubicBezTo>
                  <a:pt x="29" y="104"/>
                  <a:pt x="19" y="98"/>
                  <a:pt x="9" y="90"/>
                </a:cubicBezTo>
                <a:cubicBezTo>
                  <a:pt x="9" y="90"/>
                  <a:pt x="9" y="89"/>
                  <a:pt x="8" y="89"/>
                </a:cubicBezTo>
                <a:cubicBezTo>
                  <a:pt x="0" y="81"/>
                  <a:pt x="2" y="70"/>
                  <a:pt x="11" y="64"/>
                </a:cubicBezTo>
                <a:cubicBezTo>
                  <a:pt x="12" y="63"/>
                  <a:pt x="14" y="63"/>
                  <a:pt x="15" y="62"/>
                </a:cubicBezTo>
                <a:cubicBezTo>
                  <a:pt x="48" y="49"/>
                  <a:pt x="81" y="36"/>
                  <a:pt x="114" y="23"/>
                </a:cubicBezTo>
                <a:cubicBezTo>
                  <a:pt x="119" y="21"/>
                  <a:pt x="125" y="19"/>
                  <a:pt x="130" y="18"/>
                </a:cubicBezTo>
                <a:cubicBezTo>
                  <a:pt x="142" y="15"/>
                  <a:pt x="153" y="12"/>
                  <a:pt x="164" y="7"/>
                </a:cubicBezTo>
                <a:cubicBezTo>
                  <a:pt x="175" y="2"/>
                  <a:pt x="186" y="0"/>
                  <a:pt x="197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5" name="Freeform 16">
            <a:extLst xmlns:a="http://schemas.openxmlformats.org/drawingml/2006/main">
              <a:ext uri="{FF2B5EF4-FFF2-40B4-BE49-F238E27FC236}">
                <a16:creationId xmlns:a16="http://schemas.microsoft.com/office/drawing/2014/main" id="{DB0E4776-9FA5-468F-8DA5-689A7249F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5059" y="361297"/>
            <a:ext cx="57594" cy="63867"/>
          </a:xfrm>
          <a:custGeom xmlns:a="http://schemas.openxmlformats.org/drawingml/2006/main">
            <a:gdLst>
              <a:gd name="T0" fmla="*/ 114 w 114"/>
              <a:gd name="T1" fmla="*/ 70 h 126"/>
              <a:gd name="T2" fmla="*/ 101 w 114"/>
              <a:gd name="T3" fmla="*/ 91 h 126"/>
              <a:gd name="T4" fmla="*/ 78 w 114"/>
              <a:gd name="T5" fmla="*/ 97 h 126"/>
              <a:gd name="T6" fmla="*/ 58 w 114"/>
              <a:gd name="T7" fmla="*/ 106 h 126"/>
              <a:gd name="T8" fmla="*/ 40 w 114"/>
              <a:gd name="T9" fmla="*/ 121 h 126"/>
              <a:gd name="T10" fmla="*/ 31 w 114"/>
              <a:gd name="T11" fmla="*/ 125 h 126"/>
              <a:gd name="T12" fmla="*/ 23 w 114"/>
              <a:gd name="T13" fmla="*/ 122 h 126"/>
              <a:gd name="T14" fmla="*/ 23 w 114"/>
              <a:gd name="T15" fmla="*/ 112 h 126"/>
              <a:gd name="T16" fmla="*/ 26 w 114"/>
              <a:gd name="T17" fmla="*/ 68 h 126"/>
              <a:gd name="T18" fmla="*/ 16 w 114"/>
              <a:gd name="T19" fmla="*/ 50 h 126"/>
              <a:gd name="T20" fmla="*/ 11 w 114"/>
              <a:gd name="T21" fmla="*/ 39 h 126"/>
              <a:gd name="T22" fmla="*/ 3 w 114"/>
              <a:gd name="T23" fmla="*/ 21 h 126"/>
              <a:gd name="T24" fmla="*/ 3 w 114"/>
              <a:gd name="T25" fmla="*/ 6 h 126"/>
              <a:gd name="T26" fmla="*/ 12 w 114"/>
              <a:gd name="T27" fmla="*/ 0 h 126"/>
              <a:gd name="T28" fmla="*/ 18 w 114"/>
              <a:gd name="T29" fmla="*/ 1 h 126"/>
              <a:gd name="T30" fmla="*/ 50 w 114"/>
              <a:gd name="T31" fmla="*/ 12 h 126"/>
              <a:gd name="T32" fmla="*/ 86 w 114"/>
              <a:gd name="T33" fmla="*/ 31 h 126"/>
              <a:gd name="T34" fmla="*/ 106 w 114"/>
              <a:gd name="T35" fmla="*/ 48 h 126"/>
              <a:gd name="T36" fmla="*/ 114 w 114"/>
              <a:gd name="T37" fmla="*/ 70 h 126"/>
            </a:gdLst>
            <a:rect l="0" t="0" r="r" b="b"/>
            <a:pathLst>
              <a:path w="114" h="126">
                <a:moveTo>
                  <a:pt x="114" y="70"/>
                </a:moveTo>
                <a:cubicBezTo>
                  <a:pt x="114" y="79"/>
                  <a:pt x="109" y="86"/>
                  <a:pt x="101" y="91"/>
                </a:cubicBezTo>
                <a:cubicBezTo>
                  <a:pt x="94" y="95"/>
                  <a:pt x="86" y="97"/>
                  <a:pt x="78" y="97"/>
                </a:cubicBezTo>
                <a:cubicBezTo>
                  <a:pt x="64" y="97"/>
                  <a:pt x="66" y="98"/>
                  <a:pt x="58" y="106"/>
                </a:cubicBezTo>
                <a:cubicBezTo>
                  <a:pt x="52" y="111"/>
                  <a:pt x="46" y="116"/>
                  <a:pt x="40" y="121"/>
                </a:cubicBezTo>
                <a:cubicBezTo>
                  <a:pt x="38" y="123"/>
                  <a:pt x="35" y="124"/>
                  <a:pt x="31" y="125"/>
                </a:cubicBezTo>
                <a:cubicBezTo>
                  <a:pt x="28" y="126"/>
                  <a:pt x="25" y="125"/>
                  <a:pt x="23" y="122"/>
                </a:cubicBezTo>
                <a:cubicBezTo>
                  <a:pt x="22" y="118"/>
                  <a:pt x="21" y="115"/>
                  <a:pt x="23" y="112"/>
                </a:cubicBezTo>
                <a:cubicBezTo>
                  <a:pt x="33" y="98"/>
                  <a:pt x="33" y="83"/>
                  <a:pt x="26" y="68"/>
                </a:cubicBezTo>
                <a:cubicBezTo>
                  <a:pt x="23" y="61"/>
                  <a:pt x="19" y="56"/>
                  <a:pt x="16" y="50"/>
                </a:cubicBezTo>
                <a:cubicBezTo>
                  <a:pt x="14" y="46"/>
                  <a:pt x="12" y="43"/>
                  <a:pt x="11" y="39"/>
                </a:cubicBezTo>
                <a:cubicBezTo>
                  <a:pt x="9" y="33"/>
                  <a:pt x="7" y="27"/>
                  <a:pt x="3" y="21"/>
                </a:cubicBezTo>
                <a:cubicBezTo>
                  <a:pt x="0" y="17"/>
                  <a:pt x="0" y="12"/>
                  <a:pt x="3" y="6"/>
                </a:cubicBezTo>
                <a:cubicBezTo>
                  <a:pt x="5" y="2"/>
                  <a:pt x="8" y="0"/>
                  <a:pt x="12" y="0"/>
                </a:cubicBezTo>
                <a:cubicBezTo>
                  <a:pt x="14" y="0"/>
                  <a:pt x="16" y="1"/>
                  <a:pt x="18" y="1"/>
                </a:cubicBezTo>
                <a:cubicBezTo>
                  <a:pt x="29" y="3"/>
                  <a:pt x="40" y="7"/>
                  <a:pt x="50" y="12"/>
                </a:cubicBezTo>
                <a:cubicBezTo>
                  <a:pt x="62" y="19"/>
                  <a:pt x="74" y="25"/>
                  <a:pt x="86" y="31"/>
                </a:cubicBezTo>
                <a:cubicBezTo>
                  <a:pt x="94" y="36"/>
                  <a:pt x="101" y="41"/>
                  <a:pt x="106" y="48"/>
                </a:cubicBezTo>
                <a:cubicBezTo>
                  <a:pt x="111" y="54"/>
                  <a:pt x="114" y="61"/>
                  <a:pt x="114" y="7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6" name="Freeform 24">
            <a:extLst xmlns:a="http://schemas.openxmlformats.org/drawingml/2006/main">
              <a:ext uri="{FF2B5EF4-FFF2-40B4-BE49-F238E27FC236}">
                <a16:creationId xmlns:a16="http://schemas.microsoft.com/office/drawing/2014/main" id="{9DDEE70B-563F-44AD-8FA2-3D2EB3E82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4717" y="420032"/>
            <a:ext cx="56454" cy="76412"/>
          </a:xfrm>
          <a:custGeom xmlns:a="http://schemas.openxmlformats.org/drawingml/2006/main">
            <a:gdLst>
              <a:gd name="T0" fmla="*/ 111 w 111"/>
              <a:gd name="T1" fmla="*/ 118 h 150"/>
              <a:gd name="T2" fmla="*/ 108 w 111"/>
              <a:gd name="T3" fmla="*/ 125 h 150"/>
              <a:gd name="T4" fmla="*/ 94 w 111"/>
              <a:gd name="T5" fmla="*/ 142 h 150"/>
              <a:gd name="T6" fmla="*/ 80 w 111"/>
              <a:gd name="T7" fmla="*/ 149 h 150"/>
              <a:gd name="T8" fmla="*/ 72 w 111"/>
              <a:gd name="T9" fmla="*/ 144 h 150"/>
              <a:gd name="T10" fmla="*/ 66 w 111"/>
              <a:gd name="T11" fmla="*/ 117 h 150"/>
              <a:gd name="T12" fmla="*/ 59 w 111"/>
              <a:gd name="T13" fmla="*/ 90 h 150"/>
              <a:gd name="T14" fmla="*/ 50 w 111"/>
              <a:gd name="T15" fmla="*/ 75 h 150"/>
              <a:gd name="T16" fmla="*/ 19 w 111"/>
              <a:gd name="T17" fmla="*/ 40 h 150"/>
              <a:gd name="T18" fmla="*/ 6 w 111"/>
              <a:gd name="T19" fmla="*/ 27 h 150"/>
              <a:gd name="T20" fmla="*/ 0 w 111"/>
              <a:gd name="T21" fmla="*/ 10 h 150"/>
              <a:gd name="T22" fmla="*/ 0 w 111"/>
              <a:gd name="T23" fmla="*/ 8 h 150"/>
              <a:gd name="T24" fmla="*/ 9 w 111"/>
              <a:gd name="T25" fmla="*/ 2 h 150"/>
              <a:gd name="T26" fmla="*/ 18 w 111"/>
              <a:gd name="T27" fmla="*/ 7 h 150"/>
              <a:gd name="T28" fmla="*/ 27 w 111"/>
              <a:gd name="T29" fmla="*/ 15 h 150"/>
              <a:gd name="T30" fmla="*/ 44 w 111"/>
              <a:gd name="T31" fmla="*/ 26 h 150"/>
              <a:gd name="T32" fmla="*/ 85 w 111"/>
              <a:gd name="T33" fmla="*/ 57 h 150"/>
              <a:gd name="T34" fmla="*/ 110 w 111"/>
              <a:gd name="T35" fmla="*/ 114 h 150"/>
              <a:gd name="T36" fmla="*/ 110 w 111"/>
              <a:gd name="T37" fmla="*/ 117 h 150"/>
              <a:gd name="T38" fmla="*/ 111 w 111"/>
              <a:gd name="T39" fmla="*/ 118 h 150"/>
            </a:gdLst>
            <a:rect l="0" t="0" r="r" b="b"/>
            <a:pathLst>
              <a:path w="111" h="150">
                <a:moveTo>
                  <a:pt x="111" y="118"/>
                </a:moveTo>
                <a:cubicBezTo>
                  <a:pt x="110" y="120"/>
                  <a:pt x="109" y="123"/>
                  <a:pt x="108" y="125"/>
                </a:cubicBezTo>
                <a:cubicBezTo>
                  <a:pt x="103" y="131"/>
                  <a:pt x="99" y="136"/>
                  <a:pt x="94" y="142"/>
                </a:cubicBezTo>
                <a:cubicBezTo>
                  <a:pt x="90" y="146"/>
                  <a:pt x="86" y="148"/>
                  <a:pt x="80" y="149"/>
                </a:cubicBezTo>
                <a:cubicBezTo>
                  <a:pt x="75" y="150"/>
                  <a:pt x="73" y="149"/>
                  <a:pt x="72" y="144"/>
                </a:cubicBezTo>
                <a:cubicBezTo>
                  <a:pt x="70" y="135"/>
                  <a:pt x="68" y="126"/>
                  <a:pt x="66" y="117"/>
                </a:cubicBezTo>
                <a:cubicBezTo>
                  <a:pt x="64" y="108"/>
                  <a:pt x="63" y="99"/>
                  <a:pt x="59" y="90"/>
                </a:cubicBezTo>
                <a:cubicBezTo>
                  <a:pt x="57" y="85"/>
                  <a:pt x="54" y="80"/>
                  <a:pt x="50" y="75"/>
                </a:cubicBezTo>
                <a:cubicBezTo>
                  <a:pt x="40" y="63"/>
                  <a:pt x="29" y="51"/>
                  <a:pt x="19" y="40"/>
                </a:cubicBezTo>
                <a:cubicBezTo>
                  <a:pt x="15" y="35"/>
                  <a:pt x="11" y="31"/>
                  <a:pt x="6" y="27"/>
                </a:cubicBezTo>
                <a:cubicBezTo>
                  <a:pt x="1" y="22"/>
                  <a:pt x="0" y="17"/>
                  <a:pt x="0" y="10"/>
                </a:cubicBezTo>
                <a:cubicBezTo>
                  <a:pt x="0" y="9"/>
                  <a:pt x="0" y="9"/>
                  <a:pt x="0" y="8"/>
                </a:cubicBezTo>
                <a:cubicBezTo>
                  <a:pt x="2" y="1"/>
                  <a:pt x="3" y="0"/>
                  <a:pt x="9" y="2"/>
                </a:cubicBezTo>
                <a:cubicBezTo>
                  <a:pt x="12" y="4"/>
                  <a:pt x="15" y="5"/>
                  <a:pt x="18" y="7"/>
                </a:cubicBezTo>
                <a:cubicBezTo>
                  <a:pt x="21" y="10"/>
                  <a:pt x="24" y="12"/>
                  <a:pt x="27" y="15"/>
                </a:cubicBezTo>
                <a:cubicBezTo>
                  <a:pt x="32" y="20"/>
                  <a:pt x="38" y="24"/>
                  <a:pt x="44" y="26"/>
                </a:cubicBezTo>
                <a:cubicBezTo>
                  <a:pt x="61" y="33"/>
                  <a:pt x="74" y="43"/>
                  <a:pt x="85" y="57"/>
                </a:cubicBezTo>
                <a:cubicBezTo>
                  <a:pt x="98" y="73"/>
                  <a:pt x="107" y="92"/>
                  <a:pt x="110" y="114"/>
                </a:cubicBezTo>
                <a:cubicBezTo>
                  <a:pt x="110" y="115"/>
                  <a:pt x="110" y="116"/>
                  <a:pt x="110" y="117"/>
                </a:cubicBezTo>
                <a:cubicBezTo>
                  <a:pt x="110" y="117"/>
                  <a:pt x="110" y="118"/>
                  <a:pt x="111" y="1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7" name="Freeform 26">
            <a:extLst xmlns:a="http://schemas.openxmlformats.org/drawingml/2006/main">
              <a:ext uri="{FF2B5EF4-FFF2-40B4-BE49-F238E27FC236}">
                <a16:creationId xmlns:a16="http://schemas.microsoft.com/office/drawing/2014/main" id="{299D76EB-6B06-49A8-A6AA-3889685DB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4100" y="564304"/>
            <a:ext cx="41057" cy="50181"/>
          </a:xfrm>
          <a:custGeom xmlns:a="http://schemas.openxmlformats.org/drawingml/2006/main">
            <a:gdLst>
              <a:gd name="T0" fmla="*/ 0 w 81"/>
              <a:gd name="T1" fmla="*/ 18 h 99"/>
              <a:gd name="T2" fmla="*/ 1 w 81"/>
              <a:gd name="T3" fmla="*/ 9 h 99"/>
              <a:gd name="T4" fmla="*/ 11 w 81"/>
              <a:gd name="T5" fmla="*/ 1 h 99"/>
              <a:gd name="T6" fmla="*/ 50 w 81"/>
              <a:gd name="T7" fmla="*/ 12 h 99"/>
              <a:gd name="T8" fmla="*/ 78 w 81"/>
              <a:gd name="T9" fmla="*/ 44 h 99"/>
              <a:gd name="T10" fmla="*/ 80 w 81"/>
              <a:gd name="T11" fmla="*/ 51 h 99"/>
              <a:gd name="T12" fmla="*/ 77 w 81"/>
              <a:gd name="T13" fmla="*/ 79 h 99"/>
              <a:gd name="T14" fmla="*/ 43 w 81"/>
              <a:gd name="T15" fmla="*/ 92 h 99"/>
              <a:gd name="T16" fmla="*/ 30 w 81"/>
              <a:gd name="T17" fmla="*/ 81 h 99"/>
              <a:gd name="T18" fmla="*/ 12 w 81"/>
              <a:gd name="T19" fmla="*/ 60 h 99"/>
              <a:gd name="T20" fmla="*/ 1 w 81"/>
              <a:gd name="T21" fmla="*/ 24 h 99"/>
              <a:gd name="T22" fmla="*/ 1 w 81"/>
              <a:gd name="T23" fmla="*/ 18 h 99"/>
              <a:gd name="T24" fmla="*/ 0 w 81"/>
              <a:gd name="T25" fmla="*/ 18 h 99"/>
            </a:gdLst>
            <a:rect l="0" t="0" r="r" b="b"/>
            <a:pathLst>
              <a:path w="81" h="99">
                <a:moveTo>
                  <a:pt x="0" y="18"/>
                </a:moveTo>
                <a:cubicBezTo>
                  <a:pt x="1" y="15"/>
                  <a:pt x="1" y="12"/>
                  <a:pt x="1" y="9"/>
                </a:cubicBezTo>
                <a:cubicBezTo>
                  <a:pt x="2" y="4"/>
                  <a:pt x="5" y="1"/>
                  <a:pt x="11" y="1"/>
                </a:cubicBezTo>
                <a:cubicBezTo>
                  <a:pt x="25" y="0"/>
                  <a:pt x="39" y="2"/>
                  <a:pt x="50" y="12"/>
                </a:cubicBezTo>
                <a:cubicBezTo>
                  <a:pt x="62" y="21"/>
                  <a:pt x="70" y="32"/>
                  <a:pt x="78" y="44"/>
                </a:cubicBezTo>
                <a:cubicBezTo>
                  <a:pt x="79" y="46"/>
                  <a:pt x="80" y="49"/>
                  <a:pt x="80" y="51"/>
                </a:cubicBezTo>
                <a:cubicBezTo>
                  <a:pt x="81" y="61"/>
                  <a:pt x="80" y="70"/>
                  <a:pt x="77" y="79"/>
                </a:cubicBezTo>
                <a:cubicBezTo>
                  <a:pt x="74" y="89"/>
                  <a:pt x="57" y="99"/>
                  <a:pt x="43" y="92"/>
                </a:cubicBezTo>
                <a:cubicBezTo>
                  <a:pt x="38" y="89"/>
                  <a:pt x="33" y="86"/>
                  <a:pt x="30" y="81"/>
                </a:cubicBezTo>
                <a:cubicBezTo>
                  <a:pt x="24" y="74"/>
                  <a:pt x="18" y="67"/>
                  <a:pt x="12" y="60"/>
                </a:cubicBezTo>
                <a:cubicBezTo>
                  <a:pt x="4" y="49"/>
                  <a:pt x="2" y="37"/>
                  <a:pt x="1" y="24"/>
                </a:cubicBezTo>
                <a:cubicBezTo>
                  <a:pt x="1" y="22"/>
                  <a:pt x="1" y="20"/>
                  <a:pt x="1" y="18"/>
                </a:cubicBezTo>
                <a:cubicBezTo>
                  <a:pt x="1" y="18"/>
                  <a:pt x="1" y="18"/>
                  <a:pt x="0" y="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C44D9034-6523-48F6-8777-233850849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7552" y="552329"/>
            <a:ext cx="43908" cy="50751"/>
          </a:xfrm>
          <a:custGeom xmlns:a="http://schemas.openxmlformats.org/drawingml/2006/main">
            <a:gdLst>
              <a:gd name="T0" fmla="*/ 38 w 87"/>
              <a:gd name="T1" fmla="*/ 100 h 100"/>
              <a:gd name="T2" fmla="*/ 27 w 87"/>
              <a:gd name="T3" fmla="*/ 98 h 100"/>
              <a:gd name="T4" fmla="*/ 22 w 87"/>
              <a:gd name="T5" fmla="*/ 91 h 100"/>
              <a:gd name="T6" fmla="*/ 17 w 87"/>
              <a:gd name="T7" fmla="*/ 65 h 100"/>
              <a:gd name="T8" fmla="*/ 1 w 87"/>
              <a:gd name="T9" fmla="*/ 16 h 100"/>
              <a:gd name="T10" fmla="*/ 0 w 87"/>
              <a:gd name="T11" fmla="*/ 4 h 100"/>
              <a:gd name="T12" fmla="*/ 4 w 87"/>
              <a:gd name="T13" fmla="*/ 0 h 100"/>
              <a:gd name="T14" fmla="*/ 12 w 87"/>
              <a:gd name="T15" fmla="*/ 0 h 100"/>
              <a:gd name="T16" fmla="*/ 20 w 87"/>
              <a:gd name="T17" fmla="*/ 4 h 100"/>
              <a:gd name="T18" fmla="*/ 31 w 87"/>
              <a:gd name="T19" fmla="*/ 12 h 100"/>
              <a:gd name="T20" fmla="*/ 65 w 87"/>
              <a:gd name="T21" fmla="*/ 41 h 100"/>
              <a:gd name="T22" fmla="*/ 78 w 87"/>
              <a:gd name="T23" fmla="*/ 56 h 100"/>
              <a:gd name="T24" fmla="*/ 73 w 87"/>
              <a:gd name="T25" fmla="*/ 87 h 100"/>
              <a:gd name="T26" fmla="*/ 38 w 87"/>
              <a:gd name="T27" fmla="*/ 100 h 100"/>
            </a:gdLst>
            <a:rect l="0" t="0" r="r" b="b"/>
            <a:pathLst>
              <a:path w="87" h="100">
                <a:moveTo>
                  <a:pt x="38" y="100"/>
                </a:moveTo>
                <a:cubicBezTo>
                  <a:pt x="34" y="99"/>
                  <a:pt x="31" y="99"/>
                  <a:pt x="27" y="98"/>
                </a:cubicBezTo>
                <a:cubicBezTo>
                  <a:pt x="24" y="97"/>
                  <a:pt x="22" y="94"/>
                  <a:pt x="22" y="91"/>
                </a:cubicBezTo>
                <a:cubicBezTo>
                  <a:pt x="23" y="81"/>
                  <a:pt x="20" y="73"/>
                  <a:pt x="17" y="65"/>
                </a:cubicBezTo>
                <a:cubicBezTo>
                  <a:pt x="11" y="49"/>
                  <a:pt x="4" y="33"/>
                  <a:pt x="1" y="16"/>
                </a:cubicBezTo>
                <a:cubicBezTo>
                  <a:pt x="0" y="12"/>
                  <a:pt x="0" y="8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7" y="0"/>
                  <a:pt x="10" y="0"/>
                  <a:pt x="12" y="0"/>
                </a:cubicBezTo>
                <a:cubicBezTo>
                  <a:pt x="15" y="1"/>
                  <a:pt x="18" y="2"/>
                  <a:pt x="20" y="4"/>
                </a:cubicBezTo>
                <a:cubicBezTo>
                  <a:pt x="24" y="7"/>
                  <a:pt x="28" y="9"/>
                  <a:pt x="31" y="12"/>
                </a:cubicBezTo>
                <a:cubicBezTo>
                  <a:pt x="42" y="22"/>
                  <a:pt x="54" y="31"/>
                  <a:pt x="65" y="41"/>
                </a:cubicBezTo>
                <a:cubicBezTo>
                  <a:pt x="70" y="45"/>
                  <a:pt x="74" y="51"/>
                  <a:pt x="78" y="56"/>
                </a:cubicBezTo>
                <a:cubicBezTo>
                  <a:pt x="87" y="69"/>
                  <a:pt x="85" y="78"/>
                  <a:pt x="73" y="87"/>
                </a:cubicBezTo>
                <a:cubicBezTo>
                  <a:pt x="64" y="95"/>
                  <a:pt x="50" y="100"/>
                  <a:pt x="38" y="1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9" name="Freeform 36">
            <a:extLst xmlns:a="http://schemas.openxmlformats.org/drawingml/2006/main">
              <a:ext uri="{FF2B5EF4-FFF2-40B4-BE49-F238E27FC236}">
                <a16:creationId xmlns:a16="http://schemas.microsoft.com/office/drawing/2014/main" id="{29EB8418-FE73-4E08-8A11-8E24F93DC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3006" y="481619"/>
            <a:ext cx="22809" cy="43908"/>
          </a:xfrm>
          <a:custGeom xmlns:a="http://schemas.openxmlformats.org/drawingml/2006/main">
            <a:gdLst>
              <a:gd name="T0" fmla="*/ 6 w 44"/>
              <a:gd name="T1" fmla="*/ 57 h 87"/>
              <a:gd name="T2" fmla="*/ 2 w 44"/>
              <a:gd name="T3" fmla="*/ 8 h 87"/>
              <a:gd name="T4" fmla="*/ 3 w 44"/>
              <a:gd name="T5" fmla="*/ 2 h 87"/>
              <a:gd name="T6" fmla="*/ 10 w 44"/>
              <a:gd name="T7" fmla="*/ 2 h 87"/>
              <a:gd name="T8" fmla="*/ 15 w 44"/>
              <a:gd name="T9" fmla="*/ 6 h 87"/>
              <a:gd name="T10" fmla="*/ 29 w 44"/>
              <a:gd name="T11" fmla="*/ 22 h 87"/>
              <a:gd name="T12" fmla="*/ 39 w 44"/>
              <a:gd name="T13" fmla="*/ 36 h 87"/>
              <a:gd name="T14" fmla="*/ 43 w 44"/>
              <a:gd name="T15" fmla="*/ 52 h 87"/>
              <a:gd name="T16" fmla="*/ 38 w 44"/>
              <a:gd name="T17" fmla="*/ 74 h 87"/>
              <a:gd name="T18" fmla="*/ 16 w 44"/>
              <a:gd name="T19" fmla="*/ 87 h 87"/>
              <a:gd name="T20" fmla="*/ 8 w 44"/>
              <a:gd name="T21" fmla="*/ 81 h 87"/>
              <a:gd name="T22" fmla="*/ 6 w 44"/>
              <a:gd name="T23" fmla="*/ 65 h 87"/>
              <a:gd name="T24" fmla="*/ 6 w 44"/>
              <a:gd name="T25" fmla="*/ 57 h 87"/>
            </a:gdLst>
            <a:rect l="0" t="0" r="r" b="b"/>
            <a:pathLst>
              <a:path w="44" h="87">
                <a:moveTo>
                  <a:pt x="6" y="57"/>
                </a:moveTo>
                <a:cubicBezTo>
                  <a:pt x="7" y="39"/>
                  <a:pt x="5" y="23"/>
                  <a:pt x="2" y="8"/>
                </a:cubicBezTo>
                <a:cubicBezTo>
                  <a:pt x="1" y="6"/>
                  <a:pt x="0" y="3"/>
                  <a:pt x="3" y="2"/>
                </a:cubicBezTo>
                <a:cubicBezTo>
                  <a:pt x="5" y="0"/>
                  <a:pt x="7" y="0"/>
                  <a:pt x="10" y="2"/>
                </a:cubicBezTo>
                <a:cubicBezTo>
                  <a:pt x="12" y="3"/>
                  <a:pt x="14" y="4"/>
                  <a:pt x="15" y="6"/>
                </a:cubicBezTo>
                <a:cubicBezTo>
                  <a:pt x="20" y="11"/>
                  <a:pt x="25" y="17"/>
                  <a:pt x="29" y="22"/>
                </a:cubicBezTo>
                <a:cubicBezTo>
                  <a:pt x="33" y="27"/>
                  <a:pt x="36" y="32"/>
                  <a:pt x="39" y="36"/>
                </a:cubicBezTo>
                <a:cubicBezTo>
                  <a:pt x="42" y="41"/>
                  <a:pt x="44" y="46"/>
                  <a:pt x="43" y="52"/>
                </a:cubicBezTo>
                <a:cubicBezTo>
                  <a:pt x="42" y="59"/>
                  <a:pt x="41" y="67"/>
                  <a:pt x="38" y="74"/>
                </a:cubicBezTo>
                <a:cubicBezTo>
                  <a:pt x="33" y="83"/>
                  <a:pt x="27" y="87"/>
                  <a:pt x="16" y="87"/>
                </a:cubicBezTo>
                <a:cubicBezTo>
                  <a:pt x="12" y="87"/>
                  <a:pt x="10" y="85"/>
                  <a:pt x="8" y="81"/>
                </a:cubicBezTo>
                <a:cubicBezTo>
                  <a:pt x="6" y="76"/>
                  <a:pt x="6" y="71"/>
                  <a:pt x="6" y="65"/>
                </a:cubicBezTo>
                <a:cubicBezTo>
                  <a:pt x="6" y="62"/>
                  <a:pt x="6" y="59"/>
                  <a:pt x="6" y="5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5" name="Freeform 8">
            <a:extLst xmlns:a="http://schemas.openxmlformats.org/drawingml/2006/main">
              <a:ext uri="{FF2B5EF4-FFF2-40B4-BE49-F238E27FC236}">
                <a16:creationId xmlns:a16="http://schemas.microsoft.com/office/drawing/2014/main" id="{1FA59505-C192-433C-BF45-8C2C3CCE6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7780" y="329883"/>
            <a:ext cx="445930" cy="444892"/>
          </a:xfrm>
          <a:custGeom xmlns:a="http://schemas.openxmlformats.org/drawingml/2006/main"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Freeform 42">
            <a:extLst xmlns:a="http://schemas.openxmlformats.org/drawingml/2006/main">
              <a:ext uri="{FF2B5EF4-FFF2-40B4-BE49-F238E27FC236}">
                <a16:creationId xmlns:a16="http://schemas.microsoft.com/office/drawing/2014/main" id="{2B73DE16-D3C4-4537-B264-C2E641BD6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5990" y="387574"/>
            <a:ext cx="328990" cy="328471"/>
          </a:xfrm>
          <a:custGeom xmlns:a="http://schemas.openxmlformats.org/drawingml/2006/main"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7" name="Freeform 43">
            <a:extLst xmlns:a="http://schemas.openxmlformats.org/drawingml/2006/main">
              <a:ext uri="{FF2B5EF4-FFF2-40B4-BE49-F238E27FC236}">
                <a16:creationId xmlns:a16="http://schemas.microsoft.com/office/drawing/2014/main" id="{5565B4D1-E8DF-4A8D-A899-B50FCD108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836" y="420317"/>
            <a:ext cx="36381" cy="43657"/>
          </a:xfrm>
          <a:custGeom xmlns:a="http://schemas.openxmlformats.org/drawingml/2006/main"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8" name="Freeform 44">
            <a:extLst xmlns:a="http://schemas.openxmlformats.org/drawingml/2006/main">
              <a:ext uri="{FF2B5EF4-FFF2-40B4-BE49-F238E27FC236}">
                <a16:creationId xmlns:a16="http://schemas.microsoft.com/office/drawing/2014/main" id="{4B48DBD6-5D15-4CF5-8F6A-0A27042BB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451" y="502955"/>
            <a:ext cx="34822" cy="37420"/>
          </a:xfrm>
          <a:custGeom xmlns:a="http://schemas.openxmlformats.org/drawingml/2006/main"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9" name="Freeform 45">
            <a:extLst xmlns:a="http://schemas.openxmlformats.org/drawingml/2006/main">
              <a:ext uri="{FF2B5EF4-FFF2-40B4-BE49-F238E27FC236}">
                <a16:creationId xmlns:a16="http://schemas.microsoft.com/office/drawing/2014/main" id="{2E3DBB19-11EA-4CF6-9D6A-425076154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0534" y="383416"/>
            <a:ext cx="37940" cy="40539"/>
          </a:xfrm>
          <a:custGeom xmlns:a="http://schemas.openxmlformats.org/drawingml/2006/main"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0" name="Freeform 46">
            <a:extLst xmlns:a="http://schemas.openxmlformats.org/drawingml/2006/main">
              <a:ext uri="{FF2B5EF4-FFF2-40B4-BE49-F238E27FC236}">
                <a16:creationId xmlns:a16="http://schemas.microsoft.com/office/drawing/2014/main" id="{E517DC67-7EAC-4C76-A991-8FC47BF53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451" y="561165"/>
            <a:ext cx="32743" cy="31184"/>
          </a:xfrm>
          <a:custGeom xmlns:a="http://schemas.openxmlformats.org/drawingml/2006/main"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1" name="Freeform 47">
            <a:extLst xmlns:a="http://schemas.openxmlformats.org/drawingml/2006/main">
              <a:ext uri="{FF2B5EF4-FFF2-40B4-BE49-F238E27FC236}">
                <a16:creationId xmlns:a16="http://schemas.microsoft.com/office/drawing/2014/main" id="{C6EAD40B-8599-49EA-999F-47733FAF0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2285" y="723322"/>
            <a:ext cx="22868" cy="32743"/>
          </a:xfrm>
          <a:custGeom xmlns:a="http://schemas.openxmlformats.org/drawingml/2006/main"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2" name="Freeform 48">
            <a:extLst xmlns:a="http://schemas.openxmlformats.org/drawingml/2006/main">
              <a:ext uri="{FF2B5EF4-FFF2-40B4-BE49-F238E27FC236}">
                <a16:creationId xmlns:a16="http://schemas.microsoft.com/office/drawing/2014/main" id="{961AE8FB-2E37-4D54-8F73-A8FC8C1DE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8444" y="613138"/>
            <a:ext cx="33782" cy="29105"/>
          </a:xfrm>
          <a:custGeom xmlns:a="http://schemas.openxmlformats.org/drawingml/2006/main"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3" name="Freeform 49">
            <a:extLst xmlns:a="http://schemas.openxmlformats.org/drawingml/2006/main">
              <a:ext uri="{FF2B5EF4-FFF2-40B4-BE49-F238E27FC236}">
                <a16:creationId xmlns:a16="http://schemas.microsoft.com/office/drawing/2014/main" id="{CE669CCA-3ACE-49B2-8624-89346C350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8194" y="415639"/>
            <a:ext cx="40019" cy="43657"/>
          </a:xfrm>
          <a:custGeom xmlns:a="http://schemas.openxmlformats.org/drawingml/2006/main"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4" name="Freeform 50">
            <a:extLst xmlns:a="http://schemas.openxmlformats.org/drawingml/2006/main">
              <a:ext uri="{FF2B5EF4-FFF2-40B4-BE49-F238E27FC236}">
                <a16:creationId xmlns:a16="http://schemas.microsoft.com/office/drawing/2014/main" id="{2ECD4049-44C8-4524-9E33-49FD07CC6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3113" y="709289"/>
            <a:ext cx="28065" cy="32223"/>
          </a:xfrm>
          <a:custGeom xmlns:a="http://schemas.openxmlformats.org/drawingml/2006/main"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5" name="Freeform 51">
            <a:extLst xmlns:a="http://schemas.openxmlformats.org/drawingml/2006/main">
              <a:ext uri="{FF2B5EF4-FFF2-40B4-BE49-F238E27FC236}">
                <a16:creationId xmlns:a16="http://schemas.microsoft.com/office/drawing/2014/main" id="{3BFEB3F2-D85F-4421-8797-38C87F172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6135" y="379258"/>
            <a:ext cx="37940" cy="36901"/>
          </a:xfrm>
          <a:custGeom xmlns:a="http://schemas.openxmlformats.org/drawingml/2006/main"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6" name="Freeform 52">
            <a:extLst xmlns:a="http://schemas.openxmlformats.org/drawingml/2006/main">
              <a:ext uri="{FF2B5EF4-FFF2-40B4-BE49-F238E27FC236}">
                <a16:creationId xmlns:a16="http://schemas.microsoft.com/office/drawing/2014/main" id="{75496B7C-A324-4269-A862-34EF54EAC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8397" y="345475"/>
            <a:ext cx="30144" cy="32743"/>
          </a:xfrm>
          <a:custGeom xmlns:a="http://schemas.openxmlformats.org/drawingml/2006/main"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7" name="Freeform 53">
            <a:extLst xmlns:a="http://schemas.openxmlformats.org/drawingml/2006/main">
              <a:ext uri="{FF2B5EF4-FFF2-40B4-BE49-F238E27FC236}">
                <a16:creationId xmlns:a16="http://schemas.microsoft.com/office/drawing/2014/main" id="{5E75CA31-0429-4056-AFCB-80DBD1F55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5298" y="723322"/>
            <a:ext cx="23387" cy="33262"/>
          </a:xfrm>
          <a:custGeom xmlns:a="http://schemas.openxmlformats.org/drawingml/2006/main"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8" name="Freeform 54">
            <a:extLst xmlns:a="http://schemas.openxmlformats.org/drawingml/2006/main">
              <a:ext uri="{FF2B5EF4-FFF2-40B4-BE49-F238E27FC236}">
                <a16:creationId xmlns:a16="http://schemas.microsoft.com/office/drawing/2014/main" id="{8B9CA2E2-34EF-4E85-B7E8-53421FD1E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5" y="351712"/>
            <a:ext cx="31183" cy="35341"/>
          </a:xfrm>
          <a:custGeom xmlns:a="http://schemas.openxmlformats.org/drawingml/2006/main"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9" name="Freeform 55">
            <a:extLst xmlns:a="http://schemas.openxmlformats.org/drawingml/2006/main">
              <a:ext uri="{FF2B5EF4-FFF2-40B4-BE49-F238E27FC236}">
                <a16:creationId xmlns:a16="http://schemas.microsoft.com/office/drawing/2014/main" id="{8D2214A7-365D-4710-B9EA-5AC40CCC7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303" y="471251"/>
            <a:ext cx="36381" cy="29105"/>
          </a:xfrm>
          <a:custGeom xmlns:a="http://schemas.openxmlformats.org/drawingml/2006/main"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0" name="Freeform 56">
            <a:extLst xmlns:a="http://schemas.openxmlformats.org/drawingml/2006/main">
              <a:ext uri="{FF2B5EF4-FFF2-40B4-BE49-F238E27FC236}">
                <a16:creationId xmlns:a16="http://schemas.microsoft.com/office/drawing/2014/main" id="{A37BBE3F-4F51-4E9C-AD40-7D5218FE1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823" y="607941"/>
            <a:ext cx="35861" cy="33262"/>
          </a:xfrm>
          <a:custGeom xmlns:a="http://schemas.openxmlformats.org/drawingml/2006/main"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1" name="Freeform 57">
            <a:extLst xmlns:a="http://schemas.openxmlformats.org/drawingml/2006/main">
              <a:ext uri="{FF2B5EF4-FFF2-40B4-BE49-F238E27FC236}">
                <a16:creationId xmlns:a16="http://schemas.microsoft.com/office/drawing/2014/main" id="{CAAEB0F5-021B-4ACB-B198-1EDF59FEC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816" y="556487"/>
            <a:ext cx="31703" cy="28065"/>
          </a:xfrm>
          <a:custGeom xmlns:a="http://schemas.openxmlformats.org/drawingml/2006/main"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2" name="Freeform 58">
            <a:extLst xmlns:a="http://schemas.openxmlformats.org/drawingml/2006/main">
              <a:ext uri="{FF2B5EF4-FFF2-40B4-BE49-F238E27FC236}">
                <a16:creationId xmlns:a16="http://schemas.microsoft.com/office/drawing/2014/main" id="{BEA4057B-E026-442F-991C-39BC87381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8830" y="357949"/>
            <a:ext cx="28585" cy="35861"/>
          </a:xfrm>
          <a:custGeom xmlns:a="http://schemas.openxmlformats.org/drawingml/2006/main"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3" name="Freeform 59">
            <a:extLst xmlns:a="http://schemas.openxmlformats.org/drawingml/2006/main">
              <a:ext uri="{FF2B5EF4-FFF2-40B4-BE49-F238E27FC236}">
                <a16:creationId xmlns:a16="http://schemas.microsoft.com/office/drawing/2014/main" id="{55171B62-835D-4C29-881D-580DBFBDC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9484" y="461896"/>
            <a:ext cx="32743" cy="28585"/>
          </a:xfrm>
          <a:custGeom xmlns:a="http://schemas.openxmlformats.org/drawingml/2006/main"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4" name="Freeform 60">
            <a:extLst xmlns:a="http://schemas.openxmlformats.org/drawingml/2006/main">
              <a:ext uri="{FF2B5EF4-FFF2-40B4-BE49-F238E27FC236}">
                <a16:creationId xmlns:a16="http://schemas.microsoft.com/office/drawing/2014/main" id="{A82C6D04-9B85-4888-B830-C40E70F22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297" y="515428"/>
            <a:ext cx="31703" cy="20789"/>
          </a:xfrm>
          <a:custGeom xmlns:a="http://schemas.openxmlformats.org/drawingml/2006/main"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5" name="Freeform 61">
            <a:extLst xmlns:a="http://schemas.openxmlformats.org/drawingml/2006/main">
              <a:ext uri="{FF2B5EF4-FFF2-40B4-BE49-F238E27FC236}">
                <a16:creationId xmlns:a16="http://schemas.microsoft.com/office/drawing/2014/main" id="{91403215-4FA9-471E-B6BE-9E9BABCF2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6212" y="349113"/>
            <a:ext cx="19230" cy="32223"/>
          </a:xfrm>
          <a:custGeom xmlns:a="http://schemas.openxmlformats.org/drawingml/2006/main"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6" name="Freeform 62">
            <a:extLst xmlns:a="http://schemas.openxmlformats.org/drawingml/2006/main">
              <a:ext uri="{FF2B5EF4-FFF2-40B4-BE49-F238E27FC236}">
                <a16:creationId xmlns:a16="http://schemas.microsoft.com/office/drawing/2014/main" id="{A030BB81-203A-4D1D-9EE9-A344B9CA1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8753" y="711368"/>
            <a:ext cx="23907" cy="31184"/>
          </a:xfrm>
          <a:custGeom xmlns:a="http://schemas.openxmlformats.org/drawingml/2006/main"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7" name="Freeform 71">
            <a:extLst xmlns:a="http://schemas.openxmlformats.org/drawingml/2006/main">
              <a:ext uri="{FF2B5EF4-FFF2-40B4-BE49-F238E27FC236}">
                <a16:creationId xmlns:a16="http://schemas.microsoft.com/office/drawing/2014/main" id="{E74405BA-BE41-4532-8542-2F633BC58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0023" y="401606"/>
            <a:ext cx="301445" cy="300925"/>
          </a:xfrm>
          <a:custGeom xmlns:a="http://schemas.openxmlformats.org/drawingml/2006/main"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6" name="标题 1">
            <a:extLst xmlns:a="http://schemas.openxmlformats.org/drawingml/2006/main">
              <a:ext uri="{FF2B5EF4-FFF2-40B4-BE49-F238E27FC236}">
                <a16:creationId xmlns:a16="http://schemas.microsoft.com/office/drawing/2014/main" id="{0749333E-3D56-4FE6-B358-C023133D781D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42913" y="243569"/>
            <a:ext cx="9056851" cy="61751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400" b="1" kern="1200" baseline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/>
        </p:txBody>
      </p:sp>
      <p:sp>
        <p:nvSpPr>
          <p:cNvPr id="178" name="直接连接符 177">
            <a:extLst xmlns:a="http://schemas.openxmlformats.org/drawingml/2006/main">
              <a:ext uri="{FF2B5EF4-FFF2-40B4-BE49-F238E27FC236}">
                <a16:creationId xmlns:a16="http://schemas.microsoft.com/office/drawing/2014/main" id="{5904CA81-0088-4D52-B716-C2DACD947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06" y="867990"/>
            <a:ext cx="2433027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6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79" name="直接连接符 178">
            <a:extLst xmlns:a="http://schemas.openxmlformats.org/drawingml/2006/main">
              <a:ext uri="{FF2B5EF4-FFF2-40B4-BE49-F238E27FC236}">
                <a16:creationId xmlns:a16="http://schemas.microsoft.com/office/drawing/2014/main" id="{5DE5296E-77DD-45F0-8B1A-02B7973FD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06" y="867990"/>
            <a:ext cx="589713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1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A17BF640-5DA8-4753-9685-B30BC33C394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9005791" y="6394353"/>
            <a:ext cx="2743200" cy="2921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3" name="文本框 62">
            <a:extLst xmlns:a="http://schemas.openxmlformats.org/drawingml/2006/main">
              <a:ext uri="{FF2B5EF4-FFF2-40B4-BE49-F238E27FC236}">
                <a16:creationId xmlns:a16="http://schemas.microsoft.com/office/drawing/2014/main" id="{565137E8-5578-4A33-95B8-BF3B3E47D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3" y="6394353"/>
            <a:ext cx="1545907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内容页-标题&amp;副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0" name="Freeform 17">
            <a:extLst xmlns:a="http://schemas.openxmlformats.org/drawingml/2006/main">
              <a:ext uri="{FF2B5EF4-FFF2-40B4-BE49-F238E27FC236}">
                <a16:creationId xmlns:a16="http://schemas.microsoft.com/office/drawing/2014/main" id="{956B1DF6-5A71-46CC-BE7A-249EBD215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8081" y="688617"/>
            <a:ext cx="64437" cy="68999"/>
          </a:xfrm>
          <a:custGeom xmlns:a="http://schemas.openxmlformats.org/drawingml/2006/main">
            <a:gdLst>
              <a:gd name="T0" fmla="*/ 34 w 127"/>
              <a:gd name="T1" fmla="*/ 71 h 136"/>
              <a:gd name="T2" fmla="*/ 34 w 127"/>
              <a:gd name="T3" fmla="*/ 81 h 136"/>
              <a:gd name="T4" fmla="*/ 34 w 127"/>
              <a:gd name="T5" fmla="*/ 114 h 136"/>
              <a:gd name="T6" fmla="*/ 35 w 127"/>
              <a:gd name="T7" fmla="*/ 122 h 136"/>
              <a:gd name="T8" fmla="*/ 40 w 127"/>
              <a:gd name="T9" fmla="*/ 127 h 136"/>
              <a:gd name="T10" fmla="*/ 49 w 127"/>
              <a:gd name="T11" fmla="*/ 128 h 136"/>
              <a:gd name="T12" fmla="*/ 49 w 127"/>
              <a:gd name="T13" fmla="*/ 135 h 136"/>
              <a:gd name="T14" fmla="*/ 1 w 127"/>
              <a:gd name="T15" fmla="*/ 135 h 136"/>
              <a:gd name="T16" fmla="*/ 0 w 127"/>
              <a:gd name="T17" fmla="*/ 132 h 136"/>
              <a:gd name="T18" fmla="*/ 0 w 127"/>
              <a:gd name="T19" fmla="*/ 128 h 136"/>
              <a:gd name="T20" fmla="*/ 9 w 127"/>
              <a:gd name="T21" fmla="*/ 127 h 136"/>
              <a:gd name="T22" fmla="*/ 16 w 127"/>
              <a:gd name="T23" fmla="*/ 120 h 136"/>
              <a:gd name="T24" fmla="*/ 17 w 127"/>
              <a:gd name="T25" fmla="*/ 111 h 136"/>
              <a:gd name="T26" fmla="*/ 17 w 127"/>
              <a:gd name="T27" fmla="*/ 22 h 136"/>
              <a:gd name="T28" fmla="*/ 16 w 127"/>
              <a:gd name="T29" fmla="*/ 15 h 136"/>
              <a:gd name="T30" fmla="*/ 9 w 127"/>
              <a:gd name="T31" fmla="*/ 9 h 136"/>
              <a:gd name="T32" fmla="*/ 0 w 127"/>
              <a:gd name="T33" fmla="*/ 8 h 136"/>
              <a:gd name="T34" fmla="*/ 0 w 127"/>
              <a:gd name="T35" fmla="*/ 1 h 136"/>
              <a:gd name="T36" fmla="*/ 4 w 127"/>
              <a:gd name="T37" fmla="*/ 0 h 136"/>
              <a:gd name="T38" fmla="*/ 71 w 127"/>
              <a:gd name="T39" fmla="*/ 0 h 136"/>
              <a:gd name="T40" fmla="*/ 94 w 127"/>
              <a:gd name="T41" fmla="*/ 4 h 136"/>
              <a:gd name="T42" fmla="*/ 116 w 127"/>
              <a:gd name="T43" fmla="*/ 32 h 136"/>
              <a:gd name="T44" fmla="*/ 97 w 127"/>
              <a:gd name="T45" fmla="*/ 66 h 136"/>
              <a:gd name="T46" fmla="*/ 80 w 127"/>
              <a:gd name="T47" fmla="*/ 70 h 136"/>
              <a:gd name="T48" fmla="*/ 71 w 127"/>
              <a:gd name="T49" fmla="*/ 71 h 136"/>
              <a:gd name="T50" fmla="*/ 73 w 127"/>
              <a:gd name="T51" fmla="*/ 75 h 136"/>
              <a:gd name="T52" fmla="*/ 104 w 127"/>
              <a:gd name="T53" fmla="*/ 114 h 136"/>
              <a:gd name="T54" fmla="*/ 105 w 127"/>
              <a:gd name="T55" fmla="*/ 116 h 136"/>
              <a:gd name="T56" fmla="*/ 127 w 127"/>
              <a:gd name="T57" fmla="*/ 128 h 136"/>
              <a:gd name="T58" fmla="*/ 127 w 127"/>
              <a:gd name="T59" fmla="*/ 135 h 136"/>
              <a:gd name="T60" fmla="*/ 116 w 127"/>
              <a:gd name="T61" fmla="*/ 135 h 136"/>
              <a:gd name="T62" fmla="*/ 102 w 127"/>
              <a:gd name="T63" fmla="*/ 136 h 136"/>
              <a:gd name="T64" fmla="*/ 96 w 127"/>
              <a:gd name="T65" fmla="*/ 132 h 136"/>
              <a:gd name="T66" fmla="*/ 59 w 127"/>
              <a:gd name="T67" fmla="*/ 82 h 136"/>
              <a:gd name="T68" fmla="*/ 52 w 127"/>
              <a:gd name="T69" fmla="*/ 73 h 136"/>
              <a:gd name="T70" fmla="*/ 49 w 127"/>
              <a:gd name="T71" fmla="*/ 71 h 136"/>
              <a:gd name="T72" fmla="*/ 34 w 127"/>
              <a:gd name="T73" fmla="*/ 71 h 136"/>
              <a:gd name="T74" fmla="*/ 34 w 127"/>
              <a:gd name="T75" fmla="*/ 61 h 136"/>
              <a:gd name="T76" fmla="*/ 36 w 127"/>
              <a:gd name="T77" fmla="*/ 62 h 136"/>
              <a:gd name="T78" fmla="*/ 66 w 127"/>
              <a:gd name="T79" fmla="*/ 62 h 136"/>
              <a:gd name="T80" fmla="*/ 82 w 127"/>
              <a:gd name="T81" fmla="*/ 59 h 136"/>
              <a:gd name="T82" fmla="*/ 96 w 127"/>
              <a:gd name="T83" fmla="*/ 44 h 136"/>
              <a:gd name="T84" fmla="*/ 96 w 127"/>
              <a:gd name="T85" fmla="*/ 29 h 136"/>
              <a:gd name="T86" fmla="*/ 81 w 127"/>
              <a:gd name="T87" fmla="*/ 12 h 136"/>
              <a:gd name="T88" fmla="*/ 70 w 127"/>
              <a:gd name="T89" fmla="*/ 11 h 136"/>
              <a:gd name="T90" fmla="*/ 37 w 127"/>
              <a:gd name="T91" fmla="*/ 11 h 136"/>
              <a:gd name="T92" fmla="*/ 34 w 127"/>
              <a:gd name="T93" fmla="*/ 11 h 136"/>
              <a:gd name="T94" fmla="*/ 34 w 127"/>
              <a:gd name="T95" fmla="*/ 61 h 136"/>
            </a:gdLst>
            <a:rect l="0" t="0" r="r" b="b"/>
            <a:pathLst>
              <a:path w="127" h="136">
                <a:moveTo>
                  <a:pt x="34" y="71"/>
                </a:moveTo>
                <a:cubicBezTo>
                  <a:pt x="34" y="75"/>
                  <a:pt x="34" y="78"/>
                  <a:pt x="34" y="81"/>
                </a:cubicBezTo>
                <a:cubicBezTo>
                  <a:pt x="34" y="92"/>
                  <a:pt x="34" y="103"/>
                  <a:pt x="34" y="114"/>
                </a:cubicBezTo>
                <a:cubicBezTo>
                  <a:pt x="34" y="117"/>
                  <a:pt x="34" y="119"/>
                  <a:pt x="35" y="122"/>
                </a:cubicBezTo>
                <a:cubicBezTo>
                  <a:pt x="35" y="125"/>
                  <a:pt x="37" y="127"/>
                  <a:pt x="40" y="127"/>
                </a:cubicBezTo>
                <a:cubicBezTo>
                  <a:pt x="43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1" y="135"/>
                </a:cubicBezTo>
                <a:cubicBezTo>
                  <a:pt x="0" y="134"/>
                  <a:pt x="0" y="133"/>
                  <a:pt x="0" y="132"/>
                </a:cubicBezTo>
                <a:cubicBezTo>
                  <a:pt x="0" y="131"/>
                  <a:pt x="0" y="130"/>
                  <a:pt x="0" y="128"/>
                </a:cubicBezTo>
                <a:cubicBezTo>
                  <a:pt x="3" y="128"/>
                  <a:pt x="6" y="128"/>
                  <a:pt x="9" y="127"/>
                </a:cubicBezTo>
                <a:cubicBezTo>
                  <a:pt x="14" y="126"/>
                  <a:pt x="15" y="125"/>
                  <a:pt x="16" y="120"/>
                </a:cubicBezTo>
                <a:cubicBezTo>
                  <a:pt x="16" y="117"/>
                  <a:pt x="17" y="114"/>
                  <a:pt x="17" y="111"/>
                </a:cubicBezTo>
                <a:cubicBezTo>
                  <a:pt x="17" y="81"/>
                  <a:pt x="17" y="52"/>
                  <a:pt x="17" y="22"/>
                </a:cubicBezTo>
                <a:cubicBezTo>
                  <a:pt x="17" y="20"/>
                  <a:pt x="16" y="17"/>
                  <a:pt x="16" y="15"/>
                </a:cubicBezTo>
                <a:cubicBezTo>
                  <a:pt x="15" y="11"/>
                  <a:pt x="13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2" y="1"/>
                  <a:pt x="3" y="0"/>
                  <a:pt x="4" y="0"/>
                </a:cubicBezTo>
                <a:cubicBezTo>
                  <a:pt x="26" y="0"/>
                  <a:pt x="49" y="0"/>
                  <a:pt x="71" y="0"/>
                </a:cubicBezTo>
                <a:cubicBezTo>
                  <a:pt x="79" y="0"/>
                  <a:pt x="86" y="1"/>
                  <a:pt x="94" y="4"/>
                </a:cubicBezTo>
                <a:cubicBezTo>
                  <a:pt x="108" y="9"/>
                  <a:pt x="115" y="18"/>
                  <a:pt x="116" y="32"/>
                </a:cubicBezTo>
                <a:cubicBezTo>
                  <a:pt x="117" y="48"/>
                  <a:pt x="110" y="60"/>
                  <a:pt x="97" y="66"/>
                </a:cubicBezTo>
                <a:cubicBezTo>
                  <a:pt x="91" y="68"/>
                  <a:pt x="86" y="70"/>
                  <a:pt x="80" y="70"/>
                </a:cubicBezTo>
                <a:cubicBezTo>
                  <a:pt x="77" y="70"/>
                  <a:pt x="74" y="71"/>
                  <a:pt x="71" y="71"/>
                </a:cubicBezTo>
                <a:cubicBezTo>
                  <a:pt x="72" y="73"/>
                  <a:pt x="73" y="74"/>
                  <a:pt x="73" y="75"/>
                </a:cubicBezTo>
                <a:cubicBezTo>
                  <a:pt x="84" y="88"/>
                  <a:pt x="94" y="101"/>
                  <a:pt x="104" y="114"/>
                </a:cubicBezTo>
                <a:cubicBezTo>
                  <a:pt x="105" y="115"/>
                  <a:pt x="105" y="115"/>
                  <a:pt x="105" y="116"/>
                </a:cubicBezTo>
                <a:cubicBezTo>
                  <a:pt x="111" y="122"/>
                  <a:pt x="117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24" y="135"/>
                  <a:pt x="120" y="135"/>
                  <a:pt x="116" y="135"/>
                </a:cubicBezTo>
                <a:cubicBezTo>
                  <a:pt x="111" y="135"/>
                  <a:pt x="107" y="135"/>
                  <a:pt x="102" y="136"/>
                </a:cubicBezTo>
                <a:cubicBezTo>
                  <a:pt x="99" y="136"/>
                  <a:pt x="97" y="134"/>
                  <a:pt x="96" y="132"/>
                </a:cubicBezTo>
                <a:cubicBezTo>
                  <a:pt x="83" y="115"/>
                  <a:pt x="71" y="99"/>
                  <a:pt x="59" y="82"/>
                </a:cubicBezTo>
                <a:cubicBezTo>
                  <a:pt x="57" y="79"/>
                  <a:pt x="54" y="76"/>
                  <a:pt x="52" y="73"/>
                </a:cubicBezTo>
                <a:cubicBezTo>
                  <a:pt x="51" y="72"/>
                  <a:pt x="50" y="71"/>
                  <a:pt x="49" y="71"/>
                </a:cubicBezTo>
                <a:cubicBezTo>
                  <a:pt x="44" y="71"/>
                  <a:pt x="39" y="71"/>
                  <a:pt x="34" y="71"/>
                </a:cubicBezTo>
                <a:close/>
                <a:moveTo>
                  <a:pt x="34" y="61"/>
                </a:moveTo>
                <a:cubicBezTo>
                  <a:pt x="35" y="62"/>
                  <a:pt x="36" y="62"/>
                  <a:pt x="36" y="62"/>
                </a:cubicBezTo>
                <a:cubicBezTo>
                  <a:pt x="46" y="62"/>
                  <a:pt x="56" y="62"/>
                  <a:pt x="66" y="62"/>
                </a:cubicBezTo>
                <a:cubicBezTo>
                  <a:pt x="72" y="61"/>
                  <a:pt x="77" y="60"/>
                  <a:pt x="82" y="59"/>
                </a:cubicBezTo>
                <a:cubicBezTo>
                  <a:pt x="90" y="56"/>
                  <a:pt x="94" y="51"/>
                  <a:pt x="96" y="44"/>
                </a:cubicBezTo>
                <a:cubicBezTo>
                  <a:pt x="96" y="39"/>
                  <a:pt x="97" y="34"/>
                  <a:pt x="96" y="29"/>
                </a:cubicBezTo>
                <a:cubicBezTo>
                  <a:pt x="95" y="20"/>
                  <a:pt x="90" y="15"/>
                  <a:pt x="81" y="12"/>
                </a:cubicBezTo>
                <a:cubicBezTo>
                  <a:pt x="77" y="11"/>
                  <a:pt x="74" y="11"/>
                  <a:pt x="70" y="11"/>
                </a:cubicBezTo>
                <a:cubicBezTo>
                  <a:pt x="59" y="10"/>
                  <a:pt x="48" y="11"/>
                  <a:pt x="37" y="11"/>
                </a:cubicBezTo>
                <a:cubicBezTo>
                  <a:pt x="36" y="11"/>
                  <a:pt x="35" y="11"/>
                  <a:pt x="34" y="11"/>
                </a:cubicBezTo>
                <a:cubicBezTo>
                  <a:pt x="34" y="28"/>
                  <a:pt x="34" y="44"/>
                  <a:pt x="34" y="61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1" name="Freeform 18">
            <a:extLst xmlns:a="http://schemas.openxmlformats.org/drawingml/2006/main">
              <a:ext uri="{FF2B5EF4-FFF2-40B4-BE49-F238E27FC236}">
                <a16:creationId xmlns:a16="http://schemas.microsoft.com/office/drawing/2014/main" id="{C068F9A3-4282-4A13-AFCA-1B04B9372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3581" y="688617"/>
            <a:ext cx="64437" cy="68429"/>
          </a:xfrm>
          <a:custGeom xmlns:a="http://schemas.openxmlformats.org/drawingml/2006/main">
            <a:gdLst>
              <a:gd name="T0" fmla="*/ 50 w 127"/>
              <a:gd name="T1" fmla="*/ 70 h 135"/>
              <a:gd name="T2" fmla="*/ 34 w 127"/>
              <a:gd name="T3" fmla="*/ 87 h 135"/>
              <a:gd name="T4" fmla="*/ 33 w 127"/>
              <a:gd name="T5" fmla="*/ 90 h 135"/>
              <a:gd name="T6" fmla="*/ 33 w 127"/>
              <a:gd name="T7" fmla="*/ 116 h 135"/>
              <a:gd name="T8" fmla="*/ 34 w 127"/>
              <a:gd name="T9" fmla="*/ 120 h 135"/>
              <a:gd name="T10" fmla="*/ 41 w 127"/>
              <a:gd name="T11" fmla="*/ 127 h 135"/>
              <a:gd name="T12" fmla="*/ 49 w 127"/>
              <a:gd name="T13" fmla="*/ 128 h 135"/>
              <a:gd name="T14" fmla="*/ 49 w 127"/>
              <a:gd name="T15" fmla="*/ 135 h 135"/>
              <a:gd name="T16" fmla="*/ 0 w 127"/>
              <a:gd name="T17" fmla="*/ 135 h 135"/>
              <a:gd name="T18" fmla="*/ 0 w 127"/>
              <a:gd name="T19" fmla="*/ 128 h 135"/>
              <a:gd name="T20" fmla="*/ 7 w 127"/>
              <a:gd name="T21" fmla="*/ 128 h 135"/>
              <a:gd name="T22" fmla="*/ 16 w 127"/>
              <a:gd name="T23" fmla="*/ 118 h 135"/>
              <a:gd name="T24" fmla="*/ 16 w 127"/>
              <a:gd name="T25" fmla="*/ 111 h 135"/>
              <a:gd name="T26" fmla="*/ 16 w 127"/>
              <a:gd name="T27" fmla="*/ 24 h 135"/>
              <a:gd name="T28" fmla="*/ 16 w 127"/>
              <a:gd name="T29" fmla="*/ 16 h 135"/>
              <a:gd name="T30" fmla="*/ 8 w 127"/>
              <a:gd name="T31" fmla="*/ 9 h 135"/>
              <a:gd name="T32" fmla="*/ 0 w 127"/>
              <a:gd name="T33" fmla="*/ 8 h 135"/>
              <a:gd name="T34" fmla="*/ 0 w 127"/>
              <a:gd name="T35" fmla="*/ 1 h 135"/>
              <a:gd name="T36" fmla="*/ 49 w 127"/>
              <a:gd name="T37" fmla="*/ 1 h 135"/>
              <a:gd name="T38" fmla="*/ 50 w 127"/>
              <a:gd name="T39" fmla="*/ 8 h 135"/>
              <a:gd name="T40" fmla="*/ 41 w 127"/>
              <a:gd name="T41" fmla="*/ 9 h 135"/>
              <a:gd name="T42" fmla="*/ 34 w 127"/>
              <a:gd name="T43" fmla="*/ 16 h 135"/>
              <a:gd name="T44" fmla="*/ 33 w 127"/>
              <a:gd name="T45" fmla="*/ 23 h 135"/>
              <a:gd name="T46" fmla="*/ 33 w 127"/>
              <a:gd name="T47" fmla="*/ 70 h 135"/>
              <a:gd name="T48" fmla="*/ 33 w 127"/>
              <a:gd name="T49" fmla="*/ 73 h 135"/>
              <a:gd name="T50" fmla="*/ 36 w 127"/>
              <a:gd name="T51" fmla="*/ 71 h 135"/>
              <a:gd name="T52" fmla="*/ 83 w 127"/>
              <a:gd name="T53" fmla="*/ 19 h 135"/>
              <a:gd name="T54" fmla="*/ 86 w 127"/>
              <a:gd name="T55" fmla="*/ 14 h 135"/>
              <a:gd name="T56" fmla="*/ 84 w 127"/>
              <a:gd name="T57" fmla="*/ 9 h 135"/>
              <a:gd name="T58" fmla="*/ 76 w 127"/>
              <a:gd name="T59" fmla="*/ 8 h 135"/>
              <a:gd name="T60" fmla="*/ 76 w 127"/>
              <a:gd name="T61" fmla="*/ 1 h 135"/>
              <a:gd name="T62" fmla="*/ 122 w 127"/>
              <a:gd name="T63" fmla="*/ 1 h 135"/>
              <a:gd name="T64" fmla="*/ 122 w 127"/>
              <a:gd name="T65" fmla="*/ 8 h 135"/>
              <a:gd name="T66" fmla="*/ 118 w 127"/>
              <a:gd name="T67" fmla="*/ 8 h 135"/>
              <a:gd name="T68" fmla="*/ 99 w 127"/>
              <a:gd name="T69" fmla="*/ 18 h 135"/>
              <a:gd name="T70" fmla="*/ 77 w 127"/>
              <a:gd name="T71" fmla="*/ 41 h 135"/>
              <a:gd name="T72" fmla="*/ 62 w 127"/>
              <a:gd name="T73" fmla="*/ 57 h 135"/>
              <a:gd name="T74" fmla="*/ 64 w 127"/>
              <a:gd name="T75" fmla="*/ 61 h 135"/>
              <a:gd name="T76" fmla="*/ 102 w 127"/>
              <a:gd name="T77" fmla="*/ 113 h 135"/>
              <a:gd name="T78" fmla="*/ 108 w 127"/>
              <a:gd name="T79" fmla="*/ 120 h 135"/>
              <a:gd name="T80" fmla="*/ 123 w 127"/>
              <a:gd name="T81" fmla="*/ 127 h 135"/>
              <a:gd name="T82" fmla="*/ 127 w 127"/>
              <a:gd name="T83" fmla="*/ 128 h 135"/>
              <a:gd name="T84" fmla="*/ 127 w 127"/>
              <a:gd name="T85" fmla="*/ 135 h 135"/>
              <a:gd name="T86" fmla="*/ 73 w 127"/>
              <a:gd name="T87" fmla="*/ 135 h 135"/>
              <a:gd name="T88" fmla="*/ 73 w 127"/>
              <a:gd name="T89" fmla="*/ 128 h 135"/>
              <a:gd name="T90" fmla="*/ 80 w 127"/>
              <a:gd name="T91" fmla="*/ 127 h 135"/>
              <a:gd name="T92" fmla="*/ 84 w 127"/>
              <a:gd name="T93" fmla="*/ 120 h 135"/>
              <a:gd name="T94" fmla="*/ 82 w 127"/>
              <a:gd name="T95" fmla="*/ 115 h 135"/>
              <a:gd name="T96" fmla="*/ 51 w 127"/>
              <a:gd name="T97" fmla="*/ 72 h 135"/>
              <a:gd name="T98" fmla="*/ 50 w 127"/>
              <a:gd name="T99" fmla="*/ 70 h 135"/>
            </a:gdLst>
            <a:rect l="0" t="0" r="r" b="b"/>
            <a:pathLst>
              <a:path w="127" h="135">
                <a:moveTo>
                  <a:pt x="50" y="70"/>
                </a:moveTo>
                <a:cubicBezTo>
                  <a:pt x="44" y="76"/>
                  <a:pt x="39" y="81"/>
                  <a:pt x="34" y="87"/>
                </a:cubicBezTo>
                <a:cubicBezTo>
                  <a:pt x="33" y="88"/>
                  <a:pt x="33" y="89"/>
                  <a:pt x="33" y="90"/>
                </a:cubicBezTo>
                <a:cubicBezTo>
                  <a:pt x="33" y="99"/>
                  <a:pt x="33" y="107"/>
                  <a:pt x="33" y="116"/>
                </a:cubicBezTo>
                <a:cubicBezTo>
                  <a:pt x="33" y="117"/>
                  <a:pt x="33" y="118"/>
                  <a:pt x="34" y="120"/>
                </a:cubicBezTo>
                <a:cubicBezTo>
                  <a:pt x="35" y="125"/>
                  <a:pt x="36" y="126"/>
                  <a:pt x="41" y="127"/>
                </a:cubicBezTo>
                <a:cubicBezTo>
                  <a:pt x="44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7" y="128"/>
                </a:cubicBezTo>
                <a:cubicBezTo>
                  <a:pt x="14" y="127"/>
                  <a:pt x="16" y="125"/>
                  <a:pt x="16" y="118"/>
                </a:cubicBezTo>
                <a:cubicBezTo>
                  <a:pt x="16" y="115"/>
                  <a:pt x="16" y="113"/>
                  <a:pt x="16" y="111"/>
                </a:cubicBezTo>
                <a:cubicBezTo>
                  <a:pt x="16" y="82"/>
                  <a:pt x="16" y="53"/>
                  <a:pt x="16" y="24"/>
                </a:cubicBezTo>
                <a:cubicBezTo>
                  <a:pt x="16" y="21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5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4" y="0"/>
                  <a:pt x="40" y="0"/>
                  <a:pt x="49" y="1"/>
                </a:cubicBezTo>
                <a:cubicBezTo>
                  <a:pt x="49" y="3"/>
                  <a:pt x="50" y="5"/>
                  <a:pt x="50" y="8"/>
                </a:cubicBezTo>
                <a:cubicBezTo>
                  <a:pt x="47" y="8"/>
                  <a:pt x="44" y="8"/>
                  <a:pt x="41" y="9"/>
                </a:cubicBezTo>
                <a:cubicBezTo>
                  <a:pt x="37" y="9"/>
                  <a:pt x="34" y="11"/>
                  <a:pt x="34" y="16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39"/>
                  <a:pt x="33" y="54"/>
                  <a:pt x="33" y="70"/>
                </a:cubicBezTo>
                <a:cubicBezTo>
                  <a:pt x="33" y="71"/>
                  <a:pt x="33" y="72"/>
                  <a:pt x="33" y="73"/>
                </a:cubicBezTo>
                <a:cubicBezTo>
                  <a:pt x="35" y="72"/>
                  <a:pt x="36" y="72"/>
                  <a:pt x="36" y="71"/>
                </a:cubicBezTo>
                <a:cubicBezTo>
                  <a:pt x="52" y="54"/>
                  <a:pt x="67" y="37"/>
                  <a:pt x="83" y="19"/>
                </a:cubicBezTo>
                <a:cubicBezTo>
                  <a:pt x="84" y="18"/>
                  <a:pt x="85" y="16"/>
                  <a:pt x="86" y="14"/>
                </a:cubicBezTo>
                <a:cubicBezTo>
                  <a:pt x="88" y="12"/>
                  <a:pt x="87" y="10"/>
                  <a:pt x="84" y="9"/>
                </a:cubicBezTo>
                <a:cubicBezTo>
                  <a:pt x="81" y="8"/>
                  <a:pt x="79" y="8"/>
                  <a:pt x="76" y="8"/>
                </a:cubicBezTo>
                <a:cubicBezTo>
                  <a:pt x="76" y="5"/>
                  <a:pt x="76" y="3"/>
                  <a:pt x="76" y="1"/>
                </a:cubicBezTo>
                <a:cubicBezTo>
                  <a:pt x="79" y="0"/>
                  <a:pt x="114" y="0"/>
                  <a:pt x="122" y="1"/>
                </a:cubicBezTo>
                <a:cubicBezTo>
                  <a:pt x="122" y="3"/>
                  <a:pt x="122" y="5"/>
                  <a:pt x="122" y="8"/>
                </a:cubicBezTo>
                <a:cubicBezTo>
                  <a:pt x="121" y="8"/>
                  <a:pt x="120" y="8"/>
                  <a:pt x="118" y="8"/>
                </a:cubicBezTo>
                <a:cubicBezTo>
                  <a:pt x="111" y="9"/>
                  <a:pt x="104" y="12"/>
                  <a:pt x="99" y="18"/>
                </a:cubicBezTo>
                <a:cubicBezTo>
                  <a:pt x="92" y="25"/>
                  <a:pt x="85" y="33"/>
                  <a:pt x="77" y="41"/>
                </a:cubicBezTo>
                <a:cubicBezTo>
                  <a:pt x="72" y="46"/>
                  <a:pt x="67" y="52"/>
                  <a:pt x="62" y="57"/>
                </a:cubicBezTo>
                <a:cubicBezTo>
                  <a:pt x="63" y="58"/>
                  <a:pt x="64" y="59"/>
                  <a:pt x="64" y="61"/>
                </a:cubicBezTo>
                <a:cubicBezTo>
                  <a:pt x="77" y="78"/>
                  <a:pt x="90" y="95"/>
                  <a:pt x="102" y="113"/>
                </a:cubicBezTo>
                <a:cubicBezTo>
                  <a:pt x="104" y="115"/>
                  <a:pt x="106" y="118"/>
                  <a:pt x="108" y="120"/>
                </a:cubicBezTo>
                <a:cubicBezTo>
                  <a:pt x="112" y="124"/>
                  <a:pt x="117" y="127"/>
                  <a:pt x="123" y="127"/>
                </a:cubicBezTo>
                <a:cubicBezTo>
                  <a:pt x="124" y="128"/>
                  <a:pt x="125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09" y="135"/>
                  <a:pt x="91" y="135"/>
                  <a:pt x="73" y="135"/>
                </a:cubicBezTo>
                <a:cubicBezTo>
                  <a:pt x="73" y="133"/>
                  <a:pt x="73" y="131"/>
                  <a:pt x="73" y="128"/>
                </a:cubicBezTo>
                <a:cubicBezTo>
                  <a:pt x="75" y="128"/>
                  <a:pt x="78" y="128"/>
                  <a:pt x="80" y="127"/>
                </a:cubicBezTo>
                <a:cubicBezTo>
                  <a:pt x="85" y="127"/>
                  <a:pt x="86" y="125"/>
                  <a:pt x="84" y="120"/>
                </a:cubicBezTo>
                <a:cubicBezTo>
                  <a:pt x="84" y="118"/>
                  <a:pt x="83" y="117"/>
                  <a:pt x="82" y="115"/>
                </a:cubicBezTo>
                <a:cubicBezTo>
                  <a:pt x="72" y="101"/>
                  <a:pt x="61" y="86"/>
                  <a:pt x="51" y="72"/>
                </a:cubicBezTo>
                <a:cubicBezTo>
                  <a:pt x="51" y="71"/>
                  <a:pt x="50" y="71"/>
                  <a:pt x="50" y="7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2" name="Freeform 19">
            <a:extLst xmlns:a="http://schemas.openxmlformats.org/drawingml/2006/main">
              <a:ext uri="{FF2B5EF4-FFF2-40B4-BE49-F238E27FC236}">
                <a16:creationId xmlns:a16="http://schemas.microsoft.com/office/drawing/2014/main" id="{71672593-1A53-4734-BAFA-438016C79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9719" y="688617"/>
            <a:ext cx="63867" cy="68429"/>
          </a:xfrm>
          <a:custGeom xmlns:a="http://schemas.openxmlformats.org/drawingml/2006/main">
            <a:gdLst>
              <a:gd name="T0" fmla="*/ 28 w 126"/>
              <a:gd name="T1" fmla="*/ 16 h 135"/>
              <a:gd name="T2" fmla="*/ 28 w 126"/>
              <a:gd name="T3" fmla="*/ 20 h 135"/>
              <a:gd name="T4" fmla="*/ 28 w 126"/>
              <a:gd name="T5" fmla="*/ 109 h 135"/>
              <a:gd name="T6" fmla="*/ 28 w 126"/>
              <a:gd name="T7" fmla="*/ 119 h 135"/>
              <a:gd name="T8" fmla="*/ 37 w 126"/>
              <a:gd name="T9" fmla="*/ 127 h 135"/>
              <a:gd name="T10" fmla="*/ 44 w 126"/>
              <a:gd name="T11" fmla="*/ 128 h 135"/>
              <a:gd name="T12" fmla="*/ 44 w 126"/>
              <a:gd name="T13" fmla="*/ 135 h 135"/>
              <a:gd name="T14" fmla="*/ 0 w 126"/>
              <a:gd name="T15" fmla="*/ 135 h 135"/>
              <a:gd name="T16" fmla="*/ 0 w 126"/>
              <a:gd name="T17" fmla="*/ 128 h 135"/>
              <a:gd name="T18" fmla="*/ 8 w 126"/>
              <a:gd name="T19" fmla="*/ 127 h 135"/>
              <a:gd name="T20" fmla="*/ 16 w 126"/>
              <a:gd name="T21" fmla="*/ 120 h 135"/>
              <a:gd name="T22" fmla="*/ 16 w 126"/>
              <a:gd name="T23" fmla="*/ 113 h 135"/>
              <a:gd name="T24" fmla="*/ 16 w 126"/>
              <a:gd name="T25" fmla="*/ 19 h 135"/>
              <a:gd name="T26" fmla="*/ 16 w 126"/>
              <a:gd name="T27" fmla="*/ 15 h 135"/>
              <a:gd name="T28" fmla="*/ 9 w 126"/>
              <a:gd name="T29" fmla="*/ 9 h 135"/>
              <a:gd name="T30" fmla="*/ 5 w 126"/>
              <a:gd name="T31" fmla="*/ 8 h 135"/>
              <a:gd name="T32" fmla="*/ 1 w 126"/>
              <a:gd name="T33" fmla="*/ 8 h 135"/>
              <a:gd name="T34" fmla="*/ 1 w 126"/>
              <a:gd name="T35" fmla="*/ 1 h 135"/>
              <a:gd name="T36" fmla="*/ 40 w 126"/>
              <a:gd name="T37" fmla="*/ 1 h 135"/>
              <a:gd name="T38" fmla="*/ 98 w 126"/>
              <a:gd name="T39" fmla="*/ 100 h 135"/>
              <a:gd name="T40" fmla="*/ 99 w 126"/>
              <a:gd name="T41" fmla="*/ 100 h 135"/>
              <a:gd name="T42" fmla="*/ 99 w 126"/>
              <a:gd name="T43" fmla="*/ 96 h 135"/>
              <a:gd name="T44" fmla="*/ 99 w 126"/>
              <a:gd name="T45" fmla="*/ 24 h 135"/>
              <a:gd name="T46" fmla="*/ 98 w 126"/>
              <a:gd name="T47" fmla="*/ 16 h 135"/>
              <a:gd name="T48" fmla="*/ 90 w 126"/>
              <a:gd name="T49" fmla="*/ 9 h 135"/>
              <a:gd name="T50" fmla="*/ 83 w 126"/>
              <a:gd name="T51" fmla="*/ 8 h 135"/>
              <a:gd name="T52" fmla="*/ 83 w 126"/>
              <a:gd name="T53" fmla="*/ 1 h 135"/>
              <a:gd name="T54" fmla="*/ 126 w 126"/>
              <a:gd name="T55" fmla="*/ 1 h 135"/>
              <a:gd name="T56" fmla="*/ 126 w 126"/>
              <a:gd name="T57" fmla="*/ 8 h 135"/>
              <a:gd name="T58" fmla="*/ 119 w 126"/>
              <a:gd name="T59" fmla="*/ 9 h 135"/>
              <a:gd name="T60" fmla="*/ 111 w 126"/>
              <a:gd name="T61" fmla="*/ 16 h 135"/>
              <a:gd name="T62" fmla="*/ 110 w 126"/>
              <a:gd name="T63" fmla="*/ 27 h 135"/>
              <a:gd name="T64" fmla="*/ 110 w 126"/>
              <a:gd name="T65" fmla="*/ 129 h 135"/>
              <a:gd name="T66" fmla="*/ 110 w 126"/>
              <a:gd name="T67" fmla="*/ 135 h 135"/>
              <a:gd name="T68" fmla="*/ 99 w 126"/>
              <a:gd name="T69" fmla="*/ 135 h 135"/>
              <a:gd name="T70" fmla="*/ 29 w 126"/>
              <a:gd name="T71" fmla="*/ 15 h 135"/>
              <a:gd name="T72" fmla="*/ 28 w 126"/>
              <a:gd name="T73" fmla="*/ 16 h 135"/>
            </a:gdLst>
            <a:rect l="0" t="0" r="r" b="b"/>
            <a:pathLst>
              <a:path w="126" h="135">
                <a:moveTo>
                  <a:pt x="28" y="16"/>
                </a:moveTo>
                <a:cubicBezTo>
                  <a:pt x="28" y="17"/>
                  <a:pt x="28" y="19"/>
                  <a:pt x="28" y="20"/>
                </a:cubicBezTo>
                <a:cubicBezTo>
                  <a:pt x="28" y="50"/>
                  <a:pt x="28" y="79"/>
                  <a:pt x="28" y="109"/>
                </a:cubicBezTo>
                <a:cubicBezTo>
                  <a:pt x="28" y="112"/>
                  <a:pt x="28" y="115"/>
                  <a:pt x="28" y="119"/>
                </a:cubicBezTo>
                <a:cubicBezTo>
                  <a:pt x="29" y="124"/>
                  <a:pt x="31" y="126"/>
                  <a:pt x="37" y="127"/>
                </a:cubicBezTo>
                <a:cubicBezTo>
                  <a:pt x="39" y="127"/>
                  <a:pt x="41" y="128"/>
                  <a:pt x="44" y="128"/>
                </a:cubicBezTo>
                <a:cubicBezTo>
                  <a:pt x="44" y="130"/>
                  <a:pt x="44" y="133"/>
                  <a:pt x="44" y="135"/>
                </a:cubicBezTo>
                <a:cubicBezTo>
                  <a:pt x="29" y="135"/>
                  <a:pt x="15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5" y="127"/>
                  <a:pt x="8" y="127"/>
                </a:cubicBezTo>
                <a:cubicBezTo>
                  <a:pt x="12" y="127"/>
                  <a:pt x="15" y="124"/>
                  <a:pt x="16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0"/>
                  <a:pt x="16" y="19"/>
                </a:cubicBezTo>
                <a:cubicBezTo>
                  <a:pt x="16" y="18"/>
                  <a:pt x="16" y="17"/>
                  <a:pt x="16" y="15"/>
                </a:cubicBezTo>
                <a:cubicBezTo>
                  <a:pt x="16" y="11"/>
                  <a:pt x="14" y="9"/>
                  <a:pt x="9" y="9"/>
                </a:cubicBezTo>
                <a:cubicBezTo>
                  <a:pt x="8" y="8"/>
                  <a:pt x="7" y="8"/>
                  <a:pt x="5" y="8"/>
                </a:cubicBezTo>
                <a:cubicBezTo>
                  <a:pt x="4" y="8"/>
                  <a:pt x="2" y="8"/>
                  <a:pt x="1" y="8"/>
                </a:cubicBezTo>
                <a:cubicBezTo>
                  <a:pt x="1" y="5"/>
                  <a:pt x="1" y="3"/>
                  <a:pt x="1" y="1"/>
                </a:cubicBezTo>
                <a:cubicBezTo>
                  <a:pt x="14" y="1"/>
                  <a:pt x="27" y="1"/>
                  <a:pt x="40" y="1"/>
                </a:cubicBezTo>
                <a:cubicBezTo>
                  <a:pt x="59" y="34"/>
                  <a:pt x="79" y="67"/>
                  <a:pt x="98" y="100"/>
                </a:cubicBezTo>
                <a:cubicBezTo>
                  <a:pt x="98" y="100"/>
                  <a:pt x="99" y="100"/>
                  <a:pt x="99" y="100"/>
                </a:cubicBezTo>
                <a:cubicBezTo>
                  <a:pt x="99" y="99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1"/>
                  <a:pt x="99" y="19"/>
                  <a:pt x="98" y="16"/>
                </a:cubicBezTo>
                <a:cubicBezTo>
                  <a:pt x="97" y="12"/>
                  <a:pt x="94" y="9"/>
                  <a:pt x="90" y="9"/>
                </a:cubicBezTo>
                <a:cubicBezTo>
                  <a:pt x="88" y="8"/>
                  <a:pt x="86" y="8"/>
                  <a:pt x="83" y="8"/>
                </a:cubicBezTo>
                <a:cubicBezTo>
                  <a:pt x="83" y="5"/>
                  <a:pt x="83" y="3"/>
                  <a:pt x="83" y="1"/>
                </a:cubicBezTo>
                <a:cubicBezTo>
                  <a:pt x="87" y="0"/>
                  <a:pt x="115" y="0"/>
                  <a:pt x="126" y="1"/>
                </a:cubicBezTo>
                <a:cubicBezTo>
                  <a:pt x="126" y="3"/>
                  <a:pt x="126" y="5"/>
                  <a:pt x="126" y="8"/>
                </a:cubicBezTo>
                <a:cubicBezTo>
                  <a:pt x="124" y="8"/>
                  <a:pt x="122" y="8"/>
                  <a:pt x="119" y="9"/>
                </a:cubicBezTo>
                <a:cubicBezTo>
                  <a:pt x="115" y="9"/>
                  <a:pt x="112" y="12"/>
                  <a:pt x="111" y="16"/>
                </a:cubicBezTo>
                <a:cubicBezTo>
                  <a:pt x="111" y="20"/>
                  <a:pt x="110" y="23"/>
                  <a:pt x="110" y="27"/>
                </a:cubicBezTo>
                <a:cubicBezTo>
                  <a:pt x="110" y="61"/>
                  <a:pt x="110" y="95"/>
                  <a:pt x="110" y="129"/>
                </a:cubicBezTo>
                <a:cubicBezTo>
                  <a:pt x="110" y="131"/>
                  <a:pt x="110" y="133"/>
                  <a:pt x="110" y="135"/>
                </a:cubicBezTo>
                <a:cubicBezTo>
                  <a:pt x="106" y="135"/>
                  <a:pt x="103" y="135"/>
                  <a:pt x="99" y="135"/>
                </a:cubicBezTo>
                <a:cubicBezTo>
                  <a:pt x="76" y="95"/>
                  <a:pt x="52" y="55"/>
                  <a:pt x="29" y="15"/>
                </a:cubicBezTo>
                <a:cubicBezTo>
                  <a:pt x="28" y="15"/>
                  <a:pt x="28" y="15"/>
                  <a:pt x="28" y="16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3" name="Freeform 20">
            <a:extLst xmlns:a="http://schemas.openxmlformats.org/drawingml/2006/main">
              <a:ext uri="{FF2B5EF4-FFF2-40B4-BE49-F238E27FC236}">
                <a16:creationId xmlns:a16="http://schemas.microsoft.com/office/drawing/2014/main" id="{1B15A229-D09B-437A-BC2E-EDE0545A1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9652" y="688617"/>
            <a:ext cx="62726" cy="68429"/>
          </a:xfrm>
          <a:custGeom xmlns:a="http://schemas.openxmlformats.org/drawingml/2006/main">
            <a:gdLst>
              <a:gd name="T0" fmla="*/ 0 w 124"/>
              <a:gd name="T1" fmla="*/ 8 h 135"/>
              <a:gd name="T2" fmla="*/ 0 w 124"/>
              <a:gd name="T3" fmla="*/ 1 h 135"/>
              <a:gd name="T4" fmla="*/ 105 w 124"/>
              <a:gd name="T5" fmla="*/ 1 h 135"/>
              <a:gd name="T6" fmla="*/ 117 w 124"/>
              <a:gd name="T7" fmla="*/ 35 h 135"/>
              <a:gd name="T8" fmla="*/ 110 w 124"/>
              <a:gd name="T9" fmla="*/ 39 h 135"/>
              <a:gd name="T10" fmla="*/ 107 w 124"/>
              <a:gd name="T11" fmla="*/ 33 h 135"/>
              <a:gd name="T12" fmla="*/ 78 w 124"/>
              <a:gd name="T13" fmla="*/ 11 h 135"/>
              <a:gd name="T14" fmla="*/ 34 w 124"/>
              <a:gd name="T15" fmla="*/ 11 h 135"/>
              <a:gd name="T16" fmla="*/ 34 w 124"/>
              <a:gd name="T17" fmla="*/ 61 h 135"/>
              <a:gd name="T18" fmla="*/ 55 w 124"/>
              <a:gd name="T19" fmla="*/ 60 h 135"/>
              <a:gd name="T20" fmla="*/ 69 w 124"/>
              <a:gd name="T21" fmla="*/ 45 h 135"/>
              <a:gd name="T22" fmla="*/ 70 w 124"/>
              <a:gd name="T23" fmla="*/ 36 h 135"/>
              <a:gd name="T24" fmla="*/ 78 w 124"/>
              <a:gd name="T25" fmla="*/ 36 h 135"/>
              <a:gd name="T26" fmla="*/ 78 w 124"/>
              <a:gd name="T27" fmla="*/ 95 h 135"/>
              <a:gd name="T28" fmla="*/ 74 w 124"/>
              <a:gd name="T29" fmla="*/ 95 h 135"/>
              <a:gd name="T30" fmla="*/ 70 w 124"/>
              <a:gd name="T31" fmla="*/ 95 h 135"/>
              <a:gd name="T32" fmla="*/ 70 w 124"/>
              <a:gd name="T33" fmla="*/ 88 h 135"/>
              <a:gd name="T34" fmla="*/ 68 w 124"/>
              <a:gd name="T35" fmla="*/ 81 h 135"/>
              <a:gd name="T36" fmla="*/ 58 w 124"/>
              <a:gd name="T37" fmla="*/ 71 h 135"/>
              <a:gd name="T38" fmla="*/ 34 w 124"/>
              <a:gd name="T39" fmla="*/ 70 h 135"/>
              <a:gd name="T40" fmla="*/ 33 w 124"/>
              <a:gd name="T41" fmla="*/ 74 h 135"/>
              <a:gd name="T42" fmla="*/ 33 w 124"/>
              <a:gd name="T43" fmla="*/ 115 h 135"/>
              <a:gd name="T44" fmla="*/ 43 w 124"/>
              <a:gd name="T45" fmla="*/ 125 h 135"/>
              <a:gd name="T46" fmla="*/ 69 w 124"/>
              <a:gd name="T47" fmla="*/ 125 h 135"/>
              <a:gd name="T48" fmla="*/ 112 w 124"/>
              <a:gd name="T49" fmla="*/ 97 h 135"/>
              <a:gd name="T50" fmla="*/ 115 w 124"/>
              <a:gd name="T51" fmla="*/ 90 h 135"/>
              <a:gd name="T52" fmla="*/ 124 w 124"/>
              <a:gd name="T53" fmla="*/ 93 h 135"/>
              <a:gd name="T54" fmla="*/ 109 w 124"/>
              <a:gd name="T55" fmla="*/ 135 h 135"/>
              <a:gd name="T56" fmla="*/ 0 w 124"/>
              <a:gd name="T57" fmla="*/ 135 h 135"/>
              <a:gd name="T58" fmla="*/ 0 w 124"/>
              <a:gd name="T59" fmla="*/ 128 h 135"/>
              <a:gd name="T60" fmla="*/ 8 w 124"/>
              <a:gd name="T61" fmla="*/ 127 h 135"/>
              <a:gd name="T62" fmla="*/ 15 w 124"/>
              <a:gd name="T63" fmla="*/ 120 h 135"/>
              <a:gd name="T64" fmla="*/ 16 w 124"/>
              <a:gd name="T65" fmla="*/ 113 h 135"/>
              <a:gd name="T66" fmla="*/ 16 w 124"/>
              <a:gd name="T67" fmla="*/ 21 h 135"/>
              <a:gd name="T68" fmla="*/ 16 w 124"/>
              <a:gd name="T69" fmla="*/ 16 h 135"/>
              <a:gd name="T70" fmla="*/ 8 w 124"/>
              <a:gd name="T71" fmla="*/ 9 h 135"/>
              <a:gd name="T72" fmla="*/ 4 w 124"/>
              <a:gd name="T73" fmla="*/ 8 h 135"/>
              <a:gd name="T74" fmla="*/ 0 w 124"/>
              <a:gd name="T75" fmla="*/ 8 h 135"/>
            </a:gdLst>
            <a:rect l="0" t="0" r="r" b="b"/>
            <a:pathLst>
              <a:path w="124" h="135">
                <a:moveTo>
                  <a:pt x="0" y="8"/>
                </a:moveTo>
                <a:cubicBezTo>
                  <a:pt x="0" y="5"/>
                  <a:pt x="0" y="3"/>
                  <a:pt x="0" y="1"/>
                </a:cubicBezTo>
                <a:cubicBezTo>
                  <a:pt x="3" y="0"/>
                  <a:pt x="98" y="0"/>
                  <a:pt x="105" y="1"/>
                </a:cubicBezTo>
                <a:cubicBezTo>
                  <a:pt x="109" y="12"/>
                  <a:pt x="113" y="24"/>
                  <a:pt x="117" y="35"/>
                </a:cubicBezTo>
                <a:cubicBezTo>
                  <a:pt x="115" y="37"/>
                  <a:pt x="112" y="38"/>
                  <a:pt x="110" y="39"/>
                </a:cubicBezTo>
                <a:cubicBezTo>
                  <a:pt x="109" y="36"/>
                  <a:pt x="108" y="35"/>
                  <a:pt x="107" y="33"/>
                </a:cubicBezTo>
                <a:cubicBezTo>
                  <a:pt x="101" y="20"/>
                  <a:pt x="92" y="13"/>
                  <a:pt x="78" y="11"/>
                </a:cubicBezTo>
                <a:cubicBezTo>
                  <a:pt x="63" y="10"/>
                  <a:pt x="48" y="11"/>
                  <a:pt x="34" y="11"/>
                </a:cubicBezTo>
                <a:cubicBezTo>
                  <a:pt x="33" y="15"/>
                  <a:pt x="33" y="55"/>
                  <a:pt x="34" y="61"/>
                </a:cubicBezTo>
                <a:cubicBezTo>
                  <a:pt x="41" y="61"/>
                  <a:pt x="48" y="61"/>
                  <a:pt x="55" y="60"/>
                </a:cubicBezTo>
                <a:cubicBezTo>
                  <a:pt x="64" y="59"/>
                  <a:pt x="68" y="54"/>
                  <a:pt x="69" y="45"/>
                </a:cubicBezTo>
                <a:cubicBezTo>
                  <a:pt x="70" y="42"/>
                  <a:pt x="70" y="39"/>
                  <a:pt x="70" y="36"/>
                </a:cubicBezTo>
                <a:cubicBezTo>
                  <a:pt x="73" y="36"/>
                  <a:pt x="75" y="36"/>
                  <a:pt x="78" y="36"/>
                </a:cubicBezTo>
                <a:cubicBezTo>
                  <a:pt x="78" y="56"/>
                  <a:pt x="78" y="75"/>
                  <a:pt x="78" y="95"/>
                </a:cubicBezTo>
                <a:cubicBezTo>
                  <a:pt x="77" y="95"/>
                  <a:pt x="76" y="95"/>
                  <a:pt x="74" y="95"/>
                </a:cubicBezTo>
                <a:cubicBezTo>
                  <a:pt x="73" y="95"/>
                  <a:pt x="72" y="95"/>
                  <a:pt x="70" y="95"/>
                </a:cubicBezTo>
                <a:cubicBezTo>
                  <a:pt x="70" y="93"/>
                  <a:pt x="70" y="90"/>
                  <a:pt x="70" y="88"/>
                </a:cubicBezTo>
                <a:cubicBezTo>
                  <a:pt x="69" y="86"/>
                  <a:pt x="69" y="83"/>
                  <a:pt x="68" y="81"/>
                </a:cubicBezTo>
                <a:cubicBezTo>
                  <a:pt x="67" y="75"/>
                  <a:pt x="64" y="72"/>
                  <a:pt x="58" y="71"/>
                </a:cubicBezTo>
                <a:cubicBezTo>
                  <a:pt x="50" y="69"/>
                  <a:pt x="42" y="70"/>
                  <a:pt x="34" y="70"/>
                </a:cubicBezTo>
                <a:cubicBezTo>
                  <a:pt x="33" y="72"/>
                  <a:pt x="33" y="73"/>
                  <a:pt x="33" y="74"/>
                </a:cubicBezTo>
                <a:cubicBezTo>
                  <a:pt x="33" y="88"/>
                  <a:pt x="33" y="102"/>
                  <a:pt x="33" y="115"/>
                </a:cubicBezTo>
                <a:cubicBezTo>
                  <a:pt x="33" y="124"/>
                  <a:pt x="34" y="125"/>
                  <a:pt x="43" y="125"/>
                </a:cubicBezTo>
                <a:cubicBezTo>
                  <a:pt x="52" y="125"/>
                  <a:pt x="60" y="125"/>
                  <a:pt x="69" y="125"/>
                </a:cubicBezTo>
                <a:cubicBezTo>
                  <a:pt x="89" y="125"/>
                  <a:pt x="104" y="115"/>
                  <a:pt x="112" y="97"/>
                </a:cubicBezTo>
                <a:cubicBezTo>
                  <a:pt x="113" y="95"/>
                  <a:pt x="114" y="93"/>
                  <a:pt x="115" y="90"/>
                </a:cubicBezTo>
                <a:cubicBezTo>
                  <a:pt x="118" y="91"/>
                  <a:pt x="121" y="92"/>
                  <a:pt x="124" y="93"/>
                </a:cubicBezTo>
                <a:cubicBezTo>
                  <a:pt x="119" y="108"/>
                  <a:pt x="114" y="121"/>
                  <a:pt x="109" y="135"/>
                </a:cubicBezTo>
                <a:cubicBezTo>
                  <a:pt x="73" y="135"/>
                  <a:pt x="3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6" y="128"/>
                  <a:pt x="8" y="127"/>
                </a:cubicBezTo>
                <a:cubicBezTo>
                  <a:pt x="13" y="126"/>
                  <a:pt x="15" y="125"/>
                  <a:pt x="15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20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7" y="9"/>
                  <a:pt x="6" y="8"/>
                  <a:pt x="4" y="8"/>
                </a:cubicBezTo>
                <a:cubicBezTo>
                  <a:pt x="3" y="8"/>
                  <a:pt x="2" y="8"/>
                  <a:pt x="0" y="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4" name="Freeform 21">
            <a:extLst xmlns:a="http://schemas.openxmlformats.org/drawingml/2006/main">
              <a:ext uri="{FF2B5EF4-FFF2-40B4-BE49-F238E27FC236}">
                <a16:creationId xmlns:a16="http://schemas.microsoft.com/office/drawing/2014/main" id="{A595B401-EEEA-40C7-B22B-551FEE941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5152" y="689187"/>
            <a:ext cx="62726" cy="67859"/>
          </a:xfrm>
          <a:custGeom xmlns:a="http://schemas.openxmlformats.org/drawingml/2006/main">
            <a:gdLst>
              <a:gd name="T0" fmla="*/ 33 w 123"/>
              <a:gd name="T1" fmla="*/ 60 h 134"/>
              <a:gd name="T2" fmla="*/ 55 w 123"/>
              <a:gd name="T3" fmla="*/ 59 h 134"/>
              <a:gd name="T4" fmla="*/ 68 w 123"/>
              <a:gd name="T5" fmla="*/ 45 h 134"/>
              <a:gd name="T6" fmla="*/ 70 w 123"/>
              <a:gd name="T7" fmla="*/ 35 h 134"/>
              <a:gd name="T8" fmla="*/ 77 w 123"/>
              <a:gd name="T9" fmla="*/ 35 h 134"/>
              <a:gd name="T10" fmla="*/ 77 w 123"/>
              <a:gd name="T11" fmla="*/ 94 h 134"/>
              <a:gd name="T12" fmla="*/ 75 w 123"/>
              <a:gd name="T13" fmla="*/ 94 h 134"/>
              <a:gd name="T14" fmla="*/ 70 w 123"/>
              <a:gd name="T15" fmla="*/ 94 h 134"/>
              <a:gd name="T16" fmla="*/ 69 w 123"/>
              <a:gd name="T17" fmla="*/ 83 h 134"/>
              <a:gd name="T18" fmla="*/ 54 w 123"/>
              <a:gd name="T19" fmla="*/ 69 h 134"/>
              <a:gd name="T20" fmla="*/ 33 w 123"/>
              <a:gd name="T21" fmla="*/ 69 h 134"/>
              <a:gd name="T22" fmla="*/ 33 w 123"/>
              <a:gd name="T23" fmla="*/ 73 h 134"/>
              <a:gd name="T24" fmla="*/ 33 w 123"/>
              <a:gd name="T25" fmla="*/ 114 h 134"/>
              <a:gd name="T26" fmla="*/ 43 w 123"/>
              <a:gd name="T27" fmla="*/ 124 h 134"/>
              <a:gd name="T28" fmla="*/ 68 w 123"/>
              <a:gd name="T29" fmla="*/ 124 h 134"/>
              <a:gd name="T30" fmla="*/ 112 w 123"/>
              <a:gd name="T31" fmla="*/ 96 h 134"/>
              <a:gd name="T32" fmla="*/ 115 w 123"/>
              <a:gd name="T33" fmla="*/ 90 h 134"/>
              <a:gd name="T34" fmla="*/ 115 w 123"/>
              <a:gd name="T35" fmla="*/ 90 h 134"/>
              <a:gd name="T36" fmla="*/ 123 w 123"/>
              <a:gd name="T37" fmla="*/ 92 h 134"/>
              <a:gd name="T38" fmla="*/ 109 w 123"/>
              <a:gd name="T39" fmla="*/ 134 h 134"/>
              <a:gd name="T40" fmla="*/ 0 w 123"/>
              <a:gd name="T41" fmla="*/ 134 h 134"/>
              <a:gd name="T42" fmla="*/ 0 w 123"/>
              <a:gd name="T43" fmla="*/ 127 h 134"/>
              <a:gd name="T44" fmla="*/ 8 w 123"/>
              <a:gd name="T45" fmla="*/ 126 h 134"/>
              <a:gd name="T46" fmla="*/ 15 w 123"/>
              <a:gd name="T47" fmla="*/ 120 h 134"/>
              <a:gd name="T48" fmla="*/ 16 w 123"/>
              <a:gd name="T49" fmla="*/ 113 h 134"/>
              <a:gd name="T50" fmla="*/ 16 w 123"/>
              <a:gd name="T51" fmla="*/ 20 h 134"/>
              <a:gd name="T52" fmla="*/ 5 w 123"/>
              <a:gd name="T53" fmla="*/ 7 h 134"/>
              <a:gd name="T54" fmla="*/ 0 w 123"/>
              <a:gd name="T55" fmla="*/ 7 h 134"/>
              <a:gd name="T56" fmla="*/ 0 w 123"/>
              <a:gd name="T57" fmla="*/ 0 h 134"/>
              <a:gd name="T58" fmla="*/ 105 w 123"/>
              <a:gd name="T59" fmla="*/ 0 h 134"/>
              <a:gd name="T60" fmla="*/ 117 w 123"/>
              <a:gd name="T61" fmla="*/ 35 h 134"/>
              <a:gd name="T62" fmla="*/ 109 w 123"/>
              <a:gd name="T63" fmla="*/ 38 h 134"/>
              <a:gd name="T64" fmla="*/ 107 w 123"/>
              <a:gd name="T65" fmla="*/ 34 h 134"/>
              <a:gd name="T66" fmla="*/ 105 w 123"/>
              <a:gd name="T67" fmla="*/ 29 h 134"/>
              <a:gd name="T68" fmla="*/ 78 w 123"/>
              <a:gd name="T69" fmla="*/ 11 h 134"/>
              <a:gd name="T70" fmla="*/ 42 w 123"/>
              <a:gd name="T71" fmla="*/ 10 h 134"/>
              <a:gd name="T72" fmla="*/ 33 w 123"/>
              <a:gd name="T73" fmla="*/ 10 h 134"/>
              <a:gd name="T74" fmla="*/ 33 w 123"/>
              <a:gd name="T75" fmla="*/ 60 h 134"/>
            </a:gdLst>
            <a:rect l="0" t="0" r="r" b="b"/>
            <a:pathLst>
              <a:path w="123" h="134">
                <a:moveTo>
                  <a:pt x="33" y="60"/>
                </a:moveTo>
                <a:cubicBezTo>
                  <a:pt x="41" y="60"/>
                  <a:pt x="48" y="61"/>
                  <a:pt x="55" y="59"/>
                </a:cubicBezTo>
                <a:cubicBezTo>
                  <a:pt x="63" y="57"/>
                  <a:pt x="67" y="53"/>
                  <a:pt x="68" y="45"/>
                </a:cubicBezTo>
                <a:cubicBezTo>
                  <a:pt x="69" y="42"/>
                  <a:pt x="69" y="39"/>
                  <a:pt x="70" y="35"/>
                </a:cubicBezTo>
                <a:cubicBezTo>
                  <a:pt x="72" y="35"/>
                  <a:pt x="75" y="35"/>
                  <a:pt x="77" y="35"/>
                </a:cubicBezTo>
                <a:cubicBezTo>
                  <a:pt x="77" y="55"/>
                  <a:pt x="77" y="74"/>
                  <a:pt x="77" y="94"/>
                </a:cubicBezTo>
                <a:cubicBezTo>
                  <a:pt x="76" y="94"/>
                  <a:pt x="75" y="94"/>
                  <a:pt x="75" y="94"/>
                </a:cubicBezTo>
                <a:cubicBezTo>
                  <a:pt x="73" y="94"/>
                  <a:pt x="71" y="94"/>
                  <a:pt x="70" y="94"/>
                </a:cubicBezTo>
                <a:cubicBezTo>
                  <a:pt x="69" y="90"/>
                  <a:pt x="69" y="86"/>
                  <a:pt x="69" y="83"/>
                </a:cubicBezTo>
                <a:cubicBezTo>
                  <a:pt x="67" y="74"/>
                  <a:pt x="63" y="70"/>
                  <a:pt x="54" y="69"/>
                </a:cubicBezTo>
                <a:cubicBezTo>
                  <a:pt x="47" y="69"/>
                  <a:pt x="40" y="69"/>
                  <a:pt x="33" y="69"/>
                </a:cubicBezTo>
                <a:cubicBezTo>
                  <a:pt x="33" y="71"/>
                  <a:pt x="33" y="72"/>
                  <a:pt x="33" y="73"/>
                </a:cubicBezTo>
                <a:cubicBezTo>
                  <a:pt x="33" y="87"/>
                  <a:pt x="33" y="101"/>
                  <a:pt x="33" y="114"/>
                </a:cubicBezTo>
                <a:cubicBezTo>
                  <a:pt x="33" y="123"/>
                  <a:pt x="34" y="124"/>
                  <a:pt x="43" y="124"/>
                </a:cubicBezTo>
                <a:cubicBezTo>
                  <a:pt x="51" y="124"/>
                  <a:pt x="60" y="124"/>
                  <a:pt x="68" y="124"/>
                </a:cubicBezTo>
                <a:cubicBezTo>
                  <a:pt x="89" y="124"/>
                  <a:pt x="103" y="114"/>
                  <a:pt x="112" y="96"/>
                </a:cubicBezTo>
                <a:cubicBezTo>
                  <a:pt x="113" y="94"/>
                  <a:pt x="114" y="92"/>
                  <a:pt x="115" y="90"/>
                </a:cubicBezTo>
                <a:cubicBezTo>
                  <a:pt x="115" y="90"/>
                  <a:pt x="115" y="90"/>
                  <a:pt x="115" y="90"/>
                </a:cubicBezTo>
                <a:cubicBezTo>
                  <a:pt x="118" y="90"/>
                  <a:pt x="120" y="91"/>
                  <a:pt x="123" y="92"/>
                </a:cubicBezTo>
                <a:cubicBezTo>
                  <a:pt x="118" y="107"/>
                  <a:pt x="113" y="120"/>
                  <a:pt x="109" y="134"/>
                </a:cubicBezTo>
                <a:cubicBezTo>
                  <a:pt x="72" y="134"/>
                  <a:pt x="3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6"/>
                  <a:pt x="8" y="126"/>
                </a:cubicBezTo>
                <a:cubicBezTo>
                  <a:pt x="12" y="126"/>
                  <a:pt x="14" y="124"/>
                  <a:pt x="15" y="120"/>
                </a:cubicBezTo>
                <a:cubicBezTo>
                  <a:pt x="15" y="118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0"/>
                  <a:pt x="14" y="8"/>
                  <a:pt x="5" y="7"/>
                </a:cubicBezTo>
                <a:cubicBezTo>
                  <a:pt x="3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34" y="0"/>
                  <a:pt x="69" y="0"/>
                  <a:pt x="105" y="0"/>
                </a:cubicBezTo>
                <a:cubicBezTo>
                  <a:pt x="109" y="11"/>
                  <a:pt x="112" y="22"/>
                  <a:pt x="117" y="35"/>
                </a:cubicBezTo>
                <a:cubicBezTo>
                  <a:pt x="114" y="36"/>
                  <a:pt x="112" y="37"/>
                  <a:pt x="109" y="38"/>
                </a:cubicBezTo>
                <a:cubicBezTo>
                  <a:pt x="108" y="36"/>
                  <a:pt x="108" y="35"/>
                  <a:pt x="107" y="34"/>
                </a:cubicBezTo>
                <a:cubicBezTo>
                  <a:pt x="107" y="32"/>
                  <a:pt x="106" y="31"/>
                  <a:pt x="105" y="29"/>
                </a:cubicBezTo>
                <a:cubicBezTo>
                  <a:pt x="100" y="18"/>
                  <a:pt x="90" y="11"/>
                  <a:pt x="78" y="11"/>
                </a:cubicBezTo>
                <a:cubicBezTo>
                  <a:pt x="66" y="10"/>
                  <a:pt x="54" y="10"/>
                  <a:pt x="42" y="10"/>
                </a:cubicBezTo>
                <a:cubicBezTo>
                  <a:pt x="39" y="10"/>
                  <a:pt x="36" y="10"/>
                  <a:pt x="33" y="10"/>
                </a:cubicBezTo>
                <a:cubicBezTo>
                  <a:pt x="33" y="26"/>
                  <a:pt x="33" y="43"/>
                  <a:pt x="33" y="6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5" name="Freeform 22">
            <a:extLst xmlns:a="http://schemas.openxmlformats.org/drawingml/2006/main">
              <a:ext uri="{FF2B5EF4-FFF2-40B4-BE49-F238E27FC236}">
                <a16:creationId xmlns:a16="http://schemas.microsoft.com/office/drawing/2014/main" id="{065CA384-6448-4BA4-A407-E6006F8C4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3944" y="689187"/>
            <a:ext cx="63867" cy="67859"/>
          </a:xfrm>
          <a:custGeom xmlns:a="http://schemas.openxmlformats.org/drawingml/2006/main">
            <a:gdLst>
              <a:gd name="T0" fmla="*/ 43 w 126"/>
              <a:gd name="T1" fmla="*/ 134 h 134"/>
              <a:gd name="T2" fmla="*/ 0 w 126"/>
              <a:gd name="T3" fmla="*/ 134 h 134"/>
              <a:gd name="T4" fmla="*/ 0 w 126"/>
              <a:gd name="T5" fmla="*/ 127 h 134"/>
              <a:gd name="T6" fmla="*/ 7 w 126"/>
              <a:gd name="T7" fmla="*/ 126 h 134"/>
              <a:gd name="T8" fmla="*/ 16 w 126"/>
              <a:gd name="T9" fmla="*/ 118 h 134"/>
              <a:gd name="T10" fmla="*/ 16 w 126"/>
              <a:gd name="T11" fmla="*/ 110 h 134"/>
              <a:gd name="T12" fmla="*/ 16 w 126"/>
              <a:gd name="T13" fmla="*/ 18 h 134"/>
              <a:gd name="T14" fmla="*/ 5 w 126"/>
              <a:gd name="T15" fmla="*/ 7 h 134"/>
              <a:gd name="T16" fmla="*/ 0 w 126"/>
              <a:gd name="T17" fmla="*/ 7 h 134"/>
              <a:gd name="T18" fmla="*/ 0 w 126"/>
              <a:gd name="T19" fmla="*/ 0 h 134"/>
              <a:gd name="T20" fmla="*/ 40 w 126"/>
              <a:gd name="T21" fmla="*/ 0 h 134"/>
              <a:gd name="T22" fmla="*/ 98 w 126"/>
              <a:gd name="T23" fmla="*/ 100 h 134"/>
              <a:gd name="T24" fmla="*/ 99 w 126"/>
              <a:gd name="T25" fmla="*/ 96 h 134"/>
              <a:gd name="T26" fmla="*/ 99 w 126"/>
              <a:gd name="T27" fmla="*/ 24 h 134"/>
              <a:gd name="T28" fmla="*/ 98 w 126"/>
              <a:gd name="T29" fmla="*/ 17 h 134"/>
              <a:gd name="T30" fmla="*/ 89 w 126"/>
              <a:gd name="T31" fmla="*/ 7 h 134"/>
              <a:gd name="T32" fmla="*/ 83 w 126"/>
              <a:gd name="T33" fmla="*/ 7 h 134"/>
              <a:gd name="T34" fmla="*/ 83 w 126"/>
              <a:gd name="T35" fmla="*/ 4 h 134"/>
              <a:gd name="T36" fmla="*/ 83 w 126"/>
              <a:gd name="T37" fmla="*/ 0 h 134"/>
              <a:gd name="T38" fmla="*/ 125 w 126"/>
              <a:gd name="T39" fmla="*/ 0 h 134"/>
              <a:gd name="T40" fmla="*/ 126 w 126"/>
              <a:gd name="T41" fmla="*/ 3 h 134"/>
              <a:gd name="T42" fmla="*/ 126 w 126"/>
              <a:gd name="T43" fmla="*/ 7 h 134"/>
              <a:gd name="T44" fmla="*/ 120 w 126"/>
              <a:gd name="T45" fmla="*/ 7 h 134"/>
              <a:gd name="T46" fmla="*/ 110 w 126"/>
              <a:gd name="T47" fmla="*/ 16 h 134"/>
              <a:gd name="T48" fmla="*/ 110 w 126"/>
              <a:gd name="T49" fmla="*/ 26 h 134"/>
              <a:gd name="T50" fmla="*/ 110 w 126"/>
              <a:gd name="T51" fmla="*/ 128 h 134"/>
              <a:gd name="T52" fmla="*/ 110 w 126"/>
              <a:gd name="T53" fmla="*/ 134 h 134"/>
              <a:gd name="T54" fmla="*/ 98 w 126"/>
              <a:gd name="T55" fmla="*/ 134 h 134"/>
              <a:gd name="T56" fmla="*/ 28 w 126"/>
              <a:gd name="T57" fmla="*/ 14 h 134"/>
              <a:gd name="T58" fmla="*/ 28 w 126"/>
              <a:gd name="T59" fmla="*/ 14 h 134"/>
              <a:gd name="T60" fmla="*/ 27 w 126"/>
              <a:gd name="T61" fmla="*/ 17 h 134"/>
              <a:gd name="T62" fmla="*/ 27 w 126"/>
              <a:gd name="T63" fmla="*/ 110 h 134"/>
              <a:gd name="T64" fmla="*/ 28 w 126"/>
              <a:gd name="T65" fmla="*/ 118 h 134"/>
              <a:gd name="T66" fmla="*/ 36 w 126"/>
              <a:gd name="T67" fmla="*/ 126 h 134"/>
              <a:gd name="T68" fmla="*/ 43 w 126"/>
              <a:gd name="T69" fmla="*/ 127 h 134"/>
              <a:gd name="T70" fmla="*/ 43 w 126"/>
              <a:gd name="T71" fmla="*/ 134 h 134"/>
            </a:gdLst>
            <a:rect l="0" t="0" r="r" b="b"/>
            <a:pathLst>
              <a:path w="126" h="134">
                <a:moveTo>
                  <a:pt x="43" y="134"/>
                </a:moveTo>
                <a:cubicBezTo>
                  <a:pt x="29" y="134"/>
                  <a:pt x="14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7"/>
                  <a:pt x="7" y="126"/>
                </a:cubicBezTo>
                <a:cubicBezTo>
                  <a:pt x="13" y="125"/>
                  <a:pt x="15" y="123"/>
                  <a:pt x="16" y="118"/>
                </a:cubicBezTo>
                <a:cubicBezTo>
                  <a:pt x="16" y="115"/>
                  <a:pt x="16" y="113"/>
                  <a:pt x="16" y="110"/>
                </a:cubicBezTo>
                <a:cubicBezTo>
                  <a:pt x="16" y="80"/>
                  <a:pt x="16" y="49"/>
                  <a:pt x="16" y="18"/>
                </a:cubicBezTo>
                <a:cubicBezTo>
                  <a:pt x="16" y="9"/>
                  <a:pt x="14" y="8"/>
                  <a:pt x="5" y="7"/>
                </a:cubicBezTo>
                <a:cubicBezTo>
                  <a:pt x="4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3" y="0"/>
                  <a:pt x="26" y="0"/>
                  <a:pt x="40" y="0"/>
                </a:cubicBezTo>
                <a:cubicBezTo>
                  <a:pt x="59" y="33"/>
                  <a:pt x="78" y="66"/>
                  <a:pt x="98" y="100"/>
                </a:cubicBezTo>
                <a:cubicBezTo>
                  <a:pt x="98" y="98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2"/>
                  <a:pt x="99" y="19"/>
                  <a:pt x="98" y="17"/>
                </a:cubicBezTo>
                <a:cubicBezTo>
                  <a:pt x="97" y="11"/>
                  <a:pt x="95" y="8"/>
                  <a:pt x="89" y="7"/>
                </a:cubicBezTo>
                <a:cubicBezTo>
                  <a:pt x="87" y="7"/>
                  <a:pt x="85" y="7"/>
                  <a:pt x="83" y="7"/>
                </a:cubicBezTo>
                <a:cubicBezTo>
                  <a:pt x="83" y="6"/>
                  <a:pt x="83" y="5"/>
                  <a:pt x="83" y="4"/>
                </a:cubicBezTo>
                <a:cubicBezTo>
                  <a:pt x="83" y="2"/>
                  <a:pt x="83" y="1"/>
                  <a:pt x="83" y="0"/>
                </a:cubicBezTo>
                <a:cubicBezTo>
                  <a:pt x="97" y="0"/>
                  <a:pt x="111" y="0"/>
                  <a:pt x="125" y="0"/>
                </a:cubicBezTo>
                <a:cubicBezTo>
                  <a:pt x="125" y="1"/>
                  <a:pt x="126" y="2"/>
                  <a:pt x="126" y="3"/>
                </a:cubicBezTo>
                <a:cubicBezTo>
                  <a:pt x="126" y="4"/>
                  <a:pt x="126" y="5"/>
                  <a:pt x="126" y="7"/>
                </a:cubicBezTo>
                <a:cubicBezTo>
                  <a:pt x="124" y="7"/>
                  <a:pt x="122" y="7"/>
                  <a:pt x="120" y="7"/>
                </a:cubicBezTo>
                <a:cubicBezTo>
                  <a:pt x="114" y="8"/>
                  <a:pt x="111" y="11"/>
                  <a:pt x="110" y="16"/>
                </a:cubicBezTo>
                <a:cubicBezTo>
                  <a:pt x="110" y="20"/>
                  <a:pt x="110" y="23"/>
                  <a:pt x="110" y="26"/>
                </a:cubicBezTo>
                <a:cubicBezTo>
                  <a:pt x="110" y="60"/>
                  <a:pt x="110" y="94"/>
                  <a:pt x="110" y="128"/>
                </a:cubicBezTo>
                <a:cubicBezTo>
                  <a:pt x="110" y="130"/>
                  <a:pt x="110" y="132"/>
                  <a:pt x="110" y="134"/>
                </a:cubicBezTo>
                <a:cubicBezTo>
                  <a:pt x="106" y="134"/>
                  <a:pt x="102" y="134"/>
                  <a:pt x="98" y="134"/>
                </a:cubicBezTo>
                <a:cubicBezTo>
                  <a:pt x="75" y="94"/>
                  <a:pt x="52" y="54"/>
                  <a:pt x="28" y="14"/>
                </a:cubicBezTo>
                <a:cubicBezTo>
                  <a:pt x="28" y="14"/>
                  <a:pt x="28" y="14"/>
                  <a:pt x="28" y="14"/>
                </a:cubicBezTo>
                <a:cubicBezTo>
                  <a:pt x="27" y="15"/>
                  <a:pt x="27" y="16"/>
                  <a:pt x="27" y="17"/>
                </a:cubicBezTo>
                <a:cubicBezTo>
                  <a:pt x="27" y="48"/>
                  <a:pt x="27" y="79"/>
                  <a:pt x="27" y="110"/>
                </a:cubicBezTo>
                <a:cubicBezTo>
                  <a:pt x="27" y="113"/>
                  <a:pt x="27" y="116"/>
                  <a:pt x="28" y="118"/>
                </a:cubicBezTo>
                <a:cubicBezTo>
                  <a:pt x="29" y="123"/>
                  <a:pt x="31" y="125"/>
                  <a:pt x="36" y="126"/>
                </a:cubicBezTo>
                <a:cubicBezTo>
                  <a:pt x="38" y="126"/>
                  <a:pt x="41" y="127"/>
                  <a:pt x="43" y="127"/>
                </a:cubicBezTo>
                <a:cubicBezTo>
                  <a:pt x="43" y="129"/>
                  <a:pt x="43" y="132"/>
                  <a:pt x="43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6" name="Freeform 23">
            <a:extLst xmlns:a="http://schemas.openxmlformats.org/drawingml/2006/main">
              <a:ext uri="{FF2B5EF4-FFF2-40B4-BE49-F238E27FC236}">
                <a16:creationId xmlns:a16="http://schemas.microsoft.com/office/drawing/2014/main" id="{5E326625-CAFC-44D0-9603-A0FD26D76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2943" y="686906"/>
            <a:ext cx="70710" cy="72991"/>
          </a:xfrm>
          <a:custGeom xmlns:a="http://schemas.openxmlformats.org/drawingml/2006/main">
            <a:gdLst>
              <a:gd name="T0" fmla="*/ 87 w 139"/>
              <a:gd name="T1" fmla="*/ 79 h 144"/>
              <a:gd name="T2" fmla="*/ 87 w 139"/>
              <a:gd name="T3" fmla="*/ 71 h 144"/>
              <a:gd name="T4" fmla="*/ 139 w 139"/>
              <a:gd name="T5" fmla="*/ 71 h 144"/>
              <a:gd name="T6" fmla="*/ 139 w 139"/>
              <a:gd name="T7" fmla="*/ 79 h 144"/>
              <a:gd name="T8" fmla="*/ 133 w 139"/>
              <a:gd name="T9" fmla="*/ 79 h 144"/>
              <a:gd name="T10" fmla="*/ 124 w 139"/>
              <a:gd name="T11" fmla="*/ 88 h 144"/>
              <a:gd name="T12" fmla="*/ 124 w 139"/>
              <a:gd name="T13" fmla="*/ 95 h 144"/>
              <a:gd name="T14" fmla="*/ 124 w 139"/>
              <a:gd name="T15" fmla="*/ 134 h 144"/>
              <a:gd name="T16" fmla="*/ 124 w 139"/>
              <a:gd name="T17" fmla="*/ 139 h 144"/>
              <a:gd name="T18" fmla="*/ 115 w 139"/>
              <a:gd name="T19" fmla="*/ 139 h 144"/>
              <a:gd name="T20" fmla="*/ 110 w 139"/>
              <a:gd name="T21" fmla="*/ 128 h 144"/>
              <a:gd name="T22" fmla="*/ 105 w 139"/>
              <a:gd name="T23" fmla="*/ 131 h 144"/>
              <a:gd name="T24" fmla="*/ 56 w 139"/>
              <a:gd name="T25" fmla="*/ 141 h 144"/>
              <a:gd name="T26" fmla="*/ 10 w 139"/>
              <a:gd name="T27" fmla="*/ 103 h 144"/>
              <a:gd name="T28" fmla="*/ 15 w 139"/>
              <a:gd name="T29" fmla="*/ 33 h 144"/>
              <a:gd name="T30" fmla="*/ 56 w 139"/>
              <a:gd name="T31" fmla="*/ 3 h 144"/>
              <a:gd name="T32" fmla="*/ 99 w 139"/>
              <a:gd name="T33" fmla="*/ 11 h 144"/>
              <a:gd name="T34" fmla="*/ 102 w 139"/>
              <a:gd name="T35" fmla="*/ 13 h 144"/>
              <a:gd name="T36" fmla="*/ 105 w 139"/>
              <a:gd name="T37" fmla="*/ 5 h 144"/>
              <a:gd name="T38" fmla="*/ 112 w 139"/>
              <a:gd name="T39" fmla="*/ 5 h 144"/>
              <a:gd name="T40" fmla="*/ 122 w 139"/>
              <a:gd name="T41" fmla="*/ 46 h 144"/>
              <a:gd name="T42" fmla="*/ 114 w 139"/>
              <a:gd name="T43" fmla="*/ 49 h 144"/>
              <a:gd name="T44" fmla="*/ 112 w 139"/>
              <a:gd name="T45" fmla="*/ 44 h 144"/>
              <a:gd name="T46" fmla="*/ 100 w 139"/>
              <a:gd name="T47" fmla="*/ 25 h 144"/>
              <a:gd name="T48" fmla="*/ 42 w 139"/>
              <a:gd name="T49" fmla="*/ 23 h 144"/>
              <a:gd name="T50" fmla="*/ 24 w 139"/>
              <a:gd name="T51" fmla="*/ 62 h 144"/>
              <a:gd name="T52" fmla="*/ 34 w 139"/>
              <a:gd name="T53" fmla="*/ 109 h 144"/>
              <a:gd name="T54" fmla="*/ 77 w 139"/>
              <a:gd name="T55" fmla="*/ 131 h 144"/>
              <a:gd name="T56" fmla="*/ 101 w 139"/>
              <a:gd name="T57" fmla="*/ 120 h 144"/>
              <a:gd name="T58" fmla="*/ 106 w 139"/>
              <a:gd name="T59" fmla="*/ 109 h 144"/>
              <a:gd name="T60" fmla="*/ 106 w 139"/>
              <a:gd name="T61" fmla="*/ 90 h 144"/>
              <a:gd name="T62" fmla="*/ 96 w 139"/>
              <a:gd name="T63" fmla="*/ 79 h 144"/>
              <a:gd name="T64" fmla="*/ 87 w 139"/>
              <a:gd name="T65" fmla="*/ 79 h 144"/>
            </a:gdLst>
            <a:rect l="0" t="0" r="r" b="b"/>
            <a:pathLst>
              <a:path w="139" h="144">
                <a:moveTo>
                  <a:pt x="87" y="79"/>
                </a:moveTo>
                <a:cubicBezTo>
                  <a:pt x="87" y="76"/>
                  <a:pt x="87" y="74"/>
                  <a:pt x="87" y="71"/>
                </a:cubicBezTo>
                <a:cubicBezTo>
                  <a:pt x="105" y="71"/>
                  <a:pt x="122" y="71"/>
                  <a:pt x="139" y="71"/>
                </a:cubicBezTo>
                <a:cubicBezTo>
                  <a:pt x="139" y="74"/>
                  <a:pt x="139" y="76"/>
                  <a:pt x="139" y="79"/>
                </a:cubicBezTo>
                <a:cubicBezTo>
                  <a:pt x="137" y="79"/>
                  <a:pt x="135" y="79"/>
                  <a:pt x="133" y="79"/>
                </a:cubicBezTo>
                <a:cubicBezTo>
                  <a:pt x="127" y="79"/>
                  <a:pt x="125" y="81"/>
                  <a:pt x="124" y="88"/>
                </a:cubicBezTo>
                <a:cubicBezTo>
                  <a:pt x="124" y="90"/>
                  <a:pt x="124" y="93"/>
                  <a:pt x="124" y="95"/>
                </a:cubicBezTo>
                <a:cubicBezTo>
                  <a:pt x="124" y="108"/>
                  <a:pt x="124" y="121"/>
                  <a:pt x="124" y="134"/>
                </a:cubicBezTo>
                <a:cubicBezTo>
                  <a:pt x="124" y="135"/>
                  <a:pt x="124" y="137"/>
                  <a:pt x="124" y="139"/>
                </a:cubicBezTo>
                <a:cubicBezTo>
                  <a:pt x="121" y="139"/>
                  <a:pt x="118" y="139"/>
                  <a:pt x="115" y="139"/>
                </a:cubicBezTo>
                <a:cubicBezTo>
                  <a:pt x="113" y="136"/>
                  <a:pt x="112" y="132"/>
                  <a:pt x="110" y="128"/>
                </a:cubicBezTo>
                <a:cubicBezTo>
                  <a:pt x="108" y="129"/>
                  <a:pt x="107" y="130"/>
                  <a:pt x="105" y="131"/>
                </a:cubicBezTo>
                <a:cubicBezTo>
                  <a:pt x="90" y="140"/>
                  <a:pt x="74" y="144"/>
                  <a:pt x="56" y="141"/>
                </a:cubicBezTo>
                <a:cubicBezTo>
                  <a:pt x="34" y="137"/>
                  <a:pt x="18" y="124"/>
                  <a:pt x="10" y="103"/>
                </a:cubicBezTo>
                <a:cubicBezTo>
                  <a:pt x="0" y="79"/>
                  <a:pt x="1" y="55"/>
                  <a:pt x="15" y="33"/>
                </a:cubicBezTo>
                <a:cubicBezTo>
                  <a:pt x="24" y="17"/>
                  <a:pt x="38" y="6"/>
                  <a:pt x="56" y="3"/>
                </a:cubicBezTo>
                <a:cubicBezTo>
                  <a:pt x="71" y="0"/>
                  <a:pt x="86" y="2"/>
                  <a:pt x="99" y="11"/>
                </a:cubicBezTo>
                <a:cubicBezTo>
                  <a:pt x="100" y="12"/>
                  <a:pt x="101" y="12"/>
                  <a:pt x="102" y="13"/>
                </a:cubicBezTo>
                <a:cubicBezTo>
                  <a:pt x="103" y="10"/>
                  <a:pt x="104" y="7"/>
                  <a:pt x="105" y="5"/>
                </a:cubicBezTo>
                <a:cubicBezTo>
                  <a:pt x="107" y="5"/>
                  <a:pt x="109" y="5"/>
                  <a:pt x="112" y="5"/>
                </a:cubicBezTo>
                <a:cubicBezTo>
                  <a:pt x="115" y="18"/>
                  <a:pt x="119" y="32"/>
                  <a:pt x="122" y="46"/>
                </a:cubicBezTo>
                <a:cubicBezTo>
                  <a:pt x="120" y="47"/>
                  <a:pt x="117" y="48"/>
                  <a:pt x="114" y="49"/>
                </a:cubicBezTo>
                <a:cubicBezTo>
                  <a:pt x="114" y="47"/>
                  <a:pt x="113" y="45"/>
                  <a:pt x="112" y="44"/>
                </a:cubicBezTo>
                <a:cubicBezTo>
                  <a:pt x="109" y="37"/>
                  <a:pt x="105" y="30"/>
                  <a:pt x="100" y="25"/>
                </a:cubicBezTo>
                <a:cubicBezTo>
                  <a:pt x="84" y="8"/>
                  <a:pt x="59" y="7"/>
                  <a:pt x="42" y="23"/>
                </a:cubicBezTo>
                <a:cubicBezTo>
                  <a:pt x="31" y="34"/>
                  <a:pt x="25" y="47"/>
                  <a:pt x="24" y="62"/>
                </a:cubicBezTo>
                <a:cubicBezTo>
                  <a:pt x="22" y="79"/>
                  <a:pt x="25" y="95"/>
                  <a:pt x="34" y="109"/>
                </a:cubicBezTo>
                <a:cubicBezTo>
                  <a:pt x="44" y="125"/>
                  <a:pt x="59" y="132"/>
                  <a:pt x="77" y="131"/>
                </a:cubicBezTo>
                <a:cubicBezTo>
                  <a:pt x="86" y="130"/>
                  <a:pt x="94" y="127"/>
                  <a:pt x="101" y="120"/>
                </a:cubicBezTo>
                <a:cubicBezTo>
                  <a:pt x="104" y="117"/>
                  <a:pt x="106" y="114"/>
                  <a:pt x="106" y="109"/>
                </a:cubicBezTo>
                <a:cubicBezTo>
                  <a:pt x="106" y="103"/>
                  <a:pt x="107" y="96"/>
                  <a:pt x="106" y="90"/>
                </a:cubicBezTo>
                <a:cubicBezTo>
                  <a:pt x="106" y="82"/>
                  <a:pt x="104" y="81"/>
                  <a:pt x="96" y="79"/>
                </a:cubicBezTo>
                <a:cubicBezTo>
                  <a:pt x="94" y="79"/>
                  <a:pt x="91" y="79"/>
                  <a:pt x="87" y="79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7" name="Freeform 25">
            <a:extLst xmlns:a="http://schemas.openxmlformats.org/drawingml/2006/main">
              <a:ext uri="{FF2B5EF4-FFF2-40B4-BE49-F238E27FC236}">
                <a16:creationId xmlns:a16="http://schemas.microsoft.com/office/drawing/2014/main" id="{95CAD528-4C79-4935-AB81-8912238AB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081" y="688046"/>
            <a:ext cx="57594" cy="70710"/>
          </a:xfrm>
          <a:custGeom xmlns:a="http://schemas.openxmlformats.org/drawingml/2006/main">
            <a:gdLst>
              <a:gd name="T0" fmla="*/ 103 w 113"/>
              <a:gd name="T1" fmla="*/ 44 h 140"/>
              <a:gd name="T2" fmla="*/ 95 w 113"/>
              <a:gd name="T3" fmla="*/ 46 h 140"/>
              <a:gd name="T4" fmla="*/ 92 w 113"/>
              <a:gd name="T5" fmla="*/ 41 h 140"/>
              <a:gd name="T6" fmla="*/ 72 w 113"/>
              <a:gd name="T7" fmla="*/ 18 h 140"/>
              <a:gd name="T8" fmla="*/ 38 w 113"/>
              <a:gd name="T9" fmla="*/ 12 h 140"/>
              <a:gd name="T10" fmla="*/ 25 w 113"/>
              <a:gd name="T11" fmla="*/ 19 h 140"/>
              <a:gd name="T12" fmla="*/ 26 w 113"/>
              <a:gd name="T13" fmla="*/ 44 h 140"/>
              <a:gd name="T14" fmla="*/ 42 w 113"/>
              <a:gd name="T15" fmla="*/ 53 h 140"/>
              <a:gd name="T16" fmla="*/ 70 w 113"/>
              <a:gd name="T17" fmla="*/ 62 h 140"/>
              <a:gd name="T18" fmla="*/ 90 w 113"/>
              <a:gd name="T19" fmla="*/ 70 h 140"/>
              <a:gd name="T20" fmla="*/ 97 w 113"/>
              <a:gd name="T21" fmla="*/ 125 h 140"/>
              <a:gd name="T22" fmla="*/ 56 w 113"/>
              <a:gd name="T23" fmla="*/ 140 h 140"/>
              <a:gd name="T24" fmla="*/ 25 w 113"/>
              <a:gd name="T25" fmla="*/ 128 h 140"/>
              <a:gd name="T26" fmla="*/ 21 w 113"/>
              <a:gd name="T27" fmla="*/ 125 h 140"/>
              <a:gd name="T28" fmla="*/ 16 w 113"/>
              <a:gd name="T29" fmla="*/ 137 h 140"/>
              <a:gd name="T30" fmla="*/ 10 w 113"/>
              <a:gd name="T31" fmla="*/ 137 h 140"/>
              <a:gd name="T32" fmla="*/ 1 w 113"/>
              <a:gd name="T33" fmla="*/ 89 h 140"/>
              <a:gd name="T34" fmla="*/ 10 w 113"/>
              <a:gd name="T35" fmla="*/ 87 h 140"/>
              <a:gd name="T36" fmla="*/ 13 w 113"/>
              <a:gd name="T37" fmla="*/ 95 h 140"/>
              <a:gd name="T38" fmla="*/ 36 w 113"/>
              <a:gd name="T39" fmla="*/ 122 h 140"/>
              <a:gd name="T40" fmla="*/ 69 w 113"/>
              <a:gd name="T41" fmla="*/ 128 h 140"/>
              <a:gd name="T42" fmla="*/ 85 w 113"/>
              <a:gd name="T43" fmla="*/ 119 h 140"/>
              <a:gd name="T44" fmla="*/ 81 w 113"/>
              <a:gd name="T45" fmla="*/ 86 h 140"/>
              <a:gd name="T46" fmla="*/ 63 w 113"/>
              <a:gd name="T47" fmla="*/ 79 h 140"/>
              <a:gd name="T48" fmla="*/ 38 w 113"/>
              <a:gd name="T49" fmla="*/ 71 h 140"/>
              <a:gd name="T50" fmla="*/ 19 w 113"/>
              <a:gd name="T51" fmla="*/ 62 h 140"/>
              <a:gd name="T52" fmla="*/ 15 w 113"/>
              <a:gd name="T53" fmla="*/ 13 h 140"/>
              <a:gd name="T54" fmla="*/ 51 w 113"/>
              <a:gd name="T55" fmla="*/ 0 h 140"/>
              <a:gd name="T56" fmla="*/ 81 w 113"/>
              <a:gd name="T57" fmla="*/ 10 h 140"/>
              <a:gd name="T58" fmla="*/ 82 w 113"/>
              <a:gd name="T59" fmla="*/ 11 h 140"/>
              <a:gd name="T60" fmla="*/ 83 w 113"/>
              <a:gd name="T61" fmla="*/ 11 h 140"/>
              <a:gd name="T62" fmla="*/ 87 w 113"/>
              <a:gd name="T63" fmla="*/ 2 h 140"/>
              <a:gd name="T64" fmla="*/ 93 w 113"/>
              <a:gd name="T65" fmla="*/ 2 h 140"/>
              <a:gd name="T66" fmla="*/ 103 w 113"/>
              <a:gd name="T67" fmla="*/ 44 h 140"/>
            </a:gdLst>
            <a:rect l="0" t="0" r="r" b="b"/>
            <a:pathLst>
              <a:path w="113" h="140">
                <a:moveTo>
                  <a:pt x="103" y="44"/>
                </a:moveTo>
                <a:cubicBezTo>
                  <a:pt x="100" y="45"/>
                  <a:pt x="98" y="45"/>
                  <a:pt x="95" y="46"/>
                </a:cubicBezTo>
                <a:cubicBezTo>
                  <a:pt x="94" y="44"/>
                  <a:pt x="93" y="43"/>
                  <a:pt x="92" y="41"/>
                </a:cubicBezTo>
                <a:cubicBezTo>
                  <a:pt x="87" y="32"/>
                  <a:pt x="81" y="24"/>
                  <a:pt x="72" y="18"/>
                </a:cubicBezTo>
                <a:cubicBezTo>
                  <a:pt x="61" y="11"/>
                  <a:pt x="50" y="9"/>
                  <a:pt x="38" y="12"/>
                </a:cubicBezTo>
                <a:cubicBezTo>
                  <a:pt x="33" y="13"/>
                  <a:pt x="28" y="16"/>
                  <a:pt x="25" y="19"/>
                </a:cubicBezTo>
                <a:cubicBezTo>
                  <a:pt x="18" y="27"/>
                  <a:pt x="19" y="38"/>
                  <a:pt x="26" y="44"/>
                </a:cubicBezTo>
                <a:cubicBezTo>
                  <a:pt x="31" y="49"/>
                  <a:pt x="36" y="51"/>
                  <a:pt x="42" y="53"/>
                </a:cubicBezTo>
                <a:cubicBezTo>
                  <a:pt x="51" y="56"/>
                  <a:pt x="61" y="59"/>
                  <a:pt x="70" y="62"/>
                </a:cubicBezTo>
                <a:cubicBezTo>
                  <a:pt x="77" y="64"/>
                  <a:pt x="84" y="67"/>
                  <a:pt x="90" y="70"/>
                </a:cubicBezTo>
                <a:cubicBezTo>
                  <a:pt x="113" y="83"/>
                  <a:pt x="112" y="111"/>
                  <a:pt x="97" y="125"/>
                </a:cubicBezTo>
                <a:cubicBezTo>
                  <a:pt x="85" y="137"/>
                  <a:pt x="71" y="140"/>
                  <a:pt x="56" y="140"/>
                </a:cubicBezTo>
                <a:cubicBezTo>
                  <a:pt x="44" y="139"/>
                  <a:pt x="34" y="135"/>
                  <a:pt x="25" y="128"/>
                </a:cubicBezTo>
                <a:cubicBezTo>
                  <a:pt x="24" y="127"/>
                  <a:pt x="23" y="126"/>
                  <a:pt x="21" y="125"/>
                </a:cubicBezTo>
                <a:cubicBezTo>
                  <a:pt x="19" y="129"/>
                  <a:pt x="18" y="133"/>
                  <a:pt x="16" y="137"/>
                </a:cubicBezTo>
                <a:cubicBezTo>
                  <a:pt x="14" y="137"/>
                  <a:pt x="12" y="137"/>
                  <a:pt x="10" y="137"/>
                </a:cubicBezTo>
                <a:cubicBezTo>
                  <a:pt x="7" y="121"/>
                  <a:pt x="4" y="105"/>
                  <a:pt x="1" y="89"/>
                </a:cubicBezTo>
                <a:cubicBezTo>
                  <a:pt x="4" y="88"/>
                  <a:pt x="7" y="88"/>
                  <a:pt x="10" y="87"/>
                </a:cubicBezTo>
                <a:cubicBezTo>
                  <a:pt x="11" y="90"/>
                  <a:pt x="12" y="93"/>
                  <a:pt x="13" y="95"/>
                </a:cubicBezTo>
                <a:cubicBezTo>
                  <a:pt x="18" y="106"/>
                  <a:pt x="26" y="116"/>
                  <a:pt x="36" y="122"/>
                </a:cubicBezTo>
                <a:cubicBezTo>
                  <a:pt x="46" y="129"/>
                  <a:pt x="57" y="131"/>
                  <a:pt x="69" y="128"/>
                </a:cubicBezTo>
                <a:cubicBezTo>
                  <a:pt x="75" y="127"/>
                  <a:pt x="80" y="123"/>
                  <a:pt x="85" y="119"/>
                </a:cubicBezTo>
                <a:cubicBezTo>
                  <a:pt x="94" y="110"/>
                  <a:pt x="94" y="93"/>
                  <a:pt x="81" y="86"/>
                </a:cubicBezTo>
                <a:cubicBezTo>
                  <a:pt x="75" y="83"/>
                  <a:pt x="69" y="81"/>
                  <a:pt x="63" y="79"/>
                </a:cubicBezTo>
                <a:cubicBezTo>
                  <a:pt x="55" y="76"/>
                  <a:pt x="46" y="74"/>
                  <a:pt x="38" y="71"/>
                </a:cubicBezTo>
                <a:cubicBezTo>
                  <a:pt x="31" y="69"/>
                  <a:pt x="25" y="66"/>
                  <a:pt x="19" y="62"/>
                </a:cubicBezTo>
                <a:cubicBezTo>
                  <a:pt x="1" y="51"/>
                  <a:pt x="0" y="27"/>
                  <a:pt x="15" y="13"/>
                </a:cubicBezTo>
                <a:cubicBezTo>
                  <a:pt x="25" y="3"/>
                  <a:pt x="37" y="0"/>
                  <a:pt x="51" y="0"/>
                </a:cubicBezTo>
                <a:cubicBezTo>
                  <a:pt x="62" y="0"/>
                  <a:pt x="72" y="3"/>
                  <a:pt x="81" y="10"/>
                </a:cubicBezTo>
                <a:cubicBezTo>
                  <a:pt x="81" y="10"/>
                  <a:pt x="81" y="11"/>
                  <a:pt x="82" y="11"/>
                </a:cubicBezTo>
                <a:cubicBezTo>
                  <a:pt x="82" y="11"/>
                  <a:pt x="82" y="11"/>
                  <a:pt x="83" y="11"/>
                </a:cubicBezTo>
                <a:cubicBezTo>
                  <a:pt x="84" y="8"/>
                  <a:pt x="85" y="5"/>
                  <a:pt x="87" y="2"/>
                </a:cubicBezTo>
                <a:cubicBezTo>
                  <a:pt x="89" y="2"/>
                  <a:pt x="91" y="2"/>
                  <a:pt x="93" y="2"/>
                </a:cubicBezTo>
                <a:cubicBezTo>
                  <a:pt x="96" y="16"/>
                  <a:pt x="100" y="30"/>
                  <a:pt x="103" y="4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8" name="Freeform 27">
            <a:extLst xmlns:a="http://schemas.openxmlformats.org/drawingml/2006/main">
              <a:ext uri="{FF2B5EF4-FFF2-40B4-BE49-F238E27FC236}">
                <a16:creationId xmlns:a16="http://schemas.microsoft.com/office/drawing/2014/main" id="{D47F9384-844B-496B-BE75-5A78529EA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5846" y="688617"/>
            <a:ext cx="57594" cy="68429"/>
          </a:xfrm>
          <a:custGeom xmlns:a="http://schemas.openxmlformats.org/drawingml/2006/main">
            <a:gdLst>
              <a:gd name="T0" fmla="*/ 33 w 113"/>
              <a:gd name="T1" fmla="*/ 78 h 135"/>
              <a:gd name="T2" fmla="*/ 33 w 113"/>
              <a:gd name="T3" fmla="*/ 82 h 135"/>
              <a:gd name="T4" fmla="*/ 33 w 113"/>
              <a:gd name="T5" fmla="*/ 114 h 135"/>
              <a:gd name="T6" fmla="*/ 33 w 113"/>
              <a:gd name="T7" fmla="*/ 118 h 135"/>
              <a:gd name="T8" fmla="*/ 43 w 113"/>
              <a:gd name="T9" fmla="*/ 128 h 135"/>
              <a:gd name="T10" fmla="*/ 49 w 113"/>
              <a:gd name="T11" fmla="*/ 128 h 135"/>
              <a:gd name="T12" fmla="*/ 49 w 113"/>
              <a:gd name="T13" fmla="*/ 135 h 135"/>
              <a:gd name="T14" fmla="*/ 0 w 113"/>
              <a:gd name="T15" fmla="*/ 135 h 135"/>
              <a:gd name="T16" fmla="*/ 0 w 113"/>
              <a:gd name="T17" fmla="*/ 128 h 135"/>
              <a:gd name="T18" fmla="*/ 8 w 113"/>
              <a:gd name="T19" fmla="*/ 127 h 135"/>
              <a:gd name="T20" fmla="*/ 15 w 113"/>
              <a:gd name="T21" fmla="*/ 120 h 135"/>
              <a:gd name="T22" fmla="*/ 15 w 113"/>
              <a:gd name="T23" fmla="*/ 114 h 135"/>
              <a:gd name="T24" fmla="*/ 15 w 113"/>
              <a:gd name="T25" fmla="*/ 21 h 135"/>
              <a:gd name="T26" fmla="*/ 15 w 113"/>
              <a:gd name="T27" fmla="*/ 14 h 135"/>
              <a:gd name="T28" fmla="*/ 9 w 113"/>
              <a:gd name="T29" fmla="*/ 9 h 135"/>
              <a:gd name="T30" fmla="*/ 0 w 113"/>
              <a:gd name="T31" fmla="*/ 8 h 135"/>
              <a:gd name="T32" fmla="*/ 0 w 113"/>
              <a:gd name="T33" fmla="*/ 1 h 135"/>
              <a:gd name="T34" fmla="*/ 4 w 113"/>
              <a:gd name="T35" fmla="*/ 0 h 135"/>
              <a:gd name="T36" fmla="*/ 56 w 113"/>
              <a:gd name="T37" fmla="*/ 0 h 135"/>
              <a:gd name="T38" fmla="*/ 73 w 113"/>
              <a:gd name="T39" fmla="*/ 1 h 135"/>
              <a:gd name="T40" fmla="*/ 106 w 113"/>
              <a:gd name="T41" fmla="*/ 50 h 135"/>
              <a:gd name="T42" fmla="*/ 78 w 113"/>
              <a:gd name="T43" fmla="*/ 76 h 135"/>
              <a:gd name="T44" fmla="*/ 55 w 113"/>
              <a:gd name="T45" fmla="*/ 78 h 135"/>
              <a:gd name="T46" fmla="*/ 33 w 113"/>
              <a:gd name="T47" fmla="*/ 78 h 135"/>
              <a:gd name="T48" fmla="*/ 33 w 113"/>
              <a:gd name="T49" fmla="*/ 68 h 135"/>
              <a:gd name="T50" fmla="*/ 67 w 113"/>
              <a:gd name="T51" fmla="*/ 67 h 135"/>
              <a:gd name="T52" fmla="*/ 85 w 113"/>
              <a:gd name="T53" fmla="*/ 52 h 135"/>
              <a:gd name="T54" fmla="*/ 87 w 113"/>
              <a:gd name="T55" fmla="*/ 29 h 135"/>
              <a:gd name="T56" fmla="*/ 66 w 113"/>
              <a:gd name="T57" fmla="*/ 11 h 135"/>
              <a:gd name="T58" fmla="*/ 34 w 113"/>
              <a:gd name="T59" fmla="*/ 11 h 135"/>
              <a:gd name="T60" fmla="*/ 33 w 113"/>
              <a:gd name="T61" fmla="*/ 11 h 135"/>
              <a:gd name="T62" fmla="*/ 33 w 113"/>
              <a:gd name="T63" fmla="*/ 68 h 135"/>
            </a:gdLst>
            <a:rect l="0" t="0" r="r" b="b"/>
            <a:pathLst>
              <a:path w="113" h="135">
                <a:moveTo>
                  <a:pt x="33" y="78"/>
                </a:moveTo>
                <a:cubicBezTo>
                  <a:pt x="33" y="80"/>
                  <a:pt x="33" y="81"/>
                  <a:pt x="33" y="82"/>
                </a:cubicBezTo>
                <a:cubicBezTo>
                  <a:pt x="33" y="93"/>
                  <a:pt x="33" y="103"/>
                  <a:pt x="33" y="114"/>
                </a:cubicBezTo>
                <a:cubicBezTo>
                  <a:pt x="33" y="115"/>
                  <a:pt x="33" y="117"/>
                  <a:pt x="33" y="118"/>
                </a:cubicBezTo>
                <a:cubicBezTo>
                  <a:pt x="34" y="125"/>
                  <a:pt x="35" y="127"/>
                  <a:pt x="43" y="128"/>
                </a:cubicBezTo>
                <a:cubicBezTo>
                  <a:pt x="45" y="128"/>
                  <a:pt x="47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6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8" y="127"/>
                </a:cubicBezTo>
                <a:cubicBezTo>
                  <a:pt x="13" y="126"/>
                  <a:pt x="14" y="125"/>
                  <a:pt x="15" y="120"/>
                </a:cubicBezTo>
                <a:cubicBezTo>
                  <a:pt x="15" y="118"/>
                  <a:pt x="15" y="116"/>
                  <a:pt x="15" y="114"/>
                </a:cubicBezTo>
                <a:cubicBezTo>
                  <a:pt x="16" y="83"/>
                  <a:pt x="16" y="52"/>
                  <a:pt x="15" y="21"/>
                </a:cubicBezTo>
                <a:cubicBezTo>
                  <a:pt x="15" y="19"/>
                  <a:pt x="15" y="16"/>
                  <a:pt x="15" y="14"/>
                </a:cubicBezTo>
                <a:cubicBezTo>
                  <a:pt x="14" y="11"/>
                  <a:pt x="12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1" y="0"/>
                  <a:pt x="3" y="0"/>
                  <a:pt x="4" y="0"/>
                </a:cubicBezTo>
                <a:cubicBezTo>
                  <a:pt x="21" y="0"/>
                  <a:pt x="39" y="0"/>
                  <a:pt x="56" y="0"/>
                </a:cubicBezTo>
                <a:cubicBezTo>
                  <a:pt x="62" y="0"/>
                  <a:pt x="68" y="1"/>
                  <a:pt x="73" y="1"/>
                </a:cubicBezTo>
                <a:cubicBezTo>
                  <a:pt x="98" y="4"/>
                  <a:pt x="113" y="26"/>
                  <a:pt x="106" y="50"/>
                </a:cubicBezTo>
                <a:cubicBezTo>
                  <a:pt x="102" y="64"/>
                  <a:pt x="93" y="73"/>
                  <a:pt x="78" y="76"/>
                </a:cubicBezTo>
                <a:cubicBezTo>
                  <a:pt x="70" y="77"/>
                  <a:pt x="63" y="77"/>
                  <a:pt x="55" y="78"/>
                </a:cubicBezTo>
                <a:cubicBezTo>
                  <a:pt x="48" y="78"/>
                  <a:pt x="41" y="78"/>
                  <a:pt x="33" y="78"/>
                </a:cubicBezTo>
                <a:close/>
                <a:moveTo>
                  <a:pt x="33" y="68"/>
                </a:moveTo>
                <a:cubicBezTo>
                  <a:pt x="45" y="67"/>
                  <a:pt x="56" y="68"/>
                  <a:pt x="67" y="67"/>
                </a:cubicBezTo>
                <a:cubicBezTo>
                  <a:pt x="76" y="66"/>
                  <a:pt x="82" y="60"/>
                  <a:pt x="85" y="52"/>
                </a:cubicBezTo>
                <a:cubicBezTo>
                  <a:pt x="89" y="45"/>
                  <a:pt x="89" y="37"/>
                  <a:pt x="87" y="29"/>
                </a:cubicBezTo>
                <a:cubicBezTo>
                  <a:pt x="84" y="19"/>
                  <a:pt x="78" y="12"/>
                  <a:pt x="66" y="11"/>
                </a:cubicBezTo>
                <a:cubicBezTo>
                  <a:pt x="56" y="11"/>
                  <a:pt x="45" y="11"/>
                  <a:pt x="34" y="11"/>
                </a:cubicBezTo>
                <a:cubicBezTo>
                  <a:pt x="34" y="11"/>
                  <a:pt x="34" y="11"/>
                  <a:pt x="33" y="11"/>
                </a:cubicBezTo>
                <a:cubicBezTo>
                  <a:pt x="33" y="30"/>
                  <a:pt x="33" y="48"/>
                  <a:pt x="33" y="6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91E4AED9-255F-4B1F-9D19-D65340B83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5017" y="689187"/>
            <a:ext cx="67859" cy="70140"/>
          </a:xfrm>
          <a:custGeom xmlns:a="http://schemas.openxmlformats.org/drawingml/2006/main">
            <a:gdLst>
              <a:gd name="T0" fmla="*/ 49 w 133"/>
              <a:gd name="T1" fmla="*/ 0 h 138"/>
              <a:gd name="T2" fmla="*/ 49 w 133"/>
              <a:gd name="T3" fmla="*/ 7 h 138"/>
              <a:gd name="T4" fmla="*/ 41 w 133"/>
              <a:gd name="T5" fmla="*/ 8 h 138"/>
              <a:gd name="T6" fmla="*/ 34 w 133"/>
              <a:gd name="T7" fmla="*/ 15 h 138"/>
              <a:gd name="T8" fmla="*/ 33 w 133"/>
              <a:gd name="T9" fmla="*/ 23 h 138"/>
              <a:gd name="T10" fmla="*/ 33 w 133"/>
              <a:gd name="T11" fmla="*/ 83 h 138"/>
              <a:gd name="T12" fmla="*/ 34 w 133"/>
              <a:gd name="T13" fmla="*/ 96 h 138"/>
              <a:gd name="T14" fmla="*/ 60 w 133"/>
              <a:gd name="T15" fmla="*/ 124 h 138"/>
              <a:gd name="T16" fmla="*/ 100 w 133"/>
              <a:gd name="T17" fmla="*/ 110 h 138"/>
              <a:gd name="T18" fmla="*/ 106 w 133"/>
              <a:gd name="T19" fmla="*/ 94 h 138"/>
              <a:gd name="T20" fmla="*/ 107 w 133"/>
              <a:gd name="T21" fmla="*/ 80 h 138"/>
              <a:gd name="T22" fmla="*/ 107 w 133"/>
              <a:gd name="T23" fmla="*/ 24 h 138"/>
              <a:gd name="T24" fmla="*/ 106 w 133"/>
              <a:gd name="T25" fmla="*/ 15 h 138"/>
              <a:gd name="T26" fmla="*/ 97 w 133"/>
              <a:gd name="T27" fmla="*/ 8 h 138"/>
              <a:gd name="T28" fmla="*/ 91 w 133"/>
              <a:gd name="T29" fmla="*/ 7 h 138"/>
              <a:gd name="T30" fmla="*/ 91 w 133"/>
              <a:gd name="T31" fmla="*/ 0 h 138"/>
              <a:gd name="T32" fmla="*/ 133 w 133"/>
              <a:gd name="T33" fmla="*/ 0 h 138"/>
              <a:gd name="T34" fmla="*/ 133 w 133"/>
              <a:gd name="T35" fmla="*/ 7 h 138"/>
              <a:gd name="T36" fmla="*/ 126 w 133"/>
              <a:gd name="T37" fmla="*/ 8 h 138"/>
              <a:gd name="T38" fmla="*/ 118 w 133"/>
              <a:gd name="T39" fmla="*/ 15 h 138"/>
              <a:gd name="T40" fmla="*/ 118 w 133"/>
              <a:gd name="T41" fmla="*/ 25 h 138"/>
              <a:gd name="T42" fmla="*/ 117 w 133"/>
              <a:gd name="T43" fmla="*/ 88 h 138"/>
              <a:gd name="T44" fmla="*/ 114 w 133"/>
              <a:gd name="T45" fmla="*/ 105 h 138"/>
              <a:gd name="T46" fmla="*/ 74 w 133"/>
              <a:gd name="T47" fmla="*/ 136 h 138"/>
              <a:gd name="T48" fmla="*/ 35 w 133"/>
              <a:gd name="T49" fmla="*/ 127 h 138"/>
              <a:gd name="T50" fmla="*/ 17 w 133"/>
              <a:gd name="T51" fmla="*/ 96 h 138"/>
              <a:gd name="T52" fmla="*/ 16 w 133"/>
              <a:gd name="T53" fmla="*/ 83 h 138"/>
              <a:gd name="T54" fmla="*/ 16 w 133"/>
              <a:gd name="T55" fmla="*/ 25 h 138"/>
              <a:gd name="T56" fmla="*/ 16 w 133"/>
              <a:gd name="T57" fmla="*/ 15 h 138"/>
              <a:gd name="T58" fmla="*/ 8 w 133"/>
              <a:gd name="T59" fmla="*/ 8 h 138"/>
              <a:gd name="T60" fmla="*/ 0 w 133"/>
              <a:gd name="T61" fmla="*/ 7 h 138"/>
              <a:gd name="T62" fmla="*/ 0 w 133"/>
              <a:gd name="T63" fmla="*/ 0 h 138"/>
              <a:gd name="T64" fmla="*/ 49 w 133"/>
              <a:gd name="T65" fmla="*/ 0 h 138"/>
            </a:gdLst>
            <a:rect l="0" t="0" r="r" b="b"/>
            <a:pathLst>
              <a:path w="133" h="138">
                <a:moveTo>
                  <a:pt x="49" y="0"/>
                </a:move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1" y="8"/>
                </a:cubicBezTo>
                <a:cubicBezTo>
                  <a:pt x="36" y="8"/>
                  <a:pt x="34" y="10"/>
                  <a:pt x="34" y="15"/>
                </a:cubicBezTo>
                <a:cubicBezTo>
                  <a:pt x="33" y="17"/>
                  <a:pt x="33" y="20"/>
                  <a:pt x="33" y="23"/>
                </a:cubicBezTo>
                <a:cubicBezTo>
                  <a:pt x="33" y="43"/>
                  <a:pt x="33" y="63"/>
                  <a:pt x="33" y="83"/>
                </a:cubicBezTo>
                <a:cubicBezTo>
                  <a:pt x="33" y="87"/>
                  <a:pt x="33" y="92"/>
                  <a:pt x="34" y="96"/>
                </a:cubicBezTo>
                <a:cubicBezTo>
                  <a:pt x="36" y="112"/>
                  <a:pt x="46" y="120"/>
                  <a:pt x="60" y="124"/>
                </a:cubicBezTo>
                <a:cubicBezTo>
                  <a:pt x="76" y="128"/>
                  <a:pt x="89" y="123"/>
                  <a:pt x="100" y="110"/>
                </a:cubicBezTo>
                <a:cubicBezTo>
                  <a:pt x="104" y="106"/>
                  <a:pt x="105" y="100"/>
                  <a:pt x="106" y="94"/>
                </a:cubicBezTo>
                <a:cubicBezTo>
                  <a:pt x="106" y="90"/>
                  <a:pt x="106" y="85"/>
                  <a:pt x="107" y="80"/>
                </a:cubicBezTo>
                <a:cubicBezTo>
                  <a:pt x="107" y="62"/>
                  <a:pt x="107" y="43"/>
                  <a:pt x="107" y="24"/>
                </a:cubicBezTo>
                <a:cubicBezTo>
                  <a:pt x="107" y="21"/>
                  <a:pt x="106" y="18"/>
                  <a:pt x="106" y="15"/>
                </a:cubicBezTo>
                <a:cubicBezTo>
                  <a:pt x="105" y="10"/>
                  <a:pt x="103" y="8"/>
                  <a:pt x="97" y="8"/>
                </a:cubicBezTo>
                <a:cubicBezTo>
                  <a:pt x="95" y="7"/>
                  <a:pt x="93" y="7"/>
                  <a:pt x="91" y="7"/>
                </a:cubicBezTo>
                <a:cubicBezTo>
                  <a:pt x="91" y="4"/>
                  <a:pt x="91" y="2"/>
                  <a:pt x="91" y="0"/>
                </a:cubicBezTo>
                <a:cubicBezTo>
                  <a:pt x="105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1" y="7"/>
                  <a:pt x="128" y="7"/>
                  <a:pt x="126" y="8"/>
                </a:cubicBezTo>
                <a:cubicBezTo>
                  <a:pt x="121" y="8"/>
                  <a:pt x="119" y="11"/>
                  <a:pt x="118" y="15"/>
                </a:cubicBezTo>
                <a:cubicBezTo>
                  <a:pt x="118" y="18"/>
                  <a:pt x="118" y="22"/>
                  <a:pt x="118" y="25"/>
                </a:cubicBezTo>
                <a:cubicBezTo>
                  <a:pt x="117" y="46"/>
                  <a:pt x="118" y="67"/>
                  <a:pt x="117" y="88"/>
                </a:cubicBezTo>
                <a:cubicBezTo>
                  <a:pt x="117" y="94"/>
                  <a:pt x="116" y="99"/>
                  <a:pt x="114" y="105"/>
                </a:cubicBezTo>
                <a:cubicBezTo>
                  <a:pt x="108" y="124"/>
                  <a:pt x="94" y="134"/>
                  <a:pt x="74" y="136"/>
                </a:cubicBezTo>
                <a:cubicBezTo>
                  <a:pt x="60" y="138"/>
                  <a:pt x="47" y="135"/>
                  <a:pt x="35" y="127"/>
                </a:cubicBezTo>
                <a:cubicBezTo>
                  <a:pt x="24" y="120"/>
                  <a:pt x="18" y="109"/>
                  <a:pt x="17" y="96"/>
                </a:cubicBezTo>
                <a:cubicBezTo>
                  <a:pt x="16" y="92"/>
                  <a:pt x="16" y="87"/>
                  <a:pt x="16" y="83"/>
                </a:cubicBezTo>
                <a:cubicBezTo>
                  <a:pt x="16" y="64"/>
                  <a:pt x="16" y="45"/>
                  <a:pt x="16" y="25"/>
                </a:cubicBezTo>
                <a:cubicBezTo>
                  <a:pt x="16" y="22"/>
                  <a:pt x="16" y="18"/>
                  <a:pt x="16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CBF0C37A-1921-4251-860F-3317BEDDD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371" y="689187"/>
            <a:ext cx="67288" cy="69569"/>
          </a:xfrm>
          <a:custGeom xmlns:a="http://schemas.openxmlformats.org/drawingml/2006/main">
            <a:gdLst>
              <a:gd name="T0" fmla="*/ 73 w 133"/>
              <a:gd name="T1" fmla="*/ 137 h 137"/>
              <a:gd name="T2" fmla="*/ 64 w 133"/>
              <a:gd name="T3" fmla="*/ 137 h 137"/>
              <a:gd name="T4" fmla="*/ 58 w 133"/>
              <a:gd name="T5" fmla="*/ 133 h 137"/>
              <a:gd name="T6" fmla="*/ 39 w 133"/>
              <a:gd name="T7" fmla="*/ 80 h 137"/>
              <a:gd name="T8" fmla="*/ 17 w 133"/>
              <a:gd name="T9" fmla="*/ 23 h 137"/>
              <a:gd name="T10" fmla="*/ 13 w 133"/>
              <a:gd name="T11" fmla="*/ 14 h 137"/>
              <a:gd name="T12" fmla="*/ 4 w 133"/>
              <a:gd name="T13" fmla="*/ 7 h 137"/>
              <a:gd name="T14" fmla="*/ 0 w 133"/>
              <a:gd name="T15" fmla="*/ 7 h 137"/>
              <a:gd name="T16" fmla="*/ 0 w 133"/>
              <a:gd name="T17" fmla="*/ 0 h 137"/>
              <a:gd name="T18" fmla="*/ 47 w 133"/>
              <a:gd name="T19" fmla="*/ 0 h 137"/>
              <a:gd name="T20" fmla="*/ 47 w 133"/>
              <a:gd name="T21" fmla="*/ 7 h 137"/>
              <a:gd name="T22" fmla="*/ 39 w 133"/>
              <a:gd name="T23" fmla="*/ 8 h 137"/>
              <a:gd name="T24" fmla="*/ 34 w 133"/>
              <a:gd name="T25" fmla="*/ 15 h 137"/>
              <a:gd name="T26" fmla="*/ 35 w 133"/>
              <a:gd name="T27" fmla="*/ 20 h 137"/>
              <a:gd name="T28" fmla="*/ 68 w 133"/>
              <a:gd name="T29" fmla="*/ 112 h 137"/>
              <a:gd name="T30" fmla="*/ 70 w 133"/>
              <a:gd name="T31" fmla="*/ 116 h 137"/>
              <a:gd name="T32" fmla="*/ 72 w 133"/>
              <a:gd name="T33" fmla="*/ 113 h 137"/>
              <a:gd name="T34" fmla="*/ 106 w 133"/>
              <a:gd name="T35" fmla="*/ 18 h 137"/>
              <a:gd name="T36" fmla="*/ 106 w 133"/>
              <a:gd name="T37" fmla="*/ 16 h 137"/>
              <a:gd name="T38" fmla="*/ 101 w 133"/>
              <a:gd name="T39" fmla="*/ 7 h 137"/>
              <a:gd name="T40" fmla="*/ 94 w 133"/>
              <a:gd name="T41" fmla="*/ 7 h 137"/>
              <a:gd name="T42" fmla="*/ 94 w 133"/>
              <a:gd name="T43" fmla="*/ 0 h 137"/>
              <a:gd name="T44" fmla="*/ 133 w 133"/>
              <a:gd name="T45" fmla="*/ 0 h 137"/>
              <a:gd name="T46" fmla="*/ 133 w 133"/>
              <a:gd name="T47" fmla="*/ 7 h 137"/>
              <a:gd name="T48" fmla="*/ 130 w 133"/>
              <a:gd name="T49" fmla="*/ 7 h 137"/>
              <a:gd name="T50" fmla="*/ 119 w 133"/>
              <a:gd name="T51" fmla="*/ 16 h 137"/>
              <a:gd name="T52" fmla="*/ 110 w 133"/>
              <a:gd name="T53" fmla="*/ 38 h 137"/>
              <a:gd name="T54" fmla="*/ 74 w 133"/>
              <a:gd name="T55" fmla="*/ 133 h 137"/>
              <a:gd name="T56" fmla="*/ 73 w 133"/>
              <a:gd name="T57" fmla="*/ 137 h 137"/>
            </a:gdLst>
            <a:rect l="0" t="0" r="r" b="b"/>
            <a:pathLst>
              <a:path w="133" h="137">
                <a:moveTo>
                  <a:pt x="73" y="137"/>
                </a:moveTo>
                <a:cubicBezTo>
                  <a:pt x="69" y="137"/>
                  <a:pt x="66" y="137"/>
                  <a:pt x="64" y="137"/>
                </a:cubicBezTo>
                <a:cubicBezTo>
                  <a:pt x="61" y="137"/>
                  <a:pt x="59" y="136"/>
                  <a:pt x="58" y="133"/>
                </a:cubicBezTo>
                <a:cubicBezTo>
                  <a:pt x="52" y="115"/>
                  <a:pt x="45" y="98"/>
                  <a:pt x="39" y="80"/>
                </a:cubicBezTo>
                <a:cubicBezTo>
                  <a:pt x="31" y="61"/>
                  <a:pt x="24" y="42"/>
                  <a:pt x="17" y="23"/>
                </a:cubicBezTo>
                <a:cubicBezTo>
                  <a:pt x="16" y="20"/>
                  <a:pt x="15" y="17"/>
                  <a:pt x="13" y="14"/>
                </a:cubicBezTo>
                <a:cubicBezTo>
                  <a:pt x="11" y="10"/>
                  <a:pt x="8" y="8"/>
                  <a:pt x="4" y="7"/>
                </a:cubicBezTo>
                <a:cubicBezTo>
                  <a:pt x="3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7" y="0"/>
                </a:cubicBezTo>
                <a:cubicBezTo>
                  <a:pt x="47" y="2"/>
                  <a:pt x="47" y="4"/>
                  <a:pt x="47" y="7"/>
                </a:cubicBezTo>
                <a:cubicBezTo>
                  <a:pt x="44" y="7"/>
                  <a:pt x="42" y="7"/>
                  <a:pt x="39" y="8"/>
                </a:cubicBezTo>
                <a:cubicBezTo>
                  <a:pt x="34" y="8"/>
                  <a:pt x="33" y="10"/>
                  <a:pt x="34" y="15"/>
                </a:cubicBezTo>
                <a:cubicBezTo>
                  <a:pt x="34" y="17"/>
                  <a:pt x="35" y="19"/>
                  <a:pt x="35" y="20"/>
                </a:cubicBezTo>
                <a:cubicBezTo>
                  <a:pt x="46" y="51"/>
                  <a:pt x="57" y="81"/>
                  <a:pt x="68" y="112"/>
                </a:cubicBezTo>
                <a:cubicBezTo>
                  <a:pt x="69" y="113"/>
                  <a:pt x="69" y="114"/>
                  <a:pt x="70" y="116"/>
                </a:cubicBezTo>
                <a:cubicBezTo>
                  <a:pt x="71" y="114"/>
                  <a:pt x="71" y="113"/>
                  <a:pt x="72" y="113"/>
                </a:cubicBezTo>
                <a:cubicBezTo>
                  <a:pt x="83" y="81"/>
                  <a:pt x="94" y="50"/>
                  <a:pt x="106" y="18"/>
                </a:cubicBezTo>
                <a:cubicBezTo>
                  <a:pt x="106" y="17"/>
                  <a:pt x="106" y="17"/>
                  <a:pt x="106" y="16"/>
                </a:cubicBezTo>
                <a:cubicBezTo>
                  <a:pt x="107" y="10"/>
                  <a:pt x="106" y="8"/>
                  <a:pt x="101" y="7"/>
                </a:cubicBezTo>
                <a:cubicBezTo>
                  <a:pt x="98" y="7"/>
                  <a:pt x="96" y="7"/>
                  <a:pt x="94" y="7"/>
                </a:cubicBezTo>
                <a:cubicBezTo>
                  <a:pt x="94" y="4"/>
                  <a:pt x="94" y="2"/>
                  <a:pt x="94" y="0"/>
                </a:cubicBezTo>
                <a:cubicBezTo>
                  <a:pt x="106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2" y="7"/>
                  <a:pt x="131" y="7"/>
                  <a:pt x="130" y="7"/>
                </a:cubicBezTo>
                <a:cubicBezTo>
                  <a:pt x="124" y="8"/>
                  <a:pt x="121" y="11"/>
                  <a:pt x="119" y="16"/>
                </a:cubicBezTo>
                <a:cubicBezTo>
                  <a:pt x="116" y="24"/>
                  <a:pt x="113" y="31"/>
                  <a:pt x="110" y="38"/>
                </a:cubicBezTo>
                <a:cubicBezTo>
                  <a:pt x="98" y="70"/>
                  <a:pt x="86" y="101"/>
                  <a:pt x="74" y="133"/>
                </a:cubicBezTo>
                <a:cubicBezTo>
                  <a:pt x="74" y="134"/>
                  <a:pt x="73" y="135"/>
                  <a:pt x="73" y="13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4A768A6A-6427-4AA2-9FB5-F34393802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6484" y="689187"/>
            <a:ext cx="61016" cy="68429"/>
          </a:xfrm>
          <a:custGeom xmlns:a="http://schemas.openxmlformats.org/drawingml/2006/main">
            <a:gdLst>
              <a:gd name="T0" fmla="*/ 85 w 120"/>
              <a:gd name="T1" fmla="*/ 127 h 135"/>
              <a:gd name="T2" fmla="*/ 85 w 120"/>
              <a:gd name="T3" fmla="*/ 134 h 135"/>
              <a:gd name="T4" fmla="*/ 35 w 120"/>
              <a:gd name="T5" fmla="*/ 134 h 135"/>
              <a:gd name="T6" fmla="*/ 35 w 120"/>
              <a:gd name="T7" fmla="*/ 127 h 135"/>
              <a:gd name="T8" fmla="*/ 44 w 120"/>
              <a:gd name="T9" fmla="*/ 126 h 135"/>
              <a:gd name="T10" fmla="*/ 50 w 120"/>
              <a:gd name="T11" fmla="*/ 120 h 135"/>
              <a:gd name="T12" fmla="*/ 51 w 120"/>
              <a:gd name="T13" fmla="*/ 113 h 135"/>
              <a:gd name="T14" fmla="*/ 51 w 120"/>
              <a:gd name="T15" fmla="*/ 85 h 135"/>
              <a:gd name="T16" fmla="*/ 50 w 120"/>
              <a:gd name="T17" fmla="*/ 79 h 135"/>
              <a:gd name="T18" fmla="*/ 17 w 120"/>
              <a:gd name="T19" fmla="*/ 19 h 135"/>
              <a:gd name="T20" fmla="*/ 15 w 120"/>
              <a:gd name="T21" fmla="*/ 15 h 135"/>
              <a:gd name="T22" fmla="*/ 3 w 120"/>
              <a:gd name="T23" fmla="*/ 7 h 135"/>
              <a:gd name="T24" fmla="*/ 0 w 120"/>
              <a:gd name="T25" fmla="*/ 7 h 135"/>
              <a:gd name="T26" fmla="*/ 0 w 120"/>
              <a:gd name="T27" fmla="*/ 0 h 135"/>
              <a:gd name="T28" fmla="*/ 48 w 120"/>
              <a:gd name="T29" fmla="*/ 0 h 135"/>
              <a:gd name="T30" fmla="*/ 48 w 120"/>
              <a:gd name="T31" fmla="*/ 7 h 135"/>
              <a:gd name="T32" fmla="*/ 40 w 120"/>
              <a:gd name="T33" fmla="*/ 7 h 135"/>
              <a:gd name="T34" fmla="*/ 36 w 120"/>
              <a:gd name="T35" fmla="*/ 14 h 135"/>
              <a:gd name="T36" fmla="*/ 37 w 120"/>
              <a:gd name="T37" fmla="*/ 18 h 135"/>
              <a:gd name="T38" fmla="*/ 61 w 120"/>
              <a:gd name="T39" fmla="*/ 64 h 135"/>
              <a:gd name="T40" fmla="*/ 63 w 120"/>
              <a:gd name="T41" fmla="*/ 68 h 135"/>
              <a:gd name="T42" fmla="*/ 66 w 120"/>
              <a:gd name="T43" fmla="*/ 64 h 135"/>
              <a:gd name="T44" fmla="*/ 91 w 120"/>
              <a:gd name="T45" fmla="*/ 18 h 135"/>
              <a:gd name="T46" fmla="*/ 93 w 120"/>
              <a:gd name="T47" fmla="*/ 12 h 135"/>
              <a:gd name="T48" fmla="*/ 90 w 120"/>
              <a:gd name="T49" fmla="*/ 8 h 135"/>
              <a:gd name="T50" fmla="*/ 81 w 120"/>
              <a:gd name="T51" fmla="*/ 7 h 135"/>
              <a:gd name="T52" fmla="*/ 81 w 120"/>
              <a:gd name="T53" fmla="*/ 0 h 135"/>
              <a:gd name="T54" fmla="*/ 120 w 120"/>
              <a:gd name="T55" fmla="*/ 0 h 135"/>
              <a:gd name="T56" fmla="*/ 120 w 120"/>
              <a:gd name="T57" fmla="*/ 7 h 135"/>
              <a:gd name="T58" fmla="*/ 115 w 120"/>
              <a:gd name="T59" fmla="*/ 8 h 135"/>
              <a:gd name="T60" fmla="*/ 108 w 120"/>
              <a:gd name="T61" fmla="*/ 12 h 135"/>
              <a:gd name="T62" fmla="*/ 103 w 120"/>
              <a:gd name="T63" fmla="*/ 19 h 135"/>
              <a:gd name="T64" fmla="*/ 71 w 120"/>
              <a:gd name="T65" fmla="*/ 75 h 135"/>
              <a:gd name="T66" fmla="*/ 69 w 120"/>
              <a:gd name="T67" fmla="*/ 82 h 135"/>
              <a:gd name="T68" fmla="*/ 69 w 120"/>
              <a:gd name="T69" fmla="*/ 111 h 135"/>
              <a:gd name="T70" fmla="*/ 69 w 120"/>
              <a:gd name="T71" fmla="*/ 118 h 135"/>
              <a:gd name="T72" fmla="*/ 77 w 120"/>
              <a:gd name="T73" fmla="*/ 126 h 135"/>
              <a:gd name="T74" fmla="*/ 85 w 120"/>
              <a:gd name="T75" fmla="*/ 127 h 135"/>
            </a:gdLst>
            <a:rect l="0" t="0" r="r" b="b"/>
            <a:pathLst>
              <a:path w="120" h="135">
                <a:moveTo>
                  <a:pt x="85" y="127"/>
                </a:moveTo>
                <a:cubicBezTo>
                  <a:pt x="85" y="130"/>
                  <a:pt x="85" y="132"/>
                  <a:pt x="85" y="134"/>
                </a:cubicBezTo>
                <a:cubicBezTo>
                  <a:pt x="81" y="135"/>
                  <a:pt x="44" y="135"/>
                  <a:pt x="35" y="134"/>
                </a:cubicBezTo>
                <a:cubicBezTo>
                  <a:pt x="35" y="132"/>
                  <a:pt x="35" y="130"/>
                  <a:pt x="35" y="127"/>
                </a:cubicBezTo>
                <a:cubicBezTo>
                  <a:pt x="38" y="127"/>
                  <a:pt x="41" y="126"/>
                  <a:pt x="44" y="126"/>
                </a:cubicBezTo>
                <a:cubicBezTo>
                  <a:pt x="48" y="126"/>
                  <a:pt x="50" y="124"/>
                  <a:pt x="50" y="120"/>
                </a:cubicBezTo>
                <a:cubicBezTo>
                  <a:pt x="51" y="118"/>
                  <a:pt x="51" y="115"/>
                  <a:pt x="51" y="113"/>
                </a:cubicBezTo>
                <a:cubicBezTo>
                  <a:pt x="51" y="104"/>
                  <a:pt x="51" y="95"/>
                  <a:pt x="51" y="85"/>
                </a:cubicBezTo>
                <a:cubicBezTo>
                  <a:pt x="51" y="83"/>
                  <a:pt x="51" y="81"/>
                  <a:pt x="50" y="79"/>
                </a:cubicBezTo>
                <a:cubicBezTo>
                  <a:pt x="39" y="59"/>
                  <a:pt x="28" y="39"/>
                  <a:pt x="17" y="19"/>
                </a:cubicBezTo>
                <a:cubicBezTo>
                  <a:pt x="16" y="17"/>
                  <a:pt x="15" y="16"/>
                  <a:pt x="15" y="15"/>
                </a:cubicBezTo>
                <a:cubicBezTo>
                  <a:pt x="12" y="10"/>
                  <a:pt x="9" y="7"/>
                  <a:pt x="3" y="7"/>
                </a:cubicBezTo>
                <a:cubicBezTo>
                  <a:pt x="2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8" y="0"/>
                </a:cubicBezTo>
                <a:cubicBezTo>
                  <a:pt x="48" y="2"/>
                  <a:pt x="48" y="4"/>
                  <a:pt x="48" y="7"/>
                </a:cubicBezTo>
                <a:cubicBezTo>
                  <a:pt x="45" y="7"/>
                  <a:pt x="42" y="7"/>
                  <a:pt x="40" y="7"/>
                </a:cubicBezTo>
                <a:cubicBezTo>
                  <a:pt x="35" y="8"/>
                  <a:pt x="34" y="10"/>
                  <a:pt x="36" y="14"/>
                </a:cubicBezTo>
                <a:cubicBezTo>
                  <a:pt x="36" y="15"/>
                  <a:pt x="37" y="17"/>
                  <a:pt x="37" y="18"/>
                </a:cubicBezTo>
                <a:cubicBezTo>
                  <a:pt x="45" y="33"/>
                  <a:pt x="53" y="49"/>
                  <a:pt x="61" y="64"/>
                </a:cubicBezTo>
                <a:cubicBezTo>
                  <a:pt x="61" y="65"/>
                  <a:pt x="62" y="66"/>
                  <a:pt x="63" y="68"/>
                </a:cubicBezTo>
                <a:cubicBezTo>
                  <a:pt x="64" y="66"/>
                  <a:pt x="65" y="65"/>
                  <a:pt x="66" y="64"/>
                </a:cubicBezTo>
                <a:cubicBezTo>
                  <a:pt x="74" y="49"/>
                  <a:pt x="82" y="34"/>
                  <a:pt x="91" y="18"/>
                </a:cubicBezTo>
                <a:cubicBezTo>
                  <a:pt x="92" y="16"/>
                  <a:pt x="93" y="14"/>
                  <a:pt x="93" y="12"/>
                </a:cubicBezTo>
                <a:cubicBezTo>
                  <a:pt x="94" y="9"/>
                  <a:pt x="93" y="8"/>
                  <a:pt x="90" y="8"/>
                </a:cubicBezTo>
                <a:cubicBezTo>
                  <a:pt x="87" y="7"/>
                  <a:pt x="85" y="7"/>
                  <a:pt x="81" y="7"/>
                </a:cubicBezTo>
                <a:cubicBezTo>
                  <a:pt x="81" y="4"/>
                  <a:pt x="81" y="2"/>
                  <a:pt x="81" y="0"/>
                </a:cubicBezTo>
                <a:cubicBezTo>
                  <a:pt x="94" y="0"/>
                  <a:pt x="107" y="0"/>
                  <a:pt x="120" y="0"/>
                </a:cubicBezTo>
                <a:cubicBezTo>
                  <a:pt x="120" y="2"/>
                  <a:pt x="120" y="4"/>
                  <a:pt x="120" y="7"/>
                </a:cubicBezTo>
                <a:cubicBezTo>
                  <a:pt x="119" y="7"/>
                  <a:pt x="117" y="7"/>
                  <a:pt x="115" y="8"/>
                </a:cubicBezTo>
                <a:cubicBezTo>
                  <a:pt x="112" y="8"/>
                  <a:pt x="109" y="9"/>
                  <a:pt x="108" y="12"/>
                </a:cubicBezTo>
                <a:cubicBezTo>
                  <a:pt x="106" y="14"/>
                  <a:pt x="104" y="17"/>
                  <a:pt x="103" y="19"/>
                </a:cubicBezTo>
                <a:cubicBezTo>
                  <a:pt x="92" y="38"/>
                  <a:pt x="81" y="56"/>
                  <a:pt x="71" y="75"/>
                </a:cubicBezTo>
                <a:cubicBezTo>
                  <a:pt x="69" y="77"/>
                  <a:pt x="68" y="80"/>
                  <a:pt x="69" y="82"/>
                </a:cubicBezTo>
                <a:cubicBezTo>
                  <a:pt x="69" y="92"/>
                  <a:pt x="69" y="102"/>
                  <a:pt x="69" y="111"/>
                </a:cubicBezTo>
                <a:cubicBezTo>
                  <a:pt x="69" y="114"/>
                  <a:pt x="69" y="116"/>
                  <a:pt x="69" y="118"/>
                </a:cubicBezTo>
                <a:cubicBezTo>
                  <a:pt x="70" y="124"/>
                  <a:pt x="71" y="125"/>
                  <a:pt x="77" y="126"/>
                </a:cubicBezTo>
                <a:cubicBezTo>
                  <a:pt x="80" y="126"/>
                  <a:pt x="82" y="127"/>
                  <a:pt x="85" y="12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CE50F745-9F4F-47D5-B803-3407B8C2E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749" y="686906"/>
            <a:ext cx="58735" cy="70140"/>
          </a:xfrm>
          <a:custGeom xmlns:a="http://schemas.openxmlformats.org/drawingml/2006/main">
            <a:gdLst>
              <a:gd name="T0" fmla="*/ 108 w 116"/>
              <a:gd name="T1" fmla="*/ 42 h 139"/>
              <a:gd name="T2" fmla="*/ 102 w 116"/>
              <a:gd name="T3" fmla="*/ 29 h 139"/>
              <a:gd name="T4" fmla="*/ 72 w 116"/>
              <a:gd name="T5" fmla="*/ 14 h 139"/>
              <a:gd name="T6" fmla="*/ 67 w 116"/>
              <a:gd name="T7" fmla="*/ 18 h 139"/>
              <a:gd name="T8" fmla="*/ 66 w 116"/>
              <a:gd name="T9" fmla="*/ 24 h 139"/>
              <a:gd name="T10" fmla="*/ 66 w 116"/>
              <a:gd name="T11" fmla="*/ 115 h 139"/>
              <a:gd name="T12" fmla="*/ 67 w 116"/>
              <a:gd name="T13" fmla="*/ 123 h 139"/>
              <a:gd name="T14" fmla="*/ 75 w 116"/>
              <a:gd name="T15" fmla="*/ 131 h 139"/>
              <a:gd name="T16" fmla="*/ 83 w 116"/>
              <a:gd name="T17" fmla="*/ 132 h 139"/>
              <a:gd name="T18" fmla="*/ 83 w 116"/>
              <a:gd name="T19" fmla="*/ 139 h 139"/>
              <a:gd name="T20" fmla="*/ 33 w 116"/>
              <a:gd name="T21" fmla="*/ 139 h 139"/>
              <a:gd name="T22" fmla="*/ 33 w 116"/>
              <a:gd name="T23" fmla="*/ 132 h 139"/>
              <a:gd name="T24" fmla="*/ 41 w 116"/>
              <a:gd name="T25" fmla="*/ 131 h 139"/>
              <a:gd name="T26" fmla="*/ 49 w 116"/>
              <a:gd name="T27" fmla="*/ 123 h 139"/>
              <a:gd name="T28" fmla="*/ 49 w 116"/>
              <a:gd name="T29" fmla="*/ 118 h 139"/>
              <a:gd name="T30" fmla="*/ 49 w 116"/>
              <a:gd name="T31" fmla="*/ 22 h 139"/>
              <a:gd name="T32" fmla="*/ 41 w 116"/>
              <a:gd name="T33" fmla="*/ 14 h 139"/>
              <a:gd name="T34" fmla="*/ 32 w 116"/>
              <a:gd name="T35" fmla="*/ 15 h 139"/>
              <a:gd name="T36" fmla="*/ 18 w 116"/>
              <a:gd name="T37" fmla="*/ 23 h 139"/>
              <a:gd name="T38" fmla="*/ 11 w 116"/>
              <a:gd name="T39" fmla="*/ 36 h 139"/>
              <a:gd name="T40" fmla="*/ 8 w 116"/>
              <a:gd name="T41" fmla="*/ 42 h 139"/>
              <a:gd name="T42" fmla="*/ 0 w 116"/>
              <a:gd name="T43" fmla="*/ 39 h 139"/>
              <a:gd name="T44" fmla="*/ 13 w 116"/>
              <a:gd name="T45" fmla="*/ 0 h 139"/>
              <a:gd name="T46" fmla="*/ 19 w 116"/>
              <a:gd name="T47" fmla="*/ 0 h 139"/>
              <a:gd name="T48" fmla="*/ 21 w 116"/>
              <a:gd name="T49" fmla="*/ 4 h 139"/>
              <a:gd name="T50" fmla="*/ 95 w 116"/>
              <a:gd name="T51" fmla="*/ 4 h 139"/>
              <a:gd name="T52" fmla="*/ 97 w 116"/>
              <a:gd name="T53" fmla="*/ 0 h 139"/>
              <a:gd name="T54" fmla="*/ 103 w 116"/>
              <a:gd name="T55" fmla="*/ 0 h 139"/>
              <a:gd name="T56" fmla="*/ 116 w 116"/>
              <a:gd name="T57" fmla="*/ 39 h 139"/>
              <a:gd name="T58" fmla="*/ 108 w 116"/>
              <a:gd name="T59" fmla="*/ 42 h 139"/>
            </a:gdLst>
            <a:rect l="0" t="0" r="r" b="b"/>
            <a:pathLst>
              <a:path w="116" h="139">
                <a:moveTo>
                  <a:pt x="108" y="42"/>
                </a:moveTo>
                <a:cubicBezTo>
                  <a:pt x="106" y="37"/>
                  <a:pt x="104" y="33"/>
                  <a:pt x="102" y="29"/>
                </a:cubicBezTo>
                <a:cubicBezTo>
                  <a:pt x="96" y="17"/>
                  <a:pt x="85" y="13"/>
                  <a:pt x="72" y="14"/>
                </a:cubicBezTo>
                <a:cubicBezTo>
                  <a:pt x="68" y="14"/>
                  <a:pt x="67" y="15"/>
                  <a:pt x="67" y="18"/>
                </a:cubicBezTo>
                <a:cubicBezTo>
                  <a:pt x="66" y="20"/>
                  <a:pt x="66" y="22"/>
                  <a:pt x="66" y="24"/>
                </a:cubicBezTo>
                <a:cubicBezTo>
                  <a:pt x="66" y="54"/>
                  <a:pt x="66" y="85"/>
                  <a:pt x="66" y="115"/>
                </a:cubicBezTo>
                <a:cubicBezTo>
                  <a:pt x="66" y="118"/>
                  <a:pt x="67" y="120"/>
                  <a:pt x="67" y="123"/>
                </a:cubicBezTo>
                <a:cubicBezTo>
                  <a:pt x="68" y="128"/>
                  <a:pt x="70" y="130"/>
                  <a:pt x="75" y="131"/>
                </a:cubicBezTo>
                <a:cubicBezTo>
                  <a:pt x="78" y="131"/>
                  <a:pt x="80" y="132"/>
                  <a:pt x="83" y="132"/>
                </a:cubicBezTo>
                <a:cubicBezTo>
                  <a:pt x="83" y="134"/>
                  <a:pt x="83" y="137"/>
                  <a:pt x="83" y="139"/>
                </a:cubicBezTo>
                <a:cubicBezTo>
                  <a:pt x="66" y="139"/>
                  <a:pt x="50" y="139"/>
                  <a:pt x="33" y="139"/>
                </a:cubicBezTo>
                <a:cubicBezTo>
                  <a:pt x="33" y="137"/>
                  <a:pt x="33" y="135"/>
                  <a:pt x="33" y="132"/>
                </a:cubicBezTo>
                <a:cubicBezTo>
                  <a:pt x="36" y="132"/>
                  <a:pt x="39" y="131"/>
                  <a:pt x="41" y="131"/>
                </a:cubicBezTo>
                <a:cubicBezTo>
                  <a:pt x="47" y="130"/>
                  <a:pt x="49" y="128"/>
                  <a:pt x="49" y="123"/>
                </a:cubicBezTo>
                <a:cubicBezTo>
                  <a:pt x="49" y="121"/>
                  <a:pt x="49" y="120"/>
                  <a:pt x="49" y="118"/>
                </a:cubicBezTo>
                <a:cubicBezTo>
                  <a:pt x="49" y="86"/>
                  <a:pt x="49" y="54"/>
                  <a:pt x="49" y="22"/>
                </a:cubicBezTo>
                <a:cubicBezTo>
                  <a:pt x="49" y="14"/>
                  <a:pt x="49" y="13"/>
                  <a:pt x="41" y="14"/>
                </a:cubicBezTo>
                <a:cubicBezTo>
                  <a:pt x="38" y="14"/>
                  <a:pt x="35" y="14"/>
                  <a:pt x="32" y="15"/>
                </a:cubicBezTo>
                <a:cubicBezTo>
                  <a:pt x="26" y="16"/>
                  <a:pt x="21" y="18"/>
                  <a:pt x="18" y="23"/>
                </a:cubicBezTo>
                <a:cubicBezTo>
                  <a:pt x="15" y="27"/>
                  <a:pt x="13" y="32"/>
                  <a:pt x="11" y="36"/>
                </a:cubicBezTo>
                <a:cubicBezTo>
                  <a:pt x="10" y="38"/>
                  <a:pt x="9" y="40"/>
                  <a:pt x="8" y="42"/>
                </a:cubicBezTo>
                <a:cubicBezTo>
                  <a:pt x="5" y="41"/>
                  <a:pt x="3" y="40"/>
                  <a:pt x="0" y="39"/>
                </a:cubicBezTo>
                <a:cubicBezTo>
                  <a:pt x="5" y="26"/>
                  <a:pt x="9" y="13"/>
                  <a:pt x="13" y="0"/>
                </a:cubicBezTo>
                <a:cubicBezTo>
                  <a:pt x="15" y="0"/>
                  <a:pt x="17" y="0"/>
                  <a:pt x="19" y="0"/>
                </a:cubicBezTo>
                <a:cubicBezTo>
                  <a:pt x="20" y="1"/>
                  <a:pt x="20" y="3"/>
                  <a:pt x="21" y="4"/>
                </a:cubicBezTo>
                <a:cubicBezTo>
                  <a:pt x="46" y="4"/>
                  <a:pt x="70" y="4"/>
                  <a:pt x="95" y="4"/>
                </a:cubicBezTo>
                <a:cubicBezTo>
                  <a:pt x="95" y="3"/>
                  <a:pt x="96" y="1"/>
                  <a:pt x="97" y="0"/>
                </a:cubicBezTo>
                <a:cubicBezTo>
                  <a:pt x="98" y="0"/>
                  <a:pt x="100" y="0"/>
                  <a:pt x="103" y="0"/>
                </a:cubicBezTo>
                <a:cubicBezTo>
                  <a:pt x="107" y="13"/>
                  <a:pt x="112" y="26"/>
                  <a:pt x="116" y="39"/>
                </a:cubicBezTo>
                <a:cubicBezTo>
                  <a:pt x="113" y="40"/>
                  <a:pt x="111" y="41"/>
                  <a:pt x="108" y="42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3" name="Freeform 33">
            <a:extLst xmlns:a="http://schemas.openxmlformats.org/drawingml/2006/main">
              <a:ext uri="{FF2B5EF4-FFF2-40B4-BE49-F238E27FC236}">
                <a16:creationId xmlns:a16="http://schemas.microsoft.com/office/drawing/2014/main" id="{F089654C-2201-47EC-A8F1-E39DACAAA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1440" y="689187"/>
            <a:ext cx="25090" cy="67859"/>
          </a:xfrm>
          <a:custGeom xmlns:a="http://schemas.openxmlformats.org/drawingml/2006/main">
            <a:gdLst>
              <a:gd name="T0" fmla="*/ 0 w 50"/>
              <a:gd name="T1" fmla="*/ 134 h 134"/>
              <a:gd name="T2" fmla="*/ 0 w 50"/>
              <a:gd name="T3" fmla="*/ 127 h 134"/>
              <a:gd name="T4" fmla="*/ 9 w 50"/>
              <a:gd name="T5" fmla="*/ 126 h 134"/>
              <a:gd name="T6" fmla="*/ 16 w 50"/>
              <a:gd name="T7" fmla="*/ 119 h 134"/>
              <a:gd name="T8" fmla="*/ 16 w 50"/>
              <a:gd name="T9" fmla="*/ 113 h 134"/>
              <a:gd name="T10" fmla="*/ 16 w 50"/>
              <a:gd name="T11" fmla="*/ 21 h 134"/>
              <a:gd name="T12" fmla="*/ 16 w 50"/>
              <a:gd name="T13" fmla="*/ 13 h 134"/>
              <a:gd name="T14" fmla="*/ 9 w 50"/>
              <a:gd name="T15" fmla="*/ 8 h 134"/>
              <a:gd name="T16" fmla="*/ 1 w 50"/>
              <a:gd name="T17" fmla="*/ 7 h 134"/>
              <a:gd name="T18" fmla="*/ 1 w 50"/>
              <a:gd name="T19" fmla="*/ 0 h 134"/>
              <a:gd name="T20" fmla="*/ 49 w 50"/>
              <a:gd name="T21" fmla="*/ 0 h 134"/>
              <a:gd name="T22" fmla="*/ 49 w 50"/>
              <a:gd name="T23" fmla="*/ 7 h 134"/>
              <a:gd name="T24" fmla="*/ 42 w 50"/>
              <a:gd name="T25" fmla="*/ 8 h 134"/>
              <a:gd name="T26" fmla="*/ 34 w 50"/>
              <a:gd name="T27" fmla="*/ 15 h 134"/>
              <a:gd name="T28" fmla="*/ 33 w 50"/>
              <a:gd name="T29" fmla="*/ 23 h 134"/>
              <a:gd name="T30" fmla="*/ 33 w 50"/>
              <a:gd name="T31" fmla="*/ 113 h 134"/>
              <a:gd name="T32" fmla="*/ 46 w 50"/>
              <a:gd name="T33" fmla="*/ 127 h 134"/>
              <a:gd name="T34" fmla="*/ 49 w 50"/>
              <a:gd name="T35" fmla="*/ 127 h 134"/>
              <a:gd name="T36" fmla="*/ 50 w 50"/>
              <a:gd name="T37" fmla="*/ 131 h 134"/>
              <a:gd name="T38" fmla="*/ 49 w 50"/>
              <a:gd name="T39" fmla="*/ 134 h 134"/>
              <a:gd name="T40" fmla="*/ 0 w 50"/>
              <a:gd name="T41" fmla="*/ 134 h 134"/>
            </a:gdLst>
            <a:rect l="0" t="0" r="r" b="b"/>
            <a:pathLst>
              <a:path w="50" h="134">
                <a:moveTo>
                  <a:pt x="0" y="134"/>
                </a:move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9" y="126"/>
                </a:cubicBezTo>
                <a:cubicBezTo>
                  <a:pt x="13" y="125"/>
                  <a:pt x="15" y="124"/>
                  <a:pt x="16" y="119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18"/>
                  <a:pt x="16" y="16"/>
                  <a:pt x="16" y="13"/>
                </a:cubicBezTo>
                <a:cubicBezTo>
                  <a:pt x="15" y="10"/>
                  <a:pt x="13" y="8"/>
                  <a:pt x="9" y="8"/>
                </a:cubicBezTo>
                <a:cubicBezTo>
                  <a:pt x="6" y="7"/>
                  <a:pt x="4" y="7"/>
                  <a:pt x="1" y="7"/>
                </a:cubicBezTo>
                <a:cubicBezTo>
                  <a:pt x="1" y="4"/>
                  <a:pt x="1" y="2"/>
                  <a:pt x="1" y="0"/>
                </a:cubicBezTo>
                <a:cubicBezTo>
                  <a:pt x="17" y="0"/>
                  <a:pt x="33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7" y="7"/>
                  <a:pt x="44" y="7"/>
                  <a:pt x="42" y="8"/>
                </a:cubicBezTo>
                <a:cubicBezTo>
                  <a:pt x="38" y="8"/>
                  <a:pt x="35" y="10"/>
                  <a:pt x="34" y="15"/>
                </a:cubicBezTo>
                <a:cubicBezTo>
                  <a:pt x="34" y="17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6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8"/>
                  <a:pt x="50" y="129"/>
                  <a:pt x="50" y="131"/>
                </a:cubicBezTo>
                <a:cubicBezTo>
                  <a:pt x="50" y="132"/>
                  <a:pt x="49" y="133"/>
                  <a:pt x="49" y="134"/>
                </a:cubicBezTo>
                <a:cubicBezTo>
                  <a:pt x="33" y="134"/>
                  <a:pt x="17" y="134"/>
                  <a:pt x="0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4" name="Freeform 34">
            <a:extLst xmlns:a="http://schemas.openxmlformats.org/drawingml/2006/main">
              <a:ext uri="{FF2B5EF4-FFF2-40B4-BE49-F238E27FC236}">
                <a16:creationId xmlns:a16="http://schemas.microsoft.com/office/drawing/2014/main" id="{5E2A6451-F49C-4BB3-960D-1995C49BC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237" y="689187"/>
            <a:ext cx="24520" cy="68429"/>
          </a:xfrm>
          <a:custGeom xmlns:a="http://schemas.openxmlformats.org/drawingml/2006/main">
            <a:gdLst>
              <a:gd name="T0" fmla="*/ 0 w 49"/>
              <a:gd name="T1" fmla="*/ 7 h 135"/>
              <a:gd name="T2" fmla="*/ 0 w 49"/>
              <a:gd name="T3" fmla="*/ 0 h 135"/>
              <a:gd name="T4" fmla="*/ 49 w 49"/>
              <a:gd name="T5" fmla="*/ 0 h 135"/>
              <a:gd name="T6" fmla="*/ 49 w 49"/>
              <a:gd name="T7" fmla="*/ 7 h 135"/>
              <a:gd name="T8" fmla="*/ 42 w 49"/>
              <a:gd name="T9" fmla="*/ 8 h 135"/>
              <a:gd name="T10" fmla="*/ 34 w 49"/>
              <a:gd name="T11" fmla="*/ 15 h 135"/>
              <a:gd name="T12" fmla="*/ 33 w 49"/>
              <a:gd name="T13" fmla="*/ 23 h 135"/>
              <a:gd name="T14" fmla="*/ 33 w 49"/>
              <a:gd name="T15" fmla="*/ 113 h 135"/>
              <a:gd name="T16" fmla="*/ 46 w 49"/>
              <a:gd name="T17" fmla="*/ 127 h 135"/>
              <a:gd name="T18" fmla="*/ 49 w 49"/>
              <a:gd name="T19" fmla="*/ 127 h 135"/>
              <a:gd name="T20" fmla="*/ 49 w 49"/>
              <a:gd name="T21" fmla="*/ 134 h 135"/>
              <a:gd name="T22" fmla="*/ 0 w 49"/>
              <a:gd name="T23" fmla="*/ 134 h 135"/>
              <a:gd name="T24" fmla="*/ 0 w 49"/>
              <a:gd name="T25" fmla="*/ 127 h 135"/>
              <a:gd name="T26" fmla="*/ 7 w 49"/>
              <a:gd name="T27" fmla="*/ 126 h 135"/>
              <a:gd name="T28" fmla="*/ 16 w 49"/>
              <a:gd name="T29" fmla="*/ 118 h 135"/>
              <a:gd name="T30" fmla="*/ 16 w 49"/>
              <a:gd name="T31" fmla="*/ 113 h 135"/>
              <a:gd name="T32" fmla="*/ 16 w 49"/>
              <a:gd name="T33" fmla="*/ 20 h 135"/>
              <a:gd name="T34" fmla="*/ 15 w 49"/>
              <a:gd name="T35" fmla="*/ 13 h 135"/>
              <a:gd name="T36" fmla="*/ 9 w 49"/>
              <a:gd name="T37" fmla="*/ 8 h 135"/>
              <a:gd name="T38" fmla="*/ 0 w 49"/>
              <a:gd name="T39" fmla="*/ 7 h 135"/>
            </a:gdLst>
            <a:rect l="0" t="0" r="r" b="b"/>
            <a:pathLst>
              <a:path w="49" h="135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5" y="10"/>
                  <a:pt x="34" y="15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5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45" y="135"/>
                  <a:pt x="9" y="135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5" y="127"/>
                  <a:pt x="7" y="126"/>
                </a:cubicBezTo>
                <a:cubicBezTo>
                  <a:pt x="13" y="126"/>
                  <a:pt x="15" y="124"/>
                  <a:pt x="16" y="118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8"/>
                  <a:pt x="15" y="16"/>
                  <a:pt x="15" y="13"/>
                </a:cubicBezTo>
                <a:cubicBezTo>
                  <a:pt x="14" y="10"/>
                  <a:pt x="12" y="8"/>
                  <a:pt x="9" y="8"/>
                </a:cubicBezTo>
                <a:cubicBezTo>
                  <a:pt x="6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5" name="Freeform 35">
            <a:extLst xmlns:a="http://schemas.openxmlformats.org/drawingml/2006/main">
              <a:ext uri="{FF2B5EF4-FFF2-40B4-BE49-F238E27FC236}">
                <a16:creationId xmlns:a16="http://schemas.microsoft.com/office/drawing/2014/main" id="{85E5493A-210E-46C4-A1AA-45BEBC10E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429" y="689187"/>
            <a:ext cx="24520" cy="67859"/>
          </a:xfrm>
          <a:custGeom xmlns:a="http://schemas.openxmlformats.org/drawingml/2006/main">
            <a:gdLst>
              <a:gd name="T0" fmla="*/ 0 w 49"/>
              <a:gd name="T1" fmla="*/ 7 h 134"/>
              <a:gd name="T2" fmla="*/ 0 w 49"/>
              <a:gd name="T3" fmla="*/ 0 h 134"/>
              <a:gd name="T4" fmla="*/ 49 w 49"/>
              <a:gd name="T5" fmla="*/ 0 h 134"/>
              <a:gd name="T6" fmla="*/ 49 w 49"/>
              <a:gd name="T7" fmla="*/ 7 h 134"/>
              <a:gd name="T8" fmla="*/ 42 w 49"/>
              <a:gd name="T9" fmla="*/ 8 h 134"/>
              <a:gd name="T10" fmla="*/ 34 w 49"/>
              <a:gd name="T11" fmla="*/ 15 h 134"/>
              <a:gd name="T12" fmla="*/ 33 w 49"/>
              <a:gd name="T13" fmla="*/ 23 h 134"/>
              <a:gd name="T14" fmla="*/ 33 w 49"/>
              <a:gd name="T15" fmla="*/ 112 h 134"/>
              <a:gd name="T16" fmla="*/ 34 w 49"/>
              <a:gd name="T17" fmla="*/ 120 h 134"/>
              <a:gd name="T18" fmla="*/ 40 w 49"/>
              <a:gd name="T19" fmla="*/ 126 h 134"/>
              <a:gd name="T20" fmla="*/ 49 w 49"/>
              <a:gd name="T21" fmla="*/ 127 h 134"/>
              <a:gd name="T22" fmla="*/ 49 w 49"/>
              <a:gd name="T23" fmla="*/ 134 h 134"/>
              <a:gd name="T24" fmla="*/ 0 w 49"/>
              <a:gd name="T25" fmla="*/ 134 h 134"/>
              <a:gd name="T26" fmla="*/ 0 w 49"/>
              <a:gd name="T27" fmla="*/ 127 h 134"/>
              <a:gd name="T28" fmla="*/ 8 w 49"/>
              <a:gd name="T29" fmla="*/ 126 h 134"/>
              <a:gd name="T30" fmla="*/ 15 w 49"/>
              <a:gd name="T31" fmla="*/ 119 h 134"/>
              <a:gd name="T32" fmla="*/ 16 w 49"/>
              <a:gd name="T33" fmla="*/ 110 h 134"/>
              <a:gd name="T34" fmla="*/ 16 w 49"/>
              <a:gd name="T35" fmla="*/ 25 h 134"/>
              <a:gd name="T36" fmla="*/ 15 w 49"/>
              <a:gd name="T37" fmla="*/ 15 h 134"/>
              <a:gd name="T38" fmla="*/ 8 w 49"/>
              <a:gd name="T39" fmla="*/ 8 h 134"/>
              <a:gd name="T40" fmla="*/ 0 w 49"/>
              <a:gd name="T41" fmla="*/ 7 h 134"/>
            </a:gdLst>
            <a:rect l="0" t="0" r="r" b="b"/>
            <a:pathLst>
              <a:path w="49" h="134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4" y="10"/>
                  <a:pt x="34" y="15"/>
                </a:cubicBezTo>
                <a:cubicBezTo>
                  <a:pt x="33" y="18"/>
                  <a:pt x="33" y="21"/>
                  <a:pt x="33" y="23"/>
                </a:cubicBezTo>
                <a:cubicBezTo>
                  <a:pt x="33" y="53"/>
                  <a:pt x="33" y="83"/>
                  <a:pt x="33" y="112"/>
                </a:cubicBezTo>
                <a:cubicBezTo>
                  <a:pt x="33" y="115"/>
                  <a:pt x="33" y="118"/>
                  <a:pt x="34" y="120"/>
                </a:cubicBezTo>
                <a:cubicBezTo>
                  <a:pt x="34" y="124"/>
                  <a:pt x="36" y="126"/>
                  <a:pt x="40" y="126"/>
                </a:cubicBezTo>
                <a:cubicBezTo>
                  <a:pt x="43" y="126"/>
                  <a:pt x="45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33" y="134"/>
                  <a:pt x="1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8" y="126"/>
                </a:cubicBezTo>
                <a:cubicBezTo>
                  <a:pt x="13" y="125"/>
                  <a:pt x="15" y="123"/>
                  <a:pt x="15" y="119"/>
                </a:cubicBezTo>
                <a:cubicBezTo>
                  <a:pt x="16" y="116"/>
                  <a:pt x="16" y="113"/>
                  <a:pt x="16" y="110"/>
                </a:cubicBezTo>
                <a:cubicBezTo>
                  <a:pt x="16" y="81"/>
                  <a:pt x="16" y="53"/>
                  <a:pt x="16" y="25"/>
                </a:cubicBezTo>
                <a:cubicBezTo>
                  <a:pt x="16" y="21"/>
                  <a:pt x="16" y="18"/>
                  <a:pt x="15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8" name="Freeform 9">
            <a:extLst xmlns:a="http://schemas.openxmlformats.org/drawingml/2006/main">
              <a:ext uri="{FF2B5EF4-FFF2-40B4-BE49-F238E27FC236}">
                <a16:creationId xmlns:a16="http://schemas.microsoft.com/office/drawing/2014/main" id="{BB15A76C-44C4-4F30-B8F0-21C0025F8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4981" y="365289"/>
            <a:ext cx="164800" cy="184188"/>
          </a:xfrm>
          <a:custGeom xmlns:a="http://schemas.openxmlformats.org/drawingml/2006/main">
            <a:gdLst>
              <a:gd name="T0" fmla="*/ 324 w 325"/>
              <a:gd name="T1" fmla="*/ 106 h 363"/>
              <a:gd name="T2" fmla="*/ 283 w 325"/>
              <a:gd name="T3" fmla="*/ 179 h 363"/>
              <a:gd name="T4" fmla="*/ 247 w 325"/>
              <a:gd name="T5" fmla="*/ 214 h 363"/>
              <a:gd name="T6" fmla="*/ 241 w 325"/>
              <a:gd name="T7" fmla="*/ 228 h 363"/>
              <a:gd name="T8" fmla="*/ 271 w 325"/>
              <a:gd name="T9" fmla="*/ 230 h 363"/>
              <a:gd name="T10" fmla="*/ 282 w 325"/>
              <a:gd name="T11" fmla="*/ 240 h 363"/>
              <a:gd name="T12" fmla="*/ 269 w 325"/>
              <a:gd name="T13" fmla="*/ 277 h 363"/>
              <a:gd name="T14" fmla="*/ 223 w 325"/>
              <a:gd name="T15" fmla="*/ 316 h 363"/>
              <a:gd name="T16" fmla="*/ 176 w 325"/>
              <a:gd name="T17" fmla="*/ 340 h 363"/>
              <a:gd name="T18" fmla="*/ 160 w 325"/>
              <a:gd name="T19" fmla="*/ 339 h 363"/>
              <a:gd name="T20" fmla="*/ 165 w 325"/>
              <a:gd name="T21" fmla="*/ 329 h 363"/>
              <a:gd name="T22" fmla="*/ 195 w 325"/>
              <a:gd name="T23" fmla="*/ 302 h 363"/>
              <a:gd name="T24" fmla="*/ 214 w 325"/>
              <a:gd name="T25" fmla="*/ 282 h 363"/>
              <a:gd name="T26" fmla="*/ 223 w 325"/>
              <a:gd name="T27" fmla="*/ 265 h 363"/>
              <a:gd name="T28" fmla="*/ 220 w 325"/>
              <a:gd name="T29" fmla="*/ 257 h 363"/>
              <a:gd name="T30" fmla="*/ 179 w 325"/>
              <a:gd name="T31" fmla="*/ 289 h 363"/>
              <a:gd name="T32" fmla="*/ 106 w 325"/>
              <a:gd name="T33" fmla="*/ 335 h 363"/>
              <a:gd name="T34" fmla="*/ 20 w 325"/>
              <a:gd name="T35" fmla="*/ 363 h 363"/>
              <a:gd name="T36" fmla="*/ 4 w 325"/>
              <a:gd name="T37" fmla="*/ 360 h 363"/>
              <a:gd name="T38" fmla="*/ 78 w 325"/>
              <a:gd name="T39" fmla="*/ 306 h 363"/>
              <a:gd name="T40" fmla="*/ 102 w 325"/>
              <a:gd name="T41" fmla="*/ 295 h 363"/>
              <a:gd name="T42" fmla="*/ 208 w 325"/>
              <a:gd name="T43" fmla="*/ 238 h 363"/>
              <a:gd name="T44" fmla="*/ 207 w 325"/>
              <a:gd name="T45" fmla="*/ 232 h 363"/>
              <a:gd name="T46" fmla="*/ 171 w 325"/>
              <a:gd name="T47" fmla="*/ 243 h 363"/>
              <a:gd name="T48" fmla="*/ 163 w 325"/>
              <a:gd name="T49" fmla="*/ 239 h 363"/>
              <a:gd name="T50" fmla="*/ 170 w 325"/>
              <a:gd name="T51" fmla="*/ 226 h 363"/>
              <a:gd name="T52" fmla="*/ 154 w 325"/>
              <a:gd name="T53" fmla="*/ 206 h 363"/>
              <a:gd name="T54" fmla="*/ 122 w 325"/>
              <a:gd name="T55" fmla="*/ 224 h 363"/>
              <a:gd name="T56" fmla="*/ 99 w 325"/>
              <a:gd name="T57" fmla="*/ 236 h 363"/>
              <a:gd name="T58" fmla="*/ 100 w 325"/>
              <a:gd name="T59" fmla="*/ 222 h 363"/>
              <a:gd name="T60" fmla="*/ 116 w 325"/>
              <a:gd name="T61" fmla="*/ 204 h 363"/>
              <a:gd name="T62" fmla="*/ 118 w 325"/>
              <a:gd name="T63" fmla="*/ 183 h 363"/>
              <a:gd name="T64" fmla="*/ 116 w 325"/>
              <a:gd name="T65" fmla="*/ 174 h 363"/>
              <a:gd name="T66" fmla="*/ 143 w 325"/>
              <a:gd name="T67" fmla="*/ 167 h 363"/>
              <a:gd name="T68" fmla="*/ 158 w 325"/>
              <a:gd name="T69" fmla="*/ 145 h 363"/>
              <a:gd name="T70" fmla="*/ 147 w 325"/>
              <a:gd name="T71" fmla="*/ 144 h 363"/>
              <a:gd name="T72" fmla="*/ 132 w 325"/>
              <a:gd name="T73" fmla="*/ 141 h 363"/>
              <a:gd name="T74" fmla="*/ 141 w 325"/>
              <a:gd name="T75" fmla="*/ 129 h 363"/>
              <a:gd name="T76" fmla="*/ 140 w 325"/>
              <a:gd name="T77" fmla="*/ 115 h 363"/>
              <a:gd name="T78" fmla="*/ 112 w 325"/>
              <a:gd name="T79" fmla="*/ 96 h 363"/>
              <a:gd name="T80" fmla="*/ 127 w 325"/>
              <a:gd name="T81" fmla="*/ 92 h 363"/>
              <a:gd name="T82" fmla="*/ 167 w 325"/>
              <a:gd name="T83" fmla="*/ 81 h 363"/>
              <a:gd name="T84" fmla="*/ 203 w 325"/>
              <a:gd name="T85" fmla="*/ 36 h 363"/>
              <a:gd name="T86" fmla="*/ 204 w 325"/>
              <a:gd name="T87" fmla="*/ 10 h 363"/>
              <a:gd name="T88" fmla="*/ 216 w 325"/>
              <a:gd name="T89" fmla="*/ 3 h 363"/>
              <a:gd name="T90" fmla="*/ 224 w 325"/>
              <a:gd name="T91" fmla="*/ 56 h 363"/>
              <a:gd name="T92" fmla="*/ 205 w 325"/>
              <a:gd name="T93" fmla="*/ 91 h 363"/>
              <a:gd name="T94" fmla="*/ 208 w 325"/>
              <a:gd name="T95" fmla="*/ 105 h 363"/>
              <a:gd name="T96" fmla="*/ 267 w 325"/>
              <a:gd name="T97" fmla="*/ 87 h 363"/>
              <a:gd name="T98" fmla="*/ 297 w 325"/>
              <a:gd name="T99" fmla="*/ 85 h 363"/>
              <a:gd name="T100" fmla="*/ 309 w 325"/>
              <a:gd name="T101" fmla="*/ 86 h 363"/>
              <a:gd name="T102" fmla="*/ 325 w 325"/>
              <a:gd name="T103" fmla="*/ 104 h 363"/>
              <a:gd name="T104" fmla="*/ 198 w 325"/>
              <a:gd name="T105" fmla="*/ 126 h 363"/>
              <a:gd name="T106" fmla="*/ 164 w 325"/>
              <a:gd name="T107" fmla="*/ 175 h 363"/>
              <a:gd name="T108" fmla="*/ 181 w 325"/>
              <a:gd name="T109" fmla="*/ 191 h 363"/>
              <a:gd name="T110" fmla="*/ 186 w 325"/>
              <a:gd name="T111" fmla="*/ 173 h 363"/>
              <a:gd name="T112" fmla="*/ 199 w 325"/>
              <a:gd name="T113" fmla="*/ 170 h 363"/>
              <a:gd name="T114" fmla="*/ 206 w 325"/>
              <a:gd name="T115" fmla="*/ 204 h 363"/>
              <a:gd name="T116" fmla="*/ 217 w 325"/>
              <a:gd name="T117" fmla="*/ 206 h 363"/>
              <a:gd name="T118" fmla="*/ 229 w 325"/>
              <a:gd name="T119" fmla="*/ 188 h 363"/>
              <a:gd name="T120" fmla="*/ 261 w 325"/>
              <a:gd name="T121" fmla="*/ 141 h 363"/>
              <a:gd name="T122" fmla="*/ 250 w 325"/>
              <a:gd name="T123" fmla="*/ 134 h 363"/>
              <a:gd name="T124" fmla="*/ 206 w 325"/>
              <a:gd name="T125" fmla="*/ 122 h 363"/>
            </a:gdLst>
            <a:rect l="0" t="0" r="r" b="b"/>
            <a:pathLst>
              <a:path w="325" h="363">
                <a:moveTo>
                  <a:pt x="325" y="104"/>
                </a:moveTo>
                <a:cubicBezTo>
                  <a:pt x="325" y="104"/>
                  <a:pt x="324" y="105"/>
                  <a:pt x="324" y="106"/>
                </a:cubicBezTo>
                <a:cubicBezTo>
                  <a:pt x="323" y="108"/>
                  <a:pt x="323" y="111"/>
                  <a:pt x="322" y="114"/>
                </a:cubicBezTo>
                <a:cubicBezTo>
                  <a:pt x="312" y="138"/>
                  <a:pt x="300" y="160"/>
                  <a:pt x="283" y="179"/>
                </a:cubicBezTo>
                <a:cubicBezTo>
                  <a:pt x="275" y="188"/>
                  <a:pt x="267" y="197"/>
                  <a:pt x="259" y="205"/>
                </a:cubicBezTo>
                <a:cubicBezTo>
                  <a:pt x="255" y="209"/>
                  <a:pt x="251" y="211"/>
                  <a:pt x="247" y="214"/>
                </a:cubicBezTo>
                <a:cubicBezTo>
                  <a:pt x="244" y="217"/>
                  <a:pt x="241" y="219"/>
                  <a:pt x="239" y="223"/>
                </a:cubicBezTo>
                <a:cubicBezTo>
                  <a:pt x="237" y="226"/>
                  <a:pt x="238" y="227"/>
                  <a:pt x="241" y="228"/>
                </a:cubicBezTo>
                <a:cubicBezTo>
                  <a:pt x="243" y="228"/>
                  <a:pt x="245" y="228"/>
                  <a:pt x="246" y="228"/>
                </a:cubicBezTo>
                <a:cubicBezTo>
                  <a:pt x="255" y="229"/>
                  <a:pt x="263" y="230"/>
                  <a:pt x="271" y="230"/>
                </a:cubicBezTo>
                <a:cubicBezTo>
                  <a:pt x="272" y="230"/>
                  <a:pt x="274" y="231"/>
                  <a:pt x="275" y="231"/>
                </a:cubicBezTo>
                <a:cubicBezTo>
                  <a:pt x="280" y="233"/>
                  <a:pt x="282" y="235"/>
                  <a:pt x="282" y="240"/>
                </a:cubicBezTo>
                <a:cubicBezTo>
                  <a:pt x="283" y="247"/>
                  <a:pt x="282" y="253"/>
                  <a:pt x="279" y="259"/>
                </a:cubicBezTo>
                <a:cubicBezTo>
                  <a:pt x="277" y="265"/>
                  <a:pt x="273" y="271"/>
                  <a:pt x="269" y="277"/>
                </a:cubicBezTo>
                <a:cubicBezTo>
                  <a:pt x="260" y="289"/>
                  <a:pt x="248" y="298"/>
                  <a:pt x="237" y="307"/>
                </a:cubicBezTo>
                <a:cubicBezTo>
                  <a:pt x="233" y="311"/>
                  <a:pt x="228" y="314"/>
                  <a:pt x="223" y="316"/>
                </a:cubicBezTo>
                <a:cubicBezTo>
                  <a:pt x="213" y="321"/>
                  <a:pt x="203" y="327"/>
                  <a:pt x="193" y="332"/>
                </a:cubicBezTo>
                <a:cubicBezTo>
                  <a:pt x="187" y="334"/>
                  <a:pt x="182" y="337"/>
                  <a:pt x="176" y="340"/>
                </a:cubicBezTo>
                <a:cubicBezTo>
                  <a:pt x="173" y="341"/>
                  <a:pt x="169" y="341"/>
                  <a:pt x="166" y="342"/>
                </a:cubicBezTo>
                <a:cubicBezTo>
                  <a:pt x="164" y="342"/>
                  <a:pt x="161" y="341"/>
                  <a:pt x="160" y="339"/>
                </a:cubicBezTo>
                <a:cubicBezTo>
                  <a:pt x="159" y="337"/>
                  <a:pt x="160" y="335"/>
                  <a:pt x="162" y="333"/>
                </a:cubicBezTo>
                <a:cubicBezTo>
                  <a:pt x="163" y="332"/>
                  <a:pt x="164" y="330"/>
                  <a:pt x="165" y="329"/>
                </a:cubicBezTo>
                <a:cubicBezTo>
                  <a:pt x="173" y="323"/>
                  <a:pt x="181" y="316"/>
                  <a:pt x="189" y="310"/>
                </a:cubicBezTo>
                <a:cubicBezTo>
                  <a:pt x="192" y="307"/>
                  <a:pt x="194" y="305"/>
                  <a:pt x="195" y="302"/>
                </a:cubicBezTo>
                <a:cubicBezTo>
                  <a:pt x="196" y="300"/>
                  <a:pt x="198" y="297"/>
                  <a:pt x="200" y="295"/>
                </a:cubicBezTo>
                <a:cubicBezTo>
                  <a:pt x="205" y="291"/>
                  <a:pt x="210" y="287"/>
                  <a:pt x="214" y="282"/>
                </a:cubicBezTo>
                <a:cubicBezTo>
                  <a:pt x="217" y="280"/>
                  <a:pt x="218" y="278"/>
                  <a:pt x="219" y="275"/>
                </a:cubicBezTo>
                <a:cubicBezTo>
                  <a:pt x="219" y="271"/>
                  <a:pt x="221" y="268"/>
                  <a:pt x="223" y="265"/>
                </a:cubicBezTo>
                <a:cubicBezTo>
                  <a:pt x="225" y="263"/>
                  <a:pt x="227" y="261"/>
                  <a:pt x="229" y="259"/>
                </a:cubicBezTo>
                <a:cubicBezTo>
                  <a:pt x="227" y="256"/>
                  <a:pt x="224" y="256"/>
                  <a:pt x="220" y="257"/>
                </a:cubicBezTo>
                <a:cubicBezTo>
                  <a:pt x="212" y="260"/>
                  <a:pt x="205" y="264"/>
                  <a:pt x="199" y="270"/>
                </a:cubicBezTo>
                <a:cubicBezTo>
                  <a:pt x="192" y="276"/>
                  <a:pt x="186" y="282"/>
                  <a:pt x="179" y="289"/>
                </a:cubicBezTo>
                <a:cubicBezTo>
                  <a:pt x="169" y="299"/>
                  <a:pt x="157" y="307"/>
                  <a:pt x="144" y="314"/>
                </a:cubicBezTo>
                <a:cubicBezTo>
                  <a:pt x="131" y="320"/>
                  <a:pt x="119" y="328"/>
                  <a:pt x="106" y="335"/>
                </a:cubicBezTo>
                <a:cubicBezTo>
                  <a:pt x="89" y="344"/>
                  <a:pt x="72" y="352"/>
                  <a:pt x="53" y="357"/>
                </a:cubicBezTo>
                <a:cubicBezTo>
                  <a:pt x="43" y="361"/>
                  <a:pt x="32" y="363"/>
                  <a:pt x="20" y="363"/>
                </a:cubicBezTo>
                <a:cubicBezTo>
                  <a:pt x="16" y="362"/>
                  <a:pt x="12" y="361"/>
                  <a:pt x="7" y="361"/>
                </a:cubicBezTo>
                <a:cubicBezTo>
                  <a:pt x="6" y="361"/>
                  <a:pt x="5" y="360"/>
                  <a:pt x="4" y="360"/>
                </a:cubicBezTo>
                <a:cubicBezTo>
                  <a:pt x="0" y="358"/>
                  <a:pt x="0" y="355"/>
                  <a:pt x="4" y="352"/>
                </a:cubicBezTo>
                <a:cubicBezTo>
                  <a:pt x="28" y="337"/>
                  <a:pt x="53" y="321"/>
                  <a:pt x="78" y="306"/>
                </a:cubicBezTo>
                <a:cubicBezTo>
                  <a:pt x="84" y="302"/>
                  <a:pt x="91" y="298"/>
                  <a:pt x="98" y="297"/>
                </a:cubicBezTo>
                <a:cubicBezTo>
                  <a:pt x="100" y="296"/>
                  <a:pt x="101" y="295"/>
                  <a:pt x="102" y="295"/>
                </a:cubicBezTo>
                <a:cubicBezTo>
                  <a:pt x="135" y="275"/>
                  <a:pt x="169" y="257"/>
                  <a:pt x="204" y="241"/>
                </a:cubicBezTo>
                <a:cubicBezTo>
                  <a:pt x="205" y="240"/>
                  <a:pt x="207" y="239"/>
                  <a:pt x="208" y="238"/>
                </a:cubicBezTo>
                <a:cubicBezTo>
                  <a:pt x="209" y="237"/>
                  <a:pt x="210" y="235"/>
                  <a:pt x="210" y="234"/>
                </a:cubicBezTo>
                <a:cubicBezTo>
                  <a:pt x="210" y="233"/>
                  <a:pt x="208" y="232"/>
                  <a:pt x="207" y="232"/>
                </a:cubicBezTo>
                <a:cubicBezTo>
                  <a:pt x="201" y="231"/>
                  <a:pt x="196" y="233"/>
                  <a:pt x="190" y="235"/>
                </a:cubicBezTo>
                <a:cubicBezTo>
                  <a:pt x="184" y="238"/>
                  <a:pt x="178" y="240"/>
                  <a:pt x="171" y="243"/>
                </a:cubicBezTo>
                <a:cubicBezTo>
                  <a:pt x="170" y="243"/>
                  <a:pt x="169" y="244"/>
                  <a:pt x="168" y="244"/>
                </a:cubicBezTo>
                <a:cubicBezTo>
                  <a:pt x="164" y="244"/>
                  <a:pt x="163" y="244"/>
                  <a:pt x="163" y="239"/>
                </a:cubicBezTo>
                <a:cubicBezTo>
                  <a:pt x="163" y="236"/>
                  <a:pt x="164" y="233"/>
                  <a:pt x="166" y="231"/>
                </a:cubicBezTo>
                <a:cubicBezTo>
                  <a:pt x="167" y="229"/>
                  <a:pt x="169" y="228"/>
                  <a:pt x="170" y="226"/>
                </a:cubicBezTo>
                <a:cubicBezTo>
                  <a:pt x="172" y="222"/>
                  <a:pt x="172" y="218"/>
                  <a:pt x="168" y="215"/>
                </a:cubicBezTo>
                <a:cubicBezTo>
                  <a:pt x="164" y="212"/>
                  <a:pt x="159" y="209"/>
                  <a:pt x="154" y="206"/>
                </a:cubicBezTo>
                <a:cubicBezTo>
                  <a:pt x="148" y="203"/>
                  <a:pt x="143" y="205"/>
                  <a:pt x="138" y="210"/>
                </a:cubicBezTo>
                <a:cubicBezTo>
                  <a:pt x="133" y="215"/>
                  <a:pt x="128" y="219"/>
                  <a:pt x="122" y="224"/>
                </a:cubicBezTo>
                <a:cubicBezTo>
                  <a:pt x="118" y="228"/>
                  <a:pt x="112" y="231"/>
                  <a:pt x="107" y="235"/>
                </a:cubicBezTo>
                <a:cubicBezTo>
                  <a:pt x="105" y="236"/>
                  <a:pt x="102" y="238"/>
                  <a:pt x="99" y="236"/>
                </a:cubicBezTo>
                <a:cubicBezTo>
                  <a:pt x="97" y="234"/>
                  <a:pt x="97" y="231"/>
                  <a:pt x="98" y="229"/>
                </a:cubicBezTo>
                <a:cubicBezTo>
                  <a:pt x="98" y="226"/>
                  <a:pt x="99" y="224"/>
                  <a:pt x="100" y="222"/>
                </a:cubicBezTo>
                <a:cubicBezTo>
                  <a:pt x="102" y="219"/>
                  <a:pt x="105" y="217"/>
                  <a:pt x="107" y="214"/>
                </a:cubicBezTo>
                <a:cubicBezTo>
                  <a:pt x="110" y="211"/>
                  <a:pt x="113" y="208"/>
                  <a:pt x="116" y="204"/>
                </a:cubicBezTo>
                <a:cubicBezTo>
                  <a:pt x="118" y="202"/>
                  <a:pt x="119" y="198"/>
                  <a:pt x="120" y="195"/>
                </a:cubicBezTo>
                <a:cubicBezTo>
                  <a:pt x="122" y="191"/>
                  <a:pt x="122" y="187"/>
                  <a:pt x="118" y="183"/>
                </a:cubicBezTo>
                <a:cubicBezTo>
                  <a:pt x="116" y="182"/>
                  <a:pt x="115" y="181"/>
                  <a:pt x="115" y="179"/>
                </a:cubicBezTo>
                <a:cubicBezTo>
                  <a:pt x="113" y="177"/>
                  <a:pt x="113" y="175"/>
                  <a:pt x="116" y="174"/>
                </a:cubicBezTo>
                <a:cubicBezTo>
                  <a:pt x="123" y="173"/>
                  <a:pt x="130" y="171"/>
                  <a:pt x="137" y="170"/>
                </a:cubicBezTo>
                <a:cubicBezTo>
                  <a:pt x="140" y="170"/>
                  <a:pt x="141" y="169"/>
                  <a:pt x="143" y="167"/>
                </a:cubicBezTo>
                <a:cubicBezTo>
                  <a:pt x="146" y="163"/>
                  <a:pt x="150" y="159"/>
                  <a:pt x="153" y="155"/>
                </a:cubicBezTo>
                <a:cubicBezTo>
                  <a:pt x="155" y="152"/>
                  <a:pt x="157" y="149"/>
                  <a:pt x="158" y="145"/>
                </a:cubicBezTo>
                <a:cubicBezTo>
                  <a:pt x="159" y="141"/>
                  <a:pt x="157" y="140"/>
                  <a:pt x="154" y="141"/>
                </a:cubicBezTo>
                <a:cubicBezTo>
                  <a:pt x="151" y="141"/>
                  <a:pt x="149" y="142"/>
                  <a:pt x="147" y="144"/>
                </a:cubicBezTo>
                <a:cubicBezTo>
                  <a:pt x="144" y="146"/>
                  <a:pt x="140" y="146"/>
                  <a:pt x="137" y="145"/>
                </a:cubicBezTo>
                <a:cubicBezTo>
                  <a:pt x="134" y="145"/>
                  <a:pt x="133" y="144"/>
                  <a:pt x="132" y="141"/>
                </a:cubicBezTo>
                <a:cubicBezTo>
                  <a:pt x="132" y="139"/>
                  <a:pt x="132" y="137"/>
                  <a:pt x="134" y="135"/>
                </a:cubicBezTo>
                <a:cubicBezTo>
                  <a:pt x="137" y="133"/>
                  <a:pt x="139" y="131"/>
                  <a:pt x="141" y="129"/>
                </a:cubicBezTo>
                <a:cubicBezTo>
                  <a:pt x="143" y="126"/>
                  <a:pt x="144" y="123"/>
                  <a:pt x="144" y="119"/>
                </a:cubicBezTo>
                <a:cubicBezTo>
                  <a:pt x="144" y="116"/>
                  <a:pt x="143" y="115"/>
                  <a:pt x="140" y="115"/>
                </a:cubicBezTo>
                <a:cubicBezTo>
                  <a:pt x="136" y="115"/>
                  <a:pt x="132" y="115"/>
                  <a:pt x="129" y="114"/>
                </a:cubicBezTo>
                <a:cubicBezTo>
                  <a:pt x="119" y="112"/>
                  <a:pt x="114" y="106"/>
                  <a:pt x="112" y="96"/>
                </a:cubicBezTo>
                <a:cubicBezTo>
                  <a:pt x="112" y="91"/>
                  <a:pt x="113" y="90"/>
                  <a:pt x="118" y="91"/>
                </a:cubicBezTo>
                <a:cubicBezTo>
                  <a:pt x="121" y="91"/>
                  <a:pt x="124" y="91"/>
                  <a:pt x="127" y="92"/>
                </a:cubicBezTo>
                <a:cubicBezTo>
                  <a:pt x="137" y="93"/>
                  <a:pt x="146" y="92"/>
                  <a:pt x="155" y="86"/>
                </a:cubicBezTo>
                <a:cubicBezTo>
                  <a:pt x="158" y="83"/>
                  <a:pt x="163" y="82"/>
                  <a:pt x="167" y="81"/>
                </a:cubicBezTo>
                <a:cubicBezTo>
                  <a:pt x="174" y="79"/>
                  <a:pt x="180" y="76"/>
                  <a:pt x="184" y="70"/>
                </a:cubicBezTo>
                <a:cubicBezTo>
                  <a:pt x="193" y="60"/>
                  <a:pt x="200" y="49"/>
                  <a:pt x="203" y="36"/>
                </a:cubicBezTo>
                <a:cubicBezTo>
                  <a:pt x="204" y="30"/>
                  <a:pt x="205" y="23"/>
                  <a:pt x="205" y="17"/>
                </a:cubicBezTo>
                <a:cubicBezTo>
                  <a:pt x="204" y="15"/>
                  <a:pt x="204" y="13"/>
                  <a:pt x="204" y="10"/>
                </a:cubicBezTo>
                <a:cubicBezTo>
                  <a:pt x="204" y="7"/>
                  <a:pt x="204" y="4"/>
                  <a:pt x="207" y="2"/>
                </a:cubicBezTo>
                <a:cubicBezTo>
                  <a:pt x="211" y="0"/>
                  <a:pt x="213" y="2"/>
                  <a:pt x="216" y="3"/>
                </a:cubicBezTo>
                <a:cubicBezTo>
                  <a:pt x="230" y="11"/>
                  <a:pt x="236" y="28"/>
                  <a:pt x="230" y="43"/>
                </a:cubicBezTo>
                <a:cubicBezTo>
                  <a:pt x="229" y="48"/>
                  <a:pt x="226" y="52"/>
                  <a:pt x="224" y="56"/>
                </a:cubicBezTo>
                <a:cubicBezTo>
                  <a:pt x="219" y="64"/>
                  <a:pt x="214" y="72"/>
                  <a:pt x="209" y="80"/>
                </a:cubicBezTo>
                <a:cubicBezTo>
                  <a:pt x="207" y="83"/>
                  <a:pt x="206" y="87"/>
                  <a:pt x="205" y="91"/>
                </a:cubicBezTo>
                <a:cubicBezTo>
                  <a:pt x="204" y="93"/>
                  <a:pt x="203" y="95"/>
                  <a:pt x="203" y="98"/>
                </a:cubicBezTo>
                <a:cubicBezTo>
                  <a:pt x="203" y="102"/>
                  <a:pt x="205" y="104"/>
                  <a:pt x="208" y="105"/>
                </a:cubicBezTo>
                <a:cubicBezTo>
                  <a:pt x="213" y="106"/>
                  <a:pt x="217" y="105"/>
                  <a:pt x="221" y="104"/>
                </a:cubicBezTo>
                <a:cubicBezTo>
                  <a:pt x="236" y="97"/>
                  <a:pt x="251" y="91"/>
                  <a:pt x="267" y="87"/>
                </a:cubicBezTo>
                <a:cubicBezTo>
                  <a:pt x="274" y="85"/>
                  <a:pt x="280" y="84"/>
                  <a:pt x="287" y="82"/>
                </a:cubicBezTo>
                <a:cubicBezTo>
                  <a:pt x="290" y="82"/>
                  <a:pt x="294" y="82"/>
                  <a:pt x="297" y="85"/>
                </a:cubicBezTo>
                <a:cubicBezTo>
                  <a:pt x="299" y="86"/>
                  <a:pt x="301" y="86"/>
                  <a:pt x="304" y="86"/>
                </a:cubicBezTo>
                <a:cubicBezTo>
                  <a:pt x="305" y="87"/>
                  <a:pt x="307" y="86"/>
                  <a:pt x="309" y="86"/>
                </a:cubicBezTo>
                <a:cubicBezTo>
                  <a:pt x="317" y="86"/>
                  <a:pt x="323" y="89"/>
                  <a:pt x="325" y="97"/>
                </a:cubicBezTo>
                <a:cubicBezTo>
                  <a:pt x="325" y="99"/>
                  <a:pt x="325" y="101"/>
                  <a:pt x="325" y="104"/>
                </a:cubicBezTo>
                <a:close/>
                <a:moveTo>
                  <a:pt x="206" y="122"/>
                </a:moveTo>
                <a:cubicBezTo>
                  <a:pt x="203" y="122"/>
                  <a:pt x="200" y="123"/>
                  <a:pt x="198" y="126"/>
                </a:cubicBezTo>
                <a:cubicBezTo>
                  <a:pt x="189" y="138"/>
                  <a:pt x="179" y="150"/>
                  <a:pt x="169" y="162"/>
                </a:cubicBezTo>
                <a:cubicBezTo>
                  <a:pt x="166" y="166"/>
                  <a:pt x="164" y="170"/>
                  <a:pt x="164" y="175"/>
                </a:cubicBezTo>
                <a:cubicBezTo>
                  <a:pt x="162" y="184"/>
                  <a:pt x="165" y="188"/>
                  <a:pt x="173" y="193"/>
                </a:cubicBezTo>
                <a:cubicBezTo>
                  <a:pt x="176" y="195"/>
                  <a:pt x="179" y="194"/>
                  <a:pt x="181" y="191"/>
                </a:cubicBezTo>
                <a:cubicBezTo>
                  <a:pt x="183" y="188"/>
                  <a:pt x="183" y="186"/>
                  <a:pt x="184" y="183"/>
                </a:cubicBezTo>
                <a:cubicBezTo>
                  <a:pt x="185" y="180"/>
                  <a:pt x="185" y="176"/>
                  <a:pt x="186" y="173"/>
                </a:cubicBezTo>
                <a:cubicBezTo>
                  <a:pt x="187" y="171"/>
                  <a:pt x="188" y="168"/>
                  <a:pt x="190" y="167"/>
                </a:cubicBezTo>
                <a:cubicBezTo>
                  <a:pt x="194" y="164"/>
                  <a:pt x="197" y="165"/>
                  <a:pt x="199" y="170"/>
                </a:cubicBezTo>
                <a:cubicBezTo>
                  <a:pt x="199" y="171"/>
                  <a:pt x="199" y="171"/>
                  <a:pt x="199" y="172"/>
                </a:cubicBezTo>
                <a:cubicBezTo>
                  <a:pt x="202" y="183"/>
                  <a:pt x="205" y="193"/>
                  <a:pt x="206" y="204"/>
                </a:cubicBezTo>
                <a:cubicBezTo>
                  <a:pt x="206" y="206"/>
                  <a:pt x="207" y="209"/>
                  <a:pt x="210" y="210"/>
                </a:cubicBezTo>
                <a:cubicBezTo>
                  <a:pt x="214" y="210"/>
                  <a:pt x="215" y="208"/>
                  <a:pt x="217" y="206"/>
                </a:cubicBezTo>
                <a:cubicBezTo>
                  <a:pt x="217" y="205"/>
                  <a:pt x="217" y="205"/>
                  <a:pt x="218" y="204"/>
                </a:cubicBezTo>
                <a:cubicBezTo>
                  <a:pt x="221" y="199"/>
                  <a:pt x="225" y="193"/>
                  <a:pt x="229" y="188"/>
                </a:cubicBezTo>
                <a:cubicBezTo>
                  <a:pt x="237" y="177"/>
                  <a:pt x="246" y="167"/>
                  <a:pt x="255" y="157"/>
                </a:cubicBezTo>
                <a:cubicBezTo>
                  <a:pt x="259" y="152"/>
                  <a:pt x="261" y="147"/>
                  <a:pt x="261" y="141"/>
                </a:cubicBezTo>
                <a:cubicBezTo>
                  <a:pt x="261" y="137"/>
                  <a:pt x="259" y="135"/>
                  <a:pt x="255" y="134"/>
                </a:cubicBezTo>
                <a:cubicBezTo>
                  <a:pt x="253" y="134"/>
                  <a:pt x="251" y="134"/>
                  <a:pt x="250" y="134"/>
                </a:cubicBezTo>
                <a:cubicBezTo>
                  <a:pt x="240" y="131"/>
                  <a:pt x="231" y="129"/>
                  <a:pt x="221" y="126"/>
                </a:cubicBezTo>
                <a:cubicBezTo>
                  <a:pt x="216" y="125"/>
                  <a:pt x="211" y="123"/>
                  <a:pt x="206" y="1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9" name="Freeform 10">
            <a:extLst xmlns:a="http://schemas.openxmlformats.org/drawingml/2006/main">
              <a:ext uri="{FF2B5EF4-FFF2-40B4-BE49-F238E27FC236}">
                <a16:creationId xmlns:a16="http://schemas.microsoft.com/office/drawing/2014/main" id="{2B3994F8-9170-488E-AA32-889491D6B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8190" y="398363"/>
            <a:ext cx="193882" cy="208139"/>
          </a:xfrm>
          <a:custGeom xmlns:a="http://schemas.openxmlformats.org/drawingml/2006/main">
            <a:gdLst>
              <a:gd name="T0" fmla="*/ 83 w 383"/>
              <a:gd name="T1" fmla="*/ 410 h 411"/>
              <a:gd name="T2" fmla="*/ 111 w 383"/>
              <a:gd name="T3" fmla="*/ 380 h 411"/>
              <a:gd name="T4" fmla="*/ 136 w 383"/>
              <a:gd name="T5" fmla="*/ 371 h 411"/>
              <a:gd name="T6" fmla="*/ 198 w 383"/>
              <a:gd name="T7" fmla="*/ 294 h 411"/>
              <a:gd name="T8" fmla="*/ 201 w 383"/>
              <a:gd name="T9" fmla="*/ 280 h 411"/>
              <a:gd name="T10" fmla="*/ 197 w 383"/>
              <a:gd name="T11" fmla="*/ 274 h 411"/>
              <a:gd name="T12" fmla="*/ 166 w 383"/>
              <a:gd name="T13" fmla="*/ 283 h 411"/>
              <a:gd name="T14" fmla="*/ 144 w 383"/>
              <a:gd name="T15" fmla="*/ 291 h 411"/>
              <a:gd name="T16" fmla="*/ 123 w 383"/>
              <a:gd name="T17" fmla="*/ 305 h 411"/>
              <a:gd name="T18" fmla="*/ 62 w 383"/>
              <a:gd name="T19" fmla="*/ 344 h 411"/>
              <a:gd name="T20" fmla="*/ 34 w 383"/>
              <a:gd name="T21" fmla="*/ 353 h 411"/>
              <a:gd name="T22" fmla="*/ 9 w 383"/>
              <a:gd name="T23" fmla="*/ 344 h 411"/>
              <a:gd name="T24" fmla="*/ 1 w 383"/>
              <a:gd name="T25" fmla="*/ 322 h 411"/>
              <a:gd name="T26" fmla="*/ 0 w 383"/>
              <a:gd name="T27" fmla="*/ 288 h 411"/>
              <a:gd name="T28" fmla="*/ 1 w 383"/>
              <a:gd name="T29" fmla="*/ 283 h 411"/>
              <a:gd name="T30" fmla="*/ 6 w 383"/>
              <a:gd name="T31" fmla="*/ 282 h 411"/>
              <a:gd name="T32" fmla="*/ 8 w 383"/>
              <a:gd name="T33" fmla="*/ 285 h 411"/>
              <a:gd name="T34" fmla="*/ 10 w 383"/>
              <a:gd name="T35" fmla="*/ 290 h 411"/>
              <a:gd name="T36" fmla="*/ 32 w 383"/>
              <a:gd name="T37" fmla="*/ 298 h 411"/>
              <a:gd name="T38" fmla="*/ 46 w 383"/>
              <a:gd name="T39" fmla="*/ 293 h 411"/>
              <a:gd name="T40" fmla="*/ 53 w 383"/>
              <a:gd name="T41" fmla="*/ 291 h 411"/>
              <a:gd name="T42" fmla="*/ 65 w 383"/>
              <a:gd name="T43" fmla="*/ 288 h 411"/>
              <a:gd name="T44" fmla="*/ 100 w 383"/>
              <a:gd name="T45" fmla="*/ 268 h 411"/>
              <a:gd name="T46" fmla="*/ 156 w 383"/>
              <a:gd name="T47" fmla="*/ 244 h 411"/>
              <a:gd name="T48" fmla="*/ 197 w 383"/>
              <a:gd name="T49" fmla="*/ 229 h 411"/>
              <a:gd name="T50" fmla="*/ 203 w 383"/>
              <a:gd name="T51" fmla="*/ 226 h 411"/>
              <a:gd name="T52" fmla="*/ 219 w 383"/>
              <a:gd name="T53" fmla="*/ 204 h 411"/>
              <a:gd name="T54" fmla="*/ 222 w 383"/>
              <a:gd name="T55" fmla="*/ 124 h 411"/>
              <a:gd name="T56" fmla="*/ 210 w 383"/>
              <a:gd name="T57" fmla="*/ 69 h 411"/>
              <a:gd name="T58" fmla="*/ 197 w 383"/>
              <a:gd name="T59" fmla="*/ 36 h 411"/>
              <a:gd name="T60" fmla="*/ 194 w 383"/>
              <a:gd name="T61" fmla="*/ 10 h 411"/>
              <a:gd name="T62" fmla="*/ 205 w 383"/>
              <a:gd name="T63" fmla="*/ 2 h 411"/>
              <a:gd name="T64" fmla="*/ 230 w 383"/>
              <a:gd name="T65" fmla="*/ 7 h 411"/>
              <a:gd name="T66" fmla="*/ 237 w 383"/>
              <a:gd name="T67" fmla="*/ 10 h 411"/>
              <a:gd name="T68" fmla="*/ 248 w 383"/>
              <a:gd name="T69" fmla="*/ 19 h 411"/>
              <a:gd name="T70" fmla="*/ 265 w 383"/>
              <a:gd name="T71" fmla="*/ 29 h 411"/>
              <a:gd name="T72" fmla="*/ 280 w 383"/>
              <a:gd name="T73" fmla="*/ 49 h 411"/>
              <a:gd name="T74" fmla="*/ 278 w 383"/>
              <a:gd name="T75" fmla="*/ 66 h 411"/>
              <a:gd name="T76" fmla="*/ 273 w 383"/>
              <a:gd name="T77" fmla="*/ 72 h 411"/>
              <a:gd name="T78" fmla="*/ 270 w 383"/>
              <a:gd name="T79" fmla="*/ 77 h 411"/>
              <a:gd name="T80" fmla="*/ 271 w 383"/>
              <a:gd name="T81" fmla="*/ 158 h 411"/>
              <a:gd name="T82" fmla="*/ 273 w 383"/>
              <a:gd name="T83" fmla="*/ 179 h 411"/>
              <a:gd name="T84" fmla="*/ 278 w 383"/>
              <a:gd name="T85" fmla="*/ 182 h 411"/>
              <a:gd name="T86" fmla="*/ 313 w 383"/>
              <a:gd name="T87" fmla="*/ 160 h 411"/>
              <a:gd name="T88" fmla="*/ 325 w 383"/>
              <a:gd name="T89" fmla="*/ 144 h 411"/>
              <a:gd name="T90" fmla="*/ 341 w 383"/>
              <a:gd name="T91" fmla="*/ 128 h 411"/>
              <a:gd name="T92" fmla="*/ 369 w 383"/>
              <a:gd name="T93" fmla="*/ 122 h 411"/>
              <a:gd name="T94" fmla="*/ 380 w 383"/>
              <a:gd name="T95" fmla="*/ 141 h 411"/>
              <a:gd name="T96" fmla="*/ 372 w 383"/>
              <a:gd name="T97" fmla="*/ 154 h 411"/>
              <a:gd name="T98" fmla="*/ 355 w 383"/>
              <a:gd name="T99" fmla="*/ 169 h 411"/>
              <a:gd name="T100" fmla="*/ 314 w 383"/>
              <a:gd name="T101" fmla="*/ 199 h 411"/>
              <a:gd name="T102" fmla="*/ 275 w 383"/>
              <a:gd name="T103" fmla="*/ 229 h 411"/>
              <a:gd name="T104" fmla="*/ 271 w 383"/>
              <a:gd name="T105" fmla="*/ 238 h 411"/>
              <a:gd name="T106" fmla="*/ 254 w 383"/>
              <a:gd name="T107" fmla="*/ 310 h 411"/>
              <a:gd name="T108" fmla="*/ 250 w 383"/>
              <a:gd name="T109" fmla="*/ 320 h 411"/>
              <a:gd name="T110" fmla="*/ 247 w 383"/>
              <a:gd name="T111" fmla="*/ 325 h 411"/>
              <a:gd name="T112" fmla="*/ 173 w 383"/>
              <a:gd name="T113" fmla="*/ 386 h 411"/>
              <a:gd name="T114" fmla="*/ 95 w 383"/>
              <a:gd name="T115" fmla="*/ 410 h 411"/>
              <a:gd name="T116" fmla="*/ 88 w 383"/>
              <a:gd name="T117" fmla="*/ 411 h 411"/>
              <a:gd name="T118" fmla="*/ 83 w 383"/>
              <a:gd name="T119" fmla="*/ 410 h 411"/>
            </a:gdLst>
            <a:rect l="0" t="0" r="r" b="b"/>
            <a:pathLst>
              <a:path w="383" h="411">
                <a:moveTo>
                  <a:pt x="83" y="410"/>
                </a:moveTo>
                <a:cubicBezTo>
                  <a:pt x="89" y="396"/>
                  <a:pt x="96" y="385"/>
                  <a:pt x="111" y="380"/>
                </a:cubicBezTo>
                <a:cubicBezTo>
                  <a:pt x="120" y="378"/>
                  <a:pt x="128" y="375"/>
                  <a:pt x="136" y="371"/>
                </a:cubicBezTo>
                <a:cubicBezTo>
                  <a:pt x="168" y="355"/>
                  <a:pt x="188" y="328"/>
                  <a:pt x="198" y="294"/>
                </a:cubicBezTo>
                <a:cubicBezTo>
                  <a:pt x="199" y="289"/>
                  <a:pt x="200" y="284"/>
                  <a:pt x="201" y="280"/>
                </a:cubicBezTo>
                <a:cubicBezTo>
                  <a:pt x="202" y="275"/>
                  <a:pt x="201" y="274"/>
                  <a:pt x="197" y="274"/>
                </a:cubicBezTo>
                <a:cubicBezTo>
                  <a:pt x="186" y="275"/>
                  <a:pt x="176" y="278"/>
                  <a:pt x="166" y="283"/>
                </a:cubicBezTo>
                <a:cubicBezTo>
                  <a:pt x="159" y="286"/>
                  <a:pt x="152" y="289"/>
                  <a:pt x="144" y="291"/>
                </a:cubicBezTo>
                <a:cubicBezTo>
                  <a:pt x="136" y="294"/>
                  <a:pt x="130" y="300"/>
                  <a:pt x="123" y="305"/>
                </a:cubicBezTo>
                <a:cubicBezTo>
                  <a:pt x="105" y="321"/>
                  <a:pt x="84" y="334"/>
                  <a:pt x="62" y="344"/>
                </a:cubicBezTo>
                <a:cubicBezTo>
                  <a:pt x="53" y="348"/>
                  <a:pt x="43" y="351"/>
                  <a:pt x="34" y="353"/>
                </a:cubicBezTo>
                <a:cubicBezTo>
                  <a:pt x="24" y="356"/>
                  <a:pt x="15" y="352"/>
                  <a:pt x="9" y="344"/>
                </a:cubicBezTo>
                <a:cubicBezTo>
                  <a:pt x="4" y="338"/>
                  <a:pt x="1" y="330"/>
                  <a:pt x="1" y="322"/>
                </a:cubicBezTo>
                <a:cubicBezTo>
                  <a:pt x="1" y="310"/>
                  <a:pt x="0" y="299"/>
                  <a:pt x="0" y="288"/>
                </a:cubicBezTo>
                <a:cubicBezTo>
                  <a:pt x="0" y="286"/>
                  <a:pt x="0" y="284"/>
                  <a:pt x="1" y="283"/>
                </a:cubicBezTo>
                <a:cubicBezTo>
                  <a:pt x="1" y="280"/>
                  <a:pt x="4" y="279"/>
                  <a:pt x="6" y="282"/>
                </a:cubicBezTo>
                <a:cubicBezTo>
                  <a:pt x="7" y="283"/>
                  <a:pt x="7" y="284"/>
                  <a:pt x="8" y="285"/>
                </a:cubicBezTo>
                <a:cubicBezTo>
                  <a:pt x="9" y="286"/>
                  <a:pt x="9" y="288"/>
                  <a:pt x="10" y="290"/>
                </a:cubicBezTo>
                <a:cubicBezTo>
                  <a:pt x="16" y="297"/>
                  <a:pt x="23" y="301"/>
                  <a:pt x="32" y="298"/>
                </a:cubicBezTo>
                <a:cubicBezTo>
                  <a:pt x="37" y="297"/>
                  <a:pt x="41" y="295"/>
                  <a:pt x="46" y="293"/>
                </a:cubicBezTo>
                <a:cubicBezTo>
                  <a:pt x="48" y="292"/>
                  <a:pt x="51" y="291"/>
                  <a:pt x="53" y="291"/>
                </a:cubicBezTo>
                <a:cubicBezTo>
                  <a:pt x="58" y="292"/>
                  <a:pt x="61" y="290"/>
                  <a:pt x="65" y="288"/>
                </a:cubicBezTo>
                <a:cubicBezTo>
                  <a:pt x="77" y="282"/>
                  <a:pt x="89" y="275"/>
                  <a:pt x="100" y="268"/>
                </a:cubicBezTo>
                <a:cubicBezTo>
                  <a:pt x="118" y="258"/>
                  <a:pt x="137" y="251"/>
                  <a:pt x="156" y="244"/>
                </a:cubicBezTo>
                <a:cubicBezTo>
                  <a:pt x="169" y="239"/>
                  <a:pt x="183" y="234"/>
                  <a:pt x="197" y="229"/>
                </a:cubicBezTo>
                <a:cubicBezTo>
                  <a:pt x="199" y="228"/>
                  <a:pt x="201" y="227"/>
                  <a:pt x="203" y="226"/>
                </a:cubicBezTo>
                <a:cubicBezTo>
                  <a:pt x="212" y="222"/>
                  <a:pt x="218" y="215"/>
                  <a:pt x="219" y="204"/>
                </a:cubicBezTo>
                <a:cubicBezTo>
                  <a:pt x="221" y="178"/>
                  <a:pt x="223" y="151"/>
                  <a:pt x="222" y="124"/>
                </a:cubicBezTo>
                <a:cubicBezTo>
                  <a:pt x="221" y="105"/>
                  <a:pt x="218" y="87"/>
                  <a:pt x="210" y="69"/>
                </a:cubicBezTo>
                <a:cubicBezTo>
                  <a:pt x="205" y="58"/>
                  <a:pt x="201" y="47"/>
                  <a:pt x="197" y="36"/>
                </a:cubicBezTo>
                <a:cubicBezTo>
                  <a:pt x="194" y="28"/>
                  <a:pt x="193" y="19"/>
                  <a:pt x="194" y="10"/>
                </a:cubicBezTo>
                <a:cubicBezTo>
                  <a:pt x="194" y="4"/>
                  <a:pt x="199" y="0"/>
                  <a:pt x="205" y="2"/>
                </a:cubicBezTo>
                <a:cubicBezTo>
                  <a:pt x="213" y="4"/>
                  <a:pt x="222" y="5"/>
                  <a:pt x="230" y="7"/>
                </a:cubicBezTo>
                <a:cubicBezTo>
                  <a:pt x="233" y="7"/>
                  <a:pt x="235" y="9"/>
                  <a:pt x="237" y="10"/>
                </a:cubicBezTo>
                <a:cubicBezTo>
                  <a:pt x="241" y="13"/>
                  <a:pt x="244" y="16"/>
                  <a:pt x="248" y="19"/>
                </a:cubicBezTo>
                <a:cubicBezTo>
                  <a:pt x="253" y="23"/>
                  <a:pt x="259" y="26"/>
                  <a:pt x="265" y="29"/>
                </a:cubicBezTo>
                <a:cubicBezTo>
                  <a:pt x="274" y="33"/>
                  <a:pt x="279" y="40"/>
                  <a:pt x="280" y="49"/>
                </a:cubicBezTo>
                <a:cubicBezTo>
                  <a:pt x="280" y="55"/>
                  <a:pt x="280" y="60"/>
                  <a:pt x="278" y="66"/>
                </a:cubicBezTo>
                <a:cubicBezTo>
                  <a:pt x="277" y="68"/>
                  <a:pt x="275" y="70"/>
                  <a:pt x="273" y="72"/>
                </a:cubicBezTo>
                <a:cubicBezTo>
                  <a:pt x="271" y="74"/>
                  <a:pt x="270" y="75"/>
                  <a:pt x="270" y="77"/>
                </a:cubicBezTo>
                <a:cubicBezTo>
                  <a:pt x="271" y="104"/>
                  <a:pt x="271" y="131"/>
                  <a:pt x="271" y="158"/>
                </a:cubicBezTo>
                <a:cubicBezTo>
                  <a:pt x="272" y="165"/>
                  <a:pt x="272" y="172"/>
                  <a:pt x="273" y="179"/>
                </a:cubicBezTo>
                <a:cubicBezTo>
                  <a:pt x="274" y="183"/>
                  <a:pt x="275" y="184"/>
                  <a:pt x="278" y="182"/>
                </a:cubicBezTo>
                <a:cubicBezTo>
                  <a:pt x="291" y="176"/>
                  <a:pt x="303" y="170"/>
                  <a:pt x="313" y="160"/>
                </a:cubicBezTo>
                <a:cubicBezTo>
                  <a:pt x="317" y="155"/>
                  <a:pt x="321" y="150"/>
                  <a:pt x="325" y="144"/>
                </a:cubicBezTo>
                <a:cubicBezTo>
                  <a:pt x="330" y="138"/>
                  <a:pt x="335" y="132"/>
                  <a:pt x="341" y="128"/>
                </a:cubicBezTo>
                <a:cubicBezTo>
                  <a:pt x="350" y="122"/>
                  <a:pt x="359" y="120"/>
                  <a:pt x="369" y="122"/>
                </a:cubicBezTo>
                <a:cubicBezTo>
                  <a:pt x="379" y="124"/>
                  <a:pt x="383" y="131"/>
                  <a:pt x="380" y="141"/>
                </a:cubicBezTo>
                <a:cubicBezTo>
                  <a:pt x="379" y="146"/>
                  <a:pt x="376" y="151"/>
                  <a:pt x="372" y="154"/>
                </a:cubicBezTo>
                <a:cubicBezTo>
                  <a:pt x="367" y="160"/>
                  <a:pt x="361" y="165"/>
                  <a:pt x="355" y="169"/>
                </a:cubicBezTo>
                <a:cubicBezTo>
                  <a:pt x="341" y="178"/>
                  <a:pt x="328" y="189"/>
                  <a:pt x="314" y="199"/>
                </a:cubicBezTo>
                <a:cubicBezTo>
                  <a:pt x="301" y="209"/>
                  <a:pt x="289" y="219"/>
                  <a:pt x="275" y="229"/>
                </a:cubicBezTo>
                <a:cubicBezTo>
                  <a:pt x="272" y="232"/>
                  <a:pt x="271" y="234"/>
                  <a:pt x="271" y="238"/>
                </a:cubicBezTo>
                <a:cubicBezTo>
                  <a:pt x="267" y="263"/>
                  <a:pt x="262" y="287"/>
                  <a:pt x="254" y="310"/>
                </a:cubicBezTo>
                <a:cubicBezTo>
                  <a:pt x="253" y="314"/>
                  <a:pt x="251" y="317"/>
                  <a:pt x="250" y="320"/>
                </a:cubicBezTo>
                <a:cubicBezTo>
                  <a:pt x="249" y="322"/>
                  <a:pt x="249" y="324"/>
                  <a:pt x="247" y="325"/>
                </a:cubicBezTo>
                <a:cubicBezTo>
                  <a:pt x="226" y="349"/>
                  <a:pt x="202" y="371"/>
                  <a:pt x="173" y="386"/>
                </a:cubicBezTo>
                <a:cubicBezTo>
                  <a:pt x="149" y="400"/>
                  <a:pt x="123" y="408"/>
                  <a:pt x="95" y="410"/>
                </a:cubicBezTo>
                <a:cubicBezTo>
                  <a:pt x="93" y="410"/>
                  <a:pt x="90" y="411"/>
                  <a:pt x="88" y="411"/>
                </a:cubicBezTo>
                <a:cubicBezTo>
                  <a:pt x="87" y="411"/>
                  <a:pt x="85" y="411"/>
                  <a:pt x="83" y="4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0" name="Freeform 11">
            <a:extLst xmlns:a="http://schemas.openxmlformats.org/drawingml/2006/main">
              <a:ext uri="{FF2B5EF4-FFF2-40B4-BE49-F238E27FC236}">
                <a16:creationId xmlns:a16="http://schemas.microsoft.com/office/drawing/2014/main" id="{916204B3-B479-4155-B21A-B6CA665CA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4135" y="400644"/>
            <a:ext cx="98081" cy="227527"/>
          </a:xfrm>
          <a:custGeom xmlns:a="http://schemas.openxmlformats.org/drawingml/2006/main">
            <a:gdLst>
              <a:gd name="T0" fmla="*/ 127 w 193"/>
              <a:gd name="T1" fmla="*/ 371 h 449"/>
              <a:gd name="T2" fmla="*/ 63 w 193"/>
              <a:gd name="T3" fmla="*/ 417 h 449"/>
              <a:gd name="T4" fmla="*/ 47 w 193"/>
              <a:gd name="T5" fmla="*/ 433 h 449"/>
              <a:gd name="T6" fmla="*/ 7 w 193"/>
              <a:gd name="T7" fmla="*/ 434 h 449"/>
              <a:gd name="T8" fmla="*/ 1 w 193"/>
              <a:gd name="T9" fmla="*/ 383 h 449"/>
              <a:gd name="T10" fmla="*/ 33 w 193"/>
              <a:gd name="T11" fmla="*/ 331 h 449"/>
              <a:gd name="T12" fmla="*/ 49 w 193"/>
              <a:gd name="T13" fmla="*/ 286 h 449"/>
              <a:gd name="T14" fmla="*/ 50 w 193"/>
              <a:gd name="T15" fmla="*/ 233 h 449"/>
              <a:gd name="T16" fmla="*/ 38 w 193"/>
              <a:gd name="T17" fmla="*/ 207 h 449"/>
              <a:gd name="T18" fmla="*/ 54 w 193"/>
              <a:gd name="T19" fmla="*/ 201 h 449"/>
              <a:gd name="T20" fmla="*/ 75 w 193"/>
              <a:gd name="T21" fmla="*/ 209 h 449"/>
              <a:gd name="T22" fmla="*/ 107 w 193"/>
              <a:gd name="T23" fmla="*/ 223 h 449"/>
              <a:gd name="T24" fmla="*/ 126 w 193"/>
              <a:gd name="T25" fmla="*/ 233 h 449"/>
              <a:gd name="T26" fmla="*/ 133 w 193"/>
              <a:gd name="T27" fmla="*/ 231 h 449"/>
              <a:gd name="T28" fmla="*/ 135 w 193"/>
              <a:gd name="T29" fmla="*/ 200 h 449"/>
              <a:gd name="T30" fmla="*/ 133 w 193"/>
              <a:gd name="T31" fmla="*/ 99 h 449"/>
              <a:gd name="T32" fmla="*/ 105 w 193"/>
              <a:gd name="T33" fmla="*/ 55 h 449"/>
              <a:gd name="T34" fmla="*/ 77 w 193"/>
              <a:gd name="T35" fmla="*/ 9 h 449"/>
              <a:gd name="T36" fmla="*/ 95 w 193"/>
              <a:gd name="T37" fmla="*/ 6 h 449"/>
              <a:gd name="T38" fmla="*/ 165 w 193"/>
              <a:gd name="T39" fmla="*/ 52 h 449"/>
              <a:gd name="T40" fmla="*/ 189 w 193"/>
              <a:gd name="T41" fmla="*/ 83 h 449"/>
              <a:gd name="T42" fmla="*/ 189 w 193"/>
              <a:gd name="T43" fmla="*/ 292 h 449"/>
              <a:gd name="T44" fmla="*/ 165 w 193"/>
              <a:gd name="T45" fmla="*/ 409 h 449"/>
              <a:gd name="T46" fmla="*/ 145 w 193"/>
              <a:gd name="T47" fmla="*/ 428 h 449"/>
              <a:gd name="T48" fmla="*/ 134 w 193"/>
              <a:gd name="T49" fmla="*/ 415 h 449"/>
              <a:gd name="T50" fmla="*/ 131 w 193"/>
              <a:gd name="T51" fmla="*/ 367 h 449"/>
              <a:gd name="T52" fmla="*/ 124 w 193"/>
              <a:gd name="T53" fmla="*/ 264 h 449"/>
              <a:gd name="T54" fmla="*/ 102 w 193"/>
              <a:gd name="T55" fmla="*/ 280 h 449"/>
              <a:gd name="T56" fmla="*/ 81 w 193"/>
              <a:gd name="T57" fmla="*/ 296 h 449"/>
              <a:gd name="T58" fmla="*/ 59 w 193"/>
              <a:gd name="T59" fmla="*/ 331 h 449"/>
              <a:gd name="T60" fmla="*/ 31 w 193"/>
              <a:gd name="T61" fmla="*/ 373 h 449"/>
              <a:gd name="T62" fmla="*/ 46 w 193"/>
              <a:gd name="T63" fmla="*/ 382 h 449"/>
              <a:gd name="T64" fmla="*/ 78 w 193"/>
              <a:gd name="T65" fmla="*/ 363 h 449"/>
              <a:gd name="T66" fmla="*/ 114 w 193"/>
              <a:gd name="T67" fmla="*/ 346 h 449"/>
              <a:gd name="T68" fmla="*/ 133 w 193"/>
              <a:gd name="T69" fmla="*/ 325 h 449"/>
              <a:gd name="T70" fmla="*/ 132 w 193"/>
              <a:gd name="T71" fmla="*/ 255 h 449"/>
            </a:gdLst>
            <a:rect l="0" t="0" r="r" b="b"/>
            <a:pathLst>
              <a:path w="193" h="449">
                <a:moveTo>
                  <a:pt x="131" y="367"/>
                </a:moveTo>
                <a:cubicBezTo>
                  <a:pt x="129" y="369"/>
                  <a:pt x="128" y="370"/>
                  <a:pt x="127" y="371"/>
                </a:cubicBezTo>
                <a:cubicBezTo>
                  <a:pt x="112" y="385"/>
                  <a:pt x="97" y="397"/>
                  <a:pt x="80" y="408"/>
                </a:cubicBezTo>
                <a:cubicBezTo>
                  <a:pt x="74" y="411"/>
                  <a:pt x="69" y="414"/>
                  <a:pt x="63" y="417"/>
                </a:cubicBezTo>
                <a:cubicBezTo>
                  <a:pt x="61" y="419"/>
                  <a:pt x="59" y="420"/>
                  <a:pt x="57" y="422"/>
                </a:cubicBezTo>
                <a:cubicBezTo>
                  <a:pt x="54" y="426"/>
                  <a:pt x="50" y="430"/>
                  <a:pt x="47" y="433"/>
                </a:cubicBezTo>
                <a:cubicBezTo>
                  <a:pt x="44" y="436"/>
                  <a:pt x="41" y="439"/>
                  <a:pt x="38" y="441"/>
                </a:cubicBezTo>
                <a:cubicBezTo>
                  <a:pt x="27" y="449"/>
                  <a:pt x="13" y="446"/>
                  <a:pt x="7" y="434"/>
                </a:cubicBezTo>
                <a:cubicBezTo>
                  <a:pt x="4" y="428"/>
                  <a:pt x="2" y="421"/>
                  <a:pt x="1" y="415"/>
                </a:cubicBezTo>
                <a:cubicBezTo>
                  <a:pt x="0" y="404"/>
                  <a:pt x="0" y="394"/>
                  <a:pt x="1" y="383"/>
                </a:cubicBezTo>
                <a:cubicBezTo>
                  <a:pt x="2" y="379"/>
                  <a:pt x="3" y="374"/>
                  <a:pt x="7" y="372"/>
                </a:cubicBezTo>
                <a:cubicBezTo>
                  <a:pt x="20" y="361"/>
                  <a:pt x="28" y="346"/>
                  <a:pt x="33" y="331"/>
                </a:cubicBezTo>
                <a:cubicBezTo>
                  <a:pt x="36" y="325"/>
                  <a:pt x="37" y="319"/>
                  <a:pt x="39" y="313"/>
                </a:cubicBezTo>
                <a:cubicBezTo>
                  <a:pt x="42" y="304"/>
                  <a:pt x="45" y="294"/>
                  <a:pt x="49" y="286"/>
                </a:cubicBezTo>
                <a:cubicBezTo>
                  <a:pt x="56" y="272"/>
                  <a:pt x="56" y="258"/>
                  <a:pt x="53" y="244"/>
                </a:cubicBezTo>
                <a:cubicBezTo>
                  <a:pt x="52" y="240"/>
                  <a:pt x="51" y="237"/>
                  <a:pt x="50" y="233"/>
                </a:cubicBezTo>
                <a:cubicBezTo>
                  <a:pt x="49" y="229"/>
                  <a:pt x="47" y="225"/>
                  <a:pt x="44" y="221"/>
                </a:cubicBezTo>
                <a:cubicBezTo>
                  <a:pt x="42" y="217"/>
                  <a:pt x="39" y="212"/>
                  <a:pt x="38" y="207"/>
                </a:cubicBezTo>
                <a:cubicBezTo>
                  <a:pt x="36" y="202"/>
                  <a:pt x="38" y="199"/>
                  <a:pt x="44" y="199"/>
                </a:cubicBezTo>
                <a:cubicBezTo>
                  <a:pt x="48" y="199"/>
                  <a:pt x="51" y="199"/>
                  <a:pt x="54" y="201"/>
                </a:cubicBezTo>
                <a:cubicBezTo>
                  <a:pt x="55" y="202"/>
                  <a:pt x="56" y="203"/>
                  <a:pt x="57" y="203"/>
                </a:cubicBezTo>
                <a:cubicBezTo>
                  <a:pt x="62" y="208"/>
                  <a:pt x="68" y="209"/>
                  <a:pt x="75" y="209"/>
                </a:cubicBezTo>
                <a:cubicBezTo>
                  <a:pt x="83" y="209"/>
                  <a:pt x="90" y="212"/>
                  <a:pt x="96" y="218"/>
                </a:cubicBezTo>
                <a:cubicBezTo>
                  <a:pt x="99" y="221"/>
                  <a:pt x="103" y="223"/>
                  <a:pt x="107" y="223"/>
                </a:cubicBezTo>
                <a:cubicBezTo>
                  <a:pt x="110" y="223"/>
                  <a:pt x="112" y="224"/>
                  <a:pt x="115" y="225"/>
                </a:cubicBezTo>
                <a:cubicBezTo>
                  <a:pt x="120" y="226"/>
                  <a:pt x="124" y="229"/>
                  <a:pt x="126" y="233"/>
                </a:cubicBezTo>
                <a:cubicBezTo>
                  <a:pt x="126" y="234"/>
                  <a:pt x="127" y="235"/>
                  <a:pt x="128" y="236"/>
                </a:cubicBezTo>
                <a:cubicBezTo>
                  <a:pt x="131" y="236"/>
                  <a:pt x="132" y="234"/>
                  <a:pt x="133" y="231"/>
                </a:cubicBezTo>
                <a:cubicBezTo>
                  <a:pt x="134" y="229"/>
                  <a:pt x="134" y="227"/>
                  <a:pt x="134" y="225"/>
                </a:cubicBezTo>
                <a:cubicBezTo>
                  <a:pt x="134" y="217"/>
                  <a:pt x="134" y="208"/>
                  <a:pt x="135" y="200"/>
                </a:cubicBezTo>
                <a:cubicBezTo>
                  <a:pt x="137" y="176"/>
                  <a:pt x="139" y="151"/>
                  <a:pt x="137" y="127"/>
                </a:cubicBezTo>
                <a:cubicBezTo>
                  <a:pt x="137" y="118"/>
                  <a:pt x="135" y="109"/>
                  <a:pt x="133" y="99"/>
                </a:cubicBezTo>
                <a:cubicBezTo>
                  <a:pt x="132" y="90"/>
                  <a:pt x="127" y="81"/>
                  <a:pt x="121" y="74"/>
                </a:cubicBezTo>
                <a:cubicBezTo>
                  <a:pt x="116" y="67"/>
                  <a:pt x="111" y="61"/>
                  <a:pt x="105" y="55"/>
                </a:cubicBezTo>
                <a:cubicBezTo>
                  <a:pt x="98" y="46"/>
                  <a:pt x="90" y="36"/>
                  <a:pt x="83" y="27"/>
                </a:cubicBezTo>
                <a:cubicBezTo>
                  <a:pt x="79" y="22"/>
                  <a:pt x="77" y="15"/>
                  <a:pt x="77" y="9"/>
                </a:cubicBezTo>
                <a:cubicBezTo>
                  <a:pt x="77" y="3"/>
                  <a:pt x="80" y="0"/>
                  <a:pt x="86" y="2"/>
                </a:cubicBezTo>
                <a:cubicBezTo>
                  <a:pt x="89" y="2"/>
                  <a:pt x="92" y="4"/>
                  <a:pt x="95" y="6"/>
                </a:cubicBezTo>
                <a:cubicBezTo>
                  <a:pt x="105" y="15"/>
                  <a:pt x="116" y="22"/>
                  <a:pt x="128" y="28"/>
                </a:cubicBezTo>
                <a:cubicBezTo>
                  <a:pt x="141" y="35"/>
                  <a:pt x="154" y="43"/>
                  <a:pt x="165" y="52"/>
                </a:cubicBezTo>
                <a:cubicBezTo>
                  <a:pt x="172" y="58"/>
                  <a:pt x="179" y="64"/>
                  <a:pt x="184" y="72"/>
                </a:cubicBezTo>
                <a:cubicBezTo>
                  <a:pt x="186" y="75"/>
                  <a:pt x="188" y="78"/>
                  <a:pt x="189" y="83"/>
                </a:cubicBezTo>
                <a:cubicBezTo>
                  <a:pt x="192" y="122"/>
                  <a:pt x="193" y="162"/>
                  <a:pt x="193" y="202"/>
                </a:cubicBezTo>
                <a:cubicBezTo>
                  <a:pt x="193" y="232"/>
                  <a:pt x="192" y="262"/>
                  <a:pt x="189" y="292"/>
                </a:cubicBezTo>
                <a:cubicBezTo>
                  <a:pt x="186" y="321"/>
                  <a:pt x="183" y="350"/>
                  <a:pt x="176" y="378"/>
                </a:cubicBezTo>
                <a:cubicBezTo>
                  <a:pt x="173" y="388"/>
                  <a:pt x="170" y="399"/>
                  <a:pt x="165" y="409"/>
                </a:cubicBezTo>
                <a:cubicBezTo>
                  <a:pt x="162" y="414"/>
                  <a:pt x="159" y="419"/>
                  <a:pt x="155" y="423"/>
                </a:cubicBezTo>
                <a:cubicBezTo>
                  <a:pt x="152" y="426"/>
                  <a:pt x="149" y="428"/>
                  <a:pt x="145" y="428"/>
                </a:cubicBezTo>
                <a:cubicBezTo>
                  <a:pt x="140" y="429"/>
                  <a:pt x="136" y="427"/>
                  <a:pt x="135" y="422"/>
                </a:cubicBezTo>
                <a:cubicBezTo>
                  <a:pt x="135" y="420"/>
                  <a:pt x="135" y="418"/>
                  <a:pt x="134" y="415"/>
                </a:cubicBezTo>
                <a:cubicBezTo>
                  <a:pt x="134" y="407"/>
                  <a:pt x="135" y="399"/>
                  <a:pt x="135" y="391"/>
                </a:cubicBezTo>
                <a:cubicBezTo>
                  <a:pt x="134" y="383"/>
                  <a:pt x="134" y="375"/>
                  <a:pt x="131" y="367"/>
                </a:cubicBezTo>
                <a:close/>
                <a:moveTo>
                  <a:pt x="132" y="255"/>
                </a:moveTo>
                <a:cubicBezTo>
                  <a:pt x="127" y="257"/>
                  <a:pt x="125" y="260"/>
                  <a:pt x="124" y="264"/>
                </a:cubicBezTo>
                <a:cubicBezTo>
                  <a:pt x="123" y="267"/>
                  <a:pt x="122" y="271"/>
                  <a:pt x="119" y="273"/>
                </a:cubicBezTo>
                <a:cubicBezTo>
                  <a:pt x="114" y="277"/>
                  <a:pt x="108" y="280"/>
                  <a:pt x="102" y="280"/>
                </a:cubicBezTo>
                <a:cubicBezTo>
                  <a:pt x="97" y="280"/>
                  <a:pt x="94" y="282"/>
                  <a:pt x="91" y="285"/>
                </a:cubicBezTo>
                <a:cubicBezTo>
                  <a:pt x="87" y="289"/>
                  <a:pt x="84" y="292"/>
                  <a:pt x="81" y="296"/>
                </a:cubicBezTo>
                <a:cubicBezTo>
                  <a:pt x="78" y="299"/>
                  <a:pt x="76" y="302"/>
                  <a:pt x="75" y="305"/>
                </a:cubicBezTo>
                <a:cubicBezTo>
                  <a:pt x="71" y="315"/>
                  <a:pt x="66" y="323"/>
                  <a:pt x="59" y="331"/>
                </a:cubicBezTo>
                <a:cubicBezTo>
                  <a:pt x="54" y="337"/>
                  <a:pt x="50" y="343"/>
                  <a:pt x="45" y="349"/>
                </a:cubicBezTo>
                <a:cubicBezTo>
                  <a:pt x="39" y="356"/>
                  <a:pt x="34" y="364"/>
                  <a:pt x="31" y="373"/>
                </a:cubicBezTo>
                <a:cubicBezTo>
                  <a:pt x="29" y="377"/>
                  <a:pt x="29" y="379"/>
                  <a:pt x="34" y="381"/>
                </a:cubicBezTo>
                <a:cubicBezTo>
                  <a:pt x="38" y="382"/>
                  <a:pt x="42" y="383"/>
                  <a:pt x="46" y="382"/>
                </a:cubicBezTo>
                <a:cubicBezTo>
                  <a:pt x="53" y="381"/>
                  <a:pt x="59" y="378"/>
                  <a:pt x="64" y="374"/>
                </a:cubicBezTo>
                <a:cubicBezTo>
                  <a:pt x="69" y="371"/>
                  <a:pt x="73" y="367"/>
                  <a:pt x="78" y="363"/>
                </a:cubicBezTo>
                <a:cubicBezTo>
                  <a:pt x="81" y="361"/>
                  <a:pt x="83" y="359"/>
                  <a:pt x="87" y="358"/>
                </a:cubicBezTo>
                <a:cubicBezTo>
                  <a:pt x="97" y="356"/>
                  <a:pt x="106" y="351"/>
                  <a:pt x="114" y="346"/>
                </a:cubicBezTo>
                <a:cubicBezTo>
                  <a:pt x="119" y="343"/>
                  <a:pt x="123" y="340"/>
                  <a:pt x="127" y="338"/>
                </a:cubicBezTo>
                <a:cubicBezTo>
                  <a:pt x="131" y="335"/>
                  <a:pt x="133" y="331"/>
                  <a:pt x="133" y="325"/>
                </a:cubicBezTo>
                <a:cubicBezTo>
                  <a:pt x="132" y="304"/>
                  <a:pt x="132" y="282"/>
                  <a:pt x="132" y="260"/>
                </a:cubicBezTo>
                <a:cubicBezTo>
                  <a:pt x="132" y="259"/>
                  <a:pt x="132" y="257"/>
                  <a:pt x="132" y="25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1" name="Freeform 12">
            <a:extLst xmlns:a="http://schemas.openxmlformats.org/drawingml/2006/main">
              <a:ext uri="{FF2B5EF4-FFF2-40B4-BE49-F238E27FC236}">
                <a16:creationId xmlns:a16="http://schemas.microsoft.com/office/drawing/2014/main" id="{C1C86DD5-31ED-4DD3-B46C-E6DE1BD2B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0994" y="431437"/>
            <a:ext cx="115759" cy="160238"/>
          </a:xfrm>
          <a:custGeom xmlns:a="http://schemas.openxmlformats.org/drawingml/2006/main">
            <a:gdLst>
              <a:gd name="T0" fmla="*/ 34 w 229"/>
              <a:gd name="T1" fmla="*/ 0 h 316"/>
              <a:gd name="T2" fmla="*/ 37 w 229"/>
              <a:gd name="T3" fmla="*/ 2 h 316"/>
              <a:gd name="T4" fmla="*/ 69 w 229"/>
              <a:gd name="T5" fmla="*/ 32 h 316"/>
              <a:gd name="T6" fmla="*/ 73 w 229"/>
              <a:gd name="T7" fmla="*/ 38 h 316"/>
              <a:gd name="T8" fmla="*/ 99 w 229"/>
              <a:gd name="T9" fmla="*/ 117 h 316"/>
              <a:gd name="T10" fmla="*/ 101 w 229"/>
              <a:gd name="T11" fmla="*/ 128 h 316"/>
              <a:gd name="T12" fmla="*/ 112 w 229"/>
              <a:gd name="T13" fmla="*/ 132 h 316"/>
              <a:gd name="T14" fmla="*/ 120 w 229"/>
              <a:gd name="T15" fmla="*/ 127 h 316"/>
              <a:gd name="T16" fmla="*/ 145 w 229"/>
              <a:gd name="T17" fmla="*/ 109 h 316"/>
              <a:gd name="T18" fmla="*/ 148 w 229"/>
              <a:gd name="T19" fmla="*/ 103 h 316"/>
              <a:gd name="T20" fmla="*/ 148 w 229"/>
              <a:gd name="T21" fmla="*/ 80 h 316"/>
              <a:gd name="T22" fmla="*/ 159 w 229"/>
              <a:gd name="T23" fmla="*/ 69 h 316"/>
              <a:gd name="T24" fmla="*/ 162 w 229"/>
              <a:gd name="T25" fmla="*/ 71 h 316"/>
              <a:gd name="T26" fmla="*/ 164 w 229"/>
              <a:gd name="T27" fmla="*/ 75 h 316"/>
              <a:gd name="T28" fmla="*/ 171 w 229"/>
              <a:gd name="T29" fmla="*/ 86 h 316"/>
              <a:gd name="T30" fmla="*/ 204 w 229"/>
              <a:gd name="T31" fmla="*/ 104 h 316"/>
              <a:gd name="T32" fmla="*/ 209 w 229"/>
              <a:gd name="T33" fmla="*/ 112 h 316"/>
              <a:gd name="T34" fmla="*/ 169 w 229"/>
              <a:gd name="T35" fmla="*/ 170 h 316"/>
              <a:gd name="T36" fmla="*/ 128 w 229"/>
              <a:gd name="T37" fmla="*/ 175 h 316"/>
              <a:gd name="T38" fmla="*/ 114 w 229"/>
              <a:gd name="T39" fmla="*/ 190 h 316"/>
              <a:gd name="T40" fmla="*/ 115 w 229"/>
              <a:gd name="T41" fmla="*/ 196 h 316"/>
              <a:gd name="T42" fmla="*/ 115 w 229"/>
              <a:gd name="T43" fmla="*/ 219 h 316"/>
              <a:gd name="T44" fmla="*/ 109 w 229"/>
              <a:gd name="T45" fmla="*/ 226 h 316"/>
              <a:gd name="T46" fmla="*/ 89 w 229"/>
              <a:gd name="T47" fmla="*/ 246 h 316"/>
              <a:gd name="T48" fmla="*/ 95 w 229"/>
              <a:gd name="T49" fmla="*/ 260 h 316"/>
              <a:gd name="T50" fmla="*/ 113 w 229"/>
              <a:gd name="T51" fmla="*/ 259 h 316"/>
              <a:gd name="T52" fmla="*/ 148 w 229"/>
              <a:gd name="T53" fmla="*/ 248 h 316"/>
              <a:gd name="T54" fmla="*/ 170 w 229"/>
              <a:gd name="T55" fmla="*/ 243 h 316"/>
              <a:gd name="T56" fmla="*/ 187 w 229"/>
              <a:gd name="T57" fmla="*/ 237 h 316"/>
              <a:gd name="T58" fmla="*/ 212 w 229"/>
              <a:gd name="T59" fmla="*/ 229 h 316"/>
              <a:gd name="T60" fmla="*/ 220 w 229"/>
              <a:gd name="T61" fmla="*/ 229 h 316"/>
              <a:gd name="T62" fmla="*/ 227 w 229"/>
              <a:gd name="T63" fmla="*/ 241 h 316"/>
              <a:gd name="T64" fmla="*/ 214 w 229"/>
              <a:gd name="T65" fmla="*/ 267 h 316"/>
              <a:gd name="T66" fmla="*/ 203 w 229"/>
              <a:gd name="T67" fmla="*/ 277 h 316"/>
              <a:gd name="T68" fmla="*/ 174 w 229"/>
              <a:gd name="T69" fmla="*/ 289 h 316"/>
              <a:gd name="T70" fmla="*/ 140 w 229"/>
              <a:gd name="T71" fmla="*/ 298 h 316"/>
              <a:gd name="T72" fmla="*/ 127 w 229"/>
              <a:gd name="T73" fmla="*/ 298 h 316"/>
              <a:gd name="T74" fmla="*/ 116 w 229"/>
              <a:gd name="T75" fmla="*/ 301 h 316"/>
              <a:gd name="T76" fmla="*/ 55 w 229"/>
              <a:gd name="T77" fmla="*/ 304 h 316"/>
              <a:gd name="T78" fmla="*/ 44 w 229"/>
              <a:gd name="T79" fmla="*/ 292 h 316"/>
              <a:gd name="T80" fmla="*/ 27 w 229"/>
              <a:gd name="T81" fmla="*/ 257 h 316"/>
              <a:gd name="T82" fmla="*/ 25 w 229"/>
              <a:gd name="T83" fmla="*/ 252 h 316"/>
              <a:gd name="T84" fmla="*/ 18 w 229"/>
              <a:gd name="T85" fmla="*/ 217 h 316"/>
              <a:gd name="T86" fmla="*/ 18 w 229"/>
              <a:gd name="T87" fmla="*/ 210 h 316"/>
              <a:gd name="T88" fmla="*/ 1 w 229"/>
              <a:gd name="T89" fmla="*/ 140 h 316"/>
              <a:gd name="T90" fmla="*/ 0 w 229"/>
              <a:gd name="T91" fmla="*/ 134 h 316"/>
              <a:gd name="T92" fmla="*/ 18 w 229"/>
              <a:gd name="T93" fmla="*/ 50 h 316"/>
              <a:gd name="T94" fmla="*/ 32 w 229"/>
              <a:gd name="T95" fmla="*/ 4 h 316"/>
              <a:gd name="T96" fmla="*/ 34 w 229"/>
              <a:gd name="T97" fmla="*/ 0 h 316"/>
            </a:gdLst>
            <a:rect l="0" t="0" r="r" b="b"/>
            <a:pathLst>
              <a:path w="229" h="316">
                <a:moveTo>
                  <a:pt x="34" y="0"/>
                </a:moveTo>
                <a:cubicBezTo>
                  <a:pt x="35" y="1"/>
                  <a:pt x="36" y="2"/>
                  <a:pt x="37" y="2"/>
                </a:cubicBezTo>
                <a:cubicBezTo>
                  <a:pt x="48" y="12"/>
                  <a:pt x="58" y="22"/>
                  <a:pt x="69" y="32"/>
                </a:cubicBezTo>
                <a:cubicBezTo>
                  <a:pt x="71" y="34"/>
                  <a:pt x="72" y="36"/>
                  <a:pt x="73" y="38"/>
                </a:cubicBezTo>
                <a:cubicBezTo>
                  <a:pt x="86" y="63"/>
                  <a:pt x="94" y="89"/>
                  <a:pt x="99" y="117"/>
                </a:cubicBezTo>
                <a:cubicBezTo>
                  <a:pt x="99" y="120"/>
                  <a:pt x="100" y="124"/>
                  <a:pt x="101" y="128"/>
                </a:cubicBezTo>
                <a:cubicBezTo>
                  <a:pt x="103" y="133"/>
                  <a:pt x="107" y="134"/>
                  <a:pt x="112" y="132"/>
                </a:cubicBezTo>
                <a:cubicBezTo>
                  <a:pt x="115" y="130"/>
                  <a:pt x="117" y="129"/>
                  <a:pt x="120" y="127"/>
                </a:cubicBezTo>
                <a:cubicBezTo>
                  <a:pt x="128" y="121"/>
                  <a:pt x="136" y="115"/>
                  <a:pt x="145" y="109"/>
                </a:cubicBezTo>
                <a:cubicBezTo>
                  <a:pt x="147" y="108"/>
                  <a:pt x="148" y="106"/>
                  <a:pt x="148" y="103"/>
                </a:cubicBezTo>
                <a:cubicBezTo>
                  <a:pt x="148" y="95"/>
                  <a:pt x="148" y="88"/>
                  <a:pt x="148" y="80"/>
                </a:cubicBezTo>
                <a:cubicBezTo>
                  <a:pt x="148" y="75"/>
                  <a:pt x="153" y="69"/>
                  <a:pt x="159" y="69"/>
                </a:cubicBezTo>
                <a:cubicBezTo>
                  <a:pt x="160" y="69"/>
                  <a:pt x="162" y="70"/>
                  <a:pt x="162" y="71"/>
                </a:cubicBezTo>
                <a:cubicBezTo>
                  <a:pt x="163" y="72"/>
                  <a:pt x="164" y="73"/>
                  <a:pt x="164" y="75"/>
                </a:cubicBezTo>
                <a:cubicBezTo>
                  <a:pt x="164" y="79"/>
                  <a:pt x="167" y="83"/>
                  <a:pt x="171" y="86"/>
                </a:cubicBezTo>
                <a:cubicBezTo>
                  <a:pt x="181" y="94"/>
                  <a:pt x="192" y="100"/>
                  <a:pt x="204" y="104"/>
                </a:cubicBezTo>
                <a:cubicBezTo>
                  <a:pt x="208" y="106"/>
                  <a:pt x="209" y="108"/>
                  <a:pt x="209" y="112"/>
                </a:cubicBezTo>
                <a:cubicBezTo>
                  <a:pt x="210" y="140"/>
                  <a:pt x="196" y="160"/>
                  <a:pt x="169" y="170"/>
                </a:cubicBezTo>
                <a:cubicBezTo>
                  <a:pt x="156" y="175"/>
                  <a:pt x="142" y="177"/>
                  <a:pt x="128" y="175"/>
                </a:cubicBezTo>
                <a:cubicBezTo>
                  <a:pt x="119" y="173"/>
                  <a:pt x="112" y="182"/>
                  <a:pt x="114" y="190"/>
                </a:cubicBezTo>
                <a:cubicBezTo>
                  <a:pt x="114" y="192"/>
                  <a:pt x="115" y="194"/>
                  <a:pt x="115" y="196"/>
                </a:cubicBezTo>
                <a:cubicBezTo>
                  <a:pt x="118" y="203"/>
                  <a:pt x="118" y="211"/>
                  <a:pt x="115" y="219"/>
                </a:cubicBezTo>
                <a:cubicBezTo>
                  <a:pt x="114" y="222"/>
                  <a:pt x="112" y="224"/>
                  <a:pt x="109" y="226"/>
                </a:cubicBezTo>
                <a:cubicBezTo>
                  <a:pt x="101" y="231"/>
                  <a:pt x="95" y="238"/>
                  <a:pt x="89" y="246"/>
                </a:cubicBezTo>
                <a:cubicBezTo>
                  <a:pt x="84" y="254"/>
                  <a:pt x="85" y="258"/>
                  <a:pt x="95" y="260"/>
                </a:cubicBezTo>
                <a:cubicBezTo>
                  <a:pt x="101" y="261"/>
                  <a:pt x="107" y="261"/>
                  <a:pt x="113" y="259"/>
                </a:cubicBezTo>
                <a:cubicBezTo>
                  <a:pt x="125" y="256"/>
                  <a:pt x="137" y="252"/>
                  <a:pt x="148" y="248"/>
                </a:cubicBezTo>
                <a:cubicBezTo>
                  <a:pt x="155" y="245"/>
                  <a:pt x="162" y="243"/>
                  <a:pt x="170" y="243"/>
                </a:cubicBezTo>
                <a:cubicBezTo>
                  <a:pt x="176" y="242"/>
                  <a:pt x="182" y="240"/>
                  <a:pt x="187" y="237"/>
                </a:cubicBezTo>
                <a:cubicBezTo>
                  <a:pt x="195" y="234"/>
                  <a:pt x="203" y="230"/>
                  <a:pt x="212" y="229"/>
                </a:cubicBezTo>
                <a:cubicBezTo>
                  <a:pt x="214" y="229"/>
                  <a:pt x="217" y="229"/>
                  <a:pt x="220" y="229"/>
                </a:cubicBezTo>
                <a:cubicBezTo>
                  <a:pt x="226" y="230"/>
                  <a:pt x="229" y="236"/>
                  <a:pt x="227" y="241"/>
                </a:cubicBezTo>
                <a:cubicBezTo>
                  <a:pt x="223" y="250"/>
                  <a:pt x="218" y="259"/>
                  <a:pt x="214" y="267"/>
                </a:cubicBezTo>
                <a:cubicBezTo>
                  <a:pt x="211" y="271"/>
                  <a:pt x="207" y="274"/>
                  <a:pt x="203" y="277"/>
                </a:cubicBezTo>
                <a:cubicBezTo>
                  <a:pt x="194" y="282"/>
                  <a:pt x="184" y="286"/>
                  <a:pt x="174" y="289"/>
                </a:cubicBezTo>
                <a:cubicBezTo>
                  <a:pt x="163" y="292"/>
                  <a:pt x="151" y="295"/>
                  <a:pt x="140" y="298"/>
                </a:cubicBezTo>
                <a:cubicBezTo>
                  <a:pt x="136" y="299"/>
                  <a:pt x="131" y="298"/>
                  <a:pt x="127" y="298"/>
                </a:cubicBezTo>
                <a:cubicBezTo>
                  <a:pt x="122" y="298"/>
                  <a:pt x="119" y="299"/>
                  <a:pt x="116" y="301"/>
                </a:cubicBezTo>
                <a:cubicBezTo>
                  <a:pt x="97" y="315"/>
                  <a:pt x="74" y="316"/>
                  <a:pt x="55" y="304"/>
                </a:cubicBezTo>
                <a:cubicBezTo>
                  <a:pt x="51" y="301"/>
                  <a:pt x="47" y="297"/>
                  <a:pt x="44" y="292"/>
                </a:cubicBezTo>
                <a:cubicBezTo>
                  <a:pt x="37" y="281"/>
                  <a:pt x="32" y="269"/>
                  <a:pt x="27" y="257"/>
                </a:cubicBezTo>
                <a:cubicBezTo>
                  <a:pt x="26" y="255"/>
                  <a:pt x="26" y="254"/>
                  <a:pt x="25" y="252"/>
                </a:cubicBezTo>
                <a:cubicBezTo>
                  <a:pt x="20" y="241"/>
                  <a:pt x="17" y="230"/>
                  <a:pt x="18" y="217"/>
                </a:cubicBezTo>
                <a:cubicBezTo>
                  <a:pt x="19" y="215"/>
                  <a:pt x="18" y="213"/>
                  <a:pt x="18" y="210"/>
                </a:cubicBezTo>
                <a:cubicBezTo>
                  <a:pt x="12" y="187"/>
                  <a:pt x="6" y="163"/>
                  <a:pt x="1" y="140"/>
                </a:cubicBezTo>
                <a:cubicBezTo>
                  <a:pt x="0" y="138"/>
                  <a:pt x="0" y="136"/>
                  <a:pt x="0" y="134"/>
                </a:cubicBezTo>
                <a:cubicBezTo>
                  <a:pt x="6" y="106"/>
                  <a:pt x="12" y="78"/>
                  <a:pt x="18" y="50"/>
                </a:cubicBezTo>
                <a:cubicBezTo>
                  <a:pt x="22" y="35"/>
                  <a:pt x="26" y="19"/>
                  <a:pt x="32" y="4"/>
                </a:cubicBezTo>
                <a:cubicBezTo>
                  <a:pt x="33" y="2"/>
                  <a:pt x="33" y="1"/>
                  <a:pt x="3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2" name="Freeform 13">
            <a:extLst xmlns:a="http://schemas.openxmlformats.org/drawingml/2006/main">
              <a:ext uri="{FF2B5EF4-FFF2-40B4-BE49-F238E27FC236}">
                <a16:creationId xmlns:a16="http://schemas.microsoft.com/office/drawing/2014/main" id="{5E3BDF11-7E47-401D-B1D1-DC614150F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5489" y="493594"/>
            <a:ext cx="137428" cy="152255"/>
          </a:xfrm>
          <a:custGeom xmlns:a="http://schemas.openxmlformats.org/drawingml/2006/main">
            <a:gdLst>
              <a:gd name="T0" fmla="*/ 194 w 271"/>
              <a:gd name="T1" fmla="*/ 98 h 300"/>
              <a:gd name="T2" fmla="*/ 236 w 271"/>
              <a:gd name="T3" fmla="*/ 96 h 300"/>
              <a:gd name="T4" fmla="*/ 237 w 271"/>
              <a:gd name="T5" fmla="*/ 111 h 300"/>
              <a:gd name="T6" fmla="*/ 175 w 271"/>
              <a:gd name="T7" fmla="*/ 150 h 300"/>
              <a:gd name="T8" fmla="*/ 169 w 271"/>
              <a:gd name="T9" fmla="*/ 195 h 300"/>
              <a:gd name="T10" fmla="*/ 177 w 271"/>
              <a:gd name="T11" fmla="*/ 299 h 300"/>
              <a:gd name="T12" fmla="*/ 159 w 271"/>
              <a:gd name="T13" fmla="*/ 285 h 300"/>
              <a:gd name="T14" fmla="*/ 150 w 271"/>
              <a:gd name="T15" fmla="*/ 266 h 300"/>
              <a:gd name="T16" fmla="*/ 133 w 271"/>
              <a:gd name="T17" fmla="*/ 260 h 300"/>
              <a:gd name="T18" fmla="*/ 132 w 271"/>
              <a:gd name="T19" fmla="*/ 243 h 300"/>
              <a:gd name="T20" fmla="*/ 149 w 271"/>
              <a:gd name="T21" fmla="*/ 232 h 300"/>
              <a:gd name="T22" fmla="*/ 139 w 271"/>
              <a:gd name="T23" fmla="*/ 197 h 300"/>
              <a:gd name="T24" fmla="*/ 117 w 271"/>
              <a:gd name="T25" fmla="*/ 216 h 300"/>
              <a:gd name="T26" fmla="*/ 101 w 271"/>
              <a:gd name="T27" fmla="*/ 235 h 300"/>
              <a:gd name="T28" fmla="*/ 26 w 271"/>
              <a:gd name="T29" fmla="*/ 293 h 300"/>
              <a:gd name="T30" fmla="*/ 0 w 271"/>
              <a:gd name="T31" fmla="*/ 243 h 300"/>
              <a:gd name="T32" fmla="*/ 9 w 271"/>
              <a:gd name="T33" fmla="*/ 237 h 300"/>
              <a:gd name="T34" fmla="*/ 32 w 271"/>
              <a:gd name="T35" fmla="*/ 234 h 300"/>
              <a:gd name="T36" fmla="*/ 59 w 271"/>
              <a:gd name="T37" fmla="*/ 219 h 300"/>
              <a:gd name="T38" fmla="*/ 116 w 271"/>
              <a:gd name="T39" fmla="*/ 185 h 300"/>
              <a:gd name="T40" fmla="*/ 145 w 271"/>
              <a:gd name="T41" fmla="*/ 155 h 300"/>
              <a:gd name="T42" fmla="*/ 133 w 271"/>
              <a:gd name="T43" fmla="*/ 142 h 300"/>
              <a:gd name="T44" fmla="*/ 145 w 271"/>
              <a:gd name="T45" fmla="*/ 112 h 300"/>
              <a:gd name="T46" fmla="*/ 143 w 271"/>
              <a:gd name="T47" fmla="*/ 104 h 300"/>
              <a:gd name="T48" fmla="*/ 124 w 271"/>
              <a:gd name="T49" fmla="*/ 108 h 300"/>
              <a:gd name="T50" fmla="*/ 121 w 271"/>
              <a:gd name="T51" fmla="*/ 140 h 300"/>
              <a:gd name="T52" fmla="*/ 87 w 271"/>
              <a:gd name="T53" fmla="*/ 188 h 300"/>
              <a:gd name="T54" fmla="*/ 73 w 271"/>
              <a:gd name="T55" fmla="*/ 176 h 300"/>
              <a:gd name="T56" fmla="*/ 67 w 271"/>
              <a:gd name="T57" fmla="*/ 159 h 300"/>
              <a:gd name="T58" fmla="*/ 66 w 271"/>
              <a:gd name="T59" fmla="*/ 63 h 300"/>
              <a:gd name="T60" fmla="*/ 72 w 271"/>
              <a:gd name="T61" fmla="*/ 47 h 300"/>
              <a:gd name="T62" fmla="*/ 88 w 271"/>
              <a:gd name="T63" fmla="*/ 55 h 300"/>
              <a:gd name="T64" fmla="*/ 109 w 271"/>
              <a:gd name="T65" fmla="*/ 63 h 300"/>
              <a:gd name="T66" fmla="*/ 160 w 271"/>
              <a:gd name="T67" fmla="*/ 28 h 300"/>
              <a:gd name="T68" fmla="*/ 187 w 271"/>
              <a:gd name="T69" fmla="*/ 16 h 300"/>
              <a:gd name="T70" fmla="*/ 258 w 271"/>
              <a:gd name="T71" fmla="*/ 4 h 300"/>
              <a:gd name="T72" fmla="*/ 271 w 271"/>
              <a:gd name="T73" fmla="*/ 16 h 300"/>
              <a:gd name="T74" fmla="*/ 248 w 271"/>
              <a:gd name="T75" fmla="*/ 37 h 300"/>
              <a:gd name="T76" fmla="*/ 215 w 271"/>
              <a:gd name="T77" fmla="*/ 67 h 300"/>
              <a:gd name="T78" fmla="*/ 186 w 271"/>
              <a:gd name="T79" fmla="*/ 95 h 300"/>
            </a:gdLst>
            <a:rect l="0" t="0" r="r" b="b"/>
            <a:pathLst>
              <a:path w="271" h="300">
                <a:moveTo>
                  <a:pt x="185" y="102"/>
                </a:moveTo>
                <a:cubicBezTo>
                  <a:pt x="188" y="101"/>
                  <a:pt x="191" y="99"/>
                  <a:pt x="194" y="98"/>
                </a:cubicBezTo>
                <a:cubicBezTo>
                  <a:pt x="200" y="94"/>
                  <a:pt x="206" y="91"/>
                  <a:pt x="213" y="90"/>
                </a:cubicBezTo>
                <a:cubicBezTo>
                  <a:pt x="221" y="89"/>
                  <a:pt x="229" y="92"/>
                  <a:pt x="236" y="96"/>
                </a:cubicBezTo>
                <a:cubicBezTo>
                  <a:pt x="237" y="97"/>
                  <a:pt x="238" y="98"/>
                  <a:pt x="239" y="99"/>
                </a:cubicBezTo>
                <a:cubicBezTo>
                  <a:pt x="242" y="103"/>
                  <a:pt x="242" y="108"/>
                  <a:pt x="237" y="111"/>
                </a:cubicBezTo>
                <a:cubicBezTo>
                  <a:pt x="220" y="127"/>
                  <a:pt x="200" y="139"/>
                  <a:pt x="179" y="148"/>
                </a:cubicBezTo>
                <a:cubicBezTo>
                  <a:pt x="178" y="149"/>
                  <a:pt x="176" y="149"/>
                  <a:pt x="175" y="150"/>
                </a:cubicBezTo>
                <a:cubicBezTo>
                  <a:pt x="167" y="153"/>
                  <a:pt x="164" y="159"/>
                  <a:pt x="163" y="168"/>
                </a:cubicBezTo>
                <a:cubicBezTo>
                  <a:pt x="163" y="177"/>
                  <a:pt x="165" y="187"/>
                  <a:pt x="169" y="195"/>
                </a:cubicBezTo>
                <a:cubicBezTo>
                  <a:pt x="182" y="226"/>
                  <a:pt x="186" y="259"/>
                  <a:pt x="185" y="292"/>
                </a:cubicBezTo>
                <a:cubicBezTo>
                  <a:pt x="185" y="298"/>
                  <a:pt x="183" y="300"/>
                  <a:pt x="177" y="299"/>
                </a:cubicBezTo>
                <a:cubicBezTo>
                  <a:pt x="171" y="299"/>
                  <a:pt x="165" y="297"/>
                  <a:pt x="161" y="292"/>
                </a:cubicBezTo>
                <a:cubicBezTo>
                  <a:pt x="159" y="290"/>
                  <a:pt x="159" y="287"/>
                  <a:pt x="159" y="285"/>
                </a:cubicBezTo>
                <a:cubicBezTo>
                  <a:pt x="159" y="284"/>
                  <a:pt x="159" y="282"/>
                  <a:pt x="159" y="281"/>
                </a:cubicBezTo>
                <a:cubicBezTo>
                  <a:pt x="159" y="274"/>
                  <a:pt x="156" y="269"/>
                  <a:pt x="150" y="266"/>
                </a:cubicBezTo>
                <a:cubicBezTo>
                  <a:pt x="146" y="263"/>
                  <a:pt x="141" y="262"/>
                  <a:pt x="136" y="260"/>
                </a:cubicBezTo>
                <a:cubicBezTo>
                  <a:pt x="135" y="260"/>
                  <a:pt x="134" y="260"/>
                  <a:pt x="133" y="260"/>
                </a:cubicBezTo>
                <a:cubicBezTo>
                  <a:pt x="129" y="258"/>
                  <a:pt x="126" y="255"/>
                  <a:pt x="126" y="252"/>
                </a:cubicBezTo>
                <a:cubicBezTo>
                  <a:pt x="125" y="248"/>
                  <a:pt x="128" y="244"/>
                  <a:pt x="132" y="243"/>
                </a:cubicBezTo>
                <a:cubicBezTo>
                  <a:pt x="134" y="242"/>
                  <a:pt x="136" y="242"/>
                  <a:pt x="138" y="242"/>
                </a:cubicBezTo>
                <a:cubicBezTo>
                  <a:pt x="144" y="241"/>
                  <a:pt x="147" y="238"/>
                  <a:pt x="149" y="232"/>
                </a:cubicBezTo>
                <a:cubicBezTo>
                  <a:pt x="153" y="220"/>
                  <a:pt x="151" y="208"/>
                  <a:pt x="144" y="197"/>
                </a:cubicBezTo>
                <a:cubicBezTo>
                  <a:pt x="142" y="195"/>
                  <a:pt x="141" y="195"/>
                  <a:pt x="139" y="197"/>
                </a:cubicBezTo>
                <a:cubicBezTo>
                  <a:pt x="138" y="197"/>
                  <a:pt x="137" y="198"/>
                  <a:pt x="136" y="199"/>
                </a:cubicBezTo>
                <a:cubicBezTo>
                  <a:pt x="129" y="205"/>
                  <a:pt x="123" y="210"/>
                  <a:pt x="117" y="216"/>
                </a:cubicBezTo>
                <a:cubicBezTo>
                  <a:pt x="112" y="220"/>
                  <a:pt x="108" y="225"/>
                  <a:pt x="105" y="231"/>
                </a:cubicBezTo>
                <a:cubicBezTo>
                  <a:pt x="104" y="232"/>
                  <a:pt x="103" y="233"/>
                  <a:pt x="101" y="235"/>
                </a:cubicBezTo>
                <a:cubicBezTo>
                  <a:pt x="84" y="253"/>
                  <a:pt x="66" y="270"/>
                  <a:pt x="48" y="288"/>
                </a:cubicBezTo>
                <a:cubicBezTo>
                  <a:pt x="41" y="296"/>
                  <a:pt x="35" y="297"/>
                  <a:pt x="26" y="293"/>
                </a:cubicBezTo>
                <a:cubicBezTo>
                  <a:pt x="20" y="291"/>
                  <a:pt x="16" y="287"/>
                  <a:pt x="13" y="282"/>
                </a:cubicBezTo>
                <a:cubicBezTo>
                  <a:pt x="4" y="271"/>
                  <a:pt x="1" y="257"/>
                  <a:pt x="0" y="243"/>
                </a:cubicBezTo>
                <a:cubicBezTo>
                  <a:pt x="0" y="240"/>
                  <a:pt x="1" y="239"/>
                  <a:pt x="3" y="239"/>
                </a:cubicBezTo>
                <a:cubicBezTo>
                  <a:pt x="5" y="238"/>
                  <a:pt x="7" y="237"/>
                  <a:pt x="9" y="237"/>
                </a:cubicBezTo>
                <a:cubicBezTo>
                  <a:pt x="13" y="235"/>
                  <a:pt x="16" y="235"/>
                  <a:pt x="20" y="237"/>
                </a:cubicBezTo>
                <a:cubicBezTo>
                  <a:pt x="24" y="239"/>
                  <a:pt x="28" y="238"/>
                  <a:pt x="32" y="234"/>
                </a:cubicBezTo>
                <a:cubicBezTo>
                  <a:pt x="34" y="233"/>
                  <a:pt x="37" y="231"/>
                  <a:pt x="39" y="230"/>
                </a:cubicBezTo>
                <a:cubicBezTo>
                  <a:pt x="46" y="226"/>
                  <a:pt x="52" y="222"/>
                  <a:pt x="59" y="219"/>
                </a:cubicBezTo>
                <a:cubicBezTo>
                  <a:pt x="60" y="218"/>
                  <a:pt x="62" y="217"/>
                  <a:pt x="63" y="216"/>
                </a:cubicBezTo>
                <a:cubicBezTo>
                  <a:pt x="81" y="206"/>
                  <a:pt x="98" y="195"/>
                  <a:pt x="116" y="185"/>
                </a:cubicBezTo>
                <a:cubicBezTo>
                  <a:pt x="122" y="181"/>
                  <a:pt x="128" y="177"/>
                  <a:pt x="134" y="172"/>
                </a:cubicBezTo>
                <a:cubicBezTo>
                  <a:pt x="139" y="168"/>
                  <a:pt x="143" y="163"/>
                  <a:pt x="145" y="155"/>
                </a:cubicBezTo>
                <a:cubicBezTo>
                  <a:pt x="143" y="155"/>
                  <a:pt x="142" y="154"/>
                  <a:pt x="140" y="154"/>
                </a:cubicBezTo>
                <a:cubicBezTo>
                  <a:pt x="134" y="152"/>
                  <a:pt x="132" y="148"/>
                  <a:pt x="133" y="142"/>
                </a:cubicBezTo>
                <a:cubicBezTo>
                  <a:pt x="134" y="140"/>
                  <a:pt x="135" y="137"/>
                  <a:pt x="136" y="135"/>
                </a:cubicBezTo>
                <a:cubicBezTo>
                  <a:pt x="139" y="127"/>
                  <a:pt x="142" y="119"/>
                  <a:pt x="145" y="112"/>
                </a:cubicBezTo>
                <a:cubicBezTo>
                  <a:pt x="145" y="111"/>
                  <a:pt x="146" y="110"/>
                  <a:pt x="146" y="109"/>
                </a:cubicBezTo>
                <a:cubicBezTo>
                  <a:pt x="147" y="105"/>
                  <a:pt x="146" y="104"/>
                  <a:pt x="143" y="104"/>
                </a:cubicBezTo>
                <a:cubicBezTo>
                  <a:pt x="140" y="104"/>
                  <a:pt x="138" y="104"/>
                  <a:pt x="135" y="105"/>
                </a:cubicBezTo>
                <a:cubicBezTo>
                  <a:pt x="132" y="106"/>
                  <a:pt x="128" y="107"/>
                  <a:pt x="124" y="108"/>
                </a:cubicBezTo>
                <a:cubicBezTo>
                  <a:pt x="122" y="109"/>
                  <a:pt x="121" y="111"/>
                  <a:pt x="121" y="113"/>
                </a:cubicBezTo>
                <a:cubicBezTo>
                  <a:pt x="121" y="122"/>
                  <a:pt x="121" y="131"/>
                  <a:pt x="121" y="140"/>
                </a:cubicBezTo>
                <a:cubicBezTo>
                  <a:pt x="121" y="142"/>
                  <a:pt x="120" y="144"/>
                  <a:pt x="119" y="146"/>
                </a:cubicBezTo>
                <a:cubicBezTo>
                  <a:pt x="108" y="160"/>
                  <a:pt x="98" y="174"/>
                  <a:pt x="87" y="188"/>
                </a:cubicBezTo>
                <a:cubicBezTo>
                  <a:pt x="87" y="189"/>
                  <a:pt x="86" y="189"/>
                  <a:pt x="86" y="190"/>
                </a:cubicBezTo>
                <a:cubicBezTo>
                  <a:pt x="81" y="185"/>
                  <a:pt x="77" y="181"/>
                  <a:pt x="73" y="176"/>
                </a:cubicBezTo>
                <a:cubicBezTo>
                  <a:pt x="70" y="173"/>
                  <a:pt x="69" y="170"/>
                  <a:pt x="69" y="166"/>
                </a:cubicBezTo>
                <a:cubicBezTo>
                  <a:pt x="68" y="164"/>
                  <a:pt x="68" y="161"/>
                  <a:pt x="67" y="159"/>
                </a:cubicBezTo>
                <a:cubicBezTo>
                  <a:pt x="58" y="138"/>
                  <a:pt x="57" y="117"/>
                  <a:pt x="63" y="95"/>
                </a:cubicBezTo>
                <a:cubicBezTo>
                  <a:pt x="67" y="84"/>
                  <a:pt x="67" y="74"/>
                  <a:pt x="66" y="63"/>
                </a:cubicBezTo>
                <a:cubicBezTo>
                  <a:pt x="66" y="60"/>
                  <a:pt x="66" y="57"/>
                  <a:pt x="66" y="54"/>
                </a:cubicBezTo>
                <a:cubicBezTo>
                  <a:pt x="66" y="50"/>
                  <a:pt x="68" y="47"/>
                  <a:pt x="72" y="47"/>
                </a:cubicBezTo>
                <a:cubicBezTo>
                  <a:pt x="75" y="46"/>
                  <a:pt x="78" y="47"/>
                  <a:pt x="80" y="48"/>
                </a:cubicBezTo>
                <a:cubicBezTo>
                  <a:pt x="83" y="50"/>
                  <a:pt x="85" y="52"/>
                  <a:pt x="88" y="55"/>
                </a:cubicBezTo>
                <a:cubicBezTo>
                  <a:pt x="90" y="57"/>
                  <a:pt x="91" y="59"/>
                  <a:pt x="93" y="61"/>
                </a:cubicBezTo>
                <a:cubicBezTo>
                  <a:pt x="99" y="66"/>
                  <a:pt x="103" y="67"/>
                  <a:pt x="109" y="63"/>
                </a:cubicBezTo>
                <a:cubicBezTo>
                  <a:pt x="117" y="58"/>
                  <a:pt x="125" y="53"/>
                  <a:pt x="133" y="48"/>
                </a:cubicBezTo>
                <a:cubicBezTo>
                  <a:pt x="142" y="41"/>
                  <a:pt x="151" y="35"/>
                  <a:pt x="160" y="28"/>
                </a:cubicBezTo>
                <a:cubicBezTo>
                  <a:pt x="163" y="25"/>
                  <a:pt x="167" y="24"/>
                  <a:pt x="171" y="23"/>
                </a:cubicBezTo>
                <a:cubicBezTo>
                  <a:pt x="177" y="23"/>
                  <a:pt x="182" y="20"/>
                  <a:pt x="187" y="16"/>
                </a:cubicBezTo>
                <a:cubicBezTo>
                  <a:pt x="196" y="6"/>
                  <a:pt x="208" y="2"/>
                  <a:pt x="221" y="1"/>
                </a:cubicBezTo>
                <a:cubicBezTo>
                  <a:pt x="233" y="0"/>
                  <a:pt x="246" y="0"/>
                  <a:pt x="258" y="4"/>
                </a:cubicBezTo>
                <a:cubicBezTo>
                  <a:pt x="261" y="5"/>
                  <a:pt x="264" y="7"/>
                  <a:pt x="267" y="9"/>
                </a:cubicBezTo>
                <a:cubicBezTo>
                  <a:pt x="270" y="10"/>
                  <a:pt x="271" y="13"/>
                  <a:pt x="271" y="16"/>
                </a:cubicBezTo>
                <a:cubicBezTo>
                  <a:pt x="271" y="18"/>
                  <a:pt x="271" y="19"/>
                  <a:pt x="269" y="21"/>
                </a:cubicBezTo>
                <a:cubicBezTo>
                  <a:pt x="262" y="26"/>
                  <a:pt x="255" y="31"/>
                  <a:pt x="248" y="37"/>
                </a:cubicBezTo>
                <a:cubicBezTo>
                  <a:pt x="240" y="43"/>
                  <a:pt x="232" y="50"/>
                  <a:pt x="226" y="58"/>
                </a:cubicBezTo>
                <a:cubicBezTo>
                  <a:pt x="223" y="62"/>
                  <a:pt x="219" y="65"/>
                  <a:pt x="215" y="67"/>
                </a:cubicBezTo>
                <a:cubicBezTo>
                  <a:pt x="213" y="68"/>
                  <a:pt x="212" y="69"/>
                  <a:pt x="211" y="70"/>
                </a:cubicBezTo>
                <a:cubicBezTo>
                  <a:pt x="202" y="79"/>
                  <a:pt x="194" y="87"/>
                  <a:pt x="186" y="95"/>
                </a:cubicBezTo>
                <a:cubicBezTo>
                  <a:pt x="184" y="97"/>
                  <a:pt x="183" y="99"/>
                  <a:pt x="185" y="10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3" name="Freeform 14">
            <a:extLst xmlns:a="http://schemas.openxmlformats.org/drawingml/2006/main">
              <a:ext uri="{FF2B5EF4-FFF2-40B4-BE49-F238E27FC236}">
                <a16:creationId xmlns:a16="http://schemas.microsoft.com/office/drawing/2014/main" id="{266AAAEF-D8A0-4C83-B041-D477E58EA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1601" y="548337"/>
            <a:ext cx="141990" cy="90098"/>
          </a:xfrm>
          <a:custGeom xmlns:a="http://schemas.openxmlformats.org/drawingml/2006/main">
            <a:gdLst>
              <a:gd name="T0" fmla="*/ 16 w 280"/>
              <a:gd name="T1" fmla="*/ 133 h 178"/>
              <a:gd name="T2" fmla="*/ 14 w 280"/>
              <a:gd name="T3" fmla="*/ 124 h 178"/>
              <a:gd name="T4" fmla="*/ 2 w 280"/>
              <a:gd name="T5" fmla="*/ 103 h 178"/>
              <a:gd name="T6" fmla="*/ 6 w 280"/>
              <a:gd name="T7" fmla="*/ 81 h 178"/>
              <a:gd name="T8" fmla="*/ 16 w 280"/>
              <a:gd name="T9" fmla="*/ 77 h 178"/>
              <a:gd name="T10" fmla="*/ 22 w 280"/>
              <a:gd name="T11" fmla="*/ 77 h 178"/>
              <a:gd name="T12" fmla="*/ 40 w 280"/>
              <a:gd name="T13" fmla="*/ 71 h 178"/>
              <a:gd name="T14" fmla="*/ 54 w 280"/>
              <a:gd name="T15" fmla="*/ 64 h 178"/>
              <a:gd name="T16" fmla="*/ 63 w 280"/>
              <a:gd name="T17" fmla="*/ 61 h 178"/>
              <a:gd name="T18" fmla="*/ 144 w 280"/>
              <a:gd name="T19" fmla="*/ 25 h 178"/>
              <a:gd name="T20" fmla="*/ 169 w 280"/>
              <a:gd name="T21" fmla="*/ 16 h 178"/>
              <a:gd name="T22" fmla="*/ 186 w 280"/>
              <a:gd name="T23" fmla="*/ 13 h 178"/>
              <a:gd name="T24" fmla="*/ 209 w 280"/>
              <a:gd name="T25" fmla="*/ 9 h 178"/>
              <a:gd name="T26" fmla="*/ 224 w 280"/>
              <a:gd name="T27" fmla="*/ 3 h 178"/>
              <a:gd name="T28" fmla="*/ 233 w 280"/>
              <a:gd name="T29" fmla="*/ 0 h 178"/>
              <a:gd name="T30" fmla="*/ 265 w 280"/>
              <a:gd name="T31" fmla="*/ 5 h 178"/>
              <a:gd name="T32" fmla="*/ 274 w 280"/>
              <a:gd name="T33" fmla="*/ 29 h 178"/>
              <a:gd name="T34" fmla="*/ 256 w 280"/>
              <a:gd name="T35" fmla="*/ 50 h 178"/>
              <a:gd name="T36" fmla="*/ 245 w 280"/>
              <a:gd name="T37" fmla="*/ 53 h 178"/>
              <a:gd name="T38" fmla="*/ 220 w 280"/>
              <a:gd name="T39" fmla="*/ 56 h 178"/>
              <a:gd name="T40" fmla="*/ 213 w 280"/>
              <a:gd name="T41" fmla="*/ 58 h 178"/>
              <a:gd name="T42" fmla="*/ 208 w 280"/>
              <a:gd name="T43" fmla="*/ 67 h 178"/>
              <a:gd name="T44" fmla="*/ 210 w 280"/>
              <a:gd name="T45" fmla="*/ 76 h 178"/>
              <a:gd name="T46" fmla="*/ 218 w 280"/>
              <a:gd name="T47" fmla="*/ 92 h 178"/>
              <a:gd name="T48" fmla="*/ 224 w 280"/>
              <a:gd name="T49" fmla="*/ 115 h 178"/>
              <a:gd name="T50" fmla="*/ 220 w 280"/>
              <a:gd name="T51" fmla="*/ 146 h 178"/>
              <a:gd name="T52" fmla="*/ 197 w 280"/>
              <a:gd name="T53" fmla="*/ 163 h 178"/>
              <a:gd name="T54" fmla="*/ 189 w 280"/>
              <a:gd name="T55" fmla="*/ 163 h 178"/>
              <a:gd name="T56" fmla="*/ 181 w 280"/>
              <a:gd name="T57" fmla="*/ 167 h 178"/>
              <a:gd name="T58" fmla="*/ 178 w 280"/>
              <a:gd name="T59" fmla="*/ 170 h 178"/>
              <a:gd name="T60" fmla="*/ 156 w 280"/>
              <a:gd name="T61" fmla="*/ 175 h 178"/>
              <a:gd name="T62" fmla="*/ 140 w 280"/>
              <a:gd name="T63" fmla="*/ 166 h 178"/>
              <a:gd name="T64" fmla="*/ 126 w 280"/>
              <a:gd name="T65" fmla="*/ 162 h 178"/>
              <a:gd name="T66" fmla="*/ 119 w 280"/>
              <a:gd name="T67" fmla="*/ 160 h 178"/>
              <a:gd name="T68" fmla="*/ 113 w 280"/>
              <a:gd name="T69" fmla="*/ 150 h 178"/>
              <a:gd name="T70" fmla="*/ 115 w 280"/>
              <a:gd name="T71" fmla="*/ 147 h 178"/>
              <a:gd name="T72" fmla="*/ 122 w 280"/>
              <a:gd name="T73" fmla="*/ 147 h 178"/>
              <a:gd name="T74" fmla="*/ 166 w 280"/>
              <a:gd name="T75" fmla="*/ 141 h 178"/>
              <a:gd name="T76" fmla="*/ 185 w 280"/>
              <a:gd name="T77" fmla="*/ 129 h 178"/>
              <a:gd name="T78" fmla="*/ 188 w 280"/>
              <a:gd name="T79" fmla="*/ 120 h 178"/>
              <a:gd name="T80" fmla="*/ 185 w 280"/>
              <a:gd name="T81" fmla="*/ 92 h 178"/>
              <a:gd name="T82" fmla="*/ 184 w 280"/>
              <a:gd name="T83" fmla="*/ 77 h 178"/>
              <a:gd name="T84" fmla="*/ 179 w 280"/>
              <a:gd name="T85" fmla="*/ 71 h 178"/>
              <a:gd name="T86" fmla="*/ 163 w 280"/>
              <a:gd name="T87" fmla="*/ 75 h 178"/>
              <a:gd name="T88" fmla="*/ 158 w 280"/>
              <a:gd name="T89" fmla="*/ 79 h 178"/>
              <a:gd name="T90" fmla="*/ 145 w 280"/>
              <a:gd name="T91" fmla="*/ 82 h 178"/>
              <a:gd name="T92" fmla="*/ 116 w 280"/>
              <a:gd name="T93" fmla="*/ 91 h 178"/>
              <a:gd name="T94" fmla="*/ 80 w 280"/>
              <a:gd name="T95" fmla="*/ 118 h 178"/>
              <a:gd name="T96" fmla="*/ 52 w 280"/>
              <a:gd name="T97" fmla="*/ 135 h 178"/>
              <a:gd name="T98" fmla="*/ 22 w 280"/>
              <a:gd name="T99" fmla="*/ 136 h 178"/>
              <a:gd name="T100" fmla="*/ 18 w 280"/>
              <a:gd name="T101" fmla="*/ 134 h 178"/>
              <a:gd name="T102" fmla="*/ 16 w 280"/>
              <a:gd name="T103" fmla="*/ 133 h 178"/>
            </a:gdLst>
            <a:rect l="0" t="0" r="r" b="b"/>
            <a:pathLst>
              <a:path w="280" h="178">
                <a:moveTo>
                  <a:pt x="16" y="133"/>
                </a:moveTo>
                <a:cubicBezTo>
                  <a:pt x="18" y="129"/>
                  <a:pt x="16" y="127"/>
                  <a:pt x="14" y="124"/>
                </a:cubicBezTo>
                <a:cubicBezTo>
                  <a:pt x="9" y="118"/>
                  <a:pt x="5" y="111"/>
                  <a:pt x="2" y="103"/>
                </a:cubicBezTo>
                <a:cubicBezTo>
                  <a:pt x="0" y="95"/>
                  <a:pt x="1" y="88"/>
                  <a:pt x="6" y="81"/>
                </a:cubicBezTo>
                <a:cubicBezTo>
                  <a:pt x="9" y="78"/>
                  <a:pt x="12" y="76"/>
                  <a:pt x="16" y="77"/>
                </a:cubicBezTo>
                <a:cubicBezTo>
                  <a:pt x="18" y="77"/>
                  <a:pt x="20" y="76"/>
                  <a:pt x="22" y="77"/>
                </a:cubicBezTo>
                <a:cubicBezTo>
                  <a:pt x="29" y="79"/>
                  <a:pt x="36" y="76"/>
                  <a:pt x="40" y="71"/>
                </a:cubicBezTo>
                <a:cubicBezTo>
                  <a:pt x="44" y="67"/>
                  <a:pt x="49" y="65"/>
                  <a:pt x="54" y="64"/>
                </a:cubicBezTo>
                <a:cubicBezTo>
                  <a:pt x="57" y="64"/>
                  <a:pt x="60" y="62"/>
                  <a:pt x="63" y="61"/>
                </a:cubicBezTo>
                <a:cubicBezTo>
                  <a:pt x="89" y="47"/>
                  <a:pt x="116" y="35"/>
                  <a:pt x="144" y="25"/>
                </a:cubicBezTo>
                <a:cubicBezTo>
                  <a:pt x="152" y="22"/>
                  <a:pt x="161" y="19"/>
                  <a:pt x="169" y="16"/>
                </a:cubicBezTo>
                <a:cubicBezTo>
                  <a:pt x="174" y="14"/>
                  <a:pt x="180" y="14"/>
                  <a:pt x="186" y="13"/>
                </a:cubicBezTo>
                <a:cubicBezTo>
                  <a:pt x="194" y="12"/>
                  <a:pt x="201" y="11"/>
                  <a:pt x="209" y="9"/>
                </a:cubicBezTo>
                <a:cubicBezTo>
                  <a:pt x="214" y="8"/>
                  <a:pt x="219" y="5"/>
                  <a:pt x="224" y="3"/>
                </a:cubicBezTo>
                <a:cubicBezTo>
                  <a:pt x="227" y="1"/>
                  <a:pt x="230" y="0"/>
                  <a:pt x="233" y="0"/>
                </a:cubicBezTo>
                <a:cubicBezTo>
                  <a:pt x="244" y="0"/>
                  <a:pt x="255" y="1"/>
                  <a:pt x="265" y="5"/>
                </a:cubicBezTo>
                <a:cubicBezTo>
                  <a:pt x="276" y="9"/>
                  <a:pt x="280" y="19"/>
                  <a:pt x="274" y="29"/>
                </a:cubicBezTo>
                <a:cubicBezTo>
                  <a:pt x="270" y="38"/>
                  <a:pt x="263" y="45"/>
                  <a:pt x="256" y="50"/>
                </a:cubicBezTo>
                <a:cubicBezTo>
                  <a:pt x="252" y="53"/>
                  <a:pt x="249" y="53"/>
                  <a:pt x="245" y="53"/>
                </a:cubicBezTo>
                <a:cubicBezTo>
                  <a:pt x="236" y="54"/>
                  <a:pt x="228" y="55"/>
                  <a:pt x="220" y="56"/>
                </a:cubicBezTo>
                <a:cubicBezTo>
                  <a:pt x="218" y="57"/>
                  <a:pt x="215" y="57"/>
                  <a:pt x="213" y="58"/>
                </a:cubicBezTo>
                <a:cubicBezTo>
                  <a:pt x="209" y="60"/>
                  <a:pt x="208" y="63"/>
                  <a:pt x="208" y="67"/>
                </a:cubicBezTo>
                <a:cubicBezTo>
                  <a:pt x="208" y="70"/>
                  <a:pt x="209" y="73"/>
                  <a:pt x="210" y="76"/>
                </a:cubicBezTo>
                <a:cubicBezTo>
                  <a:pt x="213" y="82"/>
                  <a:pt x="215" y="87"/>
                  <a:pt x="218" y="92"/>
                </a:cubicBezTo>
                <a:cubicBezTo>
                  <a:pt x="221" y="100"/>
                  <a:pt x="224" y="107"/>
                  <a:pt x="224" y="115"/>
                </a:cubicBezTo>
                <a:cubicBezTo>
                  <a:pt x="224" y="126"/>
                  <a:pt x="223" y="136"/>
                  <a:pt x="220" y="146"/>
                </a:cubicBezTo>
                <a:cubicBezTo>
                  <a:pt x="216" y="157"/>
                  <a:pt x="209" y="162"/>
                  <a:pt x="197" y="163"/>
                </a:cubicBezTo>
                <a:cubicBezTo>
                  <a:pt x="194" y="163"/>
                  <a:pt x="192" y="163"/>
                  <a:pt x="189" y="163"/>
                </a:cubicBezTo>
                <a:cubicBezTo>
                  <a:pt x="186" y="163"/>
                  <a:pt x="183" y="163"/>
                  <a:pt x="181" y="167"/>
                </a:cubicBezTo>
                <a:cubicBezTo>
                  <a:pt x="180" y="168"/>
                  <a:pt x="179" y="169"/>
                  <a:pt x="178" y="170"/>
                </a:cubicBezTo>
                <a:cubicBezTo>
                  <a:pt x="171" y="176"/>
                  <a:pt x="164" y="178"/>
                  <a:pt x="156" y="175"/>
                </a:cubicBezTo>
                <a:cubicBezTo>
                  <a:pt x="151" y="172"/>
                  <a:pt x="145" y="169"/>
                  <a:pt x="140" y="166"/>
                </a:cubicBezTo>
                <a:cubicBezTo>
                  <a:pt x="136" y="163"/>
                  <a:pt x="132" y="162"/>
                  <a:pt x="126" y="162"/>
                </a:cubicBezTo>
                <a:cubicBezTo>
                  <a:pt x="124" y="162"/>
                  <a:pt x="121" y="163"/>
                  <a:pt x="119" y="160"/>
                </a:cubicBezTo>
                <a:cubicBezTo>
                  <a:pt x="116" y="157"/>
                  <a:pt x="114" y="154"/>
                  <a:pt x="113" y="150"/>
                </a:cubicBezTo>
                <a:cubicBezTo>
                  <a:pt x="112" y="148"/>
                  <a:pt x="113" y="147"/>
                  <a:pt x="115" y="147"/>
                </a:cubicBezTo>
                <a:cubicBezTo>
                  <a:pt x="117" y="147"/>
                  <a:pt x="120" y="147"/>
                  <a:pt x="122" y="147"/>
                </a:cubicBezTo>
                <a:cubicBezTo>
                  <a:pt x="137" y="148"/>
                  <a:pt x="152" y="146"/>
                  <a:pt x="166" y="141"/>
                </a:cubicBezTo>
                <a:cubicBezTo>
                  <a:pt x="173" y="138"/>
                  <a:pt x="179" y="134"/>
                  <a:pt x="185" y="129"/>
                </a:cubicBezTo>
                <a:cubicBezTo>
                  <a:pt x="188" y="126"/>
                  <a:pt x="189" y="123"/>
                  <a:pt x="188" y="120"/>
                </a:cubicBezTo>
                <a:cubicBezTo>
                  <a:pt x="187" y="111"/>
                  <a:pt x="186" y="102"/>
                  <a:pt x="185" y="92"/>
                </a:cubicBezTo>
                <a:cubicBezTo>
                  <a:pt x="184" y="87"/>
                  <a:pt x="184" y="82"/>
                  <a:pt x="184" y="77"/>
                </a:cubicBezTo>
                <a:cubicBezTo>
                  <a:pt x="184" y="73"/>
                  <a:pt x="183" y="71"/>
                  <a:pt x="179" y="71"/>
                </a:cubicBezTo>
                <a:cubicBezTo>
                  <a:pt x="173" y="70"/>
                  <a:pt x="168" y="70"/>
                  <a:pt x="163" y="75"/>
                </a:cubicBezTo>
                <a:cubicBezTo>
                  <a:pt x="162" y="76"/>
                  <a:pt x="160" y="77"/>
                  <a:pt x="158" y="79"/>
                </a:cubicBezTo>
                <a:cubicBezTo>
                  <a:pt x="154" y="81"/>
                  <a:pt x="150" y="83"/>
                  <a:pt x="145" y="82"/>
                </a:cubicBezTo>
                <a:cubicBezTo>
                  <a:pt x="134" y="82"/>
                  <a:pt x="124" y="85"/>
                  <a:pt x="116" y="91"/>
                </a:cubicBezTo>
                <a:cubicBezTo>
                  <a:pt x="104" y="100"/>
                  <a:pt x="92" y="109"/>
                  <a:pt x="80" y="118"/>
                </a:cubicBezTo>
                <a:cubicBezTo>
                  <a:pt x="71" y="124"/>
                  <a:pt x="62" y="131"/>
                  <a:pt x="52" y="135"/>
                </a:cubicBezTo>
                <a:cubicBezTo>
                  <a:pt x="42" y="139"/>
                  <a:pt x="32" y="140"/>
                  <a:pt x="22" y="136"/>
                </a:cubicBezTo>
                <a:cubicBezTo>
                  <a:pt x="20" y="136"/>
                  <a:pt x="19" y="135"/>
                  <a:pt x="18" y="134"/>
                </a:cubicBezTo>
                <a:cubicBezTo>
                  <a:pt x="17" y="134"/>
                  <a:pt x="17" y="134"/>
                  <a:pt x="16" y="133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4" name="Freeform 15">
            <a:extLst xmlns:a="http://schemas.openxmlformats.org/drawingml/2006/main">
              <a:ext uri="{FF2B5EF4-FFF2-40B4-BE49-F238E27FC236}">
                <a16:creationId xmlns:a16="http://schemas.microsoft.com/office/drawing/2014/main" id="{F117BC02-AEA3-43CF-B30E-173C23354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703" y="432578"/>
            <a:ext cx="107776" cy="57594"/>
          </a:xfrm>
          <a:custGeom xmlns:a="http://schemas.openxmlformats.org/drawingml/2006/main">
            <a:gdLst>
              <a:gd name="T0" fmla="*/ 197 w 212"/>
              <a:gd name="T1" fmla="*/ 0 h 114"/>
              <a:gd name="T2" fmla="*/ 205 w 212"/>
              <a:gd name="T3" fmla="*/ 0 h 114"/>
              <a:gd name="T4" fmla="*/ 211 w 212"/>
              <a:gd name="T5" fmla="*/ 9 h 114"/>
              <a:gd name="T6" fmla="*/ 191 w 212"/>
              <a:gd name="T7" fmla="*/ 29 h 114"/>
              <a:gd name="T8" fmla="*/ 187 w 212"/>
              <a:gd name="T9" fmla="*/ 29 h 114"/>
              <a:gd name="T10" fmla="*/ 174 w 212"/>
              <a:gd name="T11" fmla="*/ 33 h 114"/>
              <a:gd name="T12" fmla="*/ 132 w 212"/>
              <a:gd name="T13" fmla="*/ 67 h 114"/>
              <a:gd name="T14" fmla="*/ 109 w 212"/>
              <a:gd name="T15" fmla="*/ 91 h 114"/>
              <a:gd name="T16" fmla="*/ 71 w 212"/>
              <a:gd name="T17" fmla="*/ 112 h 114"/>
              <a:gd name="T18" fmla="*/ 40 w 212"/>
              <a:gd name="T19" fmla="*/ 108 h 114"/>
              <a:gd name="T20" fmla="*/ 9 w 212"/>
              <a:gd name="T21" fmla="*/ 90 h 114"/>
              <a:gd name="T22" fmla="*/ 8 w 212"/>
              <a:gd name="T23" fmla="*/ 89 h 114"/>
              <a:gd name="T24" fmla="*/ 11 w 212"/>
              <a:gd name="T25" fmla="*/ 64 h 114"/>
              <a:gd name="T26" fmla="*/ 15 w 212"/>
              <a:gd name="T27" fmla="*/ 62 h 114"/>
              <a:gd name="T28" fmla="*/ 114 w 212"/>
              <a:gd name="T29" fmla="*/ 23 h 114"/>
              <a:gd name="T30" fmla="*/ 130 w 212"/>
              <a:gd name="T31" fmla="*/ 18 h 114"/>
              <a:gd name="T32" fmla="*/ 164 w 212"/>
              <a:gd name="T33" fmla="*/ 7 h 114"/>
              <a:gd name="T34" fmla="*/ 197 w 212"/>
              <a:gd name="T35" fmla="*/ 0 h 114"/>
            </a:gdLst>
            <a:rect l="0" t="0" r="r" b="b"/>
            <a:pathLst>
              <a:path w="212" h="114">
                <a:moveTo>
                  <a:pt x="197" y="0"/>
                </a:moveTo>
                <a:cubicBezTo>
                  <a:pt x="199" y="0"/>
                  <a:pt x="202" y="0"/>
                  <a:pt x="205" y="0"/>
                </a:cubicBezTo>
                <a:cubicBezTo>
                  <a:pt x="209" y="1"/>
                  <a:pt x="212" y="5"/>
                  <a:pt x="211" y="9"/>
                </a:cubicBezTo>
                <a:cubicBezTo>
                  <a:pt x="207" y="18"/>
                  <a:pt x="200" y="25"/>
                  <a:pt x="191" y="29"/>
                </a:cubicBezTo>
                <a:cubicBezTo>
                  <a:pt x="189" y="29"/>
                  <a:pt x="188" y="29"/>
                  <a:pt x="187" y="29"/>
                </a:cubicBezTo>
                <a:cubicBezTo>
                  <a:pt x="182" y="28"/>
                  <a:pt x="178" y="30"/>
                  <a:pt x="174" y="33"/>
                </a:cubicBezTo>
                <a:cubicBezTo>
                  <a:pt x="158" y="43"/>
                  <a:pt x="144" y="54"/>
                  <a:pt x="132" y="67"/>
                </a:cubicBezTo>
                <a:cubicBezTo>
                  <a:pt x="124" y="75"/>
                  <a:pt x="116" y="83"/>
                  <a:pt x="109" y="91"/>
                </a:cubicBezTo>
                <a:cubicBezTo>
                  <a:pt x="99" y="102"/>
                  <a:pt x="86" y="110"/>
                  <a:pt x="71" y="112"/>
                </a:cubicBezTo>
                <a:cubicBezTo>
                  <a:pt x="61" y="114"/>
                  <a:pt x="50" y="112"/>
                  <a:pt x="40" y="108"/>
                </a:cubicBezTo>
                <a:cubicBezTo>
                  <a:pt x="29" y="104"/>
                  <a:pt x="19" y="98"/>
                  <a:pt x="9" y="90"/>
                </a:cubicBezTo>
                <a:cubicBezTo>
                  <a:pt x="9" y="90"/>
                  <a:pt x="9" y="89"/>
                  <a:pt x="8" y="89"/>
                </a:cubicBezTo>
                <a:cubicBezTo>
                  <a:pt x="0" y="81"/>
                  <a:pt x="2" y="70"/>
                  <a:pt x="11" y="64"/>
                </a:cubicBezTo>
                <a:cubicBezTo>
                  <a:pt x="12" y="63"/>
                  <a:pt x="14" y="63"/>
                  <a:pt x="15" y="62"/>
                </a:cubicBezTo>
                <a:cubicBezTo>
                  <a:pt x="48" y="49"/>
                  <a:pt x="81" y="36"/>
                  <a:pt x="114" y="23"/>
                </a:cubicBezTo>
                <a:cubicBezTo>
                  <a:pt x="119" y="21"/>
                  <a:pt x="125" y="19"/>
                  <a:pt x="130" y="18"/>
                </a:cubicBezTo>
                <a:cubicBezTo>
                  <a:pt x="142" y="15"/>
                  <a:pt x="153" y="12"/>
                  <a:pt x="164" y="7"/>
                </a:cubicBezTo>
                <a:cubicBezTo>
                  <a:pt x="175" y="2"/>
                  <a:pt x="186" y="0"/>
                  <a:pt x="197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5" name="Freeform 16">
            <a:extLst xmlns:a="http://schemas.openxmlformats.org/drawingml/2006/main">
              <a:ext uri="{FF2B5EF4-FFF2-40B4-BE49-F238E27FC236}">
                <a16:creationId xmlns:a16="http://schemas.microsoft.com/office/drawing/2014/main" id="{E57ED5B3-B322-4331-88B8-BD7FF8321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5059" y="361297"/>
            <a:ext cx="57594" cy="63867"/>
          </a:xfrm>
          <a:custGeom xmlns:a="http://schemas.openxmlformats.org/drawingml/2006/main">
            <a:gdLst>
              <a:gd name="T0" fmla="*/ 114 w 114"/>
              <a:gd name="T1" fmla="*/ 70 h 126"/>
              <a:gd name="T2" fmla="*/ 101 w 114"/>
              <a:gd name="T3" fmla="*/ 91 h 126"/>
              <a:gd name="T4" fmla="*/ 78 w 114"/>
              <a:gd name="T5" fmla="*/ 97 h 126"/>
              <a:gd name="T6" fmla="*/ 58 w 114"/>
              <a:gd name="T7" fmla="*/ 106 h 126"/>
              <a:gd name="T8" fmla="*/ 40 w 114"/>
              <a:gd name="T9" fmla="*/ 121 h 126"/>
              <a:gd name="T10" fmla="*/ 31 w 114"/>
              <a:gd name="T11" fmla="*/ 125 h 126"/>
              <a:gd name="T12" fmla="*/ 23 w 114"/>
              <a:gd name="T13" fmla="*/ 122 h 126"/>
              <a:gd name="T14" fmla="*/ 23 w 114"/>
              <a:gd name="T15" fmla="*/ 112 h 126"/>
              <a:gd name="T16" fmla="*/ 26 w 114"/>
              <a:gd name="T17" fmla="*/ 68 h 126"/>
              <a:gd name="T18" fmla="*/ 16 w 114"/>
              <a:gd name="T19" fmla="*/ 50 h 126"/>
              <a:gd name="T20" fmla="*/ 11 w 114"/>
              <a:gd name="T21" fmla="*/ 39 h 126"/>
              <a:gd name="T22" fmla="*/ 3 w 114"/>
              <a:gd name="T23" fmla="*/ 21 h 126"/>
              <a:gd name="T24" fmla="*/ 3 w 114"/>
              <a:gd name="T25" fmla="*/ 6 h 126"/>
              <a:gd name="T26" fmla="*/ 12 w 114"/>
              <a:gd name="T27" fmla="*/ 0 h 126"/>
              <a:gd name="T28" fmla="*/ 18 w 114"/>
              <a:gd name="T29" fmla="*/ 1 h 126"/>
              <a:gd name="T30" fmla="*/ 50 w 114"/>
              <a:gd name="T31" fmla="*/ 12 h 126"/>
              <a:gd name="T32" fmla="*/ 86 w 114"/>
              <a:gd name="T33" fmla="*/ 31 h 126"/>
              <a:gd name="T34" fmla="*/ 106 w 114"/>
              <a:gd name="T35" fmla="*/ 48 h 126"/>
              <a:gd name="T36" fmla="*/ 114 w 114"/>
              <a:gd name="T37" fmla="*/ 70 h 126"/>
            </a:gdLst>
            <a:rect l="0" t="0" r="r" b="b"/>
            <a:pathLst>
              <a:path w="114" h="126">
                <a:moveTo>
                  <a:pt x="114" y="70"/>
                </a:moveTo>
                <a:cubicBezTo>
                  <a:pt x="114" y="79"/>
                  <a:pt x="109" y="86"/>
                  <a:pt x="101" y="91"/>
                </a:cubicBezTo>
                <a:cubicBezTo>
                  <a:pt x="94" y="95"/>
                  <a:pt x="86" y="97"/>
                  <a:pt x="78" y="97"/>
                </a:cubicBezTo>
                <a:cubicBezTo>
                  <a:pt x="64" y="97"/>
                  <a:pt x="66" y="98"/>
                  <a:pt x="58" y="106"/>
                </a:cubicBezTo>
                <a:cubicBezTo>
                  <a:pt x="52" y="111"/>
                  <a:pt x="46" y="116"/>
                  <a:pt x="40" y="121"/>
                </a:cubicBezTo>
                <a:cubicBezTo>
                  <a:pt x="38" y="123"/>
                  <a:pt x="35" y="124"/>
                  <a:pt x="31" y="125"/>
                </a:cubicBezTo>
                <a:cubicBezTo>
                  <a:pt x="28" y="126"/>
                  <a:pt x="25" y="125"/>
                  <a:pt x="23" y="122"/>
                </a:cubicBezTo>
                <a:cubicBezTo>
                  <a:pt x="22" y="118"/>
                  <a:pt x="21" y="115"/>
                  <a:pt x="23" y="112"/>
                </a:cubicBezTo>
                <a:cubicBezTo>
                  <a:pt x="33" y="98"/>
                  <a:pt x="33" y="83"/>
                  <a:pt x="26" y="68"/>
                </a:cubicBezTo>
                <a:cubicBezTo>
                  <a:pt x="23" y="61"/>
                  <a:pt x="19" y="56"/>
                  <a:pt x="16" y="50"/>
                </a:cubicBezTo>
                <a:cubicBezTo>
                  <a:pt x="14" y="46"/>
                  <a:pt x="12" y="43"/>
                  <a:pt x="11" y="39"/>
                </a:cubicBezTo>
                <a:cubicBezTo>
                  <a:pt x="9" y="33"/>
                  <a:pt x="7" y="27"/>
                  <a:pt x="3" y="21"/>
                </a:cubicBezTo>
                <a:cubicBezTo>
                  <a:pt x="0" y="17"/>
                  <a:pt x="0" y="12"/>
                  <a:pt x="3" y="6"/>
                </a:cubicBezTo>
                <a:cubicBezTo>
                  <a:pt x="5" y="2"/>
                  <a:pt x="8" y="0"/>
                  <a:pt x="12" y="0"/>
                </a:cubicBezTo>
                <a:cubicBezTo>
                  <a:pt x="14" y="0"/>
                  <a:pt x="16" y="1"/>
                  <a:pt x="18" y="1"/>
                </a:cubicBezTo>
                <a:cubicBezTo>
                  <a:pt x="29" y="3"/>
                  <a:pt x="40" y="7"/>
                  <a:pt x="50" y="12"/>
                </a:cubicBezTo>
                <a:cubicBezTo>
                  <a:pt x="62" y="19"/>
                  <a:pt x="74" y="25"/>
                  <a:pt x="86" y="31"/>
                </a:cubicBezTo>
                <a:cubicBezTo>
                  <a:pt x="94" y="36"/>
                  <a:pt x="101" y="41"/>
                  <a:pt x="106" y="48"/>
                </a:cubicBezTo>
                <a:cubicBezTo>
                  <a:pt x="111" y="54"/>
                  <a:pt x="114" y="61"/>
                  <a:pt x="114" y="7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6" name="Freeform 24">
            <a:extLst xmlns:a="http://schemas.openxmlformats.org/drawingml/2006/main">
              <a:ext uri="{FF2B5EF4-FFF2-40B4-BE49-F238E27FC236}">
                <a16:creationId xmlns:a16="http://schemas.microsoft.com/office/drawing/2014/main" id="{B25DD037-7907-4917-BBB6-08E34EE61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4717" y="420032"/>
            <a:ext cx="56454" cy="76412"/>
          </a:xfrm>
          <a:custGeom xmlns:a="http://schemas.openxmlformats.org/drawingml/2006/main">
            <a:gdLst>
              <a:gd name="T0" fmla="*/ 111 w 111"/>
              <a:gd name="T1" fmla="*/ 118 h 150"/>
              <a:gd name="T2" fmla="*/ 108 w 111"/>
              <a:gd name="T3" fmla="*/ 125 h 150"/>
              <a:gd name="T4" fmla="*/ 94 w 111"/>
              <a:gd name="T5" fmla="*/ 142 h 150"/>
              <a:gd name="T6" fmla="*/ 80 w 111"/>
              <a:gd name="T7" fmla="*/ 149 h 150"/>
              <a:gd name="T8" fmla="*/ 72 w 111"/>
              <a:gd name="T9" fmla="*/ 144 h 150"/>
              <a:gd name="T10" fmla="*/ 66 w 111"/>
              <a:gd name="T11" fmla="*/ 117 h 150"/>
              <a:gd name="T12" fmla="*/ 59 w 111"/>
              <a:gd name="T13" fmla="*/ 90 h 150"/>
              <a:gd name="T14" fmla="*/ 50 w 111"/>
              <a:gd name="T15" fmla="*/ 75 h 150"/>
              <a:gd name="T16" fmla="*/ 19 w 111"/>
              <a:gd name="T17" fmla="*/ 40 h 150"/>
              <a:gd name="T18" fmla="*/ 6 w 111"/>
              <a:gd name="T19" fmla="*/ 27 h 150"/>
              <a:gd name="T20" fmla="*/ 0 w 111"/>
              <a:gd name="T21" fmla="*/ 10 h 150"/>
              <a:gd name="T22" fmla="*/ 0 w 111"/>
              <a:gd name="T23" fmla="*/ 8 h 150"/>
              <a:gd name="T24" fmla="*/ 9 w 111"/>
              <a:gd name="T25" fmla="*/ 2 h 150"/>
              <a:gd name="T26" fmla="*/ 18 w 111"/>
              <a:gd name="T27" fmla="*/ 7 h 150"/>
              <a:gd name="T28" fmla="*/ 27 w 111"/>
              <a:gd name="T29" fmla="*/ 15 h 150"/>
              <a:gd name="T30" fmla="*/ 44 w 111"/>
              <a:gd name="T31" fmla="*/ 26 h 150"/>
              <a:gd name="T32" fmla="*/ 85 w 111"/>
              <a:gd name="T33" fmla="*/ 57 h 150"/>
              <a:gd name="T34" fmla="*/ 110 w 111"/>
              <a:gd name="T35" fmla="*/ 114 h 150"/>
              <a:gd name="T36" fmla="*/ 110 w 111"/>
              <a:gd name="T37" fmla="*/ 117 h 150"/>
              <a:gd name="T38" fmla="*/ 111 w 111"/>
              <a:gd name="T39" fmla="*/ 118 h 150"/>
            </a:gdLst>
            <a:rect l="0" t="0" r="r" b="b"/>
            <a:pathLst>
              <a:path w="111" h="150">
                <a:moveTo>
                  <a:pt x="111" y="118"/>
                </a:moveTo>
                <a:cubicBezTo>
                  <a:pt x="110" y="120"/>
                  <a:pt x="109" y="123"/>
                  <a:pt x="108" y="125"/>
                </a:cubicBezTo>
                <a:cubicBezTo>
                  <a:pt x="103" y="131"/>
                  <a:pt x="99" y="136"/>
                  <a:pt x="94" y="142"/>
                </a:cubicBezTo>
                <a:cubicBezTo>
                  <a:pt x="90" y="146"/>
                  <a:pt x="86" y="148"/>
                  <a:pt x="80" y="149"/>
                </a:cubicBezTo>
                <a:cubicBezTo>
                  <a:pt x="75" y="150"/>
                  <a:pt x="73" y="149"/>
                  <a:pt x="72" y="144"/>
                </a:cubicBezTo>
                <a:cubicBezTo>
                  <a:pt x="70" y="135"/>
                  <a:pt x="68" y="126"/>
                  <a:pt x="66" y="117"/>
                </a:cubicBezTo>
                <a:cubicBezTo>
                  <a:pt x="64" y="108"/>
                  <a:pt x="63" y="99"/>
                  <a:pt x="59" y="90"/>
                </a:cubicBezTo>
                <a:cubicBezTo>
                  <a:pt x="57" y="85"/>
                  <a:pt x="54" y="80"/>
                  <a:pt x="50" y="75"/>
                </a:cubicBezTo>
                <a:cubicBezTo>
                  <a:pt x="40" y="63"/>
                  <a:pt x="29" y="51"/>
                  <a:pt x="19" y="40"/>
                </a:cubicBezTo>
                <a:cubicBezTo>
                  <a:pt x="15" y="35"/>
                  <a:pt x="11" y="31"/>
                  <a:pt x="6" y="27"/>
                </a:cubicBezTo>
                <a:cubicBezTo>
                  <a:pt x="1" y="22"/>
                  <a:pt x="0" y="17"/>
                  <a:pt x="0" y="10"/>
                </a:cubicBezTo>
                <a:cubicBezTo>
                  <a:pt x="0" y="9"/>
                  <a:pt x="0" y="9"/>
                  <a:pt x="0" y="8"/>
                </a:cubicBezTo>
                <a:cubicBezTo>
                  <a:pt x="2" y="1"/>
                  <a:pt x="3" y="0"/>
                  <a:pt x="9" y="2"/>
                </a:cubicBezTo>
                <a:cubicBezTo>
                  <a:pt x="12" y="4"/>
                  <a:pt x="15" y="5"/>
                  <a:pt x="18" y="7"/>
                </a:cubicBezTo>
                <a:cubicBezTo>
                  <a:pt x="21" y="10"/>
                  <a:pt x="24" y="12"/>
                  <a:pt x="27" y="15"/>
                </a:cubicBezTo>
                <a:cubicBezTo>
                  <a:pt x="32" y="20"/>
                  <a:pt x="38" y="24"/>
                  <a:pt x="44" y="26"/>
                </a:cubicBezTo>
                <a:cubicBezTo>
                  <a:pt x="61" y="33"/>
                  <a:pt x="74" y="43"/>
                  <a:pt x="85" y="57"/>
                </a:cubicBezTo>
                <a:cubicBezTo>
                  <a:pt x="98" y="73"/>
                  <a:pt x="107" y="92"/>
                  <a:pt x="110" y="114"/>
                </a:cubicBezTo>
                <a:cubicBezTo>
                  <a:pt x="110" y="115"/>
                  <a:pt x="110" y="116"/>
                  <a:pt x="110" y="117"/>
                </a:cubicBezTo>
                <a:cubicBezTo>
                  <a:pt x="110" y="117"/>
                  <a:pt x="110" y="118"/>
                  <a:pt x="111" y="1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7" name="Freeform 26">
            <a:extLst xmlns:a="http://schemas.openxmlformats.org/drawingml/2006/main">
              <a:ext uri="{FF2B5EF4-FFF2-40B4-BE49-F238E27FC236}">
                <a16:creationId xmlns:a16="http://schemas.microsoft.com/office/drawing/2014/main" id="{2A84EEDA-D9E1-4754-A64E-4F102C218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4100" y="564304"/>
            <a:ext cx="41057" cy="50181"/>
          </a:xfrm>
          <a:custGeom xmlns:a="http://schemas.openxmlformats.org/drawingml/2006/main">
            <a:gdLst>
              <a:gd name="T0" fmla="*/ 0 w 81"/>
              <a:gd name="T1" fmla="*/ 18 h 99"/>
              <a:gd name="T2" fmla="*/ 1 w 81"/>
              <a:gd name="T3" fmla="*/ 9 h 99"/>
              <a:gd name="T4" fmla="*/ 11 w 81"/>
              <a:gd name="T5" fmla="*/ 1 h 99"/>
              <a:gd name="T6" fmla="*/ 50 w 81"/>
              <a:gd name="T7" fmla="*/ 12 h 99"/>
              <a:gd name="T8" fmla="*/ 78 w 81"/>
              <a:gd name="T9" fmla="*/ 44 h 99"/>
              <a:gd name="T10" fmla="*/ 80 w 81"/>
              <a:gd name="T11" fmla="*/ 51 h 99"/>
              <a:gd name="T12" fmla="*/ 77 w 81"/>
              <a:gd name="T13" fmla="*/ 79 h 99"/>
              <a:gd name="T14" fmla="*/ 43 w 81"/>
              <a:gd name="T15" fmla="*/ 92 h 99"/>
              <a:gd name="T16" fmla="*/ 30 w 81"/>
              <a:gd name="T17" fmla="*/ 81 h 99"/>
              <a:gd name="T18" fmla="*/ 12 w 81"/>
              <a:gd name="T19" fmla="*/ 60 h 99"/>
              <a:gd name="T20" fmla="*/ 1 w 81"/>
              <a:gd name="T21" fmla="*/ 24 h 99"/>
              <a:gd name="T22" fmla="*/ 1 w 81"/>
              <a:gd name="T23" fmla="*/ 18 h 99"/>
              <a:gd name="T24" fmla="*/ 0 w 81"/>
              <a:gd name="T25" fmla="*/ 18 h 99"/>
            </a:gdLst>
            <a:rect l="0" t="0" r="r" b="b"/>
            <a:pathLst>
              <a:path w="81" h="99">
                <a:moveTo>
                  <a:pt x="0" y="18"/>
                </a:moveTo>
                <a:cubicBezTo>
                  <a:pt x="1" y="15"/>
                  <a:pt x="1" y="12"/>
                  <a:pt x="1" y="9"/>
                </a:cubicBezTo>
                <a:cubicBezTo>
                  <a:pt x="2" y="4"/>
                  <a:pt x="5" y="1"/>
                  <a:pt x="11" y="1"/>
                </a:cubicBezTo>
                <a:cubicBezTo>
                  <a:pt x="25" y="0"/>
                  <a:pt x="39" y="2"/>
                  <a:pt x="50" y="12"/>
                </a:cubicBezTo>
                <a:cubicBezTo>
                  <a:pt x="62" y="21"/>
                  <a:pt x="70" y="32"/>
                  <a:pt x="78" y="44"/>
                </a:cubicBezTo>
                <a:cubicBezTo>
                  <a:pt x="79" y="46"/>
                  <a:pt x="80" y="49"/>
                  <a:pt x="80" y="51"/>
                </a:cubicBezTo>
                <a:cubicBezTo>
                  <a:pt x="81" y="61"/>
                  <a:pt x="80" y="70"/>
                  <a:pt x="77" y="79"/>
                </a:cubicBezTo>
                <a:cubicBezTo>
                  <a:pt x="74" y="89"/>
                  <a:pt x="57" y="99"/>
                  <a:pt x="43" y="92"/>
                </a:cubicBezTo>
                <a:cubicBezTo>
                  <a:pt x="38" y="89"/>
                  <a:pt x="33" y="86"/>
                  <a:pt x="30" y="81"/>
                </a:cubicBezTo>
                <a:cubicBezTo>
                  <a:pt x="24" y="74"/>
                  <a:pt x="18" y="67"/>
                  <a:pt x="12" y="60"/>
                </a:cubicBezTo>
                <a:cubicBezTo>
                  <a:pt x="4" y="49"/>
                  <a:pt x="2" y="37"/>
                  <a:pt x="1" y="24"/>
                </a:cubicBezTo>
                <a:cubicBezTo>
                  <a:pt x="1" y="22"/>
                  <a:pt x="1" y="20"/>
                  <a:pt x="1" y="18"/>
                </a:cubicBezTo>
                <a:cubicBezTo>
                  <a:pt x="1" y="18"/>
                  <a:pt x="1" y="18"/>
                  <a:pt x="0" y="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540448F1-FFFC-40B0-A564-C2E1396CC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7552" y="552329"/>
            <a:ext cx="43908" cy="50751"/>
          </a:xfrm>
          <a:custGeom xmlns:a="http://schemas.openxmlformats.org/drawingml/2006/main">
            <a:gdLst>
              <a:gd name="T0" fmla="*/ 38 w 87"/>
              <a:gd name="T1" fmla="*/ 100 h 100"/>
              <a:gd name="T2" fmla="*/ 27 w 87"/>
              <a:gd name="T3" fmla="*/ 98 h 100"/>
              <a:gd name="T4" fmla="*/ 22 w 87"/>
              <a:gd name="T5" fmla="*/ 91 h 100"/>
              <a:gd name="T6" fmla="*/ 17 w 87"/>
              <a:gd name="T7" fmla="*/ 65 h 100"/>
              <a:gd name="T8" fmla="*/ 1 w 87"/>
              <a:gd name="T9" fmla="*/ 16 h 100"/>
              <a:gd name="T10" fmla="*/ 0 w 87"/>
              <a:gd name="T11" fmla="*/ 4 h 100"/>
              <a:gd name="T12" fmla="*/ 4 w 87"/>
              <a:gd name="T13" fmla="*/ 0 h 100"/>
              <a:gd name="T14" fmla="*/ 12 w 87"/>
              <a:gd name="T15" fmla="*/ 0 h 100"/>
              <a:gd name="T16" fmla="*/ 20 w 87"/>
              <a:gd name="T17" fmla="*/ 4 h 100"/>
              <a:gd name="T18" fmla="*/ 31 w 87"/>
              <a:gd name="T19" fmla="*/ 12 h 100"/>
              <a:gd name="T20" fmla="*/ 65 w 87"/>
              <a:gd name="T21" fmla="*/ 41 h 100"/>
              <a:gd name="T22" fmla="*/ 78 w 87"/>
              <a:gd name="T23" fmla="*/ 56 h 100"/>
              <a:gd name="T24" fmla="*/ 73 w 87"/>
              <a:gd name="T25" fmla="*/ 87 h 100"/>
              <a:gd name="T26" fmla="*/ 38 w 87"/>
              <a:gd name="T27" fmla="*/ 100 h 100"/>
            </a:gdLst>
            <a:rect l="0" t="0" r="r" b="b"/>
            <a:pathLst>
              <a:path w="87" h="100">
                <a:moveTo>
                  <a:pt x="38" y="100"/>
                </a:moveTo>
                <a:cubicBezTo>
                  <a:pt x="34" y="99"/>
                  <a:pt x="31" y="99"/>
                  <a:pt x="27" y="98"/>
                </a:cubicBezTo>
                <a:cubicBezTo>
                  <a:pt x="24" y="97"/>
                  <a:pt x="22" y="94"/>
                  <a:pt x="22" y="91"/>
                </a:cubicBezTo>
                <a:cubicBezTo>
                  <a:pt x="23" y="81"/>
                  <a:pt x="20" y="73"/>
                  <a:pt x="17" y="65"/>
                </a:cubicBezTo>
                <a:cubicBezTo>
                  <a:pt x="11" y="49"/>
                  <a:pt x="4" y="33"/>
                  <a:pt x="1" y="16"/>
                </a:cubicBezTo>
                <a:cubicBezTo>
                  <a:pt x="0" y="12"/>
                  <a:pt x="0" y="8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7" y="0"/>
                  <a:pt x="10" y="0"/>
                  <a:pt x="12" y="0"/>
                </a:cubicBezTo>
                <a:cubicBezTo>
                  <a:pt x="15" y="1"/>
                  <a:pt x="18" y="2"/>
                  <a:pt x="20" y="4"/>
                </a:cubicBezTo>
                <a:cubicBezTo>
                  <a:pt x="24" y="7"/>
                  <a:pt x="28" y="9"/>
                  <a:pt x="31" y="12"/>
                </a:cubicBezTo>
                <a:cubicBezTo>
                  <a:pt x="42" y="22"/>
                  <a:pt x="54" y="31"/>
                  <a:pt x="65" y="41"/>
                </a:cubicBezTo>
                <a:cubicBezTo>
                  <a:pt x="70" y="45"/>
                  <a:pt x="74" y="51"/>
                  <a:pt x="78" y="56"/>
                </a:cubicBezTo>
                <a:cubicBezTo>
                  <a:pt x="87" y="69"/>
                  <a:pt x="85" y="78"/>
                  <a:pt x="73" y="87"/>
                </a:cubicBezTo>
                <a:cubicBezTo>
                  <a:pt x="64" y="95"/>
                  <a:pt x="50" y="100"/>
                  <a:pt x="38" y="1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9" name="Freeform 36">
            <a:extLst xmlns:a="http://schemas.openxmlformats.org/drawingml/2006/main">
              <a:ext uri="{FF2B5EF4-FFF2-40B4-BE49-F238E27FC236}">
                <a16:creationId xmlns:a16="http://schemas.microsoft.com/office/drawing/2014/main" id="{5836CCC0-5A15-4CBC-ADF8-630318256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3006" y="481619"/>
            <a:ext cx="22809" cy="43908"/>
          </a:xfrm>
          <a:custGeom xmlns:a="http://schemas.openxmlformats.org/drawingml/2006/main">
            <a:gdLst>
              <a:gd name="T0" fmla="*/ 6 w 44"/>
              <a:gd name="T1" fmla="*/ 57 h 87"/>
              <a:gd name="T2" fmla="*/ 2 w 44"/>
              <a:gd name="T3" fmla="*/ 8 h 87"/>
              <a:gd name="T4" fmla="*/ 3 w 44"/>
              <a:gd name="T5" fmla="*/ 2 h 87"/>
              <a:gd name="T6" fmla="*/ 10 w 44"/>
              <a:gd name="T7" fmla="*/ 2 h 87"/>
              <a:gd name="T8" fmla="*/ 15 w 44"/>
              <a:gd name="T9" fmla="*/ 6 h 87"/>
              <a:gd name="T10" fmla="*/ 29 w 44"/>
              <a:gd name="T11" fmla="*/ 22 h 87"/>
              <a:gd name="T12" fmla="*/ 39 w 44"/>
              <a:gd name="T13" fmla="*/ 36 h 87"/>
              <a:gd name="T14" fmla="*/ 43 w 44"/>
              <a:gd name="T15" fmla="*/ 52 h 87"/>
              <a:gd name="T16" fmla="*/ 38 w 44"/>
              <a:gd name="T17" fmla="*/ 74 h 87"/>
              <a:gd name="T18" fmla="*/ 16 w 44"/>
              <a:gd name="T19" fmla="*/ 87 h 87"/>
              <a:gd name="T20" fmla="*/ 8 w 44"/>
              <a:gd name="T21" fmla="*/ 81 h 87"/>
              <a:gd name="T22" fmla="*/ 6 w 44"/>
              <a:gd name="T23" fmla="*/ 65 h 87"/>
              <a:gd name="T24" fmla="*/ 6 w 44"/>
              <a:gd name="T25" fmla="*/ 57 h 87"/>
            </a:gdLst>
            <a:rect l="0" t="0" r="r" b="b"/>
            <a:pathLst>
              <a:path w="44" h="87">
                <a:moveTo>
                  <a:pt x="6" y="57"/>
                </a:moveTo>
                <a:cubicBezTo>
                  <a:pt x="7" y="39"/>
                  <a:pt x="5" y="23"/>
                  <a:pt x="2" y="8"/>
                </a:cubicBezTo>
                <a:cubicBezTo>
                  <a:pt x="1" y="6"/>
                  <a:pt x="0" y="3"/>
                  <a:pt x="3" y="2"/>
                </a:cubicBezTo>
                <a:cubicBezTo>
                  <a:pt x="5" y="0"/>
                  <a:pt x="7" y="0"/>
                  <a:pt x="10" y="2"/>
                </a:cubicBezTo>
                <a:cubicBezTo>
                  <a:pt x="12" y="3"/>
                  <a:pt x="14" y="4"/>
                  <a:pt x="15" y="6"/>
                </a:cubicBezTo>
                <a:cubicBezTo>
                  <a:pt x="20" y="11"/>
                  <a:pt x="25" y="17"/>
                  <a:pt x="29" y="22"/>
                </a:cubicBezTo>
                <a:cubicBezTo>
                  <a:pt x="33" y="27"/>
                  <a:pt x="36" y="32"/>
                  <a:pt x="39" y="36"/>
                </a:cubicBezTo>
                <a:cubicBezTo>
                  <a:pt x="42" y="41"/>
                  <a:pt x="44" y="46"/>
                  <a:pt x="43" y="52"/>
                </a:cubicBezTo>
                <a:cubicBezTo>
                  <a:pt x="42" y="59"/>
                  <a:pt x="41" y="67"/>
                  <a:pt x="38" y="74"/>
                </a:cubicBezTo>
                <a:cubicBezTo>
                  <a:pt x="33" y="83"/>
                  <a:pt x="27" y="87"/>
                  <a:pt x="16" y="87"/>
                </a:cubicBezTo>
                <a:cubicBezTo>
                  <a:pt x="12" y="87"/>
                  <a:pt x="10" y="85"/>
                  <a:pt x="8" y="81"/>
                </a:cubicBezTo>
                <a:cubicBezTo>
                  <a:pt x="6" y="76"/>
                  <a:pt x="6" y="71"/>
                  <a:pt x="6" y="65"/>
                </a:cubicBezTo>
                <a:cubicBezTo>
                  <a:pt x="6" y="62"/>
                  <a:pt x="6" y="59"/>
                  <a:pt x="6" y="5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5" name="Freeform 8">
            <a:extLst xmlns:a="http://schemas.openxmlformats.org/drawingml/2006/main">
              <a:ext uri="{FF2B5EF4-FFF2-40B4-BE49-F238E27FC236}">
                <a16:creationId xmlns:a16="http://schemas.microsoft.com/office/drawing/2014/main" id="{C3C1D819-711E-4B0D-B0D1-BA4F28502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7780" y="329883"/>
            <a:ext cx="445930" cy="444892"/>
          </a:xfrm>
          <a:custGeom xmlns:a="http://schemas.openxmlformats.org/drawingml/2006/main"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Freeform 42">
            <a:extLst xmlns:a="http://schemas.openxmlformats.org/drawingml/2006/main">
              <a:ext uri="{FF2B5EF4-FFF2-40B4-BE49-F238E27FC236}">
                <a16:creationId xmlns:a16="http://schemas.microsoft.com/office/drawing/2014/main" id="{91ED9B1D-97EA-4C67-91EA-BA4E35449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5990" y="387574"/>
            <a:ext cx="328990" cy="328471"/>
          </a:xfrm>
          <a:custGeom xmlns:a="http://schemas.openxmlformats.org/drawingml/2006/main"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7" name="Freeform 43">
            <a:extLst xmlns:a="http://schemas.openxmlformats.org/drawingml/2006/main">
              <a:ext uri="{FF2B5EF4-FFF2-40B4-BE49-F238E27FC236}">
                <a16:creationId xmlns:a16="http://schemas.microsoft.com/office/drawing/2014/main" id="{4957FC61-0A80-4006-B08C-3C7FC3197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836" y="420317"/>
            <a:ext cx="36381" cy="43657"/>
          </a:xfrm>
          <a:custGeom xmlns:a="http://schemas.openxmlformats.org/drawingml/2006/main"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8" name="Freeform 44">
            <a:extLst xmlns:a="http://schemas.openxmlformats.org/drawingml/2006/main">
              <a:ext uri="{FF2B5EF4-FFF2-40B4-BE49-F238E27FC236}">
                <a16:creationId xmlns:a16="http://schemas.microsoft.com/office/drawing/2014/main" id="{A3042DCB-762F-49A8-B69D-F99E2D2ED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451" y="502955"/>
            <a:ext cx="34822" cy="37420"/>
          </a:xfrm>
          <a:custGeom xmlns:a="http://schemas.openxmlformats.org/drawingml/2006/main"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9" name="Freeform 45">
            <a:extLst xmlns:a="http://schemas.openxmlformats.org/drawingml/2006/main">
              <a:ext uri="{FF2B5EF4-FFF2-40B4-BE49-F238E27FC236}">
                <a16:creationId xmlns:a16="http://schemas.microsoft.com/office/drawing/2014/main" id="{E274E05B-ADD8-4FB0-A360-B783947B2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0534" y="383416"/>
            <a:ext cx="37940" cy="40539"/>
          </a:xfrm>
          <a:custGeom xmlns:a="http://schemas.openxmlformats.org/drawingml/2006/main"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0" name="Freeform 46">
            <a:extLst xmlns:a="http://schemas.openxmlformats.org/drawingml/2006/main">
              <a:ext uri="{FF2B5EF4-FFF2-40B4-BE49-F238E27FC236}">
                <a16:creationId xmlns:a16="http://schemas.microsoft.com/office/drawing/2014/main" id="{9F672B0C-C6E2-46D2-B46C-5230CCA5D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451" y="561165"/>
            <a:ext cx="32743" cy="31184"/>
          </a:xfrm>
          <a:custGeom xmlns:a="http://schemas.openxmlformats.org/drawingml/2006/main"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1" name="Freeform 47">
            <a:extLst xmlns:a="http://schemas.openxmlformats.org/drawingml/2006/main">
              <a:ext uri="{FF2B5EF4-FFF2-40B4-BE49-F238E27FC236}">
                <a16:creationId xmlns:a16="http://schemas.microsoft.com/office/drawing/2014/main" id="{B0197BFB-038F-455F-BBDB-D0D985B08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2285" y="723322"/>
            <a:ext cx="22868" cy="32743"/>
          </a:xfrm>
          <a:custGeom xmlns:a="http://schemas.openxmlformats.org/drawingml/2006/main"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2" name="Freeform 48">
            <a:extLst xmlns:a="http://schemas.openxmlformats.org/drawingml/2006/main">
              <a:ext uri="{FF2B5EF4-FFF2-40B4-BE49-F238E27FC236}">
                <a16:creationId xmlns:a16="http://schemas.microsoft.com/office/drawing/2014/main" id="{573E4141-C40F-4EAF-BEF6-A0342EE3F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8444" y="613138"/>
            <a:ext cx="33782" cy="29105"/>
          </a:xfrm>
          <a:custGeom xmlns:a="http://schemas.openxmlformats.org/drawingml/2006/main"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3" name="Freeform 49">
            <a:extLst xmlns:a="http://schemas.openxmlformats.org/drawingml/2006/main">
              <a:ext uri="{FF2B5EF4-FFF2-40B4-BE49-F238E27FC236}">
                <a16:creationId xmlns:a16="http://schemas.microsoft.com/office/drawing/2014/main" id="{12A4093B-B0FC-446F-B9FE-032397398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8194" y="415639"/>
            <a:ext cx="40019" cy="43657"/>
          </a:xfrm>
          <a:custGeom xmlns:a="http://schemas.openxmlformats.org/drawingml/2006/main"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4" name="Freeform 50">
            <a:extLst xmlns:a="http://schemas.openxmlformats.org/drawingml/2006/main">
              <a:ext uri="{FF2B5EF4-FFF2-40B4-BE49-F238E27FC236}">
                <a16:creationId xmlns:a16="http://schemas.microsoft.com/office/drawing/2014/main" id="{10F591A2-2475-4022-BF0A-B608C99AA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3113" y="709289"/>
            <a:ext cx="28065" cy="32223"/>
          </a:xfrm>
          <a:custGeom xmlns:a="http://schemas.openxmlformats.org/drawingml/2006/main"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5" name="Freeform 51">
            <a:extLst xmlns:a="http://schemas.openxmlformats.org/drawingml/2006/main">
              <a:ext uri="{FF2B5EF4-FFF2-40B4-BE49-F238E27FC236}">
                <a16:creationId xmlns:a16="http://schemas.microsoft.com/office/drawing/2014/main" id="{89D8A97B-5E27-4A48-89FA-5443EFD21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6135" y="379258"/>
            <a:ext cx="37940" cy="36901"/>
          </a:xfrm>
          <a:custGeom xmlns:a="http://schemas.openxmlformats.org/drawingml/2006/main"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6" name="Freeform 52">
            <a:extLst xmlns:a="http://schemas.openxmlformats.org/drawingml/2006/main">
              <a:ext uri="{FF2B5EF4-FFF2-40B4-BE49-F238E27FC236}">
                <a16:creationId xmlns:a16="http://schemas.microsoft.com/office/drawing/2014/main" id="{283AAB21-2E0D-4F9C-BA44-A9E107018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8397" y="345475"/>
            <a:ext cx="30144" cy="32743"/>
          </a:xfrm>
          <a:custGeom xmlns:a="http://schemas.openxmlformats.org/drawingml/2006/main"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7" name="Freeform 53">
            <a:extLst xmlns:a="http://schemas.openxmlformats.org/drawingml/2006/main">
              <a:ext uri="{FF2B5EF4-FFF2-40B4-BE49-F238E27FC236}">
                <a16:creationId xmlns:a16="http://schemas.microsoft.com/office/drawing/2014/main" id="{E6429D92-29EB-45F3-9C67-7CB688850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5298" y="723322"/>
            <a:ext cx="23387" cy="33262"/>
          </a:xfrm>
          <a:custGeom xmlns:a="http://schemas.openxmlformats.org/drawingml/2006/main"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8" name="Freeform 54">
            <a:extLst xmlns:a="http://schemas.openxmlformats.org/drawingml/2006/main">
              <a:ext uri="{FF2B5EF4-FFF2-40B4-BE49-F238E27FC236}">
                <a16:creationId xmlns:a16="http://schemas.microsoft.com/office/drawing/2014/main" id="{09D4E2B5-53EA-46F7-BF18-FC5B4F6D3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5" y="351712"/>
            <a:ext cx="31183" cy="35341"/>
          </a:xfrm>
          <a:custGeom xmlns:a="http://schemas.openxmlformats.org/drawingml/2006/main"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9" name="Freeform 55">
            <a:extLst xmlns:a="http://schemas.openxmlformats.org/drawingml/2006/main">
              <a:ext uri="{FF2B5EF4-FFF2-40B4-BE49-F238E27FC236}">
                <a16:creationId xmlns:a16="http://schemas.microsoft.com/office/drawing/2014/main" id="{335A0ECB-16B5-4903-B927-9D853D1D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303" y="471251"/>
            <a:ext cx="36381" cy="29105"/>
          </a:xfrm>
          <a:custGeom xmlns:a="http://schemas.openxmlformats.org/drawingml/2006/main"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0" name="Freeform 56">
            <a:extLst xmlns:a="http://schemas.openxmlformats.org/drawingml/2006/main">
              <a:ext uri="{FF2B5EF4-FFF2-40B4-BE49-F238E27FC236}">
                <a16:creationId xmlns:a16="http://schemas.microsoft.com/office/drawing/2014/main" id="{854E326D-7ECC-4795-9665-6AC93ECEF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823" y="607941"/>
            <a:ext cx="35861" cy="33262"/>
          </a:xfrm>
          <a:custGeom xmlns:a="http://schemas.openxmlformats.org/drawingml/2006/main"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1" name="Freeform 57">
            <a:extLst xmlns:a="http://schemas.openxmlformats.org/drawingml/2006/main">
              <a:ext uri="{FF2B5EF4-FFF2-40B4-BE49-F238E27FC236}">
                <a16:creationId xmlns:a16="http://schemas.microsoft.com/office/drawing/2014/main" id="{7BC979E0-B8C1-48C8-AC1D-A798B88A9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816" y="556487"/>
            <a:ext cx="31703" cy="28065"/>
          </a:xfrm>
          <a:custGeom xmlns:a="http://schemas.openxmlformats.org/drawingml/2006/main"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2" name="Freeform 58">
            <a:extLst xmlns:a="http://schemas.openxmlformats.org/drawingml/2006/main">
              <a:ext uri="{FF2B5EF4-FFF2-40B4-BE49-F238E27FC236}">
                <a16:creationId xmlns:a16="http://schemas.microsoft.com/office/drawing/2014/main" id="{C1E3E4C1-4B57-45E2-B8B6-711CEB179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8830" y="357949"/>
            <a:ext cx="28585" cy="35861"/>
          </a:xfrm>
          <a:custGeom xmlns:a="http://schemas.openxmlformats.org/drawingml/2006/main"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3" name="Freeform 59">
            <a:extLst xmlns:a="http://schemas.openxmlformats.org/drawingml/2006/main">
              <a:ext uri="{FF2B5EF4-FFF2-40B4-BE49-F238E27FC236}">
                <a16:creationId xmlns:a16="http://schemas.microsoft.com/office/drawing/2014/main" id="{694D0375-306C-4F37-95EA-81693C800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9484" y="461896"/>
            <a:ext cx="32743" cy="28585"/>
          </a:xfrm>
          <a:custGeom xmlns:a="http://schemas.openxmlformats.org/drawingml/2006/main"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4" name="Freeform 60">
            <a:extLst xmlns:a="http://schemas.openxmlformats.org/drawingml/2006/main">
              <a:ext uri="{FF2B5EF4-FFF2-40B4-BE49-F238E27FC236}">
                <a16:creationId xmlns:a16="http://schemas.microsoft.com/office/drawing/2014/main" id="{5D26D110-D26B-472E-8605-977447DF3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297" y="515428"/>
            <a:ext cx="31703" cy="20789"/>
          </a:xfrm>
          <a:custGeom xmlns:a="http://schemas.openxmlformats.org/drawingml/2006/main"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5" name="Freeform 61">
            <a:extLst xmlns:a="http://schemas.openxmlformats.org/drawingml/2006/main">
              <a:ext uri="{FF2B5EF4-FFF2-40B4-BE49-F238E27FC236}">
                <a16:creationId xmlns:a16="http://schemas.microsoft.com/office/drawing/2014/main" id="{9A81A5CA-57EE-483E-B0D7-5C3A626DF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6212" y="349113"/>
            <a:ext cx="19230" cy="32223"/>
          </a:xfrm>
          <a:custGeom xmlns:a="http://schemas.openxmlformats.org/drawingml/2006/main"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6" name="Freeform 62">
            <a:extLst xmlns:a="http://schemas.openxmlformats.org/drawingml/2006/main">
              <a:ext uri="{FF2B5EF4-FFF2-40B4-BE49-F238E27FC236}">
                <a16:creationId xmlns:a16="http://schemas.microsoft.com/office/drawing/2014/main" id="{4A618133-4344-4754-AFFC-EF2F86A5A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8753" y="711368"/>
            <a:ext cx="23907" cy="31184"/>
          </a:xfrm>
          <a:custGeom xmlns:a="http://schemas.openxmlformats.org/drawingml/2006/main"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7" name="Freeform 71">
            <a:extLst xmlns:a="http://schemas.openxmlformats.org/drawingml/2006/main">
              <a:ext uri="{FF2B5EF4-FFF2-40B4-BE49-F238E27FC236}">
                <a16:creationId xmlns:a16="http://schemas.microsoft.com/office/drawing/2014/main" id="{2D5B7810-E591-4EC7-98EC-E08963975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0023" y="401606"/>
            <a:ext cx="301445" cy="300925"/>
          </a:xfrm>
          <a:custGeom xmlns:a="http://schemas.openxmlformats.org/drawingml/2006/main"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8" name="直接连接符 177">
            <a:extLst xmlns:a="http://schemas.openxmlformats.org/drawingml/2006/main">
              <a:ext uri="{FF2B5EF4-FFF2-40B4-BE49-F238E27FC236}">
                <a16:creationId xmlns:a16="http://schemas.microsoft.com/office/drawing/2014/main" id="{4D92C532-342B-475B-8B9C-ADE3315D3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06" y="867990"/>
            <a:ext cx="2433027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6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79" name="直接连接符 178">
            <a:extLst xmlns:a="http://schemas.openxmlformats.org/drawingml/2006/main">
              <a:ext uri="{FF2B5EF4-FFF2-40B4-BE49-F238E27FC236}">
                <a16:creationId xmlns:a16="http://schemas.microsoft.com/office/drawing/2014/main" id="{867EA44B-4B94-4C58-9F22-2ED082075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06" y="867990"/>
            <a:ext cx="589713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1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F7B893C8-6E0F-409A-8583-EE12704A298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9005791" y="6394353"/>
            <a:ext cx="2743200" cy="2921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3" name="标题 1">
            <a:extLst xmlns:a="http://schemas.openxmlformats.org/drawingml/2006/main">
              <a:ext uri="{FF2B5EF4-FFF2-40B4-BE49-F238E27FC236}">
                <a16:creationId xmlns:a16="http://schemas.microsoft.com/office/drawing/2014/main" id="{7BCAFB66-6684-4D33-860E-F5F7DBDD3494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42913" y="243569"/>
            <a:ext cx="9056851" cy="61751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400" b="1" kern="1200" baseline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20A06ED5-473C-4D0A-B8EA-BD4C7B318AAF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442913" y="944610"/>
            <a:ext cx="9056687" cy="381629"/>
          </a:xfr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marL="342900" marR="0" lvl="0" indent="-342900">
              <a:spcBef>
                <a:spcPct val="0"/>
              </a:spcBef>
              <a:spcAft>
                <a:spcPts val="0"/>
              </a:spcAft>
              <a:buClrTx/>
              <a:buSzTx/>
              <a:buNone/>
            </a:pPr>
          </a:p>
        </p:txBody>
      </p:sp>
      <p:sp>
        <p:nvSpPr>
          <p:cNvPr id="64" name="文本框 63">
            <a:extLst xmlns:a="http://schemas.openxmlformats.org/drawingml/2006/main">
              <a:ext uri="{FF2B5EF4-FFF2-40B4-BE49-F238E27FC236}">
                <a16:creationId xmlns:a16="http://schemas.microsoft.com/office/drawing/2014/main" id="{BFF8B126-977D-4745-9E71-835ECBC5F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3" y="6394353"/>
            <a:ext cx="1545907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</p:sldLayout>
</file>

<file path=ppt/slideLayouts/slideLayout9.xml><?xml version="1.0" encoding="utf-8"?>
<p:sldLayout xmlns:p="http://schemas.openxmlformats.org/presentationml/2006/main" preserve="1" userDrawn="1">
  <p:cSld name="内容页-上下横线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8" name="Freeform 17">
            <a:extLst xmlns:a="http://schemas.openxmlformats.org/drawingml/2006/main">
              <a:ext uri="{FF2B5EF4-FFF2-40B4-BE49-F238E27FC236}">
                <a16:creationId xmlns:a16="http://schemas.microsoft.com/office/drawing/2014/main" id="{3A70EDD0-43A8-4D4C-A3EC-C8C828BAB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8081" y="688617"/>
            <a:ext cx="64437" cy="68999"/>
          </a:xfrm>
          <a:custGeom xmlns:a="http://schemas.openxmlformats.org/drawingml/2006/main">
            <a:gdLst>
              <a:gd name="T0" fmla="*/ 34 w 127"/>
              <a:gd name="T1" fmla="*/ 71 h 136"/>
              <a:gd name="T2" fmla="*/ 34 w 127"/>
              <a:gd name="T3" fmla="*/ 81 h 136"/>
              <a:gd name="T4" fmla="*/ 34 w 127"/>
              <a:gd name="T5" fmla="*/ 114 h 136"/>
              <a:gd name="T6" fmla="*/ 35 w 127"/>
              <a:gd name="T7" fmla="*/ 122 h 136"/>
              <a:gd name="T8" fmla="*/ 40 w 127"/>
              <a:gd name="T9" fmla="*/ 127 h 136"/>
              <a:gd name="T10" fmla="*/ 49 w 127"/>
              <a:gd name="T11" fmla="*/ 128 h 136"/>
              <a:gd name="T12" fmla="*/ 49 w 127"/>
              <a:gd name="T13" fmla="*/ 135 h 136"/>
              <a:gd name="T14" fmla="*/ 1 w 127"/>
              <a:gd name="T15" fmla="*/ 135 h 136"/>
              <a:gd name="T16" fmla="*/ 0 w 127"/>
              <a:gd name="T17" fmla="*/ 132 h 136"/>
              <a:gd name="T18" fmla="*/ 0 w 127"/>
              <a:gd name="T19" fmla="*/ 128 h 136"/>
              <a:gd name="T20" fmla="*/ 9 w 127"/>
              <a:gd name="T21" fmla="*/ 127 h 136"/>
              <a:gd name="T22" fmla="*/ 16 w 127"/>
              <a:gd name="T23" fmla="*/ 120 h 136"/>
              <a:gd name="T24" fmla="*/ 17 w 127"/>
              <a:gd name="T25" fmla="*/ 111 h 136"/>
              <a:gd name="T26" fmla="*/ 17 w 127"/>
              <a:gd name="T27" fmla="*/ 22 h 136"/>
              <a:gd name="T28" fmla="*/ 16 w 127"/>
              <a:gd name="T29" fmla="*/ 15 h 136"/>
              <a:gd name="T30" fmla="*/ 9 w 127"/>
              <a:gd name="T31" fmla="*/ 9 h 136"/>
              <a:gd name="T32" fmla="*/ 0 w 127"/>
              <a:gd name="T33" fmla="*/ 8 h 136"/>
              <a:gd name="T34" fmla="*/ 0 w 127"/>
              <a:gd name="T35" fmla="*/ 1 h 136"/>
              <a:gd name="T36" fmla="*/ 4 w 127"/>
              <a:gd name="T37" fmla="*/ 0 h 136"/>
              <a:gd name="T38" fmla="*/ 71 w 127"/>
              <a:gd name="T39" fmla="*/ 0 h 136"/>
              <a:gd name="T40" fmla="*/ 94 w 127"/>
              <a:gd name="T41" fmla="*/ 4 h 136"/>
              <a:gd name="T42" fmla="*/ 116 w 127"/>
              <a:gd name="T43" fmla="*/ 32 h 136"/>
              <a:gd name="T44" fmla="*/ 97 w 127"/>
              <a:gd name="T45" fmla="*/ 66 h 136"/>
              <a:gd name="T46" fmla="*/ 80 w 127"/>
              <a:gd name="T47" fmla="*/ 70 h 136"/>
              <a:gd name="T48" fmla="*/ 71 w 127"/>
              <a:gd name="T49" fmla="*/ 71 h 136"/>
              <a:gd name="T50" fmla="*/ 73 w 127"/>
              <a:gd name="T51" fmla="*/ 75 h 136"/>
              <a:gd name="T52" fmla="*/ 104 w 127"/>
              <a:gd name="T53" fmla="*/ 114 h 136"/>
              <a:gd name="T54" fmla="*/ 105 w 127"/>
              <a:gd name="T55" fmla="*/ 116 h 136"/>
              <a:gd name="T56" fmla="*/ 127 w 127"/>
              <a:gd name="T57" fmla="*/ 128 h 136"/>
              <a:gd name="T58" fmla="*/ 127 w 127"/>
              <a:gd name="T59" fmla="*/ 135 h 136"/>
              <a:gd name="T60" fmla="*/ 116 w 127"/>
              <a:gd name="T61" fmla="*/ 135 h 136"/>
              <a:gd name="T62" fmla="*/ 102 w 127"/>
              <a:gd name="T63" fmla="*/ 136 h 136"/>
              <a:gd name="T64" fmla="*/ 96 w 127"/>
              <a:gd name="T65" fmla="*/ 132 h 136"/>
              <a:gd name="T66" fmla="*/ 59 w 127"/>
              <a:gd name="T67" fmla="*/ 82 h 136"/>
              <a:gd name="T68" fmla="*/ 52 w 127"/>
              <a:gd name="T69" fmla="*/ 73 h 136"/>
              <a:gd name="T70" fmla="*/ 49 w 127"/>
              <a:gd name="T71" fmla="*/ 71 h 136"/>
              <a:gd name="T72" fmla="*/ 34 w 127"/>
              <a:gd name="T73" fmla="*/ 71 h 136"/>
              <a:gd name="T74" fmla="*/ 34 w 127"/>
              <a:gd name="T75" fmla="*/ 61 h 136"/>
              <a:gd name="T76" fmla="*/ 36 w 127"/>
              <a:gd name="T77" fmla="*/ 62 h 136"/>
              <a:gd name="T78" fmla="*/ 66 w 127"/>
              <a:gd name="T79" fmla="*/ 62 h 136"/>
              <a:gd name="T80" fmla="*/ 82 w 127"/>
              <a:gd name="T81" fmla="*/ 59 h 136"/>
              <a:gd name="T82" fmla="*/ 96 w 127"/>
              <a:gd name="T83" fmla="*/ 44 h 136"/>
              <a:gd name="T84" fmla="*/ 96 w 127"/>
              <a:gd name="T85" fmla="*/ 29 h 136"/>
              <a:gd name="T86" fmla="*/ 81 w 127"/>
              <a:gd name="T87" fmla="*/ 12 h 136"/>
              <a:gd name="T88" fmla="*/ 70 w 127"/>
              <a:gd name="T89" fmla="*/ 11 h 136"/>
              <a:gd name="T90" fmla="*/ 37 w 127"/>
              <a:gd name="T91" fmla="*/ 11 h 136"/>
              <a:gd name="T92" fmla="*/ 34 w 127"/>
              <a:gd name="T93" fmla="*/ 11 h 136"/>
              <a:gd name="T94" fmla="*/ 34 w 127"/>
              <a:gd name="T95" fmla="*/ 61 h 136"/>
            </a:gdLst>
            <a:rect l="0" t="0" r="r" b="b"/>
            <a:pathLst>
              <a:path w="127" h="136">
                <a:moveTo>
                  <a:pt x="34" y="71"/>
                </a:moveTo>
                <a:cubicBezTo>
                  <a:pt x="34" y="75"/>
                  <a:pt x="34" y="78"/>
                  <a:pt x="34" y="81"/>
                </a:cubicBezTo>
                <a:cubicBezTo>
                  <a:pt x="34" y="92"/>
                  <a:pt x="34" y="103"/>
                  <a:pt x="34" y="114"/>
                </a:cubicBezTo>
                <a:cubicBezTo>
                  <a:pt x="34" y="117"/>
                  <a:pt x="34" y="119"/>
                  <a:pt x="35" y="122"/>
                </a:cubicBezTo>
                <a:cubicBezTo>
                  <a:pt x="35" y="125"/>
                  <a:pt x="37" y="127"/>
                  <a:pt x="40" y="127"/>
                </a:cubicBezTo>
                <a:cubicBezTo>
                  <a:pt x="43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1" y="135"/>
                </a:cubicBezTo>
                <a:cubicBezTo>
                  <a:pt x="0" y="134"/>
                  <a:pt x="0" y="133"/>
                  <a:pt x="0" y="132"/>
                </a:cubicBezTo>
                <a:cubicBezTo>
                  <a:pt x="0" y="131"/>
                  <a:pt x="0" y="130"/>
                  <a:pt x="0" y="128"/>
                </a:cubicBezTo>
                <a:cubicBezTo>
                  <a:pt x="3" y="128"/>
                  <a:pt x="6" y="128"/>
                  <a:pt x="9" y="127"/>
                </a:cubicBezTo>
                <a:cubicBezTo>
                  <a:pt x="14" y="126"/>
                  <a:pt x="15" y="125"/>
                  <a:pt x="16" y="120"/>
                </a:cubicBezTo>
                <a:cubicBezTo>
                  <a:pt x="16" y="117"/>
                  <a:pt x="17" y="114"/>
                  <a:pt x="17" y="111"/>
                </a:cubicBezTo>
                <a:cubicBezTo>
                  <a:pt x="17" y="81"/>
                  <a:pt x="17" y="52"/>
                  <a:pt x="17" y="22"/>
                </a:cubicBezTo>
                <a:cubicBezTo>
                  <a:pt x="17" y="20"/>
                  <a:pt x="16" y="17"/>
                  <a:pt x="16" y="15"/>
                </a:cubicBezTo>
                <a:cubicBezTo>
                  <a:pt x="15" y="11"/>
                  <a:pt x="13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2" y="1"/>
                  <a:pt x="3" y="0"/>
                  <a:pt x="4" y="0"/>
                </a:cubicBezTo>
                <a:cubicBezTo>
                  <a:pt x="26" y="0"/>
                  <a:pt x="49" y="0"/>
                  <a:pt x="71" y="0"/>
                </a:cubicBezTo>
                <a:cubicBezTo>
                  <a:pt x="79" y="0"/>
                  <a:pt x="86" y="1"/>
                  <a:pt x="94" y="4"/>
                </a:cubicBezTo>
                <a:cubicBezTo>
                  <a:pt x="108" y="9"/>
                  <a:pt x="115" y="18"/>
                  <a:pt x="116" y="32"/>
                </a:cubicBezTo>
                <a:cubicBezTo>
                  <a:pt x="117" y="48"/>
                  <a:pt x="110" y="60"/>
                  <a:pt x="97" y="66"/>
                </a:cubicBezTo>
                <a:cubicBezTo>
                  <a:pt x="91" y="68"/>
                  <a:pt x="86" y="70"/>
                  <a:pt x="80" y="70"/>
                </a:cubicBezTo>
                <a:cubicBezTo>
                  <a:pt x="77" y="70"/>
                  <a:pt x="74" y="71"/>
                  <a:pt x="71" y="71"/>
                </a:cubicBezTo>
                <a:cubicBezTo>
                  <a:pt x="72" y="73"/>
                  <a:pt x="73" y="74"/>
                  <a:pt x="73" y="75"/>
                </a:cubicBezTo>
                <a:cubicBezTo>
                  <a:pt x="84" y="88"/>
                  <a:pt x="94" y="101"/>
                  <a:pt x="104" y="114"/>
                </a:cubicBezTo>
                <a:cubicBezTo>
                  <a:pt x="105" y="115"/>
                  <a:pt x="105" y="115"/>
                  <a:pt x="105" y="116"/>
                </a:cubicBezTo>
                <a:cubicBezTo>
                  <a:pt x="111" y="122"/>
                  <a:pt x="117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24" y="135"/>
                  <a:pt x="120" y="135"/>
                  <a:pt x="116" y="135"/>
                </a:cubicBezTo>
                <a:cubicBezTo>
                  <a:pt x="111" y="135"/>
                  <a:pt x="107" y="135"/>
                  <a:pt x="102" y="136"/>
                </a:cubicBezTo>
                <a:cubicBezTo>
                  <a:pt x="99" y="136"/>
                  <a:pt x="97" y="134"/>
                  <a:pt x="96" y="132"/>
                </a:cubicBezTo>
                <a:cubicBezTo>
                  <a:pt x="83" y="115"/>
                  <a:pt x="71" y="99"/>
                  <a:pt x="59" y="82"/>
                </a:cubicBezTo>
                <a:cubicBezTo>
                  <a:pt x="57" y="79"/>
                  <a:pt x="54" y="76"/>
                  <a:pt x="52" y="73"/>
                </a:cubicBezTo>
                <a:cubicBezTo>
                  <a:pt x="51" y="72"/>
                  <a:pt x="50" y="71"/>
                  <a:pt x="49" y="71"/>
                </a:cubicBezTo>
                <a:cubicBezTo>
                  <a:pt x="44" y="71"/>
                  <a:pt x="39" y="71"/>
                  <a:pt x="34" y="71"/>
                </a:cubicBezTo>
                <a:close/>
                <a:moveTo>
                  <a:pt x="34" y="61"/>
                </a:moveTo>
                <a:cubicBezTo>
                  <a:pt x="35" y="62"/>
                  <a:pt x="36" y="62"/>
                  <a:pt x="36" y="62"/>
                </a:cubicBezTo>
                <a:cubicBezTo>
                  <a:pt x="46" y="62"/>
                  <a:pt x="56" y="62"/>
                  <a:pt x="66" y="62"/>
                </a:cubicBezTo>
                <a:cubicBezTo>
                  <a:pt x="72" y="61"/>
                  <a:pt x="77" y="60"/>
                  <a:pt x="82" y="59"/>
                </a:cubicBezTo>
                <a:cubicBezTo>
                  <a:pt x="90" y="56"/>
                  <a:pt x="94" y="51"/>
                  <a:pt x="96" y="44"/>
                </a:cubicBezTo>
                <a:cubicBezTo>
                  <a:pt x="96" y="39"/>
                  <a:pt x="97" y="34"/>
                  <a:pt x="96" y="29"/>
                </a:cubicBezTo>
                <a:cubicBezTo>
                  <a:pt x="95" y="20"/>
                  <a:pt x="90" y="15"/>
                  <a:pt x="81" y="12"/>
                </a:cubicBezTo>
                <a:cubicBezTo>
                  <a:pt x="77" y="11"/>
                  <a:pt x="74" y="11"/>
                  <a:pt x="70" y="11"/>
                </a:cubicBezTo>
                <a:cubicBezTo>
                  <a:pt x="59" y="10"/>
                  <a:pt x="48" y="11"/>
                  <a:pt x="37" y="11"/>
                </a:cubicBezTo>
                <a:cubicBezTo>
                  <a:pt x="36" y="11"/>
                  <a:pt x="35" y="11"/>
                  <a:pt x="34" y="11"/>
                </a:cubicBezTo>
                <a:cubicBezTo>
                  <a:pt x="34" y="28"/>
                  <a:pt x="34" y="44"/>
                  <a:pt x="34" y="61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9" name="Freeform 18">
            <a:extLst xmlns:a="http://schemas.openxmlformats.org/drawingml/2006/main">
              <a:ext uri="{FF2B5EF4-FFF2-40B4-BE49-F238E27FC236}">
                <a16:creationId xmlns:a16="http://schemas.microsoft.com/office/drawing/2014/main" id="{AE22DAAC-A12C-41B4-8085-971062A3A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3581" y="688617"/>
            <a:ext cx="64437" cy="68429"/>
          </a:xfrm>
          <a:custGeom xmlns:a="http://schemas.openxmlformats.org/drawingml/2006/main">
            <a:gdLst>
              <a:gd name="T0" fmla="*/ 50 w 127"/>
              <a:gd name="T1" fmla="*/ 70 h 135"/>
              <a:gd name="T2" fmla="*/ 34 w 127"/>
              <a:gd name="T3" fmla="*/ 87 h 135"/>
              <a:gd name="T4" fmla="*/ 33 w 127"/>
              <a:gd name="T5" fmla="*/ 90 h 135"/>
              <a:gd name="T6" fmla="*/ 33 w 127"/>
              <a:gd name="T7" fmla="*/ 116 h 135"/>
              <a:gd name="T8" fmla="*/ 34 w 127"/>
              <a:gd name="T9" fmla="*/ 120 h 135"/>
              <a:gd name="T10" fmla="*/ 41 w 127"/>
              <a:gd name="T11" fmla="*/ 127 h 135"/>
              <a:gd name="T12" fmla="*/ 49 w 127"/>
              <a:gd name="T13" fmla="*/ 128 h 135"/>
              <a:gd name="T14" fmla="*/ 49 w 127"/>
              <a:gd name="T15" fmla="*/ 135 h 135"/>
              <a:gd name="T16" fmla="*/ 0 w 127"/>
              <a:gd name="T17" fmla="*/ 135 h 135"/>
              <a:gd name="T18" fmla="*/ 0 w 127"/>
              <a:gd name="T19" fmla="*/ 128 h 135"/>
              <a:gd name="T20" fmla="*/ 7 w 127"/>
              <a:gd name="T21" fmla="*/ 128 h 135"/>
              <a:gd name="T22" fmla="*/ 16 w 127"/>
              <a:gd name="T23" fmla="*/ 118 h 135"/>
              <a:gd name="T24" fmla="*/ 16 w 127"/>
              <a:gd name="T25" fmla="*/ 111 h 135"/>
              <a:gd name="T26" fmla="*/ 16 w 127"/>
              <a:gd name="T27" fmla="*/ 24 h 135"/>
              <a:gd name="T28" fmla="*/ 16 w 127"/>
              <a:gd name="T29" fmla="*/ 16 h 135"/>
              <a:gd name="T30" fmla="*/ 8 w 127"/>
              <a:gd name="T31" fmla="*/ 9 h 135"/>
              <a:gd name="T32" fmla="*/ 0 w 127"/>
              <a:gd name="T33" fmla="*/ 8 h 135"/>
              <a:gd name="T34" fmla="*/ 0 w 127"/>
              <a:gd name="T35" fmla="*/ 1 h 135"/>
              <a:gd name="T36" fmla="*/ 49 w 127"/>
              <a:gd name="T37" fmla="*/ 1 h 135"/>
              <a:gd name="T38" fmla="*/ 50 w 127"/>
              <a:gd name="T39" fmla="*/ 8 h 135"/>
              <a:gd name="T40" fmla="*/ 41 w 127"/>
              <a:gd name="T41" fmla="*/ 9 h 135"/>
              <a:gd name="T42" fmla="*/ 34 w 127"/>
              <a:gd name="T43" fmla="*/ 16 h 135"/>
              <a:gd name="T44" fmla="*/ 33 w 127"/>
              <a:gd name="T45" fmla="*/ 23 h 135"/>
              <a:gd name="T46" fmla="*/ 33 w 127"/>
              <a:gd name="T47" fmla="*/ 70 h 135"/>
              <a:gd name="T48" fmla="*/ 33 w 127"/>
              <a:gd name="T49" fmla="*/ 73 h 135"/>
              <a:gd name="T50" fmla="*/ 36 w 127"/>
              <a:gd name="T51" fmla="*/ 71 h 135"/>
              <a:gd name="T52" fmla="*/ 83 w 127"/>
              <a:gd name="T53" fmla="*/ 19 h 135"/>
              <a:gd name="T54" fmla="*/ 86 w 127"/>
              <a:gd name="T55" fmla="*/ 14 h 135"/>
              <a:gd name="T56" fmla="*/ 84 w 127"/>
              <a:gd name="T57" fmla="*/ 9 h 135"/>
              <a:gd name="T58" fmla="*/ 76 w 127"/>
              <a:gd name="T59" fmla="*/ 8 h 135"/>
              <a:gd name="T60" fmla="*/ 76 w 127"/>
              <a:gd name="T61" fmla="*/ 1 h 135"/>
              <a:gd name="T62" fmla="*/ 122 w 127"/>
              <a:gd name="T63" fmla="*/ 1 h 135"/>
              <a:gd name="T64" fmla="*/ 122 w 127"/>
              <a:gd name="T65" fmla="*/ 8 h 135"/>
              <a:gd name="T66" fmla="*/ 118 w 127"/>
              <a:gd name="T67" fmla="*/ 8 h 135"/>
              <a:gd name="T68" fmla="*/ 99 w 127"/>
              <a:gd name="T69" fmla="*/ 18 h 135"/>
              <a:gd name="T70" fmla="*/ 77 w 127"/>
              <a:gd name="T71" fmla="*/ 41 h 135"/>
              <a:gd name="T72" fmla="*/ 62 w 127"/>
              <a:gd name="T73" fmla="*/ 57 h 135"/>
              <a:gd name="T74" fmla="*/ 64 w 127"/>
              <a:gd name="T75" fmla="*/ 61 h 135"/>
              <a:gd name="T76" fmla="*/ 102 w 127"/>
              <a:gd name="T77" fmla="*/ 113 h 135"/>
              <a:gd name="T78" fmla="*/ 108 w 127"/>
              <a:gd name="T79" fmla="*/ 120 h 135"/>
              <a:gd name="T80" fmla="*/ 123 w 127"/>
              <a:gd name="T81" fmla="*/ 127 h 135"/>
              <a:gd name="T82" fmla="*/ 127 w 127"/>
              <a:gd name="T83" fmla="*/ 128 h 135"/>
              <a:gd name="T84" fmla="*/ 127 w 127"/>
              <a:gd name="T85" fmla="*/ 135 h 135"/>
              <a:gd name="T86" fmla="*/ 73 w 127"/>
              <a:gd name="T87" fmla="*/ 135 h 135"/>
              <a:gd name="T88" fmla="*/ 73 w 127"/>
              <a:gd name="T89" fmla="*/ 128 h 135"/>
              <a:gd name="T90" fmla="*/ 80 w 127"/>
              <a:gd name="T91" fmla="*/ 127 h 135"/>
              <a:gd name="T92" fmla="*/ 84 w 127"/>
              <a:gd name="T93" fmla="*/ 120 h 135"/>
              <a:gd name="T94" fmla="*/ 82 w 127"/>
              <a:gd name="T95" fmla="*/ 115 h 135"/>
              <a:gd name="T96" fmla="*/ 51 w 127"/>
              <a:gd name="T97" fmla="*/ 72 h 135"/>
              <a:gd name="T98" fmla="*/ 50 w 127"/>
              <a:gd name="T99" fmla="*/ 70 h 135"/>
            </a:gdLst>
            <a:rect l="0" t="0" r="r" b="b"/>
            <a:pathLst>
              <a:path w="127" h="135">
                <a:moveTo>
                  <a:pt x="50" y="70"/>
                </a:moveTo>
                <a:cubicBezTo>
                  <a:pt x="44" y="76"/>
                  <a:pt x="39" y="81"/>
                  <a:pt x="34" y="87"/>
                </a:cubicBezTo>
                <a:cubicBezTo>
                  <a:pt x="33" y="88"/>
                  <a:pt x="33" y="89"/>
                  <a:pt x="33" y="90"/>
                </a:cubicBezTo>
                <a:cubicBezTo>
                  <a:pt x="33" y="99"/>
                  <a:pt x="33" y="107"/>
                  <a:pt x="33" y="116"/>
                </a:cubicBezTo>
                <a:cubicBezTo>
                  <a:pt x="33" y="117"/>
                  <a:pt x="33" y="118"/>
                  <a:pt x="34" y="120"/>
                </a:cubicBezTo>
                <a:cubicBezTo>
                  <a:pt x="35" y="125"/>
                  <a:pt x="36" y="126"/>
                  <a:pt x="41" y="127"/>
                </a:cubicBezTo>
                <a:cubicBezTo>
                  <a:pt x="44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7" y="128"/>
                </a:cubicBezTo>
                <a:cubicBezTo>
                  <a:pt x="14" y="127"/>
                  <a:pt x="16" y="125"/>
                  <a:pt x="16" y="118"/>
                </a:cubicBezTo>
                <a:cubicBezTo>
                  <a:pt x="16" y="115"/>
                  <a:pt x="16" y="113"/>
                  <a:pt x="16" y="111"/>
                </a:cubicBezTo>
                <a:cubicBezTo>
                  <a:pt x="16" y="82"/>
                  <a:pt x="16" y="53"/>
                  <a:pt x="16" y="24"/>
                </a:cubicBezTo>
                <a:cubicBezTo>
                  <a:pt x="16" y="21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5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4" y="0"/>
                  <a:pt x="40" y="0"/>
                  <a:pt x="49" y="1"/>
                </a:cubicBezTo>
                <a:cubicBezTo>
                  <a:pt x="49" y="3"/>
                  <a:pt x="50" y="5"/>
                  <a:pt x="50" y="8"/>
                </a:cubicBezTo>
                <a:cubicBezTo>
                  <a:pt x="47" y="8"/>
                  <a:pt x="44" y="8"/>
                  <a:pt x="41" y="9"/>
                </a:cubicBezTo>
                <a:cubicBezTo>
                  <a:pt x="37" y="9"/>
                  <a:pt x="34" y="11"/>
                  <a:pt x="34" y="16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39"/>
                  <a:pt x="33" y="54"/>
                  <a:pt x="33" y="70"/>
                </a:cubicBezTo>
                <a:cubicBezTo>
                  <a:pt x="33" y="71"/>
                  <a:pt x="33" y="72"/>
                  <a:pt x="33" y="73"/>
                </a:cubicBezTo>
                <a:cubicBezTo>
                  <a:pt x="35" y="72"/>
                  <a:pt x="36" y="72"/>
                  <a:pt x="36" y="71"/>
                </a:cubicBezTo>
                <a:cubicBezTo>
                  <a:pt x="52" y="54"/>
                  <a:pt x="67" y="37"/>
                  <a:pt x="83" y="19"/>
                </a:cubicBezTo>
                <a:cubicBezTo>
                  <a:pt x="84" y="18"/>
                  <a:pt x="85" y="16"/>
                  <a:pt x="86" y="14"/>
                </a:cubicBezTo>
                <a:cubicBezTo>
                  <a:pt x="88" y="12"/>
                  <a:pt x="87" y="10"/>
                  <a:pt x="84" y="9"/>
                </a:cubicBezTo>
                <a:cubicBezTo>
                  <a:pt x="81" y="8"/>
                  <a:pt x="79" y="8"/>
                  <a:pt x="76" y="8"/>
                </a:cubicBezTo>
                <a:cubicBezTo>
                  <a:pt x="76" y="5"/>
                  <a:pt x="76" y="3"/>
                  <a:pt x="76" y="1"/>
                </a:cubicBezTo>
                <a:cubicBezTo>
                  <a:pt x="79" y="0"/>
                  <a:pt x="114" y="0"/>
                  <a:pt x="122" y="1"/>
                </a:cubicBezTo>
                <a:cubicBezTo>
                  <a:pt x="122" y="3"/>
                  <a:pt x="122" y="5"/>
                  <a:pt x="122" y="8"/>
                </a:cubicBezTo>
                <a:cubicBezTo>
                  <a:pt x="121" y="8"/>
                  <a:pt x="120" y="8"/>
                  <a:pt x="118" y="8"/>
                </a:cubicBezTo>
                <a:cubicBezTo>
                  <a:pt x="111" y="9"/>
                  <a:pt x="104" y="12"/>
                  <a:pt x="99" y="18"/>
                </a:cubicBezTo>
                <a:cubicBezTo>
                  <a:pt x="92" y="25"/>
                  <a:pt x="85" y="33"/>
                  <a:pt x="77" y="41"/>
                </a:cubicBezTo>
                <a:cubicBezTo>
                  <a:pt x="72" y="46"/>
                  <a:pt x="67" y="52"/>
                  <a:pt x="62" y="57"/>
                </a:cubicBezTo>
                <a:cubicBezTo>
                  <a:pt x="63" y="58"/>
                  <a:pt x="64" y="59"/>
                  <a:pt x="64" y="61"/>
                </a:cubicBezTo>
                <a:cubicBezTo>
                  <a:pt x="77" y="78"/>
                  <a:pt x="90" y="95"/>
                  <a:pt x="102" y="113"/>
                </a:cubicBezTo>
                <a:cubicBezTo>
                  <a:pt x="104" y="115"/>
                  <a:pt x="106" y="118"/>
                  <a:pt x="108" y="120"/>
                </a:cubicBezTo>
                <a:cubicBezTo>
                  <a:pt x="112" y="124"/>
                  <a:pt x="117" y="127"/>
                  <a:pt x="123" y="127"/>
                </a:cubicBezTo>
                <a:cubicBezTo>
                  <a:pt x="124" y="128"/>
                  <a:pt x="125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09" y="135"/>
                  <a:pt x="91" y="135"/>
                  <a:pt x="73" y="135"/>
                </a:cubicBezTo>
                <a:cubicBezTo>
                  <a:pt x="73" y="133"/>
                  <a:pt x="73" y="131"/>
                  <a:pt x="73" y="128"/>
                </a:cubicBezTo>
                <a:cubicBezTo>
                  <a:pt x="75" y="128"/>
                  <a:pt x="78" y="128"/>
                  <a:pt x="80" y="127"/>
                </a:cubicBezTo>
                <a:cubicBezTo>
                  <a:pt x="85" y="127"/>
                  <a:pt x="86" y="125"/>
                  <a:pt x="84" y="120"/>
                </a:cubicBezTo>
                <a:cubicBezTo>
                  <a:pt x="84" y="118"/>
                  <a:pt x="83" y="117"/>
                  <a:pt x="82" y="115"/>
                </a:cubicBezTo>
                <a:cubicBezTo>
                  <a:pt x="72" y="101"/>
                  <a:pt x="61" y="86"/>
                  <a:pt x="51" y="72"/>
                </a:cubicBezTo>
                <a:cubicBezTo>
                  <a:pt x="51" y="71"/>
                  <a:pt x="50" y="71"/>
                  <a:pt x="50" y="7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0" name="Freeform 19">
            <a:extLst xmlns:a="http://schemas.openxmlformats.org/drawingml/2006/main">
              <a:ext uri="{FF2B5EF4-FFF2-40B4-BE49-F238E27FC236}">
                <a16:creationId xmlns:a16="http://schemas.microsoft.com/office/drawing/2014/main" id="{32168144-CB54-443F-85FB-DA96EDEB5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9719" y="688617"/>
            <a:ext cx="63867" cy="68429"/>
          </a:xfrm>
          <a:custGeom xmlns:a="http://schemas.openxmlformats.org/drawingml/2006/main">
            <a:gdLst>
              <a:gd name="T0" fmla="*/ 28 w 126"/>
              <a:gd name="T1" fmla="*/ 16 h 135"/>
              <a:gd name="T2" fmla="*/ 28 w 126"/>
              <a:gd name="T3" fmla="*/ 20 h 135"/>
              <a:gd name="T4" fmla="*/ 28 w 126"/>
              <a:gd name="T5" fmla="*/ 109 h 135"/>
              <a:gd name="T6" fmla="*/ 28 w 126"/>
              <a:gd name="T7" fmla="*/ 119 h 135"/>
              <a:gd name="T8" fmla="*/ 37 w 126"/>
              <a:gd name="T9" fmla="*/ 127 h 135"/>
              <a:gd name="T10" fmla="*/ 44 w 126"/>
              <a:gd name="T11" fmla="*/ 128 h 135"/>
              <a:gd name="T12" fmla="*/ 44 w 126"/>
              <a:gd name="T13" fmla="*/ 135 h 135"/>
              <a:gd name="T14" fmla="*/ 0 w 126"/>
              <a:gd name="T15" fmla="*/ 135 h 135"/>
              <a:gd name="T16" fmla="*/ 0 w 126"/>
              <a:gd name="T17" fmla="*/ 128 h 135"/>
              <a:gd name="T18" fmla="*/ 8 w 126"/>
              <a:gd name="T19" fmla="*/ 127 h 135"/>
              <a:gd name="T20" fmla="*/ 16 w 126"/>
              <a:gd name="T21" fmla="*/ 120 h 135"/>
              <a:gd name="T22" fmla="*/ 16 w 126"/>
              <a:gd name="T23" fmla="*/ 113 h 135"/>
              <a:gd name="T24" fmla="*/ 16 w 126"/>
              <a:gd name="T25" fmla="*/ 19 h 135"/>
              <a:gd name="T26" fmla="*/ 16 w 126"/>
              <a:gd name="T27" fmla="*/ 15 h 135"/>
              <a:gd name="T28" fmla="*/ 9 w 126"/>
              <a:gd name="T29" fmla="*/ 9 h 135"/>
              <a:gd name="T30" fmla="*/ 5 w 126"/>
              <a:gd name="T31" fmla="*/ 8 h 135"/>
              <a:gd name="T32" fmla="*/ 1 w 126"/>
              <a:gd name="T33" fmla="*/ 8 h 135"/>
              <a:gd name="T34" fmla="*/ 1 w 126"/>
              <a:gd name="T35" fmla="*/ 1 h 135"/>
              <a:gd name="T36" fmla="*/ 40 w 126"/>
              <a:gd name="T37" fmla="*/ 1 h 135"/>
              <a:gd name="T38" fmla="*/ 98 w 126"/>
              <a:gd name="T39" fmla="*/ 100 h 135"/>
              <a:gd name="T40" fmla="*/ 99 w 126"/>
              <a:gd name="T41" fmla="*/ 100 h 135"/>
              <a:gd name="T42" fmla="*/ 99 w 126"/>
              <a:gd name="T43" fmla="*/ 96 h 135"/>
              <a:gd name="T44" fmla="*/ 99 w 126"/>
              <a:gd name="T45" fmla="*/ 24 h 135"/>
              <a:gd name="T46" fmla="*/ 98 w 126"/>
              <a:gd name="T47" fmla="*/ 16 h 135"/>
              <a:gd name="T48" fmla="*/ 90 w 126"/>
              <a:gd name="T49" fmla="*/ 9 h 135"/>
              <a:gd name="T50" fmla="*/ 83 w 126"/>
              <a:gd name="T51" fmla="*/ 8 h 135"/>
              <a:gd name="T52" fmla="*/ 83 w 126"/>
              <a:gd name="T53" fmla="*/ 1 h 135"/>
              <a:gd name="T54" fmla="*/ 126 w 126"/>
              <a:gd name="T55" fmla="*/ 1 h 135"/>
              <a:gd name="T56" fmla="*/ 126 w 126"/>
              <a:gd name="T57" fmla="*/ 8 h 135"/>
              <a:gd name="T58" fmla="*/ 119 w 126"/>
              <a:gd name="T59" fmla="*/ 9 h 135"/>
              <a:gd name="T60" fmla="*/ 111 w 126"/>
              <a:gd name="T61" fmla="*/ 16 h 135"/>
              <a:gd name="T62" fmla="*/ 110 w 126"/>
              <a:gd name="T63" fmla="*/ 27 h 135"/>
              <a:gd name="T64" fmla="*/ 110 w 126"/>
              <a:gd name="T65" fmla="*/ 129 h 135"/>
              <a:gd name="T66" fmla="*/ 110 w 126"/>
              <a:gd name="T67" fmla="*/ 135 h 135"/>
              <a:gd name="T68" fmla="*/ 99 w 126"/>
              <a:gd name="T69" fmla="*/ 135 h 135"/>
              <a:gd name="T70" fmla="*/ 29 w 126"/>
              <a:gd name="T71" fmla="*/ 15 h 135"/>
              <a:gd name="T72" fmla="*/ 28 w 126"/>
              <a:gd name="T73" fmla="*/ 16 h 135"/>
            </a:gdLst>
            <a:rect l="0" t="0" r="r" b="b"/>
            <a:pathLst>
              <a:path w="126" h="135">
                <a:moveTo>
                  <a:pt x="28" y="16"/>
                </a:moveTo>
                <a:cubicBezTo>
                  <a:pt x="28" y="17"/>
                  <a:pt x="28" y="19"/>
                  <a:pt x="28" y="20"/>
                </a:cubicBezTo>
                <a:cubicBezTo>
                  <a:pt x="28" y="50"/>
                  <a:pt x="28" y="79"/>
                  <a:pt x="28" y="109"/>
                </a:cubicBezTo>
                <a:cubicBezTo>
                  <a:pt x="28" y="112"/>
                  <a:pt x="28" y="115"/>
                  <a:pt x="28" y="119"/>
                </a:cubicBezTo>
                <a:cubicBezTo>
                  <a:pt x="29" y="124"/>
                  <a:pt x="31" y="126"/>
                  <a:pt x="37" y="127"/>
                </a:cubicBezTo>
                <a:cubicBezTo>
                  <a:pt x="39" y="127"/>
                  <a:pt x="41" y="128"/>
                  <a:pt x="44" y="128"/>
                </a:cubicBezTo>
                <a:cubicBezTo>
                  <a:pt x="44" y="130"/>
                  <a:pt x="44" y="133"/>
                  <a:pt x="44" y="135"/>
                </a:cubicBezTo>
                <a:cubicBezTo>
                  <a:pt x="29" y="135"/>
                  <a:pt x="15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5" y="127"/>
                  <a:pt x="8" y="127"/>
                </a:cubicBezTo>
                <a:cubicBezTo>
                  <a:pt x="12" y="127"/>
                  <a:pt x="15" y="124"/>
                  <a:pt x="16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0"/>
                  <a:pt x="16" y="19"/>
                </a:cubicBezTo>
                <a:cubicBezTo>
                  <a:pt x="16" y="18"/>
                  <a:pt x="16" y="17"/>
                  <a:pt x="16" y="15"/>
                </a:cubicBezTo>
                <a:cubicBezTo>
                  <a:pt x="16" y="11"/>
                  <a:pt x="14" y="9"/>
                  <a:pt x="9" y="9"/>
                </a:cubicBezTo>
                <a:cubicBezTo>
                  <a:pt x="8" y="8"/>
                  <a:pt x="7" y="8"/>
                  <a:pt x="5" y="8"/>
                </a:cubicBezTo>
                <a:cubicBezTo>
                  <a:pt x="4" y="8"/>
                  <a:pt x="2" y="8"/>
                  <a:pt x="1" y="8"/>
                </a:cubicBezTo>
                <a:cubicBezTo>
                  <a:pt x="1" y="5"/>
                  <a:pt x="1" y="3"/>
                  <a:pt x="1" y="1"/>
                </a:cubicBezTo>
                <a:cubicBezTo>
                  <a:pt x="14" y="1"/>
                  <a:pt x="27" y="1"/>
                  <a:pt x="40" y="1"/>
                </a:cubicBezTo>
                <a:cubicBezTo>
                  <a:pt x="59" y="34"/>
                  <a:pt x="79" y="67"/>
                  <a:pt x="98" y="100"/>
                </a:cubicBezTo>
                <a:cubicBezTo>
                  <a:pt x="98" y="100"/>
                  <a:pt x="99" y="100"/>
                  <a:pt x="99" y="100"/>
                </a:cubicBezTo>
                <a:cubicBezTo>
                  <a:pt x="99" y="99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1"/>
                  <a:pt x="99" y="19"/>
                  <a:pt x="98" y="16"/>
                </a:cubicBezTo>
                <a:cubicBezTo>
                  <a:pt x="97" y="12"/>
                  <a:pt x="94" y="9"/>
                  <a:pt x="90" y="9"/>
                </a:cubicBezTo>
                <a:cubicBezTo>
                  <a:pt x="88" y="8"/>
                  <a:pt x="86" y="8"/>
                  <a:pt x="83" y="8"/>
                </a:cubicBezTo>
                <a:cubicBezTo>
                  <a:pt x="83" y="5"/>
                  <a:pt x="83" y="3"/>
                  <a:pt x="83" y="1"/>
                </a:cubicBezTo>
                <a:cubicBezTo>
                  <a:pt x="87" y="0"/>
                  <a:pt x="115" y="0"/>
                  <a:pt x="126" y="1"/>
                </a:cubicBezTo>
                <a:cubicBezTo>
                  <a:pt x="126" y="3"/>
                  <a:pt x="126" y="5"/>
                  <a:pt x="126" y="8"/>
                </a:cubicBezTo>
                <a:cubicBezTo>
                  <a:pt x="124" y="8"/>
                  <a:pt x="122" y="8"/>
                  <a:pt x="119" y="9"/>
                </a:cubicBezTo>
                <a:cubicBezTo>
                  <a:pt x="115" y="9"/>
                  <a:pt x="112" y="12"/>
                  <a:pt x="111" y="16"/>
                </a:cubicBezTo>
                <a:cubicBezTo>
                  <a:pt x="111" y="20"/>
                  <a:pt x="110" y="23"/>
                  <a:pt x="110" y="27"/>
                </a:cubicBezTo>
                <a:cubicBezTo>
                  <a:pt x="110" y="61"/>
                  <a:pt x="110" y="95"/>
                  <a:pt x="110" y="129"/>
                </a:cubicBezTo>
                <a:cubicBezTo>
                  <a:pt x="110" y="131"/>
                  <a:pt x="110" y="133"/>
                  <a:pt x="110" y="135"/>
                </a:cubicBezTo>
                <a:cubicBezTo>
                  <a:pt x="106" y="135"/>
                  <a:pt x="103" y="135"/>
                  <a:pt x="99" y="135"/>
                </a:cubicBezTo>
                <a:cubicBezTo>
                  <a:pt x="76" y="95"/>
                  <a:pt x="52" y="55"/>
                  <a:pt x="29" y="15"/>
                </a:cubicBezTo>
                <a:cubicBezTo>
                  <a:pt x="28" y="15"/>
                  <a:pt x="28" y="15"/>
                  <a:pt x="28" y="16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2" name="Freeform 20">
            <a:extLst xmlns:a="http://schemas.openxmlformats.org/drawingml/2006/main">
              <a:ext uri="{FF2B5EF4-FFF2-40B4-BE49-F238E27FC236}">
                <a16:creationId xmlns:a16="http://schemas.microsoft.com/office/drawing/2014/main" id="{7DBC629D-7FE1-4617-BD2D-3A9C8E316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9652" y="688617"/>
            <a:ext cx="62726" cy="68429"/>
          </a:xfrm>
          <a:custGeom xmlns:a="http://schemas.openxmlformats.org/drawingml/2006/main">
            <a:gdLst>
              <a:gd name="T0" fmla="*/ 0 w 124"/>
              <a:gd name="T1" fmla="*/ 8 h 135"/>
              <a:gd name="T2" fmla="*/ 0 w 124"/>
              <a:gd name="T3" fmla="*/ 1 h 135"/>
              <a:gd name="T4" fmla="*/ 105 w 124"/>
              <a:gd name="T5" fmla="*/ 1 h 135"/>
              <a:gd name="T6" fmla="*/ 117 w 124"/>
              <a:gd name="T7" fmla="*/ 35 h 135"/>
              <a:gd name="T8" fmla="*/ 110 w 124"/>
              <a:gd name="T9" fmla="*/ 39 h 135"/>
              <a:gd name="T10" fmla="*/ 107 w 124"/>
              <a:gd name="T11" fmla="*/ 33 h 135"/>
              <a:gd name="T12" fmla="*/ 78 w 124"/>
              <a:gd name="T13" fmla="*/ 11 h 135"/>
              <a:gd name="T14" fmla="*/ 34 w 124"/>
              <a:gd name="T15" fmla="*/ 11 h 135"/>
              <a:gd name="T16" fmla="*/ 34 w 124"/>
              <a:gd name="T17" fmla="*/ 61 h 135"/>
              <a:gd name="T18" fmla="*/ 55 w 124"/>
              <a:gd name="T19" fmla="*/ 60 h 135"/>
              <a:gd name="T20" fmla="*/ 69 w 124"/>
              <a:gd name="T21" fmla="*/ 45 h 135"/>
              <a:gd name="T22" fmla="*/ 70 w 124"/>
              <a:gd name="T23" fmla="*/ 36 h 135"/>
              <a:gd name="T24" fmla="*/ 78 w 124"/>
              <a:gd name="T25" fmla="*/ 36 h 135"/>
              <a:gd name="T26" fmla="*/ 78 w 124"/>
              <a:gd name="T27" fmla="*/ 95 h 135"/>
              <a:gd name="T28" fmla="*/ 74 w 124"/>
              <a:gd name="T29" fmla="*/ 95 h 135"/>
              <a:gd name="T30" fmla="*/ 70 w 124"/>
              <a:gd name="T31" fmla="*/ 95 h 135"/>
              <a:gd name="T32" fmla="*/ 70 w 124"/>
              <a:gd name="T33" fmla="*/ 88 h 135"/>
              <a:gd name="T34" fmla="*/ 68 w 124"/>
              <a:gd name="T35" fmla="*/ 81 h 135"/>
              <a:gd name="T36" fmla="*/ 58 w 124"/>
              <a:gd name="T37" fmla="*/ 71 h 135"/>
              <a:gd name="T38" fmla="*/ 34 w 124"/>
              <a:gd name="T39" fmla="*/ 70 h 135"/>
              <a:gd name="T40" fmla="*/ 33 w 124"/>
              <a:gd name="T41" fmla="*/ 74 h 135"/>
              <a:gd name="T42" fmla="*/ 33 w 124"/>
              <a:gd name="T43" fmla="*/ 115 h 135"/>
              <a:gd name="T44" fmla="*/ 43 w 124"/>
              <a:gd name="T45" fmla="*/ 125 h 135"/>
              <a:gd name="T46" fmla="*/ 69 w 124"/>
              <a:gd name="T47" fmla="*/ 125 h 135"/>
              <a:gd name="T48" fmla="*/ 112 w 124"/>
              <a:gd name="T49" fmla="*/ 97 h 135"/>
              <a:gd name="T50" fmla="*/ 115 w 124"/>
              <a:gd name="T51" fmla="*/ 90 h 135"/>
              <a:gd name="T52" fmla="*/ 124 w 124"/>
              <a:gd name="T53" fmla="*/ 93 h 135"/>
              <a:gd name="T54" fmla="*/ 109 w 124"/>
              <a:gd name="T55" fmla="*/ 135 h 135"/>
              <a:gd name="T56" fmla="*/ 0 w 124"/>
              <a:gd name="T57" fmla="*/ 135 h 135"/>
              <a:gd name="T58" fmla="*/ 0 w 124"/>
              <a:gd name="T59" fmla="*/ 128 h 135"/>
              <a:gd name="T60" fmla="*/ 8 w 124"/>
              <a:gd name="T61" fmla="*/ 127 h 135"/>
              <a:gd name="T62" fmla="*/ 15 w 124"/>
              <a:gd name="T63" fmla="*/ 120 h 135"/>
              <a:gd name="T64" fmla="*/ 16 w 124"/>
              <a:gd name="T65" fmla="*/ 113 h 135"/>
              <a:gd name="T66" fmla="*/ 16 w 124"/>
              <a:gd name="T67" fmla="*/ 21 h 135"/>
              <a:gd name="T68" fmla="*/ 16 w 124"/>
              <a:gd name="T69" fmla="*/ 16 h 135"/>
              <a:gd name="T70" fmla="*/ 8 w 124"/>
              <a:gd name="T71" fmla="*/ 9 h 135"/>
              <a:gd name="T72" fmla="*/ 4 w 124"/>
              <a:gd name="T73" fmla="*/ 8 h 135"/>
              <a:gd name="T74" fmla="*/ 0 w 124"/>
              <a:gd name="T75" fmla="*/ 8 h 135"/>
            </a:gdLst>
            <a:rect l="0" t="0" r="r" b="b"/>
            <a:pathLst>
              <a:path w="124" h="135">
                <a:moveTo>
                  <a:pt x="0" y="8"/>
                </a:moveTo>
                <a:cubicBezTo>
                  <a:pt x="0" y="5"/>
                  <a:pt x="0" y="3"/>
                  <a:pt x="0" y="1"/>
                </a:cubicBezTo>
                <a:cubicBezTo>
                  <a:pt x="3" y="0"/>
                  <a:pt x="98" y="0"/>
                  <a:pt x="105" y="1"/>
                </a:cubicBezTo>
                <a:cubicBezTo>
                  <a:pt x="109" y="12"/>
                  <a:pt x="113" y="24"/>
                  <a:pt x="117" y="35"/>
                </a:cubicBezTo>
                <a:cubicBezTo>
                  <a:pt x="115" y="37"/>
                  <a:pt x="112" y="38"/>
                  <a:pt x="110" y="39"/>
                </a:cubicBezTo>
                <a:cubicBezTo>
                  <a:pt x="109" y="36"/>
                  <a:pt x="108" y="35"/>
                  <a:pt x="107" y="33"/>
                </a:cubicBezTo>
                <a:cubicBezTo>
                  <a:pt x="101" y="20"/>
                  <a:pt x="92" y="13"/>
                  <a:pt x="78" y="11"/>
                </a:cubicBezTo>
                <a:cubicBezTo>
                  <a:pt x="63" y="10"/>
                  <a:pt x="48" y="11"/>
                  <a:pt x="34" y="11"/>
                </a:cubicBezTo>
                <a:cubicBezTo>
                  <a:pt x="33" y="15"/>
                  <a:pt x="33" y="55"/>
                  <a:pt x="34" y="61"/>
                </a:cubicBezTo>
                <a:cubicBezTo>
                  <a:pt x="41" y="61"/>
                  <a:pt x="48" y="61"/>
                  <a:pt x="55" y="60"/>
                </a:cubicBezTo>
                <a:cubicBezTo>
                  <a:pt x="64" y="59"/>
                  <a:pt x="68" y="54"/>
                  <a:pt x="69" y="45"/>
                </a:cubicBezTo>
                <a:cubicBezTo>
                  <a:pt x="70" y="42"/>
                  <a:pt x="70" y="39"/>
                  <a:pt x="70" y="36"/>
                </a:cubicBezTo>
                <a:cubicBezTo>
                  <a:pt x="73" y="36"/>
                  <a:pt x="75" y="36"/>
                  <a:pt x="78" y="36"/>
                </a:cubicBezTo>
                <a:cubicBezTo>
                  <a:pt x="78" y="56"/>
                  <a:pt x="78" y="75"/>
                  <a:pt x="78" y="95"/>
                </a:cubicBezTo>
                <a:cubicBezTo>
                  <a:pt x="77" y="95"/>
                  <a:pt x="76" y="95"/>
                  <a:pt x="74" y="95"/>
                </a:cubicBezTo>
                <a:cubicBezTo>
                  <a:pt x="73" y="95"/>
                  <a:pt x="72" y="95"/>
                  <a:pt x="70" y="95"/>
                </a:cubicBezTo>
                <a:cubicBezTo>
                  <a:pt x="70" y="93"/>
                  <a:pt x="70" y="90"/>
                  <a:pt x="70" y="88"/>
                </a:cubicBezTo>
                <a:cubicBezTo>
                  <a:pt x="69" y="86"/>
                  <a:pt x="69" y="83"/>
                  <a:pt x="68" y="81"/>
                </a:cubicBezTo>
                <a:cubicBezTo>
                  <a:pt x="67" y="75"/>
                  <a:pt x="64" y="72"/>
                  <a:pt x="58" y="71"/>
                </a:cubicBezTo>
                <a:cubicBezTo>
                  <a:pt x="50" y="69"/>
                  <a:pt x="42" y="70"/>
                  <a:pt x="34" y="70"/>
                </a:cubicBezTo>
                <a:cubicBezTo>
                  <a:pt x="33" y="72"/>
                  <a:pt x="33" y="73"/>
                  <a:pt x="33" y="74"/>
                </a:cubicBezTo>
                <a:cubicBezTo>
                  <a:pt x="33" y="88"/>
                  <a:pt x="33" y="102"/>
                  <a:pt x="33" y="115"/>
                </a:cubicBezTo>
                <a:cubicBezTo>
                  <a:pt x="33" y="124"/>
                  <a:pt x="34" y="125"/>
                  <a:pt x="43" y="125"/>
                </a:cubicBezTo>
                <a:cubicBezTo>
                  <a:pt x="52" y="125"/>
                  <a:pt x="60" y="125"/>
                  <a:pt x="69" y="125"/>
                </a:cubicBezTo>
                <a:cubicBezTo>
                  <a:pt x="89" y="125"/>
                  <a:pt x="104" y="115"/>
                  <a:pt x="112" y="97"/>
                </a:cubicBezTo>
                <a:cubicBezTo>
                  <a:pt x="113" y="95"/>
                  <a:pt x="114" y="93"/>
                  <a:pt x="115" y="90"/>
                </a:cubicBezTo>
                <a:cubicBezTo>
                  <a:pt x="118" y="91"/>
                  <a:pt x="121" y="92"/>
                  <a:pt x="124" y="93"/>
                </a:cubicBezTo>
                <a:cubicBezTo>
                  <a:pt x="119" y="108"/>
                  <a:pt x="114" y="121"/>
                  <a:pt x="109" y="135"/>
                </a:cubicBezTo>
                <a:cubicBezTo>
                  <a:pt x="73" y="135"/>
                  <a:pt x="3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6" y="128"/>
                  <a:pt x="8" y="127"/>
                </a:cubicBezTo>
                <a:cubicBezTo>
                  <a:pt x="13" y="126"/>
                  <a:pt x="15" y="125"/>
                  <a:pt x="15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20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7" y="9"/>
                  <a:pt x="6" y="8"/>
                  <a:pt x="4" y="8"/>
                </a:cubicBezTo>
                <a:cubicBezTo>
                  <a:pt x="3" y="8"/>
                  <a:pt x="2" y="8"/>
                  <a:pt x="0" y="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3" name="Freeform 21">
            <a:extLst xmlns:a="http://schemas.openxmlformats.org/drawingml/2006/main">
              <a:ext uri="{FF2B5EF4-FFF2-40B4-BE49-F238E27FC236}">
                <a16:creationId xmlns:a16="http://schemas.microsoft.com/office/drawing/2014/main" id="{931F6AF6-EE53-4857-97EC-5DF8EF073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5152" y="689187"/>
            <a:ext cx="62726" cy="67859"/>
          </a:xfrm>
          <a:custGeom xmlns:a="http://schemas.openxmlformats.org/drawingml/2006/main">
            <a:gdLst>
              <a:gd name="T0" fmla="*/ 33 w 123"/>
              <a:gd name="T1" fmla="*/ 60 h 134"/>
              <a:gd name="T2" fmla="*/ 55 w 123"/>
              <a:gd name="T3" fmla="*/ 59 h 134"/>
              <a:gd name="T4" fmla="*/ 68 w 123"/>
              <a:gd name="T5" fmla="*/ 45 h 134"/>
              <a:gd name="T6" fmla="*/ 70 w 123"/>
              <a:gd name="T7" fmla="*/ 35 h 134"/>
              <a:gd name="T8" fmla="*/ 77 w 123"/>
              <a:gd name="T9" fmla="*/ 35 h 134"/>
              <a:gd name="T10" fmla="*/ 77 w 123"/>
              <a:gd name="T11" fmla="*/ 94 h 134"/>
              <a:gd name="T12" fmla="*/ 75 w 123"/>
              <a:gd name="T13" fmla="*/ 94 h 134"/>
              <a:gd name="T14" fmla="*/ 70 w 123"/>
              <a:gd name="T15" fmla="*/ 94 h 134"/>
              <a:gd name="T16" fmla="*/ 69 w 123"/>
              <a:gd name="T17" fmla="*/ 83 h 134"/>
              <a:gd name="T18" fmla="*/ 54 w 123"/>
              <a:gd name="T19" fmla="*/ 69 h 134"/>
              <a:gd name="T20" fmla="*/ 33 w 123"/>
              <a:gd name="T21" fmla="*/ 69 h 134"/>
              <a:gd name="T22" fmla="*/ 33 w 123"/>
              <a:gd name="T23" fmla="*/ 73 h 134"/>
              <a:gd name="T24" fmla="*/ 33 w 123"/>
              <a:gd name="T25" fmla="*/ 114 h 134"/>
              <a:gd name="T26" fmla="*/ 43 w 123"/>
              <a:gd name="T27" fmla="*/ 124 h 134"/>
              <a:gd name="T28" fmla="*/ 68 w 123"/>
              <a:gd name="T29" fmla="*/ 124 h 134"/>
              <a:gd name="T30" fmla="*/ 112 w 123"/>
              <a:gd name="T31" fmla="*/ 96 h 134"/>
              <a:gd name="T32" fmla="*/ 115 w 123"/>
              <a:gd name="T33" fmla="*/ 90 h 134"/>
              <a:gd name="T34" fmla="*/ 115 w 123"/>
              <a:gd name="T35" fmla="*/ 90 h 134"/>
              <a:gd name="T36" fmla="*/ 123 w 123"/>
              <a:gd name="T37" fmla="*/ 92 h 134"/>
              <a:gd name="T38" fmla="*/ 109 w 123"/>
              <a:gd name="T39" fmla="*/ 134 h 134"/>
              <a:gd name="T40" fmla="*/ 0 w 123"/>
              <a:gd name="T41" fmla="*/ 134 h 134"/>
              <a:gd name="T42" fmla="*/ 0 w 123"/>
              <a:gd name="T43" fmla="*/ 127 h 134"/>
              <a:gd name="T44" fmla="*/ 8 w 123"/>
              <a:gd name="T45" fmla="*/ 126 h 134"/>
              <a:gd name="T46" fmla="*/ 15 w 123"/>
              <a:gd name="T47" fmla="*/ 120 h 134"/>
              <a:gd name="T48" fmla="*/ 16 w 123"/>
              <a:gd name="T49" fmla="*/ 113 h 134"/>
              <a:gd name="T50" fmla="*/ 16 w 123"/>
              <a:gd name="T51" fmla="*/ 20 h 134"/>
              <a:gd name="T52" fmla="*/ 5 w 123"/>
              <a:gd name="T53" fmla="*/ 7 h 134"/>
              <a:gd name="T54" fmla="*/ 0 w 123"/>
              <a:gd name="T55" fmla="*/ 7 h 134"/>
              <a:gd name="T56" fmla="*/ 0 w 123"/>
              <a:gd name="T57" fmla="*/ 0 h 134"/>
              <a:gd name="T58" fmla="*/ 105 w 123"/>
              <a:gd name="T59" fmla="*/ 0 h 134"/>
              <a:gd name="T60" fmla="*/ 117 w 123"/>
              <a:gd name="T61" fmla="*/ 35 h 134"/>
              <a:gd name="T62" fmla="*/ 109 w 123"/>
              <a:gd name="T63" fmla="*/ 38 h 134"/>
              <a:gd name="T64" fmla="*/ 107 w 123"/>
              <a:gd name="T65" fmla="*/ 34 h 134"/>
              <a:gd name="T66" fmla="*/ 105 w 123"/>
              <a:gd name="T67" fmla="*/ 29 h 134"/>
              <a:gd name="T68" fmla="*/ 78 w 123"/>
              <a:gd name="T69" fmla="*/ 11 h 134"/>
              <a:gd name="T70" fmla="*/ 42 w 123"/>
              <a:gd name="T71" fmla="*/ 10 h 134"/>
              <a:gd name="T72" fmla="*/ 33 w 123"/>
              <a:gd name="T73" fmla="*/ 10 h 134"/>
              <a:gd name="T74" fmla="*/ 33 w 123"/>
              <a:gd name="T75" fmla="*/ 60 h 134"/>
            </a:gdLst>
            <a:rect l="0" t="0" r="r" b="b"/>
            <a:pathLst>
              <a:path w="123" h="134">
                <a:moveTo>
                  <a:pt x="33" y="60"/>
                </a:moveTo>
                <a:cubicBezTo>
                  <a:pt x="41" y="60"/>
                  <a:pt x="48" y="61"/>
                  <a:pt x="55" y="59"/>
                </a:cubicBezTo>
                <a:cubicBezTo>
                  <a:pt x="63" y="57"/>
                  <a:pt x="67" y="53"/>
                  <a:pt x="68" y="45"/>
                </a:cubicBezTo>
                <a:cubicBezTo>
                  <a:pt x="69" y="42"/>
                  <a:pt x="69" y="39"/>
                  <a:pt x="70" y="35"/>
                </a:cubicBezTo>
                <a:cubicBezTo>
                  <a:pt x="72" y="35"/>
                  <a:pt x="75" y="35"/>
                  <a:pt x="77" y="35"/>
                </a:cubicBezTo>
                <a:cubicBezTo>
                  <a:pt x="77" y="55"/>
                  <a:pt x="77" y="74"/>
                  <a:pt x="77" y="94"/>
                </a:cubicBezTo>
                <a:cubicBezTo>
                  <a:pt x="76" y="94"/>
                  <a:pt x="75" y="94"/>
                  <a:pt x="75" y="94"/>
                </a:cubicBezTo>
                <a:cubicBezTo>
                  <a:pt x="73" y="94"/>
                  <a:pt x="71" y="94"/>
                  <a:pt x="70" y="94"/>
                </a:cubicBezTo>
                <a:cubicBezTo>
                  <a:pt x="69" y="90"/>
                  <a:pt x="69" y="86"/>
                  <a:pt x="69" y="83"/>
                </a:cubicBezTo>
                <a:cubicBezTo>
                  <a:pt x="67" y="74"/>
                  <a:pt x="63" y="70"/>
                  <a:pt x="54" y="69"/>
                </a:cubicBezTo>
                <a:cubicBezTo>
                  <a:pt x="47" y="69"/>
                  <a:pt x="40" y="69"/>
                  <a:pt x="33" y="69"/>
                </a:cubicBezTo>
                <a:cubicBezTo>
                  <a:pt x="33" y="71"/>
                  <a:pt x="33" y="72"/>
                  <a:pt x="33" y="73"/>
                </a:cubicBezTo>
                <a:cubicBezTo>
                  <a:pt x="33" y="87"/>
                  <a:pt x="33" y="101"/>
                  <a:pt x="33" y="114"/>
                </a:cubicBezTo>
                <a:cubicBezTo>
                  <a:pt x="33" y="123"/>
                  <a:pt x="34" y="124"/>
                  <a:pt x="43" y="124"/>
                </a:cubicBezTo>
                <a:cubicBezTo>
                  <a:pt x="51" y="124"/>
                  <a:pt x="60" y="124"/>
                  <a:pt x="68" y="124"/>
                </a:cubicBezTo>
                <a:cubicBezTo>
                  <a:pt x="89" y="124"/>
                  <a:pt x="103" y="114"/>
                  <a:pt x="112" y="96"/>
                </a:cubicBezTo>
                <a:cubicBezTo>
                  <a:pt x="113" y="94"/>
                  <a:pt x="114" y="92"/>
                  <a:pt x="115" y="90"/>
                </a:cubicBezTo>
                <a:cubicBezTo>
                  <a:pt x="115" y="90"/>
                  <a:pt x="115" y="90"/>
                  <a:pt x="115" y="90"/>
                </a:cubicBezTo>
                <a:cubicBezTo>
                  <a:pt x="118" y="90"/>
                  <a:pt x="120" y="91"/>
                  <a:pt x="123" y="92"/>
                </a:cubicBezTo>
                <a:cubicBezTo>
                  <a:pt x="118" y="107"/>
                  <a:pt x="113" y="120"/>
                  <a:pt x="109" y="134"/>
                </a:cubicBezTo>
                <a:cubicBezTo>
                  <a:pt x="72" y="134"/>
                  <a:pt x="3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6"/>
                  <a:pt x="8" y="126"/>
                </a:cubicBezTo>
                <a:cubicBezTo>
                  <a:pt x="12" y="126"/>
                  <a:pt x="14" y="124"/>
                  <a:pt x="15" y="120"/>
                </a:cubicBezTo>
                <a:cubicBezTo>
                  <a:pt x="15" y="118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0"/>
                  <a:pt x="14" y="8"/>
                  <a:pt x="5" y="7"/>
                </a:cubicBezTo>
                <a:cubicBezTo>
                  <a:pt x="3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34" y="0"/>
                  <a:pt x="69" y="0"/>
                  <a:pt x="105" y="0"/>
                </a:cubicBezTo>
                <a:cubicBezTo>
                  <a:pt x="109" y="11"/>
                  <a:pt x="112" y="22"/>
                  <a:pt x="117" y="35"/>
                </a:cubicBezTo>
                <a:cubicBezTo>
                  <a:pt x="114" y="36"/>
                  <a:pt x="112" y="37"/>
                  <a:pt x="109" y="38"/>
                </a:cubicBezTo>
                <a:cubicBezTo>
                  <a:pt x="108" y="36"/>
                  <a:pt x="108" y="35"/>
                  <a:pt x="107" y="34"/>
                </a:cubicBezTo>
                <a:cubicBezTo>
                  <a:pt x="107" y="32"/>
                  <a:pt x="106" y="31"/>
                  <a:pt x="105" y="29"/>
                </a:cubicBezTo>
                <a:cubicBezTo>
                  <a:pt x="100" y="18"/>
                  <a:pt x="90" y="11"/>
                  <a:pt x="78" y="11"/>
                </a:cubicBezTo>
                <a:cubicBezTo>
                  <a:pt x="66" y="10"/>
                  <a:pt x="54" y="10"/>
                  <a:pt x="42" y="10"/>
                </a:cubicBezTo>
                <a:cubicBezTo>
                  <a:pt x="39" y="10"/>
                  <a:pt x="36" y="10"/>
                  <a:pt x="33" y="10"/>
                </a:cubicBezTo>
                <a:cubicBezTo>
                  <a:pt x="33" y="26"/>
                  <a:pt x="33" y="43"/>
                  <a:pt x="33" y="6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Freeform 22">
            <a:extLst xmlns:a="http://schemas.openxmlformats.org/drawingml/2006/main">
              <a:ext uri="{FF2B5EF4-FFF2-40B4-BE49-F238E27FC236}">
                <a16:creationId xmlns:a16="http://schemas.microsoft.com/office/drawing/2014/main" id="{C56ACC06-3BEB-4064-877D-68FAAF445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3944" y="689187"/>
            <a:ext cx="63867" cy="67859"/>
          </a:xfrm>
          <a:custGeom xmlns:a="http://schemas.openxmlformats.org/drawingml/2006/main">
            <a:gdLst>
              <a:gd name="T0" fmla="*/ 43 w 126"/>
              <a:gd name="T1" fmla="*/ 134 h 134"/>
              <a:gd name="T2" fmla="*/ 0 w 126"/>
              <a:gd name="T3" fmla="*/ 134 h 134"/>
              <a:gd name="T4" fmla="*/ 0 w 126"/>
              <a:gd name="T5" fmla="*/ 127 h 134"/>
              <a:gd name="T6" fmla="*/ 7 w 126"/>
              <a:gd name="T7" fmla="*/ 126 h 134"/>
              <a:gd name="T8" fmla="*/ 16 w 126"/>
              <a:gd name="T9" fmla="*/ 118 h 134"/>
              <a:gd name="T10" fmla="*/ 16 w 126"/>
              <a:gd name="T11" fmla="*/ 110 h 134"/>
              <a:gd name="T12" fmla="*/ 16 w 126"/>
              <a:gd name="T13" fmla="*/ 18 h 134"/>
              <a:gd name="T14" fmla="*/ 5 w 126"/>
              <a:gd name="T15" fmla="*/ 7 h 134"/>
              <a:gd name="T16" fmla="*/ 0 w 126"/>
              <a:gd name="T17" fmla="*/ 7 h 134"/>
              <a:gd name="T18" fmla="*/ 0 w 126"/>
              <a:gd name="T19" fmla="*/ 0 h 134"/>
              <a:gd name="T20" fmla="*/ 40 w 126"/>
              <a:gd name="T21" fmla="*/ 0 h 134"/>
              <a:gd name="T22" fmla="*/ 98 w 126"/>
              <a:gd name="T23" fmla="*/ 100 h 134"/>
              <a:gd name="T24" fmla="*/ 99 w 126"/>
              <a:gd name="T25" fmla="*/ 96 h 134"/>
              <a:gd name="T26" fmla="*/ 99 w 126"/>
              <a:gd name="T27" fmla="*/ 24 h 134"/>
              <a:gd name="T28" fmla="*/ 98 w 126"/>
              <a:gd name="T29" fmla="*/ 17 h 134"/>
              <a:gd name="T30" fmla="*/ 89 w 126"/>
              <a:gd name="T31" fmla="*/ 7 h 134"/>
              <a:gd name="T32" fmla="*/ 83 w 126"/>
              <a:gd name="T33" fmla="*/ 7 h 134"/>
              <a:gd name="T34" fmla="*/ 83 w 126"/>
              <a:gd name="T35" fmla="*/ 4 h 134"/>
              <a:gd name="T36" fmla="*/ 83 w 126"/>
              <a:gd name="T37" fmla="*/ 0 h 134"/>
              <a:gd name="T38" fmla="*/ 125 w 126"/>
              <a:gd name="T39" fmla="*/ 0 h 134"/>
              <a:gd name="T40" fmla="*/ 126 w 126"/>
              <a:gd name="T41" fmla="*/ 3 h 134"/>
              <a:gd name="T42" fmla="*/ 126 w 126"/>
              <a:gd name="T43" fmla="*/ 7 h 134"/>
              <a:gd name="T44" fmla="*/ 120 w 126"/>
              <a:gd name="T45" fmla="*/ 7 h 134"/>
              <a:gd name="T46" fmla="*/ 110 w 126"/>
              <a:gd name="T47" fmla="*/ 16 h 134"/>
              <a:gd name="T48" fmla="*/ 110 w 126"/>
              <a:gd name="T49" fmla="*/ 26 h 134"/>
              <a:gd name="T50" fmla="*/ 110 w 126"/>
              <a:gd name="T51" fmla="*/ 128 h 134"/>
              <a:gd name="T52" fmla="*/ 110 w 126"/>
              <a:gd name="T53" fmla="*/ 134 h 134"/>
              <a:gd name="T54" fmla="*/ 98 w 126"/>
              <a:gd name="T55" fmla="*/ 134 h 134"/>
              <a:gd name="T56" fmla="*/ 28 w 126"/>
              <a:gd name="T57" fmla="*/ 14 h 134"/>
              <a:gd name="T58" fmla="*/ 28 w 126"/>
              <a:gd name="T59" fmla="*/ 14 h 134"/>
              <a:gd name="T60" fmla="*/ 27 w 126"/>
              <a:gd name="T61" fmla="*/ 17 h 134"/>
              <a:gd name="T62" fmla="*/ 27 w 126"/>
              <a:gd name="T63" fmla="*/ 110 h 134"/>
              <a:gd name="T64" fmla="*/ 28 w 126"/>
              <a:gd name="T65" fmla="*/ 118 h 134"/>
              <a:gd name="T66" fmla="*/ 36 w 126"/>
              <a:gd name="T67" fmla="*/ 126 h 134"/>
              <a:gd name="T68" fmla="*/ 43 w 126"/>
              <a:gd name="T69" fmla="*/ 127 h 134"/>
              <a:gd name="T70" fmla="*/ 43 w 126"/>
              <a:gd name="T71" fmla="*/ 134 h 134"/>
            </a:gdLst>
            <a:rect l="0" t="0" r="r" b="b"/>
            <a:pathLst>
              <a:path w="126" h="134">
                <a:moveTo>
                  <a:pt x="43" y="134"/>
                </a:moveTo>
                <a:cubicBezTo>
                  <a:pt x="29" y="134"/>
                  <a:pt x="14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7"/>
                  <a:pt x="7" y="126"/>
                </a:cubicBezTo>
                <a:cubicBezTo>
                  <a:pt x="13" y="125"/>
                  <a:pt x="15" y="123"/>
                  <a:pt x="16" y="118"/>
                </a:cubicBezTo>
                <a:cubicBezTo>
                  <a:pt x="16" y="115"/>
                  <a:pt x="16" y="113"/>
                  <a:pt x="16" y="110"/>
                </a:cubicBezTo>
                <a:cubicBezTo>
                  <a:pt x="16" y="80"/>
                  <a:pt x="16" y="49"/>
                  <a:pt x="16" y="18"/>
                </a:cubicBezTo>
                <a:cubicBezTo>
                  <a:pt x="16" y="9"/>
                  <a:pt x="14" y="8"/>
                  <a:pt x="5" y="7"/>
                </a:cubicBezTo>
                <a:cubicBezTo>
                  <a:pt x="4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3" y="0"/>
                  <a:pt x="26" y="0"/>
                  <a:pt x="40" y="0"/>
                </a:cubicBezTo>
                <a:cubicBezTo>
                  <a:pt x="59" y="33"/>
                  <a:pt x="78" y="66"/>
                  <a:pt x="98" y="100"/>
                </a:cubicBezTo>
                <a:cubicBezTo>
                  <a:pt x="98" y="98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2"/>
                  <a:pt x="99" y="19"/>
                  <a:pt x="98" y="17"/>
                </a:cubicBezTo>
                <a:cubicBezTo>
                  <a:pt x="97" y="11"/>
                  <a:pt x="95" y="8"/>
                  <a:pt x="89" y="7"/>
                </a:cubicBezTo>
                <a:cubicBezTo>
                  <a:pt x="87" y="7"/>
                  <a:pt x="85" y="7"/>
                  <a:pt x="83" y="7"/>
                </a:cubicBezTo>
                <a:cubicBezTo>
                  <a:pt x="83" y="6"/>
                  <a:pt x="83" y="5"/>
                  <a:pt x="83" y="4"/>
                </a:cubicBezTo>
                <a:cubicBezTo>
                  <a:pt x="83" y="2"/>
                  <a:pt x="83" y="1"/>
                  <a:pt x="83" y="0"/>
                </a:cubicBezTo>
                <a:cubicBezTo>
                  <a:pt x="97" y="0"/>
                  <a:pt x="111" y="0"/>
                  <a:pt x="125" y="0"/>
                </a:cubicBezTo>
                <a:cubicBezTo>
                  <a:pt x="125" y="1"/>
                  <a:pt x="126" y="2"/>
                  <a:pt x="126" y="3"/>
                </a:cubicBezTo>
                <a:cubicBezTo>
                  <a:pt x="126" y="4"/>
                  <a:pt x="126" y="5"/>
                  <a:pt x="126" y="7"/>
                </a:cubicBezTo>
                <a:cubicBezTo>
                  <a:pt x="124" y="7"/>
                  <a:pt x="122" y="7"/>
                  <a:pt x="120" y="7"/>
                </a:cubicBezTo>
                <a:cubicBezTo>
                  <a:pt x="114" y="8"/>
                  <a:pt x="111" y="11"/>
                  <a:pt x="110" y="16"/>
                </a:cubicBezTo>
                <a:cubicBezTo>
                  <a:pt x="110" y="20"/>
                  <a:pt x="110" y="23"/>
                  <a:pt x="110" y="26"/>
                </a:cubicBezTo>
                <a:cubicBezTo>
                  <a:pt x="110" y="60"/>
                  <a:pt x="110" y="94"/>
                  <a:pt x="110" y="128"/>
                </a:cubicBezTo>
                <a:cubicBezTo>
                  <a:pt x="110" y="130"/>
                  <a:pt x="110" y="132"/>
                  <a:pt x="110" y="134"/>
                </a:cubicBezTo>
                <a:cubicBezTo>
                  <a:pt x="106" y="134"/>
                  <a:pt x="102" y="134"/>
                  <a:pt x="98" y="134"/>
                </a:cubicBezTo>
                <a:cubicBezTo>
                  <a:pt x="75" y="94"/>
                  <a:pt x="52" y="54"/>
                  <a:pt x="28" y="14"/>
                </a:cubicBezTo>
                <a:cubicBezTo>
                  <a:pt x="28" y="14"/>
                  <a:pt x="28" y="14"/>
                  <a:pt x="28" y="14"/>
                </a:cubicBezTo>
                <a:cubicBezTo>
                  <a:pt x="27" y="15"/>
                  <a:pt x="27" y="16"/>
                  <a:pt x="27" y="17"/>
                </a:cubicBezTo>
                <a:cubicBezTo>
                  <a:pt x="27" y="48"/>
                  <a:pt x="27" y="79"/>
                  <a:pt x="27" y="110"/>
                </a:cubicBezTo>
                <a:cubicBezTo>
                  <a:pt x="27" y="113"/>
                  <a:pt x="27" y="116"/>
                  <a:pt x="28" y="118"/>
                </a:cubicBezTo>
                <a:cubicBezTo>
                  <a:pt x="29" y="123"/>
                  <a:pt x="31" y="125"/>
                  <a:pt x="36" y="126"/>
                </a:cubicBezTo>
                <a:cubicBezTo>
                  <a:pt x="38" y="126"/>
                  <a:pt x="41" y="127"/>
                  <a:pt x="43" y="127"/>
                </a:cubicBezTo>
                <a:cubicBezTo>
                  <a:pt x="43" y="129"/>
                  <a:pt x="43" y="132"/>
                  <a:pt x="43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Freeform 23">
            <a:extLst xmlns:a="http://schemas.openxmlformats.org/drawingml/2006/main">
              <a:ext uri="{FF2B5EF4-FFF2-40B4-BE49-F238E27FC236}">
                <a16:creationId xmlns:a16="http://schemas.microsoft.com/office/drawing/2014/main" id="{DC0FAAF1-91D7-421E-A918-0E75D73B1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2943" y="686906"/>
            <a:ext cx="70710" cy="72991"/>
          </a:xfrm>
          <a:custGeom xmlns:a="http://schemas.openxmlformats.org/drawingml/2006/main">
            <a:gdLst>
              <a:gd name="T0" fmla="*/ 87 w 139"/>
              <a:gd name="T1" fmla="*/ 79 h 144"/>
              <a:gd name="T2" fmla="*/ 87 w 139"/>
              <a:gd name="T3" fmla="*/ 71 h 144"/>
              <a:gd name="T4" fmla="*/ 139 w 139"/>
              <a:gd name="T5" fmla="*/ 71 h 144"/>
              <a:gd name="T6" fmla="*/ 139 w 139"/>
              <a:gd name="T7" fmla="*/ 79 h 144"/>
              <a:gd name="T8" fmla="*/ 133 w 139"/>
              <a:gd name="T9" fmla="*/ 79 h 144"/>
              <a:gd name="T10" fmla="*/ 124 w 139"/>
              <a:gd name="T11" fmla="*/ 88 h 144"/>
              <a:gd name="T12" fmla="*/ 124 w 139"/>
              <a:gd name="T13" fmla="*/ 95 h 144"/>
              <a:gd name="T14" fmla="*/ 124 w 139"/>
              <a:gd name="T15" fmla="*/ 134 h 144"/>
              <a:gd name="T16" fmla="*/ 124 w 139"/>
              <a:gd name="T17" fmla="*/ 139 h 144"/>
              <a:gd name="T18" fmla="*/ 115 w 139"/>
              <a:gd name="T19" fmla="*/ 139 h 144"/>
              <a:gd name="T20" fmla="*/ 110 w 139"/>
              <a:gd name="T21" fmla="*/ 128 h 144"/>
              <a:gd name="T22" fmla="*/ 105 w 139"/>
              <a:gd name="T23" fmla="*/ 131 h 144"/>
              <a:gd name="T24" fmla="*/ 56 w 139"/>
              <a:gd name="T25" fmla="*/ 141 h 144"/>
              <a:gd name="T26" fmla="*/ 10 w 139"/>
              <a:gd name="T27" fmla="*/ 103 h 144"/>
              <a:gd name="T28" fmla="*/ 15 w 139"/>
              <a:gd name="T29" fmla="*/ 33 h 144"/>
              <a:gd name="T30" fmla="*/ 56 w 139"/>
              <a:gd name="T31" fmla="*/ 3 h 144"/>
              <a:gd name="T32" fmla="*/ 99 w 139"/>
              <a:gd name="T33" fmla="*/ 11 h 144"/>
              <a:gd name="T34" fmla="*/ 102 w 139"/>
              <a:gd name="T35" fmla="*/ 13 h 144"/>
              <a:gd name="T36" fmla="*/ 105 w 139"/>
              <a:gd name="T37" fmla="*/ 5 h 144"/>
              <a:gd name="T38" fmla="*/ 112 w 139"/>
              <a:gd name="T39" fmla="*/ 5 h 144"/>
              <a:gd name="T40" fmla="*/ 122 w 139"/>
              <a:gd name="T41" fmla="*/ 46 h 144"/>
              <a:gd name="T42" fmla="*/ 114 w 139"/>
              <a:gd name="T43" fmla="*/ 49 h 144"/>
              <a:gd name="T44" fmla="*/ 112 w 139"/>
              <a:gd name="T45" fmla="*/ 44 h 144"/>
              <a:gd name="T46" fmla="*/ 100 w 139"/>
              <a:gd name="T47" fmla="*/ 25 h 144"/>
              <a:gd name="T48" fmla="*/ 42 w 139"/>
              <a:gd name="T49" fmla="*/ 23 h 144"/>
              <a:gd name="T50" fmla="*/ 24 w 139"/>
              <a:gd name="T51" fmla="*/ 62 h 144"/>
              <a:gd name="T52" fmla="*/ 34 w 139"/>
              <a:gd name="T53" fmla="*/ 109 h 144"/>
              <a:gd name="T54" fmla="*/ 77 w 139"/>
              <a:gd name="T55" fmla="*/ 131 h 144"/>
              <a:gd name="T56" fmla="*/ 101 w 139"/>
              <a:gd name="T57" fmla="*/ 120 h 144"/>
              <a:gd name="T58" fmla="*/ 106 w 139"/>
              <a:gd name="T59" fmla="*/ 109 h 144"/>
              <a:gd name="T60" fmla="*/ 106 w 139"/>
              <a:gd name="T61" fmla="*/ 90 h 144"/>
              <a:gd name="T62" fmla="*/ 96 w 139"/>
              <a:gd name="T63" fmla="*/ 79 h 144"/>
              <a:gd name="T64" fmla="*/ 87 w 139"/>
              <a:gd name="T65" fmla="*/ 79 h 144"/>
            </a:gdLst>
            <a:rect l="0" t="0" r="r" b="b"/>
            <a:pathLst>
              <a:path w="139" h="144">
                <a:moveTo>
                  <a:pt x="87" y="79"/>
                </a:moveTo>
                <a:cubicBezTo>
                  <a:pt x="87" y="76"/>
                  <a:pt x="87" y="74"/>
                  <a:pt x="87" y="71"/>
                </a:cubicBezTo>
                <a:cubicBezTo>
                  <a:pt x="105" y="71"/>
                  <a:pt x="122" y="71"/>
                  <a:pt x="139" y="71"/>
                </a:cubicBezTo>
                <a:cubicBezTo>
                  <a:pt x="139" y="74"/>
                  <a:pt x="139" y="76"/>
                  <a:pt x="139" y="79"/>
                </a:cubicBezTo>
                <a:cubicBezTo>
                  <a:pt x="137" y="79"/>
                  <a:pt x="135" y="79"/>
                  <a:pt x="133" y="79"/>
                </a:cubicBezTo>
                <a:cubicBezTo>
                  <a:pt x="127" y="79"/>
                  <a:pt x="125" y="81"/>
                  <a:pt x="124" y="88"/>
                </a:cubicBezTo>
                <a:cubicBezTo>
                  <a:pt x="124" y="90"/>
                  <a:pt x="124" y="93"/>
                  <a:pt x="124" y="95"/>
                </a:cubicBezTo>
                <a:cubicBezTo>
                  <a:pt x="124" y="108"/>
                  <a:pt x="124" y="121"/>
                  <a:pt x="124" y="134"/>
                </a:cubicBezTo>
                <a:cubicBezTo>
                  <a:pt x="124" y="135"/>
                  <a:pt x="124" y="137"/>
                  <a:pt x="124" y="139"/>
                </a:cubicBezTo>
                <a:cubicBezTo>
                  <a:pt x="121" y="139"/>
                  <a:pt x="118" y="139"/>
                  <a:pt x="115" y="139"/>
                </a:cubicBezTo>
                <a:cubicBezTo>
                  <a:pt x="113" y="136"/>
                  <a:pt x="112" y="132"/>
                  <a:pt x="110" y="128"/>
                </a:cubicBezTo>
                <a:cubicBezTo>
                  <a:pt x="108" y="129"/>
                  <a:pt x="107" y="130"/>
                  <a:pt x="105" y="131"/>
                </a:cubicBezTo>
                <a:cubicBezTo>
                  <a:pt x="90" y="140"/>
                  <a:pt x="74" y="144"/>
                  <a:pt x="56" y="141"/>
                </a:cubicBezTo>
                <a:cubicBezTo>
                  <a:pt x="34" y="137"/>
                  <a:pt x="18" y="124"/>
                  <a:pt x="10" y="103"/>
                </a:cubicBezTo>
                <a:cubicBezTo>
                  <a:pt x="0" y="79"/>
                  <a:pt x="1" y="55"/>
                  <a:pt x="15" y="33"/>
                </a:cubicBezTo>
                <a:cubicBezTo>
                  <a:pt x="24" y="17"/>
                  <a:pt x="38" y="6"/>
                  <a:pt x="56" y="3"/>
                </a:cubicBezTo>
                <a:cubicBezTo>
                  <a:pt x="71" y="0"/>
                  <a:pt x="86" y="2"/>
                  <a:pt x="99" y="11"/>
                </a:cubicBezTo>
                <a:cubicBezTo>
                  <a:pt x="100" y="12"/>
                  <a:pt x="101" y="12"/>
                  <a:pt x="102" y="13"/>
                </a:cubicBezTo>
                <a:cubicBezTo>
                  <a:pt x="103" y="10"/>
                  <a:pt x="104" y="7"/>
                  <a:pt x="105" y="5"/>
                </a:cubicBezTo>
                <a:cubicBezTo>
                  <a:pt x="107" y="5"/>
                  <a:pt x="109" y="5"/>
                  <a:pt x="112" y="5"/>
                </a:cubicBezTo>
                <a:cubicBezTo>
                  <a:pt x="115" y="18"/>
                  <a:pt x="119" y="32"/>
                  <a:pt x="122" y="46"/>
                </a:cubicBezTo>
                <a:cubicBezTo>
                  <a:pt x="120" y="47"/>
                  <a:pt x="117" y="48"/>
                  <a:pt x="114" y="49"/>
                </a:cubicBezTo>
                <a:cubicBezTo>
                  <a:pt x="114" y="47"/>
                  <a:pt x="113" y="45"/>
                  <a:pt x="112" y="44"/>
                </a:cubicBezTo>
                <a:cubicBezTo>
                  <a:pt x="109" y="37"/>
                  <a:pt x="105" y="30"/>
                  <a:pt x="100" y="25"/>
                </a:cubicBezTo>
                <a:cubicBezTo>
                  <a:pt x="84" y="8"/>
                  <a:pt x="59" y="7"/>
                  <a:pt x="42" y="23"/>
                </a:cubicBezTo>
                <a:cubicBezTo>
                  <a:pt x="31" y="34"/>
                  <a:pt x="25" y="47"/>
                  <a:pt x="24" y="62"/>
                </a:cubicBezTo>
                <a:cubicBezTo>
                  <a:pt x="22" y="79"/>
                  <a:pt x="25" y="95"/>
                  <a:pt x="34" y="109"/>
                </a:cubicBezTo>
                <a:cubicBezTo>
                  <a:pt x="44" y="125"/>
                  <a:pt x="59" y="132"/>
                  <a:pt x="77" y="131"/>
                </a:cubicBezTo>
                <a:cubicBezTo>
                  <a:pt x="86" y="130"/>
                  <a:pt x="94" y="127"/>
                  <a:pt x="101" y="120"/>
                </a:cubicBezTo>
                <a:cubicBezTo>
                  <a:pt x="104" y="117"/>
                  <a:pt x="106" y="114"/>
                  <a:pt x="106" y="109"/>
                </a:cubicBezTo>
                <a:cubicBezTo>
                  <a:pt x="106" y="103"/>
                  <a:pt x="107" y="96"/>
                  <a:pt x="106" y="90"/>
                </a:cubicBezTo>
                <a:cubicBezTo>
                  <a:pt x="106" y="82"/>
                  <a:pt x="104" y="81"/>
                  <a:pt x="96" y="79"/>
                </a:cubicBezTo>
                <a:cubicBezTo>
                  <a:pt x="94" y="79"/>
                  <a:pt x="91" y="79"/>
                  <a:pt x="87" y="79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6" name="Freeform 25">
            <a:extLst xmlns:a="http://schemas.openxmlformats.org/drawingml/2006/main">
              <a:ext uri="{FF2B5EF4-FFF2-40B4-BE49-F238E27FC236}">
                <a16:creationId xmlns:a16="http://schemas.microsoft.com/office/drawing/2014/main" id="{3E670EC4-E357-4550-B558-81FBBAE9C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081" y="688046"/>
            <a:ext cx="57594" cy="70710"/>
          </a:xfrm>
          <a:custGeom xmlns:a="http://schemas.openxmlformats.org/drawingml/2006/main">
            <a:gdLst>
              <a:gd name="T0" fmla="*/ 103 w 113"/>
              <a:gd name="T1" fmla="*/ 44 h 140"/>
              <a:gd name="T2" fmla="*/ 95 w 113"/>
              <a:gd name="T3" fmla="*/ 46 h 140"/>
              <a:gd name="T4" fmla="*/ 92 w 113"/>
              <a:gd name="T5" fmla="*/ 41 h 140"/>
              <a:gd name="T6" fmla="*/ 72 w 113"/>
              <a:gd name="T7" fmla="*/ 18 h 140"/>
              <a:gd name="T8" fmla="*/ 38 w 113"/>
              <a:gd name="T9" fmla="*/ 12 h 140"/>
              <a:gd name="T10" fmla="*/ 25 w 113"/>
              <a:gd name="T11" fmla="*/ 19 h 140"/>
              <a:gd name="T12" fmla="*/ 26 w 113"/>
              <a:gd name="T13" fmla="*/ 44 h 140"/>
              <a:gd name="T14" fmla="*/ 42 w 113"/>
              <a:gd name="T15" fmla="*/ 53 h 140"/>
              <a:gd name="T16" fmla="*/ 70 w 113"/>
              <a:gd name="T17" fmla="*/ 62 h 140"/>
              <a:gd name="T18" fmla="*/ 90 w 113"/>
              <a:gd name="T19" fmla="*/ 70 h 140"/>
              <a:gd name="T20" fmla="*/ 97 w 113"/>
              <a:gd name="T21" fmla="*/ 125 h 140"/>
              <a:gd name="T22" fmla="*/ 56 w 113"/>
              <a:gd name="T23" fmla="*/ 140 h 140"/>
              <a:gd name="T24" fmla="*/ 25 w 113"/>
              <a:gd name="T25" fmla="*/ 128 h 140"/>
              <a:gd name="T26" fmla="*/ 21 w 113"/>
              <a:gd name="T27" fmla="*/ 125 h 140"/>
              <a:gd name="T28" fmla="*/ 16 w 113"/>
              <a:gd name="T29" fmla="*/ 137 h 140"/>
              <a:gd name="T30" fmla="*/ 10 w 113"/>
              <a:gd name="T31" fmla="*/ 137 h 140"/>
              <a:gd name="T32" fmla="*/ 1 w 113"/>
              <a:gd name="T33" fmla="*/ 89 h 140"/>
              <a:gd name="T34" fmla="*/ 10 w 113"/>
              <a:gd name="T35" fmla="*/ 87 h 140"/>
              <a:gd name="T36" fmla="*/ 13 w 113"/>
              <a:gd name="T37" fmla="*/ 95 h 140"/>
              <a:gd name="T38" fmla="*/ 36 w 113"/>
              <a:gd name="T39" fmla="*/ 122 h 140"/>
              <a:gd name="T40" fmla="*/ 69 w 113"/>
              <a:gd name="T41" fmla="*/ 128 h 140"/>
              <a:gd name="T42" fmla="*/ 85 w 113"/>
              <a:gd name="T43" fmla="*/ 119 h 140"/>
              <a:gd name="T44" fmla="*/ 81 w 113"/>
              <a:gd name="T45" fmla="*/ 86 h 140"/>
              <a:gd name="T46" fmla="*/ 63 w 113"/>
              <a:gd name="T47" fmla="*/ 79 h 140"/>
              <a:gd name="T48" fmla="*/ 38 w 113"/>
              <a:gd name="T49" fmla="*/ 71 h 140"/>
              <a:gd name="T50" fmla="*/ 19 w 113"/>
              <a:gd name="T51" fmla="*/ 62 h 140"/>
              <a:gd name="T52" fmla="*/ 15 w 113"/>
              <a:gd name="T53" fmla="*/ 13 h 140"/>
              <a:gd name="T54" fmla="*/ 51 w 113"/>
              <a:gd name="T55" fmla="*/ 0 h 140"/>
              <a:gd name="T56" fmla="*/ 81 w 113"/>
              <a:gd name="T57" fmla="*/ 10 h 140"/>
              <a:gd name="T58" fmla="*/ 82 w 113"/>
              <a:gd name="T59" fmla="*/ 11 h 140"/>
              <a:gd name="T60" fmla="*/ 83 w 113"/>
              <a:gd name="T61" fmla="*/ 11 h 140"/>
              <a:gd name="T62" fmla="*/ 87 w 113"/>
              <a:gd name="T63" fmla="*/ 2 h 140"/>
              <a:gd name="T64" fmla="*/ 93 w 113"/>
              <a:gd name="T65" fmla="*/ 2 h 140"/>
              <a:gd name="T66" fmla="*/ 103 w 113"/>
              <a:gd name="T67" fmla="*/ 44 h 140"/>
            </a:gdLst>
            <a:rect l="0" t="0" r="r" b="b"/>
            <a:pathLst>
              <a:path w="113" h="140">
                <a:moveTo>
                  <a:pt x="103" y="44"/>
                </a:moveTo>
                <a:cubicBezTo>
                  <a:pt x="100" y="45"/>
                  <a:pt x="98" y="45"/>
                  <a:pt x="95" y="46"/>
                </a:cubicBezTo>
                <a:cubicBezTo>
                  <a:pt x="94" y="44"/>
                  <a:pt x="93" y="43"/>
                  <a:pt x="92" y="41"/>
                </a:cubicBezTo>
                <a:cubicBezTo>
                  <a:pt x="87" y="32"/>
                  <a:pt x="81" y="24"/>
                  <a:pt x="72" y="18"/>
                </a:cubicBezTo>
                <a:cubicBezTo>
                  <a:pt x="61" y="11"/>
                  <a:pt x="50" y="9"/>
                  <a:pt x="38" y="12"/>
                </a:cubicBezTo>
                <a:cubicBezTo>
                  <a:pt x="33" y="13"/>
                  <a:pt x="28" y="16"/>
                  <a:pt x="25" y="19"/>
                </a:cubicBezTo>
                <a:cubicBezTo>
                  <a:pt x="18" y="27"/>
                  <a:pt x="19" y="38"/>
                  <a:pt x="26" y="44"/>
                </a:cubicBezTo>
                <a:cubicBezTo>
                  <a:pt x="31" y="49"/>
                  <a:pt x="36" y="51"/>
                  <a:pt x="42" y="53"/>
                </a:cubicBezTo>
                <a:cubicBezTo>
                  <a:pt x="51" y="56"/>
                  <a:pt x="61" y="59"/>
                  <a:pt x="70" y="62"/>
                </a:cubicBezTo>
                <a:cubicBezTo>
                  <a:pt x="77" y="64"/>
                  <a:pt x="84" y="67"/>
                  <a:pt x="90" y="70"/>
                </a:cubicBezTo>
                <a:cubicBezTo>
                  <a:pt x="113" y="83"/>
                  <a:pt x="112" y="111"/>
                  <a:pt x="97" y="125"/>
                </a:cubicBezTo>
                <a:cubicBezTo>
                  <a:pt x="85" y="137"/>
                  <a:pt x="71" y="140"/>
                  <a:pt x="56" y="140"/>
                </a:cubicBezTo>
                <a:cubicBezTo>
                  <a:pt x="44" y="139"/>
                  <a:pt x="34" y="135"/>
                  <a:pt x="25" y="128"/>
                </a:cubicBezTo>
                <a:cubicBezTo>
                  <a:pt x="24" y="127"/>
                  <a:pt x="23" y="126"/>
                  <a:pt x="21" y="125"/>
                </a:cubicBezTo>
                <a:cubicBezTo>
                  <a:pt x="19" y="129"/>
                  <a:pt x="18" y="133"/>
                  <a:pt x="16" y="137"/>
                </a:cubicBezTo>
                <a:cubicBezTo>
                  <a:pt x="14" y="137"/>
                  <a:pt x="12" y="137"/>
                  <a:pt x="10" y="137"/>
                </a:cubicBezTo>
                <a:cubicBezTo>
                  <a:pt x="7" y="121"/>
                  <a:pt x="4" y="105"/>
                  <a:pt x="1" y="89"/>
                </a:cubicBezTo>
                <a:cubicBezTo>
                  <a:pt x="4" y="88"/>
                  <a:pt x="7" y="88"/>
                  <a:pt x="10" y="87"/>
                </a:cubicBezTo>
                <a:cubicBezTo>
                  <a:pt x="11" y="90"/>
                  <a:pt x="12" y="93"/>
                  <a:pt x="13" y="95"/>
                </a:cubicBezTo>
                <a:cubicBezTo>
                  <a:pt x="18" y="106"/>
                  <a:pt x="26" y="116"/>
                  <a:pt x="36" y="122"/>
                </a:cubicBezTo>
                <a:cubicBezTo>
                  <a:pt x="46" y="129"/>
                  <a:pt x="57" y="131"/>
                  <a:pt x="69" y="128"/>
                </a:cubicBezTo>
                <a:cubicBezTo>
                  <a:pt x="75" y="127"/>
                  <a:pt x="80" y="123"/>
                  <a:pt x="85" y="119"/>
                </a:cubicBezTo>
                <a:cubicBezTo>
                  <a:pt x="94" y="110"/>
                  <a:pt x="94" y="93"/>
                  <a:pt x="81" y="86"/>
                </a:cubicBezTo>
                <a:cubicBezTo>
                  <a:pt x="75" y="83"/>
                  <a:pt x="69" y="81"/>
                  <a:pt x="63" y="79"/>
                </a:cubicBezTo>
                <a:cubicBezTo>
                  <a:pt x="55" y="76"/>
                  <a:pt x="46" y="74"/>
                  <a:pt x="38" y="71"/>
                </a:cubicBezTo>
                <a:cubicBezTo>
                  <a:pt x="31" y="69"/>
                  <a:pt x="25" y="66"/>
                  <a:pt x="19" y="62"/>
                </a:cubicBezTo>
                <a:cubicBezTo>
                  <a:pt x="1" y="51"/>
                  <a:pt x="0" y="27"/>
                  <a:pt x="15" y="13"/>
                </a:cubicBezTo>
                <a:cubicBezTo>
                  <a:pt x="25" y="3"/>
                  <a:pt x="37" y="0"/>
                  <a:pt x="51" y="0"/>
                </a:cubicBezTo>
                <a:cubicBezTo>
                  <a:pt x="62" y="0"/>
                  <a:pt x="72" y="3"/>
                  <a:pt x="81" y="10"/>
                </a:cubicBezTo>
                <a:cubicBezTo>
                  <a:pt x="81" y="10"/>
                  <a:pt x="81" y="11"/>
                  <a:pt x="82" y="11"/>
                </a:cubicBezTo>
                <a:cubicBezTo>
                  <a:pt x="82" y="11"/>
                  <a:pt x="82" y="11"/>
                  <a:pt x="83" y="11"/>
                </a:cubicBezTo>
                <a:cubicBezTo>
                  <a:pt x="84" y="8"/>
                  <a:pt x="85" y="5"/>
                  <a:pt x="87" y="2"/>
                </a:cubicBezTo>
                <a:cubicBezTo>
                  <a:pt x="89" y="2"/>
                  <a:pt x="91" y="2"/>
                  <a:pt x="93" y="2"/>
                </a:cubicBezTo>
                <a:cubicBezTo>
                  <a:pt x="96" y="16"/>
                  <a:pt x="100" y="30"/>
                  <a:pt x="103" y="4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7" name="Freeform 27">
            <a:extLst xmlns:a="http://schemas.openxmlformats.org/drawingml/2006/main">
              <a:ext uri="{FF2B5EF4-FFF2-40B4-BE49-F238E27FC236}">
                <a16:creationId xmlns:a16="http://schemas.microsoft.com/office/drawing/2014/main" id="{1C97E5E5-4859-42FC-9037-00865F352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5846" y="688617"/>
            <a:ext cx="57594" cy="68429"/>
          </a:xfrm>
          <a:custGeom xmlns:a="http://schemas.openxmlformats.org/drawingml/2006/main">
            <a:gdLst>
              <a:gd name="T0" fmla="*/ 33 w 113"/>
              <a:gd name="T1" fmla="*/ 78 h 135"/>
              <a:gd name="T2" fmla="*/ 33 w 113"/>
              <a:gd name="T3" fmla="*/ 82 h 135"/>
              <a:gd name="T4" fmla="*/ 33 w 113"/>
              <a:gd name="T5" fmla="*/ 114 h 135"/>
              <a:gd name="T6" fmla="*/ 33 w 113"/>
              <a:gd name="T7" fmla="*/ 118 h 135"/>
              <a:gd name="T8" fmla="*/ 43 w 113"/>
              <a:gd name="T9" fmla="*/ 128 h 135"/>
              <a:gd name="T10" fmla="*/ 49 w 113"/>
              <a:gd name="T11" fmla="*/ 128 h 135"/>
              <a:gd name="T12" fmla="*/ 49 w 113"/>
              <a:gd name="T13" fmla="*/ 135 h 135"/>
              <a:gd name="T14" fmla="*/ 0 w 113"/>
              <a:gd name="T15" fmla="*/ 135 h 135"/>
              <a:gd name="T16" fmla="*/ 0 w 113"/>
              <a:gd name="T17" fmla="*/ 128 h 135"/>
              <a:gd name="T18" fmla="*/ 8 w 113"/>
              <a:gd name="T19" fmla="*/ 127 h 135"/>
              <a:gd name="T20" fmla="*/ 15 w 113"/>
              <a:gd name="T21" fmla="*/ 120 h 135"/>
              <a:gd name="T22" fmla="*/ 15 w 113"/>
              <a:gd name="T23" fmla="*/ 114 h 135"/>
              <a:gd name="T24" fmla="*/ 15 w 113"/>
              <a:gd name="T25" fmla="*/ 21 h 135"/>
              <a:gd name="T26" fmla="*/ 15 w 113"/>
              <a:gd name="T27" fmla="*/ 14 h 135"/>
              <a:gd name="T28" fmla="*/ 9 w 113"/>
              <a:gd name="T29" fmla="*/ 9 h 135"/>
              <a:gd name="T30" fmla="*/ 0 w 113"/>
              <a:gd name="T31" fmla="*/ 8 h 135"/>
              <a:gd name="T32" fmla="*/ 0 w 113"/>
              <a:gd name="T33" fmla="*/ 1 h 135"/>
              <a:gd name="T34" fmla="*/ 4 w 113"/>
              <a:gd name="T35" fmla="*/ 0 h 135"/>
              <a:gd name="T36" fmla="*/ 56 w 113"/>
              <a:gd name="T37" fmla="*/ 0 h 135"/>
              <a:gd name="T38" fmla="*/ 73 w 113"/>
              <a:gd name="T39" fmla="*/ 1 h 135"/>
              <a:gd name="T40" fmla="*/ 106 w 113"/>
              <a:gd name="T41" fmla="*/ 50 h 135"/>
              <a:gd name="T42" fmla="*/ 78 w 113"/>
              <a:gd name="T43" fmla="*/ 76 h 135"/>
              <a:gd name="T44" fmla="*/ 55 w 113"/>
              <a:gd name="T45" fmla="*/ 78 h 135"/>
              <a:gd name="T46" fmla="*/ 33 w 113"/>
              <a:gd name="T47" fmla="*/ 78 h 135"/>
              <a:gd name="T48" fmla="*/ 33 w 113"/>
              <a:gd name="T49" fmla="*/ 68 h 135"/>
              <a:gd name="T50" fmla="*/ 67 w 113"/>
              <a:gd name="T51" fmla="*/ 67 h 135"/>
              <a:gd name="T52" fmla="*/ 85 w 113"/>
              <a:gd name="T53" fmla="*/ 52 h 135"/>
              <a:gd name="T54" fmla="*/ 87 w 113"/>
              <a:gd name="T55" fmla="*/ 29 h 135"/>
              <a:gd name="T56" fmla="*/ 66 w 113"/>
              <a:gd name="T57" fmla="*/ 11 h 135"/>
              <a:gd name="T58" fmla="*/ 34 w 113"/>
              <a:gd name="T59" fmla="*/ 11 h 135"/>
              <a:gd name="T60" fmla="*/ 33 w 113"/>
              <a:gd name="T61" fmla="*/ 11 h 135"/>
              <a:gd name="T62" fmla="*/ 33 w 113"/>
              <a:gd name="T63" fmla="*/ 68 h 135"/>
            </a:gdLst>
            <a:rect l="0" t="0" r="r" b="b"/>
            <a:pathLst>
              <a:path w="113" h="135">
                <a:moveTo>
                  <a:pt x="33" y="78"/>
                </a:moveTo>
                <a:cubicBezTo>
                  <a:pt x="33" y="80"/>
                  <a:pt x="33" y="81"/>
                  <a:pt x="33" y="82"/>
                </a:cubicBezTo>
                <a:cubicBezTo>
                  <a:pt x="33" y="93"/>
                  <a:pt x="33" y="103"/>
                  <a:pt x="33" y="114"/>
                </a:cubicBezTo>
                <a:cubicBezTo>
                  <a:pt x="33" y="115"/>
                  <a:pt x="33" y="117"/>
                  <a:pt x="33" y="118"/>
                </a:cubicBezTo>
                <a:cubicBezTo>
                  <a:pt x="34" y="125"/>
                  <a:pt x="35" y="127"/>
                  <a:pt x="43" y="128"/>
                </a:cubicBezTo>
                <a:cubicBezTo>
                  <a:pt x="45" y="128"/>
                  <a:pt x="47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6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8" y="127"/>
                </a:cubicBezTo>
                <a:cubicBezTo>
                  <a:pt x="13" y="126"/>
                  <a:pt x="14" y="125"/>
                  <a:pt x="15" y="120"/>
                </a:cubicBezTo>
                <a:cubicBezTo>
                  <a:pt x="15" y="118"/>
                  <a:pt x="15" y="116"/>
                  <a:pt x="15" y="114"/>
                </a:cubicBezTo>
                <a:cubicBezTo>
                  <a:pt x="16" y="83"/>
                  <a:pt x="16" y="52"/>
                  <a:pt x="15" y="21"/>
                </a:cubicBezTo>
                <a:cubicBezTo>
                  <a:pt x="15" y="19"/>
                  <a:pt x="15" y="16"/>
                  <a:pt x="15" y="14"/>
                </a:cubicBezTo>
                <a:cubicBezTo>
                  <a:pt x="14" y="11"/>
                  <a:pt x="12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1" y="0"/>
                  <a:pt x="3" y="0"/>
                  <a:pt x="4" y="0"/>
                </a:cubicBezTo>
                <a:cubicBezTo>
                  <a:pt x="21" y="0"/>
                  <a:pt x="39" y="0"/>
                  <a:pt x="56" y="0"/>
                </a:cubicBezTo>
                <a:cubicBezTo>
                  <a:pt x="62" y="0"/>
                  <a:pt x="68" y="1"/>
                  <a:pt x="73" y="1"/>
                </a:cubicBezTo>
                <a:cubicBezTo>
                  <a:pt x="98" y="4"/>
                  <a:pt x="113" y="26"/>
                  <a:pt x="106" y="50"/>
                </a:cubicBezTo>
                <a:cubicBezTo>
                  <a:pt x="102" y="64"/>
                  <a:pt x="93" y="73"/>
                  <a:pt x="78" y="76"/>
                </a:cubicBezTo>
                <a:cubicBezTo>
                  <a:pt x="70" y="77"/>
                  <a:pt x="63" y="77"/>
                  <a:pt x="55" y="78"/>
                </a:cubicBezTo>
                <a:cubicBezTo>
                  <a:pt x="48" y="78"/>
                  <a:pt x="41" y="78"/>
                  <a:pt x="33" y="78"/>
                </a:cubicBezTo>
                <a:close/>
                <a:moveTo>
                  <a:pt x="33" y="68"/>
                </a:moveTo>
                <a:cubicBezTo>
                  <a:pt x="45" y="67"/>
                  <a:pt x="56" y="68"/>
                  <a:pt x="67" y="67"/>
                </a:cubicBezTo>
                <a:cubicBezTo>
                  <a:pt x="76" y="66"/>
                  <a:pt x="82" y="60"/>
                  <a:pt x="85" y="52"/>
                </a:cubicBezTo>
                <a:cubicBezTo>
                  <a:pt x="89" y="45"/>
                  <a:pt x="89" y="37"/>
                  <a:pt x="87" y="29"/>
                </a:cubicBezTo>
                <a:cubicBezTo>
                  <a:pt x="84" y="19"/>
                  <a:pt x="78" y="12"/>
                  <a:pt x="66" y="11"/>
                </a:cubicBezTo>
                <a:cubicBezTo>
                  <a:pt x="56" y="11"/>
                  <a:pt x="45" y="11"/>
                  <a:pt x="34" y="11"/>
                </a:cubicBezTo>
                <a:cubicBezTo>
                  <a:pt x="34" y="11"/>
                  <a:pt x="34" y="11"/>
                  <a:pt x="33" y="11"/>
                </a:cubicBezTo>
                <a:cubicBezTo>
                  <a:pt x="33" y="30"/>
                  <a:pt x="33" y="48"/>
                  <a:pt x="33" y="6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8" name="Freeform 29">
            <a:extLst xmlns:a="http://schemas.openxmlformats.org/drawingml/2006/main">
              <a:ext uri="{FF2B5EF4-FFF2-40B4-BE49-F238E27FC236}">
                <a16:creationId xmlns:a16="http://schemas.microsoft.com/office/drawing/2014/main" id="{FCACEC9A-EAD1-4CEC-9BE1-0B3C0364B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5017" y="689187"/>
            <a:ext cx="67859" cy="70140"/>
          </a:xfrm>
          <a:custGeom xmlns:a="http://schemas.openxmlformats.org/drawingml/2006/main">
            <a:gdLst>
              <a:gd name="T0" fmla="*/ 49 w 133"/>
              <a:gd name="T1" fmla="*/ 0 h 138"/>
              <a:gd name="T2" fmla="*/ 49 w 133"/>
              <a:gd name="T3" fmla="*/ 7 h 138"/>
              <a:gd name="T4" fmla="*/ 41 w 133"/>
              <a:gd name="T5" fmla="*/ 8 h 138"/>
              <a:gd name="T6" fmla="*/ 34 w 133"/>
              <a:gd name="T7" fmla="*/ 15 h 138"/>
              <a:gd name="T8" fmla="*/ 33 w 133"/>
              <a:gd name="T9" fmla="*/ 23 h 138"/>
              <a:gd name="T10" fmla="*/ 33 w 133"/>
              <a:gd name="T11" fmla="*/ 83 h 138"/>
              <a:gd name="T12" fmla="*/ 34 w 133"/>
              <a:gd name="T13" fmla="*/ 96 h 138"/>
              <a:gd name="T14" fmla="*/ 60 w 133"/>
              <a:gd name="T15" fmla="*/ 124 h 138"/>
              <a:gd name="T16" fmla="*/ 100 w 133"/>
              <a:gd name="T17" fmla="*/ 110 h 138"/>
              <a:gd name="T18" fmla="*/ 106 w 133"/>
              <a:gd name="T19" fmla="*/ 94 h 138"/>
              <a:gd name="T20" fmla="*/ 107 w 133"/>
              <a:gd name="T21" fmla="*/ 80 h 138"/>
              <a:gd name="T22" fmla="*/ 107 w 133"/>
              <a:gd name="T23" fmla="*/ 24 h 138"/>
              <a:gd name="T24" fmla="*/ 106 w 133"/>
              <a:gd name="T25" fmla="*/ 15 h 138"/>
              <a:gd name="T26" fmla="*/ 97 w 133"/>
              <a:gd name="T27" fmla="*/ 8 h 138"/>
              <a:gd name="T28" fmla="*/ 91 w 133"/>
              <a:gd name="T29" fmla="*/ 7 h 138"/>
              <a:gd name="T30" fmla="*/ 91 w 133"/>
              <a:gd name="T31" fmla="*/ 0 h 138"/>
              <a:gd name="T32" fmla="*/ 133 w 133"/>
              <a:gd name="T33" fmla="*/ 0 h 138"/>
              <a:gd name="T34" fmla="*/ 133 w 133"/>
              <a:gd name="T35" fmla="*/ 7 h 138"/>
              <a:gd name="T36" fmla="*/ 126 w 133"/>
              <a:gd name="T37" fmla="*/ 8 h 138"/>
              <a:gd name="T38" fmla="*/ 118 w 133"/>
              <a:gd name="T39" fmla="*/ 15 h 138"/>
              <a:gd name="T40" fmla="*/ 118 w 133"/>
              <a:gd name="T41" fmla="*/ 25 h 138"/>
              <a:gd name="T42" fmla="*/ 117 w 133"/>
              <a:gd name="T43" fmla="*/ 88 h 138"/>
              <a:gd name="T44" fmla="*/ 114 w 133"/>
              <a:gd name="T45" fmla="*/ 105 h 138"/>
              <a:gd name="T46" fmla="*/ 74 w 133"/>
              <a:gd name="T47" fmla="*/ 136 h 138"/>
              <a:gd name="T48" fmla="*/ 35 w 133"/>
              <a:gd name="T49" fmla="*/ 127 h 138"/>
              <a:gd name="T50" fmla="*/ 17 w 133"/>
              <a:gd name="T51" fmla="*/ 96 h 138"/>
              <a:gd name="T52" fmla="*/ 16 w 133"/>
              <a:gd name="T53" fmla="*/ 83 h 138"/>
              <a:gd name="T54" fmla="*/ 16 w 133"/>
              <a:gd name="T55" fmla="*/ 25 h 138"/>
              <a:gd name="T56" fmla="*/ 16 w 133"/>
              <a:gd name="T57" fmla="*/ 15 h 138"/>
              <a:gd name="T58" fmla="*/ 8 w 133"/>
              <a:gd name="T59" fmla="*/ 8 h 138"/>
              <a:gd name="T60" fmla="*/ 0 w 133"/>
              <a:gd name="T61" fmla="*/ 7 h 138"/>
              <a:gd name="T62" fmla="*/ 0 w 133"/>
              <a:gd name="T63" fmla="*/ 0 h 138"/>
              <a:gd name="T64" fmla="*/ 49 w 133"/>
              <a:gd name="T65" fmla="*/ 0 h 138"/>
            </a:gdLst>
            <a:rect l="0" t="0" r="r" b="b"/>
            <a:pathLst>
              <a:path w="133" h="138">
                <a:moveTo>
                  <a:pt x="49" y="0"/>
                </a:move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1" y="8"/>
                </a:cubicBezTo>
                <a:cubicBezTo>
                  <a:pt x="36" y="8"/>
                  <a:pt x="34" y="10"/>
                  <a:pt x="34" y="15"/>
                </a:cubicBezTo>
                <a:cubicBezTo>
                  <a:pt x="33" y="17"/>
                  <a:pt x="33" y="20"/>
                  <a:pt x="33" y="23"/>
                </a:cubicBezTo>
                <a:cubicBezTo>
                  <a:pt x="33" y="43"/>
                  <a:pt x="33" y="63"/>
                  <a:pt x="33" y="83"/>
                </a:cubicBezTo>
                <a:cubicBezTo>
                  <a:pt x="33" y="87"/>
                  <a:pt x="33" y="92"/>
                  <a:pt x="34" y="96"/>
                </a:cubicBezTo>
                <a:cubicBezTo>
                  <a:pt x="36" y="112"/>
                  <a:pt x="46" y="120"/>
                  <a:pt x="60" y="124"/>
                </a:cubicBezTo>
                <a:cubicBezTo>
                  <a:pt x="76" y="128"/>
                  <a:pt x="89" y="123"/>
                  <a:pt x="100" y="110"/>
                </a:cubicBezTo>
                <a:cubicBezTo>
                  <a:pt x="104" y="106"/>
                  <a:pt x="105" y="100"/>
                  <a:pt x="106" y="94"/>
                </a:cubicBezTo>
                <a:cubicBezTo>
                  <a:pt x="106" y="90"/>
                  <a:pt x="106" y="85"/>
                  <a:pt x="107" y="80"/>
                </a:cubicBezTo>
                <a:cubicBezTo>
                  <a:pt x="107" y="62"/>
                  <a:pt x="107" y="43"/>
                  <a:pt x="107" y="24"/>
                </a:cubicBezTo>
                <a:cubicBezTo>
                  <a:pt x="107" y="21"/>
                  <a:pt x="106" y="18"/>
                  <a:pt x="106" y="15"/>
                </a:cubicBezTo>
                <a:cubicBezTo>
                  <a:pt x="105" y="10"/>
                  <a:pt x="103" y="8"/>
                  <a:pt x="97" y="8"/>
                </a:cubicBezTo>
                <a:cubicBezTo>
                  <a:pt x="95" y="7"/>
                  <a:pt x="93" y="7"/>
                  <a:pt x="91" y="7"/>
                </a:cubicBezTo>
                <a:cubicBezTo>
                  <a:pt x="91" y="4"/>
                  <a:pt x="91" y="2"/>
                  <a:pt x="91" y="0"/>
                </a:cubicBezTo>
                <a:cubicBezTo>
                  <a:pt x="105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1" y="7"/>
                  <a:pt x="128" y="7"/>
                  <a:pt x="126" y="8"/>
                </a:cubicBezTo>
                <a:cubicBezTo>
                  <a:pt x="121" y="8"/>
                  <a:pt x="119" y="11"/>
                  <a:pt x="118" y="15"/>
                </a:cubicBezTo>
                <a:cubicBezTo>
                  <a:pt x="118" y="18"/>
                  <a:pt x="118" y="22"/>
                  <a:pt x="118" y="25"/>
                </a:cubicBezTo>
                <a:cubicBezTo>
                  <a:pt x="117" y="46"/>
                  <a:pt x="118" y="67"/>
                  <a:pt x="117" y="88"/>
                </a:cubicBezTo>
                <a:cubicBezTo>
                  <a:pt x="117" y="94"/>
                  <a:pt x="116" y="99"/>
                  <a:pt x="114" y="105"/>
                </a:cubicBezTo>
                <a:cubicBezTo>
                  <a:pt x="108" y="124"/>
                  <a:pt x="94" y="134"/>
                  <a:pt x="74" y="136"/>
                </a:cubicBezTo>
                <a:cubicBezTo>
                  <a:pt x="60" y="138"/>
                  <a:pt x="47" y="135"/>
                  <a:pt x="35" y="127"/>
                </a:cubicBezTo>
                <a:cubicBezTo>
                  <a:pt x="24" y="120"/>
                  <a:pt x="18" y="109"/>
                  <a:pt x="17" y="96"/>
                </a:cubicBezTo>
                <a:cubicBezTo>
                  <a:pt x="16" y="92"/>
                  <a:pt x="16" y="87"/>
                  <a:pt x="16" y="83"/>
                </a:cubicBezTo>
                <a:cubicBezTo>
                  <a:pt x="16" y="64"/>
                  <a:pt x="16" y="45"/>
                  <a:pt x="16" y="25"/>
                </a:cubicBezTo>
                <a:cubicBezTo>
                  <a:pt x="16" y="22"/>
                  <a:pt x="16" y="18"/>
                  <a:pt x="16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9" name="Freeform 30">
            <a:extLst xmlns:a="http://schemas.openxmlformats.org/drawingml/2006/main">
              <a:ext uri="{FF2B5EF4-FFF2-40B4-BE49-F238E27FC236}">
                <a16:creationId xmlns:a16="http://schemas.microsoft.com/office/drawing/2014/main" id="{EA3BD399-21AE-48F8-80D0-762CF8FCD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371" y="689187"/>
            <a:ext cx="67288" cy="69569"/>
          </a:xfrm>
          <a:custGeom xmlns:a="http://schemas.openxmlformats.org/drawingml/2006/main">
            <a:gdLst>
              <a:gd name="T0" fmla="*/ 73 w 133"/>
              <a:gd name="T1" fmla="*/ 137 h 137"/>
              <a:gd name="T2" fmla="*/ 64 w 133"/>
              <a:gd name="T3" fmla="*/ 137 h 137"/>
              <a:gd name="T4" fmla="*/ 58 w 133"/>
              <a:gd name="T5" fmla="*/ 133 h 137"/>
              <a:gd name="T6" fmla="*/ 39 w 133"/>
              <a:gd name="T7" fmla="*/ 80 h 137"/>
              <a:gd name="T8" fmla="*/ 17 w 133"/>
              <a:gd name="T9" fmla="*/ 23 h 137"/>
              <a:gd name="T10" fmla="*/ 13 w 133"/>
              <a:gd name="T11" fmla="*/ 14 h 137"/>
              <a:gd name="T12" fmla="*/ 4 w 133"/>
              <a:gd name="T13" fmla="*/ 7 h 137"/>
              <a:gd name="T14" fmla="*/ 0 w 133"/>
              <a:gd name="T15" fmla="*/ 7 h 137"/>
              <a:gd name="T16" fmla="*/ 0 w 133"/>
              <a:gd name="T17" fmla="*/ 0 h 137"/>
              <a:gd name="T18" fmla="*/ 47 w 133"/>
              <a:gd name="T19" fmla="*/ 0 h 137"/>
              <a:gd name="T20" fmla="*/ 47 w 133"/>
              <a:gd name="T21" fmla="*/ 7 h 137"/>
              <a:gd name="T22" fmla="*/ 39 w 133"/>
              <a:gd name="T23" fmla="*/ 8 h 137"/>
              <a:gd name="T24" fmla="*/ 34 w 133"/>
              <a:gd name="T25" fmla="*/ 15 h 137"/>
              <a:gd name="T26" fmla="*/ 35 w 133"/>
              <a:gd name="T27" fmla="*/ 20 h 137"/>
              <a:gd name="T28" fmla="*/ 68 w 133"/>
              <a:gd name="T29" fmla="*/ 112 h 137"/>
              <a:gd name="T30" fmla="*/ 70 w 133"/>
              <a:gd name="T31" fmla="*/ 116 h 137"/>
              <a:gd name="T32" fmla="*/ 72 w 133"/>
              <a:gd name="T33" fmla="*/ 113 h 137"/>
              <a:gd name="T34" fmla="*/ 106 w 133"/>
              <a:gd name="T35" fmla="*/ 18 h 137"/>
              <a:gd name="T36" fmla="*/ 106 w 133"/>
              <a:gd name="T37" fmla="*/ 16 h 137"/>
              <a:gd name="T38" fmla="*/ 101 w 133"/>
              <a:gd name="T39" fmla="*/ 7 h 137"/>
              <a:gd name="T40" fmla="*/ 94 w 133"/>
              <a:gd name="T41" fmla="*/ 7 h 137"/>
              <a:gd name="T42" fmla="*/ 94 w 133"/>
              <a:gd name="T43" fmla="*/ 0 h 137"/>
              <a:gd name="T44" fmla="*/ 133 w 133"/>
              <a:gd name="T45" fmla="*/ 0 h 137"/>
              <a:gd name="T46" fmla="*/ 133 w 133"/>
              <a:gd name="T47" fmla="*/ 7 h 137"/>
              <a:gd name="T48" fmla="*/ 130 w 133"/>
              <a:gd name="T49" fmla="*/ 7 h 137"/>
              <a:gd name="T50" fmla="*/ 119 w 133"/>
              <a:gd name="T51" fmla="*/ 16 h 137"/>
              <a:gd name="T52" fmla="*/ 110 w 133"/>
              <a:gd name="T53" fmla="*/ 38 h 137"/>
              <a:gd name="T54" fmla="*/ 74 w 133"/>
              <a:gd name="T55" fmla="*/ 133 h 137"/>
              <a:gd name="T56" fmla="*/ 73 w 133"/>
              <a:gd name="T57" fmla="*/ 137 h 137"/>
            </a:gdLst>
            <a:rect l="0" t="0" r="r" b="b"/>
            <a:pathLst>
              <a:path w="133" h="137">
                <a:moveTo>
                  <a:pt x="73" y="137"/>
                </a:moveTo>
                <a:cubicBezTo>
                  <a:pt x="69" y="137"/>
                  <a:pt x="66" y="137"/>
                  <a:pt x="64" y="137"/>
                </a:cubicBezTo>
                <a:cubicBezTo>
                  <a:pt x="61" y="137"/>
                  <a:pt x="59" y="136"/>
                  <a:pt x="58" y="133"/>
                </a:cubicBezTo>
                <a:cubicBezTo>
                  <a:pt x="52" y="115"/>
                  <a:pt x="45" y="98"/>
                  <a:pt x="39" y="80"/>
                </a:cubicBezTo>
                <a:cubicBezTo>
                  <a:pt x="31" y="61"/>
                  <a:pt x="24" y="42"/>
                  <a:pt x="17" y="23"/>
                </a:cubicBezTo>
                <a:cubicBezTo>
                  <a:pt x="16" y="20"/>
                  <a:pt x="15" y="17"/>
                  <a:pt x="13" y="14"/>
                </a:cubicBezTo>
                <a:cubicBezTo>
                  <a:pt x="11" y="10"/>
                  <a:pt x="8" y="8"/>
                  <a:pt x="4" y="7"/>
                </a:cubicBezTo>
                <a:cubicBezTo>
                  <a:pt x="3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7" y="0"/>
                </a:cubicBezTo>
                <a:cubicBezTo>
                  <a:pt x="47" y="2"/>
                  <a:pt x="47" y="4"/>
                  <a:pt x="47" y="7"/>
                </a:cubicBezTo>
                <a:cubicBezTo>
                  <a:pt x="44" y="7"/>
                  <a:pt x="42" y="7"/>
                  <a:pt x="39" y="8"/>
                </a:cubicBezTo>
                <a:cubicBezTo>
                  <a:pt x="34" y="8"/>
                  <a:pt x="33" y="10"/>
                  <a:pt x="34" y="15"/>
                </a:cubicBezTo>
                <a:cubicBezTo>
                  <a:pt x="34" y="17"/>
                  <a:pt x="35" y="19"/>
                  <a:pt x="35" y="20"/>
                </a:cubicBezTo>
                <a:cubicBezTo>
                  <a:pt x="46" y="51"/>
                  <a:pt x="57" y="81"/>
                  <a:pt x="68" y="112"/>
                </a:cubicBezTo>
                <a:cubicBezTo>
                  <a:pt x="69" y="113"/>
                  <a:pt x="69" y="114"/>
                  <a:pt x="70" y="116"/>
                </a:cubicBezTo>
                <a:cubicBezTo>
                  <a:pt x="71" y="114"/>
                  <a:pt x="71" y="113"/>
                  <a:pt x="72" y="113"/>
                </a:cubicBezTo>
                <a:cubicBezTo>
                  <a:pt x="83" y="81"/>
                  <a:pt x="94" y="50"/>
                  <a:pt x="106" y="18"/>
                </a:cubicBezTo>
                <a:cubicBezTo>
                  <a:pt x="106" y="17"/>
                  <a:pt x="106" y="17"/>
                  <a:pt x="106" y="16"/>
                </a:cubicBezTo>
                <a:cubicBezTo>
                  <a:pt x="107" y="10"/>
                  <a:pt x="106" y="8"/>
                  <a:pt x="101" y="7"/>
                </a:cubicBezTo>
                <a:cubicBezTo>
                  <a:pt x="98" y="7"/>
                  <a:pt x="96" y="7"/>
                  <a:pt x="94" y="7"/>
                </a:cubicBezTo>
                <a:cubicBezTo>
                  <a:pt x="94" y="4"/>
                  <a:pt x="94" y="2"/>
                  <a:pt x="94" y="0"/>
                </a:cubicBezTo>
                <a:cubicBezTo>
                  <a:pt x="106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2" y="7"/>
                  <a:pt x="131" y="7"/>
                  <a:pt x="130" y="7"/>
                </a:cubicBezTo>
                <a:cubicBezTo>
                  <a:pt x="124" y="8"/>
                  <a:pt x="121" y="11"/>
                  <a:pt x="119" y="16"/>
                </a:cubicBezTo>
                <a:cubicBezTo>
                  <a:pt x="116" y="24"/>
                  <a:pt x="113" y="31"/>
                  <a:pt x="110" y="38"/>
                </a:cubicBezTo>
                <a:cubicBezTo>
                  <a:pt x="98" y="70"/>
                  <a:pt x="86" y="101"/>
                  <a:pt x="74" y="133"/>
                </a:cubicBezTo>
                <a:cubicBezTo>
                  <a:pt x="74" y="134"/>
                  <a:pt x="73" y="135"/>
                  <a:pt x="73" y="13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0" name="Freeform 31">
            <a:extLst xmlns:a="http://schemas.openxmlformats.org/drawingml/2006/main">
              <a:ext uri="{FF2B5EF4-FFF2-40B4-BE49-F238E27FC236}">
                <a16:creationId xmlns:a16="http://schemas.microsoft.com/office/drawing/2014/main" id="{CB873650-1FEB-4F87-ABE9-551ACA269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6484" y="689187"/>
            <a:ext cx="61016" cy="68429"/>
          </a:xfrm>
          <a:custGeom xmlns:a="http://schemas.openxmlformats.org/drawingml/2006/main">
            <a:gdLst>
              <a:gd name="T0" fmla="*/ 85 w 120"/>
              <a:gd name="T1" fmla="*/ 127 h 135"/>
              <a:gd name="T2" fmla="*/ 85 w 120"/>
              <a:gd name="T3" fmla="*/ 134 h 135"/>
              <a:gd name="T4" fmla="*/ 35 w 120"/>
              <a:gd name="T5" fmla="*/ 134 h 135"/>
              <a:gd name="T6" fmla="*/ 35 w 120"/>
              <a:gd name="T7" fmla="*/ 127 h 135"/>
              <a:gd name="T8" fmla="*/ 44 w 120"/>
              <a:gd name="T9" fmla="*/ 126 h 135"/>
              <a:gd name="T10" fmla="*/ 50 w 120"/>
              <a:gd name="T11" fmla="*/ 120 h 135"/>
              <a:gd name="T12" fmla="*/ 51 w 120"/>
              <a:gd name="T13" fmla="*/ 113 h 135"/>
              <a:gd name="T14" fmla="*/ 51 w 120"/>
              <a:gd name="T15" fmla="*/ 85 h 135"/>
              <a:gd name="T16" fmla="*/ 50 w 120"/>
              <a:gd name="T17" fmla="*/ 79 h 135"/>
              <a:gd name="T18" fmla="*/ 17 w 120"/>
              <a:gd name="T19" fmla="*/ 19 h 135"/>
              <a:gd name="T20" fmla="*/ 15 w 120"/>
              <a:gd name="T21" fmla="*/ 15 h 135"/>
              <a:gd name="T22" fmla="*/ 3 w 120"/>
              <a:gd name="T23" fmla="*/ 7 h 135"/>
              <a:gd name="T24" fmla="*/ 0 w 120"/>
              <a:gd name="T25" fmla="*/ 7 h 135"/>
              <a:gd name="T26" fmla="*/ 0 w 120"/>
              <a:gd name="T27" fmla="*/ 0 h 135"/>
              <a:gd name="T28" fmla="*/ 48 w 120"/>
              <a:gd name="T29" fmla="*/ 0 h 135"/>
              <a:gd name="T30" fmla="*/ 48 w 120"/>
              <a:gd name="T31" fmla="*/ 7 h 135"/>
              <a:gd name="T32" fmla="*/ 40 w 120"/>
              <a:gd name="T33" fmla="*/ 7 h 135"/>
              <a:gd name="T34" fmla="*/ 36 w 120"/>
              <a:gd name="T35" fmla="*/ 14 h 135"/>
              <a:gd name="T36" fmla="*/ 37 w 120"/>
              <a:gd name="T37" fmla="*/ 18 h 135"/>
              <a:gd name="T38" fmla="*/ 61 w 120"/>
              <a:gd name="T39" fmla="*/ 64 h 135"/>
              <a:gd name="T40" fmla="*/ 63 w 120"/>
              <a:gd name="T41" fmla="*/ 68 h 135"/>
              <a:gd name="T42" fmla="*/ 66 w 120"/>
              <a:gd name="T43" fmla="*/ 64 h 135"/>
              <a:gd name="T44" fmla="*/ 91 w 120"/>
              <a:gd name="T45" fmla="*/ 18 h 135"/>
              <a:gd name="T46" fmla="*/ 93 w 120"/>
              <a:gd name="T47" fmla="*/ 12 h 135"/>
              <a:gd name="T48" fmla="*/ 90 w 120"/>
              <a:gd name="T49" fmla="*/ 8 h 135"/>
              <a:gd name="T50" fmla="*/ 81 w 120"/>
              <a:gd name="T51" fmla="*/ 7 h 135"/>
              <a:gd name="T52" fmla="*/ 81 w 120"/>
              <a:gd name="T53" fmla="*/ 0 h 135"/>
              <a:gd name="T54" fmla="*/ 120 w 120"/>
              <a:gd name="T55" fmla="*/ 0 h 135"/>
              <a:gd name="T56" fmla="*/ 120 w 120"/>
              <a:gd name="T57" fmla="*/ 7 h 135"/>
              <a:gd name="T58" fmla="*/ 115 w 120"/>
              <a:gd name="T59" fmla="*/ 8 h 135"/>
              <a:gd name="T60" fmla="*/ 108 w 120"/>
              <a:gd name="T61" fmla="*/ 12 h 135"/>
              <a:gd name="T62" fmla="*/ 103 w 120"/>
              <a:gd name="T63" fmla="*/ 19 h 135"/>
              <a:gd name="T64" fmla="*/ 71 w 120"/>
              <a:gd name="T65" fmla="*/ 75 h 135"/>
              <a:gd name="T66" fmla="*/ 69 w 120"/>
              <a:gd name="T67" fmla="*/ 82 h 135"/>
              <a:gd name="T68" fmla="*/ 69 w 120"/>
              <a:gd name="T69" fmla="*/ 111 h 135"/>
              <a:gd name="T70" fmla="*/ 69 w 120"/>
              <a:gd name="T71" fmla="*/ 118 h 135"/>
              <a:gd name="T72" fmla="*/ 77 w 120"/>
              <a:gd name="T73" fmla="*/ 126 h 135"/>
              <a:gd name="T74" fmla="*/ 85 w 120"/>
              <a:gd name="T75" fmla="*/ 127 h 135"/>
            </a:gdLst>
            <a:rect l="0" t="0" r="r" b="b"/>
            <a:pathLst>
              <a:path w="120" h="135">
                <a:moveTo>
                  <a:pt x="85" y="127"/>
                </a:moveTo>
                <a:cubicBezTo>
                  <a:pt x="85" y="130"/>
                  <a:pt x="85" y="132"/>
                  <a:pt x="85" y="134"/>
                </a:cubicBezTo>
                <a:cubicBezTo>
                  <a:pt x="81" y="135"/>
                  <a:pt x="44" y="135"/>
                  <a:pt x="35" y="134"/>
                </a:cubicBezTo>
                <a:cubicBezTo>
                  <a:pt x="35" y="132"/>
                  <a:pt x="35" y="130"/>
                  <a:pt x="35" y="127"/>
                </a:cubicBezTo>
                <a:cubicBezTo>
                  <a:pt x="38" y="127"/>
                  <a:pt x="41" y="126"/>
                  <a:pt x="44" y="126"/>
                </a:cubicBezTo>
                <a:cubicBezTo>
                  <a:pt x="48" y="126"/>
                  <a:pt x="50" y="124"/>
                  <a:pt x="50" y="120"/>
                </a:cubicBezTo>
                <a:cubicBezTo>
                  <a:pt x="51" y="118"/>
                  <a:pt x="51" y="115"/>
                  <a:pt x="51" y="113"/>
                </a:cubicBezTo>
                <a:cubicBezTo>
                  <a:pt x="51" y="104"/>
                  <a:pt x="51" y="95"/>
                  <a:pt x="51" y="85"/>
                </a:cubicBezTo>
                <a:cubicBezTo>
                  <a:pt x="51" y="83"/>
                  <a:pt x="51" y="81"/>
                  <a:pt x="50" y="79"/>
                </a:cubicBezTo>
                <a:cubicBezTo>
                  <a:pt x="39" y="59"/>
                  <a:pt x="28" y="39"/>
                  <a:pt x="17" y="19"/>
                </a:cubicBezTo>
                <a:cubicBezTo>
                  <a:pt x="16" y="17"/>
                  <a:pt x="15" y="16"/>
                  <a:pt x="15" y="15"/>
                </a:cubicBezTo>
                <a:cubicBezTo>
                  <a:pt x="12" y="10"/>
                  <a:pt x="9" y="7"/>
                  <a:pt x="3" y="7"/>
                </a:cubicBezTo>
                <a:cubicBezTo>
                  <a:pt x="2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8" y="0"/>
                </a:cubicBezTo>
                <a:cubicBezTo>
                  <a:pt x="48" y="2"/>
                  <a:pt x="48" y="4"/>
                  <a:pt x="48" y="7"/>
                </a:cubicBezTo>
                <a:cubicBezTo>
                  <a:pt x="45" y="7"/>
                  <a:pt x="42" y="7"/>
                  <a:pt x="40" y="7"/>
                </a:cubicBezTo>
                <a:cubicBezTo>
                  <a:pt x="35" y="8"/>
                  <a:pt x="34" y="10"/>
                  <a:pt x="36" y="14"/>
                </a:cubicBezTo>
                <a:cubicBezTo>
                  <a:pt x="36" y="15"/>
                  <a:pt x="37" y="17"/>
                  <a:pt x="37" y="18"/>
                </a:cubicBezTo>
                <a:cubicBezTo>
                  <a:pt x="45" y="33"/>
                  <a:pt x="53" y="49"/>
                  <a:pt x="61" y="64"/>
                </a:cubicBezTo>
                <a:cubicBezTo>
                  <a:pt x="61" y="65"/>
                  <a:pt x="62" y="66"/>
                  <a:pt x="63" y="68"/>
                </a:cubicBezTo>
                <a:cubicBezTo>
                  <a:pt x="64" y="66"/>
                  <a:pt x="65" y="65"/>
                  <a:pt x="66" y="64"/>
                </a:cubicBezTo>
                <a:cubicBezTo>
                  <a:pt x="74" y="49"/>
                  <a:pt x="82" y="34"/>
                  <a:pt x="91" y="18"/>
                </a:cubicBezTo>
                <a:cubicBezTo>
                  <a:pt x="92" y="16"/>
                  <a:pt x="93" y="14"/>
                  <a:pt x="93" y="12"/>
                </a:cubicBezTo>
                <a:cubicBezTo>
                  <a:pt x="94" y="9"/>
                  <a:pt x="93" y="8"/>
                  <a:pt x="90" y="8"/>
                </a:cubicBezTo>
                <a:cubicBezTo>
                  <a:pt x="87" y="7"/>
                  <a:pt x="85" y="7"/>
                  <a:pt x="81" y="7"/>
                </a:cubicBezTo>
                <a:cubicBezTo>
                  <a:pt x="81" y="4"/>
                  <a:pt x="81" y="2"/>
                  <a:pt x="81" y="0"/>
                </a:cubicBezTo>
                <a:cubicBezTo>
                  <a:pt x="94" y="0"/>
                  <a:pt x="107" y="0"/>
                  <a:pt x="120" y="0"/>
                </a:cubicBezTo>
                <a:cubicBezTo>
                  <a:pt x="120" y="2"/>
                  <a:pt x="120" y="4"/>
                  <a:pt x="120" y="7"/>
                </a:cubicBezTo>
                <a:cubicBezTo>
                  <a:pt x="119" y="7"/>
                  <a:pt x="117" y="7"/>
                  <a:pt x="115" y="8"/>
                </a:cubicBezTo>
                <a:cubicBezTo>
                  <a:pt x="112" y="8"/>
                  <a:pt x="109" y="9"/>
                  <a:pt x="108" y="12"/>
                </a:cubicBezTo>
                <a:cubicBezTo>
                  <a:pt x="106" y="14"/>
                  <a:pt x="104" y="17"/>
                  <a:pt x="103" y="19"/>
                </a:cubicBezTo>
                <a:cubicBezTo>
                  <a:pt x="92" y="38"/>
                  <a:pt x="81" y="56"/>
                  <a:pt x="71" y="75"/>
                </a:cubicBezTo>
                <a:cubicBezTo>
                  <a:pt x="69" y="77"/>
                  <a:pt x="68" y="80"/>
                  <a:pt x="69" y="82"/>
                </a:cubicBezTo>
                <a:cubicBezTo>
                  <a:pt x="69" y="92"/>
                  <a:pt x="69" y="102"/>
                  <a:pt x="69" y="111"/>
                </a:cubicBezTo>
                <a:cubicBezTo>
                  <a:pt x="69" y="114"/>
                  <a:pt x="69" y="116"/>
                  <a:pt x="69" y="118"/>
                </a:cubicBezTo>
                <a:cubicBezTo>
                  <a:pt x="70" y="124"/>
                  <a:pt x="71" y="125"/>
                  <a:pt x="77" y="126"/>
                </a:cubicBezTo>
                <a:cubicBezTo>
                  <a:pt x="80" y="126"/>
                  <a:pt x="82" y="127"/>
                  <a:pt x="85" y="12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1" name="Freeform 32">
            <a:extLst xmlns:a="http://schemas.openxmlformats.org/drawingml/2006/main">
              <a:ext uri="{FF2B5EF4-FFF2-40B4-BE49-F238E27FC236}">
                <a16:creationId xmlns:a16="http://schemas.microsoft.com/office/drawing/2014/main" id="{BD77952F-6C81-478B-A4A4-F54BB3724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749" y="686906"/>
            <a:ext cx="58735" cy="70140"/>
          </a:xfrm>
          <a:custGeom xmlns:a="http://schemas.openxmlformats.org/drawingml/2006/main">
            <a:gdLst>
              <a:gd name="T0" fmla="*/ 108 w 116"/>
              <a:gd name="T1" fmla="*/ 42 h 139"/>
              <a:gd name="T2" fmla="*/ 102 w 116"/>
              <a:gd name="T3" fmla="*/ 29 h 139"/>
              <a:gd name="T4" fmla="*/ 72 w 116"/>
              <a:gd name="T5" fmla="*/ 14 h 139"/>
              <a:gd name="T6" fmla="*/ 67 w 116"/>
              <a:gd name="T7" fmla="*/ 18 h 139"/>
              <a:gd name="T8" fmla="*/ 66 w 116"/>
              <a:gd name="T9" fmla="*/ 24 h 139"/>
              <a:gd name="T10" fmla="*/ 66 w 116"/>
              <a:gd name="T11" fmla="*/ 115 h 139"/>
              <a:gd name="T12" fmla="*/ 67 w 116"/>
              <a:gd name="T13" fmla="*/ 123 h 139"/>
              <a:gd name="T14" fmla="*/ 75 w 116"/>
              <a:gd name="T15" fmla="*/ 131 h 139"/>
              <a:gd name="T16" fmla="*/ 83 w 116"/>
              <a:gd name="T17" fmla="*/ 132 h 139"/>
              <a:gd name="T18" fmla="*/ 83 w 116"/>
              <a:gd name="T19" fmla="*/ 139 h 139"/>
              <a:gd name="T20" fmla="*/ 33 w 116"/>
              <a:gd name="T21" fmla="*/ 139 h 139"/>
              <a:gd name="T22" fmla="*/ 33 w 116"/>
              <a:gd name="T23" fmla="*/ 132 h 139"/>
              <a:gd name="T24" fmla="*/ 41 w 116"/>
              <a:gd name="T25" fmla="*/ 131 h 139"/>
              <a:gd name="T26" fmla="*/ 49 w 116"/>
              <a:gd name="T27" fmla="*/ 123 h 139"/>
              <a:gd name="T28" fmla="*/ 49 w 116"/>
              <a:gd name="T29" fmla="*/ 118 h 139"/>
              <a:gd name="T30" fmla="*/ 49 w 116"/>
              <a:gd name="T31" fmla="*/ 22 h 139"/>
              <a:gd name="T32" fmla="*/ 41 w 116"/>
              <a:gd name="T33" fmla="*/ 14 h 139"/>
              <a:gd name="T34" fmla="*/ 32 w 116"/>
              <a:gd name="T35" fmla="*/ 15 h 139"/>
              <a:gd name="T36" fmla="*/ 18 w 116"/>
              <a:gd name="T37" fmla="*/ 23 h 139"/>
              <a:gd name="T38" fmla="*/ 11 w 116"/>
              <a:gd name="T39" fmla="*/ 36 h 139"/>
              <a:gd name="T40" fmla="*/ 8 w 116"/>
              <a:gd name="T41" fmla="*/ 42 h 139"/>
              <a:gd name="T42" fmla="*/ 0 w 116"/>
              <a:gd name="T43" fmla="*/ 39 h 139"/>
              <a:gd name="T44" fmla="*/ 13 w 116"/>
              <a:gd name="T45" fmla="*/ 0 h 139"/>
              <a:gd name="T46" fmla="*/ 19 w 116"/>
              <a:gd name="T47" fmla="*/ 0 h 139"/>
              <a:gd name="T48" fmla="*/ 21 w 116"/>
              <a:gd name="T49" fmla="*/ 4 h 139"/>
              <a:gd name="T50" fmla="*/ 95 w 116"/>
              <a:gd name="T51" fmla="*/ 4 h 139"/>
              <a:gd name="T52" fmla="*/ 97 w 116"/>
              <a:gd name="T53" fmla="*/ 0 h 139"/>
              <a:gd name="T54" fmla="*/ 103 w 116"/>
              <a:gd name="T55" fmla="*/ 0 h 139"/>
              <a:gd name="T56" fmla="*/ 116 w 116"/>
              <a:gd name="T57" fmla="*/ 39 h 139"/>
              <a:gd name="T58" fmla="*/ 108 w 116"/>
              <a:gd name="T59" fmla="*/ 42 h 139"/>
            </a:gdLst>
            <a:rect l="0" t="0" r="r" b="b"/>
            <a:pathLst>
              <a:path w="116" h="139">
                <a:moveTo>
                  <a:pt x="108" y="42"/>
                </a:moveTo>
                <a:cubicBezTo>
                  <a:pt x="106" y="37"/>
                  <a:pt x="104" y="33"/>
                  <a:pt x="102" y="29"/>
                </a:cubicBezTo>
                <a:cubicBezTo>
                  <a:pt x="96" y="17"/>
                  <a:pt x="85" y="13"/>
                  <a:pt x="72" y="14"/>
                </a:cubicBezTo>
                <a:cubicBezTo>
                  <a:pt x="68" y="14"/>
                  <a:pt x="67" y="15"/>
                  <a:pt x="67" y="18"/>
                </a:cubicBezTo>
                <a:cubicBezTo>
                  <a:pt x="66" y="20"/>
                  <a:pt x="66" y="22"/>
                  <a:pt x="66" y="24"/>
                </a:cubicBezTo>
                <a:cubicBezTo>
                  <a:pt x="66" y="54"/>
                  <a:pt x="66" y="85"/>
                  <a:pt x="66" y="115"/>
                </a:cubicBezTo>
                <a:cubicBezTo>
                  <a:pt x="66" y="118"/>
                  <a:pt x="67" y="120"/>
                  <a:pt x="67" y="123"/>
                </a:cubicBezTo>
                <a:cubicBezTo>
                  <a:pt x="68" y="128"/>
                  <a:pt x="70" y="130"/>
                  <a:pt x="75" y="131"/>
                </a:cubicBezTo>
                <a:cubicBezTo>
                  <a:pt x="78" y="131"/>
                  <a:pt x="80" y="132"/>
                  <a:pt x="83" y="132"/>
                </a:cubicBezTo>
                <a:cubicBezTo>
                  <a:pt x="83" y="134"/>
                  <a:pt x="83" y="137"/>
                  <a:pt x="83" y="139"/>
                </a:cubicBezTo>
                <a:cubicBezTo>
                  <a:pt x="66" y="139"/>
                  <a:pt x="50" y="139"/>
                  <a:pt x="33" y="139"/>
                </a:cubicBezTo>
                <a:cubicBezTo>
                  <a:pt x="33" y="137"/>
                  <a:pt x="33" y="135"/>
                  <a:pt x="33" y="132"/>
                </a:cubicBezTo>
                <a:cubicBezTo>
                  <a:pt x="36" y="132"/>
                  <a:pt x="39" y="131"/>
                  <a:pt x="41" y="131"/>
                </a:cubicBezTo>
                <a:cubicBezTo>
                  <a:pt x="47" y="130"/>
                  <a:pt x="49" y="128"/>
                  <a:pt x="49" y="123"/>
                </a:cubicBezTo>
                <a:cubicBezTo>
                  <a:pt x="49" y="121"/>
                  <a:pt x="49" y="120"/>
                  <a:pt x="49" y="118"/>
                </a:cubicBezTo>
                <a:cubicBezTo>
                  <a:pt x="49" y="86"/>
                  <a:pt x="49" y="54"/>
                  <a:pt x="49" y="22"/>
                </a:cubicBezTo>
                <a:cubicBezTo>
                  <a:pt x="49" y="14"/>
                  <a:pt x="49" y="13"/>
                  <a:pt x="41" y="14"/>
                </a:cubicBezTo>
                <a:cubicBezTo>
                  <a:pt x="38" y="14"/>
                  <a:pt x="35" y="14"/>
                  <a:pt x="32" y="15"/>
                </a:cubicBezTo>
                <a:cubicBezTo>
                  <a:pt x="26" y="16"/>
                  <a:pt x="21" y="18"/>
                  <a:pt x="18" y="23"/>
                </a:cubicBezTo>
                <a:cubicBezTo>
                  <a:pt x="15" y="27"/>
                  <a:pt x="13" y="32"/>
                  <a:pt x="11" y="36"/>
                </a:cubicBezTo>
                <a:cubicBezTo>
                  <a:pt x="10" y="38"/>
                  <a:pt x="9" y="40"/>
                  <a:pt x="8" y="42"/>
                </a:cubicBezTo>
                <a:cubicBezTo>
                  <a:pt x="5" y="41"/>
                  <a:pt x="3" y="40"/>
                  <a:pt x="0" y="39"/>
                </a:cubicBezTo>
                <a:cubicBezTo>
                  <a:pt x="5" y="26"/>
                  <a:pt x="9" y="13"/>
                  <a:pt x="13" y="0"/>
                </a:cubicBezTo>
                <a:cubicBezTo>
                  <a:pt x="15" y="0"/>
                  <a:pt x="17" y="0"/>
                  <a:pt x="19" y="0"/>
                </a:cubicBezTo>
                <a:cubicBezTo>
                  <a:pt x="20" y="1"/>
                  <a:pt x="20" y="3"/>
                  <a:pt x="21" y="4"/>
                </a:cubicBezTo>
                <a:cubicBezTo>
                  <a:pt x="46" y="4"/>
                  <a:pt x="70" y="4"/>
                  <a:pt x="95" y="4"/>
                </a:cubicBezTo>
                <a:cubicBezTo>
                  <a:pt x="95" y="3"/>
                  <a:pt x="96" y="1"/>
                  <a:pt x="97" y="0"/>
                </a:cubicBezTo>
                <a:cubicBezTo>
                  <a:pt x="98" y="0"/>
                  <a:pt x="100" y="0"/>
                  <a:pt x="103" y="0"/>
                </a:cubicBezTo>
                <a:cubicBezTo>
                  <a:pt x="107" y="13"/>
                  <a:pt x="112" y="26"/>
                  <a:pt x="116" y="39"/>
                </a:cubicBezTo>
                <a:cubicBezTo>
                  <a:pt x="113" y="40"/>
                  <a:pt x="111" y="41"/>
                  <a:pt x="108" y="42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2" name="Freeform 33">
            <a:extLst xmlns:a="http://schemas.openxmlformats.org/drawingml/2006/main">
              <a:ext uri="{FF2B5EF4-FFF2-40B4-BE49-F238E27FC236}">
                <a16:creationId xmlns:a16="http://schemas.microsoft.com/office/drawing/2014/main" id="{67117AF9-09A5-48B7-8BCB-DC392E33F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1440" y="689187"/>
            <a:ext cx="25090" cy="67859"/>
          </a:xfrm>
          <a:custGeom xmlns:a="http://schemas.openxmlformats.org/drawingml/2006/main">
            <a:gdLst>
              <a:gd name="T0" fmla="*/ 0 w 50"/>
              <a:gd name="T1" fmla="*/ 134 h 134"/>
              <a:gd name="T2" fmla="*/ 0 w 50"/>
              <a:gd name="T3" fmla="*/ 127 h 134"/>
              <a:gd name="T4" fmla="*/ 9 w 50"/>
              <a:gd name="T5" fmla="*/ 126 h 134"/>
              <a:gd name="T6" fmla="*/ 16 w 50"/>
              <a:gd name="T7" fmla="*/ 119 h 134"/>
              <a:gd name="T8" fmla="*/ 16 w 50"/>
              <a:gd name="T9" fmla="*/ 113 h 134"/>
              <a:gd name="T10" fmla="*/ 16 w 50"/>
              <a:gd name="T11" fmla="*/ 21 h 134"/>
              <a:gd name="T12" fmla="*/ 16 w 50"/>
              <a:gd name="T13" fmla="*/ 13 h 134"/>
              <a:gd name="T14" fmla="*/ 9 w 50"/>
              <a:gd name="T15" fmla="*/ 8 h 134"/>
              <a:gd name="T16" fmla="*/ 1 w 50"/>
              <a:gd name="T17" fmla="*/ 7 h 134"/>
              <a:gd name="T18" fmla="*/ 1 w 50"/>
              <a:gd name="T19" fmla="*/ 0 h 134"/>
              <a:gd name="T20" fmla="*/ 49 w 50"/>
              <a:gd name="T21" fmla="*/ 0 h 134"/>
              <a:gd name="T22" fmla="*/ 49 w 50"/>
              <a:gd name="T23" fmla="*/ 7 h 134"/>
              <a:gd name="T24" fmla="*/ 42 w 50"/>
              <a:gd name="T25" fmla="*/ 8 h 134"/>
              <a:gd name="T26" fmla="*/ 34 w 50"/>
              <a:gd name="T27" fmla="*/ 15 h 134"/>
              <a:gd name="T28" fmla="*/ 33 w 50"/>
              <a:gd name="T29" fmla="*/ 23 h 134"/>
              <a:gd name="T30" fmla="*/ 33 w 50"/>
              <a:gd name="T31" fmla="*/ 113 h 134"/>
              <a:gd name="T32" fmla="*/ 46 w 50"/>
              <a:gd name="T33" fmla="*/ 127 h 134"/>
              <a:gd name="T34" fmla="*/ 49 w 50"/>
              <a:gd name="T35" fmla="*/ 127 h 134"/>
              <a:gd name="T36" fmla="*/ 50 w 50"/>
              <a:gd name="T37" fmla="*/ 131 h 134"/>
              <a:gd name="T38" fmla="*/ 49 w 50"/>
              <a:gd name="T39" fmla="*/ 134 h 134"/>
              <a:gd name="T40" fmla="*/ 0 w 50"/>
              <a:gd name="T41" fmla="*/ 134 h 134"/>
            </a:gdLst>
            <a:rect l="0" t="0" r="r" b="b"/>
            <a:pathLst>
              <a:path w="50" h="134">
                <a:moveTo>
                  <a:pt x="0" y="134"/>
                </a:move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9" y="126"/>
                </a:cubicBezTo>
                <a:cubicBezTo>
                  <a:pt x="13" y="125"/>
                  <a:pt x="15" y="124"/>
                  <a:pt x="16" y="119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18"/>
                  <a:pt x="16" y="16"/>
                  <a:pt x="16" y="13"/>
                </a:cubicBezTo>
                <a:cubicBezTo>
                  <a:pt x="15" y="10"/>
                  <a:pt x="13" y="8"/>
                  <a:pt x="9" y="8"/>
                </a:cubicBezTo>
                <a:cubicBezTo>
                  <a:pt x="6" y="7"/>
                  <a:pt x="4" y="7"/>
                  <a:pt x="1" y="7"/>
                </a:cubicBezTo>
                <a:cubicBezTo>
                  <a:pt x="1" y="4"/>
                  <a:pt x="1" y="2"/>
                  <a:pt x="1" y="0"/>
                </a:cubicBezTo>
                <a:cubicBezTo>
                  <a:pt x="17" y="0"/>
                  <a:pt x="33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7" y="7"/>
                  <a:pt x="44" y="7"/>
                  <a:pt x="42" y="8"/>
                </a:cubicBezTo>
                <a:cubicBezTo>
                  <a:pt x="38" y="8"/>
                  <a:pt x="35" y="10"/>
                  <a:pt x="34" y="15"/>
                </a:cubicBezTo>
                <a:cubicBezTo>
                  <a:pt x="34" y="17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6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8"/>
                  <a:pt x="50" y="129"/>
                  <a:pt x="50" y="131"/>
                </a:cubicBezTo>
                <a:cubicBezTo>
                  <a:pt x="50" y="132"/>
                  <a:pt x="49" y="133"/>
                  <a:pt x="49" y="134"/>
                </a:cubicBezTo>
                <a:cubicBezTo>
                  <a:pt x="33" y="134"/>
                  <a:pt x="17" y="134"/>
                  <a:pt x="0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3" name="Freeform 34">
            <a:extLst xmlns:a="http://schemas.openxmlformats.org/drawingml/2006/main">
              <a:ext uri="{FF2B5EF4-FFF2-40B4-BE49-F238E27FC236}">
                <a16:creationId xmlns:a16="http://schemas.microsoft.com/office/drawing/2014/main" id="{0D725E86-6778-47E2-9532-9CD53AF75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237" y="689187"/>
            <a:ext cx="24520" cy="68429"/>
          </a:xfrm>
          <a:custGeom xmlns:a="http://schemas.openxmlformats.org/drawingml/2006/main">
            <a:gdLst>
              <a:gd name="T0" fmla="*/ 0 w 49"/>
              <a:gd name="T1" fmla="*/ 7 h 135"/>
              <a:gd name="T2" fmla="*/ 0 w 49"/>
              <a:gd name="T3" fmla="*/ 0 h 135"/>
              <a:gd name="T4" fmla="*/ 49 w 49"/>
              <a:gd name="T5" fmla="*/ 0 h 135"/>
              <a:gd name="T6" fmla="*/ 49 w 49"/>
              <a:gd name="T7" fmla="*/ 7 h 135"/>
              <a:gd name="T8" fmla="*/ 42 w 49"/>
              <a:gd name="T9" fmla="*/ 8 h 135"/>
              <a:gd name="T10" fmla="*/ 34 w 49"/>
              <a:gd name="T11" fmla="*/ 15 h 135"/>
              <a:gd name="T12" fmla="*/ 33 w 49"/>
              <a:gd name="T13" fmla="*/ 23 h 135"/>
              <a:gd name="T14" fmla="*/ 33 w 49"/>
              <a:gd name="T15" fmla="*/ 113 h 135"/>
              <a:gd name="T16" fmla="*/ 46 w 49"/>
              <a:gd name="T17" fmla="*/ 127 h 135"/>
              <a:gd name="T18" fmla="*/ 49 w 49"/>
              <a:gd name="T19" fmla="*/ 127 h 135"/>
              <a:gd name="T20" fmla="*/ 49 w 49"/>
              <a:gd name="T21" fmla="*/ 134 h 135"/>
              <a:gd name="T22" fmla="*/ 0 w 49"/>
              <a:gd name="T23" fmla="*/ 134 h 135"/>
              <a:gd name="T24" fmla="*/ 0 w 49"/>
              <a:gd name="T25" fmla="*/ 127 h 135"/>
              <a:gd name="T26" fmla="*/ 7 w 49"/>
              <a:gd name="T27" fmla="*/ 126 h 135"/>
              <a:gd name="T28" fmla="*/ 16 w 49"/>
              <a:gd name="T29" fmla="*/ 118 h 135"/>
              <a:gd name="T30" fmla="*/ 16 w 49"/>
              <a:gd name="T31" fmla="*/ 113 h 135"/>
              <a:gd name="T32" fmla="*/ 16 w 49"/>
              <a:gd name="T33" fmla="*/ 20 h 135"/>
              <a:gd name="T34" fmla="*/ 15 w 49"/>
              <a:gd name="T35" fmla="*/ 13 h 135"/>
              <a:gd name="T36" fmla="*/ 9 w 49"/>
              <a:gd name="T37" fmla="*/ 8 h 135"/>
              <a:gd name="T38" fmla="*/ 0 w 49"/>
              <a:gd name="T39" fmla="*/ 7 h 135"/>
            </a:gdLst>
            <a:rect l="0" t="0" r="r" b="b"/>
            <a:pathLst>
              <a:path w="49" h="135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5" y="10"/>
                  <a:pt x="34" y="15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5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45" y="135"/>
                  <a:pt x="9" y="135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5" y="127"/>
                  <a:pt x="7" y="126"/>
                </a:cubicBezTo>
                <a:cubicBezTo>
                  <a:pt x="13" y="126"/>
                  <a:pt x="15" y="124"/>
                  <a:pt x="16" y="118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8"/>
                  <a:pt x="15" y="16"/>
                  <a:pt x="15" y="13"/>
                </a:cubicBezTo>
                <a:cubicBezTo>
                  <a:pt x="14" y="10"/>
                  <a:pt x="12" y="8"/>
                  <a:pt x="9" y="8"/>
                </a:cubicBezTo>
                <a:cubicBezTo>
                  <a:pt x="6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4" name="Freeform 35">
            <a:extLst xmlns:a="http://schemas.openxmlformats.org/drawingml/2006/main">
              <a:ext uri="{FF2B5EF4-FFF2-40B4-BE49-F238E27FC236}">
                <a16:creationId xmlns:a16="http://schemas.microsoft.com/office/drawing/2014/main" id="{8555EA15-9493-449F-9B77-87ED5491C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429" y="689187"/>
            <a:ext cx="24520" cy="67859"/>
          </a:xfrm>
          <a:custGeom xmlns:a="http://schemas.openxmlformats.org/drawingml/2006/main">
            <a:gdLst>
              <a:gd name="T0" fmla="*/ 0 w 49"/>
              <a:gd name="T1" fmla="*/ 7 h 134"/>
              <a:gd name="T2" fmla="*/ 0 w 49"/>
              <a:gd name="T3" fmla="*/ 0 h 134"/>
              <a:gd name="T4" fmla="*/ 49 w 49"/>
              <a:gd name="T5" fmla="*/ 0 h 134"/>
              <a:gd name="T6" fmla="*/ 49 w 49"/>
              <a:gd name="T7" fmla="*/ 7 h 134"/>
              <a:gd name="T8" fmla="*/ 42 w 49"/>
              <a:gd name="T9" fmla="*/ 8 h 134"/>
              <a:gd name="T10" fmla="*/ 34 w 49"/>
              <a:gd name="T11" fmla="*/ 15 h 134"/>
              <a:gd name="T12" fmla="*/ 33 w 49"/>
              <a:gd name="T13" fmla="*/ 23 h 134"/>
              <a:gd name="T14" fmla="*/ 33 w 49"/>
              <a:gd name="T15" fmla="*/ 112 h 134"/>
              <a:gd name="T16" fmla="*/ 34 w 49"/>
              <a:gd name="T17" fmla="*/ 120 h 134"/>
              <a:gd name="T18" fmla="*/ 40 w 49"/>
              <a:gd name="T19" fmla="*/ 126 h 134"/>
              <a:gd name="T20" fmla="*/ 49 w 49"/>
              <a:gd name="T21" fmla="*/ 127 h 134"/>
              <a:gd name="T22" fmla="*/ 49 w 49"/>
              <a:gd name="T23" fmla="*/ 134 h 134"/>
              <a:gd name="T24" fmla="*/ 0 w 49"/>
              <a:gd name="T25" fmla="*/ 134 h 134"/>
              <a:gd name="T26" fmla="*/ 0 w 49"/>
              <a:gd name="T27" fmla="*/ 127 h 134"/>
              <a:gd name="T28" fmla="*/ 8 w 49"/>
              <a:gd name="T29" fmla="*/ 126 h 134"/>
              <a:gd name="T30" fmla="*/ 15 w 49"/>
              <a:gd name="T31" fmla="*/ 119 h 134"/>
              <a:gd name="T32" fmla="*/ 16 w 49"/>
              <a:gd name="T33" fmla="*/ 110 h 134"/>
              <a:gd name="T34" fmla="*/ 16 w 49"/>
              <a:gd name="T35" fmla="*/ 25 h 134"/>
              <a:gd name="T36" fmla="*/ 15 w 49"/>
              <a:gd name="T37" fmla="*/ 15 h 134"/>
              <a:gd name="T38" fmla="*/ 8 w 49"/>
              <a:gd name="T39" fmla="*/ 8 h 134"/>
              <a:gd name="T40" fmla="*/ 0 w 49"/>
              <a:gd name="T41" fmla="*/ 7 h 134"/>
            </a:gdLst>
            <a:rect l="0" t="0" r="r" b="b"/>
            <a:pathLst>
              <a:path w="49" h="134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4" y="10"/>
                  <a:pt x="34" y="15"/>
                </a:cubicBezTo>
                <a:cubicBezTo>
                  <a:pt x="33" y="18"/>
                  <a:pt x="33" y="21"/>
                  <a:pt x="33" y="23"/>
                </a:cubicBezTo>
                <a:cubicBezTo>
                  <a:pt x="33" y="53"/>
                  <a:pt x="33" y="83"/>
                  <a:pt x="33" y="112"/>
                </a:cubicBezTo>
                <a:cubicBezTo>
                  <a:pt x="33" y="115"/>
                  <a:pt x="33" y="118"/>
                  <a:pt x="34" y="120"/>
                </a:cubicBezTo>
                <a:cubicBezTo>
                  <a:pt x="34" y="124"/>
                  <a:pt x="36" y="126"/>
                  <a:pt x="40" y="126"/>
                </a:cubicBezTo>
                <a:cubicBezTo>
                  <a:pt x="43" y="126"/>
                  <a:pt x="45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33" y="134"/>
                  <a:pt x="1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8" y="126"/>
                </a:cubicBezTo>
                <a:cubicBezTo>
                  <a:pt x="13" y="125"/>
                  <a:pt x="15" y="123"/>
                  <a:pt x="15" y="119"/>
                </a:cubicBezTo>
                <a:cubicBezTo>
                  <a:pt x="16" y="116"/>
                  <a:pt x="16" y="113"/>
                  <a:pt x="16" y="110"/>
                </a:cubicBezTo>
                <a:cubicBezTo>
                  <a:pt x="16" y="81"/>
                  <a:pt x="16" y="53"/>
                  <a:pt x="16" y="25"/>
                </a:cubicBezTo>
                <a:cubicBezTo>
                  <a:pt x="16" y="21"/>
                  <a:pt x="16" y="18"/>
                  <a:pt x="15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6" name="Freeform 9">
            <a:extLst xmlns:a="http://schemas.openxmlformats.org/drawingml/2006/main">
              <a:ext uri="{FF2B5EF4-FFF2-40B4-BE49-F238E27FC236}">
                <a16:creationId xmlns:a16="http://schemas.microsoft.com/office/drawing/2014/main" id="{D311A7E0-FD43-4362-9567-5E2D5A93D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4981" y="365289"/>
            <a:ext cx="164800" cy="184188"/>
          </a:xfrm>
          <a:custGeom xmlns:a="http://schemas.openxmlformats.org/drawingml/2006/main">
            <a:gdLst>
              <a:gd name="T0" fmla="*/ 324 w 325"/>
              <a:gd name="T1" fmla="*/ 106 h 363"/>
              <a:gd name="T2" fmla="*/ 283 w 325"/>
              <a:gd name="T3" fmla="*/ 179 h 363"/>
              <a:gd name="T4" fmla="*/ 247 w 325"/>
              <a:gd name="T5" fmla="*/ 214 h 363"/>
              <a:gd name="T6" fmla="*/ 241 w 325"/>
              <a:gd name="T7" fmla="*/ 228 h 363"/>
              <a:gd name="T8" fmla="*/ 271 w 325"/>
              <a:gd name="T9" fmla="*/ 230 h 363"/>
              <a:gd name="T10" fmla="*/ 282 w 325"/>
              <a:gd name="T11" fmla="*/ 240 h 363"/>
              <a:gd name="T12" fmla="*/ 269 w 325"/>
              <a:gd name="T13" fmla="*/ 277 h 363"/>
              <a:gd name="T14" fmla="*/ 223 w 325"/>
              <a:gd name="T15" fmla="*/ 316 h 363"/>
              <a:gd name="T16" fmla="*/ 176 w 325"/>
              <a:gd name="T17" fmla="*/ 340 h 363"/>
              <a:gd name="T18" fmla="*/ 160 w 325"/>
              <a:gd name="T19" fmla="*/ 339 h 363"/>
              <a:gd name="T20" fmla="*/ 165 w 325"/>
              <a:gd name="T21" fmla="*/ 329 h 363"/>
              <a:gd name="T22" fmla="*/ 195 w 325"/>
              <a:gd name="T23" fmla="*/ 302 h 363"/>
              <a:gd name="T24" fmla="*/ 214 w 325"/>
              <a:gd name="T25" fmla="*/ 282 h 363"/>
              <a:gd name="T26" fmla="*/ 223 w 325"/>
              <a:gd name="T27" fmla="*/ 265 h 363"/>
              <a:gd name="T28" fmla="*/ 220 w 325"/>
              <a:gd name="T29" fmla="*/ 257 h 363"/>
              <a:gd name="T30" fmla="*/ 179 w 325"/>
              <a:gd name="T31" fmla="*/ 289 h 363"/>
              <a:gd name="T32" fmla="*/ 106 w 325"/>
              <a:gd name="T33" fmla="*/ 335 h 363"/>
              <a:gd name="T34" fmla="*/ 20 w 325"/>
              <a:gd name="T35" fmla="*/ 363 h 363"/>
              <a:gd name="T36" fmla="*/ 4 w 325"/>
              <a:gd name="T37" fmla="*/ 360 h 363"/>
              <a:gd name="T38" fmla="*/ 78 w 325"/>
              <a:gd name="T39" fmla="*/ 306 h 363"/>
              <a:gd name="T40" fmla="*/ 102 w 325"/>
              <a:gd name="T41" fmla="*/ 295 h 363"/>
              <a:gd name="T42" fmla="*/ 208 w 325"/>
              <a:gd name="T43" fmla="*/ 238 h 363"/>
              <a:gd name="T44" fmla="*/ 207 w 325"/>
              <a:gd name="T45" fmla="*/ 232 h 363"/>
              <a:gd name="T46" fmla="*/ 171 w 325"/>
              <a:gd name="T47" fmla="*/ 243 h 363"/>
              <a:gd name="T48" fmla="*/ 163 w 325"/>
              <a:gd name="T49" fmla="*/ 239 h 363"/>
              <a:gd name="T50" fmla="*/ 170 w 325"/>
              <a:gd name="T51" fmla="*/ 226 h 363"/>
              <a:gd name="T52" fmla="*/ 154 w 325"/>
              <a:gd name="T53" fmla="*/ 206 h 363"/>
              <a:gd name="T54" fmla="*/ 122 w 325"/>
              <a:gd name="T55" fmla="*/ 224 h 363"/>
              <a:gd name="T56" fmla="*/ 99 w 325"/>
              <a:gd name="T57" fmla="*/ 236 h 363"/>
              <a:gd name="T58" fmla="*/ 100 w 325"/>
              <a:gd name="T59" fmla="*/ 222 h 363"/>
              <a:gd name="T60" fmla="*/ 116 w 325"/>
              <a:gd name="T61" fmla="*/ 204 h 363"/>
              <a:gd name="T62" fmla="*/ 118 w 325"/>
              <a:gd name="T63" fmla="*/ 183 h 363"/>
              <a:gd name="T64" fmla="*/ 116 w 325"/>
              <a:gd name="T65" fmla="*/ 174 h 363"/>
              <a:gd name="T66" fmla="*/ 143 w 325"/>
              <a:gd name="T67" fmla="*/ 167 h 363"/>
              <a:gd name="T68" fmla="*/ 158 w 325"/>
              <a:gd name="T69" fmla="*/ 145 h 363"/>
              <a:gd name="T70" fmla="*/ 147 w 325"/>
              <a:gd name="T71" fmla="*/ 144 h 363"/>
              <a:gd name="T72" fmla="*/ 132 w 325"/>
              <a:gd name="T73" fmla="*/ 141 h 363"/>
              <a:gd name="T74" fmla="*/ 141 w 325"/>
              <a:gd name="T75" fmla="*/ 129 h 363"/>
              <a:gd name="T76" fmla="*/ 140 w 325"/>
              <a:gd name="T77" fmla="*/ 115 h 363"/>
              <a:gd name="T78" fmla="*/ 112 w 325"/>
              <a:gd name="T79" fmla="*/ 96 h 363"/>
              <a:gd name="T80" fmla="*/ 127 w 325"/>
              <a:gd name="T81" fmla="*/ 92 h 363"/>
              <a:gd name="T82" fmla="*/ 167 w 325"/>
              <a:gd name="T83" fmla="*/ 81 h 363"/>
              <a:gd name="T84" fmla="*/ 203 w 325"/>
              <a:gd name="T85" fmla="*/ 36 h 363"/>
              <a:gd name="T86" fmla="*/ 204 w 325"/>
              <a:gd name="T87" fmla="*/ 10 h 363"/>
              <a:gd name="T88" fmla="*/ 216 w 325"/>
              <a:gd name="T89" fmla="*/ 3 h 363"/>
              <a:gd name="T90" fmla="*/ 224 w 325"/>
              <a:gd name="T91" fmla="*/ 56 h 363"/>
              <a:gd name="T92" fmla="*/ 205 w 325"/>
              <a:gd name="T93" fmla="*/ 91 h 363"/>
              <a:gd name="T94" fmla="*/ 208 w 325"/>
              <a:gd name="T95" fmla="*/ 105 h 363"/>
              <a:gd name="T96" fmla="*/ 267 w 325"/>
              <a:gd name="T97" fmla="*/ 87 h 363"/>
              <a:gd name="T98" fmla="*/ 297 w 325"/>
              <a:gd name="T99" fmla="*/ 85 h 363"/>
              <a:gd name="T100" fmla="*/ 309 w 325"/>
              <a:gd name="T101" fmla="*/ 86 h 363"/>
              <a:gd name="T102" fmla="*/ 325 w 325"/>
              <a:gd name="T103" fmla="*/ 104 h 363"/>
              <a:gd name="T104" fmla="*/ 198 w 325"/>
              <a:gd name="T105" fmla="*/ 126 h 363"/>
              <a:gd name="T106" fmla="*/ 164 w 325"/>
              <a:gd name="T107" fmla="*/ 175 h 363"/>
              <a:gd name="T108" fmla="*/ 181 w 325"/>
              <a:gd name="T109" fmla="*/ 191 h 363"/>
              <a:gd name="T110" fmla="*/ 186 w 325"/>
              <a:gd name="T111" fmla="*/ 173 h 363"/>
              <a:gd name="T112" fmla="*/ 199 w 325"/>
              <a:gd name="T113" fmla="*/ 170 h 363"/>
              <a:gd name="T114" fmla="*/ 206 w 325"/>
              <a:gd name="T115" fmla="*/ 204 h 363"/>
              <a:gd name="T116" fmla="*/ 217 w 325"/>
              <a:gd name="T117" fmla="*/ 206 h 363"/>
              <a:gd name="T118" fmla="*/ 229 w 325"/>
              <a:gd name="T119" fmla="*/ 188 h 363"/>
              <a:gd name="T120" fmla="*/ 261 w 325"/>
              <a:gd name="T121" fmla="*/ 141 h 363"/>
              <a:gd name="T122" fmla="*/ 250 w 325"/>
              <a:gd name="T123" fmla="*/ 134 h 363"/>
              <a:gd name="T124" fmla="*/ 206 w 325"/>
              <a:gd name="T125" fmla="*/ 122 h 363"/>
            </a:gdLst>
            <a:rect l="0" t="0" r="r" b="b"/>
            <a:pathLst>
              <a:path w="325" h="363">
                <a:moveTo>
                  <a:pt x="325" y="104"/>
                </a:moveTo>
                <a:cubicBezTo>
                  <a:pt x="325" y="104"/>
                  <a:pt x="324" y="105"/>
                  <a:pt x="324" y="106"/>
                </a:cubicBezTo>
                <a:cubicBezTo>
                  <a:pt x="323" y="108"/>
                  <a:pt x="323" y="111"/>
                  <a:pt x="322" y="114"/>
                </a:cubicBezTo>
                <a:cubicBezTo>
                  <a:pt x="312" y="138"/>
                  <a:pt x="300" y="160"/>
                  <a:pt x="283" y="179"/>
                </a:cubicBezTo>
                <a:cubicBezTo>
                  <a:pt x="275" y="188"/>
                  <a:pt x="267" y="197"/>
                  <a:pt x="259" y="205"/>
                </a:cubicBezTo>
                <a:cubicBezTo>
                  <a:pt x="255" y="209"/>
                  <a:pt x="251" y="211"/>
                  <a:pt x="247" y="214"/>
                </a:cubicBezTo>
                <a:cubicBezTo>
                  <a:pt x="244" y="217"/>
                  <a:pt x="241" y="219"/>
                  <a:pt x="239" y="223"/>
                </a:cubicBezTo>
                <a:cubicBezTo>
                  <a:pt x="237" y="226"/>
                  <a:pt x="238" y="227"/>
                  <a:pt x="241" y="228"/>
                </a:cubicBezTo>
                <a:cubicBezTo>
                  <a:pt x="243" y="228"/>
                  <a:pt x="245" y="228"/>
                  <a:pt x="246" y="228"/>
                </a:cubicBezTo>
                <a:cubicBezTo>
                  <a:pt x="255" y="229"/>
                  <a:pt x="263" y="230"/>
                  <a:pt x="271" y="230"/>
                </a:cubicBezTo>
                <a:cubicBezTo>
                  <a:pt x="272" y="230"/>
                  <a:pt x="274" y="231"/>
                  <a:pt x="275" y="231"/>
                </a:cubicBezTo>
                <a:cubicBezTo>
                  <a:pt x="280" y="233"/>
                  <a:pt x="282" y="235"/>
                  <a:pt x="282" y="240"/>
                </a:cubicBezTo>
                <a:cubicBezTo>
                  <a:pt x="283" y="247"/>
                  <a:pt x="282" y="253"/>
                  <a:pt x="279" y="259"/>
                </a:cubicBezTo>
                <a:cubicBezTo>
                  <a:pt x="277" y="265"/>
                  <a:pt x="273" y="271"/>
                  <a:pt x="269" y="277"/>
                </a:cubicBezTo>
                <a:cubicBezTo>
                  <a:pt x="260" y="289"/>
                  <a:pt x="248" y="298"/>
                  <a:pt x="237" y="307"/>
                </a:cubicBezTo>
                <a:cubicBezTo>
                  <a:pt x="233" y="311"/>
                  <a:pt x="228" y="314"/>
                  <a:pt x="223" y="316"/>
                </a:cubicBezTo>
                <a:cubicBezTo>
                  <a:pt x="213" y="321"/>
                  <a:pt x="203" y="327"/>
                  <a:pt x="193" y="332"/>
                </a:cubicBezTo>
                <a:cubicBezTo>
                  <a:pt x="187" y="334"/>
                  <a:pt x="182" y="337"/>
                  <a:pt x="176" y="340"/>
                </a:cubicBezTo>
                <a:cubicBezTo>
                  <a:pt x="173" y="341"/>
                  <a:pt x="169" y="341"/>
                  <a:pt x="166" y="342"/>
                </a:cubicBezTo>
                <a:cubicBezTo>
                  <a:pt x="164" y="342"/>
                  <a:pt x="161" y="341"/>
                  <a:pt x="160" y="339"/>
                </a:cubicBezTo>
                <a:cubicBezTo>
                  <a:pt x="159" y="337"/>
                  <a:pt x="160" y="335"/>
                  <a:pt x="162" y="333"/>
                </a:cubicBezTo>
                <a:cubicBezTo>
                  <a:pt x="163" y="332"/>
                  <a:pt x="164" y="330"/>
                  <a:pt x="165" y="329"/>
                </a:cubicBezTo>
                <a:cubicBezTo>
                  <a:pt x="173" y="323"/>
                  <a:pt x="181" y="316"/>
                  <a:pt x="189" y="310"/>
                </a:cubicBezTo>
                <a:cubicBezTo>
                  <a:pt x="192" y="307"/>
                  <a:pt x="194" y="305"/>
                  <a:pt x="195" y="302"/>
                </a:cubicBezTo>
                <a:cubicBezTo>
                  <a:pt x="196" y="300"/>
                  <a:pt x="198" y="297"/>
                  <a:pt x="200" y="295"/>
                </a:cubicBezTo>
                <a:cubicBezTo>
                  <a:pt x="205" y="291"/>
                  <a:pt x="210" y="287"/>
                  <a:pt x="214" y="282"/>
                </a:cubicBezTo>
                <a:cubicBezTo>
                  <a:pt x="217" y="280"/>
                  <a:pt x="218" y="278"/>
                  <a:pt x="219" y="275"/>
                </a:cubicBezTo>
                <a:cubicBezTo>
                  <a:pt x="219" y="271"/>
                  <a:pt x="221" y="268"/>
                  <a:pt x="223" y="265"/>
                </a:cubicBezTo>
                <a:cubicBezTo>
                  <a:pt x="225" y="263"/>
                  <a:pt x="227" y="261"/>
                  <a:pt x="229" y="259"/>
                </a:cubicBezTo>
                <a:cubicBezTo>
                  <a:pt x="227" y="256"/>
                  <a:pt x="224" y="256"/>
                  <a:pt x="220" y="257"/>
                </a:cubicBezTo>
                <a:cubicBezTo>
                  <a:pt x="212" y="260"/>
                  <a:pt x="205" y="264"/>
                  <a:pt x="199" y="270"/>
                </a:cubicBezTo>
                <a:cubicBezTo>
                  <a:pt x="192" y="276"/>
                  <a:pt x="186" y="282"/>
                  <a:pt x="179" y="289"/>
                </a:cubicBezTo>
                <a:cubicBezTo>
                  <a:pt x="169" y="299"/>
                  <a:pt x="157" y="307"/>
                  <a:pt x="144" y="314"/>
                </a:cubicBezTo>
                <a:cubicBezTo>
                  <a:pt x="131" y="320"/>
                  <a:pt x="119" y="328"/>
                  <a:pt x="106" y="335"/>
                </a:cubicBezTo>
                <a:cubicBezTo>
                  <a:pt x="89" y="344"/>
                  <a:pt x="72" y="352"/>
                  <a:pt x="53" y="357"/>
                </a:cubicBezTo>
                <a:cubicBezTo>
                  <a:pt x="43" y="361"/>
                  <a:pt x="32" y="363"/>
                  <a:pt x="20" y="363"/>
                </a:cubicBezTo>
                <a:cubicBezTo>
                  <a:pt x="16" y="362"/>
                  <a:pt x="12" y="361"/>
                  <a:pt x="7" y="361"/>
                </a:cubicBezTo>
                <a:cubicBezTo>
                  <a:pt x="6" y="361"/>
                  <a:pt x="5" y="360"/>
                  <a:pt x="4" y="360"/>
                </a:cubicBezTo>
                <a:cubicBezTo>
                  <a:pt x="0" y="358"/>
                  <a:pt x="0" y="355"/>
                  <a:pt x="4" y="352"/>
                </a:cubicBezTo>
                <a:cubicBezTo>
                  <a:pt x="28" y="337"/>
                  <a:pt x="53" y="321"/>
                  <a:pt x="78" y="306"/>
                </a:cubicBezTo>
                <a:cubicBezTo>
                  <a:pt x="84" y="302"/>
                  <a:pt x="91" y="298"/>
                  <a:pt x="98" y="297"/>
                </a:cubicBezTo>
                <a:cubicBezTo>
                  <a:pt x="100" y="296"/>
                  <a:pt x="101" y="295"/>
                  <a:pt x="102" y="295"/>
                </a:cubicBezTo>
                <a:cubicBezTo>
                  <a:pt x="135" y="275"/>
                  <a:pt x="169" y="257"/>
                  <a:pt x="204" y="241"/>
                </a:cubicBezTo>
                <a:cubicBezTo>
                  <a:pt x="205" y="240"/>
                  <a:pt x="207" y="239"/>
                  <a:pt x="208" y="238"/>
                </a:cubicBezTo>
                <a:cubicBezTo>
                  <a:pt x="209" y="237"/>
                  <a:pt x="210" y="235"/>
                  <a:pt x="210" y="234"/>
                </a:cubicBezTo>
                <a:cubicBezTo>
                  <a:pt x="210" y="233"/>
                  <a:pt x="208" y="232"/>
                  <a:pt x="207" y="232"/>
                </a:cubicBezTo>
                <a:cubicBezTo>
                  <a:pt x="201" y="231"/>
                  <a:pt x="196" y="233"/>
                  <a:pt x="190" y="235"/>
                </a:cubicBezTo>
                <a:cubicBezTo>
                  <a:pt x="184" y="238"/>
                  <a:pt x="178" y="240"/>
                  <a:pt x="171" y="243"/>
                </a:cubicBezTo>
                <a:cubicBezTo>
                  <a:pt x="170" y="243"/>
                  <a:pt x="169" y="244"/>
                  <a:pt x="168" y="244"/>
                </a:cubicBezTo>
                <a:cubicBezTo>
                  <a:pt x="164" y="244"/>
                  <a:pt x="163" y="244"/>
                  <a:pt x="163" y="239"/>
                </a:cubicBezTo>
                <a:cubicBezTo>
                  <a:pt x="163" y="236"/>
                  <a:pt x="164" y="233"/>
                  <a:pt x="166" y="231"/>
                </a:cubicBezTo>
                <a:cubicBezTo>
                  <a:pt x="167" y="229"/>
                  <a:pt x="169" y="228"/>
                  <a:pt x="170" y="226"/>
                </a:cubicBezTo>
                <a:cubicBezTo>
                  <a:pt x="172" y="222"/>
                  <a:pt x="172" y="218"/>
                  <a:pt x="168" y="215"/>
                </a:cubicBezTo>
                <a:cubicBezTo>
                  <a:pt x="164" y="212"/>
                  <a:pt x="159" y="209"/>
                  <a:pt x="154" y="206"/>
                </a:cubicBezTo>
                <a:cubicBezTo>
                  <a:pt x="148" y="203"/>
                  <a:pt x="143" y="205"/>
                  <a:pt x="138" y="210"/>
                </a:cubicBezTo>
                <a:cubicBezTo>
                  <a:pt x="133" y="215"/>
                  <a:pt x="128" y="219"/>
                  <a:pt x="122" y="224"/>
                </a:cubicBezTo>
                <a:cubicBezTo>
                  <a:pt x="118" y="228"/>
                  <a:pt x="112" y="231"/>
                  <a:pt x="107" y="235"/>
                </a:cubicBezTo>
                <a:cubicBezTo>
                  <a:pt x="105" y="236"/>
                  <a:pt x="102" y="238"/>
                  <a:pt x="99" y="236"/>
                </a:cubicBezTo>
                <a:cubicBezTo>
                  <a:pt x="97" y="234"/>
                  <a:pt x="97" y="231"/>
                  <a:pt x="98" y="229"/>
                </a:cubicBezTo>
                <a:cubicBezTo>
                  <a:pt x="98" y="226"/>
                  <a:pt x="99" y="224"/>
                  <a:pt x="100" y="222"/>
                </a:cubicBezTo>
                <a:cubicBezTo>
                  <a:pt x="102" y="219"/>
                  <a:pt x="105" y="217"/>
                  <a:pt x="107" y="214"/>
                </a:cubicBezTo>
                <a:cubicBezTo>
                  <a:pt x="110" y="211"/>
                  <a:pt x="113" y="208"/>
                  <a:pt x="116" y="204"/>
                </a:cubicBezTo>
                <a:cubicBezTo>
                  <a:pt x="118" y="202"/>
                  <a:pt x="119" y="198"/>
                  <a:pt x="120" y="195"/>
                </a:cubicBezTo>
                <a:cubicBezTo>
                  <a:pt x="122" y="191"/>
                  <a:pt x="122" y="187"/>
                  <a:pt x="118" y="183"/>
                </a:cubicBezTo>
                <a:cubicBezTo>
                  <a:pt x="116" y="182"/>
                  <a:pt x="115" y="181"/>
                  <a:pt x="115" y="179"/>
                </a:cubicBezTo>
                <a:cubicBezTo>
                  <a:pt x="113" y="177"/>
                  <a:pt x="113" y="175"/>
                  <a:pt x="116" y="174"/>
                </a:cubicBezTo>
                <a:cubicBezTo>
                  <a:pt x="123" y="173"/>
                  <a:pt x="130" y="171"/>
                  <a:pt x="137" y="170"/>
                </a:cubicBezTo>
                <a:cubicBezTo>
                  <a:pt x="140" y="170"/>
                  <a:pt x="141" y="169"/>
                  <a:pt x="143" y="167"/>
                </a:cubicBezTo>
                <a:cubicBezTo>
                  <a:pt x="146" y="163"/>
                  <a:pt x="150" y="159"/>
                  <a:pt x="153" y="155"/>
                </a:cubicBezTo>
                <a:cubicBezTo>
                  <a:pt x="155" y="152"/>
                  <a:pt x="157" y="149"/>
                  <a:pt x="158" y="145"/>
                </a:cubicBezTo>
                <a:cubicBezTo>
                  <a:pt x="159" y="141"/>
                  <a:pt x="157" y="140"/>
                  <a:pt x="154" y="141"/>
                </a:cubicBezTo>
                <a:cubicBezTo>
                  <a:pt x="151" y="141"/>
                  <a:pt x="149" y="142"/>
                  <a:pt x="147" y="144"/>
                </a:cubicBezTo>
                <a:cubicBezTo>
                  <a:pt x="144" y="146"/>
                  <a:pt x="140" y="146"/>
                  <a:pt x="137" y="145"/>
                </a:cubicBezTo>
                <a:cubicBezTo>
                  <a:pt x="134" y="145"/>
                  <a:pt x="133" y="144"/>
                  <a:pt x="132" y="141"/>
                </a:cubicBezTo>
                <a:cubicBezTo>
                  <a:pt x="132" y="139"/>
                  <a:pt x="132" y="137"/>
                  <a:pt x="134" y="135"/>
                </a:cubicBezTo>
                <a:cubicBezTo>
                  <a:pt x="137" y="133"/>
                  <a:pt x="139" y="131"/>
                  <a:pt x="141" y="129"/>
                </a:cubicBezTo>
                <a:cubicBezTo>
                  <a:pt x="143" y="126"/>
                  <a:pt x="144" y="123"/>
                  <a:pt x="144" y="119"/>
                </a:cubicBezTo>
                <a:cubicBezTo>
                  <a:pt x="144" y="116"/>
                  <a:pt x="143" y="115"/>
                  <a:pt x="140" y="115"/>
                </a:cubicBezTo>
                <a:cubicBezTo>
                  <a:pt x="136" y="115"/>
                  <a:pt x="132" y="115"/>
                  <a:pt x="129" y="114"/>
                </a:cubicBezTo>
                <a:cubicBezTo>
                  <a:pt x="119" y="112"/>
                  <a:pt x="114" y="106"/>
                  <a:pt x="112" y="96"/>
                </a:cubicBezTo>
                <a:cubicBezTo>
                  <a:pt x="112" y="91"/>
                  <a:pt x="113" y="90"/>
                  <a:pt x="118" y="91"/>
                </a:cubicBezTo>
                <a:cubicBezTo>
                  <a:pt x="121" y="91"/>
                  <a:pt x="124" y="91"/>
                  <a:pt x="127" y="92"/>
                </a:cubicBezTo>
                <a:cubicBezTo>
                  <a:pt x="137" y="93"/>
                  <a:pt x="146" y="92"/>
                  <a:pt x="155" y="86"/>
                </a:cubicBezTo>
                <a:cubicBezTo>
                  <a:pt x="158" y="83"/>
                  <a:pt x="163" y="82"/>
                  <a:pt x="167" y="81"/>
                </a:cubicBezTo>
                <a:cubicBezTo>
                  <a:pt x="174" y="79"/>
                  <a:pt x="180" y="76"/>
                  <a:pt x="184" y="70"/>
                </a:cubicBezTo>
                <a:cubicBezTo>
                  <a:pt x="193" y="60"/>
                  <a:pt x="200" y="49"/>
                  <a:pt x="203" y="36"/>
                </a:cubicBezTo>
                <a:cubicBezTo>
                  <a:pt x="204" y="30"/>
                  <a:pt x="205" y="23"/>
                  <a:pt x="205" y="17"/>
                </a:cubicBezTo>
                <a:cubicBezTo>
                  <a:pt x="204" y="15"/>
                  <a:pt x="204" y="13"/>
                  <a:pt x="204" y="10"/>
                </a:cubicBezTo>
                <a:cubicBezTo>
                  <a:pt x="204" y="7"/>
                  <a:pt x="204" y="4"/>
                  <a:pt x="207" y="2"/>
                </a:cubicBezTo>
                <a:cubicBezTo>
                  <a:pt x="211" y="0"/>
                  <a:pt x="213" y="2"/>
                  <a:pt x="216" y="3"/>
                </a:cubicBezTo>
                <a:cubicBezTo>
                  <a:pt x="230" y="11"/>
                  <a:pt x="236" y="28"/>
                  <a:pt x="230" y="43"/>
                </a:cubicBezTo>
                <a:cubicBezTo>
                  <a:pt x="229" y="48"/>
                  <a:pt x="226" y="52"/>
                  <a:pt x="224" y="56"/>
                </a:cubicBezTo>
                <a:cubicBezTo>
                  <a:pt x="219" y="64"/>
                  <a:pt x="214" y="72"/>
                  <a:pt x="209" y="80"/>
                </a:cubicBezTo>
                <a:cubicBezTo>
                  <a:pt x="207" y="83"/>
                  <a:pt x="206" y="87"/>
                  <a:pt x="205" y="91"/>
                </a:cubicBezTo>
                <a:cubicBezTo>
                  <a:pt x="204" y="93"/>
                  <a:pt x="203" y="95"/>
                  <a:pt x="203" y="98"/>
                </a:cubicBezTo>
                <a:cubicBezTo>
                  <a:pt x="203" y="102"/>
                  <a:pt x="205" y="104"/>
                  <a:pt x="208" y="105"/>
                </a:cubicBezTo>
                <a:cubicBezTo>
                  <a:pt x="213" y="106"/>
                  <a:pt x="217" y="105"/>
                  <a:pt x="221" y="104"/>
                </a:cubicBezTo>
                <a:cubicBezTo>
                  <a:pt x="236" y="97"/>
                  <a:pt x="251" y="91"/>
                  <a:pt x="267" y="87"/>
                </a:cubicBezTo>
                <a:cubicBezTo>
                  <a:pt x="274" y="85"/>
                  <a:pt x="280" y="84"/>
                  <a:pt x="287" y="82"/>
                </a:cubicBezTo>
                <a:cubicBezTo>
                  <a:pt x="290" y="82"/>
                  <a:pt x="294" y="82"/>
                  <a:pt x="297" y="85"/>
                </a:cubicBezTo>
                <a:cubicBezTo>
                  <a:pt x="299" y="86"/>
                  <a:pt x="301" y="86"/>
                  <a:pt x="304" y="86"/>
                </a:cubicBezTo>
                <a:cubicBezTo>
                  <a:pt x="305" y="87"/>
                  <a:pt x="307" y="86"/>
                  <a:pt x="309" y="86"/>
                </a:cubicBezTo>
                <a:cubicBezTo>
                  <a:pt x="317" y="86"/>
                  <a:pt x="323" y="89"/>
                  <a:pt x="325" y="97"/>
                </a:cubicBezTo>
                <a:cubicBezTo>
                  <a:pt x="325" y="99"/>
                  <a:pt x="325" y="101"/>
                  <a:pt x="325" y="104"/>
                </a:cubicBezTo>
                <a:close/>
                <a:moveTo>
                  <a:pt x="206" y="122"/>
                </a:moveTo>
                <a:cubicBezTo>
                  <a:pt x="203" y="122"/>
                  <a:pt x="200" y="123"/>
                  <a:pt x="198" y="126"/>
                </a:cubicBezTo>
                <a:cubicBezTo>
                  <a:pt x="189" y="138"/>
                  <a:pt x="179" y="150"/>
                  <a:pt x="169" y="162"/>
                </a:cubicBezTo>
                <a:cubicBezTo>
                  <a:pt x="166" y="166"/>
                  <a:pt x="164" y="170"/>
                  <a:pt x="164" y="175"/>
                </a:cubicBezTo>
                <a:cubicBezTo>
                  <a:pt x="162" y="184"/>
                  <a:pt x="165" y="188"/>
                  <a:pt x="173" y="193"/>
                </a:cubicBezTo>
                <a:cubicBezTo>
                  <a:pt x="176" y="195"/>
                  <a:pt x="179" y="194"/>
                  <a:pt x="181" y="191"/>
                </a:cubicBezTo>
                <a:cubicBezTo>
                  <a:pt x="183" y="188"/>
                  <a:pt x="183" y="186"/>
                  <a:pt x="184" y="183"/>
                </a:cubicBezTo>
                <a:cubicBezTo>
                  <a:pt x="185" y="180"/>
                  <a:pt x="185" y="176"/>
                  <a:pt x="186" y="173"/>
                </a:cubicBezTo>
                <a:cubicBezTo>
                  <a:pt x="187" y="171"/>
                  <a:pt x="188" y="168"/>
                  <a:pt x="190" y="167"/>
                </a:cubicBezTo>
                <a:cubicBezTo>
                  <a:pt x="194" y="164"/>
                  <a:pt x="197" y="165"/>
                  <a:pt x="199" y="170"/>
                </a:cubicBezTo>
                <a:cubicBezTo>
                  <a:pt x="199" y="171"/>
                  <a:pt x="199" y="171"/>
                  <a:pt x="199" y="172"/>
                </a:cubicBezTo>
                <a:cubicBezTo>
                  <a:pt x="202" y="183"/>
                  <a:pt x="205" y="193"/>
                  <a:pt x="206" y="204"/>
                </a:cubicBezTo>
                <a:cubicBezTo>
                  <a:pt x="206" y="206"/>
                  <a:pt x="207" y="209"/>
                  <a:pt x="210" y="210"/>
                </a:cubicBezTo>
                <a:cubicBezTo>
                  <a:pt x="214" y="210"/>
                  <a:pt x="215" y="208"/>
                  <a:pt x="217" y="206"/>
                </a:cubicBezTo>
                <a:cubicBezTo>
                  <a:pt x="217" y="205"/>
                  <a:pt x="217" y="205"/>
                  <a:pt x="218" y="204"/>
                </a:cubicBezTo>
                <a:cubicBezTo>
                  <a:pt x="221" y="199"/>
                  <a:pt x="225" y="193"/>
                  <a:pt x="229" y="188"/>
                </a:cubicBezTo>
                <a:cubicBezTo>
                  <a:pt x="237" y="177"/>
                  <a:pt x="246" y="167"/>
                  <a:pt x="255" y="157"/>
                </a:cubicBezTo>
                <a:cubicBezTo>
                  <a:pt x="259" y="152"/>
                  <a:pt x="261" y="147"/>
                  <a:pt x="261" y="141"/>
                </a:cubicBezTo>
                <a:cubicBezTo>
                  <a:pt x="261" y="137"/>
                  <a:pt x="259" y="135"/>
                  <a:pt x="255" y="134"/>
                </a:cubicBezTo>
                <a:cubicBezTo>
                  <a:pt x="253" y="134"/>
                  <a:pt x="251" y="134"/>
                  <a:pt x="250" y="134"/>
                </a:cubicBezTo>
                <a:cubicBezTo>
                  <a:pt x="240" y="131"/>
                  <a:pt x="231" y="129"/>
                  <a:pt x="221" y="126"/>
                </a:cubicBezTo>
                <a:cubicBezTo>
                  <a:pt x="216" y="125"/>
                  <a:pt x="211" y="123"/>
                  <a:pt x="206" y="1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7" name="Freeform 10">
            <a:extLst xmlns:a="http://schemas.openxmlformats.org/drawingml/2006/main">
              <a:ext uri="{FF2B5EF4-FFF2-40B4-BE49-F238E27FC236}">
                <a16:creationId xmlns:a16="http://schemas.microsoft.com/office/drawing/2014/main" id="{2D682C76-EE9E-436C-BE0C-C7D847625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8190" y="398363"/>
            <a:ext cx="193882" cy="208139"/>
          </a:xfrm>
          <a:custGeom xmlns:a="http://schemas.openxmlformats.org/drawingml/2006/main">
            <a:gdLst>
              <a:gd name="T0" fmla="*/ 83 w 383"/>
              <a:gd name="T1" fmla="*/ 410 h 411"/>
              <a:gd name="T2" fmla="*/ 111 w 383"/>
              <a:gd name="T3" fmla="*/ 380 h 411"/>
              <a:gd name="T4" fmla="*/ 136 w 383"/>
              <a:gd name="T5" fmla="*/ 371 h 411"/>
              <a:gd name="T6" fmla="*/ 198 w 383"/>
              <a:gd name="T7" fmla="*/ 294 h 411"/>
              <a:gd name="T8" fmla="*/ 201 w 383"/>
              <a:gd name="T9" fmla="*/ 280 h 411"/>
              <a:gd name="T10" fmla="*/ 197 w 383"/>
              <a:gd name="T11" fmla="*/ 274 h 411"/>
              <a:gd name="T12" fmla="*/ 166 w 383"/>
              <a:gd name="T13" fmla="*/ 283 h 411"/>
              <a:gd name="T14" fmla="*/ 144 w 383"/>
              <a:gd name="T15" fmla="*/ 291 h 411"/>
              <a:gd name="T16" fmla="*/ 123 w 383"/>
              <a:gd name="T17" fmla="*/ 305 h 411"/>
              <a:gd name="T18" fmla="*/ 62 w 383"/>
              <a:gd name="T19" fmla="*/ 344 h 411"/>
              <a:gd name="T20" fmla="*/ 34 w 383"/>
              <a:gd name="T21" fmla="*/ 353 h 411"/>
              <a:gd name="T22" fmla="*/ 9 w 383"/>
              <a:gd name="T23" fmla="*/ 344 h 411"/>
              <a:gd name="T24" fmla="*/ 1 w 383"/>
              <a:gd name="T25" fmla="*/ 322 h 411"/>
              <a:gd name="T26" fmla="*/ 0 w 383"/>
              <a:gd name="T27" fmla="*/ 288 h 411"/>
              <a:gd name="T28" fmla="*/ 1 w 383"/>
              <a:gd name="T29" fmla="*/ 283 h 411"/>
              <a:gd name="T30" fmla="*/ 6 w 383"/>
              <a:gd name="T31" fmla="*/ 282 h 411"/>
              <a:gd name="T32" fmla="*/ 8 w 383"/>
              <a:gd name="T33" fmla="*/ 285 h 411"/>
              <a:gd name="T34" fmla="*/ 10 w 383"/>
              <a:gd name="T35" fmla="*/ 290 h 411"/>
              <a:gd name="T36" fmla="*/ 32 w 383"/>
              <a:gd name="T37" fmla="*/ 298 h 411"/>
              <a:gd name="T38" fmla="*/ 46 w 383"/>
              <a:gd name="T39" fmla="*/ 293 h 411"/>
              <a:gd name="T40" fmla="*/ 53 w 383"/>
              <a:gd name="T41" fmla="*/ 291 h 411"/>
              <a:gd name="T42" fmla="*/ 65 w 383"/>
              <a:gd name="T43" fmla="*/ 288 h 411"/>
              <a:gd name="T44" fmla="*/ 100 w 383"/>
              <a:gd name="T45" fmla="*/ 268 h 411"/>
              <a:gd name="T46" fmla="*/ 156 w 383"/>
              <a:gd name="T47" fmla="*/ 244 h 411"/>
              <a:gd name="T48" fmla="*/ 197 w 383"/>
              <a:gd name="T49" fmla="*/ 229 h 411"/>
              <a:gd name="T50" fmla="*/ 203 w 383"/>
              <a:gd name="T51" fmla="*/ 226 h 411"/>
              <a:gd name="T52" fmla="*/ 219 w 383"/>
              <a:gd name="T53" fmla="*/ 204 h 411"/>
              <a:gd name="T54" fmla="*/ 222 w 383"/>
              <a:gd name="T55" fmla="*/ 124 h 411"/>
              <a:gd name="T56" fmla="*/ 210 w 383"/>
              <a:gd name="T57" fmla="*/ 69 h 411"/>
              <a:gd name="T58" fmla="*/ 197 w 383"/>
              <a:gd name="T59" fmla="*/ 36 h 411"/>
              <a:gd name="T60" fmla="*/ 194 w 383"/>
              <a:gd name="T61" fmla="*/ 10 h 411"/>
              <a:gd name="T62" fmla="*/ 205 w 383"/>
              <a:gd name="T63" fmla="*/ 2 h 411"/>
              <a:gd name="T64" fmla="*/ 230 w 383"/>
              <a:gd name="T65" fmla="*/ 7 h 411"/>
              <a:gd name="T66" fmla="*/ 237 w 383"/>
              <a:gd name="T67" fmla="*/ 10 h 411"/>
              <a:gd name="T68" fmla="*/ 248 w 383"/>
              <a:gd name="T69" fmla="*/ 19 h 411"/>
              <a:gd name="T70" fmla="*/ 265 w 383"/>
              <a:gd name="T71" fmla="*/ 29 h 411"/>
              <a:gd name="T72" fmla="*/ 280 w 383"/>
              <a:gd name="T73" fmla="*/ 49 h 411"/>
              <a:gd name="T74" fmla="*/ 278 w 383"/>
              <a:gd name="T75" fmla="*/ 66 h 411"/>
              <a:gd name="T76" fmla="*/ 273 w 383"/>
              <a:gd name="T77" fmla="*/ 72 h 411"/>
              <a:gd name="T78" fmla="*/ 270 w 383"/>
              <a:gd name="T79" fmla="*/ 77 h 411"/>
              <a:gd name="T80" fmla="*/ 271 w 383"/>
              <a:gd name="T81" fmla="*/ 158 h 411"/>
              <a:gd name="T82" fmla="*/ 273 w 383"/>
              <a:gd name="T83" fmla="*/ 179 h 411"/>
              <a:gd name="T84" fmla="*/ 278 w 383"/>
              <a:gd name="T85" fmla="*/ 182 h 411"/>
              <a:gd name="T86" fmla="*/ 313 w 383"/>
              <a:gd name="T87" fmla="*/ 160 h 411"/>
              <a:gd name="T88" fmla="*/ 325 w 383"/>
              <a:gd name="T89" fmla="*/ 144 h 411"/>
              <a:gd name="T90" fmla="*/ 341 w 383"/>
              <a:gd name="T91" fmla="*/ 128 h 411"/>
              <a:gd name="T92" fmla="*/ 369 w 383"/>
              <a:gd name="T93" fmla="*/ 122 h 411"/>
              <a:gd name="T94" fmla="*/ 380 w 383"/>
              <a:gd name="T95" fmla="*/ 141 h 411"/>
              <a:gd name="T96" fmla="*/ 372 w 383"/>
              <a:gd name="T97" fmla="*/ 154 h 411"/>
              <a:gd name="T98" fmla="*/ 355 w 383"/>
              <a:gd name="T99" fmla="*/ 169 h 411"/>
              <a:gd name="T100" fmla="*/ 314 w 383"/>
              <a:gd name="T101" fmla="*/ 199 h 411"/>
              <a:gd name="T102" fmla="*/ 275 w 383"/>
              <a:gd name="T103" fmla="*/ 229 h 411"/>
              <a:gd name="T104" fmla="*/ 271 w 383"/>
              <a:gd name="T105" fmla="*/ 238 h 411"/>
              <a:gd name="T106" fmla="*/ 254 w 383"/>
              <a:gd name="T107" fmla="*/ 310 h 411"/>
              <a:gd name="T108" fmla="*/ 250 w 383"/>
              <a:gd name="T109" fmla="*/ 320 h 411"/>
              <a:gd name="T110" fmla="*/ 247 w 383"/>
              <a:gd name="T111" fmla="*/ 325 h 411"/>
              <a:gd name="T112" fmla="*/ 173 w 383"/>
              <a:gd name="T113" fmla="*/ 386 h 411"/>
              <a:gd name="T114" fmla="*/ 95 w 383"/>
              <a:gd name="T115" fmla="*/ 410 h 411"/>
              <a:gd name="T116" fmla="*/ 88 w 383"/>
              <a:gd name="T117" fmla="*/ 411 h 411"/>
              <a:gd name="T118" fmla="*/ 83 w 383"/>
              <a:gd name="T119" fmla="*/ 410 h 411"/>
            </a:gdLst>
            <a:rect l="0" t="0" r="r" b="b"/>
            <a:pathLst>
              <a:path w="383" h="411">
                <a:moveTo>
                  <a:pt x="83" y="410"/>
                </a:moveTo>
                <a:cubicBezTo>
                  <a:pt x="89" y="396"/>
                  <a:pt x="96" y="385"/>
                  <a:pt x="111" y="380"/>
                </a:cubicBezTo>
                <a:cubicBezTo>
                  <a:pt x="120" y="378"/>
                  <a:pt x="128" y="375"/>
                  <a:pt x="136" y="371"/>
                </a:cubicBezTo>
                <a:cubicBezTo>
                  <a:pt x="168" y="355"/>
                  <a:pt x="188" y="328"/>
                  <a:pt x="198" y="294"/>
                </a:cubicBezTo>
                <a:cubicBezTo>
                  <a:pt x="199" y="289"/>
                  <a:pt x="200" y="284"/>
                  <a:pt x="201" y="280"/>
                </a:cubicBezTo>
                <a:cubicBezTo>
                  <a:pt x="202" y="275"/>
                  <a:pt x="201" y="274"/>
                  <a:pt x="197" y="274"/>
                </a:cubicBezTo>
                <a:cubicBezTo>
                  <a:pt x="186" y="275"/>
                  <a:pt x="176" y="278"/>
                  <a:pt x="166" y="283"/>
                </a:cubicBezTo>
                <a:cubicBezTo>
                  <a:pt x="159" y="286"/>
                  <a:pt x="152" y="289"/>
                  <a:pt x="144" y="291"/>
                </a:cubicBezTo>
                <a:cubicBezTo>
                  <a:pt x="136" y="294"/>
                  <a:pt x="130" y="300"/>
                  <a:pt x="123" y="305"/>
                </a:cubicBezTo>
                <a:cubicBezTo>
                  <a:pt x="105" y="321"/>
                  <a:pt x="84" y="334"/>
                  <a:pt x="62" y="344"/>
                </a:cubicBezTo>
                <a:cubicBezTo>
                  <a:pt x="53" y="348"/>
                  <a:pt x="43" y="351"/>
                  <a:pt x="34" y="353"/>
                </a:cubicBezTo>
                <a:cubicBezTo>
                  <a:pt x="24" y="356"/>
                  <a:pt x="15" y="352"/>
                  <a:pt x="9" y="344"/>
                </a:cubicBezTo>
                <a:cubicBezTo>
                  <a:pt x="4" y="338"/>
                  <a:pt x="1" y="330"/>
                  <a:pt x="1" y="322"/>
                </a:cubicBezTo>
                <a:cubicBezTo>
                  <a:pt x="1" y="310"/>
                  <a:pt x="0" y="299"/>
                  <a:pt x="0" y="288"/>
                </a:cubicBezTo>
                <a:cubicBezTo>
                  <a:pt x="0" y="286"/>
                  <a:pt x="0" y="284"/>
                  <a:pt x="1" y="283"/>
                </a:cubicBezTo>
                <a:cubicBezTo>
                  <a:pt x="1" y="280"/>
                  <a:pt x="4" y="279"/>
                  <a:pt x="6" y="282"/>
                </a:cubicBezTo>
                <a:cubicBezTo>
                  <a:pt x="7" y="283"/>
                  <a:pt x="7" y="284"/>
                  <a:pt x="8" y="285"/>
                </a:cubicBezTo>
                <a:cubicBezTo>
                  <a:pt x="9" y="286"/>
                  <a:pt x="9" y="288"/>
                  <a:pt x="10" y="290"/>
                </a:cubicBezTo>
                <a:cubicBezTo>
                  <a:pt x="16" y="297"/>
                  <a:pt x="23" y="301"/>
                  <a:pt x="32" y="298"/>
                </a:cubicBezTo>
                <a:cubicBezTo>
                  <a:pt x="37" y="297"/>
                  <a:pt x="41" y="295"/>
                  <a:pt x="46" y="293"/>
                </a:cubicBezTo>
                <a:cubicBezTo>
                  <a:pt x="48" y="292"/>
                  <a:pt x="51" y="291"/>
                  <a:pt x="53" y="291"/>
                </a:cubicBezTo>
                <a:cubicBezTo>
                  <a:pt x="58" y="292"/>
                  <a:pt x="61" y="290"/>
                  <a:pt x="65" y="288"/>
                </a:cubicBezTo>
                <a:cubicBezTo>
                  <a:pt x="77" y="282"/>
                  <a:pt x="89" y="275"/>
                  <a:pt x="100" y="268"/>
                </a:cubicBezTo>
                <a:cubicBezTo>
                  <a:pt x="118" y="258"/>
                  <a:pt x="137" y="251"/>
                  <a:pt x="156" y="244"/>
                </a:cubicBezTo>
                <a:cubicBezTo>
                  <a:pt x="169" y="239"/>
                  <a:pt x="183" y="234"/>
                  <a:pt x="197" y="229"/>
                </a:cubicBezTo>
                <a:cubicBezTo>
                  <a:pt x="199" y="228"/>
                  <a:pt x="201" y="227"/>
                  <a:pt x="203" y="226"/>
                </a:cubicBezTo>
                <a:cubicBezTo>
                  <a:pt x="212" y="222"/>
                  <a:pt x="218" y="215"/>
                  <a:pt x="219" y="204"/>
                </a:cubicBezTo>
                <a:cubicBezTo>
                  <a:pt x="221" y="178"/>
                  <a:pt x="223" y="151"/>
                  <a:pt x="222" y="124"/>
                </a:cubicBezTo>
                <a:cubicBezTo>
                  <a:pt x="221" y="105"/>
                  <a:pt x="218" y="87"/>
                  <a:pt x="210" y="69"/>
                </a:cubicBezTo>
                <a:cubicBezTo>
                  <a:pt x="205" y="58"/>
                  <a:pt x="201" y="47"/>
                  <a:pt x="197" y="36"/>
                </a:cubicBezTo>
                <a:cubicBezTo>
                  <a:pt x="194" y="28"/>
                  <a:pt x="193" y="19"/>
                  <a:pt x="194" y="10"/>
                </a:cubicBezTo>
                <a:cubicBezTo>
                  <a:pt x="194" y="4"/>
                  <a:pt x="199" y="0"/>
                  <a:pt x="205" y="2"/>
                </a:cubicBezTo>
                <a:cubicBezTo>
                  <a:pt x="213" y="4"/>
                  <a:pt x="222" y="5"/>
                  <a:pt x="230" y="7"/>
                </a:cubicBezTo>
                <a:cubicBezTo>
                  <a:pt x="233" y="7"/>
                  <a:pt x="235" y="9"/>
                  <a:pt x="237" y="10"/>
                </a:cubicBezTo>
                <a:cubicBezTo>
                  <a:pt x="241" y="13"/>
                  <a:pt x="244" y="16"/>
                  <a:pt x="248" y="19"/>
                </a:cubicBezTo>
                <a:cubicBezTo>
                  <a:pt x="253" y="23"/>
                  <a:pt x="259" y="26"/>
                  <a:pt x="265" y="29"/>
                </a:cubicBezTo>
                <a:cubicBezTo>
                  <a:pt x="274" y="33"/>
                  <a:pt x="279" y="40"/>
                  <a:pt x="280" y="49"/>
                </a:cubicBezTo>
                <a:cubicBezTo>
                  <a:pt x="280" y="55"/>
                  <a:pt x="280" y="60"/>
                  <a:pt x="278" y="66"/>
                </a:cubicBezTo>
                <a:cubicBezTo>
                  <a:pt x="277" y="68"/>
                  <a:pt x="275" y="70"/>
                  <a:pt x="273" y="72"/>
                </a:cubicBezTo>
                <a:cubicBezTo>
                  <a:pt x="271" y="74"/>
                  <a:pt x="270" y="75"/>
                  <a:pt x="270" y="77"/>
                </a:cubicBezTo>
                <a:cubicBezTo>
                  <a:pt x="271" y="104"/>
                  <a:pt x="271" y="131"/>
                  <a:pt x="271" y="158"/>
                </a:cubicBezTo>
                <a:cubicBezTo>
                  <a:pt x="272" y="165"/>
                  <a:pt x="272" y="172"/>
                  <a:pt x="273" y="179"/>
                </a:cubicBezTo>
                <a:cubicBezTo>
                  <a:pt x="274" y="183"/>
                  <a:pt x="275" y="184"/>
                  <a:pt x="278" y="182"/>
                </a:cubicBezTo>
                <a:cubicBezTo>
                  <a:pt x="291" y="176"/>
                  <a:pt x="303" y="170"/>
                  <a:pt x="313" y="160"/>
                </a:cubicBezTo>
                <a:cubicBezTo>
                  <a:pt x="317" y="155"/>
                  <a:pt x="321" y="150"/>
                  <a:pt x="325" y="144"/>
                </a:cubicBezTo>
                <a:cubicBezTo>
                  <a:pt x="330" y="138"/>
                  <a:pt x="335" y="132"/>
                  <a:pt x="341" y="128"/>
                </a:cubicBezTo>
                <a:cubicBezTo>
                  <a:pt x="350" y="122"/>
                  <a:pt x="359" y="120"/>
                  <a:pt x="369" y="122"/>
                </a:cubicBezTo>
                <a:cubicBezTo>
                  <a:pt x="379" y="124"/>
                  <a:pt x="383" y="131"/>
                  <a:pt x="380" y="141"/>
                </a:cubicBezTo>
                <a:cubicBezTo>
                  <a:pt x="379" y="146"/>
                  <a:pt x="376" y="151"/>
                  <a:pt x="372" y="154"/>
                </a:cubicBezTo>
                <a:cubicBezTo>
                  <a:pt x="367" y="160"/>
                  <a:pt x="361" y="165"/>
                  <a:pt x="355" y="169"/>
                </a:cubicBezTo>
                <a:cubicBezTo>
                  <a:pt x="341" y="178"/>
                  <a:pt x="328" y="189"/>
                  <a:pt x="314" y="199"/>
                </a:cubicBezTo>
                <a:cubicBezTo>
                  <a:pt x="301" y="209"/>
                  <a:pt x="289" y="219"/>
                  <a:pt x="275" y="229"/>
                </a:cubicBezTo>
                <a:cubicBezTo>
                  <a:pt x="272" y="232"/>
                  <a:pt x="271" y="234"/>
                  <a:pt x="271" y="238"/>
                </a:cubicBezTo>
                <a:cubicBezTo>
                  <a:pt x="267" y="263"/>
                  <a:pt x="262" y="287"/>
                  <a:pt x="254" y="310"/>
                </a:cubicBezTo>
                <a:cubicBezTo>
                  <a:pt x="253" y="314"/>
                  <a:pt x="251" y="317"/>
                  <a:pt x="250" y="320"/>
                </a:cubicBezTo>
                <a:cubicBezTo>
                  <a:pt x="249" y="322"/>
                  <a:pt x="249" y="324"/>
                  <a:pt x="247" y="325"/>
                </a:cubicBezTo>
                <a:cubicBezTo>
                  <a:pt x="226" y="349"/>
                  <a:pt x="202" y="371"/>
                  <a:pt x="173" y="386"/>
                </a:cubicBezTo>
                <a:cubicBezTo>
                  <a:pt x="149" y="400"/>
                  <a:pt x="123" y="408"/>
                  <a:pt x="95" y="410"/>
                </a:cubicBezTo>
                <a:cubicBezTo>
                  <a:pt x="93" y="410"/>
                  <a:pt x="90" y="411"/>
                  <a:pt x="88" y="411"/>
                </a:cubicBezTo>
                <a:cubicBezTo>
                  <a:pt x="87" y="411"/>
                  <a:pt x="85" y="411"/>
                  <a:pt x="83" y="4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8" name="Freeform 11">
            <a:extLst xmlns:a="http://schemas.openxmlformats.org/drawingml/2006/main">
              <a:ext uri="{FF2B5EF4-FFF2-40B4-BE49-F238E27FC236}">
                <a16:creationId xmlns:a16="http://schemas.microsoft.com/office/drawing/2014/main" id="{3FE8C0FC-8F42-48BC-AF58-BB77739FC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4135" y="400644"/>
            <a:ext cx="98081" cy="227527"/>
          </a:xfrm>
          <a:custGeom xmlns:a="http://schemas.openxmlformats.org/drawingml/2006/main">
            <a:gdLst>
              <a:gd name="T0" fmla="*/ 127 w 193"/>
              <a:gd name="T1" fmla="*/ 371 h 449"/>
              <a:gd name="T2" fmla="*/ 63 w 193"/>
              <a:gd name="T3" fmla="*/ 417 h 449"/>
              <a:gd name="T4" fmla="*/ 47 w 193"/>
              <a:gd name="T5" fmla="*/ 433 h 449"/>
              <a:gd name="T6" fmla="*/ 7 w 193"/>
              <a:gd name="T7" fmla="*/ 434 h 449"/>
              <a:gd name="T8" fmla="*/ 1 w 193"/>
              <a:gd name="T9" fmla="*/ 383 h 449"/>
              <a:gd name="T10" fmla="*/ 33 w 193"/>
              <a:gd name="T11" fmla="*/ 331 h 449"/>
              <a:gd name="T12" fmla="*/ 49 w 193"/>
              <a:gd name="T13" fmla="*/ 286 h 449"/>
              <a:gd name="T14" fmla="*/ 50 w 193"/>
              <a:gd name="T15" fmla="*/ 233 h 449"/>
              <a:gd name="T16" fmla="*/ 38 w 193"/>
              <a:gd name="T17" fmla="*/ 207 h 449"/>
              <a:gd name="T18" fmla="*/ 54 w 193"/>
              <a:gd name="T19" fmla="*/ 201 h 449"/>
              <a:gd name="T20" fmla="*/ 75 w 193"/>
              <a:gd name="T21" fmla="*/ 209 h 449"/>
              <a:gd name="T22" fmla="*/ 107 w 193"/>
              <a:gd name="T23" fmla="*/ 223 h 449"/>
              <a:gd name="T24" fmla="*/ 126 w 193"/>
              <a:gd name="T25" fmla="*/ 233 h 449"/>
              <a:gd name="T26" fmla="*/ 133 w 193"/>
              <a:gd name="T27" fmla="*/ 231 h 449"/>
              <a:gd name="T28" fmla="*/ 135 w 193"/>
              <a:gd name="T29" fmla="*/ 200 h 449"/>
              <a:gd name="T30" fmla="*/ 133 w 193"/>
              <a:gd name="T31" fmla="*/ 99 h 449"/>
              <a:gd name="T32" fmla="*/ 105 w 193"/>
              <a:gd name="T33" fmla="*/ 55 h 449"/>
              <a:gd name="T34" fmla="*/ 77 w 193"/>
              <a:gd name="T35" fmla="*/ 9 h 449"/>
              <a:gd name="T36" fmla="*/ 95 w 193"/>
              <a:gd name="T37" fmla="*/ 6 h 449"/>
              <a:gd name="T38" fmla="*/ 165 w 193"/>
              <a:gd name="T39" fmla="*/ 52 h 449"/>
              <a:gd name="T40" fmla="*/ 189 w 193"/>
              <a:gd name="T41" fmla="*/ 83 h 449"/>
              <a:gd name="T42" fmla="*/ 189 w 193"/>
              <a:gd name="T43" fmla="*/ 292 h 449"/>
              <a:gd name="T44" fmla="*/ 165 w 193"/>
              <a:gd name="T45" fmla="*/ 409 h 449"/>
              <a:gd name="T46" fmla="*/ 145 w 193"/>
              <a:gd name="T47" fmla="*/ 428 h 449"/>
              <a:gd name="T48" fmla="*/ 134 w 193"/>
              <a:gd name="T49" fmla="*/ 415 h 449"/>
              <a:gd name="T50" fmla="*/ 131 w 193"/>
              <a:gd name="T51" fmla="*/ 367 h 449"/>
              <a:gd name="T52" fmla="*/ 124 w 193"/>
              <a:gd name="T53" fmla="*/ 264 h 449"/>
              <a:gd name="T54" fmla="*/ 102 w 193"/>
              <a:gd name="T55" fmla="*/ 280 h 449"/>
              <a:gd name="T56" fmla="*/ 81 w 193"/>
              <a:gd name="T57" fmla="*/ 296 h 449"/>
              <a:gd name="T58" fmla="*/ 59 w 193"/>
              <a:gd name="T59" fmla="*/ 331 h 449"/>
              <a:gd name="T60" fmla="*/ 31 w 193"/>
              <a:gd name="T61" fmla="*/ 373 h 449"/>
              <a:gd name="T62" fmla="*/ 46 w 193"/>
              <a:gd name="T63" fmla="*/ 382 h 449"/>
              <a:gd name="T64" fmla="*/ 78 w 193"/>
              <a:gd name="T65" fmla="*/ 363 h 449"/>
              <a:gd name="T66" fmla="*/ 114 w 193"/>
              <a:gd name="T67" fmla="*/ 346 h 449"/>
              <a:gd name="T68" fmla="*/ 133 w 193"/>
              <a:gd name="T69" fmla="*/ 325 h 449"/>
              <a:gd name="T70" fmla="*/ 132 w 193"/>
              <a:gd name="T71" fmla="*/ 255 h 449"/>
            </a:gdLst>
            <a:rect l="0" t="0" r="r" b="b"/>
            <a:pathLst>
              <a:path w="193" h="449">
                <a:moveTo>
                  <a:pt x="131" y="367"/>
                </a:moveTo>
                <a:cubicBezTo>
                  <a:pt x="129" y="369"/>
                  <a:pt x="128" y="370"/>
                  <a:pt x="127" y="371"/>
                </a:cubicBezTo>
                <a:cubicBezTo>
                  <a:pt x="112" y="385"/>
                  <a:pt x="97" y="397"/>
                  <a:pt x="80" y="408"/>
                </a:cubicBezTo>
                <a:cubicBezTo>
                  <a:pt x="74" y="411"/>
                  <a:pt x="69" y="414"/>
                  <a:pt x="63" y="417"/>
                </a:cubicBezTo>
                <a:cubicBezTo>
                  <a:pt x="61" y="419"/>
                  <a:pt x="59" y="420"/>
                  <a:pt x="57" y="422"/>
                </a:cubicBezTo>
                <a:cubicBezTo>
                  <a:pt x="54" y="426"/>
                  <a:pt x="50" y="430"/>
                  <a:pt x="47" y="433"/>
                </a:cubicBezTo>
                <a:cubicBezTo>
                  <a:pt x="44" y="436"/>
                  <a:pt x="41" y="439"/>
                  <a:pt x="38" y="441"/>
                </a:cubicBezTo>
                <a:cubicBezTo>
                  <a:pt x="27" y="449"/>
                  <a:pt x="13" y="446"/>
                  <a:pt x="7" y="434"/>
                </a:cubicBezTo>
                <a:cubicBezTo>
                  <a:pt x="4" y="428"/>
                  <a:pt x="2" y="421"/>
                  <a:pt x="1" y="415"/>
                </a:cubicBezTo>
                <a:cubicBezTo>
                  <a:pt x="0" y="404"/>
                  <a:pt x="0" y="394"/>
                  <a:pt x="1" y="383"/>
                </a:cubicBezTo>
                <a:cubicBezTo>
                  <a:pt x="2" y="379"/>
                  <a:pt x="3" y="374"/>
                  <a:pt x="7" y="372"/>
                </a:cubicBezTo>
                <a:cubicBezTo>
                  <a:pt x="20" y="361"/>
                  <a:pt x="28" y="346"/>
                  <a:pt x="33" y="331"/>
                </a:cubicBezTo>
                <a:cubicBezTo>
                  <a:pt x="36" y="325"/>
                  <a:pt x="37" y="319"/>
                  <a:pt x="39" y="313"/>
                </a:cubicBezTo>
                <a:cubicBezTo>
                  <a:pt x="42" y="304"/>
                  <a:pt x="45" y="294"/>
                  <a:pt x="49" y="286"/>
                </a:cubicBezTo>
                <a:cubicBezTo>
                  <a:pt x="56" y="272"/>
                  <a:pt x="56" y="258"/>
                  <a:pt x="53" y="244"/>
                </a:cubicBezTo>
                <a:cubicBezTo>
                  <a:pt x="52" y="240"/>
                  <a:pt x="51" y="237"/>
                  <a:pt x="50" y="233"/>
                </a:cubicBezTo>
                <a:cubicBezTo>
                  <a:pt x="49" y="229"/>
                  <a:pt x="47" y="225"/>
                  <a:pt x="44" y="221"/>
                </a:cubicBezTo>
                <a:cubicBezTo>
                  <a:pt x="42" y="217"/>
                  <a:pt x="39" y="212"/>
                  <a:pt x="38" y="207"/>
                </a:cubicBezTo>
                <a:cubicBezTo>
                  <a:pt x="36" y="202"/>
                  <a:pt x="38" y="199"/>
                  <a:pt x="44" y="199"/>
                </a:cubicBezTo>
                <a:cubicBezTo>
                  <a:pt x="48" y="199"/>
                  <a:pt x="51" y="199"/>
                  <a:pt x="54" y="201"/>
                </a:cubicBezTo>
                <a:cubicBezTo>
                  <a:pt x="55" y="202"/>
                  <a:pt x="56" y="203"/>
                  <a:pt x="57" y="203"/>
                </a:cubicBezTo>
                <a:cubicBezTo>
                  <a:pt x="62" y="208"/>
                  <a:pt x="68" y="209"/>
                  <a:pt x="75" y="209"/>
                </a:cubicBezTo>
                <a:cubicBezTo>
                  <a:pt x="83" y="209"/>
                  <a:pt x="90" y="212"/>
                  <a:pt x="96" y="218"/>
                </a:cubicBezTo>
                <a:cubicBezTo>
                  <a:pt x="99" y="221"/>
                  <a:pt x="103" y="223"/>
                  <a:pt x="107" y="223"/>
                </a:cubicBezTo>
                <a:cubicBezTo>
                  <a:pt x="110" y="223"/>
                  <a:pt x="112" y="224"/>
                  <a:pt x="115" y="225"/>
                </a:cubicBezTo>
                <a:cubicBezTo>
                  <a:pt x="120" y="226"/>
                  <a:pt x="124" y="229"/>
                  <a:pt x="126" y="233"/>
                </a:cubicBezTo>
                <a:cubicBezTo>
                  <a:pt x="126" y="234"/>
                  <a:pt x="127" y="235"/>
                  <a:pt x="128" y="236"/>
                </a:cubicBezTo>
                <a:cubicBezTo>
                  <a:pt x="131" y="236"/>
                  <a:pt x="132" y="234"/>
                  <a:pt x="133" y="231"/>
                </a:cubicBezTo>
                <a:cubicBezTo>
                  <a:pt x="134" y="229"/>
                  <a:pt x="134" y="227"/>
                  <a:pt x="134" y="225"/>
                </a:cubicBezTo>
                <a:cubicBezTo>
                  <a:pt x="134" y="217"/>
                  <a:pt x="134" y="208"/>
                  <a:pt x="135" y="200"/>
                </a:cubicBezTo>
                <a:cubicBezTo>
                  <a:pt x="137" y="176"/>
                  <a:pt x="139" y="151"/>
                  <a:pt x="137" y="127"/>
                </a:cubicBezTo>
                <a:cubicBezTo>
                  <a:pt x="137" y="118"/>
                  <a:pt x="135" y="109"/>
                  <a:pt x="133" y="99"/>
                </a:cubicBezTo>
                <a:cubicBezTo>
                  <a:pt x="132" y="90"/>
                  <a:pt x="127" y="81"/>
                  <a:pt x="121" y="74"/>
                </a:cubicBezTo>
                <a:cubicBezTo>
                  <a:pt x="116" y="67"/>
                  <a:pt x="111" y="61"/>
                  <a:pt x="105" y="55"/>
                </a:cubicBezTo>
                <a:cubicBezTo>
                  <a:pt x="98" y="46"/>
                  <a:pt x="90" y="36"/>
                  <a:pt x="83" y="27"/>
                </a:cubicBezTo>
                <a:cubicBezTo>
                  <a:pt x="79" y="22"/>
                  <a:pt x="77" y="15"/>
                  <a:pt x="77" y="9"/>
                </a:cubicBezTo>
                <a:cubicBezTo>
                  <a:pt x="77" y="3"/>
                  <a:pt x="80" y="0"/>
                  <a:pt x="86" y="2"/>
                </a:cubicBezTo>
                <a:cubicBezTo>
                  <a:pt x="89" y="2"/>
                  <a:pt x="92" y="4"/>
                  <a:pt x="95" y="6"/>
                </a:cubicBezTo>
                <a:cubicBezTo>
                  <a:pt x="105" y="15"/>
                  <a:pt x="116" y="22"/>
                  <a:pt x="128" y="28"/>
                </a:cubicBezTo>
                <a:cubicBezTo>
                  <a:pt x="141" y="35"/>
                  <a:pt x="154" y="43"/>
                  <a:pt x="165" y="52"/>
                </a:cubicBezTo>
                <a:cubicBezTo>
                  <a:pt x="172" y="58"/>
                  <a:pt x="179" y="64"/>
                  <a:pt x="184" y="72"/>
                </a:cubicBezTo>
                <a:cubicBezTo>
                  <a:pt x="186" y="75"/>
                  <a:pt x="188" y="78"/>
                  <a:pt x="189" y="83"/>
                </a:cubicBezTo>
                <a:cubicBezTo>
                  <a:pt x="192" y="122"/>
                  <a:pt x="193" y="162"/>
                  <a:pt x="193" y="202"/>
                </a:cubicBezTo>
                <a:cubicBezTo>
                  <a:pt x="193" y="232"/>
                  <a:pt x="192" y="262"/>
                  <a:pt x="189" y="292"/>
                </a:cubicBezTo>
                <a:cubicBezTo>
                  <a:pt x="186" y="321"/>
                  <a:pt x="183" y="350"/>
                  <a:pt x="176" y="378"/>
                </a:cubicBezTo>
                <a:cubicBezTo>
                  <a:pt x="173" y="388"/>
                  <a:pt x="170" y="399"/>
                  <a:pt x="165" y="409"/>
                </a:cubicBezTo>
                <a:cubicBezTo>
                  <a:pt x="162" y="414"/>
                  <a:pt x="159" y="419"/>
                  <a:pt x="155" y="423"/>
                </a:cubicBezTo>
                <a:cubicBezTo>
                  <a:pt x="152" y="426"/>
                  <a:pt x="149" y="428"/>
                  <a:pt x="145" y="428"/>
                </a:cubicBezTo>
                <a:cubicBezTo>
                  <a:pt x="140" y="429"/>
                  <a:pt x="136" y="427"/>
                  <a:pt x="135" y="422"/>
                </a:cubicBezTo>
                <a:cubicBezTo>
                  <a:pt x="135" y="420"/>
                  <a:pt x="135" y="418"/>
                  <a:pt x="134" y="415"/>
                </a:cubicBezTo>
                <a:cubicBezTo>
                  <a:pt x="134" y="407"/>
                  <a:pt x="135" y="399"/>
                  <a:pt x="135" y="391"/>
                </a:cubicBezTo>
                <a:cubicBezTo>
                  <a:pt x="134" y="383"/>
                  <a:pt x="134" y="375"/>
                  <a:pt x="131" y="367"/>
                </a:cubicBezTo>
                <a:close/>
                <a:moveTo>
                  <a:pt x="132" y="255"/>
                </a:moveTo>
                <a:cubicBezTo>
                  <a:pt x="127" y="257"/>
                  <a:pt x="125" y="260"/>
                  <a:pt x="124" y="264"/>
                </a:cubicBezTo>
                <a:cubicBezTo>
                  <a:pt x="123" y="267"/>
                  <a:pt x="122" y="271"/>
                  <a:pt x="119" y="273"/>
                </a:cubicBezTo>
                <a:cubicBezTo>
                  <a:pt x="114" y="277"/>
                  <a:pt x="108" y="280"/>
                  <a:pt x="102" y="280"/>
                </a:cubicBezTo>
                <a:cubicBezTo>
                  <a:pt x="97" y="280"/>
                  <a:pt x="94" y="282"/>
                  <a:pt x="91" y="285"/>
                </a:cubicBezTo>
                <a:cubicBezTo>
                  <a:pt x="87" y="289"/>
                  <a:pt x="84" y="292"/>
                  <a:pt x="81" y="296"/>
                </a:cubicBezTo>
                <a:cubicBezTo>
                  <a:pt x="78" y="299"/>
                  <a:pt x="76" y="302"/>
                  <a:pt x="75" y="305"/>
                </a:cubicBezTo>
                <a:cubicBezTo>
                  <a:pt x="71" y="315"/>
                  <a:pt x="66" y="323"/>
                  <a:pt x="59" y="331"/>
                </a:cubicBezTo>
                <a:cubicBezTo>
                  <a:pt x="54" y="337"/>
                  <a:pt x="50" y="343"/>
                  <a:pt x="45" y="349"/>
                </a:cubicBezTo>
                <a:cubicBezTo>
                  <a:pt x="39" y="356"/>
                  <a:pt x="34" y="364"/>
                  <a:pt x="31" y="373"/>
                </a:cubicBezTo>
                <a:cubicBezTo>
                  <a:pt x="29" y="377"/>
                  <a:pt x="29" y="379"/>
                  <a:pt x="34" y="381"/>
                </a:cubicBezTo>
                <a:cubicBezTo>
                  <a:pt x="38" y="382"/>
                  <a:pt x="42" y="383"/>
                  <a:pt x="46" y="382"/>
                </a:cubicBezTo>
                <a:cubicBezTo>
                  <a:pt x="53" y="381"/>
                  <a:pt x="59" y="378"/>
                  <a:pt x="64" y="374"/>
                </a:cubicBezTo>
                <a:cubicBezTo>
                  <a:pt x="69" y="371"/>
                  <a:pt x="73" y="367"/>
                  <a:pt x="78" y="363"/>
                </a:cubicBezTo>
                <a:cubicBezTo>
                  <a:pt x="81" y="361"/>
                  <a:pt x="83" y="359"/>
                  <a:pt x="87" y="358"/>
                </a:cubicBezTo>
                <a:cubicBezTo>
                  <a:pt x="97" y="356"/>
                  <a:pt x="106" y="351"/>
                  <a:pt x="114" y="346"/>
                </a:cubicBezTo>
                <a:cubicBezTo>
                  <a:pt x="119" y="343"/>
                  <a:pt x="123" y="340"/>
                  <a:pt x="127" y="338"/>
                </a:cubicBezTo>
                <a:cubicBezTo>
                  <a:pt x="131" y="335"/>
                  <a:pt x="133" y="331"/>
                  <a:pt x="133" y="325"/>
                </a:cubicBezTo>
                <a:cubicBezTo>
                  <a:pt x="132" y="304"/>
                  <a:pt x="132" y="282"/>
                  <a:pt x="132" y="260"/>
                </a:cubicBezTo>
                <a:cubicBezTo>
                  <a:pt x="132" y="259"/>
                  <a:pt x="132" y="257"/>
                  <a:pt x="132" y="25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9" name="Freeform 12">
            <a:extLst xmlns:a="http://schemas.openxmlformats.org/drawingml/2006/main">
              <a:ext uri="{FF2B5EF4-FFF2-40B4-BE49-F238E27FC236}">
                <a16:creationId xmlns:a16="http://schemas.microsoft.com/office/drawing/2014/main" id="{2D31B09E-839B-4C1E-85FB-B965FAE3A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0994" y="431437"/>
            <a:ext cx="115759" cy="160238"/>
          </a:xfrm>
          <a:custGeom xmlns:a="http://schemas.openxmlformats.org/drawingml/2006/main">
            <a:gdLst>
              <a:gd name="T0" fmla="*/ 34 w 229"/>
              <a:gd name="T1" fmla="*/ 0 h 316"/>
              <a:gd name="T2" fmla="*/ 37 w 229"/>
              <a:gd name="T3" fmla="*/ 2 h 316"/>
              <a:gd name="T4" fmla="*/ 69 w 229"/>
              <a:gd name="T5" fmla="*/ 32 h 316"/>
              <a:gd name="T6" fmla="*/ 73 w 229"/>
              <a:gd name="T7" fmla="*/ 38 h 316"/>
              <a:gd name="T8" fmla="*/ 99 w 229"/>
              <a:gd name="T9" fmla="*/ 117 h 316"/>
              <a:gd name="T10" fmla="*/ 101 w 229"/>
              <a:gd name="T11" fmla="*/ 128 h 316"/>
              <a:gd name="T12" fmla="*/ 112 w 229"/>
              <a:gd name="T13" fmla="*/ 132 h 316"/>
              <a:gd name="T14" fmla="*/ 120 w 229"/>
              <a:gd name="T15" fmla="*/ 127 h 316"/>
              <a:gd name="T16" fmla="*/ 145 w 229"/>
              <a:gd name="T17" fmla="*/ 109 h 316"/>
              <a:gd name="T18" fmla="*/ 148 w 229"/>
              <a:gd name="T19" fmla="*/ 103 h 316"/>
              <a:gd name="T20" fmla="*/ 148 w 229"/>
              <a:gd name="T21" fmla="*/ 80 h 316"/>
              <a:gd name="T22" fmla="*/ 159 w 229"/>
              <a:gd name="T23" fmla="*/ 69 h 316"/>
              <a:gd name="T24" fmla="*/ 162 w 229"/>
              <a:gd name="T25" fmla="*/ 71 h 316"/>
              <a:gd name="T26" fmla="*/ 164 w 229"/>
              <a:gd name="T27" fmla="*/ 75 h 316"/>
              <a:gd name="T28" fmla="*/ 171 w 229"/>
              <a:gd name="T29" fmla="*/ 86 h 316"/>
              <a:gd name="T30" fmla="*/ 204 w 229"/>
              <a:gd name="T31" fmla="*/ 104 h 316"/>
              <a:gd name="T32" fmla="*/ 209 w 229"/>
              <a:gd name="T33" fmla="*/ 112 h 316"/>
              <a:gd name="T34" fmla="*/ 169 w 229"/>
              <a:gd name="T35" fmla="*/ 170 h 316"/>
              <a:gd name="T36" fmla="*/ 128 w 229"/>
              <a:gd name="T37" fmla="*/ 175 h 316"/>
              <a:gd name="T38" fmla="*/ 114 w 229"/>
              <a:gd name="T39" fmla="*/ 190 h 316"/>
              <a:gd name="T40" fmla="*/ 115 w 229"/>
              <a:gd name="T41" fmla="*/ 196 h 316"/>
              <a:gd name="T42" fmla="*/ 115 w 229"/>
              <a:gd name="T43" fmla="*/ 219 h 316"/>
              <a:gd name="T44" fmla="*/ 109 w 229"/>
              <a:gd name="T45" fmla="*/ 226 h 316"/>
              <a:gd name="T46" fmla="*/ 89 w 229"/>
              <a:gd name="T47" fmla="*/ 246 h 316"/>
              <a:gd name="T48" fmla="*/ 95 w 229"/>
              <a:gd name="T49" fmla="*/ 260 h 316"/>
              <a:gd name="T50" fmla="*/ 113 w 229"/>
              <a:gd name="T51" fmla="*/ 259 h 316"/>
              <a:gd name="T52" fmla="*/ 148 w 229"/>
              <a:gd name="T53" fmla="*/ 248 h 316"/>
              <a:gd name="T54" fmla="*/ 170 w 229"/>
              <a:gd name="T55" fmla="*/ 243 h 316"/>
              <a:gd name="T56" fmla="*/ 187 w 229"/>
              <a:gd name="T57" fmla="*/ 237 h 316"/>
              <a:gd name="T58" fmla="*/ 212 w 229"/>
              <a:gd name="T59" fmla="*/ 229 h 316"/>
              <a:gd name="T60" fmla="*/ 220 w 229"/>
              <a:gd name="T61" fmla="*/ 229 h 316"/>
              <a:gd name="T62" fmla="*/ 227 w 229"/>
              <a:gd name="T63" fmla="*/ 241 h 316"/>
              <a:gd name="T64" fmla="*/ 214 w 229"/>
              <a:gd name="T65" fmla="*/ 267 h 316"/>
              <a:gd name="T66" fmla="*/ 203 w 229"/>
              <a:gd name="T67" fmla="*/ 277 h 316"/>
              <a:gd name="T68" fmla="*/ 174 w 229"/>
              <a:gd name="T69" fmla="*/ 289 h 316"/>
              <a:gd name="T70" fmla="*/ 140 w 229"/>
              <a:gd name="T71" fmla="*/ 298 h 316"/>
              <a:gd name="T72" fmla="*/ 127 w 229"/>
              <a:gd name="T73" fmla="*/ 298 h 316"/>
              <a:gd name="T74" fmla="*/ 116 w 229"/>
              <a:gd name="T75" fmla="*/ 301 h 316"/>
              <a:gd name="T76" fmla="*/ 55 w 229"/>
              <a:gd name="T77" fmla="*/ 304 h 316"/>
              <a:gd name="T78" fmla="*/ 44 w 229"/>
              <a:gd name="T79" fmla="*/ 292 h 316"/>
              <a:gd name="T80" fmla="*/ 27 w 229"/>
              <a:gd name="T81" fmla="*/ 257 h 316"/>
              <a:gd name="T82" fmla="*/ 25 w 229"/>
              <a:gd name="T83" fmla="*/ 252 h 316"/>
              <a:gd name="T84" fmla="*/ 18 w 229"/>
              <a:gd name="T85" fmla="*/ 217 h 316"/>
              <a:gd name="T86" fmla="*/ 18 w 229"/>
              <a:gd name="T87" fmla="*/ 210 h 316"/>
              <a:gd name="T88" fmla="*/ 1 w 229"/>
              <a:gd name="T89" fmla="*/ 140 h 316"/>
              <a:gd name="T90" fmla="*/ 0 w 229"/>
              <a:gd name="T91" fmla="*/ 134 h 316"/>
              <a:gd name="T92" fmla="*/ 18 w 229"/>
              <a:gd name="T93" fmla="*/ 50 h 316"/>
              <a:gd name="T94" fmla="*/ 32 w 229"/>
              <a:gd name="T95" fmla="*/ 4 h 316"/>
              <a:gd name="T96" fmla="*/ 34 w 229"/>
              <a:gd name="T97" fmla="*/ 0 h 316"/>
            </a:gdLst>
            <a:rect l="0" t="0" r="r" b="b"/>
            <a:pathLst>
              <a:path w="229" h="316">
                <a:moveTo>
                  <a:pt x="34" y="0"/>
                </a:moveTo>
                <a:cubicBezTo>
                  <a:pt x="35" y="1"/>
                  <a:pt x="36" y="2"/>
                  <a:pt x="37" y="2"/>
                </a:cubicBezTo>
                <a:cubicBezTo>
                  <a:pt x="48" y="12"/>
                  <a:pt x="58" y="22"/>
                  <a:pt x="69" y="32"/>
                </a:cubicBezTo>
                <a:cubicBezTo>
                  <a:pt x="71" y="34"/>
                  <a:pt x="72" y="36"/>
                  <a:pt x="73" y="38"/>
                </a:cubicBezTo>
                <a:cubicBezTo>
                  <a:pt x="86" y="63"/>
                  <a:pt x="94" y="89"/>
                  <a:pt x="99" y="117"/>
                </a:cubicBezTo>
                <a:cubicBezTo>
                  <a:pt x="99" y="120"/>
                  <a:pt x="100" y="124"/>
                  <a:pt x="101" y="128"/>
                </a:cubicBezTo>
                <a:cubicBezTo>
                  <a:pt x="103" y="133"/>
                  <a:pt x="107" y="134"/>
                  <a:pt x="112" y="132"/>
                </a:cubicBezTo>
                <a:cubicBezTo>
                  <a:pt x="115" y="130"/>
                  <a:pt x="117" y="129"/>
                  <a:pt x="120" y="127"/>
                </a:cubicBezTo>
                <a:cubicBezTo>
                  <a:pt x="128" y="121"/>
                  <a:pt x="136" y="115"/>
                  <a:pt x="145" y="109"/>
                </a:cubicBezTo>
                <a:cubicBezTo>
                  <a:pt x="147" y="108"/>
                  <a:pt x="148" y="106"/>
                  <a:pt x="148" y="103"/>
                </a:cubicBezTo>
                <a:cubicBezTo>
                  <a:pt x="148" y="95"/>
                  <a:pt x="148" y="88"/>
                  <a:pt x="148" y="80"/>
                </a:cubicBezTo>
                <a:cubicBezTo>
                  <a:pt x="148" y="75"/>
                  <a:pt x="153" y="69"/>
                  <a:pt x="159" y="69"/>
                </a:cubicBezTo>
                <a:cubicBezTo>
                  <a:pt x="160" y="69"/>
                  <a:pt x="162" y="70"/>
                  <a:pt x="162" y="71"/>
                </a:cubicBezTo>
                <a:cubicBezTo>
                  <a:pt x="163" y="72"/>
                  <a:pt x="164" y="73"/>
                  <a:pt x="164" y="75"/>
                </a:cubicBezTo>
                <a:cubicBezTo>
                  <a:pt x="164" y="79"/>
                  <a:pt x="167" y="83"/>
                  <a:pt x="171" y="86"/>
                </a:cubicBezTo>
                <a:cubicBezTo>
                  <a:pt x="181" y="94"/>
                  <a:pt x="192" y="100"/>
                  <a:pt x="204" y="104"/>
                </a:cubicBezTo>
                <a:cubicBezTo>
                  <a:pt x="208" y="106"/>
                  <a:pt x="209" y="108"/>
                  <a:pt x="209" y="112"/>
                </a:cubicBezTo>
                <a:cubicBezTo>
                  <a:pt x="210" y="140"/>
                  <a:pt x="196" y="160"/>
                  <a:pt x="169" y="170"/>
                </a:cubicBezTo>
                <a:cubicBezTo>
                  <a:pt x="156" y="175"/>
                  <a:pt x="142" y="177"/>
                  <a:pt x="128" y="175"/>
                </a:cubicBezTo>
                <a:cubicBezTo>
                  <a:pt x="119" y="173"/>
                  <a:pt x="112" y="182"/>
                  <a:pt x="114" y="190"/>
                </a:cubicBezTo>
                <a:cubicBezTo>
                  <a:pt x="114" y="192"/>
                  <a:pt x="115" y="194"/>
                  <a:pt x="115" y="196"/>
                </a:cubicBezTo>
                <a:cubicBezTo>
                  <a:pt x="118" y="203"/>
                  <a:pt x="118" y="211"/>
                  <a:pt x="115" y="219"/>
                </a:cubicBezTo>
                <a:cubicBezTo>
                  <a:pt x="114" y="222"/>
                  <a:pt x="112" y="224"/>
                  <a:pt x="109" y="226"/>
                </a:cubicBezTo>
                <a:cubicBezTo>
                  <a:pt x="101" y="231"/>
                  <a:pt x="95" y="238"/>
                  <a:pt x="89" y="246"/>
                </a:cubicBezTo>
                <a:cubicBezTo>
                  <a:pt x="84" y="254"/>
                  <a:pt x="85" y="258"/>
                  <a:pt x="95" y="260"/>
                </a:cubicBezTo>
                <a:cubicBezTo>
                  <a:pt x="101" y="261"/>
                  <a:pt x="107" y="261"/>
                  <a:pt x="113" y="259"/>
                </a:cubicBezTo>
                <a:cubicBezTo>
                  <a:pt x="125" y="256"/>
                  <a:pt x="137" y="252"/>
                  <a:pt x="148" y="248"/>
                </a:cubicBezTo>
                <a:cubicBezTo>
                  <a:pt x="155" y="245"/>
                  <a:pt x="162" y="243"/>
                  <a:pt x="170" y="243"/>
                </a:cubicBezTo>
                <a:cubicBezTo>
                  <a:pt x="176" y="242"/>
                  <a:pt x="182" y="240"/>
                  <a:pt x="187" y="237"/>
                </a:cubicBezTo>
                <a:cubicBezTo>
                  <a:pt x="195" y="234"/>
                  <a:pt x="203" y="230"/>
                  <a:pt x="212" y="229"/>
                </a:cubicBezTo>
                <a:cubicBezTo>
                  <a:pt x="214" y="229"/>
                  <a:pt x="217" y="229"/>
                  <a:pt x="220" y="229"/>
                </a:cubicBezTo>
                <a:cubicBezTo>
                  <a:pt x="226" y="230"/>
                  <a:pt x="229" y="236"/>
                  <a:pt x="227" y="241"/>
                </a:cubicBezTo>
                <a:cubicBezTo>
                  <a:pt x="223" y="250"/>
                  <a:pt x="218" y="259"/>
                  <a:pt x="214" y="267"/>
                </a:cubicBezTo>
                <a:cubicBezTo>
                  <a:pt x="211" y="271"/>
                  <a:pt x="207" y="274"/>
                  <a:pt x="203" y="277"/>
                </a:cubicBezTo>
                <a:cubicBezTo>
                  <a:pt x="194" y="282"/>
                  <a:pt x="184" y="286"/>
                  <a:pt x="174" y="289"/>
                </a:cubicBezTo>
                <a:cubicBezTo>
                  <a:pt x="163" y="292"/>
                  <a:pt x="151" y="295"/>
                  <a:pt x="140" y="298"/>
                </a:cubicBezTo>
                <a:cubicBezTo>
                  <a:pt x="136" y="299"/>
                  <a:pt x="131" y="298"/>
                  <a:pt x="127" y="298"/>
                </a:cubicBezTo>
                <a:cubicBezTo>
                  <a:pt x="122" y="298"/>
                  <a:pt x="119" y="299"/>
                  <a:pt x="116" y="301"/>
                </a:cubicBezTo>
                <a:cubicBezTo>
                  <a:pt x="97" y="315"/>
                  <a:pt x="74" y="316"/>
                  <a:pt x="55" y="304"/>
                </a:cubicBezTo>
                <a:cubicBezTo>
                  <a:pt x="51" y="301"/>
                  <a:pt x="47" y="297"/>
                  <a:pt x="44" y="292"/>
                </a:cubicBezTo>
                <a:cubicBezTo>
                  <a:pt x="37" y="281"/>
                  <a:pt x="32" y="269"/>
                  <a:pt x="27" y="257"/>
                </a:cubicBezTo>
                <a:cubicBezTo>
                  <a:pt x="26" y="255"/>
                  <a:pt x="26" y="254"/>
                  <a:pt x="25" y="252"/>
                </a:cubicBezTo>
                <a:cubicBezTo>
                  <a:pt x="20" y="241"/>
                  <a:pt x="17" y="230"/>
                  <a:pt x="18" y="217"/>
                </a:cubicBezTo>
                <a:cubicBezTo>
                  <a:pt x="19" y="215"/>
                  <a:pt x="18" y="213"/>
                  <a:pt x="18" y="210"/>
                </a:cubicBezTo>
                <a:cubicBezTo>
                  <a:pt x="12" y="187"/>
                  <a:pt x="6" y="163"/>
                  <a:pt x="1" y="140"/>
                </a:cubicBezTo>
                <a:cubicBezTo>
                  <a:pt x="0" y="138"/>
                  <a:pt x="0" y="136"/>
                  <a:pt x="0" y="134"/>
                </a:cubicBezTo>
                <a:cubicBezTo>
                  <a:pt x="6" y="106"/>
                  <a:pt x="12" y="78"/>
                  <a:pt x="18" y="50"/>
                </a:cubicBezTo>
                <a:cubicBezTo>
                  <a:pt x="22" y="35"/>
                  <a:pt x="26" y="19"/>
                  <a:pt x="32" y="4"/>
                </a:cubicBezTo>
                <a:cubicBezTo>
                  <a:pt x="33" y="2"/>
                  <a:pt x="33" y="1"/>
                  <a:pt x="3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0" name="Freeform 13">
            <a:extLst xmlns:a="http://schemas.openxmlformats.org/drawingml/2006/main">
              <a:ext uri="{FF2B5EF4-FFF2-40B4-BE49-F238E27FC236}">
                <a16:creationId xmlns:a16="http://schemas.microsoft.com/office/drawing/2014/main" id="{7D77F9FD-3364-46D5-8A25-19FC40143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5489" y="493594"/>
            <a:ext cx="137428" cy="152255"/>
          </a:xfrm>
          <a:custGeom xmlns:a="http://schemas.openxmlformats.org/drawingml/2006/main">
            <a:gdLst>
              <a:gd name="T0" fmla="*/ 194 w 271"/>
              <a:gd name="T1" fmla="*/ 98 h 300"/>
              <a:gd name="T2" fmla="*/ 236 w 271"/>
              <a:gd name="T3" fmla="*/ 96 h 300"/>
              <a:gd name="T4" fmla="*/ 237 w 271"/>
              <a:gd name="T5" fmla="*/ 111 h 300"/>
              <a:gd name="T6" fmla="*/ 175 w 271"/>
              <a:gd name="T7" fmla="*/ 150 h 300"/>
              <a:gd name="T8" fmla="*/ 169 w 271"/>
              <a:gd name="T9" fmla="*/ 195 h 300"/>
              <a:gd name="T10" fmla="*/ 177 w 271"/>
              <a:gd name="T11" fmla="*/ 299 h 300"/>
              <a:gd name="T12" fmla="*/ 159 w 271"/>
              <a:gd name="T13" fmla="*/ 285 h 300"/>
              <a:gd name="T14" fmla="*/ 150 w 271"/>
              <a:gd name="T15" fmla="*/ 266 h 300"/>
              <a:gd name="T16" fmla="*/ 133 w 271"/>
              <a:gd name="T17" fmla="*/ 260 h 300"/>
              <a:gd name="T18" fmla="*/ 132 w 271"/>
              <a:gd name="T19" fmla="*/ 243 h 300"/>
              <a:gd name="T20" fmla="*/ 149 w 271"/>
              <a:gd name="T21" fmla="*/ 232 h 300"/>
              <a:gd name="T22" fmla="*/ 139 w 271"/>
              <a:gd name="T23" fmla="*/ 197 h 300"/>
              <a:gd name="T24" fmla="*/ 117 w 271"/>
              <a:gd name="T25" fmla="*/ 216 h 300"/>
              <a:gd name="T26" fmla="*/ 101 w 271"/>
              <a:gd name="T27" fmla="*/ 235 h 300"/>
              <a:gd name="T28" fmla="*/ 26 w 271"/>
              <a:gd name="T29" fmla="*/ 293 h 300"/>
              <a:gd name="T30" fmla="*/ 0 w 271"/>
              <a:gd name="T31" fmla="*/ 243 h 300"/>
              <a:gd name="T32" fmla="*/ 9 w 271"/>
              <a:gd name="T33" fmla="*/ 237 h 300"/>
              <a:gd name="T34" fmla="*/ 32 w 271"/>
              <a:gd name="T35" fmla="*/ 234 h 300"/>
              <a:gd name="T36" fmla="*/ 59 w 271"/>
              <a:gd name="T37" fmla="*/ 219 h 300"/>
              <a:gd name="T38" fmla="*/ 116 w 271"/>
              <a:gd name="T39" fmla="*/ 185 h 300"/>
              <a:gd name="T40" fmla="*/ 145 w 271"/>
              <a:gd name="T41" fmla="*/ 155 h 300"/>
              <a:gd name="T42" fmla="*/ 133 w 271"/>
              <a:gd name="T43" fmla="*/ 142 h 300"/>
              <a:gd name="T44" fmla="*/ 145 w 271"/>
              <a:gd name="T45" fmla="*/ 112 h 300"/>
              <a:gd name="T46" fmla="*/ 143 w 271"/>
              <a:gd name="T47" fmla="*/ 104 h 300"/>
              <a:gd name="T48" fmla="*/ 124 w 271"/>
              <a:gd name="T49" fmla="*/ 108 h 300"/>
              <a:gd name="T50" fmla="*/ 121 w 271"/>
              <a:gd name="T51" fmla="*/ 140 h 300"/>
              <a:gd name="T52" fmla="*/ 87 w 271"/>
              <a:gd name="T53" fmla="*/ 188 h 300"/>
              <a:gd name="T54" fmla="*/ 73 w 271"/>
              <a:gd name="T55" fmla="*/ 176 h 300"/>
              <a:gd name="T56" fmla="*/ 67 w 271"/>
              <a:gd name="T57" fmla="*/ 159 h 300"/>
              <a:gd name="T58" fmla="*/ 66 w 271"/>
              <a:gd name="T59" fmla="*/ 63 h 300"/>
              <a:gd name="T60" fmla="*/ 72 w 271"/>
              <a:gd name="T61" fmla="*/ 47 h 300"/>
              <a:gd name="T62" fmla="*/ 88 w 271"/>
              <a:gd name="T63" fmla="*/ 55 h 300"/>
              <a:gd name="T64" fmla="*/ 109 w 271"/>
              <a:gd name="T65" fmla="*/ 63 h 300"/>
              <a:gd name="T66" fmla="*/ 160 w 271"/>
              <a:gd name="T67" fmla="*/ 28 h 300"/>
              <a:gd name="T68" fmla="*/ 187 w 271"/>
              <a:gd name="T69" fmla="*/ 16 h 300"/>
              <a:gd name="T70" fmla="*/ 258 w 271"/>
              <a:gd name="T71" fmla="*/ 4 h 300"/>
              <a:gd name="T72" fmla="*/ 271 w 271"/>
              <a:gd name="T73" fmla="*/ 16 h 300"/>
              <a:gd name="T74" fmla="*/ 248 w 271"/>
              <a:gd name="T75" fmla="*/ 37 h 300"/>
              <a:gd name="T76" fmla="*/ 215 w 271"/>
              <a:gd name="T77" fmla="*/ 67 h 300"/>
              <a:gd name="T78" fmla="*/ 186 w 271"/>
              <a:gd name="T79" fmla="*/ 95 h 300"/>
            </a:gdLst>
            <a:rect l="0" t="0" r="r" b="b"/>
            <a:pathLst>
              <a:path w="271" h="300">
                <a:moveTo>
                  <a:pt x="185" y="102"/>
                </a:moveTo>
                <a:cubicBezTo>
                  <a:pt x="188" y="101"/>
                  <a:pt x="191" y="99"/>
                  <a:pt x="194" y="98"/>
                </a:cubicBezTo>
                <a:cubicBezTo>
                  <a:pt x="200" y="94"/>
                  <a:pt x="206" y="91"/>
                  <a:pt x="213" y="90"/>
                </a:cubicBezTo>
                <a:cubicBezTo>
                  <a:pt x="221" y="89"/>
                  <a:pt x="229" y="92"/>
                  <a:pt x="236" y="96"/>
                </a:cubicBezTo>
                <a:cubicBezTo>
                  <a:pt x="237" y="97"/>
                  <a:pt x="238" y="98"/>
                  <a:pt x="239" y="99"/>
                </a:cubicBezTo>
                <a:cubicBezTo>
                  <a:pt x="242" y="103"/>
                  <a:pt x="242" y="108"/>
                  <a:pt x="237" y="111"/>
                </a:cubicBezTo>
                <a:cubicBezTo>
                  <a:pt x="220" y="127"/>
                  <a:pt x="200" y="139"/>
                  <a:pt x="179" y="148"/>
                </a:cubicBezTo>
                <a:cubicBezTo>
                  <a:pt x="178" y="149"/>
                  <a:pt x="176" y="149"/>
                  <a:pt x="175" y="150"/>
                </a:cubicBezTo>
                <a:cubicBezTo>
                  <a:pt x="167" y="153"/>
                  <a:pt x="164" y="159"/>
                  <a:pt x="163" y="168"/>
                </a:cubicBezTo>
                <a:cubicBezTo>
                  <a:pt x="163" y="177"/>
                  <a:pt x="165" y="187"/>
                  <a:pt x="169" y="195"/>
                </a:cubicBezTo>
                <a:cubicBezTo>
                  <a:pt x="182" y="226"/>
                  <a:pt x="186" y="259"/>
                  <a:pt x="185" y="292"/>
                </a:cubicBezTo>
                <a:cubicBezTo>
                  <a:pt x="185" y="298"/>
                  <a:pt x="183" y="300"/>
                  <a:pt x="177" y="299"/>
                </a:cubicBezTo>
                <a:cubicBezTo>
                  <a:pt x="171" y="299"/>
                  <a:pt x="165" y="297"/>
                  <a:pt x="161" y="292"/>
                </a:cubicBezTo>
                <a:cubicBezTo>
                  <a:pt x="159" y="290"/>
                  <a:pt x="159" y="287"/>
                  <a:pt x="159" y="285"/>
                </a:cubicBezTo>
                <a:cubicBezTo>
                  <a:pt x="159" y="284"/>
                  <a:pt x="159" y="282"/>
                  <a:pt x="159" y="281"/>
                </a:cubicBezTo>
                <a:cubicBezTo>
                  <a:pt x="159" y="274"/>
                  <a:pt x="156" y="269"/>
                  <a:pt x="150" y="266"/>
                </a:cubicBezTo>
                <a:cubicBezTo>
                  <a:pt x="146" y="263"/>
                  <a:pt x="141" y="262"/>
                  <a:pt x="136" y="260"/>
                </a:cubicBezTo>
                <a:cubicBezTo>
                  <a:pt x="135" y="260"/>
                  <a:pt x="134" y="260"/>
                  <a:pt x="133" y="260"/>
                </a:cubicBezTo>
                <a:cubicBezTo>
                  <a:pt x="129" y="258"/>
                  <a:pt x="126" y="255"/>
                  <a:pt x="126" y="252"/>
                </a:cubicBezTo>
                <a:cubicBezTo>
                  <a:pt x="125" y="248"/>
                  <a:pt x="128" y="244"/>
                  <a:pt x="132" y="243"/>
                </a:cubicBezTo>
                <a:cubicBezTo>
                  <a:pt x="134" y="242"/>
                  <a:pt x="136" y="242"/>
                  <a:pt x="138" y="242"/>
                </a:cubicBezTo>
                <a:cubicBezTo>
                  <a:pt x="144" y="241"/>
                  <a:pt x="147" y="238"/>
                  <a:pt x="149" y="232"/>
                </a:cubicBezTo>
                <a:cubicBezTo>
                  <a:pt x="153" y="220"/>
                  <a:pt x="151" y="208"/>
                  <a:pt x="144" y="197"/>
                </a:cubicBezTo>
                <a:cubicBezTo>
                  <a:pt x="142" y="195"/>
                  <a:pt x="141" y="195"/>
                  <a:pt x="139" y="197"/>
                </a:cubicBezTo>
                <a:cubicBezTo>
                  <a:pt x="138" y="197"/>
                  <a:pt x="137" y="198"/>
                  <a:pt x="136" y="199"/>
                </a:cubicBezTo>
                <a:cubicBezTo>
                  <a:pt x="129" y="205"/>
                  <a:pt x="123" y="210"/>
                  <a:pt x="117" y="216"/>
                </a:cubicBezTo>
                <a:cubicBezTo>
                  <a:pt x="112" y="220"/>
                  <a:pt x="108" y="225"/>
                  <a:pt x="105" y="231"/>
                </a:cubicBezTo>
                <a:cubicBezTo>
                  <a:pt x="104" y="232"/>
                  <a:pt x="103" y="233"/>
                  <a:pt x="101" y="235"/>
                </a:cubicBezTo>
                <a:cubicBezTo>
                  <a:pt x="84" y="253"/>
                  <a:pt x="66" y="270"/>
                  <a:pt x="48" y="288"/>
                </a:cubicBezTo>
                <a:cubicBezTo>
                  <a:pt x="41" y="296"/>
                  <a:pt x="35" y="297"/>
                  <a:pt x="26" y="293"/>
                </a:cubicBezTo>
                <a:cubicBezTo>
                  <a:pt x="20" y="291"/>
                  <a:pt x="16" y="287"/>
                  <a:pt x="13" y="282"/>
                </a:cubicBezTo>
                <a:cubicBezTo>
                  <a:pt x="4" y="271"/>
                  <a:pt x="1" y="257"/>
                  <a:pt x="0" y="243"/>
                </a:cubicBezTo>
                <a:cubicBezTo>
                  <a:pt x="0" y="240"/>
                  <a:pt x="1" y="239"/>
                  <a:pt x="3" y="239"/>
                </a:cubicBezTo>
                <a:cubicBezTo>
                  <a:pt x="5" y="238"/>
                  <a:pt x="7" y="237"/>
                  <a:pt x="9" y="237"/>
                </a:cubicBezTo>
                <a:cubicBezTo>
                  <a:pt x="13" y="235"/>
                  <a:pt x="16" y="235"/>
                  <a:pt x="20" y="237"/>
                </a:cubicBezTo>
                <a:cubicBezTo>
                  <a:pt x="24" y="239"/>
                  <a:pt x="28" y="238"/>
                  <a:pt x="32" y="234"/>
                </a:cubicBezTo>
                <a:cubicBezTo>
                  <a:pt x="34" y="233"/>
                  <a:pt x="37" y="231"/>
                  <a:pt x="39" y="230"/>
                </a:cubicBezTo>
                <a:cubicBezTo>
                  <a:pt x="46" y="226"/>
                  <a:pt x="52" y="222"/>
                  <a:pt x="59" y="219"/>
                </a:cubicBezTo>
                <a:cubicBezTo>
                  <a:pt x="60" y="218"/>
                  <a:pt x="62" y="217"/>
                  <a:pt x="63" y="216"/>
                </a:cubicBezTo>
                <a:cubicBezTo>
                  <a:pt x="81" y="206"/>
                  <a:pt x="98" y="195"/>
                  <a:pt x="116" y="185"/>
                </a:cubicBezTo>
                <a:cubicBezTo>
                  <a:pt x="122" y="181"/>
                  <a:pt x="128" y="177"/>
                  <a:pt x="134" y="172"/>
                </a:cubicBezTo>
                <a:cubicBezTo>
                  <a:pt x="139" y="168"/>
                  <a:pt x="143" y="163"/>
                  <a:pt x="145" y="155"/>
                </a:cubicBezTo>
                <a:cubicBezTo>
                  <a:pt x="143" y="155"/>
                  <a:pt x="142" y="154"/>
                  <a:pt x="140" y="154"/>
                </a:cubicBezTo>
                <a:cubicBezTo>
                  <a:pt x="134" y="152"/>
                  <a:pt x="132" y="148"/>
                  <a:pt x="133" y="142"/>
                </a:cubicBezTo>
                <a:cubicBezTo>
                  <a:pt x="134" y="140"/>
                  <a:pt x="135" y="137"/>
                  <a:pt x="136" y="135"/>
                </a:cubicBezTo>
                <a:cubicBezTo>
                  <a:pt x="139" y="127"/>
                  <a:pt x="142" y="119"/>
                  <a:pt x="145" y="112"/>
                </a:cubicBezTo>
                <a:cubicBezTo>
                  <a:pt x="145" y="111"/>
                  <a:pt x="146" y="110"/>
                  <a:pt x="146" y="109"/>
                </a:cubicBezTo>
                <a:cubicBezTo>
                  <a:pt x="147" y="105"/>
                  <a:pt x="146" y="104"/>
                  <a:pt x="143" y="104"/>
                </a:cubicBezTo>
                <a:cubicBezTo>
                  <a:pt x="140" y="104"/>
                  <a:pt x="138" y="104"/>
                  <a:pt x="135" y="105"/>
                </a:cubicBezTo>
                <a:cubicBezTo>
                  <a:pt x="132" y="106"/>
                  <a:pt x="128" y="107"/>
                  <a:pt x="124" y="108"/>
                </a:cubicBezTo>
                <a:cubicBezTo>
                  <a:pt x="122" y="109"/>
                  <a:pt x="121" y="111"/>
                  <a:pt x="121" y="113"/>
                </a:cubicBezTo>
                <a:cubicBezTo>
                  <a:pt x="121" y="122"/>
                  <a:pt x="121" y="131"/>
                  <a:pt x="121" y="140"/>
                </a:cubicBezTo>
                <a:cubicBezTo>
                  <a:pt x="121" y="142"/>
                  <a:pt x="120" y="144"/>
                  <a:pt x="119" y="146"/>
                </a:cubicBezTo>
                <a:cubicBezTo>
                  <a:pt x="108" y="160"/>
                  <a:pt x="98" y="174"/>
                  <a:pt x="87" y="188"/>
                </a:cubicBezTo>
                <a:cubicBezTo>
                  <a:pt x="87" y="189"/>
                  <a:pt x="86" y="189"/>
                  <a:pt x="86" y="190"/>
                </a:cubicBezTo>
                <a:cubicBezTo>
                  <a:pt x="81" y="185"/>
                  <a:pt x="77" y="181"/>
                  <a:pt x="73" y="176"/>
                </a:cubicBezTo>
                <a:cubicBezTo>
                  <a:pt x="70" y="173"/>
                  <a:pt x="69" y="170"/>
                  <a:pt x="69" y="166"/>
                </a:cubicBezTo>
                <a:cubicBezTo>
                  <a:pt x="68" y="164"/>
                  <a:pt x="68" y="161"/>
                  <a:pt x="67" y="159"/>
                </a:cubicBezTo>
                <a:cubicBezTo>
                  <a:pt x="58" y="138"/>
                  <a:pt x="57" y="117"/>
                  <a:pt x="63" y="95"/>
                </a:cubicBezTo>
                <a:cubicBezTo>
                  <a:pt x="67" y="84"/>
                  <a:pt x="67" y="74"/>
                  <a:pt x="66" y="63"/>
                </a:cubicBezTo>
                <a:cubicBezTo>
                  <a:pt x="66" y="60"/>
                  <a:pt x="66" y="57"/>
                  <a:pt x="66" y="54"/>
                </a:cubicBezTo>
                <a:cubicBezTo>
                  <a:pt x="66" y="50"/>
                  <a:pt x="68" y="47"/>
                  <a:pt x="72" y="47"/>
                </a:cubicBezTo>
                <a:cubicBezTo>
                  <a:pt x="75" y="46"/>
                  <a:pt x="78" y="47"/>
                  <a:pt x="80" y="48"/>
                </a:cubicBezTo>
                <a:cubicBezTo>
                  <a:pt x="83" y="50"/>
                  <a:pt x="85" y="52"/>
                  <a:pt x="88" y="55"/>
                </a:cubicBezTo>
                <a:cubicBezTo>
                  <a:pt x="90" y="57"/>
                  <a:pt x="91" y="59"/>
                  <a:pt x="93" y="61"/>
                </a:cubicBezTo>
                <a:cubicBezTo>
                  <a:pt x="99" y="66"/>
                  <a:pt x="103" y="67"/>
                  <a:pt x="109" y="63"/>
                </a:cubicBezTo>
                <a:cubicBezTo>
                  <a:pt x="117" y="58"/>
                  <a:pt x="125" y="53"/>
                  <a:pt x="133" y="48"/>
                </a:cubicBezTo>
                <a:cubicBezTo>
                  <a:pt x="142" y="41"/>
                  <a:pt x="151" y="35"/>
                  <a:pt x="160" y="28"/>
                </a:cubicBezTo>
                <a:cubicBezTo>
                  <a:pt x="163" y="25"/>
                  <a:pt x="167" y="24"/>
                  <a:pt x="171" y="23"/>
                </a:cubicBezTo>
                <a:cubicBezTo>
                  <a:pt x="177" y="23"/>
                  <a:pt x="182" y="20"/>
                  <a:pt x="187" y="16"/>
                </a:cubicBezTo>
                <a:cubicBezTo>
                  <a:pt x="196" y="6"/>
                  <a:pt x="208" y="2"/>
                  <a:pt x="221" y="1"/>
                </a:cubicBezTo>
                <a:cubicBezTo>
                  <a:pt x="233" y="0"/>
                  <a:pt x="246" y="0"/>
                  <a:pt x="258" y="4"/>
                </a:cubicBezTo>
                <a:cubicBezTo>
                  <a:pt x="261" y="5"/>
                  <a:pt x="264" y="7"/>
                  <a:pt x="267" y="9"/>
                </a:cubicBezTo>
                <a:cubicBezTo>
                  <a:pt x="270" y="10"/>
                  <a:pt x="271" y="13"/>
                  <a:pt x="271" y="16"/>
                </a:cubicBezTo>
                <a:cubicBezTo>
                  <a:pt x="271" y="18"/>
                  <a:pt x="271" y="19"/>
                  <a:pt x="269" y="21"/>
                </a:cubicBezTo>
                <a:cubicBezTo>
                  <a:pt x="262" y="26"/>
                  <a:pt x="255" y="31"/>
                  <a:pt x="248" y="37"/>
                </a:cubicBezTo>
                <a:cubicBezTo>
                  <a:pt x="240" y="43"/>
                  <a:pt x="232" y="50"/>
                  <a:pt x="226" y="58"/>
                </a:cubicBezTo>
                <a:cubicBezTo>
                  <a:pt x="223" y="62"/>
                  <a:pt x="219" y="65"/>
                  <a:pt x="215" y="67"/>
                </a:cubicBezTo>
                <a:cubicBezTo>
                  <a:pt x="213" y="68"/>
                  <a:pt x="212" y="69"/>
                  <a:pt x="211" y="70"/>
                </a:cubicBezTo>
                <a:cubicBezTo>
                  <a:pt x="202" y="79"/>
                  <a:pt x="194" y="87"/>
                  <a:pt x="186" y="95"/>
                </a:cubicBezTo>
                <a:cubicBezTo>
                  <a:pt x="184" y="97"/>
                  <a:pt x="183" y="99"/>
                  <a:pt x="185" y="10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1" name="Freeform 14">
            <a:extLst xmlns:a="http://schemas.openxmlformats.org/drawingml/2006/main">
              <a:ext uri="{FF2B5EF4-FFF2-40B4-BE49-F238E27FC236}">
                <a16:creationId xmlns:a16="http://schemas.microsoft.com/office/drawing/2014/main" id="{A911133C-D3B8-461A-873A-51BE74D68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1601" y="548337"/>
            <a:ext cx="141990" cy="90098"/>
          </a:xfrm>
          <a:custGeom xmlns:a="http://schemas.openxmlformats.org/drawingml/2006/main">
            <a:gdLst>
              <a:gd name="T0" fmla="*/ 16 w 280"/>
              <a:gd name="T1" fmla="*/ 133 h 178"/>
              <a:gd name="T2" fmla="*/ 14 w 280"/>
              <a:gd name="T3" fmla="*/ 124 h 178"/>
              <a:gd name="T4" fmla="*/ 2 w 280"/>
              <a:gd name="T5" fmla="*/ 103 h 178"/>
              <a:gd name="T6" fmla="*/ 6 w 280"/>
              <a:gd name="T7" fmla="*/ 81 h 178"/>
              <a:gd name="T8" fmla="*/ 16 w 280"/>
              <a:gd name="T9" fmla="*/ 77 h 178"/>
              <a:gd name="T10" fmla="*/ 22 w 280"/>
              <a:gd name="T11" fmla="*/ 77 h 178"/>
              <a:gd name="T12" fmla="*/ 40 w 280"/>
              <a:gd name="T13" fmla="*/ 71 h 178"/>
              <a:gd name="T14" fmla="*/ 54 w 280"/>
              <a:gd name="T15" fmla="*/ 64 h 178"/>
              <a:gd name="T16" fmla="*/ 63 w 280"/>
              <a:gd name="T17" fmla="*/ 61 h 178"/>
              <a:gd name="T18" fmla="*/ 144 w 280"/>
              <a:gd name="T19" fmla="*/ 25 h 178"/>
              <a:gd name="T20" fmla="*/ 169 w 280"/>
              <a:gd name="T21" fmla="*/ 16 h 178"/>
              <a:gd name="T22" fmla="*/ 186 w 280"/>
              <a:gd name="T23" fmla="*/ 13 h 178"/>
              <a:gd name="T24" fmla="*/ 209 w 280"/>
              <a:gd name="T25" fmla="*/ 9 h 178"/>
              <a:gd name="T26" fmla="*/ 224 w 280"/>
              <a:gd name="T27" fmla="*/ 3 h 178"/>
              <a:gd name="T28" fmla="*/ 233 w 280"/>
              <a:gd name="T29" fmla="*/ 0 h 178"/>
              <a:gd name="T30" fmla="*/ 265 w 280"/>
              <a:gd name="T31" fmla="*/ 5 h 178"/>
              <a:gd name="T32" fmla="*/ 274 w 280"/>
              <a:gd name="T33" fmla="*/ 29 h 178"/>
              <a:gd name="T34" fmla="*/ 256 w 280"/>
              <a:gd name="T35" fmla="*/ 50 h 178"/>
              <a:gd name="T36" fmla="*/ 245 w 280"/>
              <a:gd name="T37" fmla="*/ 53 h 178"/>
              <a:gd name="T38" fmla="*/ 220 w 280"/>
              <a:gd name="T39" fmla="*/ 56 h 178"/>
              <a:gd name="T40" fmla="*/ 213 w 280"/>
              <a:gd name="T41" fmla="*/ 58 h 178"/>
              <a:gd name="T42" fmla="*/ 208 w 280"/>
              <a:gd name="T43" fmla="*/ 67 h 178"/>
              <a:gd name="T44" fmla="*/ 210 w 280"/>
              <a:gd name="T45" fmla="*/ 76 h 178"/>
              <a:gd name="T46" fmla="*/ 218 w 280"/>
              <a:gd name="T47" fmla="*/ 92 h 178"/>
              <a:gd name="T48" fmla="*/ 224 w 280"/>
              <a:gd name="T49" fmla="*/ 115 h 178"/>
              <a:gd name="T50" fmla="*/ 220 w 280"/>
              <a:gd name="T51" fmla="*/ 146 h 178"/>
              <a:gd name="T52" fmla="*/ 197 w 280"/>
              <a:gd name="T53" fmla="*/ 163 h 178"/>
              <a:gd name="T54" fmla="*/ 189 w 280"/>
              <a:gd name="T55" fmla="*/ 163 h 178"/>
              <a:gd name="T56" fmla="*/ 181 w 280"/>
              <a:gd name="T57" fmla="*/ 167 h 178"/>
              <a:gd name="T58" fmla="*/ 178 w 280"/>
              <a:gd name="T59" fmla="*/ 170 h 178"/>
              <a:gd name="T60" fmla="*/ 156 w 280"/>
              <a:gd name="T61" fmla="*/ 175 h 178"/>
              <a:gd name="T62" fmla="*/ 140 w 280"/>
              <a:gd name="T63" fmla="*/ 166 h 178"/>
              <a:gd name="T64" fmla="*/ 126 w 280"/>
              <a:gd name="T65" fmla="*/ 162 h 178"/>
              <a:gd name="T66" fmla="*/ 119 w 280"/>
              <a:gd name="T67" fmla="*/ 160 h 178"/>
              <a:gd name="T68" fmla="*/ 113 w 280"/>
              <a:gd name="T69" fmla="*/ 150 h 178"/>
              <a:gd name="T70" fmla="*/ 115 w 280"/>
              <a:gd name="T71" fmla="*/ 147 h 178"/>
              <a:gd name="T72" fmla="*/ 122 w 280"/>
              <a:gd name="T73" fmla="*/ 147 h 178"/>
              <a:gd name="T74" fmla="*/ 166 w 280"/>
              <a:gd name="T75" fmla="*/ 141 h 178"/>
              <a:gd name="T76" fmla="*/ 185 w 280"/>
              <a:gd name="T77" fmla="*/ 129 h 178"/>
              <a:gd name="T78" fmla="*/ 188 w 280"/>
              <a:gd name="T79" fmla="*/ 120 h 178"/>
              <a:gd name="T80" fmla="*/ 185 w 280"/>
              <a:gd name="T81" fmla="*/ 92 h 178"/>
              <a:gd name="T82" fmla="*/ 184 w 280"/>
              <a:gd name="T83" fmla="*/ 77 h 178"/>
              <a:gd name="T84" fmla="*/ 179 w 280"/>
              <a:gd name="T85" fmla="*/ 71 h 178"/>
              <a:gd name="T86" fmla="*/ 163 w 280"/>
              <a:gd name="T87" fmla="*/ 75 h 178"/>
              <a:gd name="T88" fmla="*/ 158 w 280"/>
              <a:gd name="T89" fmla="*/ 79 h 178"/>
              <a:gd name="T90" fmla="*/ 145 w 280"/>
              <a:gd name="T91" fmla="*/ 82 h 178"/>
              <a:gd name="T92" fmla="*/ 116 w 280"/>
              <a:gd name="T93" fmla="*/ 91 h 178"/>
              <a:gd name="T94" fmla="*/ 80 w 280"/>
              <a:gd name="T95" fmla="*/ 118 h 178"/>
              <a:gd name="T96" fmla="*/ 52 w 280"/>
              <a:gd name="T97" fmla="*/ 135 h 178"/>
              <a:gd name="T98" fmla="*/ 22 w 280"/>
              <a:gd name="T99" fmla="*/ 136 h 178"/>
              <a:gd name="T100" fmla="*/ 18 w 280"/>
              <a:gd name="T101" fmla="*/ 134 h 178"/>
              <a:gd name="T102" fmla="*/ 16 w 280"/>
              <a:gd name="T103" fmla="*/ 133 h 178"/>
            </a:gdLst>
            <a:rect l="0" t="0" r="r" b="b"/>
            <a:pathLst>
              <a:path w="280" h="178">
                <a:moveTo>
                  <a:pt x="16" y="133"/>
                </a:moveTo>
                <a:cubicBezTo>
                  <a:pt x="18" y="129"/>
                  <a:pt x="16" y="127"/>
                  <a:pt x="14" y="124"/>
                </a:cubicBezTo>
                <a:cubicBezTo>
                  <a:pt x="9" y="118"/>
                  <a:pt x="5" y="111"/>
                  <a:pt x="2" y="103"/>
                </a:cubicBezTo>
                <a:cubicBezTo>
                  <a:pt x="0" y="95"/>
                  <a:pt x="1" y="88"/>
                  <a:pt x="6" y="81"/>
                </a:cubicBezTo>
                <a:cubicBezTo>
                  <a:pt x="9" y="78"/>
                  <a:pt x="12" y="76"/>
                  <a:pt x="16" y="77"/>
                </a:cubicBezTo>
                <a:cubicBezTo>
                  <a:pt x="18" y="77"/>
                  <a:pt x="20" y="76"/>
                  <a:pt x="22" y="77"/>
                </a:cubicBezTo>
                <a:cubicBezTo>
                  <a:pt x="29" y="79"/>
                  <a:pt x="36" y="76"/>
                  <a:pt x="40" y="71"/>
                </a:cubicBezTo>
                <a:cubicBezTo>
                  <a:pt x="44" y="67"/>
                  <a:pt x="49" y="65"/>
                  <a:pt x="54" y="64"/>
                </a:cubicBezTo>
                <a:cubicBezTo>
                  <a:pt x="57" y="64"/>
                  <a:pt x="60" y="62"/>
                  <a:pt x="63" y="61"/>
                </a:cubicBezTo>
                <a:cubicBezTo>
                  <a:pt x="89" y="47"/>
                  <a:pt x="116" y="35"/>
                  <a:pt x="144" y="25"/>
                </a:cubicBezTo>
                <a:cubicBezTo>
                  <a:pt x="152" y="22"/>
                  <a:pt x="161" y="19"/>
                  <a:pt x="169" y="16"/>
                </a:cubicBezTo>
                <a:cubicBezTo>
                  <a:pt x="174" y="14"/>
                  <a:pt x="180" y="14"/>
                  <a:pt x="186" y="13"/>
                </a:cubicBezTo>
                <a:cubicBezTo>
                  <a:pt x="194" y="12"/>
                  <a:pt x="201" y="11"/>
                  <a:pt x="209" y="9"/>
                </a:cubicBezTo>
                <a:cubicBezTo>
                  <a:pt x="214" y="8"/>
                  <a:pt x="219" y="5"/>
                  <a:pt x="224" y="3"/>
                </a:cubicBezTo>
                <a:cubicBezTo>
                  <a:pt x="227" y="1"/>
                  <a:pt x="230" y="0"/>
                  <a:pt x="233" y="0"/>
                </a:cubicBezTo>
                <a:cubicBezTo>
                  <a:pt x="244" y="0"/>
                  <a:pt x="255" y="1"/>
                  <a:pt x="265" y="5"/>
                </a:cubicBezTo>
                <a:cubicBezTo>
                  <a:pt x="276" y="9"/>
                  <a:pt x="280" y="19"/>
                  <a:pt x="274" y="29"/>
                </a:cubicBezTo>
                <a:cubicBezTo>
                  <a:pt x="270" y="38"/>
                  <a:pt x="263" y="45"/>
                  <a:pt x="256" y="50"/>
                </a:cubicBezTo>
                <a:cubicBezTo>
                  <a:pt x="252" y="53"/>
                  <a:pt x="249" y="53"/>
                  <a:pt x="245" y="53"/>
                </a:cubicBezTo>
                <a:cubicBezTo>
                  <a:pt x="236" y="54"/>
                  <a:pt x="228" y="55"/>
                  <a:pt x="220" y="56"/>
                </a:cubicBezTo>
                <a:cubicBezTo>
                  <a:pt x="218" y="57"/>
                  <a:pt x="215" y="57"/>
                  <a:pt x="213" y="58"/>
                </a:cubicBezTo>
                <a:cubicBezTo>
                  <a:pt x="209" y="60"/>
                  <a:pt x="208" y="63"/>
                  <a:pt x="208" y="67"/>
                </a:cubicBezTo>
                <a:cubicBezTo>
                  <a:pt x="208" y="70"/>
                  <a:pt x="209" y="73"/>
                  <a:pt x="210" y="76"/>
                </a:cubicBezTo>
                <a:cubicBezTo>
                  <a:pt x="213" y="82"/>
                  <a:pt x="215" y="87"/>
                  <a:pt x="218" y="92"/>
                </a:cubicBezTo>
                <a:cubicBezTo>
                  <a:pt x="221" y="100"/>
                  <a:pt x="224" y="107"/>
                  <a:pt x="224" y="115"/>
                </a:cubicBezTo>
                <a:cubicBezTo>
                  <a:pt x="224" y="126"/>
                  <a:pt x="223" y="136"/>
                  <a:pt x="220" y="146"/>
                </a:cubicBezTo>
                <a:cubicBezTo>
                  <a:pt x="216" y="157"/>
                  <a:pt x="209" y="162"/>
                  <a:pt x="197" y="163"/>
                </a:cubicBezTo>
                <a:cubicBezTo>
                  <a:pt x="194" y="163"/>
                  <a:pt x="192" y="163"/>
                  <a:pt x="189" y="163"/>
                </a:cubicBezTo>
                <a:cubicBezTo>
                  <a:pt x="186" y="163"/>
                  <a:pt x="183" y="163"/>
                  <a:pt x="181" y="167"/>
                </a:cubicBezTo>
                <a:cubicBezTo>
                  <a:pt x="180" y="168"/>
                  <a:pt x="179" y="169"/>
                  <a:pt x="178" y="170"/>
                </a:cubicBezTo>
                <a:cubicBezTo>
                  <a:pt x="171" y="176"/>
                  <a:pt x="164" y="178"/>
                  <a:pt x="156" y="175"/>
                </a:cubicBezTo>
                <a:cubicBezTo>
                  <a:pt x="151" y="172"/>
                  <a:pt x="145" y="169"/>
                  <a:pt x="140" y="166"/>
                </a:cubicBezTo>
                <a:cubicBezTo>
                  <a:pt x="136" y="163"/>
                  <a:pt x="132" y="162"/>
                  <a:pt x="126" y="162"/>
                </a:cubicBezTo>
                <a:cubicBezTo>
                  <a:pt x="124" y="162"/>
                  <a:pt x="121" y="163"/>
                  <a:pt x="119" y="160"/>
                </a:cubicBezTo>
                <a:cubicBezTo>
                  <a:pt x="116" y="157"/>
                  <a:pt x="114" y="154"/>
                  <a:pt x="113" y="150"/>
                </a:cubicBezTo>
                <a:cubicBezTo>
                  <a:pt x="112" y="148"/>
                  <a:pt x="113" y="147"/>
                  <a:pt x="115" y="147"/>
                </a:cubicBezTo>
                <a:cubicBezTo>
                  <a:pt x="117" y="147"/>
                  <a:pt x="120" y="147"/>
                  <a:pt x="122" y="147"/>
                </a:cubicBezTo>
                <a:cubicBezTo>
                  <a:pt x="137" y="148"/>
                  <a:pt x="152" y="146"/>
                  <a:pt x="166" y="141"/>
                </a:cubicBezTo>
                <a:cubicBezTo>
                  <a:pt x="173" y="138"/>
                  <a:pt x="179" y="134"/>
                  <a:pt x="185" y="129"/>
                </a:cubicBezTo>
                <a:cubicBezTo>
                  <a:pt x="188" y="126"/>
                  <a:pt x="189" y="123"/>
                  <a:pt x="188" y="120"/>
                </a:cubicBezTo>
                <a:cubicBezTo>
                  <a:pt x="187" y="111"/>
                  <a:pt x="186" y="102"/>
                  <a:pt x="185" y="92"/>
                </a:cubicBezTo>
                <a:cubicBezTo>
                  <a:pt x="184" y="87"/>
                  <a:pt x="184" y="82"/>
                  <a:pt x="184" y="77"/>
                </a:cubicBezTo>
                <a:cubicBezTo>
                  <a:pt x="184" y="73"/>
                  <a:pt x="183" y="71"/>
                  <a:pt x="179" y="71"/>
                </a:cubicBezTo>
                <a:cubicBezTo>
                  <a:pt x="173" y="70"/>
                  <a:pt x="168" y="70"/>
                  <a:pt x="163" y="75"/>
                </a:cubicBezTo>
                <a:cubicBezTo>
                  <a:pt x="162" y="76"/>
                  <a:pt x="160" y="77"/>
                  <a:pt x="158" y="79"/>
                </a:cubicBezTo>
                <a:cubicBezTo>
                  <a:pt x="154" y="81"/>
                  <a:pt x="150" y="83"/>
                  <a:pt x="145" y="82"/>
                </a:cubicBezTo>
                <a:cubicBezTo>
                  <a:pt x="134" y="82"/>
                  <a:pt x="124" y="85"/>
                  <a:pt x="116" y="91"/>
                </a:cubicBezTo>
                <a:cubicBezTo>
                  <a:pt x="104" y="100"/>
                  <a:pt x="92" y="109"/>
                  <a:pt x="80" y="118"/>
                </a:cubicBezTo>
                <a:cubicBezTo>
                  <a:pt x="71" y="124"/>
                  <a:pt x="62" y="131"/>
                  <a:pt x="52" y="135"/>
                </a:cubicBezTo>
                <a:cubicBezTo>
                  <a:pt x="42" y="139"/>
                  <a:pt x="32" y="140"/>
                  <a:pt x="22" y="136"/>
                </a:cubicBezTo>
                <a:cubicBezTo>
                  <a:pt x="20" y="136"/>
                  <a:pt x="19" y="135"/>
                  <a:pt x="18" y="134"/>
                </a:cubicBezTo>
                <a:cubicBezTo>
                  <a:pt x="17" y="134"/>
                  <a:pt x="17" y="134"/>
                  <a:pt x="16" y="133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2" name="Freeform 15">
            <a:extLst xmlns:a="http://schemas.openxmlformats.org/drawingml/2006/main">
              <a:ext uri="{FF2B5EF4-FFF2-40B4-BE49-F238E27FC236}">
                <a16:creationId xmlns:a16="http://schemas.microsoft.com/office/drawing/2014/main" id="{066733BC-C0BA-4ADF-818F-F21E5F0C0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703" y="432578"/>
            <a:ext cx="107776" cy="57594"/>
          </a:xfrm>
          <a:custGeom xmlns:a="http://schemas.openxmlformats.org/drawingml/2006/main">
            <a:gdLst>
              <a:gd name="T0" fmla="*/ 197 w 212"/>
              <a:gd name="T1" fmla="*/ 0 h 114"/>
              <a:gd name="T2" fmla="*/ 205 w 212"/>
              <a:gd name="T3" fmla="*/ 0 h 114"/>
              <a:gd name="T4" fmla="*/ 211 w 212"/>
              <a:gd name="T5" fmla="*/ 9 h 114"/>
              <a:gd name="T6" fmla="*/ 191 w 212"/>
              <a:gd name="T7" fmla="*/ 29 h 114"/>
              <a:gd name="T8" fmla="*/ 187 w 212"/>
              <a:gd name="T9" fmla="*/ 29 h 114"/>
              <a:gd name="T10" fmla="*/ 174 w 212"/>
              <a:gd name="T11" fmla="*/ 33 h 114"/>
              <a:gd name="T12" fmla="*/ 132 w 212"/>
              <a:gd name="T13" fmla="*/ 67 h 114"/>
              <a:gd name="T14" fmla="*/ 109 w 212"/>
              <a:gd name="T15" fmla="*/ 91 h 114"/>
              <a:gd name="T16" fmla="*/ 71 w 212"/>
              <a:gd name="T17" fmla="*/ 112 h 114"/>
              <a:gd name="T18" fmla="*/ 40 w 212"/>
              <a:gd name="T19" fmla="*/ 108 h 114"/>
              <a:gd name="T20" fmla="*/ 9 w 212"/>
              <a:gd name="T21" fmla="*/ 90 h 114"/>
              <a:gd name="T22" fmla="*/ 8 w 212"/>
              <a:gd name="T23" fmla="*/ 89 h 114"/>
              <a:gd name="T24" fmla="*/ 11 w 212"/>
              <a:gd name="T25" fmla="*/ 64 h 114"/>
              <a:gd name="T26" fmla="*/ 15 w 212"/>
              <a:gd name="T27" fmla="*/ 62 h 114"/>
              <a:gd name="T28" fmla="*/ 114 w 212"/>
              <a:gd name="T29" fmla="*/ 23 h 114"/>
              <a:gd name="T30" fmla="*/ 130 w 212"/>
              <a:gd name="T31" fmla="*/ 18 h 114"/>
              <a:gd name="T32" fmla="*/ 164 w 212"/>
              <a:gd name="T33" fmla="*/ 7 h 114"/>
              <a:gd name="T34" fmla="*/ 197 w 212"/>
              <a:gd name="T35" fmla="*/ 0 h 114"/>
            </a:gdLst>
            <a:rect l="0" t="0" r="r" b="b"/>
            <a:pathLst>
              <a:path w="212" h="114">
                <a:moveTo>
                  <a:pt x="197" y="0"/>
                </a:moveTo>
                <a:cubicBezTo>
                  <a:pt x="199" y="0"/>
                  <a:pt x="202" y="0"/>
                  <a:pt x="205" y="0"/>
                </a:cubicBezTo>
                <a:cubicBezTo>
                  <a:pt x="209" y="1"/>
                  <a:pt x="212" y="5"/>
                  <a:pt x="211" y="9"/>
                </a:cubicBezTo>
                <a:cubicBezTo>
                  <a:pt x="207" y="18"/>
                  <a:pt x="200" y="25"/>
                  <a:pt x="191" y="29"/>
                </a:cubicBezTo>
                <a:cubicBezTo>
                  <a:pt x="189" y="29"/>
                  <a:pt x="188" y="29"/>
                  <a:pt x="187" y="29"/>
                </a:cubicBezTo>
                <a:cubicBezTo>
                  <a:pt x="182" y="28"/>
                  <a:pt x="178" y="30"/>
                  <a:pt x="174" y="33"/>
                </a:cubicBezTo>
                <a:cubicBezTo>
                  <a:pt x="158" y="43"/>
                  <a:pt x="144" y="54"/>
                  <a:pt x="132" y="67"/>
                </a:cubicBezTo>
                <a:cubicBezTo>
                  <a:pt x="124" y="75"/>
                  <a:pt x="116" y="83"/>
                  <a:pt x="109" y="91"/>
                </a:cubicBezTo>
                <a:cubicBezTo>
                  <a:pt x="99" y="102"/>
                  <a:pt x="86" y="110"/>
                  <a:pt x="71" y="112"/>
                </a:cubicBezTo>
                <a:cubicBezTo>
                  <a:pt x="61" y="114"/>
                  <a:pt x="50" y="112"/>
                  <a:pt x="40" y="108"/>
                </a:cubicBezTo>
                <a:cubicBezTo>
                  <a:pt x="29" y="104"/>
                  <a:pt x="19" y="98"/>
                  <a:pt x="9" y="90"/>
                </a:cubicBezTo>
                <a:cubicBezTo>
                  <a:pt x="9" y="90"/>
                  <a:pt x="9" y="89"/>
                  <a:pt x="8" y="89"/>
                </a:cubicBezTo>
                <a:cubicBezTo>
                  <a:pt x="0" y="81"/>
                  <a:pt x="2" y="70"/>
                  <a:pt x="11" y="64"/>
                </a:cubicBezTo>
                <a:cubicBezTo>
                  <a:pt x="12" y="63"/>
                  <a:pt x="14" y="63"/>
                  <a:pt x="15" y="62"/>
                </a:cubicBezTo>
                <a:cubicBezTo>
                  <a:pt x="48" y="49"/>
                  <a:pt x="81" y="36"/>
                  <a:pt x="114" y="23"/>
                </a:cubicBezTo>
                <a:cubicBezTo>
                  <a:pt x="119" y="21"/>
                  <a:pt x="125" y="19"/>
                  <a:pt x="130" y="18"/>
                </a:cubicBezTo>
                <a:cubicBezTo>
                  <a:pt x="142" y="15"/>
                  <a:pt x="153" y="12"/>
                  <a:pt x="164" y="7"/>
                </a:cubicBezTo>
                <a:cubicBezTo>
                  <a:pt x="175" y="2"/>
                  <a:pt x="186" y="0"/>
                  <a:pt x="197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3" name="Freeform 16">
            <a:extLst xmlns:a="http://schemas.openxmlformats.org/drawingml/2006/main">
              <a:ext uri="{FF2B5EF4-FFF2-40B4-BE49-F238E27FC236}">
                <a16:creationId xmlns:a16="http://schemas.microsoft.com/office/drawing/2014/main" id="{04A22060-8B0F-40AC-BEA4-75DC6479A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5059" y="361297"/>
            <a:ext cx="57594" cy="63867"/>
          </a:xfrm>
          <a:custGeom xmlns:a="http://schemas.openxmlformats.org/drawingml/2006/main">
            <a:gdLst>
              <a:gd name="T0" fmla="*/ 114 w 114"/>
              <a:gd name="T1" fmla="*/ 70 h 126"/>
              <a:gd name="T2" fmla="*/ 101 w 114"/>
              <a:gd name="T3" fmla="*/ 91 h 126"/>
              <a:gd name="T4" fmla="*/ 78 w 114"/>
              <a:gd name="T5" fmla="*/ 97 h 126"/>
              <a:gd name="T6" fmla="*/ 58 w 114"/>
              <a:gd name="T7" fmla="*/ 106 h 126"/>
              <a:gd name="T8" fmla="*/ 40 w 114"/>
              <a:gd name="T9" fmla="*/ 121 h 126"/>
              <a:gd name="T10" fmla="*/ 31 w 114"/>
              <a:gd name="T11" fmla="*/ 125 h 126"/>
              <a:gd name="T12" fmla="*/ 23 w 114"/>
              <a:gd name="T13" fmla="*/ 122 h 126"/>
              <a:gd name="T14" fmla="*/ 23 w 114"/>
              <a:gd name="T15" fmla="*/ 112 h 126"/>
              <a:gd name="T16" fmla="*/ 26 w 114"/>
              <a:gd name="T17" fmla="*/ 68 h 126"/>
              <a:gd name="T18" fmla="*/ 16 w 114"/>
              <a:gd name="T19" fmla="*/ 50 h 126"/>
              <a:gd name="T20" fmla="*/ 11 w 114"/>
              <a:gd name="T21" fmla="*/ 39 h 126"/>
              <a:gd name="T22" fmla="*/ 3 w 114"/>
              <a:gd name="T23" fmla="*/ 21 h 126"/>
              <a:gd name="T24" fmla="*/ 3 w 114"/>
              <a:gd name="T25" fmla="*/ 6 h 126"/>
              <a:gd name="T26" fmla="*/ 12 w 114"/>
              <a:gd name="T27" fmla="*/ 0 h 126"/>
              <a:gd name="T28" fmla="*/ 18 w 114"/>
              <a:gd name="T29" fmla="*/ 1 h 126"/>
              <a:gd name="T30" fmla="*/ 50 w 114"/>
              <a:gd name="T31" fmla="*/ 12 h 126"/>
              <a:gd name="T32" fmla="*/ 86 w 114"/>
              <a:gd name="T33" fmla="*/ 31 h 126"/>
              <a:gd name="T34" fmla="*/ 106 w 114"/>
              <a:gd name="T35" fmla="*/ 48 h 126"/>
              <a:gd name="T36" fmla="*/ 114 w 114"/>
              <a:gd name="T37" fmla="*/ 70 h 126"/>
            </a:gdLst>
            <a:rect l="0" t="0" r="r" b="b"/>
            <a:pathLst>
              <a:path w="114" h="126">
                <a:moveTo>
                  <a:pt x="114" y="70"/>
                </a:moveTo>
                <a:cubicBezTo>
                  <a:pt x="114" y="79"/>
                  <a:pt x="109" y="86"/>
                  <a:pt x="101" y="91"/>
                </a:cubicBezTo>
                <a:cubicBezTo>
                  <a:pt x="94" y="95"/>
                  <a:pt x="86" y="97"/>
                  <a:pt x="78" y="97"/>
                </a:cubicBezTo>
                <a:cubicBezTo>
                  <a:pt x="64" y="97"/>
                  <a:pt x="66" y="98"/>
                  <a:pt x="58" y="106"/>
                </a:cubicBezTo>
                <a:cubicBezTo>
                  <a:pt x="52" y="111"/>
                  <a:pt x="46" y="116"/>
                  <a:pt x="40" y="121"/>
                </a:cubicBezTo>
                <a:cubicBezTo>
                  <a:pt x="38" y="123"/>
                  <a:pt x="35" y="124"/>
                  <a:pt x="31" y="125"/>
                </a:cubicBezTo>
                <a:cubicBezTo>
                  <a:pt x="28" y="126"/>
                  <a:pt x="25" y="125"/>
                  <a:pt x="23" y="122"/>
                </a:cubicBezTo>
                <a:cubicBezTo>
                  <a:pt x="22" y="118"/>
                  <a:pt x="21" y="115"/>
                  <a:pt x="23" y="112"/>
                </a:cubicBezTo>
                <a:cubicBezTo>
                  <a:pt x="33" y="98"/>
                  <a:pt x="33" y="83"/>
                  <a:pt x="26" y="68"/>
                </a:cubicBezTo>
                <a:cubicBezTo>
                  <a:pt x="23" y="61"/>
                  <a:pt x="19" y="56"/>
                  <a:pt x="16" y="50"/>
                </a:cubicBezTo>
                <a:cubicBezTo>
                  <a:pt x="14" y="46"/>
                  <a:pt x="12" y="43"/>
                  <a:pt x="11" y="39"/>
                </a:cubicBezTo>
                <a:cubicBezTo>
                  <a:pt x="9" y="33"/>
                  <a:pt x="7" y="27"/>
                  <a:pt x="3" y="21"/>
                </a:cubicBezTo>
                <a:cubicBezTo>
                  <a:pt x="0" y="17"/>
                  <a:pt x="0" y="12"/>
                  <a:pt x="3" y="6"/>
                </a:cubicBezTo>
                <a:cubicBezTo>
                  <a:pt x="5" y="2"/>
                  <a:pt x="8" y="0"/>
                  <a:pt x="12" y="0"/>
                </a:cubicBezTo>
                <a:cubicBezTo>
                  <a:pt x="14" y="0"/>
                  <a:pt x="16" y="1"/>
                  <a:pt x="18" y="1"/>
                </a:cubicBezTo>
                <a:cubicBezTo>
                  <a:pt x="29" y="3"/>
                  <a:pt x="40" y="7"/>
                  <a:pt x="50" y="12"/>
                </a:cubicBezTo>
                <a:cubicBezTo>
                  <a:pt x="62" y="19"/>
                  <a:pt x="74" y="25"/>
                  <a:pt x="86" y="31"/>
                </a:cubicBezTo>
                <a:cubicBezTo>
                  <a:pt x="94" y="36"/>
                  <a:pt x="101" y="41"/>
                  <a:pt x="106" y="48"/>
                </a:cubicBezTo>
                <a:cubicBezTo>
                  <a:pt x="111" y="54"/>
                  <a:pt x="114" y="61"/>
                  <a:pt x="114" y="7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4" name="Freeform 24">
            <a:extLst xmlns:a="http://schemas.openxmlformats.org/drawingml/2006/main">
              <a:ext uri="{FF2B5EF4-FFF2-40B4-BE49-F238E27FC236}">
                <a16:creationId xmlns:a16="http://schemas.microsoft.com/office/drawing/2014/main" id="{7ADEF7D7-350F-4177-85CE-1EB133EF1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4717" y="420032"/>
            <a:ext cx="56454" cy="76412"/>
          </a:xfrm>
          <a:custGeom xmlns:a="http://schemas.openxmlformats.org/drawingml/2006/main">
            <a:gdLst>
              <a:gd name="T0" fmla="*/ 111 w 111"/>
              <a:gd name="T1" fmla="*/ 118 h 150"/>
              <a:gd name="T2" fmla="*/ 108 w 111"/>
              <a:gd name="T3" fmla="*/ 125 h 150"/>
              <a:gd name="T4" fmla="*/ 94 w 111"/>
              <a:gd name="T5" fmla="*/ 142 h 150"/>
              <a:gd name="T6" fmla="*/ 80 w 111"/>
              <a:gd name="T7" fmla="*/ 149 h 150"/>
              <a:gd name="T8" fmla="*/ 72 w 111"/>
              <a:gd name="T9" fmla="*/ 144 h 150"/>
              <a:gd name="T10" fmla="*/ 66 w 111"/>
              <a:gd name="T11" fmla="*/ 117 h 150"/>
              <a:gd name="T12" fmla="*/ 59 w 111"/>
              <a:gd name="T13" fmla="*/ 90 h 150"/>
              <a:gd name="T14" fmla="*/ 50 w 111"/>
              <a:gd name="T15" fmla="*/ 75 h 150"/>
              <a:gd name="T16" fmla="*/ 19 w 111"/>
              <a:gd name="T17" fmla="*/ 40 h 150"/>
              <a:gd name="T18" fmla="*/ 6 w 111"/>
              <a:gd name="T19" fmla="*/ 27 h 150"/>
              <a:gd name="T20" fmla="*/ 0 w 111"/>
              <a:gd name="T21" fmla="*/ 10 h 150"/>
              <a:gd name="T22" fmla="*/ 0 w 111"/>
              <a:gd name="T23" fmla="*/ 8 h 150"/>
              <a:gd name="T24" fmla="*/ 9 w 111"/>
              <a:gd name="T25" fmla="*/ 2 h 150"/>
              <a:gd name="T26" fmla="*/ 18 w 111"/>
              <a:gd name="T27" fmla="*/ 7 h 150"/>
              <a:gd name="T28" fmla="*/ 27 w 111"/>
              <a:gd name="T29" fmla="*/ 15 h 150"/>
              <a:gd name="T30" fmla="*/ 44 w 111"/>
              <a:gd name="T31" fmla="*/ 26 h 150"/>
              <a:gd name="T32" fmla="*/ 85 w 111"/>
              <a:gd name="T33" fmla="*/ 57 h 150"/>
              <a:gd name="T34" fmla="*/ 110 w 111"/>
              <a:gd name="T35" fmla="*/ 114 h 150"/>
              <a:gd name="T36" fmla="*/ 110 w 111"/>
              <a:gd name="T37" fmla="*/ 117 h 150"/>
              <a:gd name="T38" fmla="*/ 111 w 111"/>
              <a:gd name="T39" fmla="*/ 118 h 150"/>
            </a:gdLst>
            <a:rect l="0" t="0" r="r" b="b"/>
            <a:pathLst>
              <a:path w="111" h="150">
                <a:moveTo>
                  <a:pt x="111" y="118"/>
                </a:moveTo>
                <a:cubicBezTo>
                  <a:pt x="110" y="120"/>
                  <a:pt x="109" y="123"/>
                  <a:pt x="108" y="125"/>
                </a:cubicBezTo>
                <a:cubicBezTo>
                  <a:pt x="103" y="131"/>
                  <a:pt x="99" y="136"/>
                  <a:pt x="94" y="142"/>
                </a:cubicBezTo>
                <a:cubicBezTo>
                  <a:pt x="90" y="146"/>
                  <a:pt x="86" y="148"/>
                  <a:pt x="80" y="149"/>
                </a:cubicBezTo>
                <a:cubicBezTo>
                  <a:pt x="75" y="150"/>
                  <a:pt x="73" y="149"/>
                  <a:pt x="72" y="144"/>
                </a:cubicBezTo>
                <a:cubicBezTo>
                  <a:pt x="70" y="135"/>
                  <a:pt x="68" y="126"/>
                  <a:pt x="66" y="117"/>
                </a:cubicBezTo>
                <a:cubicBezTo>
                  <a:pt x="64" y="108"/>
                  <a:pt x="63" y="99"/>
                  <a:pt x="59" y="90"/>
                </a:cubicBezTo>
                <a:cubicBezTo>
                  <a:pt x="57" y="85"/>
                  <a:pt x="54" y="80"/>
                  <a:pt x="50" y="75"/>
                </a:cubicBezTo>
                <a:cubicBezTo>
                  <a:pt x="40" y="63"/>
                  <a:pt x="29" y="51"/>
                  <a:pt x="19" y="40"/>
                </a:cubicBezTo>
                <a:cubicBezTo>
                  <a:pt x="15" y="35"/>
                  <a:pt x="11" y="31"/>
                  <a:pt x="6" y="27"/>
                </a:cubicBezTo>
                <a:cubicBezTo>
                  <a:pt x="1" y="22"/>
                  <a:pt x="0" y="17"/>
                  <a:pt x="0" y="10"/>
                </a:cubicBezTo>
                <a:cubicBezTo>
                  <a:pt x="0" y="9"/>
                  <a:pt x="0" y="9"/>
                  <a:pt x="0" y="8"/>
                </a:cubicBezTo>
                <a:cubicBezTo>
                  <a:pt x="2" y="1"/>
                  <a:pt x="3" y="0"/>
                  <a:pt x="9" y="2"/>
                </a:cubicBezTo>
                <a:cubicBezTo>
                  <a:pt x="12" y="4"/>
                  <a:pt x="15" y="5"/>
                  <a:pt x="18" y="7"/>
                </a:cubicBezTo>
                <a:cubicBezTo>
                  <a:pt x="21" y="10"/>
                  <a:pt x="24" y="12"/>
                  <a:pt x="27" y="15"/>
                </a:cubicBezTo>
                <a:cubicBezTo>
                  <a:pt x="32" y="20"/>
                  <a:pt x="38" y="24"/>
                  <a:pt x="44" y="26"/>
                </a:cubicBezTo>
                <a:cubicBezTo>
                  <a:pt x="61" y="33"/>
                  <a:pt x="74" y="43"/>
                  <a:pt x="85" y="57"/>
                </a:cubicBezTo>
                <a:cubicBezTo>
                  <a:pt x="98" y="73"/>
                  <a:pt x="107" y="92"/>
                  <a:pt x="110" y="114"/>
                </a:cubicBezTo>
                <a:cubicBezTo>
                  <a:pt x="110" y="115"/>
                  <a:pt x="110" y="116"/>
                  <a:pt x="110" y="117"/>
                </a:cubicBezTo>
                <a:cubicBezTo>
                  <a:pt x="110" y="117"/>
                  <a:pt x="110" y="118"/>
                  <a:pt x="111" y="1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5" name="Freeform 26">
            <a:extLst xmlns:a="http://schemas.openxmlformats.org/drawingml/2006/main">
              <a:ext uri="{FF2B5EF4-FFF2-40B4-BE49-F238E27FC236}">
                <a16:creationId xmlns:a16="http://schemas.microsoft.com/office/drawing/2014/main" id="{0755905C-E7AE-4F65-9F5C-DBCC6DE5B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4100" y="564304"/>
            <a:ext cx="41057" cy="50181"/>
          </a:xfrm>
          <a:custGeom xmlns:a="http://schemas.openxmlformats.org/drawingml/2006/main">
            <a:gdLst>
              <a:gd name="T0" fmla="*/ 0 w 81"/>
              <a:gd name="T1" fmla="*/ 18 h 99"/>
              <a:gd name="T2" fmla="*/ 1 w 81"/>
              <a:gd name="T3" fmla="*/ 9 h 99"/>
              <a:gd name="T4" fmla="*/ 11 w 81"/>
              <a:gd name="T5" fmla="*/ 1 h 99"/>
              <a:gd name="T6" fmla="*/ 50 w 81"/>
              <a:gd name="T7" fmla="*/ 12 h 99"/>
              <a:gd name="T8" fmla="*/ 78 w 81"/>
              <a:gd name="T9" fmla="*/ 44 h 99"/>
              <a:gd name="T10" fmla="*/ 80 w 81"/>
              <a:gd name="T11" fmla="*/ 51 h 99"/>
              <a:gd name="T12" fmla="*/ 77 w 81"/>
              <a:gd name="T13" fmla="*/ 79 h 99"/>
              <a:gd name="T14" fmla="*/ 43 w 81"/>
              <a:gd name="T15" fmla="*/ 92 h 99"/>
              <a:gd name="T16" fmla="*/ 30 w 81"/>
              <a:gd name="T17" fmla="*/ 81 h 99"/>
              <a:gd name="T18" fmla="*/ 12 w 81"/>
              <a:gd name="T19" fmla="*/ 60 h 99"/>
              <a:gd name="T20" fmla="*/ 1 w 81"/>
              <a:gd name="T21" fmla="*/ 24 h 99"/>
              <a:gd name="T22" fmla="*/ 1 w 81"/>
              <a:gd name="T23" fmla="*/ 18 h 99"/>
              <a:gd name="T24" fmla="*/ 0 w 81"/>
              <a:gd name="T25" fmla="*/ 18 h 99"/>
            </a:gdLst>
            <a:rect l="0" t="0" r="r" b="b"/>
            <a:pathLst>
              <a:path w="81" h="99">
                <a:moveTo>
                  <a:pt x="0" y="18"/>
                </a:moveTo>
                <a:cubicBezTo>
                  <a:pt x="1" y="15"/>
                  <a:pt x="1" y="12"/>
                  <a:pt x="1" y="9"/>
                </a:cubicBezTo>
                <a:cubicBezTo>
                  <a:pt x="2" y="4"/>
                  <a:pt x="5" y="1"/>
                  <a:pt x="11" y="1"/>
                </a:cubicBezTo>
                <a:cubicBezTo>
                  <a:pt x="25" y="0"/>
                  <a:pt x="39" y="2"/>
                  <a:pt x="50" y="12"/>
                </a:cubicBezTo>
                <a:cubicBezTo>
                  <a:pt x="62" y="21"/>
                  <a:pt x="70" y="32"/>
                  <a:pt x="78" y="44"/>
                </a:cubicBezTo>
                <a:cubicBezTo>
                  <a:pt x="79" y="46"/>
                  <a:pt x="80" y="49"/>
                  <a:pt x="80" y="51"/>
                </a:cubicBezTo>
                <a:cubicBezTo>
                  <a:pt x="81" y="61"/>
                  <a:pt x="80" y="70"/>
                  <a:pt x="77" y="79"/>
                </a:cubicBezTo>
                <a:cubicBezTo>
                  <a:pt x="74" y="89"/>
                  <a:pt x="57" y="99"/>
                  <a:pt x="43" y="92"/>
                </a:cubicBezTo>
                <a:cubicBezTo>
                  <a:pt x="38" y="89"/>
                  <a:pt x="33" y="86"/>
                  <a:pt x="30" y="81"/>
                </a:cubicBezTo>
                <a:cubicBezTo>
                  <a:pt x="24" y="74"/>
                  <a:pt x="18" y="67"/>
                  <a:pt x="12" y="60"/>
                </a:cubicBezTo>
                <a:cubicBezTo>
                  <a:pt x="4" y="49"/>
                  <a:pt x="2" y="37"/>
                  <a:pt x="1" y="24"/>
                </a:cubicBezTo>
                <a:cubicBezTo>
                  <a:pt x="1" y="22"/>
                  <a:pt x="1" y="20"/>
                  <a:pt x="1" y="18"/>
                </a:cubicBezTo>
                <a:cubicBezTo>
                  <a:pt x="1" y="18"/>
                  <a:pt x="1" y="18"/>
                  <a:pt x="0" y="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6" name="Freeform 28">
            <a:extLst xmlns:a="http://schemas.openxmlformats.org/drawingml/2006/main">
              <a:ext uri="{FF2B5EF4-FFF2-40B4-BE49-F238E27FC236}">
                <a16:creationId xmlns:a16="http://schemas.microsoft.com/office/drawing/2014/main" id="{7DB06F6B-668C-425D-AD4A-F61A703D0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7552" y="552329"/>
            <a:ext cx="43908" cy="50751"/>
          </a:xfrm>
          <a:custGeom xmlns:a="http://schemas.openxmlformats.org/drawingml/2006/main">
            <a:gdLst>
              <a:gd name="T0" fmla="*/ 38 w 87"/>
              <a:gd name="T1" fmla="*/ 100 h 100"/>
              <a:gd name="T2" fmla="*/ 27 w 87"/>
              <a:gd name="T3" fmla="*/ 98 h 100"/>
              <a:gd name="T4" fmla="*/ 22 w 87"/>
              <a:gd name="T5" fmla="*/ 91 h 100"/>
              <a:gd name="T6" fmla="*/ 17 w 87"/>
              <a:gd name="T7" fmla="*/ 65 h 100"/>
              <a:gd name="T8" fmla="*/ 1 w 87"/>
              <a:gd name="T9" fmla="*/ 16 h 100"/>
              <a:gd name="T10" fmla="*/ 0 w 87"/>
              <a:gd name="T11" fmla="*/ 4 h 100"/>
              <a:gd name="T12" fmla="*/ 4 w 87"/>
              <a:gd name="T13" fmla="*/ 0 h 100"/>
              <a:gd name="T14" fmla="*/ 12 w 87"/>
              <a:gd name="T15" fmla="*/ 0 h 100"/>
              <a:gd name="T16" fmla="*/ 20 w 87"/>
              <a:gd name="T17" fmla="*/ 4 h 100"/>
              <a:gd name="T18" fmla="*/ 31 w 87"/>
              <a:gd name="T19" fmla="*/ 12 h 100"/>
              <a:gd name="T20" fmla="*/ 65 w 87"/>
              <a:gd name="T21" fmla="*/ 41 h 100"/>
              <a:gd name="T22" fmla="*/ 78 w 87"/>
              <a:gd name="T23" fmla="*/ 56 h 100"/>
              <a:gd name="T24" fmla="*/ 73 w 87"/>
              <a:gd name="T25" fmla="*/ 87 h 100"/>
              <a:gd name="T26" fmla="*/ 38 w 87"/>
              <a:gd name="T27" fmla="*/ 100 h 100"/>
            </a:gdLst>
            <a:rect l="0" t="0" r="r" b="b"/>
            <a:pathLst>
              <a:path w="87" h="100">
                <a:moveTo>
                  <a:pt x="38" y="100"/>
                </a:moveTo>
                <a:cubicBezTo>
                  <a:pt x="34" y="99"/>
                  <a:pt x="31" y="99"/>
                  <a:pt x="27" y="98"/>
                </a:cubicBezTo>
                <a:cubicBezTo>
                  <a:pt x="24" y="97"/>
                  <a:pt x="22" y="94"/>
                  <a:pt x="22" y="91"/>
                </a:cubicBezTo>
                <a:cubicBezTo>
                  <a:pt x="23" y="81"/>
                  <a:pt x="20" y="73"/>
                  <a:pt x="17" y="65"/>
                </a:cubicBezTo>
                <a:cubicBezTo>
                  <a:pt x="11" y="49"/>
                  <a:pt x="4" y="33"/>
                  <a:pt x="1" y="16"/>
                </a:cubicBezTo>
                <a:cubicBezTo>
                  <a:pt x="0" y="12"/>
                  <a:pt x="0" y="8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7" y="0"/>
                  <a:pt x="10" y="0"/>
                  <a:pt x="12" y="0"/>
                </a:cubicBezTo>
                <a:cubicBezTo>
                  <a:pt x="15" y="1"/>
                  <a:pt x="18" y="2"/>
                  <a:pt x="20" y="4"/>
                </a:cubicBezTo>
                <a:cubicBezTo>
                  <a:pt x="24" y="7"/>
                  <a:pt x="28" y="9"/>
                  <a:pt x="31" y="12"/>
                </a:cubicBezTo>
                <a:cubicBezTo>
                  <a:pt x="42" y="22"/>
                  <a:pt x="54" y="31"/>
                  <a:pt x="65" y="41"/>
                </a:cubicBezTo>
                <a:cubicBezTo>
                  <a:pt x="70" y="45"/>
                  <a:pt x="74" y="51"/>
                  <a:pt x="78" y="56"/>
                </a:cubicBezTo>
                <a:cubicBezTo>
                  <a:pt x="87" y="69"/>
                  <a:pt x="85" y="78"/>
                  <a:pt x="73" y="87"/>
                </a:cubicBezTo>
                <a:cubicBezTo>
                  <a:pt x="64" y="95"/>
                  <a:pt x="50" y="100"/>
                  <a:pt x="38" y="1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7" name="Freeform 36">
            <a:extLst xmlns:a="http://schemas.openxmlformats.org/drawingml/2006/main">
              <a:ext uri="{FF2B5EF4-FFF2-40B4-BE49-F238E27FC236}">
                <a16:creationId xmlns:a16="http://schemas.microsoft.com/office/drawing/2014/main" id="{4AFAD48C-48DA-4725-959B-C45E1AB78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3006" y="481619"/>
            <a:ext cx="22809" cy="43908"/>
          </a:xfrm>
          <a:custGeom xmlns:a="http://schemas.openxmlformats.org/drawingml/2006/main">
            <a:gdLst>
              <a:gd name="T0" fmla="*/ 6 w 44"/>
              <a:gd name="T1" fmla="*/ 57 h 87"/>
              <a:gd name="T2" fmla="*/ 2 w 44"/>
              <a:gd name="T3" fmla="*/ 8 h 87"/>
              <a:gd name="T4" fmla="*/ 3 w 44"/>
              <a:gd name="T5" fmla="*/ 2 h 87"/>
              <a:gd name="T6" fmla="*/ 10 w 44"/>
              <a:gd name="T7" fmla="*/ 2 h 87"/>
              <a:gd name="T8" fmla="*/ 15 w 44"/>
              <a:gd name="T9" fmla="*/ 6 h 87"/>
              <a:gd name="T10" fmla="*/ 29 w 44"/>
              <a:gd name="T11" fmla="*/ 22 h 87"/>
              <a:gd name="T12" fmla="*/ 39 w 44"/>
              <a:gd name="T13" fmla="*/ 36 h 87"/>
              <a:gd name="T14" fmla="*/ 43 w 44"/>
              <a:gd name="T15" fmla="*/ 52 h 87"/>
              <a:gd name="T16" fmla="*/ 38 w 44"/>
              <a:gd name="T17" fmla="*/ 74 h 87"/>
              <a:gd name="T18" fmla="*/ 16 w 44"/>
              <a:gd name="T19" fmla="*/ 87 h 87"/>
              <a:gd name="T20" fmla="*/ 8 w 44"/>
              <a:gd name="T21" fmla="*/ 81 h 87"/>
              <a:gd name="T22" fmla="*/ 6 w 44"/>
              <a:gd name="T23" fmla="*/ 65 h 87"/>
              <a:gd name="T24" fmla="*/ 6 w 44"/>
              <a:gd name="T25" fmla="*/ 57 h 87"/>
            </a:gdLst>
            <a:rect l="0" t="0" r="r" b="b"/>
            <a:pathLst>
              <a:path w="44" h="87">
                <a:moveTo>
                  <a:pt x="6" y="57"/>
                </a:moveTo>
                <a:cubicBezTo>
                  <a:pt x="7" y="39"/>
                  <a:pt x="5" y="23"/>
                  <a:pt x="2" y="8"/>
                </a:cubicBezTo>
                <a:cubicBezTo>
                  <a:pt x="1" y="6"/>
                  <a:pt x="0" y="3"/>
                  <a:pt x="3" y="2"/>
                </a:cubicBezTo>
                <a:cubicBezTo>
                  <a:pt x="5" y="0"/>
                  <a:pt x="7" y="0"/>
                  <a:pt x="10" y="2"/>
                </a:cubicBezTo>
                <a:cubicBezTo>
                  <a:pt x="12" y="3"/>
                  <a:pt x="14" y="4"/>
                  <a:pt x="15" y="6"/>
                </a:cubicBezTo>
                <a:cubicBezTo>
                  <a:pt x="20" y="11"/>
                  <a:pt x="25" y="17"/>
                  <a:pt x="29" y="22"/>
                </a:cubicBezTo>
                <a:cubicBezTo>
                  <a:pt x="33" y="27"/>
                  <a:pt x="36" y="32"/>
                  <a:pt x="39" y="36"/>
                </a:cubicBezTo>
                <a:cubicBezTo>
                  <a:pt x="42" y="41"/>
                  <a:pt x="44" y="46"/>
                  <a:pt x="43" y="52"/>
                </a:cubicBezTo>
                <a:cubicBezTo>
                  <a:pt x="42" y="59"/>
                  <a:pt x="41" y="67"/>
                  <a:pt x="38" y="74"/>
                </a:cubicBezTo>
                <a:cubicBezTo>
                  <a:pt x="33" y="83"/>
                  <a:pt x="27" y="87"/>
                  <a:pt x="16" y="87"/>
                </a:cubicBezTo>
                <a:cubicBezTo>
                  <a:pt x="12" y="87"/>
                  <a:pt x="10" y="85"/>
                  <a:pt x="8" y="81"/>
                </a:cubicBezTo>
                <a:cubicBezTo>
                  <a:pt x="6" y="76"/>
                  <a:pt x="6" y="71"/>
                  <a:pt x="6" y="65"/>
                </a:cubicBezTo>
                <a:cubicBezTo>
                  <a:pt x="6" y="62"/>
                  <a:pt x="6" y="59"/>
                  <a:pt x="6" y="5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9" name="Freeform 8">
            <a:extLst xmlns:a="http://schemas.openxmlformats.org/drawingml/2006/main">
              <a:ext uri="{FF2B5EF4-FFF2-40B4-BE49-F238E27FC236}">
                <a16:creationId xmlns:a16="http://schemas.microsoft.com/office/drawing/2014/main" id="{127B8E5A-9BD9-4D3D-8311-5F99FD36C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7780" y="329883"/>
            <a:ext cx="445930" cy="444892"/>
          </a:xfrm>
          <a:custGeom xmlns:a="http://schemas.openxmlformats.org/drawingml/2006/main"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0" name="Freeform 42">
            <a:extLst xmlns:a="http://schemas.openxmlformats.org/drawingml/2006/main">
              <a:ext uri="{FF2B5EF4-FFF2-40B4-BE49-F238E27FC236}">
                <a16:creationId xmlns:a16="http://schemas.microsoft.com/office/drawing/2014/main" id="{440A2846-73D8-4F41-97C9-DD61B4B9F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5990" y="387574"/>
            <a:ext cx="328990" cy="328471"/>
          </a:xfrm>
          <a:custGeom xmlns:a="http://schemas.openxmlformats.org/drawingml/2006/main"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1" name="Freeform 43">
            <a:extLst xmlns:a="http://schemas.openxmlformats.org/drawingml/2006/main">
              <a:ext uri="{FF2B5EF4-FFF2-40B4-BE49-F238E27FC236}">
                <a16:creationId xmlns:a16="http://schemas.microsoft.com/office/drawing/2014/main" id="{91A4FC18-4384-4549-A8CF-E67A62B58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836" y="420317"/>
            <a:ext cx="36381" cy="43657"/>
          </a:xfrm>
          <a:custGeom xmlns:a="http://schemas.openxmlformats.org/drawingml/2006/main"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2" name="Freeform 44">
            <a:extLst xmlns:a="http://schemas.openxmlformats.org/drawingml/2006/main">
              <a:ext uri="{FF2B5EF4-FFF2-40B4-BE49-F238E27FC236}">
                <a16:creationId xmlns:a16="http://schemas.microsoft.com/office/drawing/2014/main" id="{16E6E0C8-079E-4FB5-BCDC-7FA3B41EC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451" y="502955"/>
            <a:ext cx="34822" cy="37420"/>
          </a:xfrm>
          <a:custGeom xmlns:a="http://schemas.openxmlformats.org/drawingml/2006/main"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3" name="Freeform 45">
            <a:extLst xmlns:a="http://schemas.openxmlformats.org/drawingml/2006/main">
              <a:ext uri="{FF2B5EF4-FFF2-40B4-BE49-F238E27FC236}">
                <a16:creationId xmlns:a16="http://schemas.microsoft.com/office/drawing/2014/main" id="{F481A9F8-3915-46C4-8E18-5E3C91CBE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0534" y="383416"/>
            <a:ext cx="37940" cy="40539"/>
          </a:xfrm>
          <a:custGeom xmlns:a="http://schemas.openxmlformats.org/drawingml/2006/main"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4" name="Freeform 46">
            <a:extLst xmlns:a="http://schemas.openxmlformats.org/drawingml/2006/main">
              <a:ext uri="{FF2B5EF4-FFF2-40B4-BE49-F238E27FC236}">
                <a16:creationId xmlns:a16="http://schemas.microsoft.com/office/drawing/2014/main" id="{21EB70EE-8697-4C55-98CF-5E1EF8437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451" y="561165"/>
            <a:ext cx="32743" cy="31184"/>
          </a:xfrm>
          <a:custGeom xmlns:a="http://schemas.openxmlformats.org/drawingml/2006/main"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5" name="Freeform 47">
            <a:extLst xmlns:a="http://schemas.openxmlformats.org/drawingml/2006/main">
              <a:ext uri="{FF2B5EF4-FFF2-40B4-BE49-F238E27FC236}">
                <a16:creationId xmlns:a16="http://schemas.microsoft.com/office/drawing/2014/main" id="{A88DDA9F-098F-44D4-BB89-699635D41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2285" y="723322"/>
            <a:ext cx="22868" cy="32743"/>
          </a:xfrm>
          <a:custGeom xmlns:a="http://schemas.openxmlformats.org/drawingml/2006/main"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6" name="Freeform 48">
            <a:extLst xmlns:a="http://schemas.openxmlformats.org/drawingml/2006/main">
              <a:ext uri="{FF2B5EF4-FFF2-40B4-BE49-F238E27FC236}">
                <a16:creationId xmlns:a16="http://schemas.microsoft.com/office/drawing/2014/main" id="{001FD6AB-9853-461C-9B27-541F05690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8444" y="613138"/>
            <a:ext cx="33782" cy="29105"/>
          </a:xfrm>
          <a:custGeom xmlns:a="http://schemas.openxmlformats.org/drawingml/2006/main"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7" name="Freeform 49">
            <a:extLst xmlns:a="http://schemas.openxmlformats.org/drawingml/2006/main">
              <a:ext uri="{FF2B5EF4-FFF2-40B4-BE49-F238E27FC236}">
                <a16:creationId xmlns:a16="http://schemas.microsoft.com/office/drawing/2014/main" id="{426EB140-57A8-4AF6-ADF4-9A40DCC5B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8194" y="415639"/>
            <a:ext cx="40019" cy="43657"/>
          </a:xfrm>
          <a:custGeom xmlns:a="http://schemas.openxmlformats.org/drawingml/2006/main"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8" name="Freeform 50">
            <a:extLst xmlns:a="http://schemas.openxmlformats.org/drawingml/2006/main">
              <a:ext uri="{FF2B5EF4-FFF2-40B4-BE49-F238E27FC236}">
                <a16:creationId xmlns:a16="http://schemas.microsoft.com/office/drawing/2014/main" id="{8BF6B948-1035-4222-AA74-1912F620B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3113" y="709289"/>
            <a:ext cx="28065" cy="32223"/>
          </a:xfrm>
          <a:custGeom xmlns:a="http://schemas.openxmlformats.org/drawingml/2006/main"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9" name="Freeform 51">
            <a:extLst xmlns:a="http://schemas.openxmlformats.org/drawingml/2006/main">
              <a:ext uri="{FF2B5EF4-FFF2-40B4-BE49-F238E27FC236}">
                <a16:creationId xmlns:a16="http://schemas.microsoft.com/office/drawing/2014/main" id="{499A3C20-0648-4AAE-9450-064BA0D60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6135" y="379258"/>
            <a:ext cx="37940" cy="36901"/>
          </a:xfrm>
          <a:custGeom xmlns:a="http://schemas.openxmlformats.org/drawingml/2006/main"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0" name="Freeform 52">
            <a:extLst xmlns:a="http://schemas.openxmlformats.org/drawingml/2006/main">
              <a:ext uri="{FF2B5EF4-FFF2-40B4-BE49-F238E27FC236}">
                <a16:creationId xmlns:a16="http://schemas.microsoft.com/office/drawing/2014/main" id="{31F6400A-1B86-4801-A3E2-D7FC4C236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8397" y="345475"/>
            <a:ext cx="30144" cy="32743"/>
          </a:xfrm>
          <a:custGeom xmlns:a="http://schemas.openxmlformats.org/drawingml/2006/main"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1" name="Freeform 53">
            <a:extLst xmlns:a="http://schemas.openxmlformats.org/drawingml/2006/main">
              <a:ext uri="{FF2B5EF4-FFF2-40B4-BE49-F238E27FC236}">
                <a16:creationId xmlns:a16="http://schemas.microsoft.com/office/drawing/2014/main" id="{74BE2DEE-A537-4694-B627-CBD38C126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5298" y="723322"/>
            <a:ext cx="23387" cy="33262"/>
          </a:xfrm>
          <a:custGeom xmlns:a="http://schemas.openxmlformats.org/drawingml/2006/main"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2" name="Freeform 54">
            <a:extLst xmlns:a="http://schemas.openxmlformats.org/drawingml/2006/main">
              <a:ext uri="{FF2B5EF4-FFF2-40B4-BE49-F238E27FC236}">
                <a16:creationId xmlns:a16="http://schemas.microsoft.com/office/drawing/2014/main" id="{A23E6889-33F2-43BE-82BE-15125AB76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5" y="351712"/>
            <a:ext cx="31183" cy="35341"/>
          </a:xfrm>
          <a:custGeom xmlns:a="http://schemas.openxmlformats.org/drawingml/2006/main"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3" name="Freeform 55">
            <a:extLst xmlns:a="http://schemas.openxmlformats.org/drawingml/2006/main">
              <a:ext uri="{FF2B5EF4-FFF2-40B4-BE49-F238E27FC236}">
                <a16:creationId xmlns:a16="http://schemas.microsoft.com/office/drawing/2014/main" id="{24B15132-7ECA-4DE1-A58A-6C99AAD7D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303" y="471251"/>
            <a:ext cx="36381" cy="29105"/>
          </a:xfrm>
          <a:custGeom xmlns:a="http://schemas.openxmlformats.org/drawingml/2006/main"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4" name="Freeform 56">
            <a:extLst xmlns:a="http://schemas.openxmlformats.org/drawingml/2006/main">
              <a:ext uri="{FF2B5EF4-FFF2-40B4-BE49-F238E27FC236}">
                <a16:creationId xmlns:a16="http://schemas.microsoft.com/office/drawing/2014/main" id="{271E1F9A-CCE5-46B5-916F-E57861BC7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823" y="607941"/>
            <a:ext cx="35861" cy="33262"/>
          </a:xfrm>
          <a:custGeom xmlns:a="http://schemas.openxmlformats.org/drawingml/2006/main"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5" name="Freeform 57">
            <a:extLst xmlns:a="http://schemas.openxmlformats.org/drawingml/2006/main">
              <a:ext uri="{FF2B5EF4-FFF2-40B4-BE49-F238E27FC236}">
                <a16:creationId xmlns:a16="http://schemas.microsoft.com/office/drawing/2014/main" id="{DE699E56-44B3-43D8-BF34-8B039AAA5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816" y="556487"/>
            <a:ext cx="31703" cy="28065"/>
          </a:xfrm>
          <a:custGeom xmlns:a="http://schemas.openxmlformats.org/drawingml/2006/main"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6" name="Freeform 58">
            <a:extLst xmlns:a="http://schemas.openxmlformats.org/drawingml/2006/main">
              <a:ext uri="{FF2B5EF4-FFF2-40B4-BE49-F238E27FC236}">
                <a16:creationId xmlns:a16="http://schemas.microsoft.com/office/drawing/2014/main" id="{58FFEEDA-FBF2-4603-A0F4-90793EFC7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8830" y="357949"/>
            <a:ext cx="28585" cy="35861"/>
          </a:xfrm>
          <a:custGeom xmlns:a="http://schemas.openxmlformats.org/drawingml/2006/main"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7" name="Freeform 59">
            <a:extLst xmlns:a="http://schemas.openxmlformats.org/drawingml/2006/main">
              <a:ext uri="{FF2B5EF4-FFF2-40B4-BE49-F238E27FC236}">
                <a16:creationId xmlns:a16="http://schemas.microsoft.com/office/drawing/2014/main" id="{30536F3F-E585-4E6E-8A12-376F4C155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9484" y="461896"/>
            <a:ext cx="32743" cy="28585"/>
          </a:xfrm>
          <a:custGeom xmlns:a="http://schemas.openxmlformats.org/drawingml/2006/main"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8" name="Freeform 60">
            <a:extLst xmlns:a="http://schemas.openxmlformats.org/drawingml/2006/main">
              <a:ext uri="{FF2B5EF4-FFF2-40B4-BE49-F238E27FC236}">
                <a16:creationId xmlns:a16="http://schemas.microsoft.com/office/drawing/2014/main" id="{2A1E09A6-5C42-44F9-B485-C8C3E7436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297" y="515428"/>
            <a:ext cx="31703" cy="20789"/>
          </a:xfrm>
          <a:custGeom xmlns:a="http://schemas.openxmlformats.org/drawingml/2006/main"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9" name="Freeform 61">
            <a:extLst xmlns:a="http://schemas.openxmlformats.org/drawingml/2006/main">
              <a:ext uri="{FF2B5EF4-FFF2-40B4-BE49-F238E27FC236}">
                <a16:creationId xmlns:a16="http://schemas.microsoft.com/office/drawing/2014/main" id="{80C1831A-7FB9-4C64-9044-72811EF21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6212" y="349113"/>
            <a:ext cx="19230" cy="32223"/>
          </a:xfrm>
          <a:custGeom xmlns:a="http://schemas.openxmlformats.org/drawingml/2006/main"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0" name="Freeform 62">
            <a:extLst xmlns:a="http://schemas.openxmlformats.org/drawingml/2006/main">
              <a:ext uri="{FF2B5EF4-FFF2-40B4-BE49-F238E27FC236}">
                <a16:creationId xmlns:a16="http://schemas.microsoft.com/office/drawing/2014/main" id="{D2389747-4FB2-45E7-90C2-A01A0669D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8753" y="711368"/>
            <a:ext cx="23907" cy="31184"/>
          </a:xfrm>
          <a:custGeom xmlns:a="http://schemas.openxmlformats.org/drawingml/2006/main"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1" name="Freeform 71">
            <a:extLst xmlns:a="http://schemas.openxmlformats.org/drawingml/2006/main">
              <a:ext uri="{FF2B5EF4-FFF2-40B4-BE49-F238E27FC236}">
                <a16:creationId xmlns:a16="http://schemas.microsoft.com/office/drawing/2014/main" id="{96C90E1B-3849-4B57-8404-3CCC9FB4F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0023" y="401606"/>
            <a:ext cx="301445" cy="300925"/>
          </a:xfrm>
          <a:custGeom xmlns:a="http://schemas.openxmlformats.org/drawingml/2006/main"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2" name="直接连接符 121">
            <a:extLst xmlns:a="http://schemas.openxmlformats.org/drawingml/2006/main">
              <a:ext uri="{FF2B5EF4-FFF2-40B4-BE49-F238E27FC236}">
                <a16:creationId xmlns:a16="http://schemas.microsoft.com/office/drawing/2014/main" id="{046EBF50-28BC-43F0-99A6-0356CF249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381750"/>
            <a:ext cx="113157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tx1">
                <a:lumMod val="75000"/>
                <a:lumOff val="2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3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D6B8E39E-C2FE-46D5-A27E-7CD7082449B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9005791" y="6394353"/>
            <a:ext cx="2743200" cy="2921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71" name="直接连接符 70">
            <a:extLst xmlns:a="http://schemas.openxmlformats.org/drawingml/2006/main">
              <a:ext uri="{FF2B5EF4-FFF2-40B4-BE49-F238E27FC236}">
                <a16:creationId xmlns:a16="http://schemas.microsoft.com/office/drawing/2014/main" id="{1E315D1F-5090-49C6-9DB9-00A99CA51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067" y="868363"/>
            <a:ext cx="11008783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tx1">
                <a:lumMod val="75000"/>
                <a:lumOff val="2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5" name="直接连接符 64">
            <a:extLst xmlns:a="http://schemas.openxmlformats.org/drawingml/2006/main">
              <a:ext uri="{FF2B5EF4-FFF2-40B4-BE49-F238E27FC236}">
                <a16:creationId xmlns:a16="http://schemas.microsoft.com/office/drawing/2014/main" id="{8A12E164-C682-45E0-82F6-621371147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06" y="867990"/>
            <a:ext cx="589713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4" name="标题 1">
            <a:extLst xmlns:a="http://schemas.openxmlformats.org/drawingml/2006/main">
              <a:ext uri="{FF2B5EF4-FFF2-40B4-BE49-F238E27FC236}">
                <a16:creationId xmlns:a16="http://schemas.microsoft.com/office/drawing/2014/main" id="{68F6EE37-48C9-41A3-B3B3-FA239D58A71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42913" y="243569"/>
            <a:ext cx="9056851" cy="61751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400" b="1" kern="1200" baseline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/>
        </p:txBody>
      </p:sp>
      <p:sp>
        <p:nvSpPr>
          <p:cNvPr id="63" name="文本框 62">
            <a:extLst xmlns:a="http://schemas.openxmlformats.org/drawingml/2006/main">
              <a:ext uri="{FF2B5EF4-FFF2-40B4-BE49-F238E27FC236}">
                <a16:creationId xmlns:a16="http://schemas.microsoft.com/office/drawing/2014/main" id="{A1B38429-4F94-4FE1-94AB-3357A9352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3" y="6394353"/>
            <a:ext cx="1545907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 userDrawn="1">
  <p:cSld name="内容页-上短下长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42C81177-FF5A-4B0F-85E3-481BC0902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06" y="867990"/>
            <a:ext cx="2433027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6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5" name="直接连接符 64">
            <a:extLst xmlns:a="http://schemas.openxmlformats.org/drawingml/2006/main">
              <a:ext uri="{FF2B5EF4-FFF2-40B4-BE49-F238E27FC236}">
                <a16:creationId xmlns:a16="http://schemas.microsoft.com/office/drawing/2014/main" id="{8D7D3C49-5327-459C-8262-49F669508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06" y="867990"/>
            <a:ext cx="589713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8" name="Freeform 17">
            <a:extLst xmlns:a="http://schemas.openxmlformats.org/drawingml/2006/main">
              <a:ext uri="{FF2B5EF4-FFF2-40B4-BE49-F238E27FC236}">
                <a16:creationId xmlns:a16="http://schemas.microsoft.com/office/drawing/2014/main" id="{3589A812-F478-4626-B423-5FBBD6B1F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8081" y="688617"/>
            <a:ext cx="64437" cy="68999"/>
          </a:xfrm>
          <a:custGeom xmlns:a="http://schemas.openxmlformats.org/drawingml/2006/main">
            <a:gdLst>
              <a:gd name="T0" fmla="*/ 34 w 127"/>
              <a:gd name="T1" fmla="*/ 71 h 136"/>
              <a:gd name="T2" fmla="*/ 34 w 127"/>
              <a:gd name="T3" fmla="*/ 81 h 136"/>
              <a:gd name="T4" fmla="*/ 34 w 127"/>
              <a:gd name="T5" fmla="*/ 114 h 136"/>
              <a:gd name="T6" fmla="*/ 35 w 127"/>
              <a:gd name="T7" fmla="*/ 122 h 136"/>
              <a:gd name="T8" fmla="*/ 40 w 127"/>
              <a:gd name="T9" fmla="*/ 127 h 136"/>
              <a:gd name="T10" fmla="*/ 49 w 127"/>
              <a:gd name="T11" fmla="*/ 128 h 136"/>
              <a:gd name="T12" fmla="*/ 49 w 127"/>
              <a:gd name="T13" fmla="*/ 135 h 136"/>
              <a:gd name="T14" fmla="*/ 1 w 127"/>
              <a:gd name="T15" fmla="*/ 135 h 136"/>
              <a:gd name="T16" fmla="*/ 0 w 127"/>
              <a:gd name="T17" fmla="*/ 132 h 136"/>
              <a:gd name="T18" fmla="*/ 0 w 127"/>
              <a:gd name="T19" fmla="*/ 128 h 136"/>
              <a:gd name="T20" fmla="*/ 9 w 127"/>
              <a:gd name="T21" fmla="*/ 127 h 136"/>
              <a:gd name="T22" fmla="*/ 16 w 127"/>
              <a:gd name="T23" fmla="*/ 120 h 136"/>
              <a:gd name="T24" fmla="*/ 17 w 127"/>
              <a:gd name="T25" fmla="*/ 111 h 136"/>
              <a:gd name="T26" fmla="*/ 17 w 127"/>
              <a:gd name="T27" fmla="*/ 22 h 136"/>
              <a:gd name="T28" fmla="*/ 16 w 127"/>
              <a:gd name="T29" fmla="*/ 15 h 136"/>
              <a:gd name="T30" fmla="*/ 9 w 127"/>
              <a:gd name="T31" fmla="*/ 9 h 136"/>
              <a:gd name="T32" fmla="*/ 0 w 127"/>
              <a:gd name="T33" fmla="*/ 8 h 136"/>
              <a:gd name="T34" fmla="*/ 0 w 127"/>
              <a:gd name="T35" fmla="*/ 1 h 136"/>
              <a:gd name="T36" fmla="*/ 4 w 127"/>
              <a:gd name="T37" fmla="*/ 0 h 136"/>
              <a:gd name="T38" fmla="*/ 71 w 127"/>
              <a:gd name="T39" fmla="*/ 0 h 136"/>
              <a:gd name="T40" fmla="*/ 94 w 127"/>
              <a:gd name="T41" fmla="*/ 4 h 136"/>
              <a:gd name="T42" fmla="*/ 116 w 127"/>
              <a:gd name="T43" fmla="*/ 32 h 136"/>
              <a:gd name="T44" fmla="*/ 97 w 127"/>
              <a:gd name="T45" fmla="*/ 66 h 136"/>
              <a:gd name="T46" fmla="*/ 80 w 127"/>
              <a:gd name="T47" fmla="*/ 70 h 136"/>
              <a:gd name="T48" fmla="*/ 71 w 127"/>
              <a:gd name="T49" fmla="*/ 71 h 136"/>
              <a:gd name="T50" fmla="*/ 73 w 127"/>
              <a:gd name="T51" fmla="*/ 75 h 136"/>
              <a:gd name="T52" fmla="*/ 104 w 127"/>
              <a:gd name="T53" fmla="*/ 114 h 136"/>
              <a:gd name="T54" fmla="*/ 105 w 127"/>
              <a:gd name="T55" fmla="*/ 116 h 136"/>
              <a:gd name="T56" fmla="*/ 127 w 127"/>
              <a:gd name="T57" fmla="*/ 128 h 136"/>
              <a:gd name="T58" fmla="*/ 127 w 127"/>
              <a:gd name="T59" fmla="*/ 135 h 136"/>
              <a:gd name="T60" fmla="*/ 116 w 127"/>
              <a:gd name="T61" fmla="*/ 135 h 136"/>
              <a:gd name="T62" fmla="*/ 102 w 127"/>
              <a:gd name="T63" fmla="*/ 136 h 136"/>
              <a:gd name="T64" fmla="*/ 96 w 127"/>
              <a:gd name="T65" fmla="*/ 132 h 136"/>
              <a:gd name="T66" fmla="*/ 59 w 127"/>
              <a:gd name="T67" fmla="*/ 82 h 136"/>
              <a:gd name="T68" fmla="*/ 52 w 127"/>
              <a:gd name="T69" fmla="*/ 73 h 136"/>
              <a:gd name="T70" fmla="*/ 49 w 127"/>
              <a:gd name="T71" fmla="*/ 71 h 136"/>
              <a:gd name="T72" fmla="*/ 34 w 127"/>
              <a:gd name="T73" fmla="*/ 71 h 136"/>
              <a:gd name="T74" fmla="*/ 34 w 127"/>
              <a:gd name="T75" fmla="*/ 61 h 136"/>
              <a:gd name="T76" fmla="*/ 36 w 127"/>
              <a:gd name="T77" fmla="*/ 62 h 136"/>
              <a:gd name="T78" fmla="*/ 66 w 127"/>
              <a:gd name="T79" fmla="*/ 62 h 136"/>
              <a:gd name="T80" fmla="*/ 82 w 127"/>
              <a:gd name="T81" fmla="*/ 59 h 136"/>
              <a:gd name="T82" fmla="*/ 96 w 127"/>
              <a:gd name="T83" fmla="*/ 44 h 136"/>
              <a:gd name="T84" fmla="*/ 96 w 127"/>
              <a:gd name="T85" fmla="*/ 29 h 136"/>
              <a:gd name="T86" fmla="*/ 81 w 127"/>
              <a:gd name="T87" fmla="*/ 12 h 136"/>
              <a:gd name="T88" fmla="*/ 70 w 127"/>
              <a:gd name="T89" fmla="*/ 11 h 136"/>
              <a:gd name="T90" fmla="*/ 37 w 127"/>
              <a:gd name="T91" fmla="*/ 11 h 136"/>
              <a:gd name="T92" fmla="*/ 34 w 127"/>
              <a:gd name="T93" fmla="*/ 11 h 136"/>
              <a:gd name="T94" fmla="*/ 34 w 127"/>
              <a:gd name="T95" fmla="*/ 61 h 136"/>
            </a:gdLst>
            <a:rect l="0" t="0" r="r" b="b"/>
            <a:pathLst>
              <a:path w="127" h="136">
                <a:moveTo>
                  <a:pt x="34" y="71"/>
                </a:moveTo>
                <a:cubicBezTo>
                  <a:pt x="34" y="75"/>
                  <a:pt x="34" y="78"/>
                  <a:pt x="34" y="81"/>
                </a:cubicBezTo>
                <a:cubicBezTo>
                  <a:pt x="34" y="92"/>
                  <a:pt x="34" y="103"/>
                  <a:pt x="34" y="114"/>
                </a:cubicBezTo>
                <a:cubicBezTo>
                  <a:pt x="34" y="117"/>
                  <a:pt x="34" y="119"/>
                  <a:pt x="35" y="122"/>
                </a:cubicBezTo>
                <a:cubicBezTo>
                  <a:pt x="35" y="125"/>
                  <a:pt x="37" y="127"/>
                  <a:pt x="40" y="127"/>
                </a:cubicBezTo>
                <a:cubicBezTo>
                  <a:pt x="43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1" y="135"/>
                </a:cubicBezTo>
                <a:cubicBezTo>
                  <a:pt x="0" y="134"/>
                  <a:pt x="0" y="133"/>
                  <a:pt x="0" y="132"/>
                </a:cubicBezTo>
                <a:cubicBezTo>
                  <a:pt x="0" y="131"/>
                  <a:pt x="0" y="130"/>
                  <a:pt x="0" y="128"/>
                </a:cubicBezTo>
                <a:cubicBezTo>
                  <a:pt x="3" y="128"/>
                  <a:pt x="6" y="128"/>
                  <a:pt x="9" y="127"/>
                </a:cubicBezTo>
                <a:cubicBezTo>
                  <a:pt x="14" y="126"/>
                  <a:pt x="15" y="125"/>
                  <a:pt x="16" y="120"/>
                </a:cubicBezTo>
                <a:cubicBezTo>
                  <a:pt x="16" y="117"/>
                  <a:pt x="17" y="114"/>
                  <a:pt x="17" y="111"/>
                </a:cubicBezTo>
                <a:cubicBezTo>
                  <a:pt x="17" y="81"/>
                  <a:pt x="17" y="52"/>
                  <a:pt x="17" y="22"/>
                </a:cubicBezTo>
                <a:cubicBezTo>
                  <a:pt x="17" y="20"/>
                  <a:pt x="16" y="17"/>
                  <a:pt x="16" y="15"/>
                </a:cubicBezTo>
                <a:cubicBezTo>
                  <a:pt x="15" y="11"/>
                  <a:pt x="13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2" y="1"/>
                  <a:pt x="3" y="0"/>
                  <a:pt x="4" y="0"/>
                </a:cubicBezTo>
                <a:cubicBezTo>
                  <a:pt x="26" y="0"/>
                  <a:pt x="49" y="0"/>
                  <a:pt x="71" y="0"/>
                </a:cubicBezTo>
                <a:cubicBezTo>
                  <a:pt x="79" y="0"/>
                  <a:pt x="86" y="1"/>
                  <a:pt x="94" y="4"/>
                </a:cubicBezTo>
                <a:cubicBezTo>
                  <a:pt x="108" y="9"/>
                  <a:pt x="115" y="18"/>
                  <a:pt x="116" y="32"/>
                </a:cubicBezTo>
                <a:cubicBezTo>
                  <a:pt x="117" y="48"/>
                  <a:pt x="110" y="60"/>
                  <a:pt x="97" y="66"/>
                </a:cubicBezTo>
                <a:cubicBezTo>
                  <a:pt x="91" y="68"/>
                  <a:pt x="86" y="70"/>
                  <a:pt x="80" y="70"/>
                </a:cubicBezTo>
                <a:cubicBezTo>
                  <a:pt x="77" y="70"/>
                  <a:pt x="74" y="71"/>
                  <a:pt x="71" y="71"/>
                </a:cubicBezTo>
                <a:cubicBezTo>
                  <a:pt x="72" y="73"/>
                  <a:pt x="73" y="74"/>
                  <a:pt x="73" y="75"/>
                </a:cubicBezTo>
                <a:cubicBezTo>
                  <a:pt x="84" y="88"/>
                  <a:pt x="94" y="101"/>
                  <a:pt x="104" y="114"/>
                </a:cubicBezTo>
                <a:cubicBezTo>
                  <a:pt x="105" y="115"/>
                  <a:pt x="105" y="115"/>
                  <a:pt x="105" y="116"/>
                </a:cubicBezTo>
                <a:cubicBezTo>
                  <a:pt x="111" y="122"/>
                  <a:pt x="117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24" y="135"/>
                  <a:pt x="120" y="135"/>
                  <a:pt x="116" y="135"/>
                </a:cubicBezTo>
                <a:cubicBezTo>
                  <a:pt x="111" y="135"/>
                  <a:pt x="107" y="135"/>
                  <a:pt x="102" y="136"/>
                </a:cubicBezTo>
                <a:cubicBezTo>
                  <a:pt x="99" y="136"/>
                  <a:pt x="97" y="134"/>
                  <a:pt x="96" y="132"/>
                </a:cubicBezTo>
                <a:cubicBezTo>
                  <a:pt x="83" y="115"/>
                  <a:pt x="71" y="99"/>
                  <a:pt x="59" y="82"/>
                </a:cubicBezTo>
                <a:cubicBezTo>
                  <a:pt x="57" y="79"/>
                  <a:pt x="54" y="76"/>
                  <a:pt x="52" y="73"/>
                </a:cubicBezTo>
                <a:cubicBezTo>
                  <a:pt x="51" y="72"/>
                  <a:pt x="50" y="71"/>
                  <a:pt x="49" y="71"/>
                </a:cubicBezTo>
                <a:cubicBezTo>
                  <a:pt x="44" y="71"/>
                  <a:pt x="39" y="71"/>
                  <a:pt x="34" y="71"/>
                </a:cubicBezTo>
                <a:close/>
                <a:moveTo>
                  <a:pt x="34" y="61"/>
                </a:moveTo>
                <a:cubicBezTo>
                  <a:pt x="35" y="62"/>
                  <a:pt x="36" y="62"/>
                  <a:pt x="36" y="62"/>
                </a:cubicBezTo>
                <a:cubicBezTo>
                  <a:pt x="46" y="62"/>
                  <a:pt x="56" y="62"/>
                  <a:pt x="66" y="62"/>
                </a:cubicBezTo>
                <a:cubicBezTo>
                  <a:pt x="72" y="61"/>
                  <a:pt x="77" y="60"/>
                  <a:pt x="82" y="59"/>
                </a:cubicBezTo>
                <a:cubicBezTo>
                  <a:pt x="90" y="56"/>
                  <a:pt x="94" y="51"/>
                  <a:pt x="96" y="44"/>
                </a:cubicBezTo>
                <a:cubicBezTo>
                  <a:pt x="96" y="39"/>
                  <a:pt x="97" y="34"/>
                  <a:pt x="96" y="29"/>
                </a:cubicBezTo>
                <a:cubicBezTo>
                  <a:pt x="95" y="20"/>
                  <a:pt x="90" y="15"/>
                  <a:pt x="81" y="12"/>
                </a:cubicBezTo>
                <a:cubicBezTo>
                  <a:pt x="77" y="11"/>
                  <a:pt x="74" y="11"/>
                  <a:pt x="70" y="11"/>
                </a:cubicBezTo>
                <a:cubicBezTo>
                  <a:pt x="59" y="10"/>
                  <a:pt x="48" y="11"/>
                  <a:pt x="37" y="11"/>
                </a:cubicBezTo>
                <a:cubicBezTo>
                  <a:pt x="36" y="11"/>
                  <a:pt x="35" y="11"/>
                  <a:pt x="34" y="11"/>
                </a:cubicBezTo>
                <a:cubicBezTo>
                  <a:pt x="34" y="28"/>
                  <a:pt x="34" y="44"/>
                  <a:pt x="34" y="61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9" name="Freeform 18">
            <a:extLst xmlns:a="http://schemas.openxmlformats.org/drawingml/2006/main">
              <a:ext uri="{FF2B5EF4-FFF2-40B4-BE49-F238E27FC236}">
                <a16:creationId xmlns:a16="http://schemas.microsoft.com/office/drawing/2014/main" id="{0CB6D996-9856-4CA3-96F2-D216BD5AB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3581" y="688617"/>
            <a:ext cx="64437" cy="68429"/>
          </a:xfrm>
          <a:custGeom xmlns:a="http://schemas.openxmlformats.org/drawingml/2006/main">
            <a:gdLst>
              <a:gd name="T0" fmla="*/ 50 w 127"/>
              <a:gd name="T1" fmla="*/ 70 h 135"/>
              <a:gd name="T2" fmla="*/ 34 w 127"/>
              <a:gd name="T3" fmla="*/ 87 h 135"/>
              <a:gd name="T4" fmla="*/ 33 w 127"/>
              <a:gd name="T5" fmla="*/ 90 h 135"/>
              <a:gd name="T6" fmla="*/ 33 w 127"/>
              <a:gd name="T7" fmla="*/ 116 h 135"/>
              <a:gd name="T8" fmla="*/ 34 w 127"/>
              <a:gd name="T9" fmla="*/ 120 h 135"/>
              <a:gd name="T10" fmla="*/ 41 w 127"/>
              <a:gd name="T11" fmla="*/ 127 h 135"/>
              <a:gd name="T12" fmla="*/ 49 w 127"/>
              <a:gd name="T13" fmla="*/ 128 h 135"/>
              <a:gd name="T14" fmla="*/ 49 w 127"/>
              <a:gd name="T15" fmla="*/ 135 h 135"/>
              <a:gd name="T16" fmla="*/ 0 w 127"/>
              <a:gd name="T17" fmla="*/ 135 h 135"/>
              <a:gd name="T18" fmla="*/ 0 w 127"/>
              <a:gd name="T19" fmla="*/ 128 h 135"/>
              <a:gd name="T20" fmla="*/ 7 w 127"/>
              <a:gd name="T21" fmla="*/ 128 h 135"/>
              <a:gd name="T22" fmla="*/ 16 w 127"/>
              <a:gd name="T23" fmla="*/ 118 h 135"/>
              <a:gd name="T24" fmla="*/ 16 w 127"/>
              <a:gd name="T25" fmla="*/ 111 h 135"/>
              <a:gd name="T26" fmla="*/ 16 w 127"/>
              <a:gd name="T27" fmla="*/ 24 h 135"/>
              <a:gd name="T28" fmla="*/ 16 w 127"/>
              <a:gd name="T29" fmla="*/ 16 h 135"/>
              <a:gd name="T30" fmla="*/ 8 w 127"/>
              <a:gd name="T31" fmla="*/ 9 h 135"/>
              <a:gd name="T32" fmla="*/ 0 w 127"/>
              <a:gd name="T33" fmla="*/ 8 h 135"/>
              <a:gd name="T34" fmla="*/ 0 w 127"/>
              <a:gd name="T35" fmla="*/ 1 h 135"/>
              <a:gd name="T36" fmla="*/ 49 w 127"/>
              <a:gd name="T37" fmla="*/ 1 h 135"/>
              <a:gd name="T38" fmla="*/ 50 w 127"/>
              <a:gd name="T39" fmla="*/ 8 h 135"/>
              <a:gd name="T40" fmla="*/ 41 w 127"/>
              <a:gd name="T41" fmla="*/ 9 h 135"/>
              <a:gd name="T42" fmla="*/ 34 w 127"/>
              <a:gd name="T43" fmla="*/ 16 h 135"/>
              <a:gd name="T44" fmla="*/ 33 w 127"/>
              <a:gd name="T45" fmla="*/ 23 h 135"/>
              <a:gd name="T46" fmla="*/ 33 w 127"/>
              <a:gd name="T47" fmla="*/ 70 h 135"/>
              <a:gd name="T48" fmla="*/ 33 w 127"/>
              <a:gd name="T49" fmla="*/ 73 h 135"/>
              <a:gd name="T50" fmla="*/ 36 w 127"/>
              <a:gd name="T51" fmla="*/ 71 h 135"/>
              <a:gd name="T52" fmla="*/ 83 w 127"/>
              <a:gd name="T53" fmla="*/ 19 h 135"/>
              <a:gd name="T54" fmla="*/ 86 w 127"/>
              <a:gd name="T55" fmla="*/ 14 h 135"/>
              <a:gd name="T56" fmla="*/ 84 w 127"/>
              <a:gd name="T57" fmla="*/ 9 h 135"/>
              <a:gd name="T58" fmla="*/ 76 w 127"/>
              <a:gd name="T59" fmla="*/ 8 h 135"/>
              <a:gd name="T60" fmla="*/ 76 w 127"/>
              <a:gd name="T61" fmla="*/ 1 h 135"/>
              <a:gd name="T62" fmla="*/ 122 w 127"/>
              <a:gd name="T63" fmla="*/ 1 h 135"/>
              <a:gd name="T64" fmla="*/ 122 w 127"/>
              <a:gd name="T65" fmla="*/ 8 h 135"/>
              <a:gd name="T66" fmla="*/ 118 w 127"/>
              <a:gd name="T67" fmla="*/ 8 h 135"/>
              <a:gd name="T68" fmla="*/ 99 w 127"/>
              <a:gd name="T69" fmla="*/ 18 h 135"/>
              <a:gd name="T70" fmla="*/ 77 w 127"/>
              <a:gd name="T71" fmla="*/ 41 h 135"/>
              <a:gd name="T72" fmla="*/ 62 w 127"/>
              <a:gd name="T73" fmla="*/ 57 h 135"/>
              <a:gd name="T74" fmla="*/ 64 w 127"/>
              <a:gd name="T75" fmla="*/ 61 h 135"/>
              <a:gd name="T76" fmla="*/ 102 w 127"/>
              <a:gd name="T77" fmla="*/ 113 h 135"/>
              <a:gd name="T78" fmla="*/ 108 w 127"/>
              <a:gd name="T79" fmla="*/ 120 h 135"/>
              <a:gd name="T80" fmla="*/ 123 w 127"/>
              <a:gd name="T81" fmla="*/ 127 h 135"/>
              <a:gd name="T82" fmla="*/ 127 w 127"/>
              <a:gd name="T83" fmla="*/ 128 h 135"/>
              <a:gd name="T84" fmla="*/ 127 w 127"/>
              <a:gd name="T85" fmla="*/ 135 h 135"/>
              <a:gd name="T86" fmla="*/ 73 w 127"/>
              <a:gd name="T87" fmla="*/ 135 h 135"/>
              <a:gd name="T88" fmla="*/ 73 w 127"/>
              <a:gd name="T89" fmla="*/ 128 h 135"/>
              <a:gd name="T90" fmla="*/ 80 w 127"/>
              <a:gd name="T91" fmla="*/ 127 h 135"/>
              <a:gd name="T92" fmla="*/ 84 w 127"/>
              <a:gd name="T93" fmla="*/ 120 h 135"/>
              <a:gd name="T94" fmla="*/ 82 w 127"/>
              <a:gd name="T95" fmla="*/ 115 h 135"/>
              <a:gd name="T96" fmla="*/ 51 w 127"/>
              <a:gd name="T97" fmla="*/ 72 h 135"/>
              <a:gd name="T98" fmla="*/ 50 w 127"/>
              <a:gd name="T99" fmla="*/ 70 h 135"/>
            </a:gdLst>
            <a:rect l="0" t="0" r="r" b="b"/>
            <a:pathLst>
              <a:path w="127" h="135">
                <a:moveTo>
                  <a:pt x="50" y="70"/>
                </a:moveTo>
                <a:cubicBezTo>
                  <a:pt x="44" y="76"/>
                  <a:pt x="39" y="81"/>
                  <a:pt x="34" y="87"/>
                </a:cubicBezTo>
                <a:cubicBezTo>
                  <a:pt x="33" y="88"/>
                  <a:pt x="33" y="89"/>
                  <a:pt x="33" y="90"/>
                </a:cubicBezTo>
                <a:cubicBezTo>
                  <a:pt x="33" y="99"/>
                  <a:pt x="33" y="107"/>
                  <a:pt x="33" y="116"/>
                </a:cubicBezTo>
                <a:cubicBezTo>
                  <a:pt x="33" y="117"/>
                  <a:pt x="33" y="118"/>
                  <a:pt x="34" y="120"/>
                </a:cubicBezTo>
                <a:cubicBezTo>
                  <a:pt x="35" y="125"/>
                  <a:pt x="36" y="126"/>
                  <a:pt x="41" y="127"/>
                </a:cubicBezTo>
                <a:cubicBezTo>
                  <a:pt x="44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7" y="128"/>
                </a:cubicBezTo>
                <a:cubicBezTo>
                  <a:pt x="14" y="127"/>
                  <a:pt x="16" y="125"/>
                  <a:pt x="16" y="118"/>
                </a:cubicBezTo>
                <a:cubicBezTo>
                  <a:pt x="16" y="115"/>
                  <a:pt x="16" y="113"/>
                  <a:pt x="16" y="111"/>
                </a:cubicBezTo>
                <a:cubicBezTo>
                  <a:pt x="16" y="82"/>
                  <a:pt x="16" y="53"/>
                  <a:pt x="16" y="24"/>
                </a:cubicBezTo>
                <a:cubicBezTo>
                  <a:pt x="16" y="21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5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4" y="0"/>
                  <a:pt x="40" y="0"/>
                  <a:pt x="49" y="1"/>
                </a:cubicBezTo>
                <a:cubicBezTo>
                  <a:pt x="49" y="3"/>
                  <a:pt x="50" y="5"/>
                  <a:pt x="50" y="8"/>
                </a:cubicBezTo>
                <a:cubicBezTo>
                  <a:pt x="47" y="8"/>
                  <a:pt x="44" y="8"/>
                  <a:pt x="41" y="9"/>
                </a:cubicBezTo>
                <a:cubicBezTo>
                  <a:pt x="37" y="9"/>
                  <a:pt x="34" y="11"/>
                  <a:pt x="34" y="16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39"/>
                  <a:pt x="33" y="54"/>
                  <a:pt x="33" y="70"/>
                </a:cubicBezTo>
                <a:cubicBezTo>
                  <a:pt x="33" y="71"/>
                  <a:pt x="33" y="72"/>
                  <a:pt x="33" y="73"/>
                </a:cubicBezTo>
                <a:cubicBezTo>
                  <a:pt x="35" y="72"/>
                  <a:pt x="36" y="72"/>
                  <a:pt x="36" y="71"/>
                </a:cubicBezTo>
                <a:cubicBezTo>
                  <a:pt x="52" y="54"/>
                  <a:pt x="67" y="37"/>
                  <a:pt x="83" y="19"/>
                </a:cubicBezTo>
                <a:cubicBezTo>
                  <a:pt x="84" y="18"/>
                  <a:pt x="85" y="16"/>
                  <a:pt x="86" y="14"/>
                </a:cubicBezTo>
                <a:cubicBezTo>
                  <a:pt x="88" y="12"/>
                  <a:pt x="87" y="10"/>
                  <a:pt x="84" y="9"/>
                </a:cubicBezTo>
                <a:cubicBezTo>
                  <a:pt x="81" y="8"/>
                  <a:pt x="79" y="8"/>
                  <a:pt x="76" y="8"/>
                </a:cubicBezTo>
                <a:cubicBezTo>
                  <a:pt x="76" y="5"/>
                  <a:pt x="76" y="3"/>
                  <a:pt x="76" y="1"/>
                </a:cubicBezTo>
                <a:cubicBezTo>
                  <a:pt x="79" y="0"/>
                  <a:pt x="114" y="0"/>
                  <a:pt x="122" y="1"/>
                </a:cubicBezTo>
                <a:cubicBezTo>
                  <a:pt x="122" y="3"/>
                  <a:pt x="122" y="5"/>
                  <a:pt x="122" y="8"/>
                </a:cubicBezTo>
                <a:cubicBezTo>
                  <a:pt x="121" y="8"/>
                  <a:pt x="120" y="8"/>
                  <a:pt x="118" y="8"/>
                </a:cubicBezTo>
                <a:cubicBezTo>
                  <a:pt x="111" y="9"/>
                  <a:pt x="104" y="12"/>
                  <a:pt x="99" y="18"/>
                </a:cubicBezTo>
                <a:cubicBezTo>
                  <a:pt x="92" y="25"/>
                  <a:pt x="85" y="33"/>
                  <a:pt x="77" y="41"/>
                </a:cubicBezTo>
                <a:cubicBezTo>
                  <a:pt x="72" y="46"/>
                  <a:pt x="67" y="52"/>
                  <a:pt x="62" y="57"/>
                </a:cubicBezTo>
                <a:cubicBezTo>
                  <a:pt x="63" y="58"/>
                  <a:pt x="64" y="59"/>
                  <a:pt x="64" y="61"/>
                </a:cubicBezTo>
                <a:cubicBezTo>
                  <a:pt x="77" y="78"/>
                  <a:pt x="90" y="95"/>
                  <a:pt x="102" y="113"/>
                </a:cubicBezTo>
                <a:cubicBezTo>
                  <a:pt x="104" y="115"/>
                  <a:pt x="106" y="118"/>
                  <a:pt x="108" y="120"/>
                </a:cubicBezTo>
                <a:cubicBezTo>
                  <a:pt x="112" y="124"/>
                  <a:pt x="117" y="127"/>
                  <a:pt x="123" y="127"/>
                </a:cubicBezTo>
                <a:cubicBezTo>
                  <a:pt x="124" y="128"/>
                  <a:pt x="125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09" y="135"/>
                  <a:pt x="91" y="135"/>
                  <a:pt x="73" y="135"/>
                </a:cubicBezTo>
                <a:cubicBezTo>
                  <a:pt x="73" y="133"/>
                  <a:pt x="73" y="131"/>
                  <a:pt x="73" y="128"/>
                </a:cubicBezTo>
                <a:cubicBezTo>
                  <a:pt x="75" y="128"/>
                  <a:pt x="78" y="128"/>
                  <a:pt x="80" y="127"/>
                </a:cubicBezTo>
                <a:cubicBezTo>
                  <a:pt x="85" y="127"/>
                  <a:pt x="86" y="125"/>
                  <a:pt x="84" y="120"/>
                </a:cubicBezTo>
                <a:cubicBezTo>
                  <a:pt x="84" y="118"/>
                  <a:pt x="83" y="117"/>
                  <a:pt x="82" y="115"/>
                </a:cubicBezTo>
                <a:cubicBezTo>
                  <a:pt x="72" y="101"/>
                  <a:pt x="61" y="86"/>
                  <a:pt x="51" y="72"/>
                </a:cubicBezTo>
                <a:cubicBezTo>
                  <a:pt x="51" y="71"/>
                  <a:pt x="50" y="71"/>
                  <a:pt x="50" y="7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0" name="Freeform 19">
            <a:extLst xmlns:a="http://schemas.openxmlformats.org/drawingml/2006/main">
              <a:ext uri="{FF2B5EF4-FFF2-40B4-BE49-F238E27FC236}">
                <a16:creationId xmlns:a16="http://schemas.microsoft.com/office/drawing/2014/main" id="{93C90C87-00E6-4EFB-BD8D-46E0220EF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9719" y="688617"/>
            <a:ext cx="63867" cy="68429"/>
          </a:xfrm>
          <a:custGeom xmlns:a="http://schemas.openxmlformats.org/drawingml/2006/main">
            <a:gdLst>
              <a:gd name="T0" fmla="*/ 28 w 126"/>
              <a:gd name="T1" fmla="*/ 16 h 135"/>
              <a:gd name="T2" fmla="*/ 28 w 126"/>
              <a:gd name="T3" fmla="*/ 20 h 135"/>
              <a:gd name="T4" fmla="*/ 28 w 126"/>
              <a:gd name="T5" fmla="*/ 109 h 135"/>
              <a:gd name="T6" fmla="*/ 28 w 126"/>
              <a:gd name="T7" fmla="*/ 119 h 135"/>
              <a:gd name="T8" fmla="*/ 37 w 126"/>
              <a:gd name="T9" fmla="*/ 127 h 135"/>
              <a:gd name="T10" fmla="*/ 44 w 126"/>
              <a:gd name="T11" fmla="*/ 128 h 135"/>
              <a:gd name="T12" fmla="*/ 44 w 126"/>
              <a:gd name="T13" fmla="*/ 135 h 135"/>
              <a:gd name="T14" fmla="*/ 0 w 126"/>
              <a:gd name="T15" fmla="*/ 135 h 135"/>
              <a:gd name="T16" fmla="*/ 0 w 126"/>
              <a:gd name="T17" fmla="*/ 128 h 135"/>
              <a:gd name="T18" fmla="*/ 8 w 126"/>
              <a:gd name="T19" fmla="*/ 127 h 135"/>
              <a:gd name="T20" fmla="*/ 16 w 126"/>
              <a:gd name="T21" fmla="*/ 120 h 135"/>
              <a:gd name="T22" fmla="*/ 16 w 126"/>
              <a:gd name="T23" fmla="*/ 113 h 135"/>
              <a:gd name="T24" fmla="*/ 16 w 126"/>
              <a:gd name="T25" fmla="*/ 19 h 135"/>
              <a:gd name="T26" fmla="*/ 16 w 126"/>
              <a:gd name="T27" fmla="*/ 15 h 135"/>
              <a:gd name="T28" fmla="*/ 9 w 126"/>
              <a:gd name="T29" fmla="*/ 9 h 135"/>
              <a:gd name="T30" fmla="*/ 5 w 126"/>
              <a:gd name="T31" fmla="*/ 8 h 135"/>
              <a:gd name="T32" fmla="*/ 1 w 126"/>
              <a:gd name="T33" fmla="*/ 8 h 135"/>
              <a:gd name="T34" fmla="*/ 1 w 126"/>
              <a:gd name="T35" fmla="*/ 1 h 135"/>
              <a:gd name="T36" fmla="*/ 40 w 126"/>
              <a:gd name="T37" fmla="*/ 1 h 135"/>
              <a:gd name="T38" fmla="*/ 98 w 126"/>
              <a:gd name="T39" fmla="*/ 100 h 135"/>
              <a:gd name="T40" fmla="*/ 99 w 126"/>
              <a:gd name="T41" fmla="*/ 100 h 135"/>
              <a:gd name="T42" fmla="*/ 99 w 126"/>
              <a:gd name="T43" fmla="*/ 96 h 135"/>
              <a:gd name="T44" fmla="*/ 99 w 126"/>
              <a:gd name="T45" fmla="*/ 24 h 135"/>
              <a:gd name="T46" fmla="*/ 98 w 126"/>
              <a:gd name="T47" fmla="*/ 16 h 135"/>
              <a:gd name="T48" fmla="*/ 90 w 126"/>
              <a:gd name="T49" fmla="*/ 9 h 135"/>
              <a:gd name="T50" fmla="*/ 83 w 126"/>
              <a:gd name="T51" fmla="*/ 8 h 135"/>
              <a:gd name="T52" fmla="*/ 83 w 126"/>
              <a:gd name="T53" fmla="*/ 1 h 135"/>
              <a:gd name="T54" fmla="*/ 126 w 126"/>
              <a:gd name="T55" fmla="*/ 1 h 135"/>
              <a:gd name="T56" fmla="*/ 126 w 126"/>
              <a:gd name="T57" fmla="*/ 8 h 135"/>
              <a:gd name="T58" fmla="*/ 119 w 126"/>
              <a:gd name="T59" fmla="*/ 9 h 135"/>
              <a:gd name="T60" fmla="*/ 111 w 126"/>
              <a:gd name="T61" fmla="*/ 16 h 135"/>
              <a:gd name="T62" fmla="*/ 110 w 126"/>
              <a:gd name="T63" fmla="*/ 27 h 135"/>
              <a:gd name="T64" fmla="*/ 110 w 126"/>
              <a:gd name="T65" fmla="*/ 129 h 135"/>
              <a:gd name="T66" fmla="*/ 110 w 126"/>
              <a:gd name="T67" fmla="*/ 135 h 135"/>
              <a:gd name="T68" fmla="*/ 99 w 126"/>
              <a:gd name="T69" fmla="*/ 135 h 135"/>
              <a:gd name="T70" fmla="*/ 29 w 126"/>
              <a:gd name="T71" fmla="*/ 15 h 135"/>
              <a:gd name="T72" fmla="*/ 28 w 126"/>
              <a:gd name="T73" fmla="*/ 16 h 135"/>
            </a:gdLst>
            <a:rect l="0" t="0" r="r" b="b"/>
            <a:pathLst>
              <a:path w="126" h="135">
                <a:moveTo>
                  <a:pt x="28" y="16"/>
                </a:moveTo>
                <a:cubicBezTo>
                  <a:pt x="28" y="17"/>
                  <a:pt x="28" y="19"/>
                  <a:pt x="28" y="20"/>
                </a:cubicBezTo>
                <a:cubicBezTo>
                  <a:pt x="28" y="50"/>
                  <a:pt x="28" y="79"/>
                  <a:pt x="28" y="109"/>
                </a:cubicBezTo>
                <a:cubicBezTo>
                  <a:pt x="28" y="112"/>
                  <a:pt x="28" y="115"/>
                  <a:pt x="28" y="119"/>
                </a:cubicBezTo>
                <a:cubicBezTo>
                  <a:pt x="29" y="124"/>
                  <a:pt x="31" y="126"/>
                  <a:pt x="37" y="127"/>
                </a:cubicBezTo>
                <a:cubicBezTo>
                  <a:pt x="39" y="127"/>
                  <a:pt x="41" y="128"/>
                  <a:pt x="44" y="128"/>
                </a:cubicBezTo>
                <a:cubicBezTo>
                  <a:pt x="44" y="130"/>
                  <a:pt x="44" y="133"/>
                  <a:pt x="44" y="135"/>
                </a:cubicBezTo>
                <a:cubicBezTo>
                  <a:pt x="29" y="135"/>
                  <a:pt x="15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5" y="127"/>
                  <a:pt x="8" y="127"/>
                </a:cubicBezTo>
                <a:cubicBezTo>
                  <a:pt x="12" y="127"/>
                  <a:pt x="15" y="124"/>
                  <a:pt x="16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0"/>
                  <a:pt x="16" y="19"/>
                </a:cubicBezTo>
                <a:cubicBezTo>
                  <a:pt x="16" y="18"/>
                  <a:pt x="16" y="17"/>
                  <a:pt x="16" y="15"/>
                </a:cubicBezTo>
                <a:cubicBezTo>
                  <a:pt x="16" y="11"/>
                  <a:pt x="14" y="9"/>
                  <a:pt x="9" y="9"/>
                </a:cubicBezTo>
                <a:cubicBezTo>
                  <a:pt x="8" y="8"/>
                  <a:pt x="7" y="8"/>
                  <a:pt x="5" y="8"/>
                </a:cubicBezTo>
                <a:cubicBezTo>
                  <a:pt x="4" y="8"/>
                  <a:pt x="2" y="8"/>
                  <a:pt x="1" y="8"/>
                </a:cubicBezTo>
                <a:cubicBezTo>
                  <a:pt x="1" y="5"/>
                  <a:pt x="1" y="3"/>
                  <a:pt x="1" y="1"/>
                </a:cubicBezTo>
                <a:cubicBezTo>
                  <a:pt x="14" y="1"/>
                  <a:pt x="27" y="1"/>
                  <a:pt x="40" y="1"/>
                </a:cubicBezTo>
                <a:cubicBezTo>
                  <a:pt x="59" y="34"/>
                  <a:pt x="79" y="67"/>
                  <a:pt x="98" y="100"/>
                </a:cubicBezTo>
                <a:cubicBezTo>
                  <a:pt x="98" y="100"/>
                  <a:pt x="99" y="100"/>
                  <a:pt x="99" y="100"/>
                </a:cubicBezTo>
                <a:cubicBezTo>
                  <a:pt x="99" y="99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1"/>
                  <a:pt x="99" y="19"/>
                  <a:pt x="98" y="16"/>
                </a:cubicBezTo>
                <a:cubicBezTo>
                  <a:pt x="97" y="12"/>
                  <a:pt x="94" y="9"/>
                  <a:pt x="90" y="9"/>
                </a:cubicBezTo>
                <a:cubicBezTo>
                  <a:pt x="88" y="8"/>
                  <a:pt x="86" y="8"/>
                  <a:pt x="83" y="8"/>
                </a:cubicBezTo>
                <a:cubicBezTo>
                  <a:pt x="83" y="5"/>
                  <a:pt x="83" y="3"/>
                  <a:pt x="83" y="1"/>
                </a:cubicBezTo>
                <a:cubicBezTo>
                  <a:pt x="87" y="0"/>
                  <a:pt x="115" y="0"/>
                  <a:pt x="126" y="1"/>
                </a:cubicBezTo>
                <a:cubicBezTo>
                  <a:pt x="126" y="3"/>
                  <a:pt x="126" y="5"/>
                  <a:pt x="126" y="8"/>
                </a:cubicBezTo>
                <a:cubicBezTo>
                  <a:pt x="124" y="8"/>
                  <a:pt x="122" y="8"/>
                  <a:pt x="119" y="9"/>
                </a:cubicBezTo>
                <a:cubicBezTo>
                  <a:pt x="115" y="9"/>
                  <a:pt x="112" y="12"/>
                  <a:pt x="111" y="16"/>
                </a:cubicBezTo>
                <a:cubicBezTo>
                  <a:pt x="111" y="20"/>
                  <a:pt x="110" y="23"/>
                  <a:pt x="110" y="27"/>
                </a:cubicBezTo>
                <a:cubicBezTo>
                  <a:pt x="110" y="61"/>
                  <a:pt x="110" y="95"/>
                  <a:pt x="110" y="129"/>
                </a:cubicBezTo>
                <a:cubicBezTo>
                  <a:pt x="110" y="131"/>
                  <a:pt x="110" y="133"/>
                  <a:pt x="110" y="135"/>
                </a:cubicBezTo>
                <a:cubicBezTo>
                  <a:pt x="106" y="135"/>
                  <a:pt x="103" y="135"/>
                  <a:pt x="99" y="135"/>
                </a:cubicBezTo>
                <a:cubicBezTo>
                  <a:pt x="76" y="95"/>
                  <a:pt x="52" y="55"/>
                  <a:pt x="29" y="15"/>
                </a:cubicBezTo>
                <a:cubicBezTo>
                  <a:pt x="28" y="15"/>
                  <a:pt x="28" y="15"/>
                  <a:pt x="28" y="16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2" name="Freeform 20">
            <a:extLst xmlns:a="http://schemas.openxmlformats.org/drawingml/2006/main">
              <a:ext uri="{FF2B5EF4-FFF2-40B4-BE49-F238E27FC236}">
                <a16:creationId xmlns:a16="http://schemas.microsoft.com/office/drawing/2014/main" id="{C0A6A57B-95E9-4B7C-A60A-6869FB845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9652" y="688617"/>
            <a:ext cx="62726" cy="68429"/>
          </a:xfrm>
          <a:custGeom xmlns:a="http://schemas.openxmlformats.org/drawingml/2006/main">
            <a:gdLst>
              <a:gd name="T0" fmla="*/ 0 w 124"/>
              <a:gd name="T1" fmla="*/ 8 h 135"/>
              <a:gd name="T2" fmla="*/ 0 w 124"/>
              <a:gd name="T3" fmla="*/ 1 h 135"/>
              <a:gd name="T4" fmla="*/ 105 w 124"/>
              <a:gd name="T5" fmla="*/ 1 h 135"/>
              <a:gd name="T6" fmla="*/ 117 w 124"/>
              <a:gd name="T7" fmla="*/ 35 h 135"/>
              <a:gd name="T8" fmla="*/ 110 w 124"/>
              <a:gd name="T9" fmla="*/ 39 h 135"/>
              <a:gd name="T10" fmla="*/ 107 w 124"/>
              <a:gd name="T11" fmla="*/ 33 h 135"/>
              <a:gd name="T12" fmla="*/ 78 w 124"/>
              <a:gd name="T13" fmla="*/ 11 h 135"/>
              <a:gd name="T14" fmla="*/ 34 w 124"/>
              <a:gd name="T15" fmla="*/ 11 h 135"/>
              <a:gd name="T16" fmla="*/ 34 w 124"/>
              <a:gd name="T17" fmla="*/ 61 h 135"/>
              <a:gd name="T18" fmla="*/ 55 w 124"/>
              <a:gd name="T19" fmla="*/ 60 h 135"/>
              <a:gd name="T20" fmla="*/ 69 w 124"/>
              <a:gd name="T21" fmla="*/ 45 h 135"/>
              <a:gd name="T22" fmla="*/ 70 w 124"/>
              <a:gd name="T23" fmla="*/ 36 h 135"/>
              <a:gd name="T24" fmla="*/ 78 w 124"/>
              <a:gd name="T25" fmla="*/ 36 h 135"/>
              <a:gd name="T26" fmla="*/ 78 w 124"/>
              <a:gd name="T27" fmla="*/ 95 h 135"/>
              <a:gd name="T28" fmla="*/ 74 w 124"/>
              <a:gd name="T29" fmla="*/ 95 h 135"/>
              <a:gd name="T30" fmla="*/ 70 w 124"/>
              <a:gd name="T31" fmla="*/ 95 h 135"/>
              <a:gd name="T32" fmla="*/ 70 w 124"/>
              <a:gd name="T33" fmla="*/ 88 h 135"/>
              <a:gd name="T34" fmla="*/ 68 w 124"/>
              <a:gd name="T35" fmla="*/ 81 h 135"/>
              <a:gd name="T36" fmla="*/ 58 w 124"/>
              <a:gd name="T37" fmla="*/ 71 h 135"/>
              <a:gd name="T38" fmla="*/ 34 w 124"/>
              <a:gd name="T39" fmla="*/ 70 h 135"/>
              <a:gd name="T40" fmla="*/ 33 w 124"/>
              <a:gd name="T41" fmla="*/ 74 h 135"/>
              <a:gd name="T42" fmla="*/ 33 w 124"/>
              <a:gd name="T43" fmla="*/ 115 h 135"/>
              <a:gd name="T44" fmla="*/ 43 w 124"/>
              <a:gd name="T45" fmla="*/ 125 h 135"/>
              <a:gd name="T46" fmla="*/ 69 w 124"/>
              <a:gd name="T47" fmla="*/ 125 h 135"/>
              <a:gd name="T48" fmla="*/ 112 w 124"/>
              <a:gd name="T49" fmla="*/ 97 h 135"/>
              <a:gd name="T50" fmla="*/ 115 w 124"/>
              <a:gd name="T51" fmla="*/ 90 h 135"/>
              <a:gd name="T52" fmla="*/ 124 w 124"/>
              <a:gd name="T53" fmla="*/ 93 h 135"/>
              <a:gd name="T54" fmla="*/ 109 w 124"/>
              <a:gd name="T55" fmla="*/ 135 h 135"/>
              <a:gd name="T56" fmla="*/ 0 w 124"/>
              <a:gd name="T57" fmla="*/ 135 h 135"/>
              <a:gd name="T58" fmla="*/ 0 w 124"/>
              <a:gd name="T59" fmla="*/ 128 h 135"/>
              <a:gd name="T60" fmla="*/ 8 w 124"/>
              <a:gd name="T61" fmla="*/ 127 h 135"/>
              <a:gd name="T62" fmla="*/ 15 w 124"/>
              <a:gd name="T63" fmla="*/ 120 h 135"/>
              <a:gd name="T64" fmla="*/ 16 w 124"/>
              <a:gd name="T65" fmla="*/ 113 h 135"/>
              <a:gd name="T66" fmla="*/ 16 w 124"/>
              <a:gd name="T67" fmla="*/ 21 h 135"/>
              <a:gd name="T68" fmla="*/ 16 w 124"/>
              <a:gd name="T69" fmla="*/ 16 h 135"/>
              <a:gd name="T70" fmla="*/ 8 w 124"/>
              <a:gd name="T71" fmla="*/ 9 h 135"/>
              <a:gd name="T72" fmla="*/ 4 w 124"/>
              <a:gd name="T73" fmla="*/ 8 h 135"/>
              <a:gd name="T74" fmla="*/ 0 w 124"/>
              <a:gd name="T75" fmla="*/ 8 h 135"/>
            </a:gdLst>
            <a:rect l="0" t="0" r="r" b="b"/>
            <a:pathLst>
              <a:path w="124" h="135">
                <a:moveTo>
                  <a:pt x="0" y="8"/>
                </a:moveTo>
                <a:cubicBezTo>
                  <a:pt x="0" y="5"/>
                  <a:pt x="0" y="3"/>
                  <a:pt x="0" y="1"/>
                </a:cubicBezTo>
                <a:cubicBezTo>
                  <a:pt x="3" y="0"/>
                  <a:pt x="98" y="0"/>
                  <a:pt x="105" y="1"/>
                </a:cubicBezTo>
                <a:cubicBezTo>
                  <a:pt x="109" y="12"/>
                  <a:pt x="113" y="24"/>
                  <a:pt x="117" y="35"/>
                </a:cubicBezTo>
                <a:cubicBezTo>
                  <a:pt x="115" y="37"/>
                  <a:pt x="112" y="38"/>
                  <a:pt x="110" y="39"/>
                </a:cubicBezTo>
                <a:cubicBezTo>
                  <a:pt x="109" y="36"/>
                  <a:pt x="108" y="35"/>
                  <a:pt x="107" y="33"/>
                </a:cubicBezTo>
                <a:cubicBezTo>
                  <a:pt x="101" y="20"/>
                  <a:pt x="92" y="13"/>
                  <a:pt x="78" y="11"/>
                </a:cubicBezTo>
                <a:cubicBezTo>
                  <a:pt x="63" y="10"/>
                  <a:pt x="48" y="11"/>
                  <a:pt x="34" y="11"/>
                </a:cubicBezTo>
                <a:cubicBezTo>
                  <a:pt x="33" y="15"/>
                  <a:pt x="33" y="55"/>
                  <a:pt x="34" y="61"/>
                </a:cubicBezTo>
                <a:cubicBezTo>
                  <a:pt x="41" y="61"/>
                  <a:pt x="48" y="61"/>
                  <a:pt x="55" y="60"/>
                </a:cubicBezTo>
                <a:cubicBezTo>
                  <a:pt x="64" y="59"/>
                  <a:pt x="68" y="54"/>
                  <a:pt x="69" y="45"/>
                </a:cubicBezTo>
                <a:cubicBezTo>
                  <a:pt x="70" y="42"/>
                  <a:pt x="70" y="39"/>
                  <a:pt x="70" y="36"/>
                </a:cubicBezTo>
                <a:cubicBezTo>
                  <a:pt x="73" y="36"/>
                  <a:pt x="75" y="36"/>
                  <a:pt x="78" y="36"/>
                </a:cubicBezTo>
                <a:cubicBezTo>
                  <a:pt x="78" y="56"/>
                  <a:pt x="78" y="75"/>
                  <a:pt x="78" y="95"/>
                </a:cubicBezTo>
                <a:cubicBezTo>
                  <a:pt x="77" y="95"/>
                  <a:pt x="76" y="95"/>
                  <a:pt x="74" y="95"/>
                </a:cubicBezTo>
                <a:cubicBezTo>
                  <a:pt x="73" y="95"/>
                  <a:pt x="72" y="95"/>
                  <a:pt x="70" y="95"/>
                </a:cubicBezTo>
                <a:cubicBezTo>
                  <a:pt x="70" y="93"/>
                  <a:pt x="70" y="90"/>
                  <a:pt x="70" y="88"/>
                </a:cubicBezTo>
                <a:cubicBezTo>
                  <a:pt x="69" y="86"/>
                  <a:pt x="69" y="83"/>
                  <a:pt x="68" y="81"/>
                </a:cubicBezTo>
                <a:cubicBezTo>
                  <a:pt x="67" y="75"/>
                  <a:pt x="64" y="72"/>
                  <a:pt x="58" y="71"/>
                </a:cubicBezTo>
                <a:cubicBezTo>
                  <a:pt x="50" y="69"/>
                  <a:pt x="42" y="70"/>
                  <a:pt x="34" y="70"/>
                </a:cubicBezTo>
                <a:cubicBezTo>
                  <a:pt x="33" y="72"/>
                  <a:pt x="33" y="73"/>
                  <a:pt x="33" y="74"/>
                </a:cubicBezTo>
                <a:cubicBezTo>
                  <a:pt x="33" y="88"/>
                  <a:pt x="33" y="102"/>
                  <a:pt x="33" y="115"/>
                </a:cubicBezTo>
                <a:cubicBezTo>
                  <a:pt x="33" y="124"/>
                  <a:pt x="34" y="125"/>
                  <a:pt x="43" y="125"/>
                </a:cubicBezTo>
                <a:cubicBezTo>
                  <a:pt x="52" y="125"/>
                  <a:pt x="60" y="125"/>
                  <a:pt x="69" y="125"/>
                </a:cubicBezTo>
                <a:cubicBezTo>
                  <a:pt x="89" y="125"/>
                  <a:pt x="104" y="115"/>
                  <a:pt x="112" y="97"/>
                </a:cubicBezTo>
                <a:cubicBezTo>
                  <a:pt x="113" y="95"/>
                  <a:pt x="114" y="93"/>
                  <a:pt x="115" y="90"/>
                </a:cubicBezTo>
                <a:cubicBezTo>
                  <a:pt x="118" y="91"/>
                  <a:pt x="121" y="92"/>
                  <a:pt x="124" y="93"/>
                </a:cubicBezTo>
                <a:cubicBezTo>
                  <a:pt x="119" y="108"/>
                  <a:pt x="114" y="121"/>
                  <a:pt x="109" y="135"/>
                </a:cubicBezTo>
                <a:cubicBezTo>
                  <a:pt x="73" y="135"/>
                  <a:pt x="3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6" y="128"/>
                  <a:pt x="8" y="127"/>
                </a:cubicBezTo>
                <a:cubicBezTo>
                  <a:pt x="13" y="126"/>
                  <a:pt x="15" y="125"/>
                  <a:pt x="15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20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7" y="9"/>
                  <a:pt x="6" y="8"/>
                  <a:pt x="4" y="8"/>
                </a:cubicBezTo>
                <a:cubicBezTo>
                  <a:pt x="3" y="8"/>
                  <a:pt x="2" y="8"/>
                  <a:pt x="0" y="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3" name="Freeform 21">
            <a:extLst xmlns:a="http://schemas.openxmlformats.org/drawingml/2006/main">
              <a:ext uri="{FF2B5EF4-FFF2-40B4-BE49-F238E27FC236}">
                <a16:creationId xmlns:a16="http://schemas.microsoft.com/office/drawing/2014/main" id="{3597AC91-7583-4EAC-88EC-22EFD701F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5152" y="689187"/>
            <a:ext cx="62726" cy="67859"/>
          </a:xfrm>
          <a:custGeom xmlns:a="http://schemas.openxmlformats.org/drawingml/2006/main">
            <a:gdLst>
              <a:gd name="T0" fmla="*/ 33 w 123"/>
              <a:gd name="T1" fmla="*/ 60 h 134"/>
              <a:gd name="T2" fmla="*/ 55 w 123"/>
              <a:gd name="T3" fmla="*/ 59 h 134"/>
              <a:gd name="T4" fmla="*/ 68 w 123"/>
              <a:gd name="T5" fmla="*/ 45 h 134"/>
              <a:gd name="T6" fmla="*/ 70 w 123"/>
              <a:gd name="T7" fmla="*/ 35 h 134"/>
              <a:gd name="T8" fmla="*/ 77 w 123"/>
              <a:gd name="T9" fmla="*/ 35 h 134"/>
              <a:gd name="T10" fmla="*/ 77 w 123"/>
              <a:gd name="T11" fmla="*/ 94 h 134"/>
              <a:gd name="T12" fmla="*/ 75 w 123"/>
              <a:gd name="T13" fmla="*/ 94 h 134"/>
              <a:gd name="T14" fmla="*/ 70 w 123"/>
              <a:gd name="T15" fmla="*/ 94 h 134"/>
              <a:gd name="T16" fmla="*/ 69 w 123"/>
              <a:gd name="T17" fmla="*/ 83 h 134"/>
              <a:gd name="T18" fmla="*/ 54 w 123"/>
              <a:gd name="T19" fmla="*/ 69 h 134"/>
              <a:gd name="T20" fmla="*/ 33 w 123"/>
              <a:gd name="T21" fmla="*/ 69 h 134"/>
              <a:gd name="T22" fmla="*/ 33 w 123"/>
              <a:gd name="T23" fmla="*/ 73 h 134"/>
              <a:gd name="T24" fmla="*/ 33 w 123"/>
              <a:gd name="T25" fmla="*/ 114 h 134"/>
              <a:gd name="T26" fmla="*/ 43 w 123"/>
              <a:gd name="T27" fmla="*/ 124 h 134"/>
              <a:gd name="T28" fmla="*/ 68 w 123"/>
              <a:gd name="T29" fmla="*/ 124 h 134"/>
              <a:gd name="T30" fmla="*/ 112 w 123"/>
              <a:gd name="T31" fmla="*/ 96 h 134"/>
              <a:gd name="T32" fmla="*/ 115 w 123"/>
              <a:gd name="T33" fmla="*/ 90 h 134"/>
              <a:gd name="T34" fmla="*/ 115 w 123"/>
              <a:gd name="T35" fmla="*/ 90 h 134"/>
              <a:gd name="T36" fmla="*/ 123 w 123"/>
              <a:gd name="T37" fmla="*/ 92 h 134"/>
              <a:gd name="T38" fmla="*/ 109 w 123"/>
              <a:gd name="T39" fmla="*/ 134 h 134"/>
              <a:gd name="T40" fmla="*/ 0 w 123"/>
              <a:gd name="T41" fmla="*/ 134 h 134"/>
              <a:gd name="T42" fmla="*/ 0 w 123"/>
              <a:gd name="T43" fmla="*/ 127 h 134"/>
              <a:gd name="T44" fmla="*/ 8 w 123"/>
              <a:gd name="T45" fmla="*/ 126 h 134"/>
              <a:gd name="T46" fmla="*/ 15 w 123"/>
              <a:gd name="T47" fmla="*/ 120 h 134"/>
              <a:gd name="T48" fmla="*/ 16 w 123"/>
              <a:gd name="T49" fmla="*/ 113 h 134"/>
              <a:gd name="T50" fmla="*/ 16 w 123"/>
              <a:gd name="T51" fmla="*/ 20 h 134"/>
              <a:gd name="T52" fmla="*/ 5 w 123"/>
              <a:gd name="T53" fmla="*/ 7 h 134"/>
              <a:gd name="T54" fmla="*/ 0 w 123"/>
              <a:gd name="T55" fmla="*/ 7 h 134"/>
              <a:gd name="T56" fmla="*/ 0 w 123"/>
              <a:gd name="T57" fmla="*/ 0 h 134"/>
              <a:gd name="T58" fmla="*/ 105 w 123"/>
              <a:gd name="T59" fmla="*/ 0 h 134"/>
              <a:gd name="T60" fmla="*/ 117 w 123"/>
              <a:gd name="T61" fmla="*/ 35 h 134"/>
              <a:gd name="T62" fmla="*/ 109 w 123"/>
              <a:gd name="T63" fmla="*/ 38 h 134"/>
              <a:gd name="T64" fmla="*/ 107 w 123"/>
              <a:gd name="T65" fmla="*/ 34 h 134"/>
              <a:gd name="T66" fmla="*/ 105 w 123"/>
              <a:gd name="T67" fmla="*/ 29 h 134"/>
              <a:gd name="T68" fmla="*/ 78 w 123"/>
              <a:gd name="T69" fmla="*/ 11 h 134"/>
              <a:gd name="T70" fmla="*/ 42 w 123"/>
              <a:gd name="T71" fmla="*/ 10 h 134"/>
              <a:gd name="T72" fmla="*/ 33 w 123"/>
              <a:gd name="T73" fmla="*/ 10 h 134"/>
              <a:gd name="T74" fmla="*/ 33 w 123"/>
              <a:gd name="T75" fmla="*/ 60 h 134"/>
            </a:gdLst>
            <a:rect l="0" t="0" r="r" b="b"/>
            <a:pathLst>
              <a:path w="123" h="134">
                <a:moveTo>
                  <a:pt x="33" y="60"/>
                </a:moveTo>
                <a:cubicBezTo>
                  <a:pt x="41" y="60"/>
                  <a:pt x="48" y="61"/>
                  <a:pt x="55" y="59"/>
                </a:cubicBezTo>
                <a:cubicBezTo>
                  <a:pt x="63" y="57"/>
                  <a:pt x="67" y="53"/>
                  <a:pt x="68" y="45"/>
                </a:cubicBezTo>
                <a:cubicBezTo>
                  <a:pt x="69" y="42"/>
                  <a:pt x="69" y="39"/>
                  <a:pt x="70" y="35"/>
                </a:cubicBezTo>
                <a:cubicBezTo>
                  <a:pt x="72" y="35"/>
                  <a:pt x="75" y="35"/>
                  <a:pt x="77" y="35"/>
                </a:cubicBezTo>
                <a:cubicBezTo>
                  <a:pt x="77" y="55"/>
                  <a:pt x="77" y="74"/>
                  <a:pt x="77" y="94"/>
                </a:cubicBezTo>
                <a:cubicBezTo>
                  <a:pt x="76" y="94"/>
                  <a:pt x="75" y="94"/>
                  <a:pt x="75" y="94"/>
                </a:cubicBezTo>
                <a:cubicBezTo>
                  <a:pt x="73" y="94"/>
                  <a:pt x="71" y="94"/>
                  <a:pt x="70" y="94"/>
                </a:cubicBezTo>
                <a:cubicBezTo>
                  <a:pt x="69" y="90"/>
                  <a:pt x="69" y="86"/>
                  <a:pt x="69" y="83"/>
                </a:cubicBezTo>
                <a:cubicBezTo>
                  <a:pt x="67" y="74"/>
                  <a:pt x="63" y="70"/>
                  <a:pt x="54" y="69"/>
                </a:cubicBezTo>
                <a:cubicBezTo>
                  <a:pt x="47" y="69"/>
                  <a:pt x="40" y="69"/>
                  <a:pt x="33" y="69"/>
                </a:cubicBezTo>
                <a:cubicBezTo>
                  <a:pt x="33" y="71"/>
                  <a:pt x="33" y="72"/>
                  <a:pt x="33" y="73"/>
                </a:cubicBezTo>
                <a:cubicBezTo>
                  <a:pt x="33" y="87"/>
                  <a:pt x="33" y="101"/>
                  <a:pt x="33" y="114"/>
                </a:cubicBezTo>
                <a:cubicBezTo>
                  <a:pt x="33" y="123"/>
                  <a:pt x="34" y="124"/>
                  <a:pt x="43" y="124"/>
                </a:cubicBezTo>
                <a:cubicBezTo>
                  <a:pt x="51" y="124"/>
                  <a:pt x="60" y="124"/>
                  <a:pt x="68" y="124"/>
                </a:cubicBezTo>
                <a:cubicBezTo>
                  <a:pt x="89" y="124"/>
                  <a:pt x="103" y="114"/>
                  <a:pt x="112" y="96"/>
                </a:cubicBezTo>
                <a:cubicBezTo>
                  <a:pt x="113" y="94"/>
                  <a:pt x="114" y="92"/>
                  <a:pt x="115" y="90"/>
                </a:cubicBezTo>
                <a:cubicBezTo>
                  <a:pt x="115" y="90"/>
                  <a:pt x="115" y="90"/>
                  <a:pt x="115" y="90"/>
                </a:cubicBezTo>
                <a:cubicBezTo>
                  <a:pt x="118" y="90"/>
                  <a:pt x="120" y="91"/>
                  <a:pt x="123" y="92"/>
                </a:cubicBezTo>
                <a:cubicBezTo>
                  <a:pt x="118" y="107"/>
                  <a:pt x="113" y="120"/>
                  <a:pt x="109" y="134"/>
                </a:cubicBezTo>
                <a:cubicBezTo>
                  <a:pt x="72" y="134"/>
                  <a:pt x="3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6"/>
                  <a:pt x="8" y="126"/>
                </a:cubicBezTo>
                <a:cubicBezTo>
                  <a:pt x="12" y="126"/>
                  <a:pt x="14" y="124"/>
                  <a:pt x="15" y="120"/>
                </a:cubicBezTo>
                <a:cubicBezTo>
                  <a:pt x="15" y="118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0"/>
                  <a:pt x="14" y="8"/>
                  <a:pt x="5" y="7"/>
                </a:cubicBezTo>
                <a:cubicBezTo>
                  <a:pt x="3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34" y="0"/>
                  <a:pt x="69" y="0"/>
                  <a:pt x="105" y="0"/>
                </a:cubicBezTo>
                <a:cubicBezTo>
                  <a:pt x="109" y="11"/>
                  <a:pt x="112" y="22"/>
                  <a:pt x="117" y="35"/>
                </a:cubicBezTo>
                <a:cubicBezTo>
                  <a:pt x="114" y="36"/>
                  <a:pt x="112" y="37"/>
                  <a:pt x="109" y="38"/>
                </a:cubicBezTo>
                <a:cubicBezTo>
                  <a:pt x="108" y="36"/>
                  <a:pt x="108" y="35"/>
                  <a:pt x="107" y="34"/>
                </a:cubicBezTo>
                <a:cubicBezTo>
                  <a:pt x="107" y="32"/>
                  <a:pt x="106" y="31"/>
                  <a:pt x="105" y="29"/>
                </a:cubicBezTo>
                <a:cubicBezTo>
                  <a:pt x="100" y="18"/>
                  <a:pt x="90" y="11"/>
                  <a:pt x="78" y="11"/>
                </a:cubicBezTo>
                <a:cubicBezTo>
                  <a:pt x="66" y="10"/>
                  <a:pt x="54" y="10"/>
                  <a:pt x="42" y="10"/>
                </a:cubicBezTo>
                <a:cubicBezTo>
                  <a:pt x="39" y="10"/>
                  <a:pt x="36" y="10"/>
                  <a:pt x="33" y="10"/>
                </a:cubicBezTo>
                <a:cubicBezTo>
                  <a:pt x="33" y="26"/>
                  <a:pt x="33" y="43"/>
                  <a:pt x="33" y="6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Freeform 22">
            <a:extLst xmlns:a="http://schemas.openxmlformats.org/drawingml/2006/main">
              <a:ext uri="{FF2B5EF4-FFF2-40B4-BE49-F238E27FC236}">
                <a16:creationId xmlns:a16="http://schemas.microsoft.com/office/drawing/2014/main" id="{3763E077-C3B1-46C9-BDF0-ECD686DBB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3944" y="689187"/>
            <a:ext cx="63867" cy="67859"/>
          </a:xfrm>
          <a:custGeom xmlns:a="http://schemas.openxmlformats.org/drawingml/2006/main">
            <a:gdLst>
              <a:gd name="T0" fmla="*/ 43 w 126"/>
              <a:gd name="T1" fmla="*/ 134 h 134"/>
              <a:gd name="T2" fmla="*/ 0 w 126"/>
              <a:gd name="T3" fmla="*/ 134 h 134"/>
              <a:gd name="T4" fmla="*/ 0 w 126"/>
              <a:gd name="T5" fmla="*/ 127 h 134"/>
              <a:gd name="T6" fmla="*/ 7 w 126"/>
              <a:gd name="T7" fmla="*/ 126 h 134"/>
              <a:gd name="T8" fmla="*/ 16 w 126"/>
              <a:gd name="T9" fmla="*/ 118 h 134"/>
              <a:gd name="T10" fmla="*/ 16 w 126"/>
              <a:gd name="T11" fmla="*/ 110 h 134"/>
              <a:gd name="T12" fmla="*/ 16 w 126"/>
              <a:gd name="T13" fmla="*/ 18 h 134"/>
              <a:gd name="T14" fmla="*/ 5 w 126"/>
              <a:gd name="T15" fmla="*/ 7 h 134"/>
              <a:gd name="T16" fmla="*/ 0 w 126"/>
              <a:gd name="T17" fmla="*/ 7 h 134"/>
              <a:gd name="T18" fmla="*/ 0 w 126"/>
              <a:gd name="T19" fmla="*/ 0 h 134"/>
              <a:gd name="T20" fmla="*/ 40 w 126"/>
              <a:gd name="T21" fmla="*/ 0 h 134"/>
              <a:gd name="T22" fmla="*/ 98 w 126"/>
              <a:gd name="T23" fmla="*/ 100 h 134"/>
              <a:gd name="T24" fmla="*/ 99 w 126"/>
              <a:gd name="T25" fmla="*/ 96 h 134"/>
              <a:gd name="T26" fmla="*/ 99 w 126"/>
              <a:gd name="T27" fmla="*/ 24 h 134"/>
              <a:gd name="T28" fmla="*/ 98 w 126"/>
              <a:gd name="T29" fmla="*/ 17 h 134"/>
              <a:gd name="T30" fmla="*/ 89 w 126"/>
              <a:gd name="T31" fmla="*/ 7 h 134"/>
              <a:gd name="T32" fmla="*/ 83 w 126"/>
              <a:gd name="T33" fmla="*/ 7 h 134"/>
              <a:gd name="T34" fmla="*/ 83 w 126"/>
              <a:gd name="T35" fmla="*/ 4 h 134"/>
              <a:gd name="T36" fmla="*/ 83 w 126"/>
              <a:gd name="T37" fmla="*/ 0 h 134"/>
              <a:gd name="T38" fmla="*/ 125 w 126"/>
              <a:gd name="T39" fmla="*/ 0 h 134"/>
              <a:gd name="T40" fmla="*/ 126 w 126"/>
              <a:gd name="T41" fmla="*/ 3 h 134"/>
              <a:gd name="T42" fmla="*/ 126 w 126"/>
              <a:gd name="T43" fmla="*/ 7 h 134"/>
              <a:gd name="T44" fmla="*/ 120 w 126"/>
              <a:gd name="T45" fmla="*/ 7 h 134"/>
              <a:gd name="T46" fmla="*/ 110 w 126"/>
              <a:gd name="T47" fmla="*/ 16 h 134"/>
              <a:gd name="T48" fmla="*/ 110 w 126"/>
              <a:gd name="T49" fmla="*/ 26 h 134"/>
              <a:gd name="T50" fmla="*/ 110 w 126"/>
              <a:gd name="T51" fmla="*/ 128 h 134"/>
              <a:gd name="T52" fmla="*/ 110 w 126"/>
              <a:gd name="T53" fmla="*/ 134 h 134"/>
              <a:gd name="T54" fmla="*/ 98 w 126"/>
              <a:gd name="T55" fmla="*/ 134 h 134"/>
              <a:gd name="T56" fmla="*/ 28 w 126"/>
              <a:gd name="T57" fmla="*/ 14 h 134"/>
              <a:gd name="T58" fmla="*/ 28 w 126"/>
              <a:gd name="T59" fmla="*/ 14 h 134"/>
              <a:gd name="T60" fmla="*/ 27 w 126"/>
              <a:gd name="T61" fmla="*/ 17 h 134"/>
              <a:gd name="T62" fmla="*/ 27 w 126"/>
              <a:gd name="T63" fmla="*/ 110 h 134"/>
              <a:gd name="T64" fmla="*/ 28 w 126"/>
              <a:gd name="T65" fmla="*/ 118 h 134"/>
              <a:gd name="T66" fmla="*/ 36 w 126"/>
              <a:gd name="T67" fmla="*/ 126 h 134"/>
              <a:gd name="T68" fmla="*/ 43 w 126"/>
              <a:gd name="T69" fmla="*/ 127 h 134"/>
              <a:gd name="T70" fmla="*/ 43 w 126"/>
              <a:gd name="T71" fmla="*/ 134 h 134"/>
            </a:gdLst>
            <a:rect l="0" t="0" r="r" b="b"/>
            <a:pathLst>
              <a:path w="126" h="134">
                <a:moveTo>
                  <a:pt x="43" y="134"/>
                </a:moveTo>
                <a:cubicBezTo>
                  <a:pt x="29" y="134"/>
                  <a:pt x="14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7"/>
                  <a:pt x="7" y="126"/>
                </a:cubicBezTo>
                <a:cubicBezTo>
                  <a:pt x="13" y="125"/>
                  <a:pt x="15" y="123"/>
                  <a:pt x="16" y="118"/>
                </a:cubicBezTo>
                <a:cubicBezTo>
                  <a:pt x="16" y="115"/>
                  <a:pt x="16" y="113"/>
                  <a:pt x="16" y="110"/>
                </a:cubicBezTo>
                <a:cubicBezTo>
                  <a:pt x="16" y="80"/>
                  <a:pt x="16" y="49"/>
                  <a:pt x="16" y="18"/>
                </a:cubicBezTo>
                <a:cubicBezTo>
                  <a:pt x="16" y="9"/>
                  <a:pt x="14" y="8"/>
                  <a:pt x="5" y="7"/>
                </a:cubicBezTo>
                <a:cubicBezTo>
                  <a:pt x="4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3" y="0"/>
                  <a:pt x="26" y="0"/>
                  <a:pt x="40" y="0"/>
                </a:cubicBezTo>
                <a:cubicBezTo>
                  <a:pt x="59" y="33"/>
                  <a:pt x="78" y="66"/>
                  <a:pt x="98" y="100"/>
                </a:cubicBezTo>
                <a:cubicBezTo>
                  <a:pt x="98" y="98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2"/>
                  <a:pt x="99" y="19"/>
                  <a:pt x="98" y="17"/>
                </a:cubicBezTo>
                <a:cubicBezTo>
                  <a:pt x="97" y="11"/>
                  <a:pt x="95" y="8"/>
                  <a:pt x="89" y="7"/>
                </a:cubicBezTo>
                <a:cubicBezTo>
                  <a:pt x="87" y="7"/>
                  <a:pt x="85" y="7"/>
                  <a:pt x="83" y="7"/>
                </a:cubicBezTo>
                <a:cubicBezTo>
                  <a:pt x="83" y="6"/>
                  <a:pt x="83" y="5"/>
                  <a:pt x="83" y="4"/>
                </a:cubicBezTo>
                <a:cubicBezTo>
                  <a:pt x="83" y="2"/>
                  <a:pt x="83" y="1"/>
                  <a:pt x="83" y="0"/>
                </a:cubicBezTo>
                <a:cubicBezTo>
                  <a:pt x="97" y="0"/>
                  <a:pt x="111" y="0"/>
                  <a:pt x="125" y="0"/>
                </a:cubicBezTo>
                <a:cubicBezTo>
                  <a:pt x="125" y="1"/>
                  <a:pt x="126" y="2"/>
                  <a:pt x="126" y="3"/>
                </a:cubicBezTo>
                <a:cubicBezTo>
                  <a:pt x="126" y="4"/>
                  <a:pt x="126" y="5"/>
                  <a:pt x="126" y="7"/>
                </a:cubicBezTo>
                <a:cubicBezTo>
                  <a:pt x="124" y="7"/>
                  <a:pt x="122" y="7"/>
                  <a:pt x="120" y="7"/>
                </a:cubicBezTo>
                <a:cubicBezTo>
                  <a:pt x="114" y="8"/>
                  <a:pt x="111" y="11"/>
                  <a:pt x="110" y="16"/>
                </a:cubicBezTo>
                <a:cubicBezTo>
                  <a:pt x="110" y="20"/>
                  <a:pt x="110" y="23"/>
                  <a:pt x="110" y="26"/>
                </a:cubicBezTo>
                <a:cubicBezTo>
                  <a:pt x="110" y="60"/>
                  <a:pt x="110" y="94"/>
                  <a:pt x="110" y="128"/>
                </a:cubicBezTo>
                <a:cubicBezTo>
                  <a:pt x="110" y="130"/>
                  <a:pt x="110" y="132"/>
                  <a:pt x="110" y="134"/>
                </a:cubicBezTo>
                <a:cubicBezTo>
                  <a:pt x="106" y="134"/>
                  <a:pt x="102" y="134"/>
                  <a:pt x="98" y="134"/>
                </a:cubicBezTo>
                <a:cubicBezTo>
                  <a:pt x="75" y="94"/>
                  <a:pt x="52" y="54"/>
                  <a:pt x="28" y="14"/>
                </a:cubicBezTo>
                <a:cubicBezTo>
                  <a:pt x="28" y="14"/>
                  <a:pt x="28" y="14"/>
                  <a:pt x="28" y="14"/>
                </a:cubicBezTo>
                <a:cubicBezTo>
                  <a:pt x="27" y="15"/>
                  <a:pt x="27" y="16"/>
                  <a:pt x="27" y="17"/>
                </a:cubicBezTo>
                <a:cubicBezTo>
                  <a:pt x="27" y="48"/>
                  <a:pt x="27" y="79"/>
                  <a:pt x="27" y="110"/>
                </a:cubicBezTo>
                <a:cubicBezTo>
                  <a:pt x="27" y="113"/>
                  <a:pt x="27" y="116"/>
                  <a:pt x="28" y="118"/>
                </a:cubicBezTo>
                <a:cubicBezTo>
                  <a:pt x="29" y="123"/>
                  <a:pt x="31" y="125"/>
                  <a:pt x="36" y="126"/>
                </a:cubicBezTo>
                <a:cubicBezTo>
                  <a:pt x="38" y="126"/>
                  <a:pt x="41" y="127"/>
                  <a:pt x="43" y="127"/>
                </a:cubicBezTo>
                <a:cubicBezTo>
                  <a:pt x="43" y="129"/>
                  <a:pt x="43" y="132"/>
                  <a:pt x="43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Freeform 23">
            <a:extLst xmlns:a="http://schemas.openxmlformats.org/drawingml/2006/main">
              <a:ext uri="{FF2B5EF4-FFF2-40B4-BE49-F238E27FC236}">
                <a16:creationId xmlns:a16="http://schemas.microsoft.com/office/drawing/2014/main" id="{45416570-2E7D-4E1E-B96F-57E85E458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2943" y="686906"/>
            <a:ext cx="70710" cy="72991"/>
          </a:xfrm>
          <a:custGeom xmlns:a="http://schemas.openxmlformats.org/drawingml/2006/main">
            <a:gdLst>
              <a:gd name="T0" fmla="*/ 87 w 139"/>
              <a:gd name="T1" fmla="*/ 79 h 144"/>
              <a:gd name="T2" fmla="*/ 87 w 139"/>
              <a:gd name="T3" fmla="*/ 71 h 144"/>
              <a:gd name="T4" fmla="*/ 139 w 139"/>
              <a:gd name="T5" fmla="*/ 71 h 144"/>
              <a:gd name="T6" fmla="*/ 139 w 139"/>
              <a:gd name="T7" fmla="*/ 79 h 144"/>
              <a:gd name="T8" fmla="*/ 133 w 139"/>
              <a:gd name="T9" fmla="*/ 79 h 144"/>
              <a:gd name="T10" fmla="*/ 124 w 139"/>
              <a:gd name="T11" fmla="*/ 88 h 144"/>
              <a:gd name="T12" fmla="*/ 124 w 139"/>
              <a:gd name="T13" fmla="*/ 95 h 144"/>
              <a:gd name="T14" fmla="*/ 124 w 139"/>
              <a:gd name="T15" fmla="*/ 134 h 144"/>
              <a:gd name="T16" fmla="*/ 124 w 139"/>
              <a:gd name="T17" fmla="*/ 139 h 144"/>
              <a:gd name="T18" fmla="*/ 115 w 139"/>
              <a:gd name="T19" fmla="*/ 139 h 144"/>
              <a:gd name="T20" fmla="*/ 110 w 139"/>
              <a:gd name="T21" fmla="*/ 128 h 144"/>
              <a:gd name="T22" fmla="*/ 105 w 139"/>
              <a:gd name="T23" fmla="*/ 131 h 144"/>
              <a:gd name="T24" fmla="*/ 56 w 139"/>
              <a:gd name="T25" fmla="*/ 141 h 144"/>
              <a:gd name="T26" fmla="*/ 10 w 139"/>
              <a:gd name="T27" fmla="*/ 103 h 144"/>
              <a:gd name="T28" fmla="*/ 15 w 139"/>
              <a:gd name="T29" fmla="*/ 33 h 144"/>
              <a:gd name="T30" fmla="*/ 56 w 139"/>
              <a:gd name="T31" fmla="*/ 3 h 144"/>
              <a:gd name="T32" fmla="*/ 99 w 139"/>
              <a:gd name="T33" fmla="*/ 11 h 144"/>
              <a:gd name="T34" fmla="*/ 102 w 139"/>
              <a:gd name="T35" fmla="*/ 13 h 144"/>
              <a:gd name="T36" fmla="*/ 105 w 139"/>
              <a:gd name="T37" fmla="*/ 5 h 144"/>
              <a:gd name="T38" fmla="*/ 112 w 139"/>
              <a:gd name="T39" fmla="*/ 5 h 144"/>
              <a:gd name="T40" fmla="*/ 122 w 139"/>
              <a:gd name="T41" fmla="*/ 46 h 144"/>
              <a:gd name="T42" fmla="*/ 114 w 139"/>
              <a:gd name="T43" fmla="*/ 49 h 144"/>
              <a:gd name="T44" fmla="*/ 112 w 139"/>
              <a:gd name="T45" fmla="*/ 44 h 144"/>
              <a:gd name="T46" fmla="*/ 100 w 139"/>
              <a:gd name="T47" fmla="*/ 25 h 144"/>
              <a:gd name="T48" fmla="*/ 42 w 139"/>
              <a:gd name="T49" fmla="*/ 23 h 144"/>
              <a:gd name="T50" fmla="*/ 24 w 139"/>
              <a:gd name="T51" fmla="*/ 62 h 144"/>
              <a:gd name="T52" fmla="*/ 34 w 139"/>
              <a:gd name="T53" fmla="*/ 109 h 144"/>
              <a:gd name="T54" fmla="*/ 77 w 139"/>
              <a:gd name="T55" fmla="*/ 131 h 144"/>
              <a:gd name="T56" fmla="*/ 101 w 139"/>
              <a:gd name="T57" fmla="*/ 120 h 144"/>
              <a:gd name="T58" fmla="*/ 106 w 139"/>
              <a:gd name="T59" fmla="*/ 109 h 144"/>
              <a:gd name="T60" fmla="*/ 106 w 139"/>
              <a:gd name="T61" fmla="*/ 90 h 144"/>
              <a:gd name="T62" fmla="*/ 96 w 139"/>
              <a:gd name="T63" fmla="*/ 79 h 144"/>
              <a:gd name="T64" fmla="*/ 87 w 139"/>
              <a:gd name="T65" fmla="*/ 79 h 144"/>
            </a:gdLst>
            <a:rect l="0" t="0" r="r" b="b"/>
            <a:pathLst>
              <a:path w="139" h="144">
                <a:moveTo>
                  <a:pt x="87" y="79"/>
                </a:moveTo>
                <a:cubicBezTo>
                  <a:pt x="87" y="76"/>
                  <a:pt x="87" y="74"/>
                  <a:pt x="87" y="71"/>
                </a:cubicBezTo>
                <a:cubicBezTo>
                  <a:pt x="105" y="71"/>
                  <a:pt x="122" y="71"/>
                  <a:pt x="139" y="71"/>
                </a:cubicBezTo>
                <a:cubicBezTo>
                  <a:pt x="139" y="74"/>
                  <a:pt x="139" y="76"/>
                  <a:pt x="139" y="79"/>
                </a:cubicBezTo>
                <a:cubicBezTo>
                  <a:pt x="137" y="79"/>
                  <a:pt x="135" y="79"/>
                  <a:pt x="133" y="79"/>
                </a:cubicBezTo>
                <a:cubicBezTo>
                  <a:pt x="127" y="79"/>
                  <a:pt x="125" y="81"/>
                  <a:pt x="124" y="88"/>
                </a:cubicBezTo>
                <a:cubicBezTo>
                  <a:pt x="124" y="90"/>
                  <a:pt x="124" y="93"/>
                  <a:pt x="124" y="95"/>
                </a:cubicBezTo>
                <a:cubicBezTo>
                  <a:pt x="124" y="108"/>
                  <a:pt x="124" y="121"/>
                  <a:pt x="124" y="134"/>
                </a:cubicBezTo>
                <a:cubicBezTo>
                  <a:pt x="124" y="135"/>
                  <a:pt x="124" y="137"/>
                  <a:pt x="124" y="139"/>
                </a:cubicBezTo>
                <a:cubicBezTo>
                  <a:pt x="121" y="139"/>
                  <a:pt x="118" y="139"/>
                  <a:pt x="115" y="139"/>
                </a:cubicBezTo>
                <a:cubicBezTo>
                  <a:pt x="113" y="136"/>
                  <a:pt x="112" y="132"/>
                  <a:pt x="110" y="128"/>
                </a:cubicBezTo>
                <a:cubicBezTo>
                  <a:pt x="108" y="129"/>
                  <a:pt x="107" y="130"/>
                  <a:pt x="105" y="131"/>
                </a:cubicBezTo>
                <a:cubicBezTo>
                  <a:pt x="90" y="140"/>
                  <a:pt x="74" y="144"/>
                  <a:pt x="56" y="141"/>
                </a:cubicBezTo>
                <a:cubicBezTo>
                  <a:pt x="34" y="137"/>
                  <a:pt x="18" y="124"/>
                  <a:pt x="10" y="103"/>
                </a:cubicBezTo>
                <a:cubicBezTo>
                  <a:pt x="0" y="79"/>
                  <a:pt x="1" y="55"/>
                  <a:pt x="15" y="33"/>
                </a:cubicBezTo>
                <a:cubicBezTo>
                  <a:pt x="24" y="17"/>
                  <a:pt x="38" y="6"/>
                  <a:pt x="56" y="3"/>
                </a:cubicBezTo>
                <a:cubicBezTo>
                  <a:pt x="71" y="0"/>
                  <a:pt x="86" y="2"/>
                  <a:pt x="99" y="11"/>
                </a:cubicBezTo>
                <a:cubicBezTo>
                  <a:pt x="100" y="12"/>
                  <a:pt x="101" y="12"/>
                  <a:pt x="102" y="13"/>
                </a:cubicBezTo>
                <a:cubicBezTo>
                  <a:pt x="103" y="10"/>
                  <a:pt x="104" y="7"/>
                  <a:pt x="105" y="5"/>
                </a:cubicBezTo>
                <a:cubicBezTo>
                  <a:pt x="107" y="5"/>
                  <a:pt x="109" y="5"/>
                  <a:pt x="112" y="5"/>
                </a:cubicBezTo>
                <a:cubicBezTo>
                  <a:pt x="115" y="18"/>
                  <a:pt x="119" y="32"/>
                  <a:pt x="122" y="46"/>
                </a:cubicBezTo>
                <a:cubicBezTo>
                  <a:pt x="120" y="47"/>
                  <a:pt x="117" y="48"/>
                  <a:pt x="114" y="49"/>
                </a:cubicBezTo>
                <a:cubicBezTo>
                  <a:pt x="114" y="47"/>
                  <a:pt x="113" y="45"/>
                  <a:pt x="112" y="44"/>
                </a:cubicBezTo>
                <a:cubicBezTo>
                  <a:pt x="109" y="37"/>
                  <a:pt x="105" y="30"/>
                  <a:pt x="100" y="25"/>
                </a:cubicBezTo>
                <a:cubicBezTo>
                  <a:pt x="84" y="8"/>
                  <a:pt x="59" y="7"/>
                  <a:pt x="42" y="23"/>
                </a:cubicBezTo>
                <a:cubicBezTo>
                  <a:pt x="31" y="34"/>
                  <a:pt x="25" y="47"/>
                  <a:pt x="24" y="62"/>
                </a:cubicBezTo>
                <a:cubicBezTo>
                  <a:pt x="22" y="79"/>
                  <a:pt x="25" y="95"/>
                  <a:pt x="34" y="109"/>
                </a:cubicBezTo>
                <a:cubicBezTo>
                  <a:pt x="44" y="125"/>
                  <a:pt x="59" y="132"/>
                  <a:pt x="77" y="131"/>
                </a:cubicBezTo>
                <a:cubicBezTo>
                  <a:pt x="86" y="130"/>
                  <a:pt x="94" y="127"/>
                  <a:pt x="101" y="120"/>
                </a:cubicBezTo>
                <a:cubicBezTo>
                  <a:pt x="104" y="117"/>
                  <a:pt x="106" y="114"/>
                  <a:pt x="106" y="109"/>
                </a:cubicBezTo>
                <a:cubicBezTo>
                  <a:pt x="106" y="103"/>
                  <a:pt x="107" y="96"/>
                  <a:pt x="106" y="90"/>
                </a:cubicBezTo>
                <a:cubicBezTo>
                  <a:pt x="106" y="82"/>
                  <a:pt x="104" y="81"/>
                  <a:pt x="96" y="79"/>
                </a:cubicBezTo>
                <a:cubicBezTo>
                  <a:pt x="94" y="79"/>
                  <a:pt x="91" y="79"/>
                  <a:pt x="87" y="79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6" name="Freeform 25">
            <a:extLst xmlns:a="http://schemas.openxmlformats.org/drawingml/2006/main">
              <a:ext uri="{FF2B5EF4-FFF2-40B4-BE49-F238E27FC236}">
                <a16:creationId xmlns:a16="http://schemas.microsoft.com/office/drawing/2014/main" id="{F1A28E15-AD4C-4B26-8CBC-483402ADC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081" y="688046"/>
            <a:ext cx="57594" cy="70710"/>
          </a:xfrm>
          <a:custGeom xmlns:a="http://schemas.openxmlformats.org/drawingml/2006/main">
            <a:gdLst>
              <a:gd name="T0" fmla="*/ 103 w 113"/>
              <a:gd name="T1" fmla="*/ 44 h 140"/>
              <a:gd name="T2" fmla="*/ 95 w 113"/>
              <a:gd name="T3" fmla="*/ 46 h 140"/>
              <a:gd name="T4" fmla="*/ 92 w 113"/>
              <a:gd name="T5" fmla="*/ 41 h 140"/>
              <a:gd name="T6" fmla="*/ 72 w 113"/>
              <a:gd name="T7" fmla="*/ 18 h 140"/>
              <a:gd name="T8" fmla="*/ 38 w 113"/>
              <a:gd name="T9" fmla="*/ 12 h 140"/>
              <a:gd name="T10" fmla="*/ 25 w 113"/>
              <a:gd name="T11" fmla="*/ 19 h 140"/>
              <a:gd name="T12" fmla="*/ 26 w 113"/>
              <a:gd name="T13" fmla="*/ 44 h 140"/>
              <a:gd name="T14" fmla="*/ 42 w 113"/>
              <a:gd name="T15" fmla="*/ 53 h 140"/>
              <a:gd name="T16" fmla="*/ 70 w 113"/>
              <a:gd name="T17" fmla="*/ 62 h 140"/>
              <a:gd name="T18" fmla="*/ 90 w 113"/>
              <a:gd name="T19" fmla="*/ 70 h 140"/>
              <a:gd name="T20" fmla="*/ 97 w 113"/>
              <a:gd name="T21" fmla="*/ 125 h 140"/>
              <a:gd name="T22" fmla="*/ 56 w 113"/>
              <a:gd name="T23" fmla="*/ 140 h 140"/>
              <a:gd name="T24" fmla="*/ 25 w 113"/>
              <a:gd name="T25" fmla="*/ 128 h 140"/>
              <a:gd name="T26" fmla="*/ 21 w 113"/>
              <a:gd name="T27" fmla="*/ 125 h 140"/>
              <a:gd name="T28" fmla="*/ 16 w 113"/>
              <a:gd name="T29" fmla="*/ 137 h 140"/>
              <a:gd name="T30" fmla="*/ 10 w 113"/>
              <a:gd name="T31" fmla="*/ 137 h 140"/>
              <a:gd name="T32" fmla="*/ 1 w 113"/>
              <a:gd name="T33" fmla="*/ 89 h 140"/>
              <a:gd name="T34" fmla="*/ 10 w 113"/>
              <a:gd name="T35" fmla="*/ 87 h 140"/>
              <a:gd name="T36" fmla="*/ 13 w 113"/>
              <a:gd name="T37" fmla="*/ 95 h 140"/>
              <a:gd name="T38" fmla="*/ 36 w 113"/>
              <a:gd name="T39" fmla="*/ 122 h 140"/>
              <a:gd name="T40" fmla="*/ 69 w 113"/>
              <a:gd name="T41" fmla="*/ 128 h 140"/>
              <a:gd name="T42" fmla="*/ 85 w 113"/>
              <a:gd name="T43" fmla="*/ 119 h 140"/>
              <a:gd name="T44" fmla="*/ 81 w 113"/>
              <a:gd name="T45" fmla="*/ 86 h 140"/>
              <a:gd name="T46" fmla="*/ 63 w 113"/>
              <a:gd name="T47" fmla="*/ 79 h 140"/>
              <a:gd name="T48" fmla="*/ 38 w 113"/>
              <a:gd name="T49" fmla="*/ 71 h 140"/>
              <a:gd name="T50" fmla="*/ 19 w 113"/>
              <a:gd name="T51" fmla="*/ 62 h 140"/>
              <a:gd name="T52" fmla="*/ 15 w 113"/>
              <a:gd name="T53" fmla="*/ 13 h 140"/>
              <a:gd name="T54" fmla="*/ 51 w 113"/>
              <a:gd name="T55" fmla="*/ 0 h 140"/>
              <a:gd name="T56" fmla="*/ 81 w 113"/>
              <a:gd name="T57" fmla="*/ 10 h 140"/>
              <a:gd name="T58" fmla="*/ 82 w 113"/>
              <a:gd name="T59" fmla="*/ 11 h 140"/>
              <a:gd name="T60" fmla="*/ 83 w 113"/>
              <a:gd name="T61" fmla="*/ 11 h 140"/>
              <a:gd name="T62" fmla="*/ 87 w 113"/>
              <a:gd name="T63" fmla="*/ 2 h 140"/>
              <a:gd name="T64" fmla="*/ 93 w 113"/>
              <a:gd name="T65" fmla="*/ 2 h 140"/>
              <a:gd name="T66" fmla="*/ 103 w 113"/>
              <a:gd name="T67" fmla="*/ 44 h 140"/>
            </a:gdLst>
            <a:rect l="0" t="0" r="r" b="b"/>
            <a:pathLst>
              <a:path w="113" h="140">
                <a:moveTo>
                  <a:pt x="103" y="44"/>
                </a:moveTo>
                <a:cubicBezTo>
                  <a:pt x="100" y="45"/>
                  <a:pt x="98" y="45"/>
                  <a:pt x="95" y="46"/>
                </a:cubicBezTo>
                <a:cubicBezTo>
                  <a:pt x="94" y="44"/>
                  <a:pt x="93" y="43"/>
                  <a:pt x="92" y="41"/>
                </a:cubicBezTo>
                <a:cubicBezTo>
                  <a:pt x="87" y="32"/>
                  <a:pt x="81" y="24"/>
                  <a:pt x="72" y="18"/>
                </a:cubicBezTo>
                <a:cubicBezTo>
                  <a:pt x="61" y="11"/>
                  <a:pt x="50" y="9"/>
                  <a:pt x="38" y="12"/>
                </a:cubicBezTo>
                <a:cubicBezTo>
                  <a:pt x="33" y="13"/>
                  <a:pt x="28" y="16"/>
                  <a:pt x="25" y="19"/>
                </a:cubicBezTo>
                <a:cubicBezTo>
                  <a:pt x="18" y="27"/>
                  <a:pt x="19" y="38"/>
                  <a:pt x="26" y="44"/>
                </a:cubicBezTo>
                <a:cubicBezTo>
                  <a:pt x="31" y="49"/>
                  <a:pt x="36" y="51"/>
                  <a:pt x="42" y="53"/>
                </a:cubicBezTo>
                <a:cubicBezTo>
                  <a:pt x="51" y="56"/>
                  <a:pt x="61" y="59"/>
                  <a:pt x="70" y="62"/>
                </a:cubicBezTo>
                <a:cubicBezTo>
                  <a:pt x="77" y="64"/>
                  <a:pt x="84" y="67"/>
                  <a:pt x="90" y="70"/>
                </a:cubicBezTo>
                <a:cubicBezTo>
                  <a:pt x="113" y="83"/>
                  <a:pt x="112" y="111"/>
                  <a:pt x="97" y="125"/>
                </a:cubicBezTo>
                <a:cubicBezTo>
                  <a:pt x="85" y="137"/>
                  <a:pt x="71" y="140"/>
                  <a:pt x="56" y="140"/>
                </a:cubicBezTo>
                <a:cubicBezTo>
                  <a:pt x="44" y="139"/>
                  <a:pt x="34" y="135"/>
                  <a:pt x="25" y="128"/>
                </a:cubicBezTo>
                <a:cubicBezTo>
                  <a:pt x="24" y="127"/>
                  <a:pt x="23" y="126"/>
                  <a:pt x="21" y="125"/>
                </a:cubicBezTo>
                <a:cubicBezTo>
                  <a:pt x="19" y="129"/>
                  <a:pt x="18" y="133"/>
                  <a:pt x="16" y="137"/>
                </a:cubicBezTo>
                <a:cubicBezTo>
                  <a:pt x="14" y="137"/>
                  <a:pt x="12" y="137"/>
                  <a:pt x="10" y="137"/>
                </a:cubicBezTo>
                <a:cubicBezTo>
                  <a:pt x="7" y="121"/>
                  <a:pt x="4" y="105"/>
                  <a:pt x="1" y="89"/>
                </a:cubicBezTo>
                <a:cubicBezTo>
                  <a:pt x="4" y="88"/>
                  <a:pt x="7" y="88"/>
                  <a:pt x="10" y="87"/>
                </a:cubicBezTo>
                <a:cubicBezTo>
                  <a:pt x="11" y="90"/>
                  <a:pt x="12" y="93"/>
                  <a:pt x="13" y="95"/>
                </a:cubicBezTo>
                <a:cubicBezTo>
                  <a:pt x="18" y="106"/>
                  <a:pt x="26" y="116"/>
                  <a:pt x="36" y="122"/>
                </a:cubicBezTo>
                <a:cubicBezTo>
                  <a:pt x="46" y="129"/>
                  <a:pt x="57" y="131"/>
                  <a:pt x="69" y="128"/>
                </a:cubicBezTo>
                <a:cubicBezTo>
                  <a:pt x="75" y="127"/>
                  <a:pt x="80" y="123"/>
                  <a:pt x="85" y="119"/>
                </a:cubicBezTo>
                <a:cubicBezTo>
                  <a:pt x="94" y="110"/>
                  <a:pt x="94" y="93"/>
                  <a:pt x="81" y="86"/>
                </a:cubicBezTo>
                <a:cubicBezTo>
                  <a:pt x="75" y="83"/>
                  <a:pt x="69" y="81"/>
                  <a:pt x="63" y="79"/>
                </a:cubicBezTo>
                <a:cubicBezTo>
                  <a:pt x="55" y="76"/>
                  <a:pt x="46" y="74"/>
                  <a:pt x="38" y="71"/>
                </a:cubicBezTo>
                <a:cubicBezTo>
                  <a:pt x="31" y="69"/>
                  <a:pt x="25" y="66"/>
                  <a:pt x="19" y="62"/>
                </a:cubicBezTo>
                <a:cubicBezTo>
                  <a:pt x="1" y="51"/>
                  <a:pt x="0" y="27"/>
                  <a:pt x="15" y="13"/>
                </a:cubicBezTo>
                <a:cubicBezTo>
                  <a:pt x="25" y="3"/>
                  <a:pt x="37" y="0"/>
                  <a:pt x="51" y="0"/>
                </a:cubicBezTo>
                <a:cubicBezTo>
                  <a:pt x="62" y="0"/>
                  <a:pt x="72" y="3"/>
                  <a:pt x="81" y="10"/>
                </a:cubicBezTo>
                <a:cubicBezTo>
                  <a:pt x="81" y="10"/>
                  <a:pt x="81" y="11"/>
                  <a:pt x="82" y="11"/>
                </a:cubicBezTo>
                <a:cubicBezTo>
                  <a:pt x="82" y="11"/>
                  <a:pt x="82" y="11"/>
                  <a:pt x="83" y="11"/>
                </a:cubicBezTo>
                <a:cubicBezTo>
                  <a:pt x="84" y="8"/>
                  <a:pt x="85" y="5"/>
                  <a:pt x="87" y="2"/>
                </a:cubicBezTo>
                <a:cubicBezTo>
                  <a:pt x="89" y="2"/>
                  <a:pt x="91" y="2"/>
                  <a:pt x="93" y="2"/>
                </a:cubicBezTo>
                <a:cubicBezTo>
                  <a:pt x="96" y="16"/>
                  <a:pt x="100" y="30"/>
                  <a:pt x="103" y="4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7" name="Freeform 27">
            <a:extLst xmlns:a="http://schemas.openxmlformats.org/drawingml/2006/main">
              <a:ext uri="{FF2B5EF4-FFF2-40B4-BE49-F238E27FC236}">
                <a16:creationId xmlns:a16="http://schemas.microsoft.com/office/drawing/2014/main" id="{027D455E-8539-46B8-AF2A-8E8213D1B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5846" y="688617"/>
            <a:ext cx="57594" cy="68429"/>
          </a:xfrm>
          <a:custGeom xmlns:a="http://schemas.openxmlformats.org/drawingml/2006/main">
            <a:gdLst>
              <a:gd name="T0" fmla="*/ 33 w 113"/>
              <a:gd name="T1" fmla="*/ 78 h 135"/>
              <a:gd name="T2" fmla="*/ 33 w 113"/>
              <a:gd name="T3" fmla="*/ 82 h 135"/>
              <a:gd name="T4" fmla="*/ 33 w 113"/>
              <a:gd name="T5" fmla="*/ 114 h 135"/>
              <a:gd name="T6" fmla="*/ 33 w 113"/>
              <a:gd name="T7" fmla="*/ 118 h 135"/>
              <a:gd name="T8" fmla="*/ 43 w 113"/>
              <a:gd name="T9" fmla="*/ 128 h 135"/>
              <a:gd name="T10" fmla="*/ 49 w 113"/>
              <a:gd name="T11" fmla="*/ 128 h 135"/>
              <a:gd name="T12" fmla="*/ 49 w 113"/>
              <a:gd name="T13" fmla="*/ 135 h 135"/>
              <a:gd name="T14" fmla="*/ 0 w 113"/>
              <a:gd name="T15" fmla="*/ 135 h 135"/>
              <a:gd name="T16" fmla="*/ 0 w 113"/>
              <a:gd name="T17" fmla="*/ 128 h 135"/>
              <a:gd name="T18" fmla="*/ 8 w 113"/>
              <a:gd name="T19" fmla="*/ 127 h 135"/>
              <a:gd name="T20" fmla="*/ 15 w 113"/>
              <a:gd name="T21" fmla="*/ 120 h 135"/>
              <a:gd name="T22" fmla="*/ 15 w 113"/>
              <a:gd name="T23" fmla="*/ 114 h 135"/>
              <a:gd name="T24" fmla="*/ 15 w 113"/>
              <a:gd name="T25" fmla="*/ 21 h 135"/>
              <a:gd name="T26" fmla="*/ 15 w 113"/>
              <a:gd name="T27" fmla="*/ 14 h 135"/>
              <a:gd name="T28" fmla="*/ 9 w 113"/>
              <a:gd name="T29" fmla="*/ 9 h 135"/>
              <a:gd name="T30" fmla="*/ 0 w 113"/>
              <a:gd name="T31" fmla="*/ 8 h 135"/>
              <a:gd name="T32" fmla="*/ 0 w 113"/>
              <a:gd name="T33" fmla="*/ 1 h 135"/>
              <a:gd name="T34" fmla="*/ 4 w 113"/>
              <a:gd name="T35" fmla="*/ 0 h 135"/>
              <a:gd name="T36" fmla="*/ 56 w 113"/>
              <a:gd name="T37" fmla="*/ 0 h 135"/>
              <a:gd name="T38" fmla="*/ 73 w 113"/>
              <a:gd name="T39" fmla="*/ 1 h 135"/>
              <a:gd name="T40" fmla="*/ 106 w 113"/>
              <a:gd name="T41" fmla="*/ 50 h 135"/>
              <a:gd name="T42" fmla="*/ 78 w 113"/>
              <a:gd name="T43" fmla="*/ 76 h 135"/>
              <a:gd name="T44" fmla="*/ 55 w 113"/>
              <a:gd name="T45" fmla="*/ 78 h 135"/>
              <a:gd name="T46" fmla="*/ 33 w 113"/>
              <a:gd name="T47" fmla="*/ 78 h 135"/>
              <a:gd name="T48" fmla="*/ 33 w 113"/>
              <a:gd name="T49" fmla="*/ 68 h 135"/>
              <a:gd name="T50" fmla="*/ 67 w 113"/>
              <a:gd name="T51" fmla="*/ 67 h 135"/>
              <a:gd name="T52" fmla="*/ 85 w 113"/>
              <a:gd name="T53" fmla="*/ 52 h 135"/>
              <a:gd name="T54" fmla="*/ 87 w 113"/>
              <a:gd name="T55" fmla="*/ 29 h 135"/>
              <a:gd name="T56" fmla="*/ 66 w 113"/>
              <a:gd name="T57" fmla="*/ 11 h 135"/>
              <a:gd name="T58" fmla="*/ 34 w 113"/>
              <a:gd name="T59" fmla="*/ 11 h 135"/>
              <a:gd name="T60" fmla="*/ 33 w 113"/>
              <a:gd name="T61" fmla="*/ 11 h 135"/>
              <a:gd name="T62" fmla="*/ 33 w 113"/>
              <a:gd name="T63" fmla="*/ 68 h 135"/>
            </a:gdLst>
            <a:rect l="0" t="0" r="r" b="b"/>
            <a:pathLst>
              <a:path w="113" h="135">
                <a:moveTo>
                  <a:pt x="33" y="78"/>
                </a:moveTo>
                <a:cubicBezTo>
                  <a:pt x="33" y="80"/>
                  <a:pt x="33" y="81"/>
                  <a:pt x="33" y="82"/>
                </a:cubicBezTo>
                <a:cubicBezTo>
                  <a:pt x="33" y="93"/>
                  <a:pt x="33" y="103"/>
                  <a:pt x="33" y="114"/>
                </a:cubicBezTo>
                <a:cubicBezTo>
                  <a:pt x="33" y="115"/>
                  <a:pt x="33" y="117"/>
                  <a:pt x="33" y="118"/>
                </a:cubicBezTo>
                <a:cubicBezTo>
                  <a:pt x="34" y="125"/>
                  <a:pt x="35" y="127"/>
                  <a:pt x="43" y="128"/>
                </a:cubicBezTo>
                <a:cubicBezTo>
                  <a:pt x="45" y="128"/>
                  <a:pt x="47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6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8" y="127"/>
                </a:cubicBezTo>
                <a:cubicBezTo>
                  <a:pt x="13" y="126"/>
                  <a:pt x="14" y="125"/>
                  <a:pt x="15" y="120"/>
                </a:cubicBezTo>
                <a:cubicBezTo>
                  <a:pt x="15" y="118"/>
                  <a:pt x="15" y="116"/>
                  <a:pt x="15" y="114"/>
                </a:cubicBezTo>
                <a:cubicBezTo>
                  <a:pt x="16" y="83"/>
                  <a:pt x="16" y="52"/>
                  <a:pt x="15" y="21"/>
                </a:cubicBezTo>
                <a:cubicBezTo>
                  <a:pt x="15" y="19"/>
                  <a:pt x="15" y="16"/>
                  <a:pt x="15" y="14"/>
                </a:cubicBezTo>
                <a:cubicBezTo>
                  <a:pt x="14" y="11"/>
                  <a:pt x="12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1" y="0"/>
                  <a:pt x="3" y="0"/>
                  <a:pt x="4" y="0"/>
                </a:cubicBezTo>
                <a:cubicBezTo>
                  <a:pt x="21" y="0"/>
                  <a:pt x="39" y="0"/>
                  <a:pt x="56" y="0"/>
                </a:cubicBezTo>
                <a:cubicBezTo>
                  <a:pt x="62" y="0"/>
                  <a:pt x="68" y="1"/>
                  <a:pt x="73" y="1"/>
                </a:cubicBezTo>
                <a:cubicBezTo>
                  <a:pt x="98" y="4"/>
                  <a:pt x="113" y="26"/>
                  <a:pt x="106" y="50"/>
                </a:cubicBezTo>
                <a:cubicBezTo>
                  <a:pt x="102" y="64"/>
                  <a:pt x="93" y="73"/>
                  <a:pt x="78" y="76"/>
                </a:cubicBezTo>
                <a:cubicBezTo>
                  <a:pt x="70" y="77"/>
                  <a:pt x="63" y="77"/>
                  <a:pt x="55" y="78"/>
                </a:cubicBezTo>
                <a:cubicBezTo>
                  <a:pt x="48" y="78"/>
                  <a:pt x="41" y="78"/>
                  <a:pt x="33" y="78"/>
                </a:cubicBezTo>
                <a:close/>
                <a:moveTo>
                  <a:pt x="33" y="68"/>
                </a:moveTo>
                <a:cubicBezTo>
                  <a:pt x="45" y="67"/>
                  <a:pt x="56" y="68"/>
                  <a:pt x="67" y="67"/>
                </a:cubicBezTo>
                <a:cubicBezTo>
                  <a:pt x="76" y="66"/>
                  <a:pt x="82" y="60"/>
                  <a:pt x="85" y="52"/>
                </a:cubicBezTo>
                <a:cubicBezTo>
                  <a:pt x="89" y="45"/>
                  <a:pt x="89" y="37"/>
                  <a:pt x="87" y="29"/>
                </a:cubicBezTo>
                <a:cubicBezTo>
                  <a:pt x="84" y="19"/>
                  <a:pt x="78" y="12"/>
                  <a:pt x="66" y="11"/>
                </a:cubicBezTo>
                <a:cubicBezTo>
                  <a:pt x="56" y="11"/>
                  <a:pt x="45" y="11"/>
                  <a:pt x="34" y="11"/>
                </a:cubicBezTo>
                <a:cubicBezTo>
                  <a:pt x="34" y="11"/>
                  <a:pt x="34" y="11"/>
                  <a:pt x="33" y="11"/>
                </a:cubicBezTo>
                <a:cubicBezTo>
                  <a:pt x="33" y="30"/>
                  <a:pt x="33" y="48"/>
                  <a:pt x="33" y="6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8" name="Freeform 29">
            <a:extLst xmlns:a="http://schemas.openxmlformats.org/drawingml/2006/main">
              <a:ext uri="{FF2B5EF4-FFF2-40B4-BE49-F238E27FC236}">
                <a16:creationId xmlns:a16="http://schemas.microsoft.com/office/drawing/2014/main" id="{66C7FBEC-24D3-4E91-A2C0-357867D32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5017" y="689187"/>
            <a:ext cx="67859" cy="70140"/>
          </a:xfrm>
          <a:custGeom xmlns:a="http://schemas.openxmlformats.org/drawingml/2006/main">
            <a:gdLst>
              <a:gd name="T0" fmla="*/ 49 w 133"/>
              <a:gd name="T1" fmla="*/ 0 h 138"/>
              <a:gd name="T2" fmla="*/ 49 w 133"/>
              <a:gd name="T3" fmla="*/ 7 h 138"/>
              <a:gd name="T4" fmla="*/ 41 w 133"/>
              <a:gd name="T5" fmla="*/ 8 h 138"/>
              <a:gd name="T6" fmla="*/ 34 w 133"/>
              <a:gd name="T7" fmla="*/ 15 h 138"/>
              <a:gd name="T8" fmla="*/ 33 w 133"/>
              <a:gd name="T9" fmla="*/ 23 h 138"/>
              <a:gd name="T10" fmla="*/ 33 w 133"/>
              <a:gd name="T11" fmla="*/ 83 h 138"/>
              <a:gd name="T12" fmla="*/ 34 w 133"/>
              <a:gd name="T13" fmla="*/ 96 h 138"/>
              <a:gd name="T14" fmla="*/ 60 w 133"/>
              <a:gd name="T15" fmla="*/ 124 h 138"/>
              <a:gd name="T16" fmla="*/ 100 w 133"/>
              <a:gd name="T17" fmla="*/ 110 h 138"/>
              <a:gd name="T18" fmla="*/ 106 w 133"/>
              <a:gd name="T19" fmla="*/ 94 h 138"/>
              <a:gd name="T20" fmla="*/ 107 w 133"/>
              <a:gd name="T21" fmla="*/ 80 h 138"/>
              <a:gd name="T22" fmla="*/ 107 w 133"/>
              <a:gd name="T23" fmla="*/ 24 h 138"/>
              <a:gd name="T24" fmla="*/ 106 w 133"/>
              <a:gd name="T25" fmla="*/ 15 h 138"/>
              <a:gd name="T26" fmla="*/ 97 w 133"/>
              <a:gd name="T27" fmla="*/ 8 h 138"/>
              <a:gd name="T28" fmla="*/ 91 w 133"/>
              <a:gd name="T29" fmla="*/ 7 h 138"/>
              <a:gd name="T30" fmla="*/ 91 w 133"/>
              <a:gd name="T31" fmla="*/ 0 h 138"/>
              <a:gd name="T32" fmla="*/ 133 w 133"/>
              <a:gd name="T33" fmla="*/ 0 h 138"/>
              <a:gd name="T34" fmla="*/ 133 w 133"/>
              <a:gd name="T35" fmla="*/ 7 h 138"/>
              <a:gd name="T36" fmla="*/ 126 w 133"/>
              <a:gd name="T37" fmla="*/ 8 h 138"/>
              <a:gd name="T38" fmla="*/ 118 w 133"/>
              <a:gd name="T39" fmla="*/ 15 h 138"/>
              <a:gd name="T40" fmla="*/ 118 w 133"/>
              <a:gd name="T41" fmla="*/ 25 h 138"/>
              <a:gd name="T42" fmla="*/ 117 w 133"/>
              <a:gd name="T43" fmla="*/ 88 h 138"/>
              <a:gd name="T44" fmla="*/ 114 w 133"/>
              <a:gd name="T45" fmla="*/ 105 h 138"/>
              <a:gd name="T46" fmla="*/ 74 w 133"/>
              <a:gd name="T47" fmla="*/ 136 h 138"/>
              <a:gd name="T48" fmla="*/ 35 w 133"/>
              <a:gd name="T49" fmla="*/ 127 h 138"/>
              <a:gd name="T50" fmla="*/ 17 w 133"/>
              <a:gd name="T51" fmla="*/ 96 h 138"/>
              <a:gd name="T52" fmla="*/ 16 w 133"/>
              <a:gd name="T53" fmla="*/ 83 h 138"/>
              <a:gd name="T54" fmla="*/ 16 w 133"/>
              <a:gd name="T55" fmla="*/ 25 h 138"/>
              <a:gd name="T56" fmla="*/ 16 w 133"/>
              <a:gd name="T57" fmla="*/ 15 h 138"/>
              <a:gd name="T58" fmla="*/ 8 w 133"/>
              <a:gd name="T59" fmla="*/ 8 h 138"/>
              <a:gd name="T60" fmla="*/ 0 w 133"/>
              <a:gd name="T61" fmla="*/ 7 h 138"/>
              <a:gd name="T62" fmla="*/ 0 w 133"/>
              <a:gd name="T63" fmla="*/ 0 h 138"/>
              <a:gd name="T64" fmla="*/ 49 w 133"/>
              <a:gd name="T65" fmla="*/ 0 h 138"/>
            </a:gdLst>
            <a:rect l="0" t="0" r="r" b="b"/>
            <a:pathLst>
              <a:path w="133" h="138">
                <a:moveTo>
                  <a:pt x="49" y="0"/>
                </a:move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1" y="8"/>
                </a:cubicBezTo>
                <a:cubicBezTo>
                  <a:pt x="36" y="8"/>
                  <a:pt x="34" y="10"/>
                  <a:pt x="34" y="15"/>
                </a:cubicBezTo>
                <a:cubicBezTo>
                  <a:pt x="33" y="17"/>
                  <a:pt x="33" y="20"/>
                  <a:pt x="33" y="23"/>
                </a:cubicBezTo>
                <a:cubicBezTo>
                  <a:pt x="33" y="43"/>
                  <a:pt x="33" y="63"/>
                  <a:pt x="33" y="83"/>
                </a:cubicBezTo>
                <a:cubicBezTo>
                  <a:pt x="33" y="87"/>
                  <a:pt x="33" y="92"/>
                  <a:pt x="34" y="96"/>
                </a:cubicBezTo>
                <a:cubicBezTo>
                  <a:pt x="36" y="112"/>
                  <a:pt x="46" y="120"/>
                  <a:pt x="60" y="124"/>
                </a:cubicBezTo>
                <a:cubicBezTo>
                  <a:pt x="76" y="128"/>
                  <a:pt x="89" y="123"/>
                  <a:pt x="100" y="110"/>
                </a:cubicBezTo>
                <a:cubicBezTo>
                  <a:pt x="104" y="106"/>
                  <a:pt x="105" y="100"/>
                  <a:pt x="106" y="94"/>
                </a:cubicBezTo>
                <a:cubicBezTo>
                  <a:pt x="106" y="90"/>
                  <a:pt x="106" y="85"/>
                  <a:pt x="107" y="80"/>
                </a:cubicBezTo>
                <a:cubicBezTo>
                  <a:pt x="107" y="62"/>
                  <a:pt x="107" y="43"/>
                  <a:pt x="107" y="24"/>
                </a:cubicBezTo>
                <a:cubicBezTo>
                  <a:pt x="107" y="21"/>
                  <a:pt x="106" y="18"/>
                  <a:pt x="106" y="15"/>
                </a:cubicBezTo>
                <a:cubicBezTo>
                  <a:pt x="105" y="10"/>
                  <a:pt x="103" y="8"/>
                  <a:pt x="97" y="8"/>
                </a:cubicBezTo>
                <a:cubicBezTo>
                  <a:pt x="95" y="7"/>
                  <a:pt x="93" y="7"/>
                  <a:pt x="91" y="7"/>
                </a:cubicBezTo>
                <a:cubicBezTo>
                  <a:pt x="91" y="4"/>
                  <a:pt x="91" y="2"/>
                  <a:pt x="91" y="0"/>
                </a:cubicBezTo>
                <a:cubicBezTo>
                  <a:pt x="105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1" y="7"/>
                  <a:pt x="128" y="7"/>
                  <a:pt x="126" y="8"/>
                </a:cubicBezTo>
                <a:cubicBezTo>
                  <a:pt x="121" y="8"/>
                  <a:pt x="119" y="11"/>
                  <a:pt x="118" y="15"/>
                </a:cubicBezTo>
                <a:cubicBezTo>
                  <a:pt x="118" y="18"/>
                  <a:pt x="118" y="22"/>
                  <a:pt x="118" y="25"/>
                </a:cubicBezTo>
                <a:cubicBezTo>
                  <a:pt x="117" y="46"/>
                  <a:pt x="118" y="67"/>
                  <a:pt x="117" y="88"/>
                </a:cubicBezTo>
                <a:cubicBezTo>
                  <a:pt x="117" y="94"/>
                  <a:pt x="116" y="99"/>
                  <a:pt x="114" y="105"/>
                </a:cubicBezTo>
                <a:cubicBezTo>
                  <a:pt x="108" y="124"/>
                  <a:pt x="94" y="134"/>
                  <a:pt x="74" y="136"/>
                </a:cubicBezTo>
                <a:cubicBezTo>
                  <a:pt x="60" y="138"/>
                  <a:pt x="47" y="135"/>
                  <a:pt x="35" y="127"/>
                </a:cubicBezTo>
                <a:cubicBezTo>
                  <a:pt x="24" y="120"/>
                  <a:pt x="18" y="109"/>
                  <a:pt x="17" y="96"/>
                </a:cubicBezTo>
                <a:cubicBezTo>
                  <a:pt x="16" y="92"/>
                  <a:pt x="16" y="87"/>
                  <a:pt x="16" y="83"/>
                </a:cubicBezTo>
                <a:cubicBezTo>
                  <a:pt x="16" y="64"/>
                  <a:pt x="16" y="45"/>
                  <a:pt x="16" y="25"/>
                </a:cubicBezTo>
                <a:cubicBezTo>
                  <a:pt x="16" y="22"/>
                  <a:pt x="16" y="18"/>
                  <a:pt x="16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9" name="Freeform 30">
            <a:extLst xmlns:a="http://schemas.openxmlformats.org/drawingml/2006/main">
              <a:ext uri="{FF2B5EF4-FFF2-40B4-BE49-F238E27FC236}">
                <a16:creationId xmlns:a16="http://schemas.microsoft.com/office/drawing/2014/main" id="{D7159756-EDD1-491D-BBBD-AC3C9CF15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371" y="689187"/>
            <a:ext cx="67288" cy="69569"/>
          </a:xfrm>
          <a:custGeom xmlns:a="http://schemas.openxmlformats.org/drawingml/2006/main">
            <a:gdLst>
              <a:gd name="T0" fmla="*/ 73 w 133"/>
              <a:gd name="T1" fmla="*/ 137 h 137"/>
              <a:gd name="T2" fmla="*/ 64 w 133"/>
              <a:gd name="T3" fmla="*/ 137 h 137"/>
              <a:gd name="T4" fmla="*/ 58 w 133"/>
              <a:gd name="T5" fmla="*/ 133 h 137"/>
              <a:gd name="T6" fmla="*/ 39 w 133"/>
              <a:gd name="T7" fmla="*/ 80 h 137"/>
              <a:gd name="T8" fmla="*/ 17 w 133"/>
              <a:gd name="T9" fmla="*/ 23 h 137"/>
              <a:gd name="T10" fmla="*/ 13 w 133"/>
              <a:gd name="T11" fmla="*/ 14 h 137"/>
              <a:gd name="T12" fmla="*/ 4 w 133"/>
              <a:gd name="T13" fmla="*/ 7 h 137"/>
              <a:gd name="T14" fmla="*/ 0 w 133"/>
              <a:gd name="T15" fmla="*/ 7 h 137"/>
              <a:gd name="T16" fmla="*/ 0 w 133"/>
              <a:gd name="T17" fmla="*/ 0 h 137"/>
              <a:gd name="T18" fmla="*/ 47 w 133"/>
              <a:gd name="T19" fmla="*/ 0 h 137"/>
              <a:gd name="T20" fmla="*/ 47 w 133"/>
              <a:gd name="T21" fmla="*/ 7 h 137"/>
              <a:gd name="T22" fmla="*/ 39 w 133"/>
              <a:gd name="T23" fmla="*/ 8 h 137"/>
              <a:gd name="T24" fmla="*/ 34 w 133"/>
              <a:gd name="T25" fmla="*/ 15 h 137"/>
              <a:gd name="T26" fmla="*/ 35 w 133"/>
              <a:gd name="T27" fmla="*/ 20 h 137"/>
              <a:gd name="T28" fmla="*/ 68 w 133"/>
              <a:gd name="T29" fmla="*/ 112 h 137"/>
              <a:gd name="T30" fmla="*/ 70 w 133"/>
              <a:gd name="T31" fmla="*/ 116 h 137"/>
              <a:gd name="T32" fmla="*/ 72 w 133"/>
              <a:gd name="T33" fmla="*/ 113 h 137"/>
              <a:gd name="T34" fmla="*/ 106 w 133"/>
              <a:gd name="T35" fmla="*/ 18 h 137"/>
              <a:gd name="T36" fmla="*/ 106 w 133"/>
              <a:gd name="T37" fmla="*/ 16 h 137"/>
              <a:gd name="T38" fmla="*/ 101 w 133"/>
              <a:gd name="T39" fmla="*/ 7 h 137"/>
              <a:gd name="T40" fmla="*/ 94 w 133"/>
              <a:gd name="T41" fmla="*/ 7 h 137"/>
              <a:gd name="T42" fmla="*/ 94 w 133"/>
              <a:gd name="T43" fmla="*/ 0 h 137"/>
              <a:gd name="T44" fmla="*/ 133 w 133"/>
              <a:gd name="T45" fmla="*/ 0 h 137"/>
              <a:gd name="T46" fmla="*/ 133 w 133"/>
              <a:gd name="T47" fmla="*/ 7 h 137"/>
              <a:gd name="T48" fmla="*/ 130 w 133"/>
              <a:gd name="T49" fmla="*/ 7 h 137"/>
              <a:gd name="T50" fmla="*/ 119 w 133"/>
              <a:gd name="T51" fmla="*/ 16 h 137"/>
              <a:gd name="T52" fmla="*/ 110 w 133"/>
              <a:gd name="T53" fmla="*/ 38 h 137"/>
              <a:gd name="T54" fmla="*/ 74 w 133"/>
              <a:gd name="T55" fmla="*/ 133 h 137"/>
              <a:gd name="T56" fmla="*/ 73 w 133"/>
              <a:gd name="T57" fmla="*/ 137 h 137"/>
            </a:gdLst>
            <a:rect l="0" t="0" r="r" b="b"/>
            <a:pathLst>
              <a:path w="133" h="137">
                <a:moveTo>
                  <a:pt x="73" y="137"/>
                </a:moveTo>
                <a:cubicBezTo>
                  <a:pt x="69" y="137"/>
                  <a:pt x="66" y="137"/>
                  <a:pt x="64" y="137"/>
                </a:cubicBezTo>
                <a:cubicBezTo>
                  <a:pt x="61" y="137"/>
                  <a:pt x="59" y="136"/>
                  <a:pt x="58" y="133"/>
                </a:cubicBezTo>
                <a:cubicBezTo>
                  <a:pt x="52" y="115"/>
                  <a:pt x="45" y="98"/>
                  <a:pt x="39" y="80"/>
                </a:cubicBezTo>
                <a:cubicBezTo>
                  <a:pt x="31" y="61"/>
                  <a:pt x="24" y="42"/>
                  <a:pt x="17" y="23"/>
                </a:cubicBezTo>
                <a:cubicBezTo>
                  <a:pt x="16" y="20"/>
                  <a:pt x="15" y="17"/>
                  <a:pt x="13" y="14"/>
                </a:cubicBezTo>
                <a:cubicBezTo>
                  <a:pt x="11" y="10"/>
                  <a:pt x="8" y="8"/>
                  <a:pt x="4" y="7"/>
                </a:cubicBezTo>
                <a:cubicBezTo>
                  <a:pt x="3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7" y="0"/>
                </a:cubicBezTo>
                <a:cubicBezTo>
                  <a:pt x="47" y="2"/>
                  <a:pt x="47" y="4"/>
                  <a:pt x="47" y="7"/>
                </a:cubicBezTo>
                <a:cubicBezTo>
                  <a:pt x="44" y="7"/>
                  <a:pt x="42" y="7"/>
                  <a:pt x="39" y="8"/>
                </a:cubicBezTo>
                <a:cubicBezTo>
                  <a:pt x="34" y="8"/>
                  <a:pt x="33" y="10"/>
                  <a:pt x="34" y="15"/>
                </a:cubicBezTo>
                <a:cubicBezTo>
                  <a:pt x="34" y="17"/>
                  <a:pt x="35" y="19"/>
                  <a:pt x="35" y="20"/>
                </a:cubicBezTo>
                <a:cubicBezTo>
                  <a:pt x="46" y="51"/>
                  <a:pt x="57" y="81"/>
                  <a:pt x="68" y="112"/>
                </a:cubicBezTo>
                <a:cubicBezTo>
                  <a:pt x="69" y="113"/>
                  <a:pt x="69" y="114"/>
                  <a:pt x="70" y="116"/>
                </a:cubicBezTo>
                <a:cubicBezTo>
                  <a:pt x="71" y="114"/>
                  <a:pt x="71" y="113"/>
                  <a:pt x="72" y="113"/>
                </a:cubicBezTo>
                <a:cubicBezTo>
                  <a:pt x="83" y="81"/>
                  <a:pt x="94" y="50"/>
                  <a:pt x="106" y="18"/>
                </a:cubicBezTo>
                <a:cubicBezTo>
                  <a:pt x="106" y="17"/>
                  <a:pt x="106" y="17"/>
                  <a:pt x="106" y="16"/>
                </a:cubicBezTo>
                <a:cubicBezTo>
                  <a:pt x="107" y="10"/>
                  <a:pt x="106" y="8"/>
                  <a:pt x="101" y="7"/>
                </a:cubicBezTo>
                <a:cubicBezTo>
                  <a:pt x="98" y="7"/>
                  <a:pt x="96" y="7"/>
                  <a:pt x="94" y="7"/>
                </a:cubicBezTo>
                <a:cubicBezTo>
                  <a:pt x="94" y="4"/>
                  <a:pt x="94" y="2"/>
                  <a:pt x="94" y="0"/>
                </a:cubicBezTo>
                <a:cubicBezTo>
                  <a:pt x="106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2" y="7"/>
                  <a:pt x="131" y="7"/>
                  <a:pt x="130" y="7"/>
                </a:cubicBezTo>
                <a:cubicBezTo>
                  <a:pt x="124" y="8"/>
                  <a:pt x="121" y="11"/>
                  <a:pt x="119" y="16"/>
                </a:cubicBezTo>
                <a:cubicBezTo>
                  <a:pt x="116" y="24"/>
                  <a:pt x="113" y="31"/>
                  <a:pt x="110" y="38"/>
                </a:cubicBezTo>
                <a:cubicBezTo>
                  <a:pt x="98" y="70"/>
                  <a:pt x="86" y="101"/>
                  <a:pt x="74" y="133"/>
                </a:cubicBezTo>
                <a:cubicBezTo>
                  <a:pt x="74" y="134"/>
                  <a:pt x="73" y="135"/>
                  <a:pt x="73" y="13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0" name="Freeform 31">
            <a:extLst xmlns:a="http://schemas.openxmlformats.org/drawingml/2006/main">
              <a:ext uri="{FF2B5EF4-FFF2-40B4-BE49-F238E27FC236}">
                <a16:creationId xmlns:a16="http://schemas.microsoft.com/office/drawing/2014/main" id="{52613AA1-EFF8-4A12-88D9-798C5EBB5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6484" y="689187"/>
            <a:ext cx="61016" cy="68429"/>
          </a:xfrm>
          <a:custGeom xmlns:a="http://schemas.openxmlformats.org/drawingml/2006/main">
            <a:gdLst>
              <a:gd name="T0" fmla="*/ 85 w 120"/>
              <a:gd name="T1" fmla="*/ 127 h 135"/>
              <a:gd name="T2" fmla="*/ 85 w 120"/>
              <a:gd name="T3" fmla="*/ 134 h 135"/>
              <a:gd name="T4" fmla="*/ 35 w 120"/>
              <a:gd name="T5" fmla="*/ 134 h 135"/>
              <a:gd name="T6" fmla="*/ 35 w 120"/>
              <a:gd name="T7" fmla="*/ 127 h 135"/>
              <a:gd name="T8" fmla="*/ 44 w 120"/>
              <a:gd name="T9" fmla="*/ 126 h 135"/>
              <a:gd name="T10" fmla="*/ 50 w 120"/>
              <a:gd name="T11" fmla="*/ 120 h 135"/>
              <a:gd name="T12" fmla="*/ 51 w 120"/>
              <a:gd name="T13" fmla="*/ 113 h 135"/>
              <a:gd name="T14" fmla="*/ 51 w 120"/>
              <a:gd name="T15" fmla="*/ 85 h 135"/>
              <a:gd name="T16" fmla="*/ 50 w 120"/>
              <a:gd name="T17" fmla="*/ 79 h 135"/>
              <a:gd name="T18" fmla="*/ 17 w 120"/>
              <a:gd name="T19" fmla="*/ 19 h 135"/>
              <a:gd name="T20" fmla="*/ 15 w 120"/>
              <a:gd name="T21" fmla="*/ 15 h 135"/>
              <a:gd name="T22" fmla="*/ 3 w 120"/>
              <a:gd name="T23" fmla="*/ 7 h 135"/>
              <a:gd name="T24" fmla="*/ 0 w 120"/>
              <a:gd name="T25" fmla="*/ 7 h 135"/>
              <a:gd name="T26" fmla="*/ 0 w 120"/>
              <a:gd name="T27" fmla="*/ 0 h 135"/>
              <a:gd name="T28" fmla="*/ 48 w 120"/>
              <a:gd name="T29" fmla="*/ 0 h 135"/>
              <a:gd name="T30" fmla="*/ 48 w 120"/>
              <a:gd name="T31" fmla="*/ 7 h 135"/>
              <a:gd name="T32" fmla="*/ 40 w 120"/>
              <a:gd name="T33" fmla="*/ 7 h 135"/>
              <a:gd name="T34" fmla="*/ 36 w 120"/>
              <a:gd name="T35" fmla="*/ 14 h 135"/>
              <a:gd name="T36" fmla="*/ 37 w 120"/>
              <a:gd name="T37" fmla="*/ 18 h 135"/>
              <a:gd name="T38" fmla="*/ 61 w 120"/>
              <a:gd name="T39" fmla="*/ 64 h 135"/>
              <a:gd name="T40" fmla="*/ 63 w 120"/>
              <a:gd name="T41" fmla="*/ 68 h 135"/>
              <a:gd name="T42" fmla="*/ 66 w 120"/>
              <a:gd name="T43" fmla="*/ 64 h 135"/>
              <a:gd name="T44" fmla="*/ 91 w 120"/>
              <a:gd name="T45" fmla="*/ 18 h 135"/>
              <a:gd name="T46" fmla="*/ 93 w 120"/>
              <a:gd name="T47" fmla="*/ 12 h 135"/>
              <a:gd name="T48" fmla="*/ 90 w 120"/>
              <a:gd name="T49" fmla="*/ 8 h 135"/>
              <a:gd name="T50" fmla="*/ 81 w 120"/>
              <a:gd name="T51" fmla="*/ 7 h 135"/>
              <a:gd name="T52" fmla="*/ 81 w 120"/>
              <a:gd name="T53" fmla="*/ 0 h 135"/>
              <a:gd name="T54" fmla="*/ 120 w 120"/>
              <a:gd name="T55" fmla="*/ 0 h 135"/>
              <a:gd name="T56" fmla="*/ 120 w 120"/>
              <a:gd name="T57" fmla="*/ 7 h 135"/>
              <a:gd name="T58" fmla="*/ 115 w 120"/>
              <a:gd name="T59" fmla="*/ 8 h 135"/>
              <a:gd name="T60" fmla="*/ 108 w 120"/>
              <a:gd name="T61" fmla="*/ 12 h 135"/>
              <a:gd name="T62" fmla="*/ 103 w 120"/>
              <a:gd name="T63" fmla="*/ 19 h 135"/>
              <a:gd name="T64" fmla="*/ 71 w 120"/>
              <a:gd name="T65" fmla="*/ 75 h 135"/>
              <a:gd name="T66" fmla="*/ 69 w 120"/>
              <a:gd name="T67" fmla="*/ 82 h 135"/>
              <a:gd name="T68" fmla="*/ 69 w 120"/>
              <a:gd name="T69" fmla="*/ 111 h 135"/>
              <a:gd name="T70" fmla="*/ 69 w 120"/>
              <a:gd name="T71" fmla="*/ 118 h 135"/>
              <a:gd name="T72" fmla="*/ 77 w 120"/>
              <a:gd name="T73" fmla="*/ 126 h 135"/>
              <a:gd name="T74" fmla="*/ 85 w 120"/>
              <a:gd name="T75" fmla="*/ 127 h 135"/>
            </a:gdLst>
            <a:rect l="0" t="0" r="r" b="b"/>
            <a:pathLst>
              <a:path w="120" h="135">
                <a:moveTo>
                  <a:pt x="85" y="127"/>
                </a:moveTo>
                <a:cubicBezTo>
                  <a:pt x="85" y="130"/>
                  <a:pt x="85" y="132"/>
                  <a:pt x="85" y="134"/>
                </a:cubicBezTo>
                <a:cubicBezTo>
                  <a:pt x="81" y="135"/>
                  <a:pt x="44" y="135"/>
                  <a:pt x="35" y="134"/>
                </a:cubicBezTo>
                <a:cubicBezTo>
                  <a:pt x="35" y="132"/>
                  <a:pt x="35" y="130"/>
                  <a:pt x="35" y="127"/>
                </a:cubicBezTo>
                <a:cubicBezTo>
                  <a:pt x="38" y="127"/>
                  <a:pt x="41" y="126"/>
                  <a:pt x="44" y="126"/>
                </a:cubicBezTo>
                <a:cubicBezTo>
                  <a:pt x="48" y="126"/>
                  <a:pt x="50" y="124"/>
                  <a:pt x="50" y="120"/>
                </a:cubicBezTo>
                <a:cubicBezTo>
                  <a:pt x="51" y="118"/>
                  <a:pt x="51" y="115"/>
                  <a:pt x="51" y="113"/>
                </a:cubicBezTo>
                <a:cubicBezTo>
                  <a:pt x="51" y="104"/>
                  <a:pt x="51" y="95"/>
                  <a:pt x="51" y="85"/>
                </a:cubicBezTo>
                <a:cubicBezTo>
                  <a:pt x="51" y="83"/>
                  <a:pt x="51" y="81"/>
                  <a:pt x="50" y="79"/>
                </a:cubicBezTo>
                <a:cubicBezTo>
                  <a:pt x="39" y="59"/>
                  <a:pt x="28" y="39"/>
                  <a:pt x="17" y="19"/>
                </a:cubicBezTo>
                <a:cubicBezTo>
                  <a:pt x="16" y="17"/>
                  <a:pt x="15" y="16"/>
                  <a:pt x="15" y="15"/>
                </a:cubicBezTo>
                <a:cubicBezTo>
                  <a:pt x="12" y="10"/>
                  <a:pt x="9" y="7"/>
                  <a:pt x="3" y="7"/>
                </a:cubicBezTo>
                <a:cubicBezTo>
                  <a:pt x="2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8" y="0"/>
                </a:cubicBezTo>
                <a:cubicBezTo>
                  <a:pt x="48" y="2"/>
                  <a:pt x="48" y="4"/>
                  <a:pt x="48" y="7"/>
                </a:cubicBezTo>
                <a:cubicBezTo>
                  <a:pt x="45" y="7"/>
                  <a:pt x="42" y="7"/>
                  <a:pt x="40" y="7"/>
                </a:cubicBezTo>
                <a:cubicBezTo>
                  <a:pt x="35" y="8"/>
                  <a:pt x="34" y="10"/>
                  <a:pt x="36" y="14"/>
                </a:cubicBezTo>
                <a:cubicBezTo>
                  <a:pt x="36" y="15"/>
                  <a:pt x="37" y="17"/>
                  <a:pt x="37" y="18"/>
                </a:cubicBezTo>
                <a:cubicBezTo>
                  <a:pt x="45" y="33"/>
                  <a:pt x="53" y="49"/>
                  <a:pt x="61" y="64"/>
                </a:cubicBezTo>
                <a:cubicBezTo>
                  <a:pt x="61" y="65"/>
                  <a:pt x="62" y="66"/>
                  <a:pt x="63" y="68"/>
                </a:cubicBezTo>
                <a:cubicBezTo>
                  <a:pt x="64" y="66"/>
                  <a:pt x="65" y="65"/>
                  <a:pt x="66" y="64"/>
                </a:cubicBezTo>
                <a:cubicBezTo>
                  <a:pt x="74" y="49"/>
                  <a:pt x="82" y="34"/>
                  <a:pt x="91" y="18"/>
                </a:cubicBezTo>
                <a:cubicBezTo>
                  <a:pt x="92" y="16"/>
                  <a:pt x="93" y="14"/>
                  <a:pt x="93" y="12"/>
                </a:cubicBezTo>
                <a:cubicBezTo>
                  <a:pt x="94" y="9"/>
                  <a:pt x="93" y="8"/>
                  <a:pt x="90" y="8"/>
                </a:cubicBezTo>
                <a:cubicBezTo>
                  <a:pt x="87" y="7"/>
                  <a:pt x="85" y="7"/>
                  <a:pt x="81" y="7"/>
                </a:cubicBezTo>
                <a:cubicBezTo>
                  <a:pt x="81" y="4"/>
                  <a:pt x="81" y="2"/>
                  <a:pt x="81" y="0"/>
                </a:cubicBezTo>
                <a:cubicBezTo>
                  <a:pt x="94" y="0"/>
                  <a:pt x="107" y="0"/>
                  <a:pt x="120" y="0"/>
                </a:cubicBezTo>
                <a:cubicBezTo>
                  <a:pt x="120" y="2"/>
                  <a:pt x="120" y="4"/>
                  <a:pt x="120" y="7"/>
                </a:cubicBezTo>
                <a:cubicBezTo>
                  <a:pt x="119" y="7"/>
                  <a:pt x="117" y="7"/>
                  <a:pt x="115" y="8"/>
                </a:cubicBezTo>
                <a:cubicBezTo>
                  <a:pt x="112" y="8"/>
                  <a:pt x="109" y="9"/>
                  <a:pt x="108" y="12"/>
                </a:cubicBezTo>
                <a:cubicBezTo>
                  <a:pt x="106" y="14"/>
                  <a:pt x="104" y="17"/>
                  <a:pt x="103" y="19"/>
                </a:cubicBezTo>
                <a:cubicBezTo>
                  <a:pt x="92" y="38"/>
                  <a:pt x="81" y="56"/>
                  <a:pt x="71" y="75"/>
                </a:cubicBezTo>
                <a:cubicBezTo>
                  <a:pt x="69" y="77"/>
                  <a:pt x="68" y="80"/>
                  <a:pt x="69" y="82"/>
                </a:cubicBezTo>
                <a:cubicBezTo>
                  <a:pt x="69" y="92"/>
                  <a:pt x="69" y="102"/>
                  <a:pt x="69" y="111"/>
                </a:cubicBezTo>
                <a:cubicBezTo>
                  <a:pt x="69" y="114"/>
                  <a:pt x="69" y="116"/>
                  <a:pt x="69" y="118"/>
                </a:cubicBezTo>
                <a:cubicBezTo>
                  <a:pt x="70" y="124"/>
                  <a:pt x="71" y="125"/>
                  <a:pt x="77" y="126"/>
                </a:cubicBezTo>
                <a:cubicBezTo>
                  <a:pt x="80" y="126"/>
                  <a:pt x="82" y="127"/>
                  <a:pt x="85" y="12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1" name="Freeform 32">
            <a:extLst xmlns:a="http://schemas.openxmlformats.org/drawingml/2006/main">
              <a:ext uri="{FF2B5EF4-FFF2-40B4-BE49-F238E27FC236}">
                <a16:creationId xmlns:a16="http://schemas.microsoft.com/office/drawing/2014/main" id="{2391D231-773A-4309-B1FF-75810A851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749" y="686906"/>
            <a:ext cx="58735" cy="70140"/>
          </a:xfrm>
          <a:custGeom xmlns:a="http://schemas.openxmlformats.org/drawingml/2006/main">
            <a:gdLst>
              <a:gd name="T0" fmla="*/ 108 w 116"/>
              <a:gd name="T1" fmla="*/ 42 h 139"/>
              <a:gd name="T2" fmla="*/ 102 w 116"/>
              <a:gd name="T3" fmla="*/ 29 h 139"/>
              <a:gd name="T4" fmla="*/ 72 w 116"/>
              <a:gd name="T5" fmla="*/ 14 h 139"/>
              <a:gd name="T6" fmla="*/ 67 w 116"/>
              <a:gd name="T7" fmla="*/ 18 h 139"/>
              <a:gd name="T8" fmla="*/ 66 w 116"/>
              <a:gd name="T9" fmla="*/ 24 h 139"/>
              <a:gd name="T10" fmla="*/ 66 w 116"/>
              <a:gd name="T11" fmla="*/ 115 h 139"/>
              <a:gd name="T12" fmla="*/ 67 w 116"/>
              <a:gd name="T13" fmla="*/ 123 h 139"/>
              <a:gd name="T14" fmla="*/ 75 w 116"/>
              <a:gd name="T15" fmla="*/ 131 h 139"/>
              <a:gd name="T16" fmla="*/ 83 w 116"/>
              <a:gd name="T17" fmla="*/ 132 h 139"/>
              <a:gd name="T18" fmla="*/ 83 w 116"/>
              <a:gd name="T19" fmla="*/ 139 h 139"/>
              <a:gd name="T20" fmla="*/ 33 w 116"/>
              <a:gd name="T21" fmla="*/ 139 h 139"/>
              <a:gd name="T22" fmla="*/ 33 w 116"/>
              <a:gd name="T23" fmla="*/ 132 h 139"/>
              <a:gd name="T24" fmla="*/ 41 w 116"/>
              <a:gd name="T25" fmla="*/ 131 h 139"/>
              <a:gd name="T26" fmla="*/ 49 w 116"/>
              <a:gd name="T27" fmla="*/ 123 h 139"/>
              <a:gd name="T28" fmla="*/ 49 w 116"/>
              <a:gd name="T29" fmla="*/ 118 h 139"/>
              <a:gd name="T30" fmla="*/ 49 w 116"/>
              <a:gd name="T31" fmla="*/ 22 h 139"/>
              <a:gd name="T32" fmla="*/ 41 w 116"/>
              <a:gd name="T33" fmla="*/ 14 h 139"/>
              <a:gd name="T34" fmla="*/ 32 w 116"/>
              <a:gd name="T35" fmla="*/ 15 h 139"/>
              <a:gd name="T36" fmla="*/ 18 w 116"/>
              <a:gd name="T37" fmla="*/ 23 h 139"/>
              <a:gd name="T38" fmla="*/ 11 w 116"/>
              <a:gd name="T39" fmla="*/ 36 h 139"/>
              <a:gd name="T40" fmla="*/ 8 w 116"/>
              <a:gd name="T41" fmla="*/ 42 h 139"/>
              <a:gd name="T42" fmla="*/ 0 w 116"/>
              <a:gd name="T43" fmla="*/ 39 h 139"/>
              <a:gd name="T44" fmla="*/ 13 w 116"/>
              <a:gd name="T45" fmla="*/ 0 h 139"/>
              <a:gd name="T46" fmla="*/ 19 w 116"/>
              <a:gd name="T47" fmla="*/ 0 h 139"/>
              <a:gd name="T48" fmla="*/ 21 w 116"/>
              <a:gd name="T49" fmla="*/ 4 h 139"/>
              <a:gd name="T50" fmla="*/ 95 w 116"/>
              <a:gd name="T51" fmla="*/ 4 h 139"/>
              <a:gd name="T52" fmla="*/ 97 w 116"/>
              <a:gd name="T53" fmla="*/ 0 h 139"/>
              <a:gd name="T54" fmla="*/ 103 w 116"/>
              <a:gd name="T55" fmla="*/ 0 h 139"/>
              <a:gd name="T56" fmla="*/ 116 w 116"/>
              <a:gd name="T57" fmla="*/ 39 h 139"/>
              <a:gd name="T58" fmla="*/ 108 w 116"/>
              <a:gd name="T59" fmla="*/ 42 h 139"/>
            </a:gdLst>
            <a:rect l="0" t="0" r="r" b="b"/>
            <a:pathLst>
              <a:path w="116" h="139">
                <a:moveTo>
                  <a:pt x="108" y="42"/>
                </a:moveTo>
                <a:cubicBezTo>
                  <a:pt x="106" y="37"/>
                  <a:pt x="104" y="33"/>
                  <a:pt x="102" y="29"/>
                </a:cubicBezTo>
                <a:cubicBezTo>
                  <a:pt x="96" y="17"/>
                  <a:pt x="85" y="13"/>
                  <a:pt x="72" y="14"/>
                </a:cubicBezTo>
                <a:cubicBezTo>
                  <a:pt x="68" y="14"/>
                  <a:pt x="67" y="15"/>
                  <a:pt x="67" y="18"/>
                </a:cubicBezTo>
                <a:cubicBezTo>
                  <a:pt x="66" y="20"/>
                  <a:pt x="66" y="22"/>
                  <a:pt x="66" y="24"/>
                </a:cubicBezTo>
                <a:cubicBezTo>
                  <a:pt x="66" y="54"/>
                  <a:pt x="66" y="85"/>
                  <a:pt x="66" y="115"/>
                </a:cubicBezTo>
                <a:cubicBezTo>
                  <a:pt x="66" y="118"/>
                  <a:pt x="67" y="120"/>
                  <a:pt x="67" y="123"/>
                </a:cubicBezTo>
                <a:cubicBezTo>
                  <a:pt x="68" y="128"/>
                  <a:pt x="70" y="130"/>
                  <a:pt x="75" y="131"/>
                </a:cubicBezTo>
                <a:cubicBezTo>
                  <a:pt x="78" y="131"/>
                  <a:pt x="80" y="132"/>
                  <a:pt x="83" y="132"/>
                </a:cubicBezTo>
                <a:cubicBezTo>
                  <a:pt x="83" y="134"/>
                  <a:pt x="83" y="137"/>
                  <a:pt x="83" y="139"/>
                </a:cubicBezTo>
                <a:cubicBezTo>
                  <a:pt x="66" y="139"/>
                  <a:pt x="50" y="139"/>
                  <a:pt x="33" y="139"/>
                </a:cubicBezTo>
                <a:cubicBezTo>
                  <a:pt x="33" y="137"/>
                  <a:pt x="33" y="135"/>
                  <a:pt x="33" y="132"/>
                </a:cubicBezTo>
                <a:cubicBezTo>
                  <a:pt x="36" y="132"/>
                  <a:pt x="39" y="131"/>
                  <a:pt x="41" y="131"/>
                </a:cubicBezTo>
                <a:cubicBezTo>
                  <a:pt x="47" y="130"/>
                  <a:pt x="49" y="128"/>
                  <a:pt x="49" y="123"/>
                </a:cubicBezTo>
                <a:cubicBezTo>
                  <a:pt x="49" y="121"/>
                  <a:pt x="49" y="120"/>
                  <a:pt x="49" y="118"/>
                </a:cubicBezTo>
                <a:cubicBezTo>
                  <a:pt x="49" y="86"/>
                  <a:pt x="49" y="54"/>
                  <a:pt x="49" y="22"/>
                </a:cubicBezTo>
                <a:cubicBezTo>
                  <a:pt x="49" y="14"/>
                  <a:pt x="49" y="13"/>
                  <a:pt x="41" y="14"/>
                </a:cubicBezTo>
                <a:cubicBezTo>
                  <a:pt x="38" y="14"/>
                  <a:pt x="35" y="14"/>
                  <a:pt x="32" y="15"/>
                </a:cubicBezTo>
                <a:cubicBezTo>
                  <a:pt x="26" y="16"/>
                  <a:pt x="21" y="18"/>
                  <a:pt x="18" y="23"/>
                </a:cubicBezTo>
                <a:cubicBezTo>
                  <a:pt x="15" y="27"/>
                  <a:pt x="13" y="32"/>
                  <a:pt x="11" y="36"/>
                </a:cubicBezTo>
                <a:cubicBezTo>
                  <a:pt x="10" y="38"/>
                  <a:pt x="9" y="40"/>
                  <a:pt x="8" y="42"/>
                </a:cubicBezTo>
                <a:cubicBezTo>
                  <a:pt x="5" y="41"/>
                  <a:pt x="3" y="40"/>
                  <a:pt x="0" y="39"/>
                </a:cubicBezTo>
                <a:cubicBezTo>
                  <a:pt x="5" y="26"/>
                  <a:pt x="9" y="13"/>
                  <a:pt x="13" y="0"/>
                </a:cubicBezTo>
                <a:cubicBezTo>
                  <a:pt x="15" y="0"/>
                  <a:pt x="17" y="0"/>
                  <a:pt x="19" y="0"/>
                </a:cubicBezTo>
                <a:cubicBezTo>
                  <a:pt x="20" y="1"/>
                  <a:pt x="20" y="3"/>
                  <a:pt x="21" y="4"/>
                </a:cubicBezTo>
                <a:cubicBezTo>
                  <a:pt x="46" y="4"/>
                  <a:pt x="70" y="4"/>
                  <a:pt x="95" y="4"/>
                </a:cubicBezTo>
                <a:cubicBezTo>
                  <a:pt x="95" y="3"/>
                  <a:pt x="96" y="1"/>
                  <a:pt x="97" y="0"/>
                </a:cubicBezTo>
                <a:cubicBezTo>
                  <a:pt x="98" y="0"/>
                  <a:pt x="100" y="0"/>
                  <a:pt x="103" y="0"/>
                </a:cubicBezTo>
                <a:cubicBezTo>
                  <a:pt x="107" y="13"/>
                  <a:pt x="112" y="26"/>
                  <a:pt x="116" y="39"/>
                </a:cubicBezTo>
                <a:cubicBezTo>
                  <a:pt x="113" y="40"/>
                  <a:pt x="111" y="41"/>
                  <a:pt x="108" y="42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2" name="Freeform 33">
            <a:extLst xmlns:a="http://schemas.openxmlformats.org/drawingml/2006/main">
              <a:ext uri="{FF2B5EF4-FFF2-40B4-BE49-F238E27FC236}">
                <a16:creationId xmlns:a16="http://schemas.microsoft.com/office/drawing/2014/main" id="{3AB260C0-B718-4239-9AA7-ECDEFB9AE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1440" y="689187"/>
            <a:ext cx="25090" cy="67859"/>
          </a:xfrm>
          <a:custGeom xmlns:a="http://schemas.openxmlformats.org/drawingml/2006/main">
            <a:gdLst>
              <a:gd name="T0" fmla="*/ 0 w 50"/>
              <a:gd name="T1" fmla="*/ 134 h 134"/>
              <a:gd name="T2" fmla="*/ 0 w 50"/>
              <a:gd name="T3" fmla="*/ 127 h 134"/>
              <a:gd name="T4" fmla="*/ 9 w 50"/>
              <a:gd name="T5" fmla="*/ 126 h 134"/>
              <a:gd name="T6" fmla="*/ 16 w 50"/>
              <a:gd name="T7" fmla="*/ 119 h 134"/>
              <a:gd name="T8" fmla="*/ 16 w 50"/>
              <a:gd name="T9" fmla="*/ 113 h 134"/>
              <a:gd name="T10" fmla="*/ 16 w 50"/>
              <a:gd name="T11" fmla="*/ 21 h 134"/>
              <a:gd name="T12" fmla="*/ 16 w 50"/>
              <a:gd name="T13" fmla="*/ 13 h 134"/>
              <a:gd name="T14" fmla="*/ 9 w 50"/>
              <a:gd name="T15" fmla="*/ 8 h 134"/>
              <a:gd name="T16" fmla="*/ 1 w 50"/>
              <a:gd name="T17" fmla="*/ 7 h 134"/>
              <a:gd name="T18" fmla="*/ 1 w 50"/>
              <a:gd name="T19" fmla="*/ 0 h 134"/>
              <a:gd name="T20" fmla="*/ 49 w 50"/>
              <a:gd name="T21" fmla="*/ 0 h 134"/>
              <a:gd name="T22" fmla="*/ 49 w 50"/>
              <a:gd name="T23" fmla="*/ 7 h 134"/>
              <a:gd name="T24" fmla="*/ 42 w 50"/>
              <a:gd name="T25" fmla="*/ 8 h 134"/>
              <a:gd name="T26" fmla="*/ 34 w 50"/>
              <a:gd name="T27" fmla="*/ 15 h 134"/>
              <a:gd name="T28" fmla="*/ 33 w 50"/>
              <a:gd name="T29" fmla="*/ 23 h 134"/>
              <a:gd name="T30" fmla="*/ 33 w 50"/>
              <a:gd name="T31" fmla="*/ 113 h 134"/>
              <a:gd name="T32" fmla="*/ 46 w 50"/>
              <a:gd name="T33" fmla="*/ 127 h 134"/>
              <a:gd name="T34" fmla="*/ 49 w 50"/>
              <a:gd name="T35" fmla="*/ 127 h 134"/>
              <a:gd name="T36" fmla="*/ 50 w 50"/>
              <a:gd name="T37" fmla="*/ 131 h 134"/>
              <a:gd name="T38" fmla="*/ 49 w 50"/>
              <a:gd name="T39" fmla="*/ 134 h 134"/>
              <a:gd name="T40" fmla="*/ 0 w 50"/>
              <a:gd name="T41" fmla="*/ 134 h 134"/>
            </a:gdLst>
            <a:rect l="0" t="0" r="r" b="b"/>
            <a:pathLst>
              <a:path w="50" h="134">
                <a:moveTo>
                  <a:pt x="0" y="134"/>
                </a:move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9" y="126"/>
                </a:cubicBezTo>
                <a:cubicBezTo>
                  <a:pt x="13" y="125"/>
                  <a:pt x="15" y="124"/>
                  <a:pt x="16" y="119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18"/>
                  <a:pt x="16" y="16"/>
                  <a:pt x="16" y="13"/>
                </a:cubicBezTo>
                <a:cubicBezTo>
                  <a:pt x="15" y="10"/>
                  <a:pt x="13" y="8"/>
                  <a:pt x="9" y="8"/>
                </a:cubicBezTo>
                <a:cubicBezTo>
                  <a:pt x="6" y="7"/>
                  <a:pt x="4" y="7"/>
                  <a:pt x="1" y="7"/>
                </a:cubicBezTo>
                <a:cubicBezTo>
                  <a:pt x="1" y="4"/>
                  <a:pt x="1" y="2"/>
                  <a:pt x="1" y="0"/>
                </a:cubicBezTo>
                <a:cubicBezTo>
                  <a:pt x="17" y="0"/>
                  <a:pt x="33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7" y="7"/>
                  <a:pt x="44" y="7"/>
                  <a:pt x="42" y="8"/>
                </a:cubicBezTo>
                <a:cubicBezTo>
                  <a:pt x="38" y="8"/>
                  <a:pt x="35" y="10"/>
                  <a:pt x="34" y="15"/>
                </a:cubicBezTo>
                <a:cubicBezTo>
                  <a:pt x="34" y="17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6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8"/>
                  <a:pt x="50" y="129"/>
                  <a:pt x="50" y="131"/>
                </a:cubicBezTo>
                <a:cubicBezTo>
                  <a:pt x="50" y="132"/>
                  <a:pt x="49" y="133"/>
                  <a:pt x="49" y="134"/>
                </a:cubicBezTo>
                <a:cubicBezTo>
                  <a:pt x="33" y="134"/>
                  <a:pt x="17" y="134"/>
                  <a:pt x="0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3" name="Freeform 34">
            <a:extLst xmlns:a="http://schemas.openxmlformats.org/drawingml/2006/main">
              <a:ext uri="{FF2B5EF4-FFF2-40B4-BE49-F238E27FC236}">
                <a16:creationId xmlns:a16="http://schemas.microsoft.com/office/drawing/2014/main" id="{4470D1AC-D4A8-4B9C-9072-C70137098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237" y="689187"/>
            <a:ext cx="24520" cy="68429"/>
          </a:xfrm>
          <a:custGeom xmlns:a="http://schemas.openxmlformats.org/drawingml/2006/main">
            <a:gdLst>
              <a:gd name="T0" fmla="*/ 0 w 49"/>
              <a:gd name="T1" fmla="*/ 7 h 135"/>
              <a:gd name="T2" fmla="*/ 0 w 49"/>
              <a:gd name="T3" fmla="*/ 0 h 135"/>
              <a:gd name="T4" fmla="*/ 49 w 49"/>
              <a:gd name="T5" fmla="*/ 0 h 135"/>
              <a:gd name="T6" fmla="*/ 49 w 49"/>
              <a:gd name="T7" fmla="*/ 7 h 135"/>
              <a:gd name="T8" fmla="*/ 42 w 49"/>
              <a:gd name="T9" fmla="*/ 8 h 135"/>
              <a:gd name="T10" fmla="*/ 34 w 49"/>
              <a:gd name="T11" fmla="*/ 15 h 135"/>
              <a:gd name="T12" fmla="*/ 33 w 49"/>
              <a:gd name="T13" fmla="*/ 23 h 135"/>
              <a:gd name="T14" fmla="*/ 33 w 49"/>
              <a:gd name="T15" fmla="*/ 113 h 135"/>
              <a:gd name="T16" fmla="*/ 46 w 49"/>
              <a:gd name="T17" fmla="*/ 127 h 135"/>
              <a:gd name="T18" fmla="*/ 49 w 49"/>
              <a:gd name="T19" fmla="*/ 127 h 135"/>
              <a:gd name="T20" fmla="*/ 49 w 49"/>
              <a:gd name="T21" fmla="*/ 134 h 135"/>
              <a:gd name="T22" fmla="*/ 0 w 49"/>
              <a:gd name="T23" fmla="*/ 134 h 135"/>
              <a:gd name="T24" fmla="*/ 0 w 49"/>
              <a:gd name="T25" fmla="*/ 127 h 135"/>
              <a:gd name="T26" fmla="*/ 7 w 49"/>
              <a:gd name="T27" fmla="*/ 126 h 135"/>
              <a:gd name="T28" fmla="*/ 16 w 49"/>
              <a:gd name="T29" fmla="*/ 118 h 135"/>
              <a:gd name="T30" fmla="*/ 16 w 49"/>
              <a:gd name="T31" fmla="*/ 113 h 135"/>
              <a:gd name="T32" fmla="*/ 16 w 49"/>
              <a:gd name="T33" fmla="*/ 20 h 135"/>
              <a:gd name="T34" fmla="*/ 15 w 49"/>
              <a:gd name="T35" fmla="*/ 13 h 135"/>
              <a:gd name="T36" fmla="*/ 9 w 49"/>
              <a:gd name="T37" fmla="*/ 8 h 135"/>
              <a:gd name="T38" fmla="*/ 0 w 49"/>
              <a:gd name="T39" fmla="*/ 7 h 135"/>
            </a:gdLst>
            <a:rect l="0" t="0" r="r" b="b"/>
            <a:pathLst>
              <a:path w="49" h="135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5" y="10"/>
                  <a:pt x="34" y="15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5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45" y="135"/>
                  <a:pt x="9" y="135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5" y="127"/>
                  <a:pt x="7" y="126"/>
                </a:cubicBezTo>
                <a:cubicBezTo>
                  <a:pt x="13" y="126"/>
                  <a:pt x="15" y="124"/>
                  <a:pt x="16" y="118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8"/>
                  <a:pt x="15" y="16"/>
                  <a:pt x="15" y="13"/>
                </a:cubicBezTo>
                <a:cubicBezTo>
                  <a:pt x="14" y="10"/>
                  <a:pt x="12" y="8"/>
                  <a:pt x="9" y="8"/>
                </a:cubicBezTo>
                <a:cubicBezTo>
                  <a:pt x="6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4" name="Freeform 35">
            <a:extLst xmlns:a="http://schemas.openxmlformats.org/drawingml/2006/main">
              <a:ext uri="{FF2B5EF4-FFF2-40B4-BE49-F238E27FC236}">
                <a16:creationId xmlns:a16="http://schemas.microsoft.com/office/drawing/2014/main" id="{CECE1B58-3CA5-405D-A00A-A28F01C42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429" y="689187"/>
            <a:ext cx="24520" cy="67859"/>
          </a:xfrm>
          <a:custGeom xmlns:a="http://schemas.openxmlformats.org/drawingml/2006/main">
            <a:gdLst>
              <a:gd name="T0" fmla="*/ 0 w 49"/>
              <a:gd name="T1" fmla="*/ 7 h 134"/>
              <a:gd name="T2" fmla="*/ 0 w 49"/>
              <a:gd name="T3" fmla="*/ 0 h 134"/>
              <a:gd name="T4" fmla="*/ 49 w 49"/>
              <a:gd name="T5" fmla="*/ 0 h 134"/>
              <a:gd name="T6" fmla="*/ 49 w 49"/>
              <a:gd name="T7" fmla="*/ 7 h 134"/>
              <a:gd name="T8" fmla="*/ 42 w 49"/>
              <a:gd name="T9" fmla="*/ 8 h 134"/>
              <a:gd name="T10" fmla="*/ 34 w 49"/>
              <a:gd name="T11" fmla="*/ 15 h 134"/>
              <a:gd name="T12" fmla="*/ 33 w 49"/>
              <a:gd name="T13" fmla="*/ 23 h 134"/>
              <a:gd name="T14" fmla="*/ 33 w 49"/>
              <a:gd name="T15" fmla="*/ 112 h 134"/>
              <a:gd name="T16" fmla="*/ 34 w 49"/>
              <a:gd name="T17" fmla="*/ 120 h 134"/>
              <a:gd name="T18" fmla="*/ 40 w 49"/>
              <a:gd name="T19" fmla="*/ 126 h 134"/>
              <a:gd name="T20" fmla="*/ 49 w 49"/>
              <a:gd name="T21" fmla="*/ 127 h 134"/>
              <a:gd name="T22" fmla="*/ 49 w 49"/>
              <a:gd name="T23" fmla="*/ 134 h 134"/>
              <a:gd name="T24" fmla="*/ 0 w 49"/>
              <a:gd name="T25" fmla="*/ 134 h 134"/>
              <a:gd name="T26" fmla="*/ 0 w 49"/>
              <a:gd name="T27" fmla="*/ 127 h 134"/>
              <a:gd name="T28" fmla="*/ 8 w 49"/>
              <a:gd name="T29" fmla="*/ 126 h 134"/>
              <a:gd name="T30" fmla="*/ 15 w 49"/>
              <a:gd name="T31" fmla="*/ 119 h 134"/>
              <a:gd name="T32" fmla="*/ 16 w 49"/>
              <a:gd name="T33" fmla="*/ 110 h 134"/>
              <a:gd name="T34" fmla="*/ 16 w 49"/>
              <a:gd name="T35" fmla="*/ 25 h 134"/>
              <a:gd name="T36" fmla="*/ 15 w 49"/>
              <a:gd name="T37" fmla="*/ 15 h 134"/>
              <a:gd name="T38" fmla="*/ 8 w 49"/>
              <a:gd name="T39" fmla="*/ 8 h 134"/>
              <a:gd name="T40" fmla="*/ 0 w 49"/>
              <a:gd name="T41" fmla="*/ 7 h 134"/>
            </a:gdLst>
            <a:rect l="0" t="0" r="r" b="b"/>
            <a:pathLst>
              <a:path w="49" h="134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4" y="10"/>
                  <a:pt x="34" y="15"/>
                </a:cubicBezTo>
                <a:cubicBezTo>
                  <a:pt x="33" y="18"/>
                  <a:pt x="33" y="21"/>
                  <a:pt x="33" y="23"/>
                </a:cubicBezTo>
                <a:cubicBezTo>
                  <a:pt x="33" y="53"/>
                  <a:pt x="33" y="83"/>
                  <a:pt x="33" y="112"/>
                </a:cubicBezTo>
                <a:cubicBezTo>
                  <a:pt x="33" y="115"/>
                  <a:pt x="33" y="118"/>
                  <a:pt x="34" y="120"/>
                </a:cubicBezTo>
                <a:cubicBezTo>
                  <a:pt x="34" y="124"/>
                  <a:pt x="36" y="126"/>
                  <a:pt x="40" y="126"/>
                </a:cubicBezTo>
                <a:cubicBezTo>
                  <a:pt x="43" y="126"/>
                  <a:pt x="45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33" y="134"/>
                  <a:pt x="1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8" y="126"/>
                </a:cubicBezTo>
                <a:cubicBezTo>
                  <a:pt x="13" y="125"/>
                  <a:pt x="15" y="123"/>
                  <a:pt x="15" y="119"/>
                </a:cubicBezTo>
                <a:cubicBezTo>
                  <a:pt x="16" y="116"/>
                  <a:pt x="16" y="113"/>
                  <a:pt x="16" y="110"/>
                </a:cubicBezTo>
                <a:cubicBezTo>
                  <a:pt x="16" y="81"/>
                  <a:pt x="16" y="53"/>
                  <a:pt x="16" y="25"/>
                </a:cubicBezTo>
                <a:cubicBezTo>
                  <a:pt x="16" y="21"/>
                  <a:pt x="16" y="18"/>
                  <a:pt x="15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6" name="Freeform 9">
            <a:extLst xmlns:a="http://schemas.openxmlformats.org/drawingml/2006/main">
              <a:ext uri="{FF2B5EF4-FFF2-40B4-BE49-F238E27FC236}">
                <a16:creationId xmlns:a16="http://schemas.microsoft.com/office/drawing/2014/main" id="{271530B5-5CF1-4E43-91DD-4FF153C3E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4981" y="365289"/>
            <a:ext cx="164800" cy="184188"/>
          </a:xfrm>
          <a:custGeom xmlns:a="http://schemas.openxmlformats.org/drawingml/2006/main">
            <a:gdLst>
              <a:gd name="T0" fmla="*/ 324 w 325"/>
              <a:gd name="T1" fmla="*/ 106 h 363"/>
              <a:gd name="T2" fmla="*/ 283 w 325"/>
              <a:gd name="T3" fmla="*/ 179 h 363"/>
              <a:gd name="T4" fmla="*/ 247 w 325"/>
              <a:gd name="T5" fmla="*/ 214 h 363"/>
              <a:gd name="T6" fmla="*/ 241 w 325"/>
              <a:gd name="T7" fmla="*/ 228 h 363"/>
              <a:gd name="T8" fmla="*/ 271 w 325"/>
              <a:gd name="T9" fmla="*/ 230 h 363"/>
              <a:gd name="T10" fmla="*/ 282 w 325"/>
              <a:gd name="T11" fmla="*/ 240 h 363"/>
              <a:gd name="T12" fmla="*/ 269 w 325"/>
              <a:gd name="T13" fmla="*/ 277 h 363"/>
              <a:gd name="T14" fmla="*/ 223 w 325"/>
              <a:gd name="T15" fmla="*/ 316 h 363"/>
              <a:gd name="T16" fmla="*/ 176 w 325"/>
              <a:gd name="T17" fmla="*/ 340 h 363"/>
              <a:gd name="T18" fmla="*/ 160 w 325"/>
              <a:gd name="T19" fmla="*/ 339 h 363"/>
              <a:gd name="T20" fmla="*/ 165 w 325"/>
              <a:gd name="T21" fmla="*/ 329 h 363"/>
              <a:gd name="T22" fmla="*/ 195 w 325"/>
              <a:gd name="T23" fmla="*/ 302 h 363"/>
              <a:gd name="T24" fmla="*/ 214 w 325"/>
              <a:gd name="T25" fmla="*/ 282 h 363"/>
              <a:gd name="T26" fmla="*/ 223 w 325"/>
              <a:gd name="T27" fmla="*/ 265 h 363"/>
              <a:gd name="T28" fmla="*/ 220 w 325"/>
              <a:gd name="T29" fmla="*/ 257 h 363"/>
              <a:gd name="T30" fmla="*/ 179 w 325"/>
              <a:gd name="T31" fmla="*/ 289 h 363"/>
              <a:gd name="T32" fmla="*/ 106 w 325"/>
              <a:gd name="T33" fmla="*/ 335 h 363"/>
              <a:gd name="T34" fmla="*/ 20 w 325"/>
              <a:gd name="T35" fmla="*/ 363 h 363"/>
              <a:gd name="T36" fmla="*/ 4 w 325"/>
              <a:gd name="T37" fmla="*/ 360 h 363"/>
              <a:gd name="T38" fmla="*/ 78 w 325"/>
              <a:gd name="T39" fmla="*/ 306 h 363"/>
              <a:gd name="T40" fmla="*/ 102 w 325"/>
              <a:gd name="T41" fmla="*/ 295 h 363"/>
              <a:gd name="T42" fmla="*/ 208 w 325"/>
              <a:gd name="T43" fmla="*/ 238 h 363"/>
              <a:gd name="T44" fmla="*/ 207 w 325"/>
              <a:gd name="T45" fmla="*/ 232 h 363"/>
              <a:gd name="T46" fmla="*/ 171 w 325"/>
              <a:gd name="T47" fmla="*/ 243 h 363"/>
              <a:gd name="T48" fmla="*/ 163 w 325"/>
              <a:gd name="T49" fmla="*/ 239 h 363"/>
              <a:gd name="T50" fmla="*/ 170 w 325"/>
              <a:gd name="T51" fmla="*/ 226 h 363"/>
              <a:gd name="T52" fmla="*/ 154 w 325"/>
              <a:gd name="T53" fmla="*/ 206 h 363"/>
              <a:gd name="T54" fmla="*/ 122 w 325"/>
              <a:gd name="T55" fmla="*/ 224 h 363"/>
              <a:gd name="T56" fmla="*/ 99 w 325"/>
              <a:gd name="T57" fmla="*/ 236 h 363"/>
              <a:gd name="T58" fmla="*/ 100 w 325"/>
              <a:gd name="T59" fmla="*/ 222 h 363"/>
              <a:gd name="T60" fmla="*/ 116 w 325"/>
              <a:gd name="T61" fmla="*/ 204 h 363"/>
              <a:gd name="T62" fmla="*/ 118 w 325"/>
              <a:gd name="T63" fmla="*/ 183 h 363"/>
              <a:gd name="T64" fmla="*/ 116 w 325"/>
              <a:gd name="T65" fmla="*/ 174 h 363"/>
              <a:gd name="T66" fmla="*/ 143 w 325"/>
              <a:gd name="T67" fmla="*/ 167 h 363"/>
              <a:gd name="T68" fmla="*/ 158 w 325"/>
              <a:gd name="T69" fmla="*/ 145 h 363"/>
              <a:gd name="T70" fmla="*/ 147 w 325"/>
              <a:gd name="T71" fmla="*/ 144 h 363"/>
              <a:gd name="T72" fmla="*/ 132 w 325"/>
              <a:gd name="T73" fmla="*/ 141 h 363"/>
              <a:gd name="T74" fmla="*/ 141 w 325"/>
              <a:gd name="T75" fmla="*/ 129 h 363"/>
              <a:gd name="T76" fmla="*/ 140 w 325"/>
              <a:gd name="T77" fmla="*/ 115 h 363"/>
              <a:gd name="T78" fmla="*/ 112 w 325"/>
              <a:gd name="T79" fmla="*/ 96 h 363"/>
              <a:gd name="T80" fmla="*/ 127 w 325"/>
              <a:gd name="T81" fmla="*/ 92 h 363"/>
              <a:gd name="T82" fmla="*/ 167 w 325"/>
              <a:gd name="T83" fmla="*/ 81 h 363"/>
              <a:gd name="T84" fmla="*/ 203 w 325"/>
              <a:gd name="T85" fmla="*/ 36 h 363"/>
              <a:gd name="T86" fmla="*/ 204 w 325"/>
              <a:gd name="T87" fmla="*/ 10 h 363"/>
              <a:gd name="T88" fmla="*/ 216 w 325"/>
              <a:gd name="T89" fmla="*/ 3 h 363"/>
              <a:gd name="T90" fmla="*/ 224 w 325"/>
              <a:gd name="T91" fmla="*/ 56 h 363"/>
              <a:gd name="T92" fmla="*/ 205 w 325"/>
              <a:gd name="T93" fmla="*/ 91 h 363"/>
              <a:gd name="T94" fmla="*/ 208 w 325"/>
              <a:gd name="T95" fmla="*/ 105 h 363"/>
              <a:gd name="T96" fmla="*/ 267 w 325"/>
              <a:gd name="T97" fmla="*/ 87 h 363"/>
              <a:gd name="T98" fmla="*/ 297 w 325"/>
              <a:gd name="T99" fmla="*/ 85 h 363"/>
              <a:gd name="T100" fmla="*/ 309 w 325"/>
              <a:gd name="T101" fmla="*/ 86 h 363"/>
              <a:gd name="T102" fmla="*/ 325 w 325"/>
              <a:gd name="T103" fmla="*/ 104 h 363"/>
              <a:gd name="T104" fmla="*/ 198 w 325"/>
              <a:gd name="T105" fmla="*/ 126 h 363"/>
              <a:gd name="T106" fmla="*/ 164 w 325"/>
              <a:gd name="T107" fmla="*/ 175 h 363"/>
              <a:gd name="T108" fmla="*/ 181 w 325"/>
              <a:gd name="T109" fmla="*/ 191 h 363"/>
              <a:gd name="T110" fmla="*/ 186 w 325"/>
              <a:gd name="T111" fmla="*/ 173 h 363"/>
              <a:gd name="T112" fmla="*/ 199 w 325"/>
              <a:gd name="T113" fmla="*/ 170 h 363"/>
              <a:gd name="T114" fmla="*/ 206 w 325"/>
              <a:gd name="T115" fmla="*/ 204 h 363"/>
              <a:gd name="T116" fmla="*/ 217 w 325"/>
              <a:gd name="T117" fmla="*/ 206 h 363"/>
              <a:gd name="T118" fmla="*/ 229 w 325"/>
              <a:gd name="T119" fmla="*/ 188 h 363"/>
              <a:gd name="T120" fmla="*/ 261 w 325"/>
              <a:gd name="T121" fmla="*/ 141 h 363"/>
              <a:gd name="T122" fmla="*/ 250 w 325"/>
              <a:gd name="T123" fmla="*/ 134 h 363"/>
              <a:gd name="T124" fmla="*/ 206 w 325"/>
              <a:gd name="T125" fmla="*/ 122 h 363"/>
            </a:gdLst>
            <a:rect l="0" t="0" r="r" b="b"/>
            <a:pathLst>
              <a:path w="325" h="363">
                <a:moveTo>
                  <a:pt x="325" y="104"/>
                </a:moveTo>
                <a:cubicBezTo>
                  <a:pt x="325" y="104"/>
                  <a:pt x="324" y="105"/>
                  <a:pt x="324" y="106"/>
                </a:cubicBezTo>
                <a:cubicBezTo>
                  <a:pt x="323" y="108"/>
                  <a:pt x="323" y="111"/>
                  <a:pt x="322" y="114"/>
                </a:cubicBezTo>
                <a:cubicBezTo>
                  <a:pt x="312" y="138"/>
                  <a:pt x="300" y="160"/>
                  <a:pt x="283" y="179"/>
                </a:cubicBezTo>
                <a:cubicBezTo>
                  <a:pt x="275" y="188"/>
                  <a:pt x="267" y="197"/>
                  <a:pt x="259" y="205"/>
                </a:cubicBezTo>
                <a:cubicBezTo>
                  <a:pt x="255" y="209"/>
                  <a:pt x="251" y="211"/>
                  <a:pt x="247" y="214"/>
                </a:cubicBezTo>
                <a:cubicBezTo>
                  <a:pt x="244" y="217"/>
                  <a:pt x="241" y="219"/>
                  <a:pt x="239" y="223"/>
                </a:cubicBezTo>
                <a:cubicBezTo>
                  <a:pt x="237" y="226"/>
                  <a:pt x="238" y="227"/>
                  <a:pt x="241" y="228"/>
                </a:cubicBezTo>
                <a:cubicBezTo>
                  <a:pt x="243" y="228"/>
                  <a:pt x="245" y="228"/>
                  <a:pt x="246" y="228"/>
                </a:cubicBezTo>
                <a:cubicBezTo>
                  <a:pt x="255" y="229"/>
                  <a:pt x="263" y="230"/>
                  <a:pt x="271" y="230"/>
                </a:cubicBezTo>
                <a:cubicBezTo>
                  <a:pt x="272" y="230"/>
                  <a:pt x="274" y="231"/>
                  <a:pt x="275" y="231"/>
                </a:cubicBezTo>
                <a:cubicBezTo>
                  <a:pt x="280" y="233"/>
                  <a:pt x="282" y="235"/>
                  <a:pt x="282" y="240"/>
                </a:cubicBezTo>
                <a:cubicBezTo>
                  <a:pt x="283" y="247"/>
                  <a:pt x="282" y="253"/>
                  <a:pt x="279" y="259"/>
                </a:cubicBezTo>
                <a:cubicBezTo>
                  <a:pt x="277" y="265"/>
                  <a:pt x="273" y="271"/>
                  <a:pt x="269" y="277"/>
                </a:cubicBezTo>
                <a:cubicBezTo>
                  <a:pt x="260" y="289"/>
                  <a:pt x="248" y="298"/>
                  <a:pt x="237" y="307"/>
                </a:cubicBezTo>
                <a:cubicBezTo>
                  <a:pt x="233" y="311"/>
                  <a:pt x="228" y="314"/>
                  <a:pt x="223" y="316"/>
                </a:cubicBezTo>
                <a:cubicBezTo>
                  <a:pt x="213" y="321"/>
                  <a:pt x="203" y="327"/>
                  <a:pt x="193" y="332"/>
                </a:cubicBezTo>
                <a:cubicBezTo>
                  <a:pt x="187" y="334"/>
                  <a:pt x="182" y="337"/>
                  <a:pt x="176" y="340"/>
                </a:cubicBezTo>
                <a:cubicBezTo>
                  <a:pt x="173" y="341"/>
                  <a:pt x="169" y="341"/>
                  <a:pt x="166" y="342"/>
                </a:cubicBezTo>
                <a:cubicBezTo>
                  <a:pt x="164" y="342"/>
                  <a:pt x="161" y="341"/>
                  <a:pt x="160" y="339"/>
                </a:cubicBezTo>
                <a:cubicBezTo>
                  <a:pt x="159" y="337"/>
                  <a:pt x="160" y="335"/>
                  <a:pt x="162" y="333"/>
                </a:cubicBezTo>
                <a:cubicBezTo>
                  <a:pt x="163" y="332"/>
                  <a:pt x="164" y="330"/>
                  <a:pt x="165" y="329"/>
                </a:cubicBezTo>
                <a:cubicBezTo>
                  <a:pt x="173" y="323"/>
                  <a:pt x="181" y="316"/>
                  <a:pt x="189" y="310"/>
                </a:cubicBezTo>
                <a:cubicBezTo>
                  <a:pt x="192" y="307"/>
                  <a:pt x="194" y="305"/>
                  <a:pt x="195" y="302"/>
                </a:cubicBezTo>
                <a:cubicBezTo>
                  <a:pt x="196" y="300"/>
                  <a:pt x="198" y="297"/>
                  <a:pt x="200" y="295"/>
                </a:cubicBezTo>
                <a:cubicBezTo>
                  <a:pt x="205" y="291"/>
                  <a:pt x="210" y="287"/>
                  <a:pt x="214" y="282"/>
                </a:cubicBezTo>
                <a:cubicBezTo>
                  <a:pt x="217" y="280"/>
                  <a:pt x="218" y="278"/>
                  <a:pt x="219" y="275"/>
                </a:cubicBezTo>
                <a:cubicBezTo>
                  <a:pt x="219" y="271"/>
                  <a:pt x="221" y="268"/>
                  <a:pt x="223" y="265"/>
                </a:cubicBezTo>
                <a:cubicBezTo>
                  <a:pt x="225" y="263"/>
                  <a:pt x="227" y="261"/>
                  <a:pt x="229" y="259"/>
                </a:cubicBezTo>
                <a:cubicBezTo>
                  <a:pt x="227" y="256"/>
                  <a:pt x="224" y="256"/>
                  <a:pt x="220" y="257"/>
                </a:cubicBezTo>
                <a:cubicBezTo>
                  <a:pt x="212" y="260"/>
                  <a:pt x="205" y="264"/>
                  <a:pt x="199" y="270"/>
                </a:cubicBezTo>
                <a:cubicBezTo>
                  <a:pt x="192" y="276"/>
                  <a:pt x="186" y="282"/>
                  <a:pt x="179" y="289"/>
                </a:cubicBezTo>
                <a:cubicBezTo>
                  <a:pt x="169" y="299"/>
                  <a:pt x="157" y="307"/>
                  <a:pt x="144" y="314"/>
                </a:cubicBezTo>
                <a:cubicBezTo>
                  <a:pt x="131" y="320"/>
                  <a:pt x="119" y="328"/>
                  <a:pt x="106" y="335"/>
                </a:cubicBezTo>
                <a:cubicBezTo>
                  <a:pt x="89" y="344"/>
                  <a:pt x="72" y="352"/>
                  <a:pt x="53" y="357"/>
                </a:cubicBezTo>
                <a:cubicBezTo>
                  <a:pt x="43" y="361"/>
                  <a:pt x="32" y="363"/>
                  <a:pt x="20" y="363"/>
                </a:cubicBezTo>
                <a:cubicBezTo>
                  <a:pt x="16" y="362"/>
                  <a:pt x="12" y="361"/>
                  <a:pt x="7" y="361"/>
                </a:cubicBezTo>
                <a:cubicBezTo>
                  <a:pt x="6" y="361"/>
                  <a:pt x="5" y="360"/>
                  <a:pt x="4" y="360"/>
                </a:cubicBezTo>
                <a:cubicBezTo>
                  <a:pt x="0" y="358"/>
                  <a:pt x="0" y="355"/>
                  <a:pt x="4" y="352"/>
                </a:cubicBezTo>
                <a:cubicBezTo>
                  <a:pt x="28" y="337"/>
                  <a:pt x="53" y="321"/>
                  <a:pt x="78" y="306"/>
                </a:cubicBezTo>
                <a:cubicBezTo>
                  <a:pt x="84" y="302"/>
                  <a:pt x="91" y="298"/>
                  <a:pt x="98" y="297"/>
                </a:cubicBezTo>
                <a:cubicBezTo>
                  <a:pt x="100" y="296"/>
                  <a:pt x="101" y="295"/>
                  <a:pt x="102" y="295"/>
                </a:cubicBezTo>
                <a:cubicBezTo>
                  <a:pt x="135" y="275"/>
                  <a:pt x="169" y="257"/>
                  <a:pt x="204" y="241"/>
                </a:cubicBezTo>
                <a:cubicBezTo>
                  <a:pt x="205" y="240"/>
                  <a:pt x="207" y="239"/>
                  <a:pt x="208" y="238"/>
                </a:cubicBezTo>
                <a:cubicBezTo>
                  <a:pt x="209" y="237"/>
                  <a:pt x="210" y="235"/>
                  <a:pt x="210" y="234"/>
                </a:cubicBezTo>
                <a:cubicBezTo>
                  <a:pt x="210" y="233"/>
                  <a:pt x="208" y="232"/>
                  <a:pt x="207" y="232"/>
                </a:cubicBezTo>
                <a:cubicBezTo>
                  <a:pt x="201" y="231"/>
                  <a:pt x="196" y="233"/>
                  <a:pt x="190" y="235"/>
                </a:cubicBezTo>
                <a:cubicBezTo>
                  <a:pt x="184" y="238"/>
                  <a:pt x="178" y="240"/>
                  <a:pt x="171" y="243"/>
                </a:cubicBezTo>
                <a:cubicBezTo>
                  <a:pt x="170" y="243"/>
                  <a:pt x="169" y="244"/>
                  <a:pt x="168" y="244"/>
                </a:cubicBezTo>
                <a:cubicBezTo>
                  <a:pt x="164" y="244"/>
                  <a:pt x="163" y="244"/>
                  <a:pt x="163" y="239"/>
                </a:cubicBezTo>
                <a:cubicBezTo>
                  <a:pt x="163" y="236"/>
                  <a:pt x="164" y="233"/>
                  <a:pt x="166" y="231"/>
                </a:cubicBezTo>
                <a:cubicBezTo>
                  <a:pt x="167" y="229"/>
                  <a:pt x="169" y="228"/>
                  <a:pt x="170" y="226"/>
                </a:cubicBezTo>
                <a:cubicBezTo>
                  <a:pt x="172" y="222"/>
                  <a:pt x="172" y="218"/>
                  <a:pt x="168" y="215"/>
                </a:cubicBezTo>
                <a:cubicBezTo>
                  <a:pt x="164" y="212"/>
                  <a:pt x="159" y="209"/>
                  <a:pt x="154" y="206"/>
                </a:cubicBezTo>
                <a:cubicBezTo>
                  <a:pt x="148" y="203"/>
                  <a:pt x="143" y="205"/>
                  <a:pt x="138" y="210"/>
                </a:cubicBezTo>
                <a:cubicBezTo>
                  <a:pt x="133" y="215"/>
                  <a:pt x="128" y="219"/>
                  <a:pt x="122" y="224"/>
                </a:cubicBezTo>
                <a:cubicBezTo>
                  <a:pt x="118" y="228"/>
                  <a:pt x="112" y="231"/>
                  <a:pt x="107" y="235"/>
                </a:cubicBezTo>
                <a:cubicBezTo>
                  <a:pt x="105" y="236"/>
                  <a:pt x="102" y="238"/>
                  <a:pt x="99" y="236"/>
                </a:cubicBezTo>
                <a:cubicBezTo>
                  <a:pt x="97" y="234"/>
                  <a:pt x="97" y="231"/>
                  <a:pt x="98" y="229"/>
                </a:cubicBezTo>
                <a:cubicBezTo>
                  <a:pt x="98" y="226"/>
                  <a:pt x="99" y="224"/>
                  <a:pt x="100" y="222"/>
                </a:cubicBezTo>
                <a:cubicBezTo>
                  <a:pt x="102" y="219"/>
                  <a:pt x="105" y="217"/>
                  <a:pt x="107" y="214"/>
                </a:cubicBezTo>
                <a:cubicBezTo>
                  <a:pt x="110" y="211"/>
                  <a:pt x="113" y="208"/>
                  <a:pt x="116" y="204"/>
                </a:cubicBezTo>
                <a:cubicBezTo>
                  <a:pt x="118" y="202"/>
                  <a:pt x="119" y="198"/>
                  <a:pt x="120" y="195"/>
                </a:cubicBezTo>
                <a:cubicBezTo>
                  <a:pt x="122" y="191"/>
                  <a:pt x="122" y="187"/>
                  <a:pt x="118" y="183"/>
                </a:cubicBezTo>
                <a:cubicBezTo>
                  <a:pt x="116" y="182"/>
                  <a:pt x="115" y="181"/>
                  <a:pt x="115" y="179"/>
                </a:cubicBezTo>
                <a:cubicBezTo>
                  <a:pt x="113" y="177"/>
                  <a:pt x="113" y="175"/>
                  <a:pt x="116" y="174"/>
                </a:cubicBezTo>
                <a:cubicBezTo>
                  <a:pt x="123" y="173"/>
                  <a:pt x="130" y="171"/>
                  <a:pt x="137" y="170"/>
                </a:cubicBezTo>
                <a:cubicBezTo>
                  <a:pt x="140" y="170"/>
                  <a:pt x="141" y="169"/>
                  <a:pt x="143" y="167"/>
                </a:cubicBezTo>
                <a:cubicBezTo>
                  <a:pt x="146" y="163"/>
                  <a:pt x="150" y="159"/>
                  <a:pt x="153" y="155"/>
                </a:cubicBezTo>
                <a:cubicBezTo>
                  <a:pt x="155" y="152"/>
                  <a:pt x="157" y="149"/>
                  <a:pt x="158" y="145"/>
                </a:cubicBezTo>
                <a:cubicBezTo>
                  <a:pt x="159" y="141"/>
                  <a:pt x="157" y="140"/>
                  <a:pt x="154" y="141"/>
                </a:cubicBezTo>
                <a:cubicBezTo>
                  <a:pt x="151" y="141"/>
                  <a:pt x="149" y="142"/>
                  <a:pt x="147" y="144"/>
                </a:cubicBezTo>
                <a:cubicBezTo>
                  <a:pt x="144" y="146"/>
                  <a:pt x="140" y="146"/>
                  <a:pt x="137" y="145"/>
                </a:cubicBezTo>
                <a:cubicBezTo>
                  <a:pt x="134" y="145"/>
                  <a:pt x="133" y="144"/>
                  <a:pt x="132" y="141"/>
                </a:cubicBezTo>
                <a:cubicBezTo>
                  <a:pt x="132" y="139"/>
                  <a:pt x="132" y="137"/>
                  <a:pt x="134" y="135"/>
                </a:cubicBezTo>
                <a:cubicBezTo>
                  <a:pt x="137" y="133"/>
                  <a:pt x="139" y="131"/>
                  <a:pt x="141" y="129"/>
                </a:cubicBezTo>
                <a:cubicBezTo>
                  <a:pt x="143" y="126"/>
                  <a:pt x="144" y="123"/>
                  <a:pt x="144" y="119"/>
                </a:cubicBezTo>
                <a:cubicBezTo>
                  <a:pt x="144" y="116"/>
                  <a:pt x="143" y="115"/>
                  <a:pt x="140" y="115"/>
                </a:cubicBezTo>
                <a:cubicBezTo>
                  <a:pt x="136" y="115"/>
                  <a:pt x="132" y="115"/>
                  <a:pt x="129" y="114"/>
                </a:cubicBezTo>
                <a:cubicBezTo>
                  <a:pt x="119" y="112"/>
                  <a:pt x="114" y="106"/>
                  <a:pt x="112" y="96"/>
                </a:cubicBezTo>
                <a:cubicBezTo>
                  <a:pt x="112" y="91"/>
                  <a:pt x="113" y="90"/>
                  <a:pt x="118" y="91"/>
                </a:cubicBezTo>
                <a:cubicBezTo>
                  <a:pt x="121" y="91"/>
                  <a:pt x="124" y="91"/>
                  <a:pt x="127" y="92"/>
                </a:cubicBezTo>
                <a:cubicBezTo>
                  <a:pt x="137" y="93"/>
                  <a:pt x="146" y="92"/>
                  <a:pt x="155" y="86"/>
                </a:cubicBezTo>
                <a:cubicBezTo>
                  <a:pt x="158" y="83"/>
                  <a:pt x="163" y="82"/>
                  <a:pt x="167" y="81"/>
                </a:cubicBezTo>
                <a:cubicBezTo>
                  <a:pt x="174" y="79"/>
                  <a:pt x="180" y="76"/>
                  <a:pt x="184" y="70"/>
                </a:cubicBezTo>
                <a:cubicBezTo>
                  <a:pt x="193" y="60"/>
                  <a:pt x="200" y="49"/>
                  <a:pt x="203" y="36"/>
                </a:cubicBezTo>
                <a:cubicBezTo>
                  <a:pt x="204" y="30"/>
                  <a:pt x="205" y="23"/>
                  <a:pt x="205" y="17"/>
                </a:cubicBezTo>
                <a:cubicBezTo>
                  <a:pt x="204" y="15"/>
                  <a:pt x="204" y="13"/>
                  <a:pt x="204" y="10"/>
                </a:cubicBezTo>
                <a:cubicBezTo>
                  <a:pt x="204" y="7"/>
                  <a:pt x="204" y="4"/>
                  <a:pt x="207" y="2"/>
                </a:cubicBezTo>
                <a:cubicBezTo>
                  <a:pt x="211" y="0"/>
                  <a:pt x="213" y="2"/>
                  <a:pt x="216" y="3"/>
                </a:cubicBezTo>
                <a:cubicBezTo>
                  <a:pt x="230" y="11"/>
                  <a:pt x="236" y="28"/>
                  <a:pt x="230" y="43"/>
                </a:cubicBezTo>
                <a:cubicBezTo>
                  <a:pt x="229" y="48"/>
                  <a:pt x="226" y="52"/>
                  <a:pt x="224" y="56"/>
                </a:cubicBezTo>
                <a:cubicBezTo>
                  <a:pt x="219" y="64"/>
                  <a:pt x="214" y="72"/>
                  <a:pt x="209" y="80"/>
                </a:cubicBezTo>
                <a:cubicBezTo>
                  <a:pt x="207" y="83"/>
                  <a:pt x="206" y="87"/>
                  <a:pt x="205" y="91"/>
                </a:cubicBezTo>
                <a:cubicBezTo>
                  <a:pt x="204" y="93"/>
                  <a:pt x="203" y="95"/>
                  <a:pt x="203" y="98"/>
                </a:cubicBezTo>
                <a:cubicBezTo>
                  <a:pt x="203" y="102"/>
                  <a:pt x="205" y="104"/>
                  <a:pt x="208" y="105"/>
                </a:cubicBezTo>
                <a:cubicBezTo>
                  <a:pt x="213" y="106"/>
                  <a:pt x="217" y="105"/>
                  <a:pt x="221" y="104"/>
                </a:cubicBezTo>
                <a:cubicBezTo>
                  <a:pt x="236" y="97"/>
                  <a:pt x="251" y="91"/>
                  <a:pt x="267" y="87"/>
                </a:cubicBezTo>
                <a:cubicBezTo>
                  <a:pt x="274" y="85"/>
                  <a:pt x="280" y="84"/>
                  <a:pt x="287" y="82"/>
                </a:cubicBezTo>
                <a:cubicBezTo>
                  <a:pt x="290" y="82"/>
                  <a:pt x="294" y="82"/>
                  <a:pt x="297" y="85"/>
                </a:cubicBezTo>
                <a:cubicBezTo>
                  <a:pt x="299" y="86"/>
                  <a:pt x="301" y="86"/>
                  <a:pt x="304" y="86"/>
                </a:cubicBezTo>
                <a:cubicBezTo>
                  <a:pt x="305" y="87"/>
                  <a:pt x="307" y="86"/>
                  <a:pt x="309" y="86"/>
                </a:cubicBezTo>
                <a:cubicBezTo>
                  <a:pt x="317" y="86"/>
                  <a:pt x="323" y="89"/>
                  <a:pt x="325" y="97"/>
                </a:cubicBezTo>
                <a:cubicBezTo>
                  <a:pt x="325" y="99"/>
                  <a:pt x="325" y="101"/>
                  <a:pt x="325" y="104"/>
                </a:cubicBezTo>
                <a:close/>
                <a:moveTo>
                  <a:pt x="206" y="122"/>
                </a:moveTo>
                <a:cubicBezTo>
                  <a:pt x="203" y="122"/>
                  <a:pt x="200" y="123"/>
                  <a:pt x="198" y="126"/>
                </a:cubicBezTo>
                <a:cubicBezTo>
                  <a:pt x="189" y="138"/>
                  <a:pt x="179" y="150"/>
                  <a:pt x="169" y="162"/>
                </a:cubicBezTo>
                <a:cubicBezTo>
                  <a:pt x="166" y="166"/>
                  <a:pt x="164" y="170"/>
                  <a:pt x="164" y="175"/>
                </a:cubicBezTo>
                <a:cubicBezTo>
                  <a:pt x="162" y="184"/>
                  <a:pt x="165" y="188"/>
                  <a:pt x="173" y="193"/>
                </a:cubicBezTo>
                <a:cubicBezTo>
                  <a:pt x="176" y="195"/>
                  <a:pt x="179" y="194"/>
                  <a:pt x="181" y="191"/>
                </a:cubicBezTo>
                <a:cubicBezTo>
                  <a:pt x="183" y="188"/>
                  <a:pt x="183" y="186"/>
                  <a:pt x="184" y="183"/>
                </a:cubicBezTo>
                <a:cubicBezTo>
                  <a:pt x="185" y="180"/>
                  <a:pt x="185" y="176"/>
                  <a:pt x="186" y="173"/>
                </a:cubicBezTo>
                <a:cubicBezTo>
                  <a:pt x="187" y="171"/>
                  <a:pt x="188" y="168"/>
                  <a:pt x="190" y="167"/>
                </a:cubicBezTo>
                <a:cubicBezTo>
                  <a:pt x="194" y="164"/>
                  <a:pt x="197" y="165"/>
                  <a:pt x="199" y="170"/>
                </a:cubicBezTo>
                <a:cubicBezTo>
                  <a:pt x="199" y="171"/>
                  <a:pt x="199" y="171"/>
                  <a:pt x="199" y="172"/>
                </a:cubicBezTo>
                <a:cubicBezTo>
                  <a:pt x="202" y="183"/>
                  <a:pt x="205" y="193"/>
                  <a:pt x="206" y="204"/>
                </a:cubicBezTo>
                <a:cubicBezTo>
                  <a:pt x="206" y="206"/>
                  <a:pt x="207" y="209"/>
                  <a:pt x="210" y="210"/>
                </a:cubicBezTo>
                <a:cubicBezTo>
                  <a:pt x="214" y="210"/>
                  <a:pt x="215" y="208"/>
                  <a:pt x="217" y="206"/>
                </a:cubicBezTo>
                <a:cubicBezTo>
                  <a:pt x="217" y="205"/>
                  <a:pt x="217" y="205"/>
                  <a:pt x="218" y="204"/>
                </a:cubicBezTo>
                <a:cubicBezTo>
                  <a:pt x="221" y="199"/>
                  <a:pt x="225" y="193"/>
                  <a:pt x="229" y="188"/>
                </a:cubicBezTo>
                <a:cubicBezTo>
                  <a:pt x="237" y="177"/>
                  <a:pt x="246" y="167"/>
                  <a:pt x="255" y="157"/>
                </a:cubicBezTo>
                <a:cubicBezTo>
                  <a:pt x="259" y="152"/>
                  <a:pt x="261" y="147"/>
                  <a:pt x="261" y="141"/>
                </a:cubicBezTo>
                <a:cubicBezTo>
                  <a:pt x="261" y="137"/>
                  <a:pt x="259" y="135"/>
                  <a:pt x="255" y="134"/>
                </a:cubicBezTo>
                <a:cubicBezTo>
                  <a:pt x="253" y="134"/>
                  <a:pt x="251" y="134"/>
                  <a:pt x="250" y="134"/>
                </a:cubicBezTo>
                <a:cubicBezTo>
                  <a:pt x="240" y="131"/>
                  <a:pt x="231" y="129"/>
                  <a:pt x="221" y="126"/>
                </a:cubicBezTo>
                <a:cubicBezTo>
                  <a:pt x="216" y="125"/>
                  <a:pt x="211" y="123"/>
                  <a:pt x="206" y="1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7" name="Freeform 10">
            <a:extLst xmlns:a="http://schemas.openxmlformats.org/drawingml/2006/main">
              <a:ext uri="{FF2B5EF4-FFF2-40B4-BE49-F238E27FC236}">
                <a16:creationId xmlns:a16="http://schemas.microsoft.com/office/drawing/2014/main" id="{3AA7B564-153E-47EB-B443-1094157AE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8190" y="398363"/>
            <a:ext cx="193882" cy="208139"/>
          </a:xfrm>
          <a:custGeom xmlns:a="http://schemas.openxmlformats.org/drawingml/2006/main">
            <a:gdLst>
              <a:gd name="T0" fmla="*/ 83 w 383"/>
              <a:gd name="T1" fmla="*/ 410 h 411"/>
              <a:gd name="T2" fmla="*/ 111 w 383"/>
              <a:gd name="T3" fmla="*/ 380 h 411"/>
              <a:gd name="T4" fmla="*/ 136 w 383"/>
              <a:gd name="T5" fmla="*/ 371 h 411"/>
              <a:gd name="T6" fmla="*/ 198 w 383"/>
              <a:gd name="T7" fmla="*/ 294 h 411"/>
              <a:gd name="T8" fmla="*/ 201 w 383"/>
              <a:gd name="T9" fmla="*/ 280 h 411"/>
              <a:gd name="T10" fmla="*/ 197 w 383"/>
              <a:gd name="T11" fmla="*/ 274 h 411"/>
              <a:gd name="T12" fmla="*/ 166 w 383"/>
              <a:gd name="T13" fmla="*/ 283 h 411"/>
              <a:gd name="T14" fmla="*/ 144 w 383"/>
              <a:gd name="T15" fmla="*/ 291 h 411"/>
              <a:gd name="T16" fmla="*/ 123 w 383"/>
              <a:gd name="T17" fmla="*/ 305 h 411"/>
              <a:gd name="T18" fmla="*/ 62 w 383"/>
              <a:gd name="T19" fmla="*/ 344 h 411"/>
              <a:gd name="T20" fmla="*/ 34 w 383"/>
              <a:gd name="T21" fmla="*/ 353 h 411"/>
              <a:gd name="T22" fmla="*/ 9 w 383"/>
              <a:gd name="T23" fmla="*/ 344 h 411"/>
              <a:gd name="T24" fmla="*/ 1 w 383"/>
              <a:gd name="T25" fmla="*/ 322 h 411"/>
              <a:gd name="T26" fmla="*/ 0 w 383"/>
              <a:gd name="T27" fmla="*/ 288 h 411"/>
              <a:gd name="T28" fmla="*/ 1 w 383"/>
              <a:gd name="T29" fmla="*/ 283 h 411"/>
              <a:gd name="T30" fmla="*/ 6 w 383"/>
              <a:gd name="T31" fmla="*/ 282 h 411"/>
              <a:gd name="T32" fmla="*/ 8 w 383"/>
              <a:gd name="T33" fmla="*/ 285 h 411"/>
              <a:gd name="T34" fmla="*/ 10 w 383"/>
              <a:gd name="T35" fmla="*/ 290 h 411"/>
              <a:gd name="T36" fmla="*/ 32 w 383"/>
              <a:gd name="T37" fmla="*/ 298 h 411"/>
              <a:gd name="T38" fmla="*/ 46 w 383"/>
              <a:gd name="T39" fmla="*/ 293 h 411"/>
              <a:gd name="T40" fmla="*/ 53 w 383"/>
              <a:gd name="T41" fmla="*/ 291 h 411"/>
              <a:gd name="T42" fmla="*/ 65 w 383"/>
              <a:gd name="T43" fmla="*/ 288 h 411"/>
              <a:gd name="T44" fmla="*/ 100 w 383"/>
              <a:gd name="T45" fmla="*/ 268 h 411"/>
              <a:gd name="T46" fmla="*/ 156 w 383"/>
              <a:gd name="T47" fmla="*/ 244 h 411"/>
              <a:gd name="T48" fmla="*/ 197 w 383"/>
              <a:gd name="T49" fmla="*/ 229 h 411"/>
              <a:gd name="T50" fmla="*/ 203 w 383"/>
              <a:gd name="T51" fmla="*/ 226 h 411"/>
              <a:gd name="T52" fmla="*/ 219 w 383"/>
              <a:gd name="T53" fmla="*/ 204 h 411"/>
              <a:gd name="T54" fmla="*/ 222 w 383"/>
              <a:gd name="T55" fmla="*/ 124 h 411"/>
              <a:gd name="T56" fmla="*/ 210 w 383"/>
              <a:gd name="T57" fmla="*/ 69 h 411"/>
              <a:gd name="T58" fmla="*/ 197 w 383"/>
              <a:gd name="T59" fmla="*/ 36 h 411"/>
              <a:gd name="T60" fmla="*/ 194 w 383"/>
              <a:gd name="T61" fmla="*/ 10 h 411"/>
              <a:gd name="T62" fmla="*/ 205 w 383"/>
              <a:gd name="T63" fmla="*/ 2 h 411"/>
              <a:gd name="T64" fmla="*/ 230 w 383"/>
              <a:gd name="T65" fmla="*/ 7 h 411"/>
              <a:gd name="T66" fmla="*/ 237 w 383"/>
              <a:gd name="T67" fmla="*/ 10 h 411"/>
              <a:gd name="T68" fmla="*/ 248 w 383"/>
              <a:gd name="T69" fmla="*/ 19 h 411"/>
              <a:gd name="T70" fmla="*/ 265 w 383"/>
              <a:gd name="T71" fmla="*/ 29 h 411"/>
              <a:gd name="T72" fmla="*/ 280 w 383"/>
              <a:gd name="T73" fmla="*/ 49 h 411"/>
              <a:gd name="T74" fmla="*/ 278 w 383"/>
              <a:gd name="T75" fmla="*/ 66 h 411"/>
              <a:gd name="T76" fmla="*/ 273 w 383"/>
              <a:gd name="T77" fmla="*/ 72 h 411"/>
              <a:gd name="T78" fmla="*/ 270 w 383"/>
              <a:gd name="T79" fmla="*/ 77 h 411"/>
              <a:gd name="T80" fmla="*/ 271 w 383"/>
              <a:gd name="T81" fmla="*/ 158 h 411"/>
              <a:gd name="T82" fmla="*/ 273 w 383"/>
              <a:gd name="T83" fmla="*/ 179 h 411"/>
              <a:gd name="T84" fmla="*/ 278 w 383"/>
              <a:gd name="T85" fmla="*/ 182 h 411"/>
              <a:gd name="T86" fmla="*/ 313 w 383"/>
              <a:gd name="T87" fmla="*/ 160 h 411"/>
              <a:gd name="T88" fmla="*/ 325 w 383"/>
              <a:gd name="T89" fmla="*/ 144 h 411"/>
              <a:gd name="T90" fmla="*/ 341 w 383"/>
              <a:gd name="T91" fmla="*/ 128 h 411"/>
              <a:gd name="T92" fmla="*/ 369 w 383"/>
              <a:gd name="T93" fmla="*/ 122 h 411"/>
              <a:gd name="T94" fmla="*/ 380 w 383"/>
              <a:gd name="T95" fmla="*/ 141 h 411"/>
              <a:gd name="T96" fmla="*/ 372 w 383"/>
              <a:gd name="T97" fmla="*/ 154 h 411"/>
              <a:gd name="T98" fmla="*/ 355 w 383"/>
              <a:gd name="T99" fmla="*/ 169 h 411"/>
              <a:gd name="T100" fmla="*/ 314 w 383"/>
              <a:gd name="T101" fmla="*/ 199 h 411"/>
              <a:gd name="T102" fmla="*/ 275 w 383"/>
              <a:gd name="T103" fmla="*/ 229 h 411"/>
              <a:gd name="T104" fmla="*/ 271 w 383"/>
              <a:gd name="T105" fmla="*/ 238 h 411"/>
              <a:gd name="T106" fmla="*/ 254 w 383"/>
              <a:gd name="T107" fmla="*/ 310 h 411"/>
              <a:gd name="T108" fmla="*/ 250 w 383"/>
              <a:gd name="T109" fmla="*/ 320 h 411"/>
              <a:gd name="T110" fmla="*/ 247 w 383"/>
              <a:gd name="T111" fmla="*/ 325 h 411"/>
              <a:gd name="T112" fmla="*/ 173 w 383"/>
              <a:gd name="T113" fmla="*/ 386 h 411"/>
              <a:gd name="T114" fmla="*/ 95 w 383"/>
              <a:gd name="T115" fmla="*/ 410 h 411"/>
              <a:gd name="T116" fmla="*/ 88 w 383"/>
              <a:gd name="T117" fmla="*/ 411 h 411"/>
              <a:gd name="T118" fmla="*/ 83 w 383"/>
              <a:gd name="T119" fmla="*/ 410 h 411"/>
            </a:gdLst>
            <a:rect l="0" t="0" r="r" b="b"/>
            <a:pathLst>
              <a:path w="383" h="411">
                <a:moveTo>
                  <a:pt x="83" y="410"/>
                </a:moveTo>
                <a:cubicBezTo>
                  <a:pt x="89" y="396"/>
                  <a:pt x="96" y="385"/>
                  <a:pt x="111" y="380"/>
                </a:cubicBezTo>
                <a:cubicBezTo>
                  <a:pt x="120" y="378"/>
                  <a:pt x="128" y="375"/>
                  <a:pt x="136" y="371"/>
                </a:cubicBezTo>
                <a:cubicBezTo>
                  <a:pt x="168" y="355"/>
                  <a:pt x="188" y="328"/>
                  <a:pt x="198" y="294"/>
                </a:cubicBezTo>
                <a:cubicBezTo>
                  <a:pt x="199" y="289"/>
                  <a:pt x="200" y="284"/>
                  <a:pt x="201" y="280"/>
                </a:cubicBezTo>
                <a:cubicBezTo>
                  <a:pt x="202" y="275"/>
                  <a:pt x="201" y="274"/>
                  <a:pt x="197" y="274"/>
                </a:cubicBezTo>
                <a:cubicBezTo>
                  <a:pt x="186" y="275"/>
                  <a:pt x="176" y="278"/>
                  <a:pt x="166" y="283"/>
                </a:cubicBezTo>
                <a:cubicBezTo>
                  <a:pt x="159" y="286"/>
                  <a:pt x="152" y="289"/>
                  <a:pt x="144" y="291"/>
                </a:cubicBezTo>
                <a:cubicBezTo>
                  <a:pt x="136" y="294"/>
                  <a:pt x="130" y="300"/>
                  <a:pt x="123" y="305"/>
                </a:cubicBezTo>
                <a:cubicBezTo>
                  <a:pt x="105" y="321"/>
                  <a:pt x="84" y="334"/>
                  <a:pt x="62" y="344"/>
                </a:cubicBezTo>
                <a:cubicBezTo>
                  <a:pt x="53" y="348"/>
                  <a:pt x="43" y="351"/>
                  <a:pt x="34" y="353"/>
                </a:cubicBezTo>
                <a:cubicBezTo>
                  <a:pt x="24" y="356"/>
                  <a:pt x="15" y="352"/>
                  <a:pt x="9" y="344"/>
                </a:cubicBezTo>
                <a:cubicBezTo>
                  <a:pt x="4" y="338"/>
                  <a:pt x="1" y="330"/>
                  <a:pt x="1" y="322"/>
                </a:cubicBezTo>
                <a:cubicBezTo>
                  <a:pt x="1" y="310"/>
                  <a:pt x="0" y="299"/>
                  <a:pt x="0" y="288"/>
                </a:cubicBezTo>
                <a:cubicBezTo>
                  <a:pt x="0" y="286"/>
                  <a:pt x="0" y="284"/>
                  <a:pt x="1" y="283"/>
                </a:cubicBezTo>
                <a:cubicBezTo>
                  <a:pt x="1" y="280"/>
                  <a:pt x="4" y="279"/>
                  <a:pt x="6" y="282"/>
                </a:cubicBezTo>
                <a:cubicBezTo>
                  <a:pt x="7" y="283"/>
                  <a:pt x="7" y="284"/>
                  <a:pt x="8" y="285"/>
                </a:cubicBezTo>
                <a:cubicBezTo>
                  <a:pt x="9" y="286"/>
                  <a:pt x="9" y="288"/>
                  <a:pt x="10" y="290"/>
                </a:cubicBezTo>
                <a:cubicBezTo>
                  <a:pt x="16" y="297"/>
                  <a:pt x="23" y="301"/>
                  <a:pt x="32" y="298"/>
                </a:cubicBezTo>
                <a:cubicBezTo>
                  <a:pt x="37" y="297"/>
                  <a:pt x="41" y="295"/>
                  <a:pt x="46" y="293"/>
                </a:cubicBezTo>
                <a:cubicBezTo>
                  <a:pt x="48" y="292"/>
                  <a:pt x="51" y="291"/>
                  <a:pt x="53" y="291"/>
                </a:cubicBezTo>
                <a:cubicBezTo>
                  <a:pt x="58" y="292"/>
                  <a:pt x="61" y="290"/>
                  <a:pt x="65" y="288"/>
                </a:cubicBezTo>
                <a:cubicBezTo>
                  <a:pt x="77" y="282"/>
                  <a:pt x="89" y="275"/>
                  <a:pt x="100" y="268"/>
                </a:cubicBezTo>
                <a:cubicBezTo>
                  <a:pt x="118" y="258"/>
                  <a:pt x="137" y="251"/>
                  <a:pt x="156" y="244"/>
                </a:cubicBezTo>
                <a:cubicBezTo>
                  <a:pt x="169" y="239"/>
                  <a:pt x="183" y="234"/>
                  <a:pt x="197" y="229"/>
                </a:cubicBezTo>
                <a:cubicBezTo>
                  <a:pt x="199" y="228"/>
                  <a:pt x="201" y="227"/>
                  <a:pt x="203" y="226"/>
                </a:cubicBezTo>
                <a:cubicBezTo>
                  <a:pt x="212" y="222"/>
                  <a:pt x="218" y="215"/>
                  <a:pt x="219" y="204"/>
                </a:cubicBezTo>
                <a:cubicBezTo>
                  <a:pt x="221" y="178"/>
                  <a:pt x="223" y="151"/>
                  <a:pt x="222" y="124"/>
                </a:cubicBezTo>
                <a:cubicBezTo>
                  <a:pt x="221" y="105"/>
                  <a:pt x="218" y="87"/>
                  <a:pt x="210" y="69"/>
                </a:cubicBezTo>
                <a:cubicBezTo>
                  <a:pt x="205" y="58"/>
                  <a:pt x="201" y="47"/>
                  <a:pt x="197" y="36"/>
                </a:cubicBezTo>
                <a:cubicBezTo>
                  <a:pt x="194" y="28"/>
                  <a:pt x="193" y="19"/>
                  <a:pt x="194" y="10"/>
                </a:cubicBezTo>
                <a:cubicBezTo>
                  <a:pt x="194" y="4"/>
                  <a:pt x="199" y="0"/>
                  <a:pt x="205" y="2"/>
                </a:cubicBezTo>
                <a:cubicBezTo>
                  <a:pt x="213" y="4"/>
                  <a:pt x="222" y="5"/>
                  <a:pt x="230" y="7"/>
                </a:cubicBezTo>
                <a:cubicBezTo>
                  <a:pt x="233" y="7"/>
                  <a:pt x="235" y="9"/>
                  <a:pt x="237" y="10"/>
                </a:cubicBezTo>
                <a:cubicBezTo>
                  <a:pt x="241" y="13"/>
                  <a:pt x="244" y="16"/>
                  <a:pt x="248" y="19"/>
                </a:cubicBezTo>
                <a:cubicBezTo>
                  <a:pt x="253" y="23"/>
                  <a:pt x="259" y="26"/>
                  <a:pt x="265" y="29"/>
                </a:cubicBezTo>
                <a:cubicBezTo>
                  <a:pt x="274" y="33"/>
                  <a:pt x="279" y="40"/>
                  <a:pt x="280" y="49"/>
                </a:cubicBezTo>
                <a:cubicBezTo>
                  <a:pt x="280" y="55"/>
                  <a:pt x="280" y="60"/>
                  <a:pt x="278" y="66"/>
                </a:cubicBezTo>
                <a:cubicBezTo>
                  <a:pt x="277" y="68"/>
                  <a:pt x="275" y="70"/>
                  <a:pt x="273" y="72"/>
                </a:cubicBezTo>
                <a:cubicBezTo>
                  <a:pt x="271" y="74"/>
                  <a:pt x="270" y="75"/>
                  <a:pt x="270" y="77"/>
                </a:cubicBezTo>
                <a:cubicBezTo>
                  <a:pt x="271" y="104"/>
                  <a:pt x="271" y="131"/>
                  <a:pt x="271" y="158"/>
                </a:cubicBezTo>
                <a:cubicBezTo>
                  <a:pt x="272" y="165"/>
                  <a:pt x="272" y="172"/>
                  <a:pt x="273" y="179"/>
                </a:cubicBezTo>
                <a:cubicBezTo>
                  <a:pt x="274" y="183"/>
                  <a:pt x="275" y="184"/>
                  <a:pt x="278" y="182"/>
                </a:cubicBezTo>
                <a:cubicBezTo>
                  <a:pt x="291" y="176"/>
                  <a:pt x="303" y="170"/>
                  <a:pt x="313" y="160"/>
                </a:cubicBezTo>
                <a:cubicBezTo>
                  <a:pt x="317" y="155"/>
                  <a:pt x="321" y="150"/>
                  <a:pt x="325" y="144"/>
                </a:cubicBezTo>
                <a:cubicBezTo>
                  <a:pt x="330" y="138"/>
                  <a:pt x="335" y="132"/>
                  <a:pt x="341" y="128"/>
                </a:cubicBezTo>
                <a:cubicBezTo>
                  <a:pt x="350" y="122"/>
                  <a:pt x="359" y="120"/>
                  <a:pt x="369" y="122"/>
                </a:cubicBezTo>
                <a:cubicBezTo>
                  <a:pt x="379" y="124"/>
                  <a:pt x="383" y="131"/>
                  <a:pt x="380" y="141"/>
                </a:cubicBezTo>
                <a:cubicBezTo>
                  <a:pt x="379" y="146"/>
                  <a:pt x="376" y="151"/>
                  <a:pt x="372" y="154"/>
                </a:cubicBezTo>
                <a:cubicBezTo>
                  <a:pt x="367" y="160"/>
                  <a:pt x="361" y="165"/>
                  <a:pt x="355" y="169"/>
                </a:cubicBezTo>
                <a:cubicBezTo>
                  <a:pt x="341" y="178"/>
                  <a:pt x="328" y="189"/>
                  <a:pt x="314" y="199"/>
                </a:cubicBezTo>
                <a:cubicBezTo>
                  <a:pt x="301" y="209"/>
                  <a:pt x="289" y="219"/>
                  <a:pt x="275" y="229"/>
                </a:cubicBezTo>
                <a:cubicBezTo>
                  <a:pt x="272" y="232"/>
                  <a:pt x="271" y="234"/>
                  <a:pt x="271" y="238"/>
                </a:cubicBezTo>
                <a:cubicBezTo>
                  <a:pt x="267" y="263"/>
                  <a:pt x="262" y="287"/>
                  <a:pt x="254" y="310"/>
                </a:cubicBezTo>
                <a:cubicBezTo>
                  <a:pt x="253" y="314"/>
                  <a:pt x="251" y="317"/>
                  <a:pt x="250" y="320"/>
                </a:cubicBezTo>
                <a:cubicBezTo>
                  <a:pt x="249" y="322"/>
                  <a:pt x="249" y="324"/>
                  <a:pt x="247" y="325"/>
                </a:cubicBezTo>
                <a:cubicBezTo>
                  <a:pt x="226" y="349"/>
                  <a:pt x="202" y="371"/>
                  <a:pt x="173" y="386"/>
                </a:cubicBezTo>
                <a:cubicBezTo>
                  <a:pt x="149" y="400"/>
                  <a:pt x="123" y="408"/>
                  <a:pt x="95" y="410"/>
                </a:cubicBezTo>
                <a:cubicBezTo>
                  <a:pt x="93" y="410"/>
                  <a:pt x="90" y="411"/>
                  <a:pt x="88" y="411"/>
                </a:cubicBezTo>
                <a:cubicBezTo>
                  <a:pt x="87" y="411"/>
                  <a:pt x="85" y="411"/>
                  <a:pt x="83" y="4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8" name="Freeform 11">
            <a:extLst xmlns:a="http://schemas.openxmlformats.org/drawingml/2006/main">
              <a:ext uri="{FF2B5EF4-FFF2-40B4-BE49-F238E27FC236}">
                <a16:creationId xmlns:a16="http://schemas.microsoft.com/office/drawing/2014/main" id="{F2AA360A-8CB3-464D-AA5D-59C5393C0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4135" y="400644"/>
            <a:ext cx="98081" cy="227527"/>
          </a:xfrm>
          <a:custGeom xmlns:a="http://schemas.openxmlformats.org/drawingml/2006/main">
            <a:gdLst>
              <a:gd name="T0" fmla="*/ 127 w 193"/>
              <a:gd name="T1" fmla="*/ 371 h 449"/>
              <a:gd name="T2" fmla="*/ 63 w 193"/>
              <a:gd name="T3" fmla="*/ 417 h 449"/>
              <a:gd name="T4" fmla="*/ 47 w 193"/>
              <a:gd name="T5" fmla="*/ 433 h 449"/>
              <a:gd name="T6" fmla="*/ 7 w 193"/>
              <a:gd name="T7" fmla="*/ 434 h 449"/>
              <a:gd name="T8" fmla="*/ 1 w 193"/>
              <a:gd name="T9" fmla="*/ 383 h 449"/>
              <a:gd name="T10" fmla="*/ 33 w 193"/>
              <a:gd name="T11" fmla="*/ 331 h 449"/>
              <a:gd name="T12" fmla="*/ 49 w 193"/>
              <a:gd name="T13" fmla="*/ 286 h 449"/>
              <a:gd name="T14" fmla="*/ 50 w 193"/>
              <a:gd name="T15" fmla="*/ 233 h 449"/>
              <a:gd name="T16" fmla="*/ 38 w 193"/>
              <a:gd name="T17" fmla="*/ 207 h 449"/>
              <a:gd name="T18" fmla="*/ 54 w 193"/>
              <a:gd name="T19" fmla="*/ 201 h 449"/>
              <a:gd name="T20" fmla="*/ 75 w 193"/>
              <a:gd name="T21" fmla="*/ 209 h 449"/>
              <a:gd name="T22" fmla="*/ 107 w 193"/>
              <a:gd name="T23" fmla="*/ 223 h 449"/>
              <a:gd name="T24" fmla="*/ 126 w 193"/>
              <a:gd name="T25" fmla="*/ 233 h 449"/>
              <a:gd name="T26" fmla="*/ 133 w 193"/>
              <a:gd name="T27" fmla="*/ 231 h 449"/>
              <a:gd name="T28" fmla="*/ 135 w 193"/>
              <a:gd name="T29" fmla="*/ 200 h 449"/>
              <a:gd name="T30" fmla="*/ 133 w 193"/>
              <a:gd name="T31" fmla="*/ 99 h 449"/>
              <a:gd name="T32" fmla="*/ 105 w 193"/>
              <a:gd name="T33" fmla="*/ 55 h 449"/>
              <a:gd name="T34" fmla="*/ 77 w 193"/>
              <a:gd name="T35" fmla="*/ 9 h 449"/>
              <a:gd name="T36" fmla="*/ 95 w 193"/>
              <a:gd name="T37" fmla="*/ 6 h 449"/>
              <a:gd name="T38" fmla="*/ 165 w 193"/>
              <a:gd name="T39" fmla="*/ 52 h 449"/>
              <a:gd name="T40" fmla="*/ 189 w 193"/>
              <a:gd name="T41" fmla="*/ 83 h 449"/>
              <a:gd name="T42" fmla="*/ 189 w 193"/>
              <a:gd name="T43" fmla="*/ 292 h 449"/>
              <a:gd name="T44" fmla="*/ 165 w 193"/>
              <a:gd name="T45" fmla="*/ 409 h 449"/>
              <a:gd name="T46" fmla="*/ 145 w 193"/>
              <a:gd name="T47" fmla="*/ 428 h 449"/>
              <a:gd name="T48" fmla="*/ 134 w 193"/>
              <a:gd name="T49" fmla="*/ 415 h 449"/>
              <a:gd name="T50" fmla="*/ 131 w 193"/>
              <a:gd name="T51" fmla="*/ 367 h 449"/>
              <a:gd name="T52" fmla="*/ 124 w 193"/>
              <a:gd name="T53" fmla="*/ 264 h 449"/>
              <a:gd name="T54" fmla="*/ 102 w 193"/>
              <a:gd name="T55" fmla="*/ 280 h 449"/>
              <a:gd name="T56" fmla="*/ 81 w 193"/>
              <a:gd name="T57" fmla="*/ 296 h 449"/>
              <a:gd name="T58" fmla="*/ 59 w 193"/>
              <a:gd name="T59" fmla="*/ 331 h 449"/>
              <a:gd name="T60" fmla="*/ 31 w 193"/>
              <a:gd name="T61" fmla="*/ 373 h 449"/>
              <a:gd name="T62" fmla="*/ 46 w 193"/>
              <a:gd name="T63" fmla="*/ 382 h 449"/>
              <a:gd name="T64" fmla="*/ 78 w 193"/>
              <a:gd name="T65" fmla="*/ 363 h 449"/>
              <a:gd name="T66" fmla="*/ 114 w 193"/>
              <a:gd name="T67" fmla="*/ 346 h 449"/>
              <a:gd name="T68" fmla="*/ 133 w 193"/>
              <a:gd name="T69" fmla="*/ 325 h 449"/>
              <a:gd name="T70" fmla="*/ 132 w 193"/>
              <a:gd name="T71" fmla="*/ 255 h 449"/>
            </a:gdLst>
            <a:rect l="0" t="0" r="r" b="b"/>
            <a:pathLst>
              <a:path w="193" h="449">
                <a:moveTo>
                  <a:pt x="131" y="367"/>
                </a:moveTo>
                <a:cubicBezTo>
                  <a:pt x="129" y="369"/>
                  <a:pt x="128" y="370"/>
                  <a:pt x="127" y="371"/>
                </a:cubicBezTo>
                <a:cubicBezTo>
                  <a:pt x="112" y="385"/>
                  <a:pt x="97" y="397"/>
                  <a:pt x="80" y="408"/>
                </a:cubicBezTo>
                <a:cubicBezTo>
                  <a:pt x="74" y="411"/>
                  <a:pt x="69" y="414"/>
                  <a:pt x="63" y="417"/>
                </a:cubicBezTo>
                <a:cubicBezTo>
                  <a:pt x="61" y="419"/>
                  <a:pt x="59" y="420"/>
                  <a:pt x="57" y="422"/>
                </a:cubicBezTo>
                <a:cubicBezTo>
                  <a:pt x="54" y="426"/>
                  <a:pt x="50" y="430"/>
                  <a:pt x="47" y="433"/>
                </a:cubicBezTo>
                <a:cubicBezTo>
                  <a:pt x="44" y="436"/>
                  <a:pt x="41" y="439"/>
                  <a:pt x="38" y="441"/>
                </a:cubicBezTo>
                <a:cubicBezTo>
                  <a:pt x="27" y="449"/>
                  <a:pt x="13" y="446"/>
                  <a:pt x="7" y="434"/>
                </a:cubicBezTo>
                <a:cubicBezTo>
                  <a:pt x="4" y="428"/>
                  <a:pt x="2" y="421"/>
                  <a:pt x="1" y="415"/>
                </a:cubicBezTo>
                <a:cubicBezTo>
                  <a:pt x="0" y="404"/>
                  <a:pt x="0" y="394"/>
                  <a:pt x="1" y="383"/>
                </a:cubicBezTo>
                <a:cubicBezTo>
                  <a:pt x="2" y="379"/>
                  <a:pt x="3" y="374"/>
                  <a:pt x="7" y="372"/>
                </a:cubicBezTo>
                <a:cubicBezTo>
                  <a:pt x="20" y="361"/>
                  <a:pt x="28" y="346"/>
                  <a:pt x="33" y="331"/>
                </a:cubicBezTo>
                <a:cubicBezTo>
                  <a:pt x="36" y="325"/>
                  <a:pt x="37" y="319"/>
                  <a:pt x="39" y="313"/>
                </a:cubicBezTo>
                <a:cubicBezTo>
                  <a:pt x="42" y="304"/>
                  <a:pt x="45" y="294"/>
                  <a:pt x="49" y="286"/>
                </a:cubicBezTo>
                <a:cubicBezTo>
                  <a:pt x="56" y="272"/>
                  <a:pt x="56" y="258"/>
                  <a:pt x="53" y="244"/>
                </a:cubicBezTo>
                <a:cubicBezTo>
                  <a:pt x="52" y="240"/>
                  <a:pt x="51" y="237"/>
                  <a:pt x="50" y="233"/>
                </a:cubicBezTo>
                <a:cubicBezTo>
                  <a:pt x="49" y="229"/>
                  <a:pt x="47" y="225"/>
                  <a:pt x="44" y="221"/>
                </a:cubicBezTo>
                <a:cubicBezTo>
                  <a:pt x="42" y="217"/>
                  <a:pt x="39" y="212"/>
                  <a:pt x="38" y="207"/>
                </a:cubicBezTo>
                <a:cubicBezTo>
                  <a:pt x="36" y="202"/>
                  <a:pt x="38" y="199"/>
                  <a:pt x="44" y="199"/>
                </a:cubicBezTo>
                <a:cubicBezTo>
                  <a:pt x="48" y="199"/>
                  <a:pt x="51" y="199"/>
                  <a:pt x="54" y="201"/>
                </a:cubicBezTo>
                <a:cubicBezTo>
                  <a:pt x="55" y="202"/>
                  <a:pt x="56" y="203"/>
                  <a:pt x="57" y="203"/>
                </a:cubicBezTo>
                <a:cubicBezTo>
                  <a:pt x="62" y="208"/>
                  <a:pt x="68" y="209"/>
                  <a:pt x="75" y="209"/>
                </a:cubicBezTo>
                <a:cubicBezTo>
                  <a:pt x="83" y="209"/>
                  <a:pt x="90" y="212"/>
                  <a:pt x="96" y="218"/>
                </a:cubicBezTo>
                <a:cubicBezTo>
                  <a:pt x="99" y="221"/>
                  <a:pt x="103" y="223"/>
                  <a:pt x="107" y="223"/>
                </a:cubicBezTo>
                <a:cubicBezTo>
                  <a:pt x="110" y="223"/>
                  <a:pt x="112" y="224"/>
                  <a:pt x="115" y="225"/>
                </a:cubicBezTo>
                <a:cubicBezTo>
                  <a:pt x="120" y="226"/>
                  <a:pt x="124" y="229"/>
                  <a:pt x="126" y="233"/>
                </a:cubicBezTo>
                <a:cubicBezTo>
                  <a:pt x="126" y="234"/>
                  <a:pt x="127" y="235"/>
                  <a:pt x="128" y="236"/>
                </a:cubicBezTo>
                <a:cubicBezTo>
                  <a:pt x="131" y="236"/>
                  <a:pt x="132" y="234"/>
                  <a:pt x="133" y="231"/>
                </a:cubicBezTo>
                <a:cubicBezTo>
                  <a:pt x="134" y="229"/>
                  <a:pt x="134" y="227"/>
                  <a:pt x="134" y="225"/>
                </a:cubicBezTo>
                <a:cubicBezTo>
                  <a:pt x="134" y="217"/>
                  <a:pt x="134" y="208"/>
                  <a:pt x="135" y="200"/>
                </a:cubicBezTo>
                <a:cubicBezTo>
                  <a:pt x="137" y="176"/>
                  <a:pt x="139" y="151"/>
                  <a:pt x="137" y="127"/>
                </a:cubicBezTo>
                <a:cubicBezTo>
                  <a:pt x="137" y="118"/>
                  <a:pt x="135" y="109"/>
                  <a:pt x="133" y="99"/>
                </a:cubicBezTo>
                <a:cubicBezTo>
                  <a:pt x="132" y="90"/>
                  <a:pt x="127" y="81"/>
                  <a:pt x="121" y="74"/>
                </a:cubicBezTo>
                <a:cubicBezTo>
                  <a:pt x="116" y="67"/>
                  <a:pt x="111" y="61"/>
                  <a:pt x="105" y="55"/>
                </a:cubicBezTo>
                <a:cubicBezTo>
                  <a:pt x="98" y="46"/>
                  <a:pt x="90" y="36"/>
                  <a:pt x="83" y="27"/>
                </a:cubicBezTo>
                <a:cubicBezTo>
                  <a:pt x="79" y="22"/>
                  <a:pt x="77" y="15"/>
                  <a:pt x="77" y="9"/>
                </a:cubicBezTo>
                <a:cubicBezTo>
                  <a:pt x="77" y="3"/>
                  <a:pt x="80" y="0"/>
                  <a:pt x="86" y="2"/>
                </a:cubicBezTo>
                <a:cubicBezTo>
                  <a:pt x="89" y="2"/>
                  <a:pt x="92" y="4"/>
                  <a:pt x="95" y="6"/>
                </a:cubicBezTo>
                <a:cubicBezTo>
                  <a:pt x="105" y="15"/>
                  <a:pt x="116" y="22"/>
                  <a:pt x="128" y="28"/>
                </a:cubicBezTo>
                <a:cubicBezTo>
                  <a:pt x="141" y="35"/>
                  <a:pt x="154" y="43"/>
                  <a:pt x="165" y="52"/>
                </a:cubicBezTo>
                <a:cubicBezTo>
                  <a:pt x="172" y="58"/>
                  <a:pt x="179" y="64"/>
                  <a:pt x="184" y="72"/>
                </a:cubicBezTo>
                <a:cubicBezTo>
                  <a:pt x="186" y="75"/>
                  <a:pt x="188" y="78"/>
                  <a:pt x="189" y="83"/>
                </a:cubicBezTo>
                <a:cubicBezTo>
                  <a:pt x="192" y="122"/>
                  <a:pt x="193" y="162"/>
                  <a:pt x="193" y="202"/>
                </a:cubicBezTo>
                <a:cubicBezTo>
                  <a:pt x="193" y="232"/>
                  <a:pt x="192" y="262"/>
                  <a:pt x="189" y="292"/>
                </a:cubicBezTo>
                <a:cubicBezTo>
                  <a:pt x="186" y="321"/>
                  <a:pt x="183" y="350"/>
                  <a:pt x="176" y="378"/>
                </a:cubicBezTo>
                <a:cubicBezTo>
                  <a:pt x="173" y="388"/>
                  <a:pt x="170" y="399"/>
                  <a:pt x="165" y="409"/>
                </a:cubicBezTo>
                <a:cubicBezTo>
                  <a:pt x="162" y="414"/>
                  <a:pt x="159" y="419"/>
                  <a:pt x="155" y="423"/>
                </a:cubicBezTo>
                <a:cubicBezTo>
                  <a:pt x="152" y="426"/>
                  <a:pt x="149" y="428"/>
                  <a:pt x="145" y="428"/>
                </a:cubicBezTo>
                <a:cubicBezTo>
                  <a:pt x="140" y="429"/>
                  <a:pt x="136" y="427"/>
                  <a:pt x="135" y="422"/>
                </a:cubicBezTo>
                <a:cubicBezTo>
                  <a:pt x="135" y="420"/>
                  <a:pt x="135" y="418"/>
                  <a:pt x="134" y="415"/>
                </a:cubicBezTo>
                <a:cubicBezTo>
                  <a:pt x="134" y="407"/>
                  <a:pt x="135" y="399"/>
                  <a:pt x="135" y="391"/>
                </a:cubicBezTo>
                <a:cubicBezTo>
                  <a:pt x="134" y="383"/>
                  <a:pt x="134" y="375"/>
                  <a:pt x="131" y="367"/>
                </a:cubicBezTo>
                <a:close/>
                <a:moveTo>
                  <a:pt x="132" y="255"/>
                </a:moveTo>
                <a:cubicBezTo>
                  <a:pt x="127" y="257"/>
                  <a:pt x="125" y="260"/>
                  <a:pt x="124" y="264"/>
                </a:cubicBezTo>
                <a:cubicBezTo>
                  <a:pt x="123" y="267"/>
                  <a:pt x="122" y="271"/>
                  <a:pt x="119" y="273"/>
                </a:cubicBezTo>
                <a:cubicBezTo>
                  <a:pt x="114" y="277"/>
                  <a:pt x="108" y="280"/>
                  <a:pt x="102" y="280"/>
                </a:cubicBezTo>
                <a:cubicBezTo>
                  <a:pt x="97" y="280"/>
                  <a:pt x="94" y="282"/>
                  <a:pt x="91" y="285"/>
                </a:cubicBezTo>
                <a:cubicBezTo>
                  <a:pt x="87" y="289"/>
                  <a:pt x="84" y="292"/>
                  <a:pt x="81" y="296"/>
                </a:cubicBezTo>
                <a:cubicBezTo>
                  <a:pt x="78" y="299"/>
                  <a:pt x="76" y="302"/>
                  <a:pt x="75" y="305"/>
                </a:cubicBezTo>
                <a:cubicBezTo>
                  <a:pt x="71" y="315"/>
                  <a:pt x="66" y="323"/>
                  <a:pt x="59" y="331"/>
                </a:cubicBezTo>
                <a:cubicBezTo>
                  <a:pt x="54" y="337"/>
                  <a:pt x="50" y="343"/>
                  <a:pt x="45" y="349"/>
                </a:cubicBezTo>
                <a:cubicBezTo>
                  <a:pt x="39" y="356"/>
                  <a:pt x="34" y="364"/>
                  <a:pt x="31" y="373"/>
                </a:cubicBezTo>
                <a:cubicBezTo>
                  <a:pt x="29" y="377"/>
                  <a:pt x="29" y="379"/>
                  <a:pt x="34" y="381"/>
                </a:cubicBezTo>
                <a:cubicBezTo>
                  <a:pt x="38" y="382"/>
                  <a:pt x="42" y="383"/>
                  <a:pt x="46" y="382"/>
                </a:cubicBezTo>
                <a:cubicBezTo>
                  <a:pt x="53" y="381"/>
                  <a:pt x="59" y="378"/>
                  <a:pt x="64" y="374"/>
                </a:cubicBezTo>
                <a:cubicBezTo>
                  <a:pt x="69" y="371"/>
                  <a:pt x="73" y="367"/>
                  <a:pt x="78" y="363"/>
                </a:cubicBezTo>
                <a:cubicBezTo>
                  <a:pt x="81" y="361"/>
                  <a:pt x="83" y="359"/>
                  <a:pt x="87" y="358"/>
                </a:cubicBezTo>
                <a:cubicBezTo>
                  <a:pt x="97" y="356"/>
                  <a:pt x="106" y="351"/>
                  <a:pt x="114" y="346"/>
                </a:cubicBezTo>
                <a:cubicBezTo>
                  <a:pt x="119" y="343"/>
                  <a:pt x="123" y="340"/>
                  <a:pt x="127" y="338"/>
                </a:cubicBezTo>
                <a:cubicBezTo>
                  <a:pt x="131" y="335"/>
                  <a:pt x="133" y="331"/>
                  <a:pt x="133" y="325"/>
                </a:cubicBezTo>
                <a:cubicBezTo>
                  <a:pt x="132" y="304"/>
                  <a:pt x="132" y="282"/>
                  <a:pt x="132" y="260"/>
                </a:cubicBezTo>
                <a:cubicBezTo>
                  <a:pt x="132" y="259"/>
                  <a:pt x="132" y="257"/>
                  <a:pt x="132" y="25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9" name="Freeform 12">
            <a:extLst xmlns:a="http://schemas.openxmlformats.org/drawingml/2006/main">
              <a:ext uri="{FF2B5EF4-FFF2-40B4-BE49-F238E27FC236}">
                <a16:creationId xmlns:a16="http://schemas.microsoft.com/office/drawing/2014/main" id="{A9D152E6-C69C-43F0-B776-EB9A9DD6E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0994" y="431437"/>
            <a:ext cx="115759" cy="160238"/>
          </a:xfrm>
          <a:custGeom xmlns:a="http://schemas.openxmlformats.org/drawingml/2006/main">
            <a:gdLst>
              <a:gd name="T0" fmla="*/ 34 w 229"/>
              <a:gd name="T1" fmla="*/ 0 h 316"/>
              <a:gd name="T2" fmla="*/ 37 w 229"/>
              <a:gd name="T3" fmla="*/ 2 h 316"/>
              <a:gd name="T4" fmla="*/ 69 w 229"/>
              <a:gd name="T5" fmla="*/ 32 h 316"/>
              <a:gd name="T6" fmla="*/ 73 w 229"/>
              <a:gd name="T7" fmla="*/ 38 h 316"/>
              <a:gd name="T8" fmla="*/ 99 w 229"/>
              <a:gd name="T9" fmla="*/ 117 h 316"/>
              <a:gd name="T10" fmla="*/ 101 w 229"/>
              <a:gd name="T11" fmla="*/ 128 h 316"/>
              <a:gd name="T12" fmla="*/ 112 w 229"/>
              <a:gd name="T13" fmla="*/ 132 h 316"/>
              <a:gd name="T14" fmla="*/ 120 w 229"/>
              <a:gd name="T15" fmla="*/ 127 h 316"/>
              <a:gd name="T16" fmla="*/ 145 w 229"/>
              <a:gd name="T17" fmla="*/ 109 h 316"/>
              <a:gd name="T18" fmla="*/ 148 w 229"/>
              <a:gd name="T19" fmla="*/ 103 h 316"/>
              <a:gd name="T20" fmla="*/ 148 w 229"/>
              <a:gd name="T21" fmla="*/ 80 h 316"/>
              <a:gd name="T22" fmla="*/ 159 w 229"/>
              <a:gd name="T23" fmla="*/ 69 h 316"/>
              <a:gd name="T24" fmla="*/ 162 w 229"/>
              <a:gd name="T25" fmla="*/ 71 h 316"/>
              <a:gd name="T26" fmla="*/ 164 w 229"/>
              <a:gd name="T27" fmla="*/ 75 h 316"/>
              <a:gd name="T28" fmla="*/ 171 w 229"/>
              <a:gd name="T29" fmla="*/ 86 h 316"/>
              <a:gd name="T30" fmla="*/ 204 w 229"/>
              <a:gd name="T31" fmla="*/ 104 h 316"/>
              <a:gd name="T32" fmla="*/ 209 w 229"/>
              <a:gd name="T33" fmla="*/ 112 h 316"/>
              <a:gd name="T34" fmla="*/ 169 w 229"/>
              <a:gd name="T35" fmla="*/ 170 h 316"/>
              <a:gd name="T36" fmla="*/ 128 w 229"/>
              <a:gd name="T37" fmla="*/ 175 h 316"/>
              <a:gd name="T38" fmla="*/ 114 w 229"/>
              <a:gd name="T39" fmla="*/ 190 h 316"/>
              <a:gd name="T40" fmla="*/ 115 w 229"/>
              <a:gd name="T41" fmla="*/ 196 h 316"/>
              <a:gd name="T42" fmla="*/ 115 w 229"/>
              <a:gd name="T43" fmla="*/ 219 h 316"/>
              <a:gd name="T44" fmla="*/ 109 w 229"/>
              <a:gd name="T45" fmla="*/ 226 h 316"/>
              <a:gd name="T46" fmla="*/ 89 w 229"/>
              <a:gd name="T47" fmla="*/ 246 h 316"/>
              <a:gd name="T48" fmla="*/ 95 w 229"/>
              <a:gd name="T49" fmla="*/ 260 h 316"/>
              <a:gd name="T50" fmla="*/ 113 w 229"/>
              <a:gd name="T51" fmla="*/ 259 h 316"/>
              <a:gd name="T52" fmla="*/ 148 w 229"/>
              <a:gd name="T53" fmla="*/ 248 h 316"/>
              <a:gd name="T54" fmla="*/ 170 w 229"/>
              <a:gd name="T55" fmla="*/ 243 h 316"/>
              <a:gd name="T56" fmla="*/ 187 w 229"/>
              <a:gd name="T57" fmla="*/ 237 h 316"/>
              <a:gd name="T58" fmla="*/ 212 w 229"/>
              <a:gd name="T59" fmla="*/ 229 h 316"/>
              <a:gd name="T60" fmla="*/ 220 w 229"/>
              <a:gd name="T61" fmla="*/ 229 h 316"/>
              <a:gd name="T62" fmla="*/ 227 w 229"/>
              <a:gd name="T63" fmla="*/ 241 h 316"/>
              <a:gd name="T64" fmla="*/ 214 w 229"/>
              <a:gd name="T65" fmla="*/ 267 h 316"/>
              <a:gd name="T66" fmla="*/ 203 w 229"/>
              <a:gd name="T67" fmla="*/ 277 h 316"/>
              <a:gd name="T68" fmla="*/ 174 w 229"/>
              <a:gd name="T69" fmla="*/ 289 h 316"/>
              <a:gd name="T70" fmla="*/ 140 w 229"/>
              <a:gd name="T71" fmla="*/ 298 h 316"/>
              <a:gd name="T72" fmla="*/ 127 w 229"/>
              <a:gd name="T73" fmla="*/ 298 h 316"/>
              <a:gd name="T74" fmla="*/ 116 w 229"/>
              <a:gd name="T75" fmla="*/ 301 h 316"/>
              <a:gd name="T76" fmla="*/ 55 w 229"/>
              <a:gd name="T77" fmla="*/ 304 h 316"/>
              <a:gd name="T78" fmla="*/ 44 w 229"/>
              <a:gd name="T79" fmla="*/ 292 h 316"/>
              <a:gd name="T80" fmla="*/ 27 w 229"/>
              <a:gd name="T81" fmla="*/ 257 h 316"/>
              <a:gd name="T82" fmla="*/ 25 w 229"/>
              <a:gd name="T83" fmla="*/ 252 h 316"/>
              <a:gd name="T84" fmla="*/ 18 w 229"/>
              <a:gd name="T85" fmla="*/ 217 h 316"/>
              <a:gd name="T86" fmla="*/ 18 w 229"/>
              <a:gd name="T87" fmla="*/ 210 h 316"/>
              <a:gd name="T88" fmla="*/ 1 w 229"/>
              <a:gd name="T89" fmla="*/ 140 h 316"/>
              <a:gd name="T90" fmla="*/ 0 w 229"/>
              <a:gd name="T91" fmla="*/ 134 h 316"/>
              <a:gd name="T92" fmla="*/ 18 w 229"/>
              <a:gd name="T93" fmla="*/ 50 h 316"/>
              <a:gd name="T94" fmla="*/ 32 w 229"/>
              <a:gd name="T95" fmla="*/ 4 h 316"/>
              <a:gd name="T96" fmla="*/ 34 w 229"/>
              <a:gd name="T97" fmla="*/ 0 h 316"/>
            </a:gdLst>
            <a:rect l="0" t="0" r="r" b="b"/>
            <a:pathLst>
              <a:path w="229" h="316">
                <a:moveTo>
                  <a:pt x="34" y="0"/>
                </a:moveTo>
                <a:cubicBezTo>
                  <a:pt x="35" y="1"/>
                  <a:pt x="36" y="2"/>
                  <a:pt x="37" y="2"/>
                </a:cubicBezTo>
                <a:cubicBezTo>
                  <a:pt x="48" y="12"/>
                  <a:pt x="58" y="22"/>
                  <a:pt x="69" y="32"/>
                </a:cubicBezTo>
                <a:cubicBezTo>
                  <a:pt x="71" y="34"/>
                  <a:pt x="72" y="36"/>
                  <a:pt x="73" y="38"/>
                </a:cubicBezTo>
                <a:cubicBezTo>
                  <a:pt x="86" y="63"/>
                  <a:pt x="94" y="89"/>
                  <a:pt x="99" y="117"/>
                </a:cubicBezTo>
                <a:cubicBezTo>
                  <a:pt x="99" y="120"/>
                  <a:pt x="100" y="124"/>
                  <a:pt x="101" y="128"/>
                </a:cubicBezTo>
                <a:cubicBezTo>
                  <a:pt x="103" y="133"/>
                  <a:pt x="107" y="134"/>
                  <a:pt x="112" y="132"/>
                </a:cubicBezTo>
                <a:cubicBezTo>
                  <a:pt x="115" y="130"/>
                  <a:pt x="117" y="129"/>
                  <a:pt x="120" y="127"/>
                </a:cubicBezTo>
                <a:cubicBezTo>
                  <a:pt x="128" y="121"/>
                  <a:pt x="136" y="115"/>
                  <a:pt x="145" y="109"/>
                </a:cubicBezTo>
                <a:cubicBezTo>
                  <a:pt x="147" y="108"/>
                  <a:pt x="148" y="106"/>
                  <a:pt x="148" y="103"/>
                </a:cubicBezTo>
                <a:cubicBezTo>
                  <a:pt x="148" y="95"/>
                  <a:pt x="148" y="88"/>
                  <a:pt x="148" y="80"/>
                </a:cubicBezTo>
                <a:cubicBezTo>
                  <a:pt x="148" y="75"/>
                  <a:pt x="153" y="69"/>
                  <a:pt x="159" y="69"/>
                </a:cubicBezTo>
                <a:cubicBezTo>
                  <a:pt x="160" y="69"/>
                  <a:pt x="162" y="70"/>
                  <a:pt x="162" y="71"/>
                </a:cubicBezTo>
                <a:cubicBezTo>
                  <a:pt x="163" y="72"/>
                  <a:pt x="164" y="73"/>
                  <a:pt x="164" y="75"/>
                </a:cubicBezTo>
                <a:cubicBezTo>
                  <a:pt x="164" y="79"/>
                  <a:pt x="167" y="83"/>
                  <a:pt x="171" y="86"/>
                </a:cubicBezTo>
                <a:cubicBezTo>
                  <a:pt x="181" y="94"/>
                  <a:pt x="192" y="100"/>
                  <a:pt x="204" y="104"/>
                </a:cubicBezTo>
                <a:cubicBezTo>
                  <a:pt x="208" y="106"/>
                  <a:pt x="209" y="108"/>
                  <a:pt x="209" y="112"/>
                </a:cubicBezTo>
                <a:cubicBezTo>
                  <a:pt x="210" y="140"/>
                  <a:pt x="196" y="160"/>
                  <a:pt x="169" y="170"/>
                </a:cubicBezTo>
                <a:cubicBezTo>
                  <a:pt x="156" y="175"/>
                  <a:pt x="142" y="177"/>
                  <a:pt x="128" y="175"/>
                </a:cubicBezTo>
                <a:cubicBezTo>
                  <a:pt x="119" y="173"/>
                  <a:pt x="112" y="182"/>
                  <a:pt x="114" y="190"/>
                </a:cubicBezTo>
                <a:cubicBezTo>
                  <a:pt x="114" y="192"/>
                  <a:pt x="115" y="194"/>
                  <a:pt x="115" y="196"/>
                </a:cubicBezTo>
                <a:cubicBezTo>
                  <a:pt x="118" y="203"/>
                  <a:pt x="118" y="211"/>
                  <a:pt x="115" y="219"/>
                </a:cubicBezTo>
                <a:cubicBezTo>
                  <a:pt x="114" y="222"/>
                  <a:pt x="112" y="224"/>
                  <a:pt x="109" y="226"/>
                </a:cubicBezTo>
                <a:cubicBezTo>
                  <a:pt x="101" y="231"/>
                  <a:pt x="95" y="238"/>
                  <a:pt x="89" y="246"/>
                </a:cubicBezTo>
                <a:cubicBezTo>
                  <a:pt x="84" y="254"/>
                  <a:pt x="85" y="258"/>
                  <a:pt x="95" y="260"/>
                </a:cubicBezTo>
                <a:cubicBezTo>
                  <a:pt x="101" y="261"/>
                  <a:pt x="107" y="261"/>
                  <a:pt x="113" y="259"/>
                </a:cubicBezTo>
                <a:cubicBezTo>
                  <a:pt x="125" y="256"/>
                  <a:pt x="137" y="252"/>
                  <a:pt x="148" y="248"/>
                </a:cubicBezTo>
                <a:cubicBezTo>
                  <a:pt x="155" y="245"/>
                  <a:pt x="162" y="243"/>
                  <a:pt x="170" y="243"/>
                </a:cubicBezTo>
                <a:cubicBezTo>
                  <a:pt x="176" y="242"/>
                  <a:pt x="182" y="240"/>
                  <a:pt x="187" y="237"/>
                </a:cubicBezTo>
                <a:cubicBezTo>
                  <a:pt x="195" y="234"/>
                  <a:pt x="203" y="230"/>
                  <a:pt x="212" y="229"/>
                </a:cubicBezTo>
                <a:cubicBezTo>
                  <a:pt x="214" y="229"/>
                  <a:pt x="217" y="229"/>
                  <a:pt x="220" y="229"/>
                </a:cubicBezTo>
                <a:cubicBezTo>
                  <a:pt x="226" y="230"/>
                  <a:pt x="229" y="236"/>
                  <a:pt x="227" y="241"/>
                </a:cubicBezTo>
                <a:cubicBezTo>
                  <a:pt x="223" y="250"/>
                  <a:pt x="218" y="259"/>
                  <a:pt x="214" y="267"/>
                </a:cubicBezTo>
                <a:cubicBezTo>
                  <a:pt x="211" y="271"/>
                  <a:pt x="207" y="274"/>
                  <a:pt x="203" y="277"/>
                </a:cubicBezTo>
                <a:cubicBezTo>
                  <a:pt x="194" y="282"/>
                  <a:pt x="184" y="286"/>
                  <a:pt x="174" y="289"/>
                </a:cubicBezTo>
                <a:cubicBezTo>
                  <a:pt x="163" y="292"/>
                  <a:pt x="151" y="295"/>
                  <a:pt x="140" y="298"/>
                </a:cubicBezTo>
                <a:cubicBezTo>
                  <a:pt x="136" y="299"/>
                  <a:pt x="131" y="298"/>
                  <a:pt x="127" y="298"/>
                </a:cubicBezTo>
                <a:cubicBezTo>
                  <a:pt x="122" y="298"/>
                  <a:pt x="119" y="299"/>
                  <a:pt x="116" y="301"/>
                </a:cubicBezTo>
                <a:cubicBezTo>
                  <a:pt x="97" y="315"/>
                  <a:pt x="74" y="316"/>
                  <a:pt x="55" y="304"/>
                </a:cubicBezTo>
                <a:cubicBezTo>
                  <a:pt x="51" y="301"/>
                  <a:pt x="47" y="297"/>
                  <a:pt x="44" y="292"/>
                </a:cubicBezTo>
                <a:cubicBezTo>
                  <a:pt x="37" y="281"/>
                  <a:pt x="32" y="269"/>
                  <a:pt x="27" y="257"/>
                </a:cubicBezTo>
                <a:cubicBezTo>
                  <a:pt x="26" y="255"/>
                  <a:pt x="26" y="254"/>
                  <a:pt x="25" y="252"/>
                </a:cubicBezTo>
                <a:cubicBezTo>
                  <a:pt x="20" y="241"/>
                  <a:pt x="17" y="230"/>
                  <a:pt x="18" y="217"/>
                </a:cubicBezTo>
                <a:cubicBezTo>
                  <a:pt x="19" y="215"/>
                  <a:pt x="18" y="213"/>
                  <a:pt x="18" y="210"/>
                </a:cubicBezTo>
                <a:cubicBezTo>
                  <a:pt x="12" y="187"/>
                  <a:pt x="6" y="163"/>
                  <a:pt x="1" y="140"/>
                </a:cubicBezTo>
                <a:cubicBezTo>
                  <a:pt x="0" y="138"/>
                  <a:pt x="0" y="136"/>
                  <a:pt x="0" y="134"/>
                </a:cubicBezTo>
                <a:cubicBezTo>
                  <a:pt x="6" y="106"/>
                  <a:pt x="12" y="78"/>
                  <a:pt x="18" y="50"/>
                </a:cubicBezTo>
                <a:cubicBezTo>
                  <a:pt x="22" y="35"/>
                  <a:pt x="26" y="19"/>
                  <a:pt x="32" y="4"/>
                </a:cubicBezTo>
                <a:cubicBezTo>
                  <a:pt x="33" y="2"/>
                  <a:pt x="33" y="1"/>
                  <a:pt x="3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0" name="Freeform 13">
            <a:extLst xmlns:a="http://schemas.openxmlformats.org/drawingml/2006/main">
              <a:ext uri="{FF2B5EF4-FFF2-40B4-BE49-F238E27FC236}">
                <a16:creationId xmlns:a16="http://schemas.microsoft.com/office/drawing/2014/main" id="{BF3D6373-B980-4E9C-A208-B61AA3FDD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5489" y="493594"/>
            <a:ext cx="137428" cy="152255"/>
          </a:xfrm>
          <a:custGeom xmlns:a="http://schemas.openxmlformats.org/drawingml/2006/main">
            <a:gdLst>
              <a:gd name="T0" fmla="*/ 194 w 271"/>
              <a:gd name="T1" fmla="*/ 98 h 300"/>
              <a:gd name="T2" fmla="*/ 236 w 271"/>
              <a:gd name="T3" fmla="*/ 96 h 300"/>
              <a:gd name="T4" fmla="*/ 237 w 271"/>
              <a:gd name="T5" fmla="*/ 111 h 300"/>
              <a:gd name="T6" fmla="*/ 175 w 271"/>
              <a:gd name="T7" fmla="*/ 150 h 300"/>
              <a:gd name="T8" fmla="*/ 169 w 271"/>
              <a:gd name="T9" fmla="*/ 195 h 300"/>
              <a:gd name="T10" fmla="*/ 177 w 271"/>
              <a:gd name="T11" fmla="*/ 299 h 300"/>
              <a:gd name="T12" fmla="*/ 159 w 271"/>
              <a:gd name="T13" fmla="*/ 285 h 300"/>
              <a:gd name="T14" fmla="*/ 150 w 271"/>
              <a:gd name="T15" fmla="*/ 266 h 300"/>
              <a:gd name="T16" fmla="*/ 133 w 271"/>
              <a:gd name="T17" fmla="*/ 260 h 300"/>
              <a:gd name="T18" fmla="*/ 132 w 271"/>
              <a:gd name="T19" fmla="*/ 243 h 300"/>
              <a:gd name="T20" fmla="*/ 149 w 271"/>
              <a:gd name="T21" fmla="*/ 232 h 300"/>
              <a:gd name="T22" fmla="*/ 139 w 271"/>
              <a:gd name="T23" fmla="*/ 197 h 300"/>
              <a:gd name="T24" fmla="*/ 117 w 271"/>
              <a:gd name="T25" fmla="*/ 216 h 300"/>
              <a:gd name="T26" fmla="*/ 101 w 271"/>
              <a:gd name="T27" fmla="*/ 235 h 300"/>
              <a:gd name="T28" fmla="*/ 26 w 271"/>
              <a:gd name="T29" fmla="*/ 293 h 300"/>
              <a:gd name="T30" fmla="*/ 0 w 271"/>
              <a:gd name="T31" fmla="*/ 243 h 300"/>
              <a:gd name="T32" fmla="*/ 9 w 271"/>
              <a:gd name="T33" fmla="*/ 237 h 300"/>
              <a:gd name="T34" fmla="*/ 32 w 271"/>
              <a:gd name="T35" fmla="*/ 234 h 300"/>
              <a:gd name="T36" fmla="*/ 59 w 271"/>
              <a:gd name="T37" fmla="*/ 219 h 300"/>
              <a:gd name="T38" fmla="*/ 116 w 271"/>
              <a:gd name="T39" fmla="*/ 185 h 300"/>
              <a:gd name="T40" fmla="*/ 145 w 271"/>
              <a:gd name="T41" fmla="*/ 155 h 300"/>
              <a:gd name="T42" fmla="*/ 133 w 271"/>
              <a:gd name="T43" fmla="*/ 142 h 300"/>
              <a:gd name="T44" fmla="*/ 145 w 271"/>
              <a:gd name="T45" fmla="*/ 112 h 300"/>
              <a:gd name="T46" fmla="*/ 143 w 271"/>
              <a:gd name="T47" fmla="*/ 104 h 300"/>
              <a:gd name="T48" fmla="*/ 124 w 271"/>
              <a:gd name="T49" fmla="*/ 108 h 300"/>
              <a:gd name="T50" fmla="*/ 121 w 271"/>
              <a:gd name="T51" fmla="*/ 140 h 300"/>
              <a:gd name="T52" fmla="*/ 87 w 271"/>
              <a:gd name="T53" fmla="*/ 188 h 300"/>
              <a:gd name="T54" fmla="*/ 73 w 271"/>
              <a:gd name="T55" fmla="*/ 176 h 300"/>
              <a:gd name="T56" fmla="*/ 67 w 271"/>
              <a:gd name="T57" fmla="*/ 159 h 300"/>
              <a:gd name="T58" fmla="*/ 66 w 271"/>
              <a:gd name="T59" fmla="*/ 63 h 300"/>
              <a:gd name="T60" fmla="*/ 72 w 271"/>
              <a:gd name="T61" fmla="*/ 47 h 300"/>
              <a:gd name="T62" fmla="*/ 88 w 271"/>
              <a:gd name="T63" fmla="*/ 55 h 300"/>
              <a:gd name="T64" fmla="*/ 109 w 271"/>
              <a:gd name="T65" fmla="*/ 63 h 300"/>
              <a:gd name="T66" fmla="*/ 160 w 271"/>
              <a:gd name="T67" fmla="*/ 28 h 300"/>
              <a:gd name="T68" fmla="*/ 187 w 271"/>
              <a:gd name="T69" fmla="*/ 16 h 300"/>
              <a:gd name="T70" fmla="*/ 258 w 271"/>
              <a:gd name="T71" fmla="*/ 4 h 300"/>
              <a:gd name="T72" fmla="*/ 271 w 271"/>
              <a:gd name="T73" fmla="*/ 16 h 300"/>
              <a:gd name="T74" fmla="*/ 248 w 271"/>
              <a:gd name="T75" fmla="*/ 37 h 300"/>
              <a:gd name="T76" fmla="*/ 215 w 271"/>
              <a:gd name="T77" fmla="*/ 67 h 300"/>
              <a:gd name="T78" fmla="*/ 186 w 271"/>
              <a:gd name="T79" fmla="*/ 95 h 300"/>
            </a:gdLst>
            <a:rect l="0" t="0" r="r" b="b"/>
            <a:pathLst>
              <a:path w="271" h="300">
                <a:moveTo>
                  <a:pt x="185" y="102"/>
                </a:moveTo>
                <a:cubicBezTo>
                  <a:pt x="188" y="101"/>
                  <a:pt x="191" y="99"/>
                  <a:pt x="194" y="98"/>
                </a:cubicBezTo>
                <a:cubicBezTo>
                  <a:pt x="200" y="94"/>
                  <a:pt x="206" y="91"/>
                  <a:pt x="213" y="90"/>
                </a:cubicBezTo>
                <a:cubicBezTo>
                  <a:pt x="221" y="89"/>
                  <a:pt x="229" y="92"/>
                  <a:pt x="236" y="96"/>
                </a:cubicBezTo>
                <a:cubicBezTo>
                  <a:pt x="237" y="97"/>
                  <a:pt x="238" y="98"/>
                  <a:pt x="239" y="99"/>
                </a:cubicBezTo>
                <a:cubicBezTo>
                  <a:pt x="242" y="103"/>
                  <a:pt x="242" y="108"/>
                  <a:pt x="237" y="111"/>
                </a:cubicBezTo>
                <a:cubicBezTo>
                  <a:pt x="220" y="127"/>
                  <a:pt x="200" y="139"/>
                  <a:pt x="179" y="148"/>
                </a:cubicBezTo>
                <a:cubicBezTo>
                  <a:pt x="178" y="149"/>
                  <a:pt x="176" y="149"/>
                  <a:pt x="175" y="150"/>
                </a:cubicBezTo>
                <a:cubicBezTo>
                  <a:pt x="167" y="153"/>
                  <a:pt x="164" y="159"/>
                  <a:pt x="163" y="168"/>
                </a:cubicBezTo>
                <a:cubicBezTo>
                  <a:pt x="163" y="177"/>
                  <a:pt x="165" y="187"/>
                  <a:pt x="169" y="195"/>
                </a:cubicBezTo>
                <a:cubicBezTo>
                  <a:pt x="182" y="226"/>
                  <a:pt x="186" y="259"/>
                  <a:pt x="185" y="292"/>
                </a:cubicBezTo>
                <a:cubicBezTo>
                  <a:pt x="185" y="298"/>
                  <a:pt x="183" y="300"/>
                  <a:pt x="177" y="299"/>
                </a:cubicBezTo>
                <a:cubicBezTo>
                  <a:pt x="171" y="299"/>
                  <a:pt x="165" y="297"/>
                  <a:pt x="161" y="292"/>
                </a:cubicBezTo>
                <a:cubicBezTo>
                  <a:pt x="159" y="290"/>
                  <a:pt x="159" y="287"/>
                  <a:pt x="159" y="285"/>
                </a:cubicBezTo>
                <a:cubicBezTo>
                  <a:pt x="159" y="284"/>
                  <a:pt x="159" y="282"/>
                  <a:pt x="159" y="281"/>
                </a:cubicBezTo>
                <a:cubicBezTo>
                  <a:pt x="159" y="274"/>
                  <a:pt x="156" y="269"/>
                  <a:pt x="150" y="266"/>
                </a:cubicBezTo>
                <a:cubicBezTo>
                  <a:pt x="146" y="263"/>
                  <a:pt x="141" y="262"/>
                  <a:pt x="136" y="260"/>
                </a:cubicBezTo>
                <a:cubicBezTo>
                  <a:pt x="135" y="260"/>
                  <a:pt x="134" y="260"/>
                  <a:pt x="133" y="260"/>
                </a:cubicBezTo>
                <a:cubicBezTo>
                  <a:pt x="129" y="258"/>
                  <a:pt x="126" y="255"/>
                  <a:pt x="126" y="252"/>
                </a:cubicBezTo>
                <a:cubicBezTo>
                  <a:pt x="125" y="248"/>
                  <a:pt x="128" y="244"/>
                  <a:pt x="132" y="243"/>
                </a:cubicBezTo>
                <a:cubicBezTo>
                  <a:pt x="134" y="242"/>
                  <a:pt x="136" y="242"/>
                  <a:pt x="138" y="242"/>
                </a:cubicBezTo>
                <a:cubicBezTo>
                  <a:pt x="144" y="241"/>
                  <a:pt x="147" y="238"/>
                  <a:pt x="149" y="232"/>
                </a:cubicBezTo>
                <a:cubicBezTo>
                  <a:pt x="153" y="220"/>
                  <a:pt x="151" y="208"/>
                  <a:pt x="144" y="197"/>
                </a:cubicBezTo>
                <a:cubicBezTo>
                  <a:pt x="142" y="195"/>
                  <a:pt x="141" y="195"/>
                  <a:pt x="139" y="197"/>
                </a:cubicBezTo>
                <a:cubicBezTo>
                  <a:pt x="138" y="197"/>
                  <a:pt x="137" y="198"/>
                  <a:pt x="136" y="199"/>
                </a:cubicBezTo>
                <a:cubicBezTo>
                  <a:pt x="129" y="205"/>
                  <a:pt x="123" y="210"/>
                  <a:pt x="117" y="216"/>
                </a:cubicBezTo>
                <a:cubicBezTo>
                  <a:pt x="112" y="220"/>
                  <a:pt x="108" y="225"/>
                  <a:pt x="105" y="231"/>
                </a:cubicBezTo>
                <a:cubicBezTo>
                  <a:pt x="104" y="232"/>
                  <a:pt x="103" y="233"/>
                  <a:pt x="101" y="235"/>
                </a:cubicBezTo>
                <a:cubicBezTo>
                  <a:pt x="84" y="253"/>
                  <a:pt x="66" y="270"/>
                  <a:pt x="48" y="288"/>
                </a:cubicBezTo>
                <a:cubicBezTo>
                  <a:pt x="41" y="296"/>
                  <a:pt x="35" y="297"/>
                  <a:pt x="26" y="293"/>
                </a:cubicBezTo>
                <a:cubicBezTo>
                  <a:pt x="20" y="291"/>
                  <a:pt x="16" y="287"/>
                  <a:pt x="13" y="282"/>
                </a:cubicBezTo>
                <a:cubicBezTo>
                  <a:pt x="4" y="271"/>
                  <a:pt x="1" y="257"/>
                  <a:pt x="0" y="243"/>
                </a:cubicBezTo>
                <a:cubicBezTo>
                  <a:pt x="0" y="240"/>
                  <a:pt x="1" y="239"/>
                  <a:pt x="3" y="239"/>
                </a:cubicBezTo>
                <a:cubicBezTo>
                  <a:pt x="5" y="238"/>
                  <a:pt x="7" y="237"/>
                  <a:pt x="9" y="237"/>
                </a:cubicBezTo>
                <a:cubicBezTo>
                  <a:pt x="13" y="235"/>
                  <a:pt x="16" y="235"/>
                  <a:pt x="20" y="237"/>
                </a:cubicBezTo>
                <a:cubicBezTo>
                  <a:pt x="24" y="239"/>
                  <a:pt x="28" y="238"/>
                  <a:pt x="32" y="234"/>
                </a:cubicBezTo>
                <a:cubicBezTo>
                  <a:pt x="34" y="233"/>
                  <a:pt x="37" y="231"/>
                  <a:pt x="39" y="230"/>
                </a:cubicBezTo>
                <a:cubicBezTo>
                  <a:pt x="46" y="226"/>
                  <a:pt x="52" y="222"/>
                  <a:pt x="59" y="219"/>
                </a:cubicBezTo>
                <a:cubicBezTo>
                  <a:pt x="60" y="218"/>
                  <a:pt x="62" y="217"/>
                  <a:pt x="63" y="216"/>
                </a:cubicBezTo>
                <a:cubicBezTo>
                  <a:pt x="81" y="206"/>
                  <a:pt x="98" y="195"/>
                  <a:pt x="116" y="185"/>
                </a:cubicBezTo>
                <a:cubicBezTo>
                  <a:pt x="122" y="181"/>
                  <a:pt x="128" y="177"/>
                  <a:pt x="134" y="172"/>
                </a:cubicBezTo>
                <a:cubicBezTo>
                  <a:pt x="139" y="168"/>
                  <a:pt x="143" y="163"/>
                  <a:pt x="145" y="155"/>
                </a:cubicBezTo>
                <a:cubicBezTo>
                  <a:pt x="143" y="155"/>
                  <a:pt x="142" y="154"/>
                  <a:pt x="140" y="154"/>
                </a:cubicBezTo>
                <a:cubicBezTo>
                  <a:pt x="134" y="152"/>
                  <a:pt x="132" y="148"/>
                  <a:pt x="133" y="142"/>
                </a:cubicBezTo>
                <a:cubicBezTo>
                  <a:pt x="134" y="140"/>
                  <a:pt x="135" y="137"/>
                  <a:pt x="136" y="135"/>
                </a:cubicBezTo>
                <a:cubicBezTo>
                  <a:pt x="139" y="127"/>
                  <a:pt x="142" y="119"/>
                  <a:pt x="145" y="112"/>
                </a:cubicBezTo>
                <a:cubicBezTo>
                  <a:pt x="145" y="111"/>
                  <a:pt x="146" y="110"/>
                  <a:pt x="146" y="109"/>
                </a:cubicBezTo>
                <a:cubicBezTo>
                  <a:pt x="147" y="105"/>
                  <a:pt x="146" y="104"/>
                  <a:pt x="143" y="104"/>
                </a:cubicBezTo>
                <a:cubicBezTo>
                  <a:pt x="140" y="104"/>
                  <a:pt x="138" y="104"/>
                  <a:pt x="135" y="105"/>
                </a:cubicBezTo>
                <a:cubicBezTo>
                  <a:pt x="132" y="106"/>
                  <a:pt x="128" y="107"/>
                  <a:pt x="124" y="108"/>
                </a:cubicBezTo>
                <a:cubicBezTo>
                  <a:pt x="122" y="109"/>
                  <a:pt x="121" y="111"/>
                  <a:pt x="121" y="113"/>
                </a:cubicBezTo>
                <a:cubicBezTo>
                  <a:pt x="121" y="122"/>
                  <a:pt x="121" y="131"/>
                  <a:pt x="121" y="140"/>
                </a:cubicBezTo>
                <a:cubicBezTo>
                  <a:pt x="121" y="142"/>
                  <a:pt x="120" y="144"/>
                  <a:pt x="119" y="146"/>
                </a:cubicBezTo>
                <a:cubicBezTo>
                  <a:pt x="108" y="160"/>
                  <a:pt x="98" y="174"/>
                  <a:pt x="87" y="188"/>
                </a:cubicBezTo>
                <a:cubicBezTo>
                  <a:pt x="87" y="189"/>
                  <a:pt x="86" y="189"/>
                  <a:pt x="86" y="190"/>
                </a:cubicBezTo>
                <a:cubicBezTo>
                  <a:pt x="81" y="185"/>
                  <a:pt x="77" y="181"/>
                  <a:pt x="73" y="176"/>
                </a:cubicBezTo>
                <a:cubicBezTo>
                  <a:pt x="70" y="173"/>
                  <a:pt x="69" y="170"/>
                  <a:pt x="69" y="166"/>
                </a:cubicBezTo>
                <a:cubicBezTo>
                  <a:pt x="68" y="164"/>
                  <a:pt x="68" y="161"/>
                  <a:pt x="67" y="159"/>
                </a:cubicBezTo>
                <a:cubicBezTo>
                  <a:pt x="58" y="138"/>
                  <a:pt x="57" y="117"/>
                  <a:pt x="63" y="95"/>
                </a:cubicBezTo>
                <a:cubicBezTo>
                  <a:pt x="67" y="84"/>
                  <a:pt x="67" y="74"/>
                  <a:pt x="66" y="63"/>
                </a:cubicBezTo>
                <a:cubicBezTo>
                  <a:pt x="66" y="60"/>
                  <a:pt x="66" y="57"/>
                  <a:pt x="66" y="54"/>
                </a:cubicBezTo>
                <a:cubicBezTo>
                  <a:pt x="66" y="50"/>
                  <a:pt x="68" y="47"/>
                  <a:pt x="72" y="47"/>
                </a:cubicBezTo>
                <a:cubicBezTo>
                  <a:pt x="75" y="46"/>
                  <a:pt x="78" y="47"/>
                  <a:pt x="80" y="48"/>
                </a:cubicBezTo>
                <a:cubicBezTo>
                  <a:pt x="83" y="50"/>
                  <a:pt x="85" y="52"/>
                  <a:pt x="88" y="55"/>
                </a:cubicBezTo>
                <a:cubicBezTo>
                  <a:pt x="90" y="57"/>
                  <a:pt x="91" y="59"/>
                  <a:pt x="93" y="61"/>
                </a:cubicBezTo>
                <a:cubicBezTo>
                  <a:pt x="99" y="66"/>
                  <a:pt x="103" y="67"/>
                  <a:pt x="109" y="63"/>
                </a:cubicBezTo>
                <a:cubicBezTo>
                  <a:pt x="117" y="58"/>
                  <a:pt x="125" y="53"/>
                  <a:pt x="133" y="48"/>
                </a:cubicBezTo>
                <a:cubicBezTo>
                  <a:pt x="142" y="41"/>
                  <a:pt x="151" y="35"/>
                  <a:pt x="160" y="28"/>
                </a:cubicBezTo>
                <a:cubicBezTo>
                  <a:pt x="163" y="25"/>
                  <a:pt x="167" y="24"/>
                  <a:pt x="171" y="23"/>
                </a:cubicBezTo>
                <a:cubicBezTo>
                  <a:pt x="177" y="23"/>
                  <a:pt x="182" y="20"/>
                  <a:pt x="187" y="16"/>
                </a:cubicBezTo>
                <a:cubicBezTo>
                  <a:pt x="196" y="6"/>
                  <a:pt x="208" y="2"/>
                  <a:pt x="221" y="1"/>
                </a:cubicBezTo>
                <a:cubicBezTo>
                  <a:pt x="233" y="0"/>
                  <a:pt x="246" y="0"/>
                  <a:pt x="258" y="4"/>
                </a:cubicBezTo>
                <a:cubicBezTo>
                  <a:pt x="261" y="5"/>
                  <a:pt x="264" y="7"/>
                  <a:pt x="267" y="9"/>
                </a:cubicBezTo>
                <a:cubicBezTo>
                  <a:pt x="270" y="10"/>
                  <a:pt x="271" y="13"/>
                  <a:pt x="271" y="16"/>
                </a:cubicBezTo>
                <a:cubicBezTo>
                  <a:pt x="271" y="18"/>
                  <a:pt x="271" y="19"/>
                  <a:pt x="269" y="21"/>
                </a:cubicBezTo>
                <a:cubicBezTo>
                  <a:pt x="262" y="26"/>
                  <a:pt x="255" y="31"/>
                  <a:pt x="248" y="37"/>
                </a:cubicBezTo>
                <a:cubicBezTo>
                  <a:pt x="240" y="43"/>
                  <a:pt x="232" y="50"/>
                  <a:pt x="226" y="58"/>
                </a:cubicBezTo>
                <a:cubicBezTo>
                  <a:pt x="223" y="62"/>
                  <a:pt x="219" y="65"/>
                  <a:pt x="215" y="67"/>
                </a:cubicBezTo>
                <a:cubicBezTo>
                  <a:pt x="213" y="68"/>
                  <a:pt x="212" y="69"/>
                  <a:pt x="211" y="70"/>
                </a:cubicBezTo>
                <a:cubicBezTo>
                  <a:pt x="202" y="79"/>
                  <a:pt x="194" y="87"/>
                  <a:pt x="186" y="95"/>
                </a:cubicBezTo>
                <a:cubicBezTo>
                  <a:pt x="184" y="97"/>
                  <a:pt x="183" y="99"/>
                  <a:pt x="185" y="10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1" name="Freeform 14">
            <a:extLst xmlns:a="http://schemas.openxmlformats.org/drawingml/2006/main">
              <a:ext uri="{FF2B5EF4-FFF2-40B4-BE49-F238E27FC236}">
                <a16:creationId xmlns:a16="http://schemas.microsoft.com/office/drawing/2014/main" id="{50436E28-B1D7-44F2-B016-7CD9676E2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1601" y="548337"/>
            <a:ext cx="141990" cy="90098"/>
          </a:xfrm>
          <a:custGeom xmlns:a="http://schemas.openxmlformats.org/drawingml/2006/main">
            <a:gdLst>
              <a:gd name="T0" fmla="*/ 16 w 280"/>
              <a:gd name="T1" fmla="*/ 133 h 178"/>
              <a:gd name="T2" fmla="*/ 14 w 280"/>
              <a:gd name="T3" fmla="*/ 124 h 178"/>
              <a:gd name="T4" fmla="*/ 2 w 280"/>
              <a:gd name="T5" fmla="*/ 103 h 178"/>
              <a:gd name="T6" fmla="*/ 6 w 280"/>
              <a:gd name="T7" fmla="*/ 81 h 178"/>
              <a:gd name="T8" fmla="*/ 16 w 280"/>
              <a:gd name="T9" fmla="*/ 77 h 178"/>
              <a:gd name="T10" fmla="*/ 22 w 280"/>
              <a:gd name="T11" fmla="*/ 77 h 178"/>
              <a:gd name="T12" fmla="*/ 40 w 280"/>
              <a:gd name="T13" fmla="*/ 71 h 178"/>
              <a:gd name="T14" fmla="*/ 54 w 280"/>
              <a:gd name="T15" fmla="*/ 64 h 178"/>
              <a:gd name="T16" fmla="*/ 63 w 280"/>
              <a:gd name="T17" fmla="*/ 61 h 178"/>
              <a:gd name="T18" fmla="*/ 144 w 280"/>
              <a:gd name="T19" fmla="*/ 25 h 178"/>
              <a:gd name="T20" fmla="*/ 169 w 280"/>
              <a:gd name="T21" fmla="*/ 16 h 178"/>
              <a:gd name="T22" fmla="*/ 186 w 280"/>
              <a:gd name="T23" fmla="*/ 13 h 178"/>
              <a:gd name="T24" fmla="*/ 209 w 280"/>
              <a:gd name="T25" fmla="*/ 9 h 178"/>
              <a:gd name="T26" fmla="*/ 224 w 280"/>
              <a:gd name="T27" fmla="*/ 3 h 178"/>
              <a:gd name="T28" fmla="*/ 233 w 280"/>
              <a:gd name="T29" fmla="*/ 0 h 178"/>
              <a:gd name="T30" fmla="*/ 265 w 280"/>
              <a:gd name="T31" fmla="*/ 5 h 178"/>
              <a:gd name="T32" fmla="*/ 274 w 280"/>
              <a:gd name="T33" fmla="*/ 29 h 178"/>
              <a:gd name="T34" fmla="*/ 256 w 280"/>
              <a:gd name="T35" fmla="*/ 50 h 178"/>
              <a:gd name="T36" fmla="*/ 245 w 280"/>
              <a:gd name="T37" fmla="*/ 53 h 178"/>
              <a:gd name="T38" fmla="*/ 220 w 280"/>
              <a:gd name="T39" fmla="*/ 56 h 178"/>
              <a:gd name="T40" fmla="*/ 213 w 280"/>
              <a:gd name="T41" fmla="*/ 58 h 178"/>
              <a:gd name="T42" fmla="*/ 208 w 280"/>
              <a:gd name="T43" fmla="*/ 67 h 178"/>
              <a:gd name="T44" fmla="*/ 210 w 280"/>
              <a:gd name="T45" fmla="*/ 76 h 178"/>
              <a:gd name="T46" fmla="*/ 218 w 280"/>
              <a:gd name="T47" fmla="*/ 92 h 178"/>
              <a:gd name="T48" fmla="*/ 224 w 280"/>
              <a:gd name="T49" fmla="*/ 115 h 178"/>
              <a:gd name="T50" fmla="*/ 220 w 280"/>
              <a:gd name="T51" fmla="*/ 146 h 178"/>
              <a:gd name="T52" fmla="*/ 197 w 280"/>
              <a:gd name="T53" fmla="*/ 163 h 178"/>
              <a:gd name="T54" fmla="*/ 189 w 280"/>
              <a:gd name="T55" fmla="*/ 163 h 178"/>
              <a:gd name="T56" fmla="*/ 181 w 280"/>
              <a:gd name="T57" fmla="*/ 167 h 178"/>
              <a:gd name="T58" fmla="*/ 178 w 280"/>
              <a:gd name="T59" fmla="*/ 170 h 178"/>
              <a:gd name="T60" fmla="*/ 156 w 280"/>
              <a:gd name="T61" fmla="*/ 175 h 178"/>
              <a:gd name="T62" fmla="*/ 140 w 280"/>
              <a:gd name="T63" fmla="*/ 166 h 178"/>
              <a:gd name="T64" fmla="*/ 126 w 280"/>
              <a:gd name="T65" fmla="*/ 162 h 178"/>
              <a:gd name="T66" fmla="*/ 119 w 280"/>
              <a:gd name="T67" fmla="*/ 160 h 178"/>
              <a:gd name="T68" fmla="*/ 113 w 280"/>
              <a:gd name="T69" fmla="*/ 150 h 178"/>
              <a:gd name="T70" fmla="*/ 115 w 280"/>
              <a:gd name="T71" fmla="*/ 147 h 178"/>
              <a:gd name="T72" fmla="*/ 122 w 280"/>
              <a:gd name="T73" fmla="*/ 147 h 178"/>
              <a:gd name="T74" fmla="*/ 166 w 280"/>
              <a:gd name="T75" fmla="*/ 141 h 178"/>
              <a:gd name="T76" fmla="*/ 185 w 280"/>
              <a:gd name="T77" fmla="*/ 129 h 178"/>
              <a:gd name="T78" fmla="*/ 188 w 280"/>
              <a:gd name="T79" fmla="*/ 120 h 178"/>
              <a:gd name="T80" fmla="*/ 185 w 280"/>
              <a:gd name="T81" fmla="*/ 92 h 178"/>
              <a:gd name="T82" fmla="*/ 184 w 280"/>
              <a:gd name="T83" fmla="*/ 77 h 178"/>
              <a:gd name="T84" fmla="*/ 179 w 280"/>
              <a:gd name="T85" fmla="*/ 71 h 178"/>
              <a:gd name="T86" fmla="*/ 163 w 280"/>
              <a:gd name="T87" fmla="*/ 75 h 178"/>
              <a:gd name="T88" fmla="*/ 158 w 280"/>
              <a:gd name="T89" fmla="*/ 79 h 178"/>
              <a:gd name="T90" fmla="*/ 145 w 280"/>
              <a:gd name="T91" fmla="*/ 82 h 178"/>
              <a:gd name="T92" fmla="*/ 116 w 280"/>
              <a:gd name="T93" fmla="*/ 91 h 178"/>
              <a:gd name="T94" fmla="*/ 80 w 280"/>
              <a:gd name="T95" fmla="*/ 118 h 178"/>
              <a:gd name="T96" fmla="*/ 52 w 280"/>
              <a:gd name="T97" fmla="*/ 135 h 178"/>
              <a:gd name="T98" fmla="*/ 22 w 280"/>
              <a:gd name="T99" fmla="*/ 136 h 178"/>
              <a:gd name="T100" fmla="*/ 18 w 280"/>
              <a:gd name="T101" fmla="*/ 134 h 178"/>
              <a:gd name="T102" fmla="*/ 16 w 280"/>
              <a:gd name="T103" fmla="*/ 133 h 178"/>
            </a:gdLst>
            <a:rect l="0" t="0" r="r" b="b"/>
            <a:pathLst>
              <a:path w="280" h="178">
                <a:moveTo>
                  <a:pt x="16" y="133"/>
                </a:moveTo>
                <a:cubicBezTo>
                  <a:pt x="18" y="129"/>
                  <a:pt x="16" y="127"/>
                  <a:pt x="14" y="124"/>
                </a:cubicBezTo>
                <a:cubicBezTo>
                  <a:pt x="9" y="118"/>
                  <a:pt x="5" y="111"/>
                  <a:pt x="2" y="103"/>
                </a:cubicBezTo>
                <a:cubicBezTo>
                  <a:pt x="0" y="95"/>
                  <a:pt x="1" y="88"/>
                  <a:pt x="6" y="81"/>
                </a:cubicBezTo>
                <a:cubicBezTo>
                  <a:pt x="9" y="78"/>
                  <a:pt x="12" y="76"/>
                  <a:pt x="16" y="77"/>
                </a:cubicBezTo>
                <a:cubicBezTo>
                  <a:pt x="18" y="77"/>
                  <a:pt x="20" y="76"/>
                  <a:pt x="22" y="77"/>
                </a:cubicBezTo>
                <a:cubicBezTo>
                  <a:pt x="29" y="79"/>
                  <a:pt x="36" y="76"/>
                  <a:pt x="40" y="71"/>
                </a:cubicBezTo>
                <a:cubicBezTo>
                  <a:pt x="44" y="67"/>
                  <a:pt x="49" y="65"/>
                  <a:pt x="54" y="64"/>
                </a:cubicBezTo>
                <a:cubicBezTo>
                  <a:pt x="57" y="64"/>
                  <a:pt x="60" y="62"/>
                  <a:pt x="63" y="61"/>
                </a:cubicBezTo>
                <a:cubicBezTo>
                  <a:pt x="89" y="47"/>
                  <a:pt x="116" y="35"/>
                  <a:pt x="144" y="25"/>
                </a:cubicBezTo>
                <a:cubicBezTo>
                  <a:pt x="152" y="22"/>
                  <a:pt x="161" y="19"/>
                  <a:pt x="169" y="16"/>
                </a:cubicBezTo>
                <a:cubicBezTo>
                  <a:pt x="174" y="14"/>
                  <a:pt x="180" y="14"/>
                  <a:pt x="186" y="13"/>
                </a:cubicBezTo>
                <a:cubicBezTo>
                  <a:pt x="194" y="12"/>
                  <a:pt x="201" y="11"/>
                  <a:pt x="209" y="9"/>
                </a:cubicBezTo>
                <a:cubicBezTo>
                  <a:pt x="214" y="8"/>
                  <a:pt x="219" y="5"/>
                  <a:pt x="224" y="3"/>
                </a:cubicBezTo>
                <a:cubicBezTo>
                  <a:pt x="227" y="1"/>
                  <a:pt x="230" y="0"/>
                  <a:pt x="233" y="0"/>
                </a:cubicBezTo>
                <a:cubicBezTo>
                  <a:pt x="244" y="0"/>
                  <a:pt x="255" y="1"/>
                  <a:pt x="265" y="5"/>
                </a:cubicBezTo>
                <a:cubicBezTo>
                  <a:pt x="276" y="9"/>
                  <a:pt x="280" y="19"/>
                  <a:pt x="274" y="29"/>
                </a:cubicBezTo>
                <a:cubicBezTo>
                  <a:pt x="270" y="38"/>
                  <a:pt x="263" y="45"/>
                  <a:pt x="256" y="50"/>
                </a:cubicBezTo>
                <a:cubicBezTo>
                  <a:pt x="252" y="53"/>
                  <a:pt x="249" y="53"/>
                  <a:pt x="245" y="53"/>
                </a:cubicBezTo>
                <a:cubicBezTo>
                  <a:pt x="236" y="54"/>
                  <a:pt x="228" y="55"/>
                  <a:pt x="220" y="56"/>
                </a:cubicBezTo>
                <a:cubicBezTo>
                  <a:pt x="218" y="57"/>
                  <a:pt x="215" y="57"/>
                  <a:pt x="213" y="58"/>
                </a:cubicBezTo>
                <a:cubicBezTo>
                  <a:pt x="209" y="60"/>
                  <a:pt x="208" y="63"/>
                  <a:pt x="208" y="67"/>
                </a:cubicBezTo>
                <a:cubicBezTo>
                  <a:pt x="208" y="70"/>
                  <a:pt x="209" y="73"/>
                  <a:pt x="210" y="76"/>
                </a:cubicBezTo>
                <a:cubicBezTo>
                  <a:pt x="213" y="82"/>
                  <a:pt x="215" y="87"/>
                  <a:pt x="218" y="92"/>
                </a:cubicBezTo>
                <a:cubicBezTo>
                  <a:pt x="221" y="100"/>
                  <a:pt x="224" y="107"/>
                  <a:pt x="224" y="115"/>
                </a:cubicBezTo>
                <a:cubicBezTo>
                  <a:pt x="224" y="126"/>
                  <a:pt x="223" y="136"/>
                  <a:pt x="220" y="146"/>
                </a:cubicBezTo>
                <a:cubicBezTo>
                  <a:pt x="216" y="157"/>
                  <a:pt x="209" y="162"/>
                  <a:pt x="197" y="163"/>
                </a:cubicBezTo>
                <a:cubicBezTo>
                  <a:pt x="194" y="163"/>
                  <a:pt x="192" y="163"/>
                  <a:pt x="189" y="163"/>
                </a:cubicBezTo>
                <a:cubicBezTo>
                  <a:pt x="186" y="163"/>
                  <a:pt x="183" y="163"/>
                  <a:pt x="181" y="167"/>
                </a:cubicBezTo>
                <a:cubicBezTo>
                  <a:pt x="180" y="168"/>
                  <a:pt x="179" y="169"/>
                  <a:pt x="178" y="170"/>
                </a:cubicBezTo>
                <a:cubicBezTo>
                  <a:pt x="171" y="176"/>
                  <a:pt x="164" y="178"/>
                  <a:pt x="156" y="175"/>
                </a:cubicBezTo>
                <a:cubicBezTo>
                  <a:pt x="151" y="172"/>
                  <a:pt x="145" y="169"/>
                  <a:pt x="140" y="166"/>
                </a:cubicBezTo>
                <a:cubicBezTo>
                  <a:pt x="136" y="163"/>
                  <a:pt x="132" y="162"/>
                  <a:pt x="126" y="162"/>
                </a:cubicBezTo>
                <a:cubicBezTo>
                  <a:pt x="124" y="162"/>
                  <a:pt x="121" y="163"/>
                  <a:pt x="119" y="160"/>
                </a:cubicBezTo>
                <a:cubicBezTo>
                  <a:pt x="116" y="157"/>
                  <a:pt x="114" y="154"/>
                  <a:pt x="113" y="150"/>
                </a:cubicBezTo>
                <a:cubicBezTo>
                  <a:pt x="112" y="148"/>
                  <a:pt x="113" y="147"/>
                  <a:pt x="115" y="147"/>
                </a:cubicBezTo>
                <a:cubicBezTo>
                  <a:pt x="117" y="147"/>
                  <a:pt x="120" y="147"/>
                  <a:pt x="122" y="147"/>
                </a:cubicBezTo>
                <a:cubicBezTo>
                  <a:pt x="137" y="148"/>
                  <a:pt x="152" y="146"/>
                  <a:pt x="166" y="141"/>
                </a:cubicBezTo>
                <a:cubicBezTo>
                  <a:pt x="173" y="138"/>
                  <a:pt x="179" y="134"/>
                  <a:pt x="185" y="129"/>
                </a:cubicBezTo>
                <a:cubicBezTo>
                  <a:pt x="188" y="126"/>
                  <a:pt x="189" y="123"/>
                  <a:pt x="188" y="120"/>
                </a:cubicBezTo>
                <a:cubicBezTo>
                  <a:pt x="187" y="111"/>
                  <a:pt x="186" y="102"/>
                  <a:pt x="185" y="92"/>
                </a:cubicBezTo>
                <a:cubicBezTo>
                  <a:pt x="184" y="87"/>
                  <a:pt x="184" y="82"/>
                  <a:pt x="184" y="77"/>
                </a:cubicBezTo>
                <a:cubicBezTo>
                  <a:pt x="184" y="73"/>
                  <a:pt x="183" y="71"/>
                  <a:pt x="179" y="71"/>
                </a:cubicBezTo>
                <a:cubicBezTo>
                  <a:pt x="173" y="70"/>
                  <a:pt x="168" y="70"/>
                  <a:pt x="163" y="75"/>
                </a:cubicBezTo>
                <a:cubicBezTo>
                  <a:pt x="162" y="76"/>
                  <a:pt x="160" y="77"/>
                  <a:pt x="158" y="79"/>
                </a:cubicBezTo>
                <a:cubicBezTo>
                  <a:pt x="154" y="81"/>
                  <a:pt x="150" y="83"/>
                  <a:pt x="145" y="82"/>
                </a:cubicBezTo>
                <a:cubicBezTo>
                  <a:pt x="134" y="82"/>
                  <a:pt x="124" y="85"/>
                  <a:pt x="116" y="91"/>
                </a:cubicBezTo>
                <a:cubicBezTo>
                  <a:pt x="104" y="100"/>
                  <a:pt x="92" y="109"/>
                  <a:pt x="80" y="118"/>
                </a:cubicBezTo>
                <a:cubicBezTo>
                  <a:pt x="71" y="124"/>
                  <a:pt x="62" y="131"/>
                  <a:pt x="52" y="135"/>
                </a:cubicBezTo>
                <a:cubicBezTo>
                  <a:pt x="42" y="139"/>
                  <a:pt x="32" y="140"/>
                  <a:pt x="22" y="136"/>
                </a:cubicBezTo>
                <a:cubicBezTo>
                  <a:pt x="20" y="136"/>
                  <a:pt x="19" y="135"/>
                  <a:pt x="18" y="134"/>
                </a:cubicBezTo>
                <a:cubicBezTo>
                  <a:pt x="17" y="134"/>
                  <a:pt x="17" y="134"/>
                  <a:pt x="16" y="133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2" name="Freeform 15">
            <a:extLst xmlns:a="http://schemas.openxmlformats.org/drawingml/2006/main">
              <a:ext uri="{FF2B5EF4-FFF2-40B4-BE49-F238E27FC236}">
                <a16:creationId xmlns:a16="http://schemas.microsoft.com/office/drawing/2014/main" id="{93B909A5-5776-49FD-B86E-B07EAD74F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703" y="432578"/>
            <a:ext cx="107776" cy="57594"/>
          </a:xfrm>
          <a:custGeom xmlns:a="http://schemas.openxmlformats.org/drawingml/2006/main">
            <a:gdLst>
              <a:gd name="T0" fmla="*/ 197 w 212"/>
              <a:gd name="T1" fmla="*/ 0 h 114"/>
              <a:gd name="T2" fmla="*/ 205 w 212"/>
              <a:gd name="T3" fmla="*/ 0 h 114"/>
              <a:gd name="T4" fmla="*/ 211 w 212"/>
              <a:gd name="T5" fmla="*/ 9 h 114"/>
              <a:gd name="T6" fmla="*/ 191 w 212"/>
              <a:gd name="T7" fmla="*/ 29 h 114"/>
              <a:gd name="T8" fmla="*/ 187 w 212"/>
              <a:gd name="T9" fmla="*/ 29 h 114"/>
              <a:gd name="T10" fmla="*/ 174 w 212"/>
              <a:gd name="T11" fmla="*/ 33 h 114"/>
              <a:gd name="T12" fmla="*/ 132 w 212"/>
              <a:gd name="T13" fmla="*/ 67 h 114"/>
              <a:gd name="T14" fmla="*/ 109 w 212"/>
              <a:gd name="T15" fmla="*/ 91 h 114"/>
              <a:gd name="T16" fmla="*/ 71 w 212"/>
              <a:gd name="T17" fmla="*/ 112 h 114"/>
              <a:gd name="T18" fmla="*/ 40 w 212"/>
              <a:gd name="T19" fmla="*/ 108 h 114"/>
              <a:gd name="T20" fmla="*/ 9 w 212"/>
              <a:gd name="T21" fmla="*/ 90 h 114"/>
              <a:gd name="T22" fmla="*/ 8 w 212"/>
              <a:gd name="T23" fmla="*/ 89 h 114"/>
              <a:gd name="T24" fmla="*/ 11 w 212"/>
              <a:gd name="T25" fmla="*/ 64 h 114"/>
              <a:gd name="T26" fmla="*/ 15 w 212"/>
              <a:gd name="T27" fmla="*/ 62 h 114"/>
              <a:gd name="T28" fmla="*/ 114 w 212"/>
              <a:gd name="T29" fmla="*/ 23 h 114"/>
              <a:gd name="T30" fmla="*/ 130 w 212"/>
              <a:gd name="T31" fmla="*/ 18 h 114"/>
              <a:gd name="T32" fmla="*/ 164 w 212"/>
              <a:gd name="T33" fmla="*/ 7 h 114"/>
              <a:gd name="T34" fmla="*/ 197 w 212"/>
              <a:gd name="T35" fmla="*/ 0 h 114"/>
            </a:gdLst>
            <a:rect l="0" t="0" r="r" b="b"/>
            <a:pathLst>
              <a:path w="212" h="114">
                <a:moveTo>
                  <a:pt x="197" y="0"/>
                </a:moveTo>
                <a:cubicBezTo>
                  <a:pt x="199" y="0"/>
                  <a:pt x="202" y="0"/>
                  <a:pt x="205" y="0"/>
                </a:cubicBezTo>
                <a:cubicBezTo>
                  <a:pt x="209" y="1"/>
                  <a:pt x="212" y="5"/>
                  <a:pt x="211" y="9"/>
                </a:cubicBezTo>
                <a:cubicBezTo>
                  <a:pt x="207" y="18"/>
                  <a:pt x="200" y="25"/>
                  <a:pt x="191" y="29"/>
                </a:cubicBezTo>
                <a:cubicBezTo>
                  <a:pt x="189" y="29"/>
                  <a:pt x="188" y="29"/>
                  <a:pt x="187" y="29"/>
                </a:cubicBezTo>
                <a:cubicBezTo>
                  <a:pt x="182" y="28"/>
                  <a:pt x="178" y="30"/>
                  <a:pt x="174" y="33"/>
                </a:cubicBezTo>
                <a:cubicBezTo>
                  <a:pt x="158" y="43"/>
                  <a:pt x="144" y="54"/>
                  <a:pt x="132" y="67"/>
                </a:cubicBezTo>
                <a:cubicBezTo>
                  <a:pt x="124" y="75"/>
                  <a:pt x="116" y="83"/>
                  <a:pt x="109" y="91"/>
                </a:cubicBezTo>
                <a:cubicBezTo>
                  <a:pt x="99" y="102"/>
                  <a:pt x="86" y="110"/>
                  <a:pt x="71" y="112"/>
                </a:cubicBezTo>
                <a:cubicBezTo>
                  <a:pt x="61" y="114"/>
                  <a:pt x="50" y="112"/>
                  <a:pt x="40" y="108"/>
                </a:cubicBezTo>
                <a:cubicBezTo>
                  <a:pt x="29" y="104"/>
                  <a:pt x="19" y="98"/>
                  <a:pt x="9" y="90"/>
                </a:cubicBezTo>
                <a:cubicBezTo>
                  <a:pt x="9" y="90"/>
                  <a:pt x="9" y="89"/>
                  <a:pt x="8" y="89"/>
                </a:cubicBezTo>
                <a:cubicBezTo>
                  <a:pt x="0" y="81"/>
                  <a:pt x="2" y="70"/>
                  <a:pt x="11" y="64"/>
                </a:cubicBezTo>
                <a:cubicBezTo>
                  <a:pt x="12" y="63"/>
                  <a:pt x="14" y="63"/>
                  <a:pt x="15" y="62"/>
                </a:cubicBezTo>
                <a:cubicBezTo>
                  <a:pt x="48" y="49"/>
                  <a:pt x="81" y="36"/>
                  <a:pt x="114" y="23"/>
                </a:cubicBezTo>
                <a:cubicBezTo>
                  <a:pt x="119" y="21"/>
                  <a:pt x="125" y="19"/>
                  <a:pt x="130" y="18"/>
                </a:cubicBezTo>
                <a:cubicBezTo>
                  <a:pt x="142" y="15"/>
                  <a:pt x="153" y="12"/>
                  <a:pt x="164" y="7"/>
                </a:cubicBezTo>
                <a:cubicBezTo>
                  <a:pt x="175" y="2"/>
                  <a:pt x="186" y="0"/>
                  <a:pt x="197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3" name="Freeform 16">
            <a:extLst xmlns:a="http://schemas.openxmlformats.org/drawingml/2006/main">
              <a:ext uri="{FF2B5EF4-FFF2-40B4-BE49-F238E27FC236}">
                <a16:creationId xmlns:a16="http://schemas.microsoft.com/office/drawing/2014/main" id="{E6B83CB3-CA00-44F0-AE16-C48164ED3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5059" y="361297"/>
            <a:ext cx="57594" cy="63867"/>
          </a:xfrm>
          <a:custGeom xmlns:a="http://schemas.openxmlformats.org/drawingml/2006/main">
            <a:gdLst>
              <a:gd name="T0" fmla="*/ 114 w 114"/>
              <a:gd name="T1" fmla="*/ 70 h 126"/>
              <a:gd name="T2" fmla="*/ 101 w 114"/>
              <a:gd name="T3" fmla="*/ 91 h 126"/>
              <a:gd name="T4" fmla="*/ 78 w 114"/>
              <a:gd name="T5" fmla="*/ 97 h 126"/>
              <a:gd name="T6" fmla="*/ 58 w 114"/>
              <a:gd name="T7" fmla="*/ 106 h 126"/>
              <a:gd name="T8" fmla="*/ 40 w 114"/>
              <a:gd name="T9" fmla="*/ 121 h 126"/>
              <a:gd name="T10" fmla="*/ 31 w 114"/>
              <a:gd name="T11" fmla="*/ 125 h 126"/>
              <a:gd name="T12" fmla="*/ 23 w 114"/>
              <a:gd name="T13" fmla="*/ 122 h 126"/>
              <a:gd name="T14" fmla="*/ 23 w 114"/>
              <a:gd name="T15" fmla="*/ 112 h 126"/>
              <a:gd name="T16" fmla="*/ 26 w 114"/>
              <a:gd name="T17" fmla="*/ 68 h 126"/>
              <a:gd name="T18" fmla="*/ 16 w 114"/>
              <a:gd name="T19" fmla="*/ 50 h 126"/>
              <a:gd name="T20" fmla="*/ 11 w 114"/>
              <a:gd name="T21" fmla="*/ 39 h 126"/>
              <a:gd name="T22" fmla="*/ 3 w 114"/>
              <a:gd name="T23" fmla="*/ 21 h 126"/>
              <a:gd name="T24" fmla="*/ 3 w 114"/>
              <a:gd name="T25" fmla="*/ 6 h 126"/>
              <a:gd name="T26" fmla="*/ 12 w 114"/>
              <a:gd name="T27" fmla="*/ 0 h 126"/>
              <a:gd name="T28" fmla="*/ 18 w 114"/>
              <a:gd name="T29" fmla="*/ 1 h 126"/>
              <a:gd name="T30" fmla="*/ 50 w 114"/>
              <a:gd name="T31" fmla="*/ 12 h 126"/>
              <a:gd name="T32" fmla="*/ 86 w 114"/>
              <a:gd name="T33" fmla="*/ 31 h 126"/>
              <a:gd name="T34" fmla="*/ 106 w 114"/>
              <a:gd name="T35" fmla="*/ 48 h 126"/>
              <a:gd name="T36" fmla="*/ 114 w 114"/>
              <a:gd name="T37" fmla="*/ 70 h 126"/>
            </a:gdLst>
            <a:rect l="0" t="0" r="r" b="b"/>
            <a:pathLst>
              <a:path w="114" h="126">
                <a:moveTo>
                  <a:pt x="114" y="70"/>
                </a:moveTo>
                <a:cubicBezTo>
                  <a:pt x="114" y="79"/>
                  <a:pt x="109" y="86"/>
                  <a:pt x="101" y="91"/>
                </a:cubicBezTo>
                <a:cubicBezTo>
                  <a:pt x="94" y="95"/>
                  <a:pt x="86" y="97"/>
                  <a:pt x="78" y="97"/>
                </a:cubicBezTo>
                <a:cubicBezTo>
                  <a:pt x="64" y="97"/>
                  <a:pt x="66" y="98"/>
                  <a:pt x="58" y="106"/>
                </a:cubicBezTo>
                <a:cubicBezTo>
                  <a:pt x="52" y="111"/>
                  <a:pt x="46" y="116"/>
                  <a:pt x="40" y="121"/>
                </a:cubicBezTo>
                <a:cubicBezTo>
                  <a:pt x="38" y="123"/>
                  <a:pt x="35" y="124"/>
                  <a:pt x="31" y="125"/>
                </a:cubicBezTo>
                <a:cubicBezTo>
                  <a:pt x="28" y="126"/>
                  <a:pt x="25" y="125"/>
                  <a:pt x="23" y="122"/>
                </a:cubicBezTo>
                <a:cubicBezTo>
                  <a:pt x="22" y="118"/>
                  <a:pt x="21" y="115"/>
                  <a:pt x="23" y="112"/>
                </a:cubicBezTo>
                <a:cubicBezTo>
                  <a:pt x="33" y="98"/>
                  <a:pt x="33" y="83"/>
                  <a:pt x="26" y="68"/>
                </a:cubicBezTo>
                <a:cubicBezTo>
                  <a:pt x="23" y="61"/>
                  <a:pt x="19" y="56"/>
                  <a:pt x="16" y="50"/>
                </a:cubicBezTo>
                <a:cubicBezTo>
                  <a:pt x="14" y="46"/>
                  <a:pt x="12" y="43"/>
                  <a:pt x="11" y="39"/>
                </a:cubicBezTo>
                <a:cubicBezTo>
                  <a:pt x="9" y="33"/>
                  <a:pt x="7" y="27"/>
                  <a:pt x="3" y="21"/>
                </a:cubicBezTo>
                <a:cubicBezTo>
                  <a:pt x="0" y="17"/>
                  <a:pt x="0" y="12"/>
                  <a:pt x="3" y="6"/>
                </a:cubicBezTo>
                <a:cubicBezTo>
                  <a:pt x="5" y="2"/>
                  <a:pt x="8" y="0"/>
                  <a:pt x="12" y="0"/>
                </a:cubicBezTo>
                <a:cubicBezTo>
                  <a:pt x="14" y="0"/>
                  <a:pt x="16" y="1"/>
                  <a:pt x="18" y="1"/>
                </a:cubicBezTo>
                <a:cubicBezTo>
                  <a:pt x="29" y="3"/>
                  <a:pt x="40" y="7"/>
                  <a:pt x="50" y="12"/>
                </a:cubicBezTo>
                <a:cubicBezTo>
                  <a:pt x="62" y="19"/>
                  <a:pt x="74" y="25"/>
                  <a:pt x="86" y="31"/>
                </a:cubicBezTo>
                <a:cubicBezTo>
                  <a:pt x="94" y="36"/>
                  <a:pt x="101" y="41"/>
                  <a:pt x="106" y="48"/>
                </a:cubicBezTo>
                <a:cubicBezTo>
                  <a:pt x="111" y="54"/>
                  <a:pt x="114" y="61"/>
                  <a:pt x="114" y="7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4" name="Freeform 24">
            <a:extLst xmlns:a="http://schemas.openxmlformats.org/drawingml/2006/main">
              <a:ext uri="{FF2B5EF4-FFF2-40B4-BE49-F238E27FC236}">
                <a16:creationId xmlns:a16="http://schemas.microsoft.com/office/drawing/2014/main" id="{337D799A-4A2E-4080-86F1-F05519971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4717" y="420032"/>
            <a:ext cx="56454" cy="76412"/>
          </a:xfrm>
          <a:custGeom xmlns:a="http://schemas.openxmlformats.org/drawingml/2006/main">
            <a:gdLst>
              <a:gd name="T0" fmla="*/ 111 w 111"/>
              <a:gd name="T1" fmla="*/ 118 h 150"/>
              <a:gd name="T2" fmla="*/ 108 w 111"/>
              <a:gd name="T3" fmla="*/ 125 h 150"/>
              <a:gd name="T4" fmla="*/ 94 w 111"/>
              <a:gd name="T5" fmla="*/ 142 h 150"/>
              <a:gd name="T6" fmla="*/ 80 w 111"/>
              <a:gd name="T7" fmla="*/ 149 h 150"/>
              <a:gd name="T8" fmla="*/ 72 w 111"/>
              <a:gd name="T9" fmla="*/ 144 h 150"/>
              <a:gd name="T10" fmla="*/ 66 w 111"/>
              <a:gd name="T11" fmla="*/ 117 h 150"/>
              <a:gd name="T12" fmla="*/ 59 w 111"/>
              <a:gd name="T13" fmla="*/ 90 h 150"/>
              <a:gd name="T14" fmla="*/ 50 w 111"/>
              <a:gd name="T15" fmla="*/ 75 h 150"/>
              <a:gd name="T16" fmla="*/ 19 w 111"/>
              <a:gd name="T17" fmla="*/ 40 h 150"/>
              <a:gd name="T18" fmla="*/ 6 w 111"/>
              <a:gd name="T19" fmla="*/ 27 h 150"/>
              <a:gd name="T20" fmla="*/ 0 w 111"/>
              <a:gd name="T21" fmla="*/ 10 h 150"/>
              <a:gd name="T22" fmla="*/ 0 w 111"/>
              <a:gd name="T23" fmla="*/ 8 h 150"/>
              <a:gd name="T24" fmla="*/ 9 w 111"/>
              <a:gd name="T25" fmla="*/ 2 h 150"/>
              <a:gd name="T26" fmla="*/ 18 w 111"/>
              <a:gd name="T27" fmla="*/ 7 h 150"/>
              <a:gd name="T28" fmla="*/ 27 w 111"/>
              <a:gd name="T29" fmla="*/ 15 h 150"/>
              <a:gd name="T30" fmla="*/ 44 w 111"/>
              <a:gd name="T31" fmla="*/ 26 h 150"/>
              <a:gd name="T32" fmla="*/ 85 w 111"/>
              <a:gd name="T33" fmla="*/ 57 h 150"/>
              <a:gd name="T34" fmla="*/ 110 w 111"/>
              <a:gd name="T35" fmla="*/ 114 h 150"/>
              <a:gd name="T36" fmla="*/ 110 w 111"/>
              <a:gd name="T37" fmla="*/ 117 h 150"/>
              <a:gd name="T38" fmla="*/ 111 w 111"/>
              <a:gd name="T39" fmla="*/ 118 h 150"/>
            </a:gdLst>
            <a:rect l="0" t="0" r="r" b="b"/>
            <a:pathLst>
              <a:path w="111" h="150">
                <a:moveTo>
                  <a:pt x="111" y="118"/>
                </a:moveTo>
                <a:cubicBezTo>
                  <a:pt x="110" y="120"/>
                  <a:pt x="109" y="123"/>
                  <a:pt x="108" y="125"/>
                </a:cubicBezTo>
                <a:cubicBezTo>
                  <a:pt x="103" y="131"/>
                  <a:pt x="99" y="136"/>
                  <a:pt x="94" y="142"/>
                </a:cubicBezTo>
                <a:cubicBezTo>
                  <a:pt x="90" y="146"/>
                  <a:pt x="86" y="148"/>
                  <a:pt x="80" y="149"/>
                </a:cubicBezTo>
                <a:cubicBezTo>
                  <a:pt x="75" y="150"/>
                  <a:pt x="73" y="149"/>
                  <a:pt x="72" y="144"/>
                </a:cubicBezTo>
                <a:cubicBezTo>
                  <a:pt x="70" y="135"/>
                  <a:pt x="68" y="126"/>
                  <a:pt x="66" y="117"/>
                </a:cubicBezTo>
                <a:cubicBezTo>
                  <a:pt x="64" y="108"/>
                  <a:pt x="63" y="99"/>
                  <a:pt x="59" y="90"/>
                </a:cubicBezTo>
                <a:cubicBezTo>
                  <a:pt x="57" y="85"/>
                  <a:pt x="54" y="80"/>
                  <a:pt x="50" y="75"/>
                </a:cubicBezTo>
                <a:cubicBezTo>
                  <a:pt x="40" y="63"/>
                  <a:pt x="29" y="51"/>
                  <a:pt x="19" y="40"/>
                </a:cubicBezTo>
                <a:cubicBezTo>
                  <a:pt x="15" y="35"/>
                  <a:pt x="11" y="31"/>
                  <a:pt x="6" y="27"/>
                </a:cubicBezTo>
                <a:cubicBezTo>
                  <a:pt x="1" y="22"/>
                  <a:pt x="0" y="17"/>
                  <a:pt x="0" y="10"/>
                </a:cubicBezTo>
                <a:cubicBezTo>
                  <a:pt x="0" y="9"/>
                  <a:pt x="0" y="9"/>
                  <a:pt x="0" y="8"/>
                </a:cubicBezTo>
                <a:cubicBezTo>
                  <a:pt x="2" y="1"/>
                  <a:pt x="3" y="0"/>
                  <a:pt x="9" y="2"/>
                </a:cubicBezTo>
                <a:cubicBezTo>
                  <a:pt x="12" y="4"/>
                  <a:pt x="15" y="5"/>
                  <a:pt x="18" y="7"/>
                </a:cubicBezTo>
                <a:cubicBezTo>
                  <a:pt x="21" y="10"/>
                  <a:pt x="24" y="12"/>
                  <a:pt x="27" y="15"/>
                </a:cubicBezTo>
                <a:cubicBezTo>
                  <a:pt x="32" y="20"/>
                  <a:pt x="38" y="24"/>
                  <a:pt x="44" y="26"/>
                </a:cubicBezTo>
                <a:cubicBezTo>
                  <a:pt x="61" y="33"/>
                  <a:pt x="74" y="43"/>
                  <a:pt x="85" y="57"/>
                </a:cubicBezTo>
                <a:cubicBezTo>
                  <a:pt x="98" y="73"/>
                  <a:pt x="107" y="92"/>
                  <a:pt x="110" y="114"/>
                </a:cubicBezTo>
                <a:cubicBezTo>
                  <a:pt x="110" y="115"/>
                  <a:pt x="110" y="116"/>
                  <a:pt x="110" y="117"/>
                </a:cubicBezTo>
                <a:cubicBezTo>
                  <a:pt x="110" y="117"/>
                  <a:pt x="110" y="118"/>
                  <a:pt x="111" y="1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5" name="Freeform 26">
            <a:extLst xmlns:a="http://schemas.openxmlformats.org/drawingml/2006/main">
              <a:ext uri="{FF2B5EF4-FFF2-40B4-BE49-F238E27FC236}">
                <a16:creationId xmlns:a16="http://schemas.microsoft.com/office/drawing/2014/main" id="{6E2261BA-6651-40A5-A726-26EF409C2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4100" y="564304"/>
            <a:ext cx="41057" cy="50181"/>
          </a:xfrm>
          <a:custGeom xmlns:a="http://schemas.openxmlformats.org/drawingml/2006/main">
            <a:gdLst>
              <a:gd name="T0" fmla="*/ 0 w 81"/>
              <a:gd name="T1" fmla="*/ 18 h 99"/>
              <a:gd name="T2" fmla="*/ 1 w 81"/>
              <a:gd name="T3" fmla="*/ 9 h 99"/>
              <a:gd name="T4" fmla="*/ 11 w 81"/>
              <a:gd name="T5" fmla="*/ 1 h 99"/>
              <a:gd name="T6" fmla="*/ 50 w 81"/>
              <a:gd name="T7" fmla="*/ 12 h 99"/>
              <a:gd name="T8" fmla="*/ 78 w 81"/>
              <a:gd name="T9" fmla="*/ 44 h 99"/>
              <a:gd name="T10" fmla="*/ 80 w 81"/>
              <a:gd name="T11" fmla="*/ 51 h 99"/>
              <a:gd name="T12" fmla="*/ 77 w 81"/>
              <a:gd name="T13" fmla="*/ 79 h 99"/>
              <a:gd name="T14" fmla="*/ 43 w 81"/>
              <a:gd name="T15" fmla="*/ 92 h 99"/>
              <a:gd name="T16" fmla="*/ 30 w 81"/>
              <a:gd name="T17" fmla="*/ 81 h 99"/>
              <a:gd name="T18" fmla="*/ 12 w 81"/>
              <a:gd name="T19" fmla="*/ 60 h 99"/>
              <a:gd name="T20" fmla="*/ 1 w 81"/>
              <a:gd name="T21" fmla="*/ 24 h 99"/>
              <a:gd name="T22" fmla="*/ 1 w 81"/>
              <a:gd name="T23" fmla="*/ 18 h 99"/>
              <a:gd name="T24" fmla="*/ 0 w 81"/>
              <a:gd name="T25" fmla="*/ 18 h 99"/>
            </a:gdLst>
            <a:rect l="0" t="0" r="r" b="b"/>
            <a:pathLst>
              <a:path w="81" h="99">
                <a:moveTo>
                  <a:pt x="0" y="18"/>
                </a:moveTo>
                <a:cubicBezTo>
                  <a:pt x="1" y="15"/>
                  <a:pt x="1" y="12"/>
                  <a:pt x="1" y="9"/>
                </a:cubicBezTo>
                <a:cubicBezTo>
                  <a:pt x="2" y="4"/>
                  <a:pt x="5" y="1"/>
                  <a:pt x="11" y="1"/>
                </a:cubicBezTo>
                <a:cubicBezTo>
                  <a:pt x="25" y="0"/>
                  <a:pt x="39" y="2"/>
                  <a:pt x="50" y="12"/>
                </a:cubicBezTo>
                <a:cubicBezTo>
                  <a:pt x="62" y="21"/>
                  <a:pt x="70" y="32"/>
                  <a:pt x="78" y="44"/>
                </a:cubicBezTo>
                <a:cubicBezTo>
                  <a:pt x="79" y="46"/>
                  <a:pt x="80" y="49"/>
                  <a:pt x="80" y="51"/>
                </a:cubicBezTo>
                <a:cubicBezTo>
                  <a:pt x="81" y="61"/>
                  <a:pt x="80" y="70"/>
                  <a:pt x="77" y="79"/>
                </a:cubicBezTo>
                <a:cubicBezTo>
                  <a:pt x="74" y="89"/>
                  <a:pt x="57" y="99"/>
                  <a:pt x="43" y="92"/>
                </a:cubicBezTo>
                <a:cubicBezTo>
                  <a:pt x="38" y="89"/>
                  <a:pt x="33" y="86"/>
                  <a:pt x="30" y="81"/>
                </a:cubicBezTo>
                <a:cubicBezTo>
                  <a:pt x="24" y="74"/>
                  <a:pt x="18" y="67"/>
                  <a:pt x="12" y="60"/>
                </a:cubicBezTo>
                <a:cubicBezTo>
                  <a:pt x="4" y="49"/>
                  <a:pt x="2" y="37"/>
                  <a:pt x="1" y="24"/>
                </a:cubicBezTo>
                <a:cubicBezTo>
                  <a:pt x="1" y="22"/>
                  <a:pt x="1" y="20"/>
                  <a:pt x="1" y="18"/>
                </a:cubicBezTo>
                <a:cubicBezTo>
                  <a:pt x="1" y="18"/>
                  <a:pt x="1" y="18"/>
                  <a:pt x="0" y="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6" name="Freeform 28">
            <a:extLst xmlns:a="http://schemas.openxmlformats.org/drawingml/2006/main">
              <a:ext uri="{FF2B5EF4-FFF2-40B4-BE49-F238E27FC236}">
                <a16:creationId xmlns:a16="http://schemas.microsoft.com/office/drawing/2014/main" id="{84359B15-9C7D-44AB-9095-AE1A2C233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7552" y="552329"/>
            <a:ext cx="43908" cy="50751"/>
          </a:xfrm>
          <a:custGeom xmlns:a="http://schemas.openxmlformats.org/drawingml/2006/main">
            <a:gdLst>
              <a:gd name="T0" fmla="*/ 38 w 87"/>
              <a:gd name="T1" fmla="*/ 100 h 100"/>
              <a:gd name="T2" fmla="*/ 27 w 87"/>
              <a:gd name="T3" fmla="*/ 98 h 100"/>
              <a:gd name="T4" fmla="*/ 22 w 87"/>
              <a:gd name="T5" fmla="*/ 91 h 100"/>
              <a:gd name="T6" fmla="*/ 17 w 87"/>
              <a:gd name="T7" fmla="*/ 65 h 100"/>
              <a:gd name="T8" fmla="*/ 1 w 87"/>
              <a:gd name="T9" fmla="*/ 16 h 100"/>
              <a:gd name="T10" fmla="*/ 0 w 87"/>
              <a:gd name="T11" fmla="*/ 4 h 100"/>
              <a:gd name="T12" fmla="*/ 4 w 87"/>
              <a:gd name="T13" fmla="*/ 0 h 100"/>
              <a:gd name="T14" fmla="*/ 12 w 87"/>
              <a:gd name="T15" fmla="*/ 0 h 100"/>
              <a:gd name="T16" fmla="*/ 20 w 87"/>
              <a:gd name="T17" fmla="*/ 4 h 100"/>
              <a:gd name="T18" fmla="*/ 31 w 87"/>
              <a:gd name="T19" fmla="*/ 12 h 100"/>
              <a:gd name="T20" fmla="*/ 65 w 87"/>
              <a:gd name="T21" fmla="*/ 41 h 100"/>
              <a:gd name="T22" fmla="*/ 78 w 87"/>
              <a:gd name="T23" fmla="*/ 56 h 100"/>
              <a:gd name="T24" fmla="*/ 73 w 87"/>
              <a:gd name="T25" fmla="*/ 87 h 100"/>
              <a:gd name="T26" fmla="*/ 38 w 87"/>
              <a:gd name="T27" fmla="*/ 100 h 100"/>
            </a:gdLst>
            <a:rect l="0" t="0" r="r" b="b"/>
            <a:pathLst>
              <a:path w="87" h="100">
                <a:moveTo>
                  <a:pt x="38" y="100"/>
                </a:moveTo>
                <a:cubicBezTo>
                  <a:pt x="34" y="99"/>
                  <a:pt x="31" y="99"/>
                  <a:pt x="27" y="98"/>
                </a:cubicBezTo>
                <a:cubicBezTo>
                  <a:pt x="24" y="97"/>
                  <a:pt x="22" y="94"/>
                  <a:pt x="22" y="91"/>
                </a:cubicBezTo>
                <a:cubicBezTo>
                  <a:pt x="23" y="81"/>
                  <a:pt x="20" y="73"/>
                  <a:pt x="17" y="65"/>
                </a:cubicBezTo>
                <a:cubicBezTo>
                  <a:pt x="11" y="49"/>
                  <a:pt x="4" y="33"/>
                  <a:pt x="1" y="16"/>
                </a:cubicBezTo>
                <a:cubicBezTo>
                  <a:pt x="0" y="12"/>
                  <a:pt x="0" y="8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7" y="0"/>
                  <a:pt x="10" y="0"/>
                  <a:pt x="12" y="0"/>
                </a:cubicBezTo>
                <a:cubicBezTo>
                  <a:pt x="15" y="1"/>
                  <a:pt x="18" y="2"/>
                  <a:pt x="20" y="4"/>
                </a:cubicBezTo>
                <a:cubicBezTo>
                  <a:pt x="24" y="7"/>
                  <a:pt x="28" y="9"/>
                  <a:pt x="31" y="12"/>
                </a:cubicBezTo>
                <a:cubicBezTo>
                  <a:pt x="42" y="22"/>
                  <a:pt x="54" y="31"/>
                  <a:pt x="65" y="41"/>
                </a:cubicBezTo>
                <a:cubicBezTo>
                  <a:pt x="70" y="45"/>
                  <a:pt x="74" y="51"/>
                  <a:pt x="78" y="56"/>
                </a:cubicBezTo>
                <a:cubicBezTo>
                  <a:pt x="87" y="69"/>
                  <a:pt x="85" y="78"/>
                  <a:pt x="73" y="87"/>
                </a:cubicBezTo>
                <a:cubicBezTo>
                  <a:pt x="64" y="95"/>
                  <a:pt x="50" y="100"/>
                  <a:pt x="38" y="1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7" name="Freeform 36">
            <a:extLst xmlns:a="http://schemas.openxmlformats.org/drawingml/2006/main">
              <a:ext uri="{FF2B5EF4-FFF2-40B4-BE49-F238E27FC236}">
                <a16:creationId xmlns:a16="http://schemas.microsoft.com/office/drawing/2014/main" id="{15A776AA-6550-4BE4-ADF7-ABD684D08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3006" y="481619"/>
            <a:ext cx="22809" cy="43908"/>
          </a:xfrm>
          <a:custGeom xmlns:a="http://schemas.openxmlformats.org/drawingml/2006/main">
            <a:gdLst>
              <a:gd name="T0" fmla="*/ 6 w 44"/>
              <a:gd name="T1" fmla="*/ 57 h 87"/>
              <a:gd name="T2" fmla="*/ 2 w 44"/>
              <a:gd name="T3" fmla="*/ 8 h 87"/>
              <a:gd name="T4" fmla="*/ 3 w 44"/>
              <a:gd name="T5" fmla="*/ 2 h 87"/>
              <a:gd name="T6" fmla="*/ 10 w 44"/>
              <a:gd name="T7" fmla="*/ 2 h 87"/>
              <a:gd name="T8" fmla="*/ 15 w 44"/>
              <a:gd name="T9" fmla="*/ 6 h 87"/>
              <a:gd name="T10" fmla="*/ 29 w 44"/>
              <a:gd name="T11" fmla="*/ 22 h 87"/>
              <a:gd name="T12" fmla="*/ 39 w 44"/>
              <a:gd name="T13" fmla="*/ 36 h 87"/>
              <a:gd name="T14" fmla="*/ 43 w 44"/>
              <a:gd name="T15" fmla="*/ 52 h 87"/>
              <a:gd name="T16" fmla="*/ 38 w 44"/>
              <a:gd name="T17" fmla="*/ 74 h 87"/>
              <a:gd name="T18" fmla="*/ 16 w 44"/>
              <a:gd name="T19" fmla="*/ 87 h 87"/>
              <a:gd name="T20" fmla="*/ 8 w 44"/>
              <a:gd name="T21" fmla="*/ 81 h 87"/>
              <a:gd name="T22" fmla="*/ 6 w 44"/>
              <a:gd name="T23" fmla="*/ 65 h 87"/>
              <a:gd name="T24" fmla="*/ 6 w 44"/>
              <a:gd name="T25" fmla="*/ 57 h 87"/>
            </a:gdLst>
            <a:rect l="0" t="0" r="r" b="b"/>
            <a:pathLst>
              <a:path w="44" h="87">
                <a:moveTo>
                  <a:pt x="6" y="57"/>
                </a:moveTo>
                <a:cubicBezTo>
                  <a:pt x="7" y="39"/>
                  <a:pt x="5" y="23"/>
                  <a:pt x="2" y="8"/>
                </a:cubicBezTo>
                <a:cubicBezTo>
                  <a:pt x="1" y="6"/>
                  <a:pt x="0" y="3"/>
                  <a:pt x="3" y="2"/>
                </a:cubicBezTo>
                <a:cubicBezTo>
                  <a:pt x="5" y="0"/>
                  <a:pt x="7" y="0"/>
                  <a:pt x="10" y="2"/>
                </a:cubicBezTo>
                <a:cubicBezTo>
                  <a:pt x="12" y="3"/>
                  <a:pt x="14" y="4"/>
                  <a:pt x="15" y="6"/>
                </a:cubicBezTo>
                <a:cubicBezTo>
                  <a:pt x="20" y="11"/>
                  <a:pt x="25" y="17"/>
                  <a:pt x="29" y="22"/>
                </a:cubicBezTo>
                <a:cubicBezTo>
                  <a:pt x="33" y="27"/>
                  <a:pt x="36" y="32"/>
                  <a:pt x="39" y="36"/>
                </a:cubicBezTo>
                <a:cubicBezTo>
                  <a:pt x="42" y="41"/>
                  <a:pt x="44" y="46"/>
                  <a:pt x="43" y="52"/>
                </a:cubicBezTo>
                <a:cubicBezTo>
                  <a:pt x="42" y="59"/>
                  <a:pt x="41" y="67"/>
                  <a:pt x="38" y="74"/>
                </a:cubicBezTo>
                <a:cubicBezTo>
                  <a:pt x="33" y="83"/>
                  <a:pt x="27" y="87"/>
                  <a:pt x="16" y="87"/>
                </a:cubicBezTo>
                <a:cubicBezTo>
                  <a:pt x="12" y="87"/>
                  <a:pt x="10" y="85"/>
                  <a:pt x="8" y="81"/>
                </a:cubicBezTo>
                <a:cubicBezTo>
                  <a:pt x="6" y="76"/>
                  <a:pt x="6" y="71"/>
                  <a:pt x="6" y="65"/>
                </a:cubicBezTo>
                <a:cubicBezTo>
                  <a:pt x="6" y="62"/>
                  <a:pt x="6" y="59"/>
                  <a:pt x="6" y="5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9" name="Freeform 8">
            <a:extLst xmlns:a="http://schemas.openxmlformats.org/drawingml/2006/main">
              <a:ext uri="{FF2B5EF4-FFF2-40B4-BE49-F238E27FC236}">
                <a16:creationId xmlns:a16="http://schemas.microsoft.com/office/drawing/2014/main" id="{8B9D09A8-B869-49F1-851C-DEBD0FADE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7780" y="329883"/>
            <a:ext cx="445930" cy="444892"/>
          </a:xfrm>
          <a:custGeom xmlns:a="http://schemas.openxmlformats.org/drawingml/2006/main"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0" name="Freeform 42">
            <a:extLst xmlns:a="http://schemas.openxmlformats.org/drawingml/2006/main">
              <a:ext uri="{FF2B5EF4-FFF2-40B4-BE49-F238E27FC236}">
                <a16:creationId xmlns:a16="http://schemas.microsoft.com/office/drawing/2014/main" id="{A2947E74-F5C2-4121-BEAC-ABCF8D0B9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5990" y="387574"/>
            <a:ext cx="328990" cy="328471"/>
          </a:xfrm>
          <a:custGeom xmlns:a="http://schemas.openxmlformats.org/drawingml/2006/main"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1" name="Freeform 43">
            <a:extLst xmlns:a="http://schemas.openxmlformats.org/drawingml/2006/main">
              <a:ext uri="{FF2B5EF4-FFF2-40B4-BE49-F238E27FC236}">
                <a16:creationId xmlns:a16="http://schemas.microsoft.com/office/drawing/2014/main" id="{DA8642AB-A383-4017-AF9E-54C11A733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836" y="420317"/>
            <a:ext cx="36381" cy="43657"/>
          </a:xfrm>
          <a:custGeom xmlns:a="http://schemas.openxmlformats.org/drawingml/2006/main"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2" name="Freeform 44">
            <a:extLst xmlns:a="http://schemas.openxmlformats.org/drawingml/2006/main">
              <a:ext uri="{FF2B5EF4-FFF2-40B4-BE49-F238E27FC236}">
                <a16:creationId xmlns:a16="http://schemas.microsoft.com/office/drawing/2014/main" id="{DDC6F294-FB31-4474-BDDC-AAC4761B7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451" y="502955"/>
            <a:ext cx="34822" cy="37420"/>
          </a:xfrm>
          <a:custGeom xmlns:a="http://schemas.openxmlformats.org/drawingml/2006/main"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3" name="Freeform 45">
            <a:extLst xmlns:a="http://schemas.openxmlformats.org/drawingml/2006/main">
              <a:ext uri="{FF2B5EF4-FFF2-40B4-BE49-F238E27FC236}">
                <a16:creationId xmlns:a16="http://schemas.microsoft.com/office/drawing/2014/main" id="{049E60E3-2791-44F2-8200-2ED8B6782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0534" y="383416"/>
            <a:ext cx="37940" cy="40539"/>
          </a:xfrm>
          <a:custGeom xmlns:a="http://schemas.openxmlformats.org/drawingml/2006/main"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4" name="Freeform 46">
            <a:extLst xmlns:a="http://schemas.openxmlformats.org/drawingml/2006/main">
              <a:ext uri="{FF2B5EF4-FFF2-40B4-BE49-F238E27FC236}">
                <a16:creationId xmlns:a16="http://schemas.microsoft.com/office/drawing/2014/main" id="{3363385B-B67C-45DF-B7D4-C3542E582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451" y="561165"/>
            <a:ext cx="32743" cy="31184"/>
          </a:xfrm>
          <a:custGeom xmlns:a="http://schemas.openxmlformats.org/drawingml/2006/main"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5" name="Freeform 47">
            <a:extLst xmlns:a="http://schemas.openxmlformats.org/drawingml/2006/main">
              <a:ext uri="{FF2B5EF4-FFF2-40B4-BE49-F238E27FC236}">
                <a16:creationId xmlns:a16="http://schemas.microsoft.com/office/drawing/2014/main" id="{02981147-AAD4-47C8-801B-7A03F2F66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2285" y="723322"/>
            <a:ext cx="22868" cy="32743"/>
          </a:xfrm>
          <a:custGeom xmlns:a="http://schemas.openxmlformats.org/drawingml/2006/main"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6" name="Freeform 48">
            <a:extLst xmlns:a="http://schemas.openxmlformats.org/drawingml/2006/main">
              <a:ext uri="{FF2B5EF4-FFF2-40B4-BE49-F238E27FC236}">
                <a16:creationId xmlns:a16="http://schemas.microsoft.com/office/drawing/2014/main" id="{4CE015A3-4B10-46AE-9100-68E3DB8DE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8444" y="613138"/>
            <a:ext cx="33782" cy="29105"/>
          </a:xfrm>
          <a:custGeom xmlns:a="http://schemas.openxmlformats.org/drawingml/2006/main"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7" name="Freeform 49">
            <a:extLst xmlns:a="http://schemas.openxmlformats.org/drawingml/2006/main">
              <a:ext uri="{FF2B5EF4-FFF2-40B4-BE49-F238E27FC236}">
                <a16:creationId xmlns:a16="http://schemas.microsoft.com/office/drawing/2014/main" id="{BF755191-8E5B-4903-8500-C3ABBDFB2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8194" y="415639"/>
            <a:ext cx="40019" cy="43657"/>
          </a:xfrm>
          <a:custGeom xmlns:a="http://schemas.openxmlformats.org/drawingml/2006/main"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8" name="Freeform 50">
            <a:extLst xmlns:a="http://schemas.openxmlformats.org/drawingml/2006/main">
              <a:ext uri="{FF2B5EF4-FFF2-40B4-BE49-F238E27FC236}">
                <a16:creationId xmlns:a16="http://schemas.microsoft.com/office/drawing/2014/main" id="{43F99418-8EE8-4A7F-9820-FC1EAEF67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3113" y="709289"/>
            <a:ext cx="28065" cy="32223"/>
          </a:xfrm>
          <a:custGeom xmlns:a="http://schemas.openxmlformats.org/drawingml/2006/main"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9" name="Freeform 51">
            <a:extLst xmlns:a="http://schemas.openxmlformats.org/drawingml/2006/main">
              <a:ext uri="{FF2B5EF4-FFF2-40B4-BE49-F238E27FC236}">
                <a16:creationId xmlns:a16="http://schemas.microsoft.com/office/drawing/2014/main" id="{15D18063-99F5-44FC-BCDB-B7C1A7ACC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6135" y="379258"/>
            <a:ext cx="37940" cy="36901"/>
          </a:xfrm>
          <a:custGeom xmlns:a="http://schemas.openxmlformats.org/drawingml/2006/main"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0" name="Freeform 52">
            <a:extLst xmlns:a="http://schemas.openxmlformats.org/drawingml/2006/main">
              <a:ext uri="{FF2B5EF4-FFF2-40B4-BE49-F238E27FC236}">
                <a16:creationId xmlns:a16="http://schemas.microsoft.com/office/drawing/2014/main" id="{959D6A1E-483B-4716-980C-FC11B2207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8397" y="345475"/>
            <a:ext cx="30144" cy="32743"/>
          </a:xfrm>
          <a:custGeom xmlns:a="http://schemas.openxmlformats.org/drawingml/2006/main"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1" name="Freeform 53">
            <a:extLst xmlns:a="http://schemas.openxmlformats.org/drawingml/2006/main">
              <a:ext uri="{FF2B5EF4-FFF2-40B4-BE49-F238E27FC236}">
                <a16:creationId xmlns:a16="http://schemas.microsoft.com/office/drawing/2014/main" id="{3E88C0F1-2063-4D63-B233-785D78293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5298" y="723322"/>
            <a:ext cx="23387" cy="33262"/>
          </a:xfrm>
          <a:custGeom xmlns:a="http://schemas.openxmlformats.org/drawingml/2006/main"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2" name="Freeform 54">
            <a:extLst xmlns:a="http://schemas.openxmlformats.org/drawingml/2006/main">
              <a:ext uri="{FF2B5EF4-FFF2-40B4-BE49-F238E27FC236}">
                <a16:creationId xmlns:a16="http://schemas.microsoft.com/office/drawing/2014/main" id="{9218CB51-01A5-4DD6-BC4A-CEAC02432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5" y="351712"/>
            <a:ext cx="31183" cy="35341"/>
          </a:xfrm>
          <a:custGeom xmlns:a="http://schemas.openxmlformats.org/drawingml/2006/main"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3" name="Freeform 55">
            <a:extLst xmlns:a="http://schemas.openxmlformats.org/drawingml/2006/main">
              <a:ext uri="{FF2B5EF4-FFF2-40B4-BE49-F238E27FC236}">
                <a16:creationId xmlns:a16="http://schemas.microsoft.com/office/drawing/2014/main" id="{096C28E5-CFC2-4870-AABD-A82867F23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303" y="471251"/>
            <a:ext cx="36381" cy="29105"/>
          </a:xfrm>
          <a:custGeom xmlns:a="http://schemas.openxmlformats.org/drawingml/2006/main"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4" name="Freeform 56">
            <a:extLst xmlns:a="http://schemas.openxmlformats.org/drawingml/2006/main">
              <a:ext uri="{FF2B5EF4-FFF2-40B4-BE49-F238E27FC236}">
                <a16:creationId xmlns:a16="http://schemas.microsoft.com/office/drawing/2014/main" id="{47109431-6C6C-4F82-AE8A-ADD09C292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823" y="607941"/>
            <a:ext cx="35861" cy="33262"/>
          </a:xfrm>
          <a:custGeom xmlns:a="http://schemas.openxmlformats.org/drawingml/2006/main"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5" name="Freeform 57">
            <a:extLst xmlns:a="http://schemas.openxmlformats.org/drawingml/2006/main">
              <a:ext uri="{FF2B5EF4-FFF2-40B4-BE49-F238E27FC236}">
                <a16:creationId xmlns:a16="http://schemas.microsoft.com/office/drawing/2014/main" id="{A0EC8ED6-1FCA-4FE8-9031-2F74DEAA3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816" y="556487"/>
            <a:ext cx="31703" cy="28065"/>
          </a:xfrm>
          <a:custGeom xmlns:a="http://schemas.openxmlformats.org/drawingml/2006/main"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6" name="Freeform 58">
            <a:extLst xmlns:a="http://schemas.openxmlformats.org/drawingml/2006/main">
              <a:ext uri="{FF2B5EF4-FFF2-40B4-BE49-F238E27FC236}">
                <a16:creationId xmlns:a16="http://schemas.microsoft.com/office/drawing/2014/main" id="{99215960-E2EF-4DE5-A145-B9AE95287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8830" y="357949"/>
            <a:ext cx="28585" cy="35861"/>
          </a:xfrm>
          <a:custGeom xmlns:a="http://schemas.openxmlformats.org/drawingml/2006/main"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7" name="Freeform 59">
            <a:extLst xmlns:a="http://schemas.openxmlformats.org/drawingml/2006/main">
              <a:ext uri="{FF2B5EF4-FFF2-40B4-BE49-F238E27FC236}">
                <a16:creationId xmlns:a16="http://schemas.microsoft.com/office/drawing/2014/main" id="{5574BEA8-4DB8-4D99-AAE9-2E8C64D65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9484" y="461896"/>
            <a:ext cx="32743" cy="28585"/>
          </a:xfrm>
          <a:custGeom xmlns:a="http://schemas.openxmlformats.org/drawingml/2006/main"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8" name="Freeform 60">
            <a:extLst xmlns:a="http://schemas.openxmlformats.org/drawingml/2006/main">
              <a:ext uri="{FF2B5EF4-FFF2-40B4-BE49-F238E27FC236}">
                <a16:creationId xmlns:a16="http://schemas.microsoft.com/office/drawing/2014/main" id="{1086F693-3235-421D-9B48-51613B649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297" y="515428"/>
            <a:ext cx="31703" cy="20789"/>
          </a:xfrm>
          <a:custGeom xmlns:a="http://schemas.openxmlformats.org/drawingml/2006/main"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9" name="Freeform 61">
            <a:extLst xmlns:a="http://schemas.openxmlformats.org/drawingml/2006/main">
              <a:ext uri="{FF2B5EF4-FFF2-40B4-BE49-F238E27FC236}">
                <a16:creationId xmlns:a16="http://schemas.microsoft.com/office/drawing/2014/main" id="{C0A38425-D15E-41AC-9F8D-D4669C98E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6212" y="349113"/>
            <a:ext cx="19230" cy="32223"/>
          </a:xfrm>
          <a:custGeom xmlns:a="http://schemas.openxmlformats.org/drawingml/2006/main"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0" name="Freeform 62">
            <a:extLst xmlns:a="http://schemas.openxmlformats.org/drawingml/2006/main">
              <a:ext uri="{FF2B5EF4-FFF2-40B4-BE49-F238E27FC236}">
                <a16:creationId xmlns:a16="http://schemas.microsoft.com/office/drawing/2014/main" id="{0A8BC4B3-C343-4207-9B5C-9D550CAC9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8753" y="711368"/>
            <a:ext cx="23907" cy="31184"/>
          </a:xfrm>
          <a:custGeom xmlns:a="http://schemas.openxmlformats.org/drawingml/2006/main"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1" name="Freeform 71">
            <a:extLst xmlns:a="http://schemas.openxmlformats.org/drawingml/2006/main">
              <a:ext uri="{FF2B5EF4-FFF2-40B4-BE49-F238E27FC236}">
                <a16:creationId xmlns:a16="http://schemas.microsoft.com/office/drawing/2014/main" id="{B9554EC4-ADE7-4B2C-A2EE-F55440B8B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0023" y="401606"/>
            <a:ext cx="301445" cy="300925"/>
          </a:xfrm>
          <a:custGeom xmlns:a="http://schemas.openxmlformats.org/drawingml/2006/main"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2" name="直接连接符 121">
            <a:extLst xmlns:a="http://schemas.openxmlformats.org/drawingml/2006/main">
              <a:ext uri="{FF2B5EF4-FFF2-40B4-BE49-F238E27FC236}">
                <a16:creationId xmlns:a16="http://schemas.microsoft.com/office/drawing/2014/main" id="{6864A22E-D849-4E1B-9157-BD2016CAF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381750"/>
            <a:ext cx="113157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tx1">
                <a:lumMod val="75000"/>
                <a:lumOff val="2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3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2B4EA10D-0383-4E98-82BB-CC7AFD81D3E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9005791" y="6394353"/>
            <a:ext cx="2743200" cy="2921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125" name="标题 1">
            <a:extLst xmlns:a="http://schemas.openxmlformats.org/drawingml/2006/main">
              <a:ext uri="{FF2B5EF4-FFF2-40B4-BE49-F238E27FC236}">
                <a16:creationId xmlns:a16="http://schemas.microsoft.com/office/drawing/2014/main" id="{9C9EF207-87E8-4F40-9D71-913EE692948F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42913" y="243569"/>
            <a:ext cx="9056851" cy="61751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400" b="1" kern="1200" baseline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/>
        </p:txBody>
      </p:sp>
      <p:sp>
        <p:nvSpPr>
          <p:cNvPr id="71" name="文本框 70">
            <a:extLst xmlns:a="http://schemas.openxmlformats.org/drawingml/2006/main">
              <a:ext uri="{FF2B5EF4-FFF2-40B4-BE49-F238E27FC236}">
                <a16:creationId xmlns:a16="http://schemas.microsoft.com/office/drawing/2014/main" id="{5F84F66D-9B99-4322-B924-312187211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3" y="6394353"/>
            <a:ext cx="1545907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</p:sldLayout>
</file>

<file path=ppt/slideLayouts/slideLayout11.xml><?xml version="1.0" encoding="utf-8"?>
<p:sldLayout xmlns:p="http://schemas.openxmlformats.org/presentationml/2006/main" preserve="1" userDrawn="1">
  <p:cSld name="内容页-仅log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0" name="Freeform 17">
            <a:extLst xmlns:a="http://schemas.openxmlformats.org/drawingml/2006/main">
              <a:ext uri="{FF2B5EF4-FFF2-40B4-BE49-F238E27FC236}">
                <a16:creationId xmlns:a16="http://schemas.microsoft.com/office/drawing/2014/main" id="{7D77C4AF-25A3-4909-A818-6F394F6E8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8081" y="688617"/>
            <a:ext cx="64437" cy="68999"/>
          </a:xfrm>
          <a:custGeom xmlns:a="http://schemas.openxmlformats.org/drawingml/2006/main">
            <a:gdLst>
              <a:gd name="T0" fmla="*/ 34 w 127"/>
              <a:gd name="T1" fmla="*/ 71 h 136"/>
              <a:gd name="T2" fmla="*/ 34 w 127"/>
              <a:gd name="T3" fmla="*/ 81 h 136"/>
              <a:gd name="T4" fmla="*/ 34 w 127"/>
              <a:gd name="T5" fmla="*/ 114 h 136"/>
              <a:gd name="T6" fmla="*/ 35 w 127"/>
              <a:gd name="T7" fmla="*/ 122 h 136"/>
              <a:gd name="T8" fmla="*/ 40 w 127"/>
              <a:gd name="T9" fmla="*/ 127 h 136"/>
              <a:gd name="T10" fmla="*/ 49 w 127"/>
              <a:gd name="T11" fmla="*/ 128 h 136"/>
              <a:gd name="T12" fmla="*/ 49 w 127"/>
              <a:gd name="T13" fmla="*/ 135 h 136"/>
              <a:gd name="T14" fmla="*/ 1 w 127"/>
              <a:gd name="T15" fmla="*/ 135 h 136"/>
              <a:gd name="T16" fmla="*/ 0 w 127"/>
              <a:gd name="T17" fmla="*/ 132 h 136"/>
              <a:gd name="T18" fmla="*/ 0 w 127"/>
              <a:gd name="T19" fmla="*/ 128 h 136"/>
              <a:gd name="T20" fmla="*/ 9 w 127"/>
              <a:gd name="T21" fmla="*/ 127 h 136"/>
              <a:gd name="T22" fmla="*/ 16 w 127"/>
              <a:gd name="T23" fmla="*/ 120 h 136"/>
              <a:gd name="T24" fmla="*/ 17 w 127"/>
              <a:gd name="T25" fmla="*/ 111 h 136"/>
              <a:gd name="T26" fmla="*/ 17 w 127"/>
              <a:gd name="T27" fmla="*/ 22 h 136"/>
              <a:gd name="T28" fmla="*/ 16 w 127"/>
              <a:gd name="T29" fmla="*/ 15 h 136"/>
              <a:gd name="T30" fmla="*/ 9 w 127"/>
              <a:gd name="T31" fmla="*/ 9 h 136"/>
              <a:gd name="T32" fmla="*/ 0 w 127"/>
              <a:gd name="T33" fmla="*/ 8 h 136"/>
              <a:gd name="T34" fmla="*/ 0 w 127"/>
              <a:gd name="T35" fmla="*/ 1 h 136"/>
              <a:gd name="T36" fmla="*/ 4 w 127"/>
              <a:gd name="T37" fmla="*/ 0 h 136"/>
              <a:gd name="T38" fmla="*/ 71 w 127"/>
              <a:gd name="T39" fmla="*/ 0 h 136"/>
              <a:gd name="T40" fmla="*/ 94 w 127"/>
              <a:gd name="T41" fmla="*/ 4 h 136"/>
              <a:gd name="T42" fmla="*/ 116 w 127"/>
              <a:gd name="T43" fmla="*/ 32 h 136"/>
              <a:gd name="T44" fmla="*/ 97 w 127"/>
              <a:gd name="T45" fmla="*/ 66 h 136"/>
              <a:gd name="T46" fmla="*/ 80 w 127"/>
              <a:gd name="T47" fmla="*/ 70 h 136"/>
              <a:gd name="T48" fmla="*/ 71 w 127"/>
              <a:gd name="T49" fmla="*/ 71 h 136"/>
              <a:gd name="T50" fmla="*/ 73 w 127"/>
              <a:gd name="T51" fmla="*/ 75 h 136"/>
              <a:gd name="T52" fmla="*/ 104 w 127"/>
              <a:gd name="T53" fmla="*/ 114 h 136"/>
              <a:gd name="T54" fmla="*/ 105 w 127"/>
              <a:gd name="T55" fmla="*/ 116 h 136"/>
              <a:gd name="T56" fmla="*/ 127 w 127"/>
              <a:gd name="T57" fmla="*/ 128 h 136"/>
              <a:gd name="T58" fmla="*/ 127 w 127"/>
              <a:gd name="T59" fmla="*/ 135 h 136"/>
              <a:gd name="T60" fmla="*/ 116 w 127"/>
              <a:gd name="T61" fmla="*/ 135 h 136"/>
              <a:gd name="T62" fmla="*/ 102 w 127"/>
              <a:gd name="T63" fmla="*/ 136 h 136"/>
              <a:gd name="T64" fmla="*/ 96 w 127"/>
              <a:gd name="T65" fmla="*/ 132 h 136"/>
              <a:gd name="T66" fmla="*/ 59 w 127"/>
              <a:gd name="T67" fmla="*/ 82 h 136"/>
              <a:gd name="T68" fmla="*/ 52 w 127"/>
              <a:gd name="T69" fmla="*/ 73 h 136"/>
              <a:gd name="T70" fmla="*/ 49 w 127"/>
              <a:gd name="T71" fmla="*/ 71 h 136"/>
              <a:gd name="T72" fmla="*/ 34 w 127"/>
              <a:gd name="T73" fmla="*/ 71 h 136"/>
              <a:gd name="T74" fmla="*/ 34 w 127"/>
              <a:gd name="T75" fmla="*/ 61 h 136"/>
              <a:gd name="T76" fmla="*/ 36 w 127"/>
              <a:gd name="T77" fmla="*/ 62 h 136"/>
              <a:gd name="T78" fmla="*/ 66 w 127"/>
              <a:gd name="T79" fmla="*/ 62 h 136"/>
              <a:gd name="T80" fmla="*/ 82 w 127"/>
              <a:gd name="T81" fmla="*/ 59 h 136"/>
              <a:gd name="T82" fmla="*/ 96 w 127"/>
              <a:gd name="T83" fmla="*/ 44 h 136"/>
              <a:gd name="T84" fmla="*/ 96 w 127"/>
              <a:gd name="T85" fmla="*/ 29 h 136"/>
              <a:gd name="T86" fmla="*/ 81 w 127"/>
              <a:gd name="T87" fmla="*/ 12 h 136"/>
              <a:gd name="T88" fmla="*/ 70 w 127"/>
              <a:gd name="T89" fmla="*/ 11 h 136"/>
              <a:gd name="T90" fmla="*/ 37 w 127"/>
              <a:gd name="T91" fmla="*/ 11 h 136"/>
              <a:gd name="T92" fmla="*/ 34 w 127"/>
              <a:gd name="T93" fmla="*/ 11 h 136"/>
              <a:gd name="T94" fmla="*/ 34 w 127"/>
              <a:gd name="T95" fmla="*/ 61 h 136"/>
            </a:gdLst>
            <a:rect l="0" t="0" r="r" b="b"/>
            <a:pathLst>
              <a:path w="127" h="136">
                <a:moveTo>
                  <a:pt x="34" y="71"/>
                </a:moveTo>
                <a:cubicBezTo>
                  <a:pt x="34" y="75"/>
                  <a:pt x="34" y="78"/>
                  <a:pt x="34" y="81"/>
                </a:cubicBezTo>
                <a:cubicBezTo>
                  <a:pt x="34" y="92"/>
                  <a:pt x="34" y="103"/>
                  <a:pt x="34" y="114"/>
                </a:cubicBezTo>
                <a:cubicBezTo>
                  <a:pt x="34" y="117"/>
                  <a:pt x="34" y="119"/>
                  <a:pt x="35" y="122"/>
                </a:cubicBezTo>
                <a:cubicBezTo>
                  <a:pt x="35" y="125"/>
                  <a:pt x="37" y="127"/>
                  <a:pt x="40" y="127"/>
                </a:cubicBezTo>
                <a:cubicBezTo>
                  <a:pt x="43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1" y="135"/>
                </a:cubicBezTo>
                <a:cubicBezTo>
                  <a:pt x="0" y="134"/>
                  <a:pt x="0" y="133"/>
                  <a:pt x="0" y="132"/>
                </a:cubicBezTo>
                <a:cubicBezTo>
                  <a:pt x="0" y="131"/>
                  <a:pt x="0" y="130"/>
                  <a:pt x="0" y="128"/>
                </a:cubicBezTo>
                <a:cubicBezTo>
                  <a:pt x="3" y="128"/>
                  <a:pt x="6" y="128"/>
                  <a:pt x="9" y="127"/>
                </a:cubicBezTo>
                <a:cubicBezTo>
                  <a:pt x="14" y="126"/>
                  <a:pt x="15" y="125"/>
                  <a:pt x="16" y="120"/>
                </a:cubicBezTo>
                <a:cubicBezTo>
                  <a:pt x="16" y="117"/>
                  <a:pt x="17" y="114"/>
                  <a:pt x="17" y="111"/>
                </a:cubicBezTo>
                <a:cubicBezTo>
                  <a:pt x="17" y="81"/>
                  <a:pt x="17" y="52"/>
                  <a:pt x="17" y="22"/>
                </a:cubicBezTo>
                <a:cubicBezTo>
                  <a:pt x="17" y="20"/>
                  <a:pt x="16" y="17"/>
                  <a:pt x="16" y="15"/>
                </a:cubicBezTo>
                <a:cubicBezTo>
                  <a:pt x="15" y="11"/>
                  <a:pt x="13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2" y="1"/>
                  <a:pt x="3" y="0"/>
                  <a:pt x="4" y="0"/>
                </a:cubicBezTo>
                <a:cubicBezTo>
                  <a:pt x="26" y="0"/>
                  <a:pt x="49" y="0"/>
                  <a:pt x="71" y="0"/>
                </a:cubicBezTo>
                <a:cubicBezTo>
                  <a:pt x="79" y="0"/>
                  <a:pt x="86" y="1"/>
                  <a:pt x="94" y="4"/>
                </a:cubicBezTo>
                <a:cubicBezTo>
                  <a:pt x="108" y="9"/>
                  <a:pt x="115" y="18"/>
                  <a:pt x="116" y="32"/>
                </a:cubicBezTo>
                <a:cubicBezTo>
                  <a:pt x="117" y="48"/>
                  <a:pt x="110" y="60"/>
                  <a:pt x="97" y="66"/>
                </a:cubicBezTo>
                <a:cubicBezTo>
                  <a:pt x="91" y="68"/>
                  <a:pt x="86" y="70"/>
                  <a:pt x="80" y="70"/>
                </a:cubicBezTo>
                <a:cubicBezTo>
                  <a:pt x="77" y="70"/>
                  <a:pt x="74" y="71"/>
                  <a:pt x="71" y="71"/>
                </a:cubicBezTo>
                <a:cubicBezTo>
                  <a:pt x="72" y="73"/>
                  <a:pt x="73" y="74"/>
                  <a:pt x="73" y="75"/>
                </a:cubicBezTo>
                <a:cubicBezTo>
                  <a:pt x="84" y="88"/>
                  <a:pt x="94" y="101"/>
                  <a:pt x="104" y="114"/>
                </a:cubicBezTo>
                <a:cubicBezTo>
                  <a:pt x="105" y="115"/>
                  <a:pt x="105" y="115"/>
                  <a:pt x="105" y="116"/>
                </a:cubicBezTo>
                <a:cubicBezTo>
                  <a:pt x="111" y="122"/>
                  <a:pt x="117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24" y="135"/>
                  <a:pt x="120" y="135"/>
                  <a:pt x="116" y="135"/>
                </a:cubicBezTo>
                <a:cubicBezTo>
                  <a:pt x="111" y="135"/>
                  <a:pt x="107" y="135"/>
                  <a:pt x="102" y="136"/>
                </a:cubicBezTo>
                <a:cubicBezTo>
                  <a:pt x="99" y="136"/>
                  <a:pt x="97" y="134"/>
                  <a:pt x="96" y="132"/>
                </a:cubicBezTo>
                <a:cubicBezTo>
                  <a:pt x="83" y="115"/>
                  <a:pt x="71" y="99"/>
                  <a:pt x="59" y="82"/>
                </a:cubicBezTo>
                <a:cubicBezTo>
                  <a:pt x="57" y="79"/>
                  <a:pt x="54" y="76"/>
                  <a:pt x="52" y="73"/>
                </a:cubicBezTo>
                <a:cubicBezTo>
                  <a:pt x="51" y="72"/>
                  <a:pt x="50" y="71"/>
                  <a:pt x="49" y="71"/>
                </a:cubicBezTo>
                <a:cubicBezTo>
                  <a:pt x="44" y="71"/>
                  <a:pt x="39" y="71"/>
                  <a:pt x="34" y="71"/>
                </a:cubicBezTo>
                <a:close/>
                <a:moveTo>
                  <a:pt x="34" y="61"/>
                </a:moveTo>
                <a:cubicBezTo>
                  <a:pt x="35" y="62"/>
                  <a:pt x="36" y="62"/>
                  <a:pt x="36" y="62"/>
                </a:cubicBezTo>
                <a:cubicBezTo>
                  <a:pt x="46" y="62"/>
                  <a:pt x="56" y="62"/>
                  <a:pt x="66" y="62"/>
                </a:cubicBezTo>
                <a:cubicBezTo>
                  <a:pt x="72" y="61"/>
                  <a:pt x="77" y="60"/>
                  <a:pt x="82" y="59"/>
                </a:cubicBezTo>
                <a:cubicBezTo>
                  <a:pt x="90" y="56"/>
                  <a:pt x="94" y="51"/>
                  <a:pt x="96" y="44"/>
                </a:cubicBezTo>
                <a:cubicBezTo>
                  <a:pt x="96" y="39"/>
                  <a:pt x="97" y="34"/>
                  <a:pt x="96" y="29"/>
                </a:cubicBezTo>
                <a:cubicBezTo>
                  <a:pt x="95" y="20"/>
                  <a:pt x="90" y="15"/>
                  <a:pt x="81" y="12"/>
                </a:cubicBezTo>
                <a:cubicBezTo>
                  <a:pt x="77" y="11"/>
                  <a:pt x="74" y="11"/>
                  <a:pt x="70" y="11"/>
                </a:cubicBezTo>
                <a:cubicBezTo>
                  <a:pt x="59" y="10"/>
                  <a:pt x="48" y="11"/>
                  <a:pt x="37" y="11"/>
                </a:cubicBezTo>
                <a:cubicBezTo>
                  <a:pt x="36" y="11"/>
                  <a:pt x="35" y="11"/>
                  <a:pt x="34" y="11"/>
                </a:cubicBezTo>
                <a:cubicBezTo>
                  <a:pt x="34" y="28"/>
                  <a:pt x="34" y="44"/>
                  <a:pt x="34" y="61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1" name="Freeform 18">
            <a:extLst xmlns:a="http://schemas.openxmlformats.org/drawingml/2006/main">
              <a:ext uri="{FF2B5EF4-FFF2-40B4-BE49-F238E27FC236}">
                <a16:creationId xmlns:a16="http://schemas.microsoft.com/office/drawing/2014/main" id="{7028BD1C-C5D4-481C-A1E5-E782BE4BB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3581" y="688617"/>
            <a:ext cx="64437" cy="68429"/>
          </a:xfrm>
          <a:custGeom xmlns:a="http://schemas.openxmlformats.org/drawingml/2006/main">
            <a:gdLst>
              <a:gd name="T0" fmla="*/ 50 w 127"/>
              <a:gd name="T1" fmla="*/ 70 h 135"/>
              <a:gd name="T2" fmla="*/ 34 w 127"/>
              <a:gd name="T3" fmla="*/ 87 h 135"/>
              <a:gd name="T4" fmla="*/ 33 w 127"/>
              <a:gd name="T5" fmla="*/ 90 h 135"/>
              <a:gd name="T6" fmla="*/ 33 w 127"/>
              <a:gd name="T7" fmla="*/ 116 h 135"/>
              <a:gd name="T8" fmla="*/ 34 w 127"/>
              <a:gd name="T9" fmla="*/ 120 h 135"/>
              <a:gd name="T10" fmla="*/ 41 w 127"/>
              <a:gd name="T11" fmla="*/ 127 h 135"/>
              <a:gd name="T12" fmla="*/ 49 w 127"/>
              <a:gd name="T13" fmla="*/ 128 h 135"/>
              <a:gd name="T14" fmla="*/ 49 w 127"/>
              <a:gd name="T15" fmla="*/ 135 h 135"/>
              <a:gd name="T16" fmla="*/ 0 w 127"/>
              <a:gd name="T17" fmla="*/ 135 h 135"/>
              <a:gd name="T18" fmla="*/ 0 w 127"/>
              <a:gd name="T19" fmla="*/ 128 h 135"/>
              <a:gd name="T20" fmla="*/ 7 w 127"/>
              <a:gd name="T21" fmla="*/ 128 h 135"/>
              <a:gd name="T22" fmla="*/ 16 w 127"/>
              <a:gd name="T23" fmla="*/ 118 h 135"/>
              <a:gd name="T24" fmla="*/ 16 w 127"/>
              <a:gd name="T25" fmla="*/ 111 h 135"/>
              <a:gd name="T26" fmla="*/ 16 w 127"/>
              <a:gd name="T27" fmla="*/ 24 h 135"/>
              <a:gd name="T28" fmla="*/ 16 w 127"/>
              <a:gd name="T29" fmla="*/ 16 h 135"/>
              <a:gd name="T30" fmla="*/ 8 w 127"/>
              <a:gd name="T31" fmla="*/ 9 h 135"/>
              <a:gd name="T32" fmla="*/ 0 w 127"/>
              <a:gd name="T33" fmla="*/ 8 h 135"/>
              <a:gd name="T34" fmla="*/ 0 w 127"/>
              <a:gd name="T35" fmla="*/ 1 h 135"/>
              <a:gd name="T36" fmla="*/ 49 w 127"/>
              <a:gd name="T37" fmla="*/ 1 h 135"/>
              <a:gd name="T38" fmla="*/ 50 w 127"/>
              <a:gd name="T39" fmla="*/ 8 h 135"/>
              <a:gd name="T40" fmla="*/ 41 w 127"/>
              <a:gd name="T41" fmla="*/ 9 h 135"/>
              <a:gd name="T42" fmla="*/ 34 w 127"/>
              <a:gd name="T43" fmla="*/ 16 h 135"/>
              <a:gd name="T44" fmla="*/ 33 w 127"/>
              <a:gd name="T45" fmla="*/ 23 h 135"/>
              <a:gd name="T46" fmla="*/ 33 w 127"/>
              <a:gd name="T47" fmla="*/ 70 h 135"/>
              <a:gd name="T48" fmla="*/ 33 w 127"/>
              <a:gd name="T49" fmla="*/ 73 h 135"/>
              <a:gd name="T50" fmla="*/ 36 w 127"/>
              <a:gd name="T51" fmla="*/ 71 h 135"/>
              <a:gd name="T52" fmla="*/ 83 w 127"/>
              <a:gd name="T53" fmla="*/ 19 h 135"/>
              <a:gd name="T54" fmla="*/ 86 w 127"/>
              <a:gd name="T55" fmla="*/ 14 h 135"/>
              <a:gd name="T56" fmla="*/ 84 w 127"/>
              <a:gd name="T57" fmla="*/ 9 h 135"/>
              <a:gd name="T58" fmla="*/ 76 w 127"/>
              <a:gd name="T59" fmla="*/ 8 h 135"/>
              <a:gd name="T60" fmla="*/ 76 w 127"/>
              <a:gd name="T61" fmla="*/ 1 h 135"/>
              <a:gd name="T62" fmla="*/ 122 w 127"/>
              <a:gd name="T63" fmla="*/ 1 h 135"/>
              <a:gd name="T64" fmla="*/ 122 w 127"/>
              <a:gd name="T65" fmla="*/ 8 h 135"/>
              <a:gd name="T66" fmla="*/ 118 w 127"/>
              <a:gd name="T67" fmla="*/ 8 h 135"/>
              <a:gd name="T68" fmla="*/ 99 w 127"/>
              <a:gd name="T69" fmla="*/ 18 h 135"/>
              <a:gd name="T70" fmla="*/ 77 w 127"/>
              <a:gd name="T71" fmla="*/ 41 h 135"/>
              <a:gd name="T72" fmla="*/ 62 w 127"/>
              <a:gd name="T73" fmla="*/ 57 h 135"/>
              <a:gd name="T74" fmla="*/ 64 w 127"/>
              <a:gd name="T75" fmla="*/ 61 h 135"/>
              <a:gd name="T76" fmla="*/ 102 w 127"/>
              <a:gd name="T77" fmla="*/ 113 h 135"/>
              <a:gd name="T78" fmla="*/ 108 w 127"/>
              <a:gd name="T79" fmla="*/ 120 h 135"/>
              <a:gd name="T80" fmla="*/ 123 w 127"/>
              <a:gd name="T81" fmla="*/ 127 h 135"/>
              <a:gd name="T82" fmla="*/ 127 w 127"/>
              <a:gd name="T83" fmla="*/ 128 h 135"/>
              <a:gd name="T84" fmla="*/ 127 w 127"/>
              <a:gd name="T85" fmla="*/ 135 h 135"/>
              <a:gd name="T86" fmla="*/ 73 w 127"/>
              <a:gd name="T87" fmla="*/ 135 h 135"/>
              <a:gd name="T88" fmla="*/ 73 w 127"/>
              <a:gd name="T89" fmla="*/ 128 h 135"/>
              <a:gd name="T90" fmla="*/ 80 w 127"/>
              <a:gd name="T91" fmla="*/ 127 h 135"/>
              <a:gd name="T92" fmla="*/ 84 w 127"/>
              <a:gd name="T93" fmla="*/ 120 h 135"/>
              <a:gd name="T94" fmla="*/ 82 w 127"/>
              <a:gd name="T95" fmla="*/ 115 h 135"/>
              <a:gd name="T96" fmla="*/ 51 w 127"/>
              <a:gd name="T97" fmla="*/ 72 h 135"/>
              <a:gd name="T98" fmla="*/ 50 w 127"/>
              <a:gd name="T99" fmla="*/ 70 h 135"/>
            </a:gdLst>
            <a:rect l="0" t="0" r="r" b="b"/>
            <a:pathLst>
              <a:path w="127" h="135">
                <a:moveTo>
                  <a:pt x="50" y="70"/>
                </a:moveTo>
                <a:cubicBezTo>
                  <a:pt x="44" y="76"/>
                  <a:pt x="39" y="81"/>
                  <a:pt x="34" y="87"/>
                </a:cubicBezTo>
                <a:cubicBezTo>
                  <a:pt x="33" y="88"/>
                  <a:pt x="33" y="89"/>
                  <a:pt x="33" y="90"/>
                </a:cubicBezTo>
                <a:cubicBezTo>
                  <a:pt x="33" y="99"/>
                  <a:pt x="33" y="107"/>
                  <a:pt x="33" y="116"/>
                </a:cubicBezTo>
                <a:cubicBezTo>
                  <a:pt x="33" y="117"/>
                  <a:pt x="33" y="118"/>
                  <a:pt x="34" y="120"/>
                </a:cubicBezTo>
                <a:cubicBezTo>
                  <a:pt x="35" y="125"/>
                  <a:pt x="36" y="126"/>
                  <a:pt x="41" y="127"/>
                </a:cubicBezTo>
                <a:cubicBezTo>
                  <a:pt x="44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7" y="128"/>
                </a:cubicBezTo>
                <a:cubicBezTo>
                  <a:pt x="14" y="127"/>
                  <a:pt x="16" y="125"/>
                  <a:pt x="16" y="118"/>
                </a:cubicBezTo>
                <a:cubicBezTo>
                  <a:pt x="16" y="115"/>
                  <a:pt x="16" y="113"/>
                  <a:pt x="16" y="111"/>
                </a:cubicBezTo>
                <a:cubicBezTo>
                  <a:pt x="16" y="82"/>
                  <a:pt x="16" y="53"/>
                  <a:pt x="16" y="24"/>
                </a:cubicBezTo>
                <a:cubicBezTo>
                  <a:pt x="16" y="21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5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4" y="0"/>
                  <a:pt x="40" y="0"/>
                  <a:pt x="49" y="1"/>
                </a:cubicBezTo>
                <a:cubicBezTo>
                  <a:pt x="49" y="3"/>
                  <a:pt x="50" y="5"/>
                  <a:pt x="50" y="8"/>
                </a:cubicBezTo>
                <a:cubicBezTo>
                  <a:pt x="47" y="8"/>
                  <a:pt x="44" y="8"/>
                  <a:pt x="41" y="9"/>
                </a:cubicBezTo>
                <a:cubicBezTo>
                  <a:pt x="37" y="9"/>
                  <a:pt x="34" y="11"/>
                  <a:pt x="34" y="16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39"/>
                  <a:pt x="33" y="54"/>
                  <a:pt x="33" y="70"/>
                </a:cubicBezTo>
                <a:cubicBezTo>
                  <a:pt x="33" y="71"/>
                  <a:pt x="33" y="72"/>
                  <a:pt x="33" y="73"/>
                </a:cubicBezTo>
                <a:cubicBezTo>
                  <a:pt x="35" y="72"/>
                  <a:pt x="36" y="72"/>
                  <a:pt x="36" y="71"/>
                </a:cubicBezTo>
                <a:cubicBezTo>
                  <a:pt x="52" y="54"/>
                  <a:pt x="67" y="37"/>
                  <a:pt x="83" y="19"/>
                </a:cubicBezTo>
                <a:cubicBezTo>
                  <a:pt x="84" y="18"/>
                  <a:pt x="85" y="16"/>
                  <a:pt x="86" y="14"/>
                </a:cubicBezTo>
                <a:cubicBezTo>
                  <a:pt x="88" y="12"/>
                  <a:pt x="87" y="10"/>
                  <a:pt x="84" y="9"/>
                </a:cubicBezTo>
                <a:cubicBezTo>
                  <a:pt x="81" y="8"/>
                  <a:pt x="79" y="8"/>
                  <a:pt x="76" y="8"/>
                </a:cubicBezTo>
                <a:cubicBezTo>
                  <a:pt x="76" y="5"/>
                  <a:pt x="76" y="3"/>
                  <a:pt x="76" y="1"/>
                </a:cubicBezTo>
                <a:cubicBezTo>
                  <a:pt x="79" y="0"/>
                  <a:pt x="114" y="0"/>
                  <a:pt x="122" y="1"/>
                </a:cubicBezTo>
                <a:cubicBezTo>
                  <a:pt x="122" y="3"/>
                  <a:pt x="122" y="5"/>
                  <a:pt x="122" y="8"/>
                </a:cubicBezTo>
                <a:cubicBezTo>
                  <a:pt x="121" y="8"/>
                  <a:pt x="120" y="8"/>
                  <a:pt x="118" y="8"/>
                </a:cubicBezTo>
                <a:cubicBezTo>
                  <a:pt x="111" y="9"/>
                  <a:pt x="104" y="12"/>
                  <a:pt x="99" y="18"/>
                </a:cubicBezTo>
                <a:cubicBezTo>
                  <a:pt x="92" y="25"/>
                  <a:pt x="85" y="33"/>
                  <a:pt x="77" y="41"/>
                </a:cubicBezTo>
                <a:cubicBezTo>
                  <a:pt x="72" y="46"/>
                  <a:pt x="67" y="52"/>
                  <a:pt x="62" y="57"/>
                </a:cubicBezTo>
                <a:cubicBezTo>
                  <a:pt x="63" y="58"/>
                  <a:pt x="64" y="59"/>
                  <a:pt x="64" y="61"/>
                </a:cubicBezTo>
                <a:cubicBezTo>
                  <a:pt x="77" y="78"/>
                  <a:pt x="90" y="95"/>
                  <a:pt x="102" y="113"/>
                </a:cubicBezTo>
                <a:cubicBezTo>
                  <a:pt x="104" y="115"/>
                  <a:pt x="106" y="118"/>
                  <a:pt x="108" y="120"/>
                </a:cubicBezTo>
                <a:cubicBezTo>
                  <a:pt x="112" y="124"/>
                  <a:pt x="117" y="127"/>
                  <a:pt x="123" y="127"/>
                </a:cubicBezTo>
                <a:cubicBezTo>
                  <a:pt x="124" y="128"/>
                  <a:pt x="125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09" y="135"/>
                  <a:pt x="91" y="135"/>
                  <a:pt x="73" y="135"/>
                </a:cubicBezTo>
                <a:cubicBezTo>
                  <a:pt x="73" y="133"/>
                  <a:pt x="73" y="131"/>
                  <a:pt x="73" y="128"/>
                </a:cubicBezTo>
                <a:cubicBezTo>
                  <a:pt x="75" y="128"/>
                  <a:pt x="78" y="128"/>
                  <a:pt x="80" y="127"/>
                </a:cubicBezTo>
                <a:cubicBezTo>
                  <a:pt x="85" y="127"/>
                  <a:pt x="86" y="125"/>
                  <a:pt x="84" y="120"/>
                </a:cubicBezTo>
                <a:cubicBezTo>
                  <a:pt x="84" y="118"/>
                  <a:pt x="83" y="117"/>
                  <a:pt x="82" y="115"/>
                </a:cubicBezTo>
                <a:cubicBezTo>
                  <a:pt x="72" y="101"/>
                  <a:pt x="61" y="86"/>
                  <a:pt x="51" y="72"/>
                </a:cubicBezTo>
                <a:cubicBezTo>
                  <a:pt x="51" y="71"/>
                  <a:pt x="50" y="71"/>
                  <a:pt x="50" y="7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2" name="Freeform 19">
            <a:extLst xmlns:a="http://schemas.openxmlformats.org/drawingml/2006/main">
              <a:ext uri="{FF2B5EF4-FFF2-40B4-BE49-F238E27FC236}">
                <a16:creationId xmlns:a16="http://schemas.microsoft.com/office/drawing/2014/main" id="{82629A3B-30CC-4D56-AF16-68D9E7D36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9719" y="688617"/>
            <a:ext cx="63867" cy="68429"/>
          </a:xfrm>
          <a:custGeom xmlns:a="http://schemas.openxmlformats.org/drawingml/2006/main">
            <a:gdLst>
              <a:gd name="T0" fmla="*/ 28 w 126"/>
              <a:gd name="T1" fmla="*/ 16 h 135"/>
              <a:gd name="T2" fmla="*/ 28 w 126"/>
              <a:gd name="T3" fmla="*/ 20 h 135"/>
              <a:gd name="T4" fmla="*/ 28 w 126"/>
              <a:gd name="T5" fmla="*/ 109 h 135"/>
              <a:gd name="T6" fmla="*/ 28 w 126"/>
              <a:gd name="T7" fmla="*/ 119 h 135"/>
              <a:gd name="T8" fmla="*/ 37 w 126"/>
              <a:gd name="T9" fmla="*/ 127 h 135"/>
              <a:gd name="T10" fmla="*/ 44 w 126"/>
              <a:gd name="T11" fmla="*/ 128 h 135"/>
              <a:gd name="T12" fmla="*/ 44 w 126"/>
              <a:gd name="T13" fmla="*/ 135 h 135"/>
              <a:gd name="T14" fmla="*/ 0 w 126"/>
              <a:gd name="T15" fmla="*/ 135 h 135"/>
              <a:gd name="T16" fmla="*/ 0 w 126"/>
              <a:gd name="T17" fmla="*/ 128 h 135"/>
              <a:gd name="T18" fmla="*/ 8 w 126"/>
              <a:gd name="T19" fmla="*/ 127 h 135"/>
              <a:gd name="T20" fmla="*/ 16 w 126"/>
              <a:gd name="T21" fmla="*/ 120 h 135"/>
              <a:gd name="T22" fmla="*/ 16 w 126"/>
              <a:gd name="T23" fmla="*/ 113 h 135"/>
              <a:gd name="T24" fmla="*/ 16 w 126"/>
              <a:gd name="T25" fmla="*/ 19 h 135"/>
              <a:gd name="T26" fmla="*/ 16 w 126"/>
              <a:gd name="T27" fmla="*/ 15 h 135"/>
              <a:gd name="T28" fmla="*/ 9 w 126"/>
              <a:gd name="T29" fmla="*/ 9 h 135"/>
              <a:gd name="T30" fmla="*/ 5 w 126"/>
              <a:gd name="T31" fmla="*/ 8 h 135"/>
              <a:gd name="T32" fmla="*/ 1 w 126"/>
              <a:gd name="T33" fmla="*/ 8 h 135"/>
              <a:gd name="T34" fmla="*/ 1 w 126"/>
              <a:gd name="T35" fmla="*/ 1 h 135"/>
              <a:gd name="T36" fmla="*/ 40 w 126"/>
              <a:gd name="T37" fmla="*/ 1 h 135"/>
              <a:gd name="T38" fmla="*/ 98 w 126"/>
              <a:gd name="T39" fmla="*/ 100 h 135"/>
              <a:gd name="T40" fmla="*/ 99 w 126"/>
              <a:gd name="T41" fmla="*/ 100 h 135"/>
              <a:gd name="T42" fmla="*/ 99 w 126"/>
              <a:gd name="T43" fmla="*/ 96 h 135"/>
              <a:gd name="T44" fmla="*/ 99 w 126"/>
              <a:gd name="T45" fmla="*/ 24 h 135"/>
              <a:gd name="T46" fmla="*/ 98 w 126"/>
              <a:gd name="T47" fmla="*/ 16 h 135"/>
              <a:gd name="T48" fmla="*/ 90 w 126"/>
              <a:gd name="T49" fmla="*/ 9 h 135"/>
              <a:gd name="T50" fmla="*/ 83 w 126"/>
              <a:gd name="T51" fmla="*/ 8 h 135"/>
              <a:gd name="T52" fmla="*/ 83 w 126"/>
              <a:gd name="T53" fmla="*/ 1 h 135"/>
              <a:gd name="T54" fmla="*/ 126 w 126"/>
              <a:gd name="T55" fmla="*/ 1 h 135"/>
              <a:gd name="T56" fmla="*/ 126 w 126"/>
              <a:gd name="T57" fmla="*/ 8 h 135"/>
              <a:gd name="T58" fmla="*/ 119 w 126"/>
              <a:gd name="T59" fmla="*/ 9 h 135"/>
              <a:gd name="T60" fmla="*/ 111 w 126"/>
              <a:gd name="T61" fmla="*/ 16 h 135"/>
              <a:gd name="T62" fmla="*/ 110 w 126"/>
              <a:gd name="T63" fmla="*/ 27 h 135"/>
              <a:gd name="T64" fmla="*/ 110 w 126"/>
              <a:gd name="T65" fmla="*/ 129 h 135"/>
              <a:gd name="T66" fmla="*/ 110 w 126"/>
              <a:gd name="T67" fmla="*/ 135 h 135"/>
              <a:gd name="T68" fmla="*/ 99 w 126"/>
              <a:gd name="T69" fmla="*/ 135 h 135"/>
              <a:gd name="T70" fmla="*/ 29 w 126"/>
              <a:gd name="T71" fmla="*/ 15 h 135"/>
              <a:gd name="T72" fmla="*/ 28 w 126"/>
              <a:gd name="T73" fmla="*/ 16 h 135"/>
            </a:gdLst>
            <a:rect l="0" t="0" r="r" b="b"/>
            <a:pathLst>
              <a:path w="126" h="135">
                <a:moveTo>
                  <a:pt x="28" y="16"/>
                </a:moveTo>
                <a:cubicBezTo>
                  <a:pt x="28" y="17"/>
                  <a:pt x="28" y="19"/>
                  <a:pt x="28" y="20"/>
                </a:cubicBezTo>
                <a:cubicBezTo>
                  <a:pt x="28" y="50"/>
                  <a:pt x="28" y="79"/>
                  <a:pt x="28" y="109"/>
                </a:cubicBezTo>
                <a:cubicBezTo>
                  <a:pt x="28" y="112"/>
                  <a:pt x="28" y="115"/>
                  <a:pt x="28" y="119"/>
                </a:cubicBezTo>
                <a:cubicBezTo>
                  <a:pt x="29" y="124"/>
                  <a:pt x="31" y="126"/>
                  <a:pt x="37" y="127"/>
                </a:cubicBezTo>
                <a:cubicBezTo>
                  <a:pt x="39" y="127"/>
                  <a:pt x="41" y="128"/>
                  <a:pt x="44" y="128"/>
                </a:cubicBezTo>
                <a:cubicBezTo>
                  <a:pt x="44" y="130"/>
                  <a:pt x="44" y="133"/>
                  <a:pt x="44" y="135"/>
                </a:cubicBezTo>
                <a:cubicBezTo>
                  <a:pt x="29" y="135"/>
                  <a:pt x="15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5" y="127"/>
                  <a:pt x="8" y="127"/>
                </a:cubicBezTo>
                <a:cubicBezTo>
                  <a:pt x="12" y="127"/>
                  <a:pt x="15" y="124"/>
                  <a:pt x="16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0"/>
                  <a:pt x="16" y="19"/>
                </a:cubicBezTo>
                <a:cubicBezTo>
                  <a:pt x="16" y="18"/>
                  <a:pt x="16" y="17"/>
                  <a:pt x="16" y="15"/>
                </a:cubicBezTo>
                <a:cubicBezTo>
                  <a:pt x="16" y="11"/>
                  <a:pt x="14" y="9"/>
                  <a:pt x="9" y="9"/>
                </a:cubicBezTo>
                <a:cubicBezTo>
                  <a:pt x="8" y="8"/>
                  <a:pt x="7" y="8"/>
                  <a:pt x="5" y="8"/>
                </a:cubicBezTo>
                <a:cubicBezTo>
                  <a:pt x="4" y="8"/>
                  <a:pt x="2" y="8"/>
                  <a:pt x="1" y="8"/>
                </a:cubicBezTo>
                <a:cubicBezTo>
                  <a:pt x="1" y="5"/>
                  <a:pt x="1" y="3"/>
                  <a:pt x="1" y="1"/>
                </a:cubicBezTo>
                <a:cubicBezTo>
                  <a:pt x="14" y="1"/>
                  <a:pt x="27" y="1"/>
                  <a:pt x="40" y="1"/>
                </a:cubicBezTo>
                <a:cubicBezTo>
                  <a:pt x="59" y="34"/>
                  <a:pt x="79" y="67"/>
                  <a:pt x="98" y="100"/>
                </a:cubicBezTo>
                <a:cubicBezTo>
                  <a:pt x="98" y="100"/>
                  <a:pt x="99" y="100"/>
                  <a:pt x="99" y="100"/>
                </a:cubicBezTo>
                <a:cubicBezTo>
                  <a:pt x="99" y="99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1"/>
                  <a:pt x="99" y="19"/>
                  <a:pt x="98" y="16"/>
                </a:cubicBezTo>
                <a:cubicBezTo>
                  <a:pt x="97" y="12"/>
                  <a:pt x="94" y="9"/>
                  <a:pt x="90" y="9"/>
                </a:cubicBezTo>
                <a:cubicBezTo>
                  <a:pt x="88" y="8"/>
                  <a:pt x="86" y="8"/>
                  <a:pt x="83" y="8"/>
                </a:cubicBezTo>
                <a:cubicBezTo>
                  <a:pt x="83" y="5"/>
                  <a:pt x="83" y="3"/>
                  <a:pt x="83" y="1"/>
                </a:cubicBezTo>
                <a:cubicBezTo>
                  <a:pt x="87" y="0"/>
                  <a:pt x="115" y="0"/>
                  <a:pt x="126" y="1"/>
                </a:cubicBezTo>
                <a:cubicBezTo>
                  <a:pt x="126" y="3"/>
                  <a:pt x="126" y="5"/>
                  <a:pt x="126" y="8"/>
                </a:cubicBezTo>
                <a:cubicBezTo>
                  <a:pt x="124" y="8"/>
                  <a:pt x="122" y="8"/>
                  <a:pt x="119" y="9"/>
                </a:cubicBezTo>
                <a:cubicBezTo>
                  <a:pt x="115" y="9"/>
                  <a:pt x="112" y="12"/>
                  <a:pt x="111" y="16"/>
                </a:cubicBezTo>
                <a:cubicBezTo>
                  <a:pt x="111" y="20"/>
                  <a:pt x="110" y="23"/>
                  <a:pt x="110" y="27"/>
                </a:cubicBezTo>
                <a:cubicBezTo>
                  <a:pt x="110" y="61"/>
                  <a:pt x="110" y="95"/>
                  <a:pt x="110" y="129"/>
                </a:cubicBezTo>
                <a:cubicBezTo>
                  <a:pt x="110" y="131"/>
                  <a:pt x="110" y="133"/>
                  <a:pt x="110" y="135"/>
                </a:cubicBezTo>
                <a:cubicBezTo>
                  <a:pt x="106" y="135"/>
                  <a:pt x="103" y="135"/>
                  <a:pt x="99" y="135"/>
                </a:cubicBezTo>
                <a:cubicBezTo>
                  <a:pt x="76" y="95"/>
                  <a:pt x="52" y="55"/>
                  <a:pt x="29" y="15"/>
                </a:cubicBezTo>
                <a:cubicBezTo>
                  <a:pt x="28" y="15"/>
                  <a:pt x="28" y="15"/>
                  <a:pt x="28" y="16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3" name="Freeform 20">
            <a:extLst xmlns:a="http://schemas.openxmlformats.org/drawingml/2006/main">
              <a:ext uri="{FF2B5EF4-FFF2-40B4-BE49-F238E27FC236}">
                <a16:creationId xmlns:a16="http://schemas.microsoft.com/office/drawing/2014/main" id="{0E1DC8BE-E72A-4EA7-8A7B-81F71CCB8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9652" y="688617"/>
            <a:ext cx="62726" cy="68429"/>
          </a:xfrm>
          <a:custGeom xmlns:a="http://schemas.openxmlformats.org/drawingml/2006/main">
            <a:gdLst>
              <a:gd name="T0" fmla="*/ 0 w 124"/>
              <a:gd name="T1" fmla="*/ 8 h 135"/>
              <a:gd name="T2" fmla="*/ 0 w 124"/>
              <a:gd name="T3" fmla="*/ 1 h 135"/>
              <a:gd name="T4" fmla="*/ 105 w 124"/>
              <a:gd name="T5" fmla="*/ 1 h 135"/>
              <a:gd name="T6" fmla="*/ 117 w 124"/>
              <a:gd name="T7" fmla="*/ 35 h 135"/>
              <a:gd name="T8" fmla="*/ 110 w 124"/>
              <a:gd name="T9" fmla="*/ 39 h 135"/>
              <a:gd name="T10" fmla="*/ 107 w 124"/>
              <a:gd name="T11" fmla="*/ 33 h 135"/>
              <a:gd name="T12" fmla="*/ 78 w 124"/>
              <a:gd name="T13" fmla="*/ 11 h 135"/>
              <a:gd name="T14" fmla="*/ 34 w 124"/>
              <a:gd name="T15" fmla="*/ 11 h 135"/>
              <a:gd name="T16" fmla="*/ 34 w 124"/>
              <a:gd name="T17" fmla="*/ 61 h 135"/>
              <a:gd name="T18" fmla="*/ 55 w 124"/>
              <a:gd name="T19" fmla="*/ 60 h 135"/>
              <a:gd name="T20" fmla="*/ 69 w 124"/>
              <a:gd name="T21" fmla="*/ 45 h 135"/>
              <a:gd name="T22" fmla="*/ 70 w 124"/>
              <a:gd name="T23" fmla="*/ 36 h 135"/>
              <a:gd name="T24" fmla="*/ 78 w 124"/>
              <a:gd name="T25" fmla="*/ 36 h 135"/>
              <a:gd name="T26" fmla="*/ 78 w 124"/>
              <a:gd name="T27" fmla="*/ 95 h 135"/>
              <a:gd name="T28" fmla="*/ 74 w 124"/>
              <a:gd name="T29" fmla="*/ 95 h 135"/>
              <a:gd name="T30" fmla="*/ 70 w 124"/>
              <a:gd name="T31" fmla="*/ 95 h 135"/>
              <a:gd name="T32" fmla="*/ 70 w 124"/>
              <a:gd name="T33" fmla="*/ 88 h 135"/>
              <a:gd name="T34" fmla="*/ 68 w 124"/>
              <a:gd name="T35" fmla="*/ 81 h 135"/>
              <a:gd name="T36" fmla="*/ 58 w 124"/>
              <a:gd name="T37" fmla="*/ 71 h 135"/>
              <a:gd name="T38" fmla="*/ 34 w 124"/>
              <a:gd name="T39" fmla="*/ 70 h 135"/>
              <a:gd name="T40" fmla="*/ 33 w 124"/>
              <a:gd name="T41" fmla="*/ 74 h 135"/>
              <a:gd name="T42" fmla="*/ 33 w 124"/>
              <a:gd name="T43" fmla="*/ 115 h 135"/>
              <a:gd name="T44" fmla="*/ 43 w 124"/>
              <a:gd name="T45" fmla="*/ 125 h 135"/>
              <a:gd name="T46" fmla="*/ 69 w 124"/>
              <a:gd name="T47" fmla="*/ 125 h 135"/>
              <a:gd name="T48" fmla="*/ 112 w 124"/>
              <a:gd name="T49" fmla="*/ 97 h 135"/>
              <a:gd name="T50" fmla="*/ 115 w 124"/>
              <a:gd name="T51" fmla="*/ 90 h 135"/>
              <a:gd name="T52" fmla="*/ 124 w 124"/>
              <a:gd name="T53" fmla="*/ 93 h 135"/>
              <a:gd name="T54" fmla="*/ 109 w 124"/>
              <a:gd name="T55" fmla="*/ 135 h 135"/>
              <a:gd name="T56" fmla="*/ 0 w 124"/>
              <a:gd name="T57" fmla="*/ 135 h 135"/>
              <a:gd name="T58" fmla="*/ 0 w 124"/>
              <a:gd name="T59" fmla="*/ 128 h 135"/>
              <a:gd name="T60" fmla="*/ 8 w 124"/>
              <a:gd name="T61" fmla="*/ 127 h 135"/>
              <a:gd name="T62" fmla="*/ 15 w 124"/>
              <a:gd name="T63" fmla="*/ 120 h 135"/>
              <a:gd name="T64" fmla="*/ 16 w 124"/>
              <a:gd name="T65" fmla="*/ 113 h 135"/>
              <a:gd name="T66" fmla="*/ 16 w 124"/>
              <a:gd name="T67" fmla="*/ 21 h 135"/>
              <a:gd name="T68" fmla="*/ 16 w 124"/>
              <a:gd name="T69" fmla="*/ 16 h 135"/>
              <a:gd name="T70" fmla="*/ 8 w 124"/>
              <a:gd name="T71" fmla="*/ 9 h 135"/>
              <a:gd name="T72" fmla="*/ 4 w 124"/>
              <a:gd name="T73" fmla="*/ 8 h 135"/>
              <a:gd name="T74" fmla="*/ 0 w 124"/>
              <a:gd name="T75" fmla="*/ 8 h 135"/>
            </a:gdLst>
            <a:rect l="0" t="0" r="r" b="b"/>
            <a:pathLst>
              <a:path w="124" h="135">
                <a:moveTo>
                  <a:pt x="0" y="8"/>
                </a:moveTo>
                <a:cubicBezTo>
                  <a:pt x="0" y="5"/>
                  <a:pt x="0" y="3"/>
                  <a:pt x="0" y="1"/>
                </a:cubicBezTo>
                <a:cubicBezTo>
                  <a:pt x="3" y="0"/>
                  <a:pt x="98" y="0"/>
                  <a:pt x="105" y="1"/>
                </a:cubicBezTo>
                <a:cubicBezTo>
                  <a:pt x="109" y="12"/>
                  <a:pt x="113" y="24"/>
                  <a:pt x="117" y="35"/>
                </a:cubicBezTo>
                <a:cubicBezTo>
                  <a:pt x="115" y="37"/>
                  <a:pt x="112" y="38"/>
                  <a:pt x="110" y="39"/>
                </a:cubicBezTo>
                <a:cubicBezTo>
                  <a:pt x="109" y="36"/>
                  <a:pt x="108" y="35"/>
                  <a:pt x="107" y="33"/>
                </a:cubicBezTo>
                <a:cubicBezTo>
                  <a:pt x="101" y="20"/>
                  <a:pt x="92" y="13"/>
                  <a:pt x="78" y="11"/>
                </a:cubicBezTo>
                <a:cubicBezTo>
                  <a:pt x="63" y="10"/>
                  <a:pt x="48" y="11"/>
                  <a:pt x="34" y="11"/>
                </a:cubicBezTo>
                <a:cubicBezTo>
                  <a:pt x="33" y="15"/>
                  <a:pt x="33" y="55"/>
                  <a:pt x="34" y="61"/>
                </a:cubicBezTo>
                <a:cubicBezTo>
                  <a:pt x="41" y="61"/>
                  <a:pt x="48" y="61"/>
                  <a:pt x="55" y="60"/>
                </a:cubicBezTo>
                <a:cubicBezTo>
                  <a:pt x="64" y="59"/>
                  <a:pt x="68" y="54"/>
                  <a:pt x="69" y="45"/>
                </a:cubicBezTo>
                <a:cubicBezTo>
                  <a:pt x="70" y="42"/>
                  <a:pt x="70" y="39"/>
                  <a:pt x="70" y="36"/>
                </a:cubicBezTo>
                <a:cubicBezTo>
                  <a:pt x="73" y="36"/>
                  <a:pt x="75" y="36"/>
                  <a:pt x="78" y="36"/>
                </a:cubicBezTo>
                <a:cubicBezTo>
                  <a:pt x="78" y="56"/>
                  <a:pt x="78" y="75"/>
                  <a:pt x="78" y="95"/>
                </a:cubicBezTo>
                <a:cubicBezTo>
                  <a:pt x="77" y="95"/>
                  <a:pt x="76" y="95"/>
                  <a:pt x="74" y="95"/>
                </a:cubicBezTo>
                <a:cubicBezTo>
                  <a:pt x="73" y="95"/>
                  <a:pt x="72" y="95"/>
                  <a:pt x="70" y="95"/>
                </a:cubicBezTo>
                <a:cubicBezTo>
                  <a:pt x="70" y="93"/>
                  <a:pt x="70" y="90"/>
                  <a:pt x="70" y="88"/>
                </a:cubicBezTo>
                <a:cubicBezTo>
                  <a:pt x="69" y="86"/>
                  <a:pt x="69" y="83"/>
                  <a:pt x="68" y="81"/>
                </a:cubicBezTo>
                <a:cubicBezTo>
                  <a:pt x="67" y="75"/>
                  <a:pt x="64" y="72"/>
                  <a:pt x="58" y="71"/>
                </a:cubicBezTo>
                <a:cubicBezTo>
                  <a:pt x="50" y="69"/>
                  <a:pt x="42" y="70"/>
                  <a:pt x="34" y="70"/>
                </a:cubicBezTo>
                <a:cubicBezTo>
                  <a:pt x="33" y="72"/>
                  <a:pt x="33" y="73"/>
                  <a:pt x="33" y="74"/>
                </a:cubicBezTo>
                <a:cubicBezTo>
                  <a:pt x="33" y="88"/>
                  <a:pt x="33" y="102"/>
                  <a:pt x="33" y="115"/>
                </a:cubicBezTo>
                <a:cubicBezTo>
                  <a:pt x="33" y="124"/>
                  <a:pt x="34" y="125"/>
                  <a:pt x="43" y="125"/>
                </a:cubicBezTo>
                <a:cubicBezTo>
                  <a:pt x="52" y="125"/>
                  <a:pt x="60" y="125"/>
                  <a:pt x="69" y="125"/>
                </a:cubicBezTo>
                <a:cubicBezTo>
                  <a:pt x="89" y="125"/>
                  <a:pt x="104" y="115"/>
                  <a:pt x="112" y="97"/>
                </a:cubicBezTo>
                <a:cubicBezTo>
                  <a:pt x="113" y="95"/>
                  <a:pt x="114" y="93"/>
                  <a:pt x="115" y="90"/>
                </a:cubicBezTo>
                <a:cubicBezTo>
                  <a:pt x="118" y="91"/>
                  <a:pt x="121" y="92"/>
                  <a:pt x="124" y="93"/>
                </a:cubicBezTo>
                <a:cubicBezTo>
                  <a:pt x="119" y="108"/>
                  <a:pt x="114" y="121"/>
                  <a:pt x="109" y="135"/>
                </a:cubicBezTo>
                <a:cubicBezTo>
                  <a:pt x="73" y="135"/>
                  <a:pt x="3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6" y="128"/>
                  <a:pt x="8" y="127"/>
                </a:cubicBezTo>
                <a:cubicBezTo>
                  <a:pt x="13" y="126"/>
                  <a:pt x="15" y="125"/>
                  <a:pt x="15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20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7" y="9"/>
                  <a:pt x="6" y="8"/>
                  <a:pt x="4" y="8"/>
                </a:cubicBezTo>
                <a:cubicBezTo>
                  <a:pt x="3" y="8"/>
                  <a:pt x="2" y="8"/>
                  <a:pt x="0" y="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4" name="Freeform 21">
            <a:extLst xmlns:a="http://schemas.openxmlformats.org/drawingml/2006/main">
              <a:ext uri="{FF2B5EF4-FFF2-40B4-BE49-F238E27FC236}">
                <a16:creationId xmlns:a16="http://schemas.microsoft.com/office/drawing/2014/main" id="{94E2C38E-30F5-4BFE-9420-74F99EC01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5152" y="689187"/>
            <a:ext cx="62726" cy="67859"/>
          </a:xfrm>
          <a:custGeom xmlns:a="http://schemas.openxmlformats.org/drawingml/2006/main">
            <a:gdLst>
              <a:gd name="T0" fmla="*/ 33 w 123"/>
              <a:gd name="T1" fmla="*/ 60 h 134"/>
              <a:gd name="T2" fmla="*/ 55 w 123"/>
              <a:gd name="T3" fmla="*/ 59 h 134"/>
              <a:gd name="T4" fmla="*/ 68 w 123"/>
              <a:gd name="T5" fmla="*/ 45 h 134"/>
              <a:gd name="T6" fmla="*/ 70 w 123"/>
              <a:gd name="T7" fmla="*/ 35 h 134"/>
              <a:gd name="T8" fmla="*/ 77 w 123"/>
              <a:gd name="T9" fmla="*/ 35 h 134"/>
              <a:gd name="T10" fmla="*/ 77 w 123"/>
              <a:gd name="T11" fmla="*/ 94 h 134"/>
              <a:gd name="T12" fmla="*/ 75 w 123"/>
              <a:gd name="T13" fmla="*/ 94 h 134"/>
              <a:gd name="T14" fmla="*/ 70 w 123"/>
              <a:gd name="T15" fmla="*/ 94 h 134"/>
              <a:gd name="T16" fmla="*/ 69 w 123"/>
              <a:gd name="T17" fmla="*/ 83 h 134"/>
              <a:gd name="T18" fmla="*/ 54 w 123"/>
              <a:gd name="T19" fmla="*/ 69 h 134"/>
              <a:gd name="T20" fmla="*/ 33 w 123"/>
              <a:gd name="T21" fmla="*/ 69 h 134"/>
              <a:gd name="T22" fmla="*/ 33 w 123"/>
              <a:gd name="T23" fmla="*/ 73 h 134"/>
              <a:gd name="T24" fmla="*/ 33 w 123"/>
              <a:gd name="T25" fmla="*/ 114 h 134"/>
              <a:gd name="T26" fmla="*/ 43 w 123"/>
              <a:gd name="T27" fmla="*/ 124 h 134"/>
              <a:gd name="T28" fmla="*/ 68 w 123"/>
              <a:gd name="T29" fmla="*/ 124 h 134"/>
              <a:gd name="T30" fmla="*/ 112 w 123"/>
              <a:gd name="T31" fmla="*/ 96 h 134"/>
              <a:gd name="T32" fmla="*/ 115 w 123"/>
              <a:gd name="T33" fmla="*/ 90 h 134"/>
              <a:gd name="T34" fmla="*/ 115 w 123"/>
              <a:gd name="T35" fmla="*/ 90 h 134"/>
              <a:gd name="T36" fmla="*/ 123 w 123"/>
              <a:gd name="T37" fmla="*/ 92 h 134"/>
              <a:gd name="T38" fmla="*/ 109 w 123"/>
              <a:gd name="T39" fmla="*/ 134 h 134"/>
              <a:gd name="T40" fmla="*/ 0 w 123"/>
              <a:gd name="T41" fmla="*/ 134 h 134"/>
              <a:gd name="T42" fmla="*/ 0 w 123"/>
              <a:gd name="T43" fmla="*/ 127 h 134"/>
              <a:gd name="T44" fmla="*/ 8 w 123"/>
              <a:gd name="T45" fmla="*/ 126 h 134"/>
              <a:gd name="T46" fmla="*/ 15 w 123"/>
              <a:gd name="T47" fmla="*/ 120 h 134"/>
              <a:gd name="T48" fmla="*/ 16 w 123"/>
              <a:gd name="T49" fmla="*/ 113 h 134"/>
              <a:gd name="T50" fmla="*/ 16 w 123"/>
              <a:gd name="T51" fmla="*/ 20 h 134"/>
              <a:gd name="T52" fmla="*/ 5 w 123"/>
              <a:gd name="T53" fmla="*/ 7 h 134"/>
              <a:gd name="T54" fmla="*/ 0 w 123"/>
              <a:gd name="T55" fmla="*/ 7 h 134"/>
              <a:gd name="T56" fmla="*/ 0 w 123"/>
              <a:gd name="T57" fmla="*/ 0 h 134"/>
              <a:gd name="T58" fmla="*/ 105 w 123"/>
              <a:gd name="T59" fmla="*/ 0 h 134"/>
              <a:gd name="T60" fmla="*/ 117 w 123"/>
              <a:gd name="T61" fmla="*/ 35 h 134"/>
              <a:gd name="T62" fmla="*/ 109 w 123"/>
              <a:gd name="T63" fmla="*/ 38 h 134"/>
              <a:gd name="T64" fmla="*/ 107 w 123"/>
              <a:gd name="T65" fmla="*/ 34 h 134"/>
              <a:gd name="T66" fmla="*/ 105 w 123"/>
              <a:gd name="T67" fmla="*/ 29 h 134"/>
              <a:gd name="T68" fmla="*/ 78 w 123"/>
              <a:gd name="T69" fmla="*/ 11 h 134"/>
              <a:gd name="T70" fmla="*/ 42 w 123"/>
              <a:gd name="T71" fmla="*/ 10 h 134"/>
              <a:gd name="T72" fmla="*/ 33 w 123"/>
              <a:gd name="T73" fmla="*/ 10 h 134"/>
              <a:gd name="T74" fmla="*/ 33 w 123"/>
              <a:gd name="T75" fmla="*/ 60 h 134"/>
            </a:gdLst>
            <a:rect l="0" t="0" r="r" b="b"/>
            <a:pathLst>
              <a:path w="123" h="134">
                <a:moveTo>
                  <a:pt x="33" y="60"/>
                </a:moveTo>
                <a:cubicBezTo>
                  <a:pt x="41" y="60"/>
                  <a:pt x="48" y="61"/>
                  <a:pt x="55" y="59"/>
                </a:cubicBezTo>
                <a:cubicBezTo>
                  <a:pt x="63" y="57"/>
                  <a:pt x="67" y="53"/>
                  <a:pt x="68" y="45"/>
                </a:cubicBezTo>
                <a:cubicBezTo>
                  <a:pt x="69" y="42"/>
                  <a:pt x="69" y="39"/>
                  <a:pt x="70" y="35"/>
                </a:cubicBezTo>
                <a:cubicBezTo>
                  <a:pt x="72" y="35"/>
                  <a:pt x="75" y="35"/>
                  <a:pt x="77" y="35"/>
                </a:cubicBezTo>
                <a:cubicBezTo>
                  <a:pt x="77" y="55"/>
                  <a:pt x="77" y="74"/>
                  <a:pt x="77" y="94"/>
                </a:cubicBezTo>
                <a:cubicBezTo>
                  <a:pt x="76" y="94"/>
                  <a:pt x="75" y="94"/>
                  <a:pt x="75" y="94"/>
                </a:cubicBezTo>
                <a:cubicBezTo>
                  <a:pt x="73" y="94"/>
                  <a:pt x="71" y="94"/>
                  <a:pt x="70" y="94"/>
                </a:cubicBezTo>
                <a:cubicBezTo>
                  <a:pt x="69" y="90"/>
                  <a:pt x="69" y="86"/>
                  <a:pt x="69" y="83"/>
                </a:cubicBezTo>
                <a:cubicBezTo>
                  <a:pt x="67" y="74"/>
                  <a:pt x="63" y="70"/>
                  <a:pt x="54" y="69"/>
                </a:cubicBezTo>
                <a:cubicBezTo>
                  <a:pt x="47" y="69"/>
                  <a:pt x="40" y="69"/>
                  <a:pt x="33" y="69"/>
                </a:cubicBezTo>
                <a:cubicBezTo>
                  <a:pt x="33" y="71"/>
                  <a:pt x="33" y="72"/>
                  <a:pt x="33" y="73"/>
                </a:cubicBezTo>
                <a:cubicBezTo>
                  <a:pt x="33" y="87"/>
                  <a:pt x="33" y="101"/>
                  <a:pt x="33" y="114"/>
                </a:cubicBezTo>
                <a:cubicBezTo>
                  <a:pt x="33" y="123"/>
                  <a:pt x="34" y="124"/>
                  <a:pt x="43" y="124"/>
                </a:cubicBezTo>
                <a:cubicBezTo>
                  <a:pt x="51" y="124"/>
                  <a:pt x="60" y="124"/>
                  <a:pt x="68" y="124"/>
                </a:cubicBezTo>
                <a:cubicBezTo>
                  <a:pt x="89" y="124"/>
                  <a:pt x="103" y="114"/>
                  <a:pt x="112" y="96"/>
                </a:cubicBezTo>
                <a:cubicBezTo>
                  <a:pt x="113" y="94"/>
                  <a:pt x="114" y="92"/>
                  <a:pt x="115" y="90"/>
                </a:cubicBezTo>
                <a:cubicBezTo>
                  <a:pt x="115" y="90"/>
                  <a:pt x="115" y="90"/>
                  <a:pt x="115" y="90"/>
                </a:cubicBezTo>
                <a:cubicBezTo>
                  <a:pt x="118" y="90"/>
                  <a:pt x="120" y="91"/>
                  <a:pt x="123" y="92"/>
                </a:cubicBezTo>
                <a:cubicBezTo>
                  <a:pt x="118" y="107"/>
                  <a:pt x="113" y="120"/>
                  <a:pt x="109" y="134"/>
                </a:cubicBezTo>
                <a:cubicBezTo>
                  <a:pt x="72" y="134"/>
                  <a:pt x="3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6"/>
                  <a:pt x="8" y="126"/>
                </a:cubicBezTo>
                <a:cubicBezTo>
                  <a:pt x="12" y="126"/>
                  <a:pt x="14" y="124"/>
                  <a:pt x="15" y="120"/>
                </a:cubicBezTo>
                <a:cubicBezTo>
                  <a:pt x="15" y="118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0"/>
                  <a:pt x="14" y="8"/>
                  <a:pt x="5" y="7"/>
                </a:cubicBezTo>
                <a:cubicBezTo>
                  <a:pt x="3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34" y="0"/>
                  <a:pt x="69" y="0"/>
                  <a:pt x="105" y="0"/>
                </a:cubicBezTo>
                <a:cubicBezTo>
                  <a:pt x="109" y="11"/>
                  <a:pt x="112" y="22"/>
                  <a:pt x="117" y="35"/>
                </a:cubicBezTo>
                <a:cubicBezTo>
                  <a:pt x="114" y="36"/>
                  <a:pt x="112" y="37"/>
                  <a:pt x="109" y="38"/>
                </a:cubicBezTo>
                <a:cubicBezTo>
                  <a:pt x="108" y="36"/>
                  <a:pt x="108" y="35"/>
                  <a:pt x="107" y="34"/>
                </a:cubicBezTo>
                <a:cubicBezTo>
                  <a:pt x="107" y="32"/>
                  <a:pt x="106" y="31"/>
                  <a:pt x="105" y="29"/>
                </a:cubicBezTo>
                <a:cubicBezTo>
                  <a:pt x="100" y="18"/>
                  <a:pt x="90" y="11"/>
                  <a:pt x="78" y="11"/>
                </a:cubicBezTo>
                <a:cubicBezTo>
                  <a:pt x="66" y="10"/>
                  <a:pt x="54" y="10"/>
                  <a:pt x="42" y="10"/>
                </a:cubicBezTo>
                <a:cubicBezTo>
                  <a:pt x="39" y="10"/>
                  <a:pt x="36" y="10"/>
                  <a:pt x="33" y="10"/>
                </a:cubicBezTo>
                <a:cubicBezTo>
                  <a:pt x="33" y="26"/>
                  <a:pt x="33" y="43"/>
                  <a:pt x="33" y="6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5" name="Freeform 22">
            <a:extLst xmlns:a="http://schemas.openxmlformats.org/drawingml/2006/main">
              <a:ext uri="{FF2B5EF4-FFF2-40B4-BE49-F238E27FC236}">
                <a16:creationId xmlns:a16="http://schemas.microsoft.com/office/drawing/2014/main" id="{BD2B2D18-8E5B-47DF-80BE-935CBB93F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3944" y="689187"/>
            <a:ext cx="63867" cy="67859"/>
          </a:xfrm>
          <a:custGeom xmlns:a="http://schemas.openxmlformats.org/drawingml/2006/main">
            <a:gdLst>
              <a:gd name="T0" fmla="*/ 43 w 126"/>
              <a:gd name="T1" fmla="*/ 134 h 134"/>
              <a:gd name="T2" fmla="*/ 0 w 126"/>
              <a:gd name="T3" fmla="*/ 134 h 134"/>
              <a:gd name="T4" fmla="*/ 0 w 126"/>
              <a:gd name="T5" fmla="*/ 127 h 134"/>
              <a:gd name="T6" fmla="*/ 7 w 126"/>
              <a:gd name="T7" fmla="*/ 126 h 134"/>
              <a:gd name="T8" fmla="*/ 16 w 126"/>
              <a:gd name="T9" fmla="*/ 118 h 134"/>
              <a:gd name="T10" fmla="*/ 16 w 126"/>
              <a:gd name="T11" fmla="*/ 110 h 134"/>
              <a:gd name="T12" fmla="*/ 16 w 126"/>
              <a:gd name="T13" fmla="*/ 18 h 134"/>
              <a:gd name="T14" fmla="*/ 5 w 126"/>
              <a:gd name="T15" fmla="*/ 7 h 134"/>
              <a:gd name="T16" fmla="*/ 0 w 126"/>
              <a:gd name="T17" fmla="*/ 7 h 134"/>
              <a:gd name="T18" fmla="*/ 0 w 126"/>
              <a:gd name="T19" fmla="*/ 0 h 134"/>
              <a:gd name="T20" fmla="*/ 40 w 126"/>
              <a:gd name="T21" fmla="*/ 0 h 134"/>
              <a:gd name="T22" fmla="*/ 98 w 126"/>
              <a:gd name="T23" fmla="*/ 100 h 134"/>
              <a:gd name="T24" fmla="*/ 99 w 126"/>
              <a:gd name="T25" fmla="*/ 96 h 134"/>
              <a:gd name="T26" fmla="*/ 99 w 126"/>
              <a:gd name="T27" fmla="*/ 24 h 134"/>
              <a:gd name="T28" fmla="*/ 98 w 126"/>
              <a:gd name="T29" fmla="*/ 17 h 134"/>
              <a:gd name="T30" fmla="*/ 89 w 126"/>
              <a:gd name="T31" fmla="*/ 7 h 134"/>
              <a:gd name="T32" fmla="*/ 83 w 126"/>
              <a:gd name="T33" fmla="*/ 7 h 134"/>
              <a:gd name="T34" fmla="*/ 83 w 126"/>
              <a:gd name="T35" fmla="*/ 4 h 134"/>
              <a:gd name="T36" fmla="*/ 83 w 126"/>
              <a:gd name="T37" fmla="*/ 0 h 134"/>
              <a:gd name="T38" fmla="*/ 125 w 126"/>
              <a:gd name="T39" fmla="*/ 0 h 134"/>
              <a:gd name="T40" fmla="*/ 126 w 126"/>
              <a:gd name="T41" fmla="*/ 3 h 134"/>
              <a:gd name="T42" fmla="*/ 126 w 126"/>
              <a:gd name="T43" fmla="*/ 7 h 134"/>
              <a:gd name="T44" fmla="*/ 120 w 126"/>
              <a:gd name="T45" fmla="*/ 7 h 134"/>
              <a:gd name="T46" fmla="*/ 110 w 126"/>
              <a:gd name="T47" fmla="*/ 16 h 134"/>
              <a:gd name="T48" fmla="*/ 110 w 126"/>
              <a:gd name="T49" fmla="*/ 26 h 134"/>
              <a:gd name="T50" fmla="*/ 110 w 126"/>
              <a:gd name="T51" fmla="*/ 128 h 134"/>
              <a:gd name="T52" fmla="*/ 110 w 126"/>
              <a:gd name="T53" fmla="*/ 134 h 134"/>
              <a:gd name="T54" fmla="*/ 98 w 126"/>
              <a:gd name="T55" fmla="*/ 134 h 134"/>
              <a:gd name="T56" fmla="*/ 28 w 126"/>
              <a:gd name="T57" fmla="*/ 14 h 134"/>
              <a:gd name="T58" fmla="*/ 28 w 126"/>
              <a:gd name="T59" fmla="*/ 14 h 134"/>
              <a:gd name="T60" fmla="*/ 27 w 126"/>
              <a:gd name="T61" fmla="*/ 17 h 134"/>
              <a:gd name="T62" fmla="*/ 27 w 126"/>
              <a:gd name="T63" fmla="*/ 110 h 134"/>
              <a:gd name="T64" fmla="*/ 28 w 126"/>
              <a:gd name="T65" fmla="*/ 118 h 134"/>
              <a:gd name="T66" fmla="*/ 36 w 126"/>
              <a:gd name="T67" fmla="*/ 126 h 134"/>
              <a:gd name="T68" fmla="*/ 43 w 126"/>
              <a:gd name="T69" fmla="*/ 127 h 134"/>
              <a:gd name="T70" fmla="*/ 43 w 126"/>
              <a:gd name="T71" fmla="*/ 134 h 134"/>
            </a:gdLst>
            <a:rect l="0" t="0" r="r" b="b"/>
            <a:pathLst>
              <a:path w="126" h="134">
                <a:moveTo>
                  <a:pt x="43" y="134"/>
                </a:moveTo>
                <a:cubicBezTo>
                  <a:pt x="29" y="134"/>
                  <a:pt x="14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7"/>
                  <a:pt x="7" y="126"/>
                </a:cubicBezTo>
                <a:cubicBezTo>
                  <a:pt x="13" y="125"/>
                  <a:pt x="15" y="123"/>
                  <a:pt x="16" y="118"/>
                </a:cubicBezTo>
                <a:cubicBezTo>
                  <a:pt x="16" y="115"/>
                  <a:pt x="16" y="113"/>
                  <a:pt x="16" y="110"/>
                </a:cubicBezTo>
                <a:cubicBezTo>
                  <a:pt x="16" y="80"/>
                  <a:pt x="16" y="49"/>
                  <a:pt x="16" y="18"/>
                </a:cubicBezTo>
                <a:cubicBezTo>
                  <a:pt x="16" y="9"/>
                  <a:pt x="14" y="8"/>
                  <a:pt x="5" y="7"/>
                </a:cubicBezTo>
                <a:cubicBezTo>
                  <a:pt x="4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3" y="0"/>
                  <a:pt x="26" y="0"/>
                  <a:pt x="40" y="0"/>
                </a:cubicBezTo>
                <a:cubicBezTo>
                  <a:pt x="59" y="33"/>
                  <a:pt x="78" y="66"/>
                  <a:pt x="98" y="100"/>
                </a:cubicBezTo>
                <a:cubicBezTo>
                  <a:pt x="98" y="98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2"/>
                  <a:pt x="99" y="19"/>
                  <a:pt x="98" y="17"/>
                </a:cubicBezTo>
                <a:cubicBezTo>
                  <a:pt x="97" y="11"/>
                  <a:pt x="95" y="8"/>
                  <a:pt x="89" y="7"/>
                </a:cubicBezTo>
                <a:cubicBezTo>
                  <a:pt x="87" y="7"/>
                  <a:pt x="85" y="7"/>
                  <a:pt x="83" y="7"/>
                </a:cubicBezTo>
                <a:cubicBezTo>
                  <a:pt x="83" y="6"/>
                  <a:pt x="83" y="5"/>
                  <a:pt x="83" y="4"/>
                </a:cubicBezTo>
                <a:cubicBezTo>
                  <a:pt x="83" y="2"/>
                  <a:pt x="83" y="1"/>
                  <a:pt x="83" y="0"/>
                </a:cubicBezTo>
                <a:cubicBezTo>
                  <a:pt x="97" y="0"/>
                  <a:pt x="111" y="0"/>
                  <a:pt x="125" y="0"/>
                </a:cubicBezTo>
                <a:cubicBezTo>
                  <a:pt x="125" y="1"/>
                  <a:pt x="126" y="2"/>
                  <a:pt x="126" y="3"/>
                </a:cubicBezTo>
                <a:cubicBezTo>
                  <a:pt x="126" y="4"/>
                  <a:pt x="126" y="5"/>
                  <a:pt x="126" y="7"/>
                </a:cubicBezTo>
                <a:cubicBezTo>
                  <a:pt x="124" y="7"/>
                  <a:pt x="122" y="7"/>
                  <a:pt x="120" y="7"/>
                </a:cubicBezTo>
                <a:cubicBezTo>
                  <a:pt x="114" y="8"/>
                  <a:pt x="111" y="11"/>
                  <a:pt x="110" y="16"/>
                </a:cubicBezTo>
                <a:cubicBezTo>
                  <a:pt x="110" y="20"/>
                  <a:pt x="110" y="23"/>
                  <a:pt x="110" y="26"/>
                </a:cubicBezTo>
                <a:cubicBezTo>
                  <a:pt x="110" y="60"/>
                  <a:pt x="110" y="94"/>
                  <a:pt x="110" y="128"/>
                </a:cubicBezTo>
                <a:cubicBezTo>
                  <a:pt x="110" y="130"/>
                  <a:pt x="110" y="132"/>
                  <a:pt x="110" y="134"/>
                </a:cubicBezTo>
                <a:cubicBezTo>
                  <a:pt x="106" y="134"/>
                  <a:pt x="102" y="134"/>
                  <a:pt x="98" y="134"/>
                </a:cubicBezTo>
                <a:cubicBezTo>
                  <a:pt x="75" y="94"/>
                  <a:pt x="52" y="54"/>
                  <a:pt x="28" y="14"/>
                </a:cubicBezTo>
                <a:cubicBezTo>
                  <a:pt x="28" y="14"/>
                  <a:pt x="28" y="14"/>
                  <a:pt x="28" y="14"/>
                </a:cubicBezTo>
                <a:cubicBezTo>
                  <a:pt x="27" y="15"/>
                  <a:pt x="27" y="16"/>
                  <a:pt x="27" y="17"/>
                </a:cubicBezTo>
                <a:cubicBezTo>
                  <a:pt x="27" y="48"/>
                  <a:pt x="27" y="79"/>
                  <a:pt x="27" y="110"/>
                </a:cubicBezTo>
                <a:cubicBezTo>
                  <a:pt x="27" y="113"/>
                  <a:pt x="27" y="116"/>
                  <a:pt x="28" y="118"/>
                </a:cubicBezTo>
                <a:cubicBezTo>
                  <a:pt x="29" y="123"/>
                  <a:pt x="31" y="125"/>
                  <a:pt x="36" y="126"/>
                </a:cubicBezTo>
                <a:cubicBezTo>
                  <a:pt x="38" y="126"/>
                  <a:pt x="41" y="127"/>
                  <a:pt x="43" y="127"/>
                </a:cubicBezTo>
                <a:cubicBezTo>
                  <a:pt x="43" y="129"/>
                  <a:pt x="43" y="132"/>
                  <a:pt x="43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6" name="Freeform 23">
            <a:extLst xmlns:a="http://schemas.openxmlformats.org/drawingml/2006/main">
              <a:ext uri="{FF2B5EF4-FFF2-40B4-BE49-F238E27FC236}">
                <a16:creationId xmlns:a16="http://schemas.microsoft.com/office/drawing/2014/main" id="{17C2C78E-38BF-42B3-8614-4F21539CD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2943" y="686906"/>
            <a:ext cx="70710" cy="72991"/>
          </a:xfrm>
          <a:custGeom xmlns:a="http://schemas.openxmlformats.org/drawingml/2006/main">
            <a:gdLst>
              <a:gd name="T0" fmla="*/ 87 w 139"/>
              <a:gd name="T1" fmla="*/ 79 h 144"/>
              <a:gd name="T2" fmla="*/ 87 w 139"/>
              <a:gd name="T3" fmla="*/ 71 h 144"/>
              <a:gd name="T4" fmla="*/ 139 w 139"/>
              <a:gd name="T5" fmla="*/ 71 h 144"/>
              <a:gd name="T6" fmla="*/ 139 w 139"/>
              <a:gd name="T7" fmla="*/ 79 h 144"/>
              <a:gd name="T8" fmla="*/ 133 w 139"/>
              <a:gd name="T9" fmla="*/ 79 h 144"/>
              <a:gd name="T10" fmla="*/ 124 w 139"/>
              <a:gd name="T11" fmla="*/ 88 h 144"/>
              <a:gd name="T12" fmla="*/ 124 w 139"/>
              <a:gd name="T13" fmla="*/ 95 h 144"/>
              <a:gd name="T14" fmla="*/ 124 w 139"/>
              <a:gd name="T15" fmla="*/ 134 h 144"/>
              <a:gd name="T16" fmla="*/ 124 w 139"/>
              <a:gd name="T17" fmla="*/ 139 h 144"/>
              <a:gd name="T18" fmla="*/ 115 w 139"/>
              <a:gd name="T19" fmla="*/ 139 h 144"/>
              <a:gd name="T20" fmla="*/ 110 w 139"/>
              <a:gd name="T21" fmla="*/ 128 h 144"/>
              <a:gd name="T22" fmla="*/ 105 w 139"/>
              <a:gd name="T23" fmla="*/ 131 h 144"/>
              <a:gd name="T24" fmla="*/ 56 w 139"/>
              <a:gd name="T25" fmla="*/ 141 h 144"/>
              <a:gd name="T26" fmla="*/ 10 w 139"/>
              <a:gd name="T27" fmla="*/ 103 h 144"/>
              <a:gd name="T28" fmla="*/ 15 w 139"/>
              <a:gd name="T29" fmla="*/ 33 h 144"/>
              <a:gd name="T30" fmla="*/ 56 w 139"/>
              <a:gd name="T31" fmla="*/ 3 h 144"/>
              <a:gd name="T32" fmla="*/ 99 w 139"/>
              <a:gd name="T33" fmla="*/ 11 h 144"/>
              <a:gd name="T34" fmla="*/ 102 w 139"/>
              <a:gd name="T35" fmla="*/ 13 h 144"/>
              <a:gd name="T36" fmla="*/ 105 w 139"/>
              <a:gd name="T37" fmla="*/ 5 h 144"/>
              <a:gd name="T38" fmla="*/ 112 w 139"/>
              <a:gd name="T39" fmla="*/ 5 h 144"/>
              <a:gd name="T40" fmla="*/ 122 w 139"/>
              <a:gd name="T41" fmla="*/ 46 h 144"/>
              <a:gd name="T42" fmla="*/ 114 w 139"/>
              <a:gd name="T43" fmla="*/ 49 h 144"/>
              <a:gd name="T44" fmla="*/ 112 w 139"/>
              <a:gd name="T45" fmla="*/ 44 h 144"/>
              <a:gd name="T46" fmla="*/ 100 w 139"/>
              <a:gd name="T47" fmla="*/ 25 h 144"/>
              <a:gd name="T48" fmla="*/ 42 w 139"/>
              <a:gd name="T49" fmla="*/ 23 h 144"/>
              <a:gd name="T50" fmla="*/ 24 w 139"/>
              <a:gd name="T51" fmla="*/ 62 h 144"/>
              <a:gd name="T52" fmla="*/ 34 w 139"/>
              <a:gd name="T53" fmla="*/ 109 h 144"/>
              <a:gd name="T54" fmla="*/ 77 w 139"/>
              <a:gd name="T55" fmla="*/ 131 h 144"/>
              <a:gd name="T56" fmla="*/ 101 w 139"/>
              <a:gd name="T57" fmla="*/ 120 h 144"/>
              <a:gd name="T58" fmla="*/ 106 w 139"/>
              <a:gd name="T59" fmla="*/ 109 h 144"/>
              <a:gd name="T60" fmla="*/ 106 w 139"/>
              <a:gd name="T61" fmla="*/ 90 h 144"/>
              <a:gd name="T62" fmla="*/ 96 w 139"/>
              <a:gd name="T63" fmla="*/ 79 h 144"/>
              <a:gd name="T64" fmla="*/ 87 w 139"/>
              <a:gd name="T65" fmla="*/ 79 h 144"/>
            </a:gdLst>
            <a:rect l="0" t="0" r="r" b="b"/>
            <a:pathLst>
              <a:path w="139" h="144">
                <a:moveTo>
                  <a:pt x="87" y="79"/>
                </a:moveTo>
                <a:cubicBezTo>
                  <a:pt x="87" y="76"/>
                  <a:pt x="87" y="74"/>
                  <a:pt x="87" y="71"/>
                </a:cubicBezTo>
                <a:cubicBezTo>
                  <a:pt x="105" y="71"/>
                  <a:pt x="122" y="71"/>
                  <a:pt x="139" y="71"/>
                </a:cubicBezTo>
                <a:cubicBezTo>
                  <a:pt x="139" y="74"/>
                  <a:pt x="139" y="76"/>
                  <a:pt x="139" y="79"/>
                </a:cubicBezTo>
                <a:cubicBezTo>
                  <a:pt x="137" y="79"/>
                  <a:pt x="135" y="79"/>
                  <a:pt x="133" y="79"/>
                </a:cubicBezTo>
                <a:cubicBezTo>
                  <a:pt x="127" y="79"/>
                  <a:pt x="125" y="81"/>
                  <a:pt x="124" y="88"/>
                </a:cubicBezTo>
                <a:cubicBezTo>
                  <a:pt x="124" y="90"/>
                  <a:pt x="124" y="93"/>
                  <a:pt x="124" y="95"/>
                </a:cubicBezTo>
                <a:cubicBezTo>
                  <a:pt x="124" y="108"/>
                  <a:pt x="124" y="121"/>
                  <a:pt x="124" y="134"/>
                </a:cubicBezTo>
                <a:cubicBezTo>
                  <a:pt x="124" y="135"/>
                  <a:pt x="124" y="137"/>
                  <a:pt x="124" y="139"/>
                </a:cubicBezTo>
                <a:cubicBezTo>
                  <a:pt x="121" y="139"/>
                  <a:pt x="118" y="139"/>
                  <a:pt x="115" y="139"/>
                </a:cubicBezTo>
                <a:cubicBezTo>
                  <a:pt x="113" y="136"/>
                  <a:pt x="112" y="132"/>
                  <a:pt x="110" y="128"/>
                </a:cubicBezTo>
                <a:cubicBezTo>
                  <a:pt x="108" y="129"/>
                  <a:pt x="107" y="130"/>
                  <a:pt x="105" y="131"/>
                </a:cubicBezTo>
                <a:cubicBezTo>
                  <a:pt x="90" y="140"/>
                  <a:pt x="74" y="144"/>
                  <a:pt x="56" y="141"/>
                </a:cubicBezTo>
                <a:cubicBezTo>
                  <a:pt x="34" y="137"/>
                  <a:pt x="18" y="124"/>
                  <a:pt x="10" y="103"/>
                </a:cubicBezTo>
                <a:cubicBezTo>
                  <a:pt x="0" y="79"/>
                  <a:pt x="1" y="55"/>
                  <a:pt x="15" y="33"/>
                </a:cubicBezTo>
                <a:cubicBezTo>
                  <a:pt x="24" y="17"/>
                  <a:pt x="38" y="6"/>
                  <a:pt x="56" y="3"/>
                </a:cubicBezTo>
                <a:cubicBezTo>
                  <a:pt x="71" y="0"/>
                  <a:pt x="86" y="2"/>
                  <a:pt x="99" y="11"/>
                </a:cubicBezTo>
                <a:cubicBezTo>
                  <a:pt x="100" y="12"/>
                  <a:pt x="101" y="12"/>
                  <a:pt x="102" y="13"/>
                </a:cubicBezTo>
                <a:cubicBezTo>
                  <a:pt x="103" y="10"/>
                  <a:pt x="104" y="7"/>
                  <a:pt x="105" y="5"/>
                </a:cubicBezTo>
                <a:cubicBezTo>
                  <a:pt x="107" y="5"/>
                  <a:pt x="109" y="5"/>
                  <a:pt x="112" y="5"/>
                </a:cubicBezTo>
                <a:cubicBezTo>
                  <a:pt x="115" y="18"/>
                  <a:pt x="119" y="32"/>
                  <a:pt x="122" y="46"/>
                </a:cubicBezTo>
                <a:cubicBezTo>
                  <a:pt x="120" y="47"/>
                  <a:pt x="117" y="48"/>
                  <a:pt x="114" y="49"/>
                </a:cubicBezTo>
                <a:cubicBezTo>
                  <a:pt x="114" y="47"/>
                  <a:pt x="113" y="45"/>
                  <a:pt x="112" y="44"/>
                </a:cubicBezTo>
                <a:cubicBezTo>
                  <a:pt x="109" y="37"/>
                  <a:pt x="105" y="30"/>
                  <a:pt x="100" y="25"/>
                </a:cubicBezTo>
                <a:cubicBezTo>
                  <a:pt x="84" y="8"/>
                  <a:pt x="59" y="7"/>
                  <a:pt x="42" y="23"/>
                </a:cubicBezTo>
                <a:cubicBezTo>
                  <a:pt x="31" y="34"/>
                  <a:pt x="25" y="47"/>
                  <a:pt x="24" y="62"/>
                </a:cubicBezTo>
                <a:cubicBezTo>
                  <a:pt x="22" y="79"/>
                  <a:pt x="25" y="95"/>
                  <a:pt x="34" y="109"/>
                </a:cubicBezTo>
                <a:cubicBezTo>
                  <a:pt x="44" y="125"/>
                  <a:pt x="59" y="132"/>
                  <a:pt x="77" y="131"/>
                </a:cubicBezTo>
                <a:cubicBezTo>
                  <a:pt x="86" y="130"/>
                  <a:pt x="94" y="127"/>
                  <a:pt x="101" y="120"/>
                </a:cubicBezTo>
                <a:cubicBezTo>
                  <a:pt x="104" y="117"/>
                  <a:pt x="106" y="114"/>
                  <a:pt x="106" y="109"/>
                </a:cubicBezTo>
                <a:cubicBezTo>
                  <a:pt x="106" y="103"/>
                  <a:pt x="107" y="96"/>
                  <a:pt x="106" y="90"/>
                </a:cubicBezTo>
                <a:cubicBezTo>
                  <a:pt x="106" y="82"/>
                  <a:pt x="104" y="81"/>
                  <a:pt x="96" y="79"/>
                </a:cubicBezTo>
                <a:cubicBezTo>
                  <a:pt x="94" y="79"/>
                  <a:pt x="91" y="79"/>
                  <a:pt x="87" y="79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7" name="Freeform 25">
            <a:extLst xmlns:a="http://schemas.openxmlformats.org/drawingml/2006/main">
              <a:ext uri="{FF2B5EF4-FFF2-40B4-BE49-F238E27FC236}">
                <a16:creationId xmlns:a16="http://schemas.microsoft.com/office/drawing/2014/main" id="{1D712C60-AA2C-45D1-AC73-639B172DA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081" y="688046"/>
            <a:ext cx="57594" cy="70710"/>
          </a:xfrm>
          <a:custGeom xmlns:a="http://schemas.openxmlformats.org/drawingml/2006/main">
            <a:gdLst>
              <a:gd name="T0" fmla="*/ 103 w 113"/>
              <a:gd name="T1" fmla="*/ 44 h 140"/>
              <a:gd name="T2" fmla="*/ 95 w 113"/>
              <a:gd name="T3" fmla="*/ 46 h 140"/>
              <a:gd name="T4" fmla="*/ 92 w 113"/>
              <a:gd name="T5" fmla="*/ 41 h 140"/>
              <a:gd name="T6" fmla="*/ 72 w 113"/>
              <a:gd name="T7" fmla="*/ 18 h 140"/>
              <a:gd name="T8" fmla="*/ 38 w 113"/>
              <a:gd name="T9" fmla="*/ 12 h 140"/>
              <a:gd name="T10" fmla="*/ 25 w 113"/>
              <a:gd name="T11" fmla="*/ 19 h 140"/>
              <a:gd name="T12" fmla="*/ 26 w 113"/>
              <a:gd name="T13" fmla="*/ 44 h 140"/>
              <a:gd name="T14" fmla="*/ 42 w 113"/>
              <a:gd name="T15" fmla="*/ 53 h 140"/>
              <a:gd name="T16" fmla="*/ 70 w 113"/>
              <a:gd name="T17" fmla="*/ 62 h 140"/>
              <a:gd name="T18" fmla="*/ 90 w 113"/>
              <a:gd name="T19" fmla="*/ 70 h 140"/>
              <a:gd name="T20" fmla="*/ 97 w 113"/>
              <a:gd name="T21" fmla="*/ 125 h 140"/>
              <a:gd name="T22" fmla="*/ 56 w 113"/>
              <a:gd name="T23" fmla="*/ 140 h 140"/>
              <a:gd name="T24" fmla="*/ 25 w 113"/>
              <a:gd name="T25" fmla="*/ 128 h 140"/>
              <a:gd name="T26" fmla="*/ 21 w 113"/>
              <a:gd name="T27" fmla="*/ 125 h 140"/>
              <a:gd name="T28" fmla="*/ 16 w 113"/>
              <a:gd name="T29" fmla="*/ 137 h 140"/>
              <a:gd name="T30" fmla="*/ 10 w 113"/>
              <a:gd name="T31" fmla="*/ 137 h 140"/>
              <a:gd name="T32" fmla="*/ 1 w 113"/>
              <a:gd name="T33" fmla="*/ 89 h 140"/>
              <a:gd name="T34" fmla="*/ 10 w 113"/>
              <a:gd name="T35" fmla="*/ 87 h 140"/>
              <a:gd name="T36" fmla="*/ 13 w 113"/>
              <a:gd name="T37" fmla="*/ 95 h 140"/>
              <a:gd name="T38" fmla="*/ 36 w 113"/>
              <a:gd name="T39" fmla="*/ 122 h 140"/>
              <a:gd name="T40" fmla="*/ 69 w 113"/>
              <a:gd name="T41" fmla="*/ 128 h 140"/>
              <a:gd name="T42" fmla="*/ 85 w 113"/>
              <a:gd name="T43" fmla="*/ 119 h 140"/>
              <a:gd name="T44" fmla="*/ 81 w 113"/>
              <a:gd name="T45" fmla="*/ 86 h 140"/>
              <a:gd name="T46" fmla="*/ 63 w 113"/>
              <a:gd name="T47" fmla="*/ 79 h 140"/>
              <a:gd name="T48" fmla="*/ 38 w 113"/>
              <a:gd name="T49" fmla="*/ 71 h 140"/>
              <a:gd name="T50" fmla="*/ 19 w 113"/>
              <a:gd name="T51" fmla="*/ 62 h 140"/>
              <a:gd name="T52" fmla="*/ 15 w 113"/>
              <a:gd name="T53" fmla="*/ 13 h 140"/>
              <a:gd name="T54" fmla="*/ 51 w 113"/>
              <a:gd name="T55" fmla="*/ 0 h 140"/>
              <a:gd name="T56" fmla="*/ 81 w 113"/>
              <a:gd name="T57" fmla="*/ 10 h 140"/>
              <a:gd name="T58" fmla="*/ 82 w 113"/>
              <a:gd name="T59" fmla="*/ 11 h 140"/>
              <a:gd name="T60" fmla="*/ 83 w 113"/>
              <a:gd name="T61" fmla="*/ 11 h 140"/>
              <a:gd name="T62" fmla="*/ 87 w 113"/>
              <a:gd name="T63" fmla="*/ 2 h 140"/>
              <a:gd name="T64" fmla="*/ 93 w 113"/>
              <a:gd name="T65" fmla="*/ 2 h 140"/>
              <a:gd name="T66" fmla="*/ 103 w 113"/>
              <a:gd name="T67" fmla="*/ 44 h 140"/>
            </a:gdLst>
            <a:rect l="0" t="0" r="r" b="b"/>
            <a:pathLst>
              <a:path w="113" h="140">
                <a:moveTo>
                  <a:pt x="103" y="44"/>
                </a:moveTo>
                <a:cubicBezTo>
                  <a:pt x="100" y="45"/>
                  <a:pt x="98" y="45"/>
                  <a:pt x="95" y="46"/>
                </a:cubicBezTo>
                <a:cubicBezTo>
                  <a:pt x="94" y="44"/>
                  <a:pt x="93" y="43"/>
                  <a:pt x="92" y="41"/>
                </a:cubicBezTo>
                <a:cubicBezTo>
                  <a:pt x="87" y="32"/>
                  <a:pt x="81" y="24"/>
                  <a:pt x="72" y="18"/>
                </a:cubicBezTo>
                <a:cubicBezTo>
                  <a:pt x="61" y="11"/>
                  <a:pt x="50" y="9"/>
                  <a:pt x="38" y="12"/>
                </a:cubicBezTo>
                <a:cubicBezTo>
                  <a:pt x="33" y="13"/>
                  <a:pt x="28" y="16"/>
                  <a:pt x="25" y="19"/>
                </a:cubicBezTo>
                <a:cubicBezTo>
                  <a:pt x="18" y="27"/>
                  <a:pt x="19" y="38"/>
                  <a:pt x="26" y="44"/>
                </a:cubicBezTo>
                <a:cubicBezTo>
                  <a:pt x="31" y="49"/>
                  <a:pt x="36" y="51"/>
                  <a:pt x="42" y="53"/>
                </a:cubicBezTo>
                <a:cubicBezTo>
                  <a:pt x="51" y="56"/>
                  <a:pt x="61" y="59"/>
                  <a:pt x="70" y="62"/>
                </a:cubicBezTo>
                <a:cubicBezTo>
                  <a:pt x="77" y="64"/>
                  <a:pt x="84" y="67"/>
                  <a:pt x="90" y="70"/>
                </a:cubicBezTo>
                <a:cubicBezTo>
                  <a:pt x="113" y="83"/>
                  <a:pt x="112" y="111"/>
                  <a:pt x="97" y="125"/>
                </a:cubicBezTo>
                <a:cubicBezTo>
                  <a:pt x="85" y="137"/>
                  <a:pt x="71" y="140"/>
                  <a:pt x="56" y="140"/>
                </a:cubicBezTo>
                <a:cubicBezTo>
                  <a:pt x="44" y="139"/>
                  <a:pt x="34" y="135"/>
                  <a:pt x="25" y="128"/>
                </a:cubicBezTo>
                <a:cubicBezTo>
                  <a:pt x="24" y="127"/>
                  <a:pt x="23" y="126"/>
                  <a:pt x="21" y="125"/>
                </a:cubicBezTo>
                <a:cubicBezTo>
                  <a:pt x="19" y="129"/>
                  <a:pt x="18" y="133"/>
                  <a:pt x="16" y="137"/>
                </a:cubicBezTo>
                <a:cubicBezTo>
                  <a:pt x="14" y="137"/>
                  <a:pt x="12" y="137"/>
                  <a:pt x="10" y="137"/>
                </a:cubicBezTo>
                <a:cubicBezTo>
                  <a:pt x="7" y="121"/>
                  <a:pt x="4" y="105"/>
                  <a:pt x="1" y="89"/>
                </a:cubicBezTo>
                <a:cubicBezTo>
                  <a:pt x="4" y="88"/>
                  <a:pt x="7" y="88"/>
                  <a:pt x="10" y="87"/>
                </a:cubicBezTo>
                <a:cubicBezTo>
                  <a:pt x="11" y="90"/>
                  <a:pt x="12" y="93"/>
                  <a:pt x="13" y="95"/>
                </a:cubicBezTo>
                <a:cubicBezTo>
                  <a:pt x="18" y="106"/>
                  <a:pt x="26" y="116"/>
                  <a:pt x="36" y="122"/>
                </a:cubicBezTo>
                <a:cubicBezTo>
                  <a:pt x="46" y="129"/>
                  <a:pt x="57" y="131"/>
                  <a:pt x="69" y="128"/>
                </a:cubicBezTo>
                <a:cubicBezTo>
                  <a:pt x="75" y="127"/>
                  <a:pt x="80" y="123"/>
                  <a:pt x="85" y="119"/>
                </a:cubicBezTo>
                <a:cubicBezTo>
                  <a:pt x="94" y="110"/>
                  <a:pt x="94" y="93"/>
                  <a:pt x="81" y="86"/>
                </a:cubicBezTo>
                <a:cubicBezTo>
                  <a:pt x="75" y="83"/>
                  <a:pt x="69" y="81"/>
                  <a:pt x="63" y="79"/>
                </a:cubicBezTo>
                <a:cubicBezTo>
                  <a:pt x="55" y="76"/>
                  <a:pt x="46" y="74"/>
                  <a:pt x="38" y="71"/>
                </a:cubicBezTo>
                <a:cubicBezTo>
                  <a:pt x="31" y="69"/>
                  <a:pt x="25" y="66"/>
                  <a:pt x="19" y="62"/>
                </a:cubicBezTo>
                <a:cubicBezTo>
                  <a:pt x="1" y="51"/>
                  <a:pt x="0" y="27"/>
                  <a:pt x="15" y="13"/>
                </a:cubicBezTo>
                <a:cubicBezTo>
                  <a:pt x="25" y="3"/>
                  <a:pt x="37" y="0"/>
                  <a:pt x="51" y="0"/>
                </a:cubicBezTo>
                <a:cubicBezTo>
                  <a:pt x="62" y="0"/>
                  <a:pt x="72" y="3"/>
                  <a:pt x="81" y="10"/>
                </a:cubicBezTo>
                <a:cubicBezTo>
                  <a:pt x="81" y="10"/>
                  <a:pt x="81" y="11"/>
                  <a:pt x="82" y="11"/>
                </a:cubicBezTo>
                <a:cubicBezTo>
                  <a:pt x="82" y="11"/>
                  <a:pt x="82" y="11"/>
                  <a:pt x="83" y="11"/>
                </a:cubicBezTo>
                <a:cubicBezTo>
                  <a:pt x="84" y="8"/>
                  <a:pt x="85" y="5"/>
                  <a:pt x="87" y="2"/>
                </a:cubicBezTo>
                <a:cubicBezTo>
                  <a:pt x="89" y="2"/>
                  <a:pt x="91" y="2"/>
                  <a:pt x="93" y="2"/>
                </a:cubicBezTo>
                <a:cubicBezTo>
                  <a:pt x="96" y="16"/>
                  <a:pt x="100" y="30"/>
                  <a:pt x="103" y="4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8" name="Freeform 27">
            <a:extLst xmlns:a="http://schemas.openxmlformats.org/drawingml/2006/main">
              <a:ext uri="{FF2B5EF4-FFF2-40B4-BE49-F238E27FC236}">
                <a16:creationId xmlns:a16="http://schemas.microsoft.com/office/drawing/2014/main" id="{D7A293BD-AA36-4557-BB18-AEEF7B815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5846" y="688617"/>
            <a:ext cx="57594" cy="68429"/>
          </a:xfrm>
          <a:custGeom xmlns:a="http://schemas.openxmlformats.org/drawingml/2006/main">
            <a:gdLst>
              <a:gd name="T0" fmla="*/ 33 w 113"/>
              <a:gd name="T1" fmla="*/ 78 h 135"/>
              <a:gd name="T2" fmla="*/ 33 w 113"/>
              <a:gd name="T3" fmla="*/ 82 h 135"/>
              <a:gd name="T4" fmla="*/ 33 w 113"/>
              <a:gd name="T5" fmla="*/ 114 h 135"/>
              <a:gd name="T6" fmla="*/ 33 w 113"/>
              <a:gd name="T7" fmla="*/ 118 h 135"/>
              <a:gd name="T8" fmla="*/ 43 w 113"/>
              <a:gd name="T9" fmla="*/ 128 h 135"/>
              <a:gd name="T10" fmla="*/ 49 w 113"/>
              <a:gd name="T11" fmla="*/ 128 h 135"/>
              <a:gd name="T12" fmla="*/ 49 w 113"/>
              <a:gd name="T13" fmla="*/ 135 h 135"/>
              <a:gd name="T14" fmla="*/ 0 w 113"/>
              <a:gd name="T15" fmla="*/ 135 h 135"/>
              <a:gd name="T16" fmla="*/ 0 w 113"/>
              <a:gd name="T17" fmla="*/ 128 h 135"/>
              <a:gd name="T18" fmla="*/ 8 w 113"/>
              <a:gd name="T19" fmla="*/ 127 h 135"/>
              <a:gd name="T20" fmla="*/ 15 w 113"/>
              <a:gd name="T21" fmla="*/ 120 h 135"/>
              <a:gd name="T22" fmla="*/ 15 w 113"/>
              <a:gd name="T23" fmla="*/ 114 h 135"/>
              <a:gd name="T24" fmla="*/ 15 w 113"/>
              <a:gd name="T25" fmla="*/ 21 h 135"/>
              <a:gd name="T26" fmla="*/ 15 w 113"/>
              <a:gd name="T27" fmla="*/ 14 h 135"/>
              <a:gd name="T28" fmla="*/ 9 w 113"/>
              <a:gd name="T29" fmla="*/ 9 h 135"/>
              <a:gd name="T30" fmla="*/ 0 w 113"/>
              <a:gd name="T31" fmla="*/ 8 h 135"/>
              <a:gd name="T32" fmla="*/ 0 w 113"/>
              <a:gd name="T33" fmla="*/ 1 h 135"/>
              <a:gd name="T34" fmla="*/ 4 w 113"/>
              <a:gd name="T35" fmla="*/ 0 h 135"/>
              <a:gd name="T36" fmla="*/ 56 w 113"/>
              <a:gd name="T37" fmla="*/ 0 h 135"/>
              <a:gd name="T38" fmla="*/ 73 w 113"/>
              <a:gd name="T39" fmla="*/ 1 h 135"/>
              <a:gd name="T40" fmla="*/ 106 w 113"/>
              <a:gd name="T41" fmla="*/ 50 h 135"/>
              <a:gd name="T42" fmla="*/ 78 w 113"/>
              <a:gd name="T43" fmla="*/ 76 h 135"/>
              <a:gd name="T44" fmla="*/ 55 w 113"/>
              <a:gd name="T45" fmla="*/ 78 h 135"/>
              <a:gd name="T46" fmla="*/ 33 w 113"/>
              <a:gd name="T47" fmla="*/ 78 h 135"/>
              <a:gd name="T48" fmla="*/ 33 w 113"/>
              <a:gd name="T49" fmla="*/ 68 h 135"/>
              <a:gd name="T50" fmla="*/ 67 w 113"/>
              <a:gd name="T51" fmla="*/ 67 h 135"/>
              <a:gd name="T52" fmla="*/ 85 w 113"/>
              <a:gd name="T53" fmla="*/ 52 h 135"/>
              <a:gd name="T54" fmla="*/ 87 w 113"/>
              <a:gd name="T55" fmla="*/ 29 h 135"/>
              <a:gd name="T56" fmla="*/ 66 w 113"/>
              <a:gd name="T57" fmla="*/ 11 h 135"/>
              <a:gd name="T58" fmla="*/ 34 w 113"/>
              <a:gd name="T59" fmla="*/ 11 h 135"/>
              <a:gd name="T60" fmla="*/ 33 w 113"/>
              <a:gd name="T61" fmla="*/ 11 h 135"/>
              <a:gd name="T62" fmla="*/ 33 w 113"/>
              <a:gd name="T63" fmla="*/ 68 h 135"/>
            </a:gdLst>
            <a:rect l="0" t="0" r="r" b="b"/>
            <a:pathLst>
              <a:path w="113" h="135">
                <a:moveTo>
                  <a:pt x="33" y="78"/>
                </a:moveTo>
                <a:cubicBezTo>
                  <a:pt x="33" y="80"/>
                  <a:pt x="33" y="81"/>
                  <a:pt x="33" y="82"/>
                </a:cubicBezTo>
                <a:cubicBezTo>
                  <a:pt x="33" y="93"/>
                  <a:pt x="33" y="103"/>
                  <a:pt x="33" y="114"/>
                </a:cubicBezTo>
                <a:cubicBezTo>
                  <a:pt x="33" y="115"/>
                  <a:pt x="33" y="117"/>
                  <a:pt x="33" y="118"/>
                </a:cubicBezTo>
                <a:cubicBezTo>
                  <a:pt x="34" y="125"/>
                  <a:pt x="35" y="127"/>
                  <a:pt x="43" y="128"/>
                </a:cubicBezTo>
                <a:cubicBezTo>
                  <a:pt x="45" y="128"/>
                  <a:pt x="47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6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8" y="127"/>
                </a:cubicBezTo>
                <a:cubicBezTo>
                  <a:pt x="13" y="126"/>
                  <a:pt x="14" y="125"/>
                  <a:pt x="15" y="120"/>
                </a:cubicBezTo>
                <a:cubicBezTo>
                  <a:pt x="15" y="118"/>
                  <a:pt x="15" y="116"/>
                  <a:pt x="15" y="114"/>
                </a:cubicBezTo>
                <a:cubicBezTo>
                  <a:pt x="16" y="83"/>
                  <a:pt x="16" y="52"/>
                  <a:pt x="15" y="21"/>
                </a:cubicBezTo>
                <a:cubicBezTo>
                  <a:pt x="15" y="19"/>
                  <a:pt x="15" y="16"/>
                  <a:pt x="15" y="14"/>
                </a:cubicBezTo>
                <a:cubicBezTo>
                  <a:pt x="14" y="11"/>
                  <a:pt x="12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1" y="0"/>
                  <a:pt x="3" y="0"/>
                  <a:pt x="4" y="0"/>
                </a:cubicBezTo>
                <a:cubicBezTo>
                  <a:pt x="21" y="0"/>
                  <a:pt x="39" y="0"/>
                  <a:pt x="56" y="0"/>
                </a:cubicBezTo>
                <a:cubicBezTo>
                  <a:pt x="62" y="0"/>
                  <a:pt x="68" y="1"/>
                  <a:pt x="73" y="1"/>
                </a:cubicBezTo>
                <a:cubicBezTo>
                  <a:pt x="98" y="4"/>
                  <a:pt x="113" y="26"/>
                  <a:pt x="106" y="50"/>
                </a:cubicBezTo>
                <a:cubicBezTo>
                  <a:pt x="102" y="64"/>
                  <a:pt x="93" y="73"/>
                  <a:pt x="78" y="76"/>
                </a:cubicBezTo>
                <a:cubicBezTo>
                  <a:pt x="70" y="77"/>
                  <a:pt x="63" y="77"/>
                  <a:pt x="55" y="78"/>
                </a:cubicBezTo>
                <a:cubicBezTo>
                  <a:pt x="48" y="78"/>
                  <a:pt x="41" y="78"/>
                  <a:pt x="33" y="78"/>
                </a:cubicBezTo>
                <a:close/>
                <a:moveTo>
                  <a:pt x="33" y="68"/>
                </a:moveTo>
                <a:cubicBezTo>
                  <a:pt x="45" y="67"/>
                  <a:pt x="56" y="68"/>
                  <a:pt x="67" y="67"/>
                </a:cubicBezTo>
                <a:cubicBezTo>
                  <a:pt x="76" y="66"/>
                  <a:pt x="82" y="60"/>
                  <a:pt x="85" y="52"/>
                </a:cubicBezTo>
                <a:cubicBezTo>
                  <a:pt x="89" y="45"/>
                  <a:pt x="89" y="37"/>
                  <a:pt x="87" y="29"/>
                </a:cubicBezTo>
                <a:cubicBezTo>
                  <a:pt x="84" y="19"/>
                  <a:pt x="78" y="12"/>
                  <a:pt x="66" y="11"/>
                </a:cubicBezTo>
                <a:cubicBezTo>
                  <a:pt x="56" y="11"/>
                  <a:pt x="45" y="11"/>
                  <a:pt x="34" y="11"/>
                </a:cubicBezTo>
                <a:cubicBezTo>
                  <a:pt x="34" y="11"/>
                  <a:pt x="34" y="11"/>
                  <a:pt x="33" y="11"/>
                </a:cubicBezTo>
                <a:cubicBezTo>
                  <a:pt x="33" y="30"/>
                  <a:pt x="33" y="48"/>
                  <a:pt x="33" y="6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2DCDC36F-5A09-49EB-B53E-FC37D7A4A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5017" y="689187"/>
            <a:ext cx="67859" cy="70140"/>
          </a:xfrm>
          <a:custGeom xmlns:a="http://schemas.openxmlformats.org/drawingml/2006/main">
            <a:gdLst>
              <a:gd name="T0" fmla="*/ 49 w 133"/>
              <a:gd name="T1" fmla="*/ 0 h 138"/>
              <a:gd name="T2" fmla="*/ 49 w 133"/>
              <a:gd name="T3" fmla="*/ 7 h 138"/>
              <a:gd name="T4" fmla="*/ 41 w 133"/>
              <a:gd name="T5" fmla="*/ 8 h 138"/>
              <a:gd name="T6" fmla="*/ 34 w 133"/>
              <a:gd name="T7" fmla="*/ 15 h 138"/>
              <a:gd name="T8" fmla="*/ 33 w 133"/>
              <a:gd name="T9" fmla="*/ 23 h 138"/>
              <a:gd name="T10" fmla="*/ 33 w 133"/>
              <a:gd name="T11" fmla="*/ 83 h 138"/>
              <a:gd name="T12" fmla="*/ 34 w 133"/>
              <a:gd name="T13" fmla="*/ 96 h 138"/>
              <a:gd name="T14" fmla="*/ 60 w 133"/>
              <a:gd name="T15" fmla="*/ 124 h 138"/>
              <a:gd name="T16" fmla="*/ 100 w 133"/>
              <a:gd name="T17" fmla="*/ 110 h 138"/>
              <a:gd name="T18" fmla="*/ 106 w 133"/>
              <a:gd name="T19" fmla="*/ 94 h 138"/>
              <a:gd name="T20" fmla="*/ 107 w 133"/>
              <a:gd name="T21" fmla="*/ 80 h 138"/>
              <a:gd name="T22" fmla="*/ 107 w 133"/>
              <a:gd name="T23" fmla="*/ 24 h 138"/>
              <a:gd name="T24" fmla="*/ 106 w 133"/>
              <a:gd name="T25" fmla="*/ 15 h 138"/>
              <a:gd name="T26" fmla="*/ 97 w 133"/>
              <a:gd name="T27" fmla="*/ 8 h 138"/>
              <a:gd name="T28" fmla="*/ 91 w 133"/>
              <a:gd name="T29" fmla="*/ 7 h 138"/>
              <a:gd name="T30" fmla="*/ 91 w 133"/>
              <a:gd name="T31" fmla="*/ 0 h 138"/>
              <a:gd name="T32" fmla="*/ 133 w 133"/>
              <a:gd name="T33" fmla="*/ 0 h 138"/>
              <a:gd name="T34" fmla="*/ 133 w 133"/>
              <a:gd name="T35" fmla="*/ 7 h 138"/>
              <a:gd name="T36" fmla="*/ 126 w 133"/>
              <a:gd name="T37" fmla="*/ 8 h 138"/>
              <a:gd name="T38" fmla="*/ 118 w 133"/>
              <a:gd name="T39" fmla="*/ 15 h 138"/>
              <a:gd name="T40" fmla="*/ 118 w 133"/>
              <a:gd name="T41" fmla="*/ 25 h 138"/>
              <a:gd name="T42" fmla="*/ 117 w 133"/>
              <a:gd name="T43" fmla="*/ 88 h 138"/>
              <a:gd name="T44" fmla="*/ 114 w 133"/>
              <a:gd name="T45" fmla="*/ 105 h 138"/>
              <a:gd name="T46" fmla="*/ 74 w 133"/>
              <a:gd name="T47" fmla="*/ 136 h 138"/>
              <a:gd name="T48" fmla="*/ 35 w 133"/>
              <a:gd name="T49" fmla="*/ 127 h 138"/>
              <a:gd name="T50" fmla="*/ 17 w 133"/>
              <a:gd name="T51" fmla="*/ 96 h 138"/>
              <a:gd name="T52" fmla="*/ 16 w 133"/>
              <a:gd name="T53" fmla="*/ 83 h 138"/>
              <a:gd name="T54" fmla="*/ 16 w 133"/>
              <a:gd name="T55" fmla="*/ 25 h 138"/>
              <a:gd name="T56" fmla="*/ 16 w 133"/>
              <a:gd name="T57" fmla="*/ 15 h 138"/>
              <a:gd name="T58" fmla="*/ 8 w 133"/>
              <a:gd name="T59" fmla="*/ 8 h 138"/>
              <a:gd name="T60" fmla="*/ 0 w 133"/>
              <a:gd name="T61" fmla="*/ 7 h 138"/>
              <a:gd name="T62" fmla="*/ 0 w 133"/>
              <a:gd name="T63" fmla="*/ 0 h 138"/>
              <a:gd name="T64" fmla="*/ 49 w 133"/>
              <a:gd name="T65" fmla="*/ 0 h 138"/>
            </a:gdLst>
            <a:rect l="0" t="0" r="r" b="b"/>
            <a:pathLst>
              <a:path w="133" h="138">
                <a:moveTo>
                  <a:pt x="49" y="0"/>
                </a:move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1" y="8"/>
                </a:cubicBezTo>
                <a:cubicBezTo>
                  <a:pt x="36" y="8"/>
                  <a:pt x="34" y="10"/>
                  <a:pt x="34" y="15"/>
                </a:cubicBezTo>
                <a:cubicBezTo>
                  <a:pt x="33" y="17"/>
                  <a:pt x="33" y="20"/>
                  <a:pt x="33" y="23"/>
                </a:cubicBezTo>
                <a:cubicBezTo>
                  <a:pt x="33" y="43"/>
                  <a:pt x="33" y="63"/>
                  <a:pt x="33" y="83"/>
                </a:cubicBezTo>
                <a:cubicBezTo>
                  <a:pt x="33" y="87"/>
                  <a:pt x="33" y="92"/>
                  <a:pt x="34" y="96"/>
                </a:cubicBezTo>
                <a:cubicBezTo>
                  <a:pt x="36" y="112"/>
                  <a:pt x="46" y="120"/>
                  <a:pt x="60" y="124"/>
                </a:cubicBezTo>
                <a:cubicBezTo>
                  <a:pt x="76" y="128"/>
                  <a:pt x="89" y="123"/>
                  <a:pt x="100" y="110"/>
                </a:cubicBezTo>
                <a:cubicBezTo>
                  <a:pt x="104" y="106"/>
                  <a:pt x="105" y="100"/>
                  <a:pt x="106" y="94"/>
                </a:cubicBezTo>
                <a:cubicBezTo>
                  <a:pt x="106" y="90"/>
                  <a:pt x="106" y="85"/>
                  <a:pt x="107" y="80"/>
                </a:cubicBezTo>
                <a:cubicBezTo>
                  <a:pt x="107" y="62"/>
                  <a:pt x="107" y="43"/>
                  <a:pt x="107" y="24"/>
                </a:cubicBezTo>
                <a:cubicBezTo>
                  <a:pt x="107" y="21"/>
                  <a:pt x="106" y="18"/>
                  <a:pt x="106" y="15"/>
                </a:cubicBezTo>
                <a:cubicBezTo>
                  <a:pt x="105" y="10"/>
                  <a:pt x="103" y="8"/>
                  <a:pt x="97" y="8"/>
                </a:cubicBezTo>
                <a:cubicBezTo>
                  <a:pt x="95" y="7"/>
                  <a:pt x="93" y="7"/>
                  <a:pt x="91" y="7"/>
                </a:cubicBezTo>
                <a:cubicBezTo>
                  <a:pt x="91" y="4"/>
                  <a:pt x="91" y="2"/>
                  <a:pt x="91" y="0"/>
                </a:cubicBezTo>
                <a:cubicBezTo>
                  <a:pt x="105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1" y="7"/>
                  <a:pt x="128" y="7"/>
                  <a:pt x="126" y="8"/>
                </a:cubicBezTo>
                <a:cubicBezTo>
                  <a:pt x="121" y="8"/>
                  <a:pt x="119" y="11"/>
                  <a:pt x="118" y="15"/>
                </a:cubicBezTo>
                <a:cubicBezTo>
                  <a:pt x="118" y="18"/>
                  <a:pt x="118" y="22"/>
                  <a:pt x="118" y="25"/>
                </a:cubicBezTo>
                <a:cubicBezTo>
                  <a:pt x="117" y="46"/>
                  <a:pt x="118" y="67"/>
                  <a:pt x="117" y="88"/>
                </a:cubicBezTo>
                <a:cubicBezTo>
                  <a:pt x="117" y="94"/>
                  <a:pt x="116" y="99"/>
                  <a:pt x="114" y="105"/>
                </a:cubicBezTo>
                <a:cubicBezTo>
                  <a:pt x="108" y="124"/>
                  <a:pt x="94" y="134"/>
                  <a:pt x="74" y="136"/>
                </a:cubicBezTo>
                <a:cubicBezTo>
                  <a:pt x="60" y="138"/>
                  <a:pt x="47" y="135"/>
                  <a:pt x="35" y="127"/>
                </a:cubicBezTo>
                <a:cubicBezTo>
                  <a:pt x="24" y="120"/>
                  <a:pt x="18" y="109"/>
                  <a:pt x="17" y="96"/>
                </a:cubicBezTo>
                <a:cubicBezTo>
                  <a:pt x="16" y="92"/>
                  <a:pt x="16" y="87"/>
                  <a:pt x="16" y="83"/>
                </a:cubicBezTo>
                <a:cubicBezTo>
                  <a:pt x="16" y="64"/>
                  <a:pt x="16" y="45"/>
                  <a:pt x="16" y="25"/>
                </a:cubicBezTo>
                <a:cubicBezTo>
                  <a:pt x="16" y="22"/>
                  <a:pt x="16" y="18"/>
                  <a:pt x="16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1DC3A964-19F1-4755-8068-90F87E2CB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371" y="689187"/>
            <a:ext cx="67288" cy="69569"/>
          </a:xfrm>
          <a:custGeom xmlns:a="http://schemas.openxmlformats.org/drawingml/2006/main">
            <a:gdLst>
              <a:gd name="T0" fmla="*/ 73 w 133"/>
              <a:gd name="T1" fmla="*/ 137 h 137"/>
              <a:gd name="T2" fmla="*/ 64 w 133"/>
              <a:gd name="T3" fmla="*/ 137 h 137"/>
              <a:gd name="T4" fmla="*/ 58 w 133"/>
              <a:gd name="T5" fmla="*/ 133 h 137"/>
              <a:gd name="T6" fmla="*/ 39 w 133"/>
              <a:gd name="T7" fmla="*/ 80 h 137"/>
              <a:gd name="T8" fmla="*/ 17 w 133"/>
              <a:gd name="T9" fmla="*/ 23 h 137"/>
              <a:gd name="T10" fmla="*/ 13 w 133"/>
              <a:gd name="T11" fmla="*/ 14 h 137"/>
              <a:gd name="T12" fmla="*/ 4 w 133"/>
              <a:gd name="T13" fmla="*/ 7 h 137"/>
              <a:gd name="T14" fmla="*/ 0 w 133"/>
              <a:gd name="T15" fmla="*/ 7 h 137"/>
              <a:gd name="T16" fmla="*/ 0 w 133"/>
              <a:gd name="T17" fmla="*/ 0 h 137"/>
              <a:gd name="T18" fmla="*/ 47 w 133"/>
              <a:gd name="T19" fmla="*/ 0 h 137"/>
              <a:gd name="T20" fmla="*/ 47 w 133"/>
              <a:gd name="T21" fmla="*/ 7 h 137"/>
              <a:gd name="T22" fmla="*/ 39 w 133"/>
              <a:gd name="T23" fmla="*/ 8 h 137"/>
              <a:gd name="T24" fmla="*/ 34 w 133"/>
              <a:gd name="T25" fmla="*/ 15 h 137"/>
              <a:gd name="T26" fmla="*/ 35 w 133"/>
              <a:gd name="T27" fmla="*/ 20 h 137"/>
              <a:gd name="T28" fmla="*/ 68 w 133"/>
              <a:gd name="T29" fmla="*/ 112 h 137"/>
              <a:gd name="T30" fmla="*/ 70 w 133"/>
              <a:gd name="T31" fmla="*/ 116 h 137"/>
              <a:gd name="T32" fmla="*/ 72 w 133"/>
              <a:gd name="T33" fmla="*/ 113 h 137"/>
              <a:gd name="T34" fmla="*/ 106 w 133"/>
              <a:gd name="T35" fmla="*/ 18 h 137"/>
              <a:gd name="T36" fmla="*/ 106 w 133"/>
              <a:gd name="T37" fmla="*/ 16 h 137"/>
              <a:gd name="T38" fmla="*/ 101 w 133"/>
              <a:gd name="T39" fmla="*/ 7 h 137"/>
              <a:gd name="T40" fmla="*/ 94 w 133"/>
              <a:gd name="T41" fmla="*/ 7 h 137"/>
              <a:gd name="T42" fmla="*/ 94 w 133"/>
              <a:gd name="T43" fmla="*/ 0 h 137"/>
              <a:gd name="T44" fmla="*/ 133 w 133"/>
              <a:gd name="T45" fmla="*/ 0 h 137"/>
              <a:gd name="T46" fmla="*/ 133 w 133"/>
              <a:gd name="T47" fmla="*/ 7 h 137"/>
              <a:gd name="T48" fmla="*/ 130 w 133"/>
              <a:gd name="T49" fmla="*/ 7 h 137"/>
              <a:gd name="T50" fmla="*/ 119 w 133"/>
              <a:gd name="T51" fmla="*/ 16 h 137"/>
              <a:gd name="T52" fmla="*/ 110 w 133"/>
              <a:gd name="T53" fmla="*/ 38 h 137"/>
              <a:gd name="T54" fmla="*/ 74 w 133"/>
              <a:gd name="T55" fmla="*/ 133 h 137"/>
              <a:gd name="T56" fmla="*/ 73 w 133"/>
              <a:gd name="T57" fmla="*/ 137 h 137"/>
            </a:gdLst>
            <a:rect l="0" t="0" r="r" b="b"/>
            <a:pathLst>
              <a:path w="133" h="137">
                <a:moveTo>
                  <a:pt x="73" y="137"/>
                </a:moveTo>
                <a:cubicBezTo>
                  <a:pt x="69" y="137"/>
                  <a:pt x="66" y="137"/>
                  <a:pt x="64" y="137"/>
                </a:cubicBezTo>
                <a:cubicBezTo>
                  <a:pt x="61" y="137"/>
                  <a:pt x="59" y="136"/>
                  <a:pt x="58" y="133"/>
                </a:cubicBezTo>
                <a:cubicBezTo>
                  <a:pt x="52" y="115"/>
                  <a:pt x="45" y="98"/>
                  <a:pt x="39" y="80"/>
                </a:cubicBezTo>
                <a:cubicBezTo>
                  <a:pt x="31" y="61"/>
                  <a:pt x="24" y="42"/>
                  <a:pt x="17" y="23"/>
                </a:cubicBezTo>
                <a:cubicBezTo>
                  <a:pt x="16" y="20"/>
                  <a:pt x="15" y="17"/>
                  <a:pt x="13" y="14"/>
                </a:cubicBezTo>
                <a:cubicBezTo>
                  <a:pt x="11" y="10"/>
                  <a:pt x="8" y="8"/>
                  <a:pt x="4" y="7"/>
                </a:cubicBezTo>
                <a:cubicBezTo>
                  <a:pt x="3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7" y="0"/>
                </a:cubicBezTo>
                <a:cubicBezTo>
                  <a:pt x="47" y="2"/>
                  <a:pt x="47" y="4"/>
                  <a:pt x="47" y="7"/>
                </a:cubicBezTo>
                <a:cubicBezTo>
                  <a:pt x="44" y="7"/>
                  <a:pt x="42" y="7"/>
                  <a:pt x="39" y="8"/>
                </a:cubicBezTo>
                <a:cubicBezTo>
                  <a:pt x="34" y="8"/>
                  <a:pt x="33" y="10"/>
                  <a:pt x="34" y="15"/>
                </a:cubicBezTo>
                <a:cubicBezTo>
                  <a:pt x="34" y="17"/>
                  <a:pt x="35" y="19"/>
                  <a:pt x="35" y="20"/>
                </a:cubicBezTo>
                <a:cubicBezTo>
                  <a:pt x="46" y="51"/>
                  <a:pt x="57" y="81"/>
                  <a:pt x="68" y="112"/>
                </a:cubicBezTo>
                <a:cubicBezTo>
                  <a:pt x="69" y="113"/>
                  <a:pt x="69" y="114"/>
                  <a:pt x="70" y="116"/>
                </a:cubicBezTo>
                <a:cubicBezTo>
                  <a:pt x="71" y="114"/>
                  <a:pt x="71" y="113"/>
                  <a:pt x="72" y="113"/>
                </a:cubicBezTo>
                <a:cubicBezTo>
                  <a:pt x="83" y="81"/>
                  <a:pt x="94" y="50"/>
                  <a:pt x="106" y="18"/>
                </a:cubicBezTo>
                <a:cubicBezTo>
                  <a:pt x="106" y="17"/>
                  <a:pt x="106" y="17"/>
                  <a:pt x="106" y="16"/>
                </a:cubicBezTo>
                <a:cubicBezTo>
                  <a:pt x="107" y="10"/>
                  <a:pt x="106" y="8"/>
                  <a:pt x="101" y="7"/>
                </a:cubicBezTo>
                <a:cubicBezTo>
                  <a:pt x="98" y="7"/>
                  <a:pt x="96" y="7"/>
                  <a:pt x="94" y="7"/>
                </a:cubicBezTo>
                <a:cubicBezTo>
                  <a:pt x="94" y="4"/>
                  <a:pt x="94" y="2"/>
                  <a:pt x="94" y="0"/>
                </a:cubicBezTo>
                <a:cubicBezTo>
                  <a:pt x="106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2" y="7"/>
                  <a:pt x="131" y="7"/>
                  <a:pt x="130" y="7"/>
                </a:cubicBezTo>
                <a:cubicBezTo>
                  <a:pt x="124" y="8"/>
                  <a:pt x="121" y="11"/>
                  <a:pt x="119" y="16"/>
                </a:cubicBezTo>
                <a:cubicBezTo>
                  <a:pt x="116" y="24"/>
                  <a:pt x="113" y="31"/>
                  <a:pt x="110" y="38"/>
                </a:cubicBezTo>
                <a:cubicBezTo>
                  <a:pt x="98" y="70"/>
                  <a:pt x="86" y="101"/>
                  <a:pt x="74" y="133"/>
                </a:cubicBezTo>
                <a:cubicBezTo>
                  <a:pt x="74" y="134"/>
                  <a:pt x="73" y="135"/>
                  <a:pt x="73" y="13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973FEBD0-CCC6-4A13-9B3D-52D296E74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6484" y="689187"/>
            <a:ext cx="61016" cy="68429"/>
          </a:xfrm>
          <a:custGeom xmlns:a="http://schemas.openxmlformats.org/drawingml/2006/main">
            <a:gdLst>
              <a:gd name="T0" fmla="*/ 85 w 120"/>
              <a:gd name="T1" fmla="*/ 127 h 135"/>
              <a:gd name="T2" fmla="*/ 85 w 120"/>
              <a:gd name="T3" fmla="*/ 134 h 135"/>
              <a:gd name="T4" fmla="*/ 35 w 120"/>
              <a:gd name="T5" fmla="*/ 134 h 135"/>
              <a:gd name="T6" fmla="*/ 35 w 120"/>
              <a:gd name="T7" fmla="*/ 127 h 135"/>
              <a:gd name="T8" fmla="*/ 44 w 120"/>
              <a:gd name="T9" fmla="*/ 126 h 135"/>
              <a:gd name="T10" fmla="*/ 50 w 120"/>
              <a:gd name="T11" fmla="*/ 120 h 135"/>
              <a:gd name="T12" fmla="*/ 51 w 120"/>
              <a:gd name="T13" fmla="*/ 113 h 135"/>
              <a:gd name="T14" fmla="*/ 51 w 120"/>
              <a:gd name="T15" fmla="*/ 85 h 135"/>
              <a:gd name="T16" fmla="*/ 50 w 120"/>
              <a:gd name="T17" fmla="*/ 79 h 135"/>
              <a:gd name="T18" fmla="*/ 17 w 120"/>
              <a:gd name="T19" fmla="*/ 19 h 135"/>
              <a:gd name="T20" fmla="*/ 15 w 120"/>
              <a:gd name="T21" fmla="*/ 15 h 135"/>
              <a:gd name="T22" fmla="*/ 3 w 120"/>
              <a:gd name="T23" fmla="*/ 7 h 135"/>
              <a:gd name="T24" fmla="*/ 0 w 120"/>
              <a:gd name="T25" fmla="*/ 7 h 135"/>
              <a:gd name="T26" fmla="*/ 0 w 120"/>
              <a:gd name="T27" fmla="*/ 0 h 135"/>
              <a:gd name="T28" fmla="*/ 48 w 120"/>
              <a:gd name="T29" fmla="*/ 0 h 135"/>
              <a:gd name="T30" fmla="*/ 48 w 120"/>
              <a:gd name="T31" fmla="*/ 7 h 135"/>
              <a:gd name="T32" fmla="*/ 40 w 120"/>
              <a:gd name="T33" fmla="*/ 7 h 135"/>
              <a:gd name="T34" fmla="*/ 36 w 120"/>
              <a:gd name="T35" fmla="*/ 14 h 135"/>
              <a:gd name="T36" fmla="*/ 37 w 120"/>
              <a:gd name="T37" fmla="*/ 18 h 135"/>
              <a:gd name="T38" fmla="*/ 61 w 120"/>
              <a:gd name="T39" fmla="*/ 64 h 135"/>
              <a:gd name="T40" fmla="*/ 63 w 120"/>
              <a:gd name="T41" fmla="*/ 68 h 135"/>
              <a:gd name="T42" fmla="*/ 66 w 120"/>
              <a:gd name="T43" fmla="*/ 64 h 135"/>
              <a:gd name="T44" fmla="*/ 91 w 120"/>
              <a:gd name="T45" fmla="*/ 18 h 135"/>
              <a:gd name="T46" fmla="*/ 93 w 120"/>
              <a:gd name="T47" fmla="*/ 12 h 135"/>
              <a:gd name="T48" fmla="*/ 90 w 120"/>
              <a:gd name="T49" fmla="*/ 8 h 135"/>
              <a:gd name="T50" fmla="*/ 81 w 120"/>
              <a:gd name="T51" fmla="*/ 7 h 135"/>
              <a:gd name="T52" fmla="*/ 81 w 120"/>
              <a:gd name="T53" fmla="*/ 0 h 135"/>
              <a:gd name="T54" fmla="*/ 120 w 120"/>
              <a:gd name="T55" fmla="*/ 0 h 135"/>
              <a:gd name="T56" fmla="*/ 120 w 120"/>
              <a:gd name="T57" fmla="*/ 7 h 135"/>
              <a:gd name="T58" fmla="*/ 115 w 120"/>
              <a:gd name="T59" fmla="*/ 8 h 135"/>
              <a:gd name="T60" fmla="*/ 108 w 120"/>
              <a:gd name="T61" fmla="*/ 12 h 135"/>
              <a:gd name="T62" fmla="*/ 103 w 120"/>
              <a:gd name="T63" fmla="*/ 19 h 135"/>
              <a:gd name="T64" fmla="*/ 71 w 120"/>
              <a:gd name="T65" fmla="*/ 75 h 135"/>
              <a:gd name="T66" fmla="*/ 69 w 120"/>
              <a:gd name="T67" fmla="*/ 82 h 135"/>
              <a:gd name="T68" fmla="*/ 69 w 120"/>
              <a:gd name="T69" fmla="*/ 111 h 135"/>
              <a:gd name="T70" fmla="*/ 69 w 120"/>
              <a:gd name="T71" fmla="*/ 118 h 135"/>
              <a:gd name="T72" fmla="*/ 77 w 120"/>
              <a:gd name="T73" fmla="*/ 126 h 135"/>
              <a:gd name="T74" fmla="*/ 85 w 120"/>
              <a:gd name="T75" fmla="*/ 127 h 135"/>
            </a:gdLst>
            <a:rect l="0" t="0" r="r" b="b"/>
            <a:pathLst>
              <a:path w="120" h="135">
                <a:moveTo>
                  <a:pt x="85" y="127"/>
                </a:moveTo>
                <a:cubicBezTo>
                  <a:pt x="85" y="130"/>
                  <a:pt x="85" y="132"/>
                  <a:pt x="85" y="134"/>
                </a:cubicBezTo>
                <a:cubicBezTo>
                  <a:pt x="81" y="135"/>
                  <a:pt x="44" y="135"/>
                  <a:pt x="35" y="134"/>
                </a:cubicBezTo>
                <a:cubicBezTo>
                  <a:pt x="35" y="132"/>
                  <a:pt x="35" y="130"/>
                  <a:pt x="35" y="127"/>
                </a:cubicBezTo>
                <a:cubicBezTo>
                  <a:pt x="38" y="127"/>
                  <a:pt x="41" y="126"/>
                  <a:pt x="44" y="126"/>
                </a:cubicBezTo>
                <a:cubicBezTo>
                  <a:pt x="48" y="126"/>
                  <a:pt x="50" y="124"/>
                  <a:pt x="50" y="120"/>
                </a:cubicBezTo>
                <a:cubicBezTo>
                  <a:pt x="51" y="118"/>
                  <a:pt x="51" y="115"/>
                  <a:pt x="51" y="113"/>
                </a:cubicBezTo>
                <a:cubicBezTo>
                  <a:pt x="51" y="104"/>
                  <a:pt x="51" y="95"/>
                  <a:pt x="51" y="85"/>
                </a:cubicBezTo>
                <a:cubicBezTo>
                  <a:pt x="51" y="83"/>
                  <a:pt x="51" y="81"/>
                  <a:pt x="50" y="79"/>
                </a:cubicBezTo>
                <a:cubicBezTo>
                  <a:pt x="39" y="59"/>
                  <a:pt x="28" y="39"/>
                  <a:pt x="17" y="19"/>
                </a:cubicBezTo>
                <a:cubicBezTo>
                  <a:pt x="16" y="17"/>
                  <a:pt x="15" y="16"/>
                  <a:pt x="15" y="15"/>
                </a:cubicBezTo>
                <a:cubicBezTo>
                  <a:pt x="12" y="10"/>
                  <a:pt x="9" y="7"/>
                  <a:pt x="3" y="7"/>
                </a:cubicBezTo>
                <a:cubicBezTo>
                  <a:pt x="2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8" y="0"/>
                </a:cubicBezTo>
                <a:cubicBezTo>
                  <a:pt x="48" y="2"/>
                  <a:pt x="48" y="4"/>
                  <a:pt x="48" y="7"/>
                </a:cubicBezTo>
                <a:cubicBezTo>
                  <a:pt x="45" y="7"/>
                  <a:pt x="42" y="7"/>
                  <a:pt x="40" y="7"/>
                </a:cubicBezTo>
                <a:cubicBezTo>
                  <a:pt x="35" y="8"/>
                  <a:pt x="34" y="10"/>
                  <a:pt x="36" y="14"/>
                </a:cubicBezTo>
                <a:cubicBezTo>
                  <a:pt x="36" y="15"/>
                  <a:pt x="37" y="17"/>
                  <a:pt x="37" y="18"/>
                </a:cubicBezTo>
                <a:cubicBezTo>
                  <a:pt x="45" y="33"/>
                  <a:pt x="53" y="49"/>
                  <a:pt x="61" y="64"/>
                </a:cubicBezTo>
                <a:cubicBezTo>
                  <a:pt x="61" y="65"/>
                  <a:pt x="62" y="66"/>
                  <a:pt x="63" y="68"/>
                </a:cubicBezTo>
                <a:cubicBezTo>
                  <a:pt x="64" y="66"/>
                  <a:pt x="65" y="65"/>
                  <a:pt x="66" y="64"/>
                </a:cubicBezTo>
                <a:cubicBezTo>
                  <a:pt x="74" y="49"/>
                  <a:pt x="82" y="34"/>
                  <a:pt x="91" y="18"/>
                </a:cubicBezTo>
                <a:cubicBezTo>
                  <a:pt x="92" y="16"/>
                  <a:pt x="93" y="14"/>
                  <a:pt x="93" y="12"/>
                </a:cubicBezTo>
                <a:cubicBezTo>
                  <a:pt x="94" y="9"/>
                  <a:pt x="93" y="8"/>
                  <a:pt x="90" y="8"/>
                </a:cubicBezTo>
                <a:cubicBezTo>
                  <a:pt x="87" y="7"/>
                  <a:pt x="85" y="7"/>
                  <a:pt x="81" y="7"/>
                </a:cubicBezTo>
                <a:cubicBezTo>
                  <a:pt x="81" y="4"/>
                  <a:pt x="81" y="2"/>
                  <a:pt x="81" y="0"/>
                </a:cubicBezTo>
                <a:cubicBezTo>
                  <a:pt x="94" y="0"/>
                  <a:pt x="107" y="0"/>
                  <a:pt x="120" y="0"/>
                </a:cubicBezTo>
                <a:cubicBezTo>
                  <a:pt x="120" y="2"/>
                  <a:pt x="120" y="4"/>
                  <a:pt x="120" y="7"/>
                </a:cubicBezTo>
                <a:cubicBezTo>
                  <a:pt x="119" y="7"/>
                  <a:pt x="117" y="7"/>
                  <a:pt x="115" y="8"/>
                </a:cubicBezTo>
                <a:cubicBezTo>
                  <a:pt x="112" y="8"/>
                  <a:pt x="109" y="9"/>
                  <a:pt x="108" y="12"/>
                </a:cubicBezTo>
                <a:cubicBezTo>
                  <a:pt x="106" y="14"/>
                  <a:pt x="104" y="17"/>
                  <a:pt x="103" y="19"/>
                </a:cubicBezTo>
                <a:cubicBezTo>
                  <a:pt x="92" y="38"/>
                  <a:pt x="81" y="56"/>
                  <a:pt x="71" y="75"/>
                </a:cubicBezTo>
                <a:cubicBezTo>
                  <a:pt x="69" y="77"/>
                  <a:pt x="68" y="80"/>
                  <a:pt x="69" y="82"/>
                </a:cubicBezTo>
                <a:cubicBezTo>
                  <a:pt x="69" y="92"/>
                  <a:pt x="69" y="102"/>
                  <a:pt x="69" y="111"/>
                </a:cubicBezTo>
                <a:cubicBezTo>
                  <a:pt x="69" y="114"/>
                  <a:pt x="69" y="116"/>
                  <a:pt x="69" y="118"/>
                </a:cubicBezTo>
                <a:cubicBezTo>
                  <a:pt x="70" y="124"/>
                  <a:pt x="71" y="125"/>
                  <a:pt x="77" y="126"/>
                </a:cubicBezTo>
                <a:cubicBezTo>
                  <a:pt x="80" y="126"/>
                  <a:pt x="82" y="127"/>
                  <a:pt x="85" y="12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DD3A5463-5115-482C-92A0-E442BD740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749" y="686906"/>
            <a:ext cx="58735" cy="70140"/>
          </a:xfrm>
          <a:custGeom xmlns:a="http://schemas.openxmlformats.org/drawingml/2006/main">
            <a:gdLst>
              <a:gd name="T0" fmla="*/ 108 w 116"/>
              <a:gd name="T1" fmla="*/ 42 h 139"/>
              <a:gd name="T2" fmla="*/ 102 w 116"/>
              <a:gd name="T3" fmla="*/ 29 h 139"/>
              <a:gd name="T4" fmla="*/ 72 w 116"/>
              <a:gd name="T5" fmla="*/ 14 h 139"/>
              <a:gd name="T6" fmla="*/ 67 w 116"/>
              <a:gd name="T7" fmla="*/ 18 h 139"/>
              <a:gd name="T8" fmla="*/ 66 w 116"/>
              <a:gd name="T9" fmla="*/ 24 h 139"/>
              <a:gd name="T10" fmla="*/ 66 w 116"/>
              <a:gd name="T11" fmla="*/ 115 h 139"/>
              <a:gd name="T12" fmla="*/ 67 w 116"/>
              <a:gd name="T13" fmla="*/ 123 h 139"/>
              <a:gd name="T14" fmla="*/ 75 w 116"/>
              <a:gd name="T15" fmla="*/ 131 h 139"/>
              <a:gd name="T16" fmla="*/ 83 w 116"/>
              <a:gd name="T17" fmla="*/ 132 h 139"/>
              <a:gd name="T18" fmla="*/ 83 w 116"/>
              <a:gd name="T19" fmla="*/ 139 h 139"/>
              <a:gd name="T20" fmla="*/ 33 w 116"/>
              <a:gd name="T21" fmla="*/ 139 h 139"/>
              <a:gd name="T22" fmla="*/ 33 w 116"/>
              <a:gd name="T23" fmla="*/ 132 h 139"/>
              <a:gd name="T24" fmla="*/ 41 w 116"/>
              <a:gd name="T25" fmla="*/ 131 h 139"/>
              <a:gd name="T26" fmla="*/ 49 w 116"/>
              <a:gd name="T27" fmla="*/ 123 h 139"/>
              <a:gd name="T28" fmla="*/ 49 w 116"/>
              <a:gd name="T29" fmla="*/ 118 h 139"/>
              <a:gd name="T30" fmla="*/ 49 w 116"/>
              <a:gd name="T31" fmla="*/ 22 h 139"/>
              <a:gd name="T32" fmla="*/ 41 w 116"/>
              <a:gd name="T33" fmla="*/ 14 h 139"/>
              <a:gd name="T34" fmla="*/ 32 w 116"/>
              <a:gd name="T35" fmla="*/ 15 h 139"/>
              <a:gd name="T36" fmla="*/ 18 w 116"/>
              <a:gd name="T37" fmla="*/ 23 h 139"/>
              <a:gd name="T38" fmla="*/ 11 w 116"/>
              <a:gd name="T39" fmla="*/ 36 h 139"/>
              <a:gd name="T40" fmla="*/ 8 w 116"/>
              <a:gd name="T41" fmla="*/ 42 h 139"/>
              <a:gd name="T42" fmla="*/ 0 w 116"/>
              <a:gd name="T43" fmla="*/ 39 h 139"/>
              <a:gd name="T44" fmla="*/ 13 w 116"/>
              <a:gd name="T45" fmla="*/ 0 h 139"/>
              <a:gd name="T46" fmla="*/ 19 w 116"/>
              <a:gd name="T47" fmla="*/ 0 h 139"/>
              <a:gd name="T48" fmla="*/ 21 w 116"/>
              <a:gd name="T49" fmla="*/ 4 h 139"/>
              <a:gd name="T50" fmla="*/ 95 w 116"/>
              <a:gd name="T51" fmla="*/ 4 h 139"/>
              <a:gd name="T52" fmla="*/ 97 w 116"/>
              <a:gd name="T53" fmla="*/ 0 h 139"/>
              <a:gd name="T54" fmla="*/ 103 w 116"/>
              <a:gd name="T55" fmla="*/ 0 h 139"/>
              <a:gd name="T56" fmla="*/ 116 w 116"/>
              <a:gd name="T57" fmla="*/ 39 h 139"/>
              <a:gd name="T58" fmla="*/ 108 w 116"/>
              <a:gd name="T59" fmla="*/ 42 h 139"/>
            </a:gdLst>
            <a:rect l="0" t="0" r="r" b="b"/>
            <a:pathLst>
              <a:path w="116" h="139">
                <a:moveTo>
                  <a:pt x="108" y="42"/>
                </a:moveTo>
                <a:cubicBezTo>
                  <a:pt x="106" y="37"/>
                  <a:pt x="104" y="33"/>
                  <a:pt x="102" y="29"/>
                </a:cubicBezTo>
                <a:cubicBezTo>
                  <a:pt x="96" y="17"/>
                  <a:pt x="85" y="13"/>
                  <a:pt x="72" y="14"/>
                </a:cubicBezTo>
                <a:cubicBezTo>
                  <a:pt x="68" y="14"/>
                  <a:pt x="67" y="15"/>
                  <a:pt x="67" y="18"/>
                </a:cubicBezTo>
                <a:cubicBezTo>
                  <a:pt x="66" y="20"/>
                  <a:pt x="66" y="22"/>
                  <a:pt x="66" y="24"/>
                </a:cubicBezTo>
                <a:cubicBezTo>
                  <a:pt x="66" y="54"/>
                  <a:pt x="66" y="85"/>
                  <a:pt x="66" y="115"/>
                </a:cubicBezTo>
                <a:cubicBezTo>
                  <a:pt x="66" y="118"/>
                  <a:pt x="67" y="120"/>
                  <a:pt x="67" y="123"/>
                </a:cubicBezTo>
                <a:cubicBezTo>
                  <a:pt x="68" y="128"/>
                  <a:pt x="70" y="130"/>
                  <a:pt x="75" y="131"/>
                </a:cubicBezTo>
                <a:cubicBezTo>
                  <a:pt x="78" y="131"/>
                  <a:pt x="80" y="132"/>
                  <a:pt x="83" y="132"/>
                </a:cubicBezTo>
                <a:cubicBezTo>
                  <a:pt x="83" y="134"/>
                  <a:pt x="83" y="137"/>
                  <a:pt x="83" y="139"/>
                </a:cubicBezTo>
                <a:cubicBezTo>
                  <a:pt x="66" y="139"/>
                  <a:pt x="50" y="139"/>
                  <a:pt x="33" y="139"/>
                </a:cubicBezTo>
                <a:cubicBezTo>
                  <a:pt x="33" y="137"/>
                  <a:pt x="33" y="135"/>
                  <a:pt x="33" y="132"/>
                </a:cubicBezTo>
                <a:cubicBezTo>
                  <a:pt x="36" y="132"/>
                  <a:pt x="39" y="131"/>
                  <a:pt x="41" y="131"/>
                </a:cubicBezTo>
                <a:cubicBezTo>
                  <a:pt x="47" y="130"/>
                  <a:pt x="49" y="128"/>
                  <a:pt x="49" y="123"/>
                </a:cubicBezTo>
                <a:cubicBezTo>
                  <a:pt x="49" y="121"/>
                  <a:pt x="49" y="120"/>
                  <a:pt x="49" y="118"/>
                </a:cubicBezTo>
                <a:cubicBezTo>
                  <a:pt x="49" y="86"/>
                  <a:pt x="49" y="54"/>
                  <a:pt x="49" y="22"/>
                </a:cubicBezTo>
                <a:cubicBezTo>
                  <a:pt x="49" y="14"/>
                  <a:pt x="49" y="13"/>
                  <a:pt x="41" y="14"/>
                </a:cubicBezTo>
                <a:cubicBezTo>
                  <a:pt x="38" y="14"/>
                  <a:pt x="35" y="14"/>
                  <a:pt x="32" y="15"/>
                </a:cubicBezTo>
                <a:cubicBezTo>
                  <a:pt x="26" y="16"/>
                  <a:pt x="21" y="18"/>
                  <a:pt x="18" y="23"/>
                </a:cubicBezTo>
                <a:cubicBezTo>
                  <a:pt x="15" y="27"/>
                  <a:pt x="13" y="32"/>
                  <a:pt x="11" y="36"/>
                </a:cubicBezTo>
                <a:cubicBezTo>
                  <a:pt x="10" y="38"/>
                  <a:pt x="9" y="40"/>
                  <a:pt x="8" y="42"/>
                </a:cubicBezTo>
                <a:cubicBezTo>
                  <a:pt x="5" y="41"/>
                  <a:pt x="3" y="40"/>
                  <a:pt x="0" y="39"/>
                </a:cubicBezTo>
                <a:cubicBezTo>
                  <a:pt x="5" y="26"/>
                  <a:pt x="9" y="13"/>
                  <a:pt x="13" y="0"/>
                </a:cubicBezTo>
                <a:cubicBezTo>
                  <a:pt x="15" y="0"/>
                  <a:pt x="17" y="0"/>
                  <a:pt x="19" y="0"/>
                </a:cubicBezTo>
                <a:cubicBezTo>
                  <a:pt x="20" y="1"/>
                  <a:pt x="20" y="3"/>
                  <a:pt x="21" y="4"/>
                </a:cubicBezTo>
                <a:cubicBezTo>
                  <a:pt x="46" y="4"/>
                  <a:pt x="70" y="4"/>
                  <a:pt x="95" y="4"/>
                </a:cubicBezTo>
                <a:cubicBezTo>
                  <a:pt x="95" y="3"/>
                  <a:pt x="96" y="1"/>
                  <a:pt x="97" y="0"/>
                </a:cubicBezTo>
                <a:cubicBezTo>
                  <a:pt x="98" y="0"/>
                  <a:pt x="100" y="0"/>
                  <a:pt x="103" y="0"/>
                </a:cubicBezTo>
                <a:cubicBezTo>
                  <a:pt x="107" y="13"/>
                  <a:pt x="112" y="26"/>
                  <a:pt x="116" y="39"/>
                </a:cubicBezTo>
                <a:cubicBezTo>
                  <a:pt x="113" y="40"/>
                  <a:pt x="111" y="41"/>
                  <a:pt x="108" y="42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3" name="Freeform 33">
            <a:extLst xmlns:a="http://schemas.openxmlformats.org/drawingml/2006/main">
              <a:ext uri="{FF2B5EF4-FFF2-40B4-BE49-F238E27FC236}">
                <a16:creationId xmlns:a16="http://schemas.microsoft.com/office/drawing/2014/main" id="{B4175FCB-DA0E-4659-AC49-37F7249DC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1440" y="689187"/>
            <a:ext cx="25090" cy="67859"/>
          </a:xfrm>
          <a:custGeom xmlns:a="http://schemas.openxmlformats.org/drawingml/2006/main">
            <a:gdLst>
              <a:gd name="T0" fmla="*/ 0 w 50"/>
              <a:gd name="T1" fmla="*/ 134 h 134"/>
              <a:gd name="T2" fmla="*/ 0 w 50"/>
              <a:gd name="T3" fmla="*/ 127 h 134"/>
              <a:gd name="T4" fmla="*/ 9 w 50"/>
              <a:gd name="T5" fmla="*/ 126 h 134"/>
              <a:gd name="T6" fmla="*/ 16 w 50"/>
              <a:gd name="T7" fmla="*/ 119 h 134"/>
              <a:gd name="T8" fmla="*/ 16 w 50"/>
              <a:gd name="T9" fmla="*/ 113 h 134"/>
              <a:gd name="T10" fmla="*/ 16 w 50"/>
              <a:gd name="T11" fmla="*/ 21 h 134"/>
              <a:gd name="T12" fmla="*/ 16 w 50"/>
              <a:gd name="T13" fmla="*/ 13 h 134"/>
              <a:gd name="T14" fmla="*/ 9 w 50"/>
              <a:gd name="T15" fmla="*/ 8 h 134"/>
              <a:gd name="T16" fmla="*/ 1 w 50"/>
              <a:gd name="T17" fmla="*/ 7 h 134"/>
              <a:gd name="T18" fmla="*/ 1 w 50"/>
              <a:gd name="T19" fmla="*/ 0 h 134"/>
              <a:gd name="T20" fmla="*/ 49 w 50"/>
              <a:gd name="T21" fmla="*/ 0 h 134"/>
              <a:gd name="T22" fmla="*/ 49 w 50"/>
              <a:gd name="T23" fmla="*/ 7 h 134"/>
              <a:gd name="T24" fmla="*/ 42 w 50"/>
              <a:gd name="T25" fmla="*/ 8 h 134"/>
              <a:gd name="T26" fmla="*/ 34 w 50"/>
              <a:gd name="T27" fmla="*/ 15 h 134"/>
              <a:gd name="T28" fmla="*/ 33 w 50"/>
              <a:gd name="T29" fmla="*/ 23 h 134"/>
              <a:gd name="T30" fmla="*/ 33 w 50"/>
              <a:gd name="T31" fmla="*/ 113 h 134"/>
              <a:gd name="T32" fmla="*/ 46 w 50"/>
              <a:gd name="T33" fmla="*/ 127 h 134"/>
              <a:gd name="T34" fmla="*/ 49 w 50"/>
              <a:gd name="T35" fmla="*/ 127 h 134"/>
              <a:gd name="T36" fmla="*/ 50 w 50"/>
              <a:gd name="T37" fmla="*/ 131 h 134"/>
              <a:gd name="T38" fmla="*/ 49 w 50"/>
              <a:gd name="T39" fmla="*/ 134 h 134"/>
              <a:gd name="T40" fmla="*/ 0 w 50"/>
              <a:gd name="T41" fmla="*/ 134 h 134"/>
            </a:gdLst>
            <a:rect l="0" t="0" r="r" b="b"/>
            <a:pathLst>
              <a:path w="50" h="134">
                <a:moveTo>
                  <a:pt x="0" y="134"/>
                </a:move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9" y="126"/>
                </a:cubicBezTo>
                <a:cubicBezTo>
                  <a:pt x="13" y="125"/>
                  <a:pt x="15" y="124"/>
                  <a:pt x="16" y="119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18"/>
                  <a:pt x="16" y="16"/>
                  <a:pt x="16" y="13"/>
                </a:cubicBezTo>
                <a:cubicBezTo>
                  <a:pt x="15" y="10"/>
                  <a:pt x="13" y="8"/>
                  <a:pt x="9" y="8"/>
                </a:cubicBezTo>
                <a:cubicBezTo>
                  <a:pt x="6" y="7"/>
                  <a:pt x="4" y="7"/>
                  <a:pt x="1" y="7"/>
                </a:cubicBezTo>
                <a:cubicBezTo>
                  <a:pt x="1" y="4"/>
                  <a:pt x="1" y="2"/>
                  <a:pt x="1" y="0"/>
                </a:cubicBezTo>
                <a:cubicBezTo>
                  <a:pt x="17" y="0"/>
                  <a:pt x="33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7" y="7"/>
                  <a:pt x="44" y="7"/>
                  <a:pt x="42" y="8"/>
                </a:cubicBezTo>
                <a:cubicBezTo>
                  <a:pt x="38" y="8"/>
                  <a:pt x="35" y="10"/>
                  <a:pt x="34" y="15"/>
                </a:cubicBezTo>
                <a:cubicBezTo>
                  <a:pt x="34" y="17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6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8"/>
                  <a:pt x="50" y="129"/>
                  <a:pt x="50" y="131"/>
                </a:cubicBezTo>
                <a:cubicBezTo>
                  <a:pt x="50" y="132"/>
                  <a:pt x="49" y="133"/>
                  <a:pt x="49" y="134"/>
                </a:cubicBezTo>
                <a:cubicBezTo>
                  <a:pt x="33" y="134"/>
                  <a:pt x="17" y="134"/>
                  <a:pt x="0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4" name="Freeform 34">
            <a:extLst xmlns:a="http://schemas.openxmlformats.org/drawingml/2006/main">
              <a:ext uri="{FF2B5EF4-FFF2-40B4-BE49-F238E27FC236}">
                <a16:creationId xmlns:a16="http://schemas.microsoft.com/office/drawing/2014/main" id="{9A4003A1-1939-4D8E-9573-F654A650D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237" y="689187"/>
            <a:ext cx="24520" cy="68429"/>
          </a:xfrm>
          <a:custGeom xmlns:a="http://schemas.openxmlformats.org/drawingml/2006/main">
            <a:gdLst>
              <a:gd name="T0" fmla="*/ 0 w 49"/>
              <a:gd name="T1" fmla="*/ 7 h 135"/>
              <a:gd name="T2" fmla="*/ 0 w 49"/>
              <a:gd name="T3" fmla="*/ 0 h 135"/>
              <a:gd name="T4" fmla="*/ 49 w 49"/>
              <a:gd name="T5" fmla="*/ 0 h 135"/>
              <a:gd name="T6" fmla="*/ 49 w 49"/>
              <a:gd name="T7" fmla="*/ 7 h 135"/>
              <a:gd name="T8" fmla="*/ 42 w 49"/>
              <a:gd name="T9" fmla="*/ 8 h 135"/>
              <a:gd name="T10" fmla="*/ 34 w 49"/>
              <a:gd name="T11" fmla="*/ 15 h 135"/>
              <a:gd name="T12" fmla="*/ 33 w 49"/>
              <a:gd name="T13" fmla="*/ 23 h 135"/>
              <a:gd name="T14" fmla="*/ 33 w 49"/>
              <a:gd name="T15" fmla="*/ 113 h 135"/>
              <a:gd name="T16" fmla="*/ 46 w 49"/>
              <a:gd name="T17" fmla="*/ 127 h 135"/>
              <a:gd name="T18" fmla="*/ 49 w 49"/>
              <a:gd name="T19" fmla="*/ 127 h 135"/>
              <a:gd name="T20" fmla="*/ 49 w 49"/>
              <a:gd name="T21" fmla="*/ 134 h 135"/>
              <a:gd name="T22" fmla="*/ 0 w 49"/>
              <a:gd name="T23" fmla="*/ 134 h 135"/>
              <a:gd name="T24" fmla="*/ 0 w 49"/>
              <a:gd name="T25" fmla="*/ 127 h 135"/>
              <a:gd name="T26" fmla="*/ 7 w 49"/>
              <a:gd name="T27" fmla="*/ 126 h 135"/>
              <a:gd name="T28" fmla="*/ 16 w 49"/>
              <a:gd name="T29" fmla="*/ 118 h 135"/>
              <a:gd name="T30" fmla="*/ 16 w 49"/>
              <a:gd name="T31" fmla="*/ 113 h 135"/>
              <a:gd name="T32" fmla="*/ 16 w 49"/>
              <a:gd name="T33" fmla="*/ 20 h 135"/>
              <a:gd name="T34" fmla="*/ 15 w 49"/>
              <a:gd name="T35" fmla="*/ 13 h 135"/>
              <a:gd name="T36" fmla="*/ 9 w 49"/>
              <a:gd name="T37" fmla="*/ 8 h 135"/>
              <a:gd name="T38" fmla="*/ 0 w 49"/>
              <a:gd name="T39" fmla="*/ 7 h 135"/>
            </a:gdLst>
            <a:rect l="0" t="0" r="r" b="b"/>
            <a:pathLst>
              <a:path w="49" h="135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5" y="10"/>
                  <a:pt x="34" y="15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5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45" y="135"/>
                  <a:pt x="9" y="135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5" y="127"/>
                  <a:pt x="7" y="126"/>
                </a:cubicBezTo>
                <a:cubicBezTo>
                  <a:pt x="13" y="126"/>
                  <a:pt x="15" y="124"/>
                  <a:pt x="16" y="118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8"/>
                  <a:pt x="15" y="16"/>
                  <a:pt x="15" y="13"/>
                </a:cubicBezTo>
                <a:cubicBezTo>
                  <a:pt x="14" y="10"/>
                  <a:pt x="12" y="8"/>
                  <a:pt x="9" y="8"/>
                </a:cubicBezTo>
                <a:cubicBezTo>
                  <a:pt x="6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5" name="Freeform 35">
            <a:extLst xmlns:a="http://schemas.openxmlformats.org/drawingml/2006/main">
              <a:ext uri="{FF2B5EF4-FFF2-40B4-BE49-F238E27FC236}">
                <a16:creationId xmlns:a16="http://schemas.microsoft.com/office/drawing/2014/main" id="{44BEDDCC-8CB3-463E-B66F-A91BB81A6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429" y="689187"/>
            <a:ext cx="24520" cy="67859"/>
          </a:xfrm>
          <a:custGeom xmlns:a="http://schemas.openxmlformats.org/drawingml/2006/main">
            <a:gdLst>
              <a:gd name="T0" fmla="*/ 0 w 49"/>
              <a:gd name="T1" fmla="*/ 7 h 134"/>
              <a:gd name="T2" fmla="*/ 0 w 49"/>
              <a:gd name="T3" fmla="*/ 0 h 134"/>
              <a:gd name="T4" fmla="*/ 49 w 49"/>
              <a:gd name="T5" fmla="*/ 0 h 134"/>
              <a:gd name="T6" fmla="*/ 49 w 49"/>
              <a:gd name="T7" fmla="*/ 7 h 134"/>
              <a:gd name="T8" fmla="*/ 42 w 49"/>
              <a:gd name="T9" fmla="*/ 8 h 134"/>
              <a:gd name="T10" fmla="*/ 34 w 49"/>
              <a:gd name="T11" fmla="*/ 15 h 134"/>
              <a:gd name="T12" fmla="*/ 33 w 49"/>
              <a:gd name="T13" fmla="*/ 23 h 134"/>
              <a:gd name="T14" fmla="*/ 33 w 49"/>
              <a:gd name="T15" fmla="*/ 112 h 134"/>
              <a:gd name="T16" fmla="*/ 34 w 49"/>
              <a:gd name="T17" fmla="*/ 120 h 134"/>
              <a:gd name="T18" fmla="*/ 40 w 49"/>
              <a:gd name="T19" fmla="*/ 126 h 134"/>
              <a:gd name="T20" fmla="*/ 49 w 49"/>
              <a:gd name="T21" fmla="*/ 127 h 134"/>
              <a:gd name="T22" fmla="*/ 49 w 49"/>
              <a:gd name="T23" fmla="*/ 134 h 134"/>
              <a:gd name="T24" fmla="*/ 0 w 49"/>
              <a:gd name="T25" fmla="*/ 134 h 134"/>
              <a:gd name="T26" fmla="*/ 0 w 49"/>
              <a:gd name="T27" fmla="*/ 127 h 134"/>
              <a:gd name="T28" fmla="*/ 8 w 49"/>
              <a:gd name="T29" fmla="*/ 126 h 134"/>
              <a:gd name="T30" fmla="*/ 15 w 49"/>
              <a:gd name="T31" fmla="*/ 119 h 134"/>
              <a:gd name="T32" fmla="*/ 16 w 49"/>
              <a:gd name="T33" fmla="*/ 110 h 134"/>
              <a:gd name="T34" fmla="*/ 16 w 49"/>
              <a:gd name="T35" fmla="*/ 25 h 134"/>
              <a:gd name="T36" fmla="*/ 15 w 49"/>
              <a:gd name="T37" fmla="*/ 15 h 134"/>
              <a:gd name="T38" fmla="*/ 8 w 49"/>
              <a:gd name="T39" fmla="*/ 8 h 134"/>
              <a:gd name="T40" fmla="*/ 0 w 49"/>
              <a:gd name="T41" fmla="*/ 7 h 134"/>
            </a:gdLst>
            <a:rect l="0" t="0" r="r" b="b"/>
            <a:pathLst>
              <a:path w="49" h="134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4" y="10"/>
                  <a:pt x="34" y="15"/>
                </a:cubicBezTo>
                <a:cubicBezTo>
                  <a:pt x="33" y="18"/>
                  <a:pt x="33" y="21"/>
                  <a:pt x="33" y="23"/>
                </a:cubicBezTo>
                <a:cubicBezTo>
                  <a:pt x="33" y="53"/>
                  <a:pt x="33" y="83"/>
                  <a:pt x="33" y="112"/>
                </a:cubicBezTo>
                <a:cubicBezTo>
                  <a:pt x="33" y="115"/>
                  <a:pt x="33" y="118"/>
                  <a:pt x="34" y="120"/>
                </a:cubicBezTo>
                <a:cubicBezTo>
                  <a:pt x="34" y="124"/>
                  <a:pt x="36" y="126"/>
                  <a:pt x="40" y="126"/>
                </a:cubicBezTo>
                <a:cubicBezTo>
                  <a:pt x="43" y="126"/>
                  <a:pt x="45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33" y="134"/>
                  <a:pt x="1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8" y="126"/>
                </a:cubicBezTo>
                <a:cubicBezTo>
                  <a:pt x="13" y="125"/>
                  <a:pt x="15" y="123"/>
                  <a:pt x="15" y="119"/>
                </a:cubicBezTo>
                <a:cubicBezTo>
                  <a:pt x="16" y="116"/>
                  <a:pt x="16" y="113"/>
                  <a:pt x="16" y="110"/>
                </a:cubicBezTo>
                <a:cubicBezTo>
                  <a:pt x="16" y="81"/>
                  <a:pt x="16" y="53"/>
                  <a:pt x="16" y="25"/>
                </a:cubicBezTo>
                <a:cubicBezTo>
                  <a:pt x="16" y="21"/>
                  <a:pt x="16" y="18"/>
                  <a:pt x="15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8" name="Freeform 9">
            <a:extLst xmlns:a="http://schemas.openxmlformats.org/drawingml/2006/main">
              <a:ext uri="{FF2B5EF4-FFF2-40B4-BE49-F238E27FC236}">
                <a16:creationId xmlns:a16="http://schemas.microsoft.com/office/drawing/2014/main" id="{CD60FE5B-720F-4791-8035-12C1328D1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4981" y="365289"/>
            <a:ext cx="164800" cy="184188"/>
          </a:xfrm>
          <a:custGeom xmlns:a="http://schemas.openxmlformats.org/drawingml/2006/main">
            <a:gdLst>
              <a:gd name="T0" fmla="*/ 324 w 325"/>
              <a:gd name="T1" fmla="*/ 106 h 363"/>
              <a:gd name="T2" fmla="*/ 283 w 325"/>
              <a:gd name="T3" fmla="*/ 179 h 363"/>
              <a:gd name="T4" fmla="*/ 247 w 325"/>
              <a:gd name="T5" fmla="*/ 214 h 363"/>
              <a:gd name="T6" fmla="*/ 241 w 325"/>
              <a:gd name="T7" fmla="*/ 228 h 363"/>
              <a:gd name="T8" fmla="*/ 271 w 325"/>
              <a:gd name="T9" fmla="*/ 230 h 363"/>
              <a:gd name="T10" fmla="*/ 282 w 325"/>
              <a:gd name="T11" fmla="*/ 240 h 363"/>
              <a:gd name="T12" fmla="*/ 269 w 325"/>
              <a:gd name="T13" fmla="*/ 277 h 363"/>
              <a:gd name="T14" fmla="*/ 223 w 325"/>
              <a:gd name="T15" fmla="*/ 316 h 363"/>
              <a:gd name="T16" fmla="*/ 176 w 325"/>
              <a:gd name="T17" fmla="*/ 340 h 363"/>
              <a:gd name="T18" fmla="*/ 160 w 325"/>
              <a:gd name="T19" fmla="*/ 339 h 363"/>
              <a:gd name="T20" fmla="*/ 165 w 325"/>
              <a:gd name="T21" fmla="*/ 329 h 363"/>
              <a:gd name="T22" fmla="*/ 195 w 325"/>
              <a:gd name="T23" fmla="*/ 302 h 363"/>
              <a:gd name="T24" fmla="*/ 214 w 325"/>
              <a:gd name="T25" fmla="*/ 282 h 363"/>
              <a:gd name="T26" fmla="*/ 223 w 325"/>
              <a:gd name="T27" fmla="*/ 265 h 363"/>
              <a:gd name="T28" fmla="*/ 220 w 325"/>
              <a:gd name="T29" fmla="*/ 257 h 363"/>
              <a:gd name="T30" fmla="*/ 179 w 325"/>
              <a:gd name="T31" fmla="*/ 289 h 363"/>
              <a:gd name="T32" fmla="*/ 106 w 325"/>
              <a:gd name="T33" fmla="*/ 335 h 363"/>
              <a:gd name="T34" fmla="*/ 20 w 325"/>
              <a:gd name="T35" fmla="*/ 363 h 363"/>
              <a:gd name="T36" fmla="*/ 4 w 325"/>
              <a:gd name="T37" fmla="*/ 360 h 363"/>
              <a:gd name="T38" fmla="*/ 78 w 325"/>
              <a:gd name="T39" fmla="*/ 306 h 363"/>
              <a:gd name="T40" fmla="*/ 102 w 325"/>
              <a:gd name="T41" fmla="*/ 295 h 363"/>
              <a:gd name="T42" fmla="*/ 208 w 325"/>
              <a:gd name="T43" fmla="*/ 238 h 363"/>
              <a:gd name="T44" fmla="*/ 207 w 325"/>
              <a:gd name="T45" fmla="*/ 232 h 363"/>
              <a:gd name="T46" fmla="*/ 171 w 325"/>
              <a:gd name="T47" fmla="*/ 243 h 363"/>
              <a:gd name="T48" fmla="*/ 163 w 325"/>
              <a:gd name="T49" fmla="*/ 239 h 363"/>
              <a:gd name="T50" fmla="*/ 170 w 325"/>
              <a:gd name="T51" fmla="*/ 226 h 363"/>
              <a:gd name="T52" fmla="*/ 154 w 325"/>
              <a:gd name="T53" fmla="*/ 206 h 363"/>
              <a:gd name="T54" fmla="*/ 122 w 325"/>
              <a:gd name="T55" fmla="*/ 224 h 363"/>
              <a:gd name="T56" fmla="*/ 99 w 325"/>
              <a:gd name="T57" fmla="*/ 236 h 363"/>
              <a:gd name="T58" fmla="*/ 100 w 325"/>
              <a:gd name="T59" fmla="*/ 222 h 363"/>
              <a:gd name="T60" fmla="*/ 116 w 325"/>
              <a:gd name="T61" fmla="*/ 204 h 363"/>
              <a:gd name="T62" fmla="*/ 118 w 325"/>
              <a:gd name="T63" fmla="*/ 183 h 363"/>
              <a:gd name="T64" fmla="*/ 116 w 325"/>
              <a:gd name="T65" fmla="*/ 174 h 363"/>
              <a:gd name="T66" fmla="*/ 143 w 325"/>
              <a:gd name="T67" fmla="*/ 167 h 363"/>
              <a:gd name="T68" fmla="*/ 158 w 325"/>
              <a:gd name="T69" fmla="*/ 145 h 363"/>
              <a:gd name="T70" fmla="*/ 147 w 325"/>
              <a:gd name="T71" fmla="*/ 144 h 363"/>
              <a:gd name="T72" fmla="*/ 132 w 325"/>
              <a:gd name="T73" fmla="*/ 141 h 363"/>
              <a:gd name="T74" fmla="*/ 141 w 325"/>
              <a:gd name="T75" fmla="*/ 129 h 363"/>
              <a:gd name="T76" fmla="*/ 140 w 325"/>
              <a:gd name="T77" fmla="*/ 115 h 363"/>
              <a:gd name="T78" fmla="*/ 112 w 325"/>
              <a:gd name="T79" fmla="*/ 96 h 363"/>
              <a:gd name="T80" fmla="*/ 127 w 325"/>
              <a:gd name="T81" fmla="*/ 92 h 363"/>
              <a:gd name="T82" fmla="*/ 167 w 325"/>
              <a:gd name="T83" fmla="*/ 81 h 363"/>
              <a:gd name="T84" fmla="*/ 203 w 325"/>
              <a:gd name="T85" fmla="*/ 36 h 363"/>
              <a:gd name="T86" fmla="*/ 204 w 325"/>
              <a:gd name="T87" fmla="*/ 10 h 363"/>
              <a:gd name="T88" fmla="*/ 216 w 325"/>
              <a:gd name="T89" fmla="*/ 3 h 363"/>
              <a:gd name="T90" fmla="*/ 224 w 325"/>
              <a:gd name="T91" fmla="*/ 56 h 363"/>
              <a:gd name="T92" fmla="*/ 205 w 325"/>
              <a:gd name="T93" fmla="*/ 91 h 363"/>
              <a:gd name="T94" fmla="*/ 208 w 325"/>
              <a:gd name="T95" fmla="*/ 105 h 363"/>
              <a:gd name="T96" fmla="*/ 267 w 325"/>
              <a:gd name="T97" fmla="*/ 87 h 363"/>
              <a:gd name="T98" fmla="*/ 297 w 325"/>
              <a:gd name="T99" fmla="*/ 85 h 363"/>
              <a:gd name="T100" fmla="*/ 309 w 325"/>
              <a:gd name="T101" fmla="*/ 86 h 363"/>
              <a:gd name="T102" fmla="*/ 325 w 325"/>
              <a:gd name="T103" fmla="*/ 104 h 363"/>
              <a:gd name="T104" fmla="*/ 198 w 325"/>
              <a:gd name="T105" fmla="*/ 126 h 363"/>
              <a:gd name="T106" fmla="*/ 164 w 325"/>
              <a:gd name="T107" fmla="*/ 175 h 363"/>
              <a:gd name="T108" fmla="*/ 181 w 325"/>
              <a:gd name="T109" fmla="*/ 191 h 363"/>
              <a:gd name="T110" fmla="*/ 186 w 325"/>
              <a:gd name="T111" fmla="*/ 173 h 363"/>
              <a:gd name="T112" fmla="*/ 199 w 325"/>
              <a:gd name="T113" fmla="*/ 170 h 363"/>
              <a:gd name="T114" fmla="*/ 206 w 325"/>
              <a:gd name="T115" fmla="*/ 204 h 363"/>
              <a:gd name="T116" fmla="*/ 217 w 325"/>
              <a:gd name="T117" fmla="*/ 206 h 363"/>
              <a:gd name="T118" fmla="*/ 229 w 325"/>
              <a:gd name="T119" fmla="*/ 188 h 363"/>
              <a:gd name="T120" fmla="*/ 261 w 325"/>
              <a:gd name="T121" fmla="*/ 141 h 363"/>
              <a:gd name="T122" fmla="*/ 250 w 325"/>
              <a:gd name="T123" fmla="*/ 134 h 363"/>
              <a:gd name="T124" fmla="*/ 206 w 325"/>
              <a:gd name="T125" fmla="*/ 122 h 363"/>
            </a:gdLst>
            <a:rect l="0" t="0" r="r" b="b"/>
            <a:pathLst>
              <a:path w="325" h="363">
                <a:moveTo>
                  <a:pt x="325" y="104"/>
                </a:moveTo>
                <a:cubicBezTo>
                  <a:pt x="325" y="104"/>
                  <a:pt x="324" y="105"/>
                  <a:pt x="324" y="106"/>
                </a:cubicBezTo>
                <a:cubicBezTo>
                  <a:pt x="323" y="108"/>
                  <a:pt x="323" y="111"/>
                  <a:pt x="322" y="114"/>
                </a:cubicBezTo>
                <a:cubicBezTo>
                  <a:pt x="312" y="138"/>
                  <a:pt x="300" y="160"/>
                  <a:pt x="283" y="179"/>
                </a:cubicBezTo>
                <a:cubicBezTo>
                  <a:pt x="275" y="188"/>
                  <a:pt x="267" y="197"/>
                  <a:pt x="259" y="205"/>
                </a:cubicBezTo>
                <a:cubicBezTo>
                  <a:pt x="255" y="209"/>
                  <a:pt x="251" y="211"/>
                  <a:pt x="247" y="214"/>
                </a:cubicBezTo>
                <a:cubicBezTo>
                  <a:pt x="244" y="217"/>
                  <a:pt x="241" y="219"/>
                  <a:pt x="239" y="223"/>
                </a:cubicBezTo>
                <a:cubicBezTo>
                  <a:pt x="237" y="226"/>
                  <a:pt x="238" y="227"/>
                  <a:pt x="241" y="228"/>
                </a:cubicBezTo>
                <a:cubicBezTo>
                  <a:pt x="243" y="228"/>
                  <a:pt x="245" y="228"/>
                  <a:pt x="246" y="228"/>
                </a:cubicBezTo>
                <a:cubicBezTo>
                  <a:pt x="255" y="229"/>
                  <a:pt x="263" y="230"/>
                  <a:pt x="271" y="230"/>
                </a:cubicBezTo>
                <a:cubicBezTo>
                  <a:pt x="272" y="230"/>
                  <a:pt x="274" y="231"/>
                  <a:pt x="275" y="231"/>
                </a:cubicBezTo>
                <a:cubicBezTo>
                  <a:pt x="280" y="233"/>
                  <a:pt x="282" y="235"/>
                  <a:pt x="282" y="240"/>
                </a:cubicBezTo>
                <a:cubicBezTo>
                  <a:pt x="283" y="247"/>
                  <a:pt x="282" y="253"/>
                  <a:pt x="279" y="259"/>
                </a:cubicBezTo>
                <a:cubicBezTo>
                  <a:pt x="277" y="265"/>
                  <a:pt x="273" y="271"/>
                  <a:pt x="269" y="277"/>
                </a:cubicBezTo>
                <a:cubicBezTo>
                  <a:pt x="260" y="289"/>
                  <a:pt x="248" y="298"/>
                  <a:pt x="237" y="307"/>
                </a:cubicBezTo>
                <a:cubicBezTo>
                  <a:pt x="233" y="311"/>
                  <a:pt x="228" y="314"/>
                  <a:pt x="223" y="316"/>
                </a:cubicBezTo>
                <a:cubicBezTo>
                  <a:pt x="213" y="321"/>
                  <a:pt x="203" y="327"/>
                  <a:pt x="193" y="332"/>
                </a:cubicBezTo>
                <a:cubicBezTo>
                  <a:pt x="187" y="334"/>
                  <a:pt x="182" y="337"/>
                  <a:pt x="176" y="340"/>
                </a:cubicBezTo>
                <a:cubicBezTo>
                  <a:pt x="173" y="341"/>
                  <a:pt x="169" y="341"/>
                  <a:pt x="166" y="342"/>
                </a:cubicBezTo>
                <a:cubicBezTo>
                  <a:pt x="164" y="342"/>
                  <a:pt x="161" y="341"/>
                  <a:pt x="160" y="339"/>
                </a:cubicBezTo>
                <a:cubicBezTo>
                  <a:pt x="159" y="337"/>
                  <a:pt x="160" y="335"/>
                  <a:pt x="162" y="333"/>
                </a:cubicBezTo>
                <a:cubicBezTo>
                  <a:pt x="163" y="332"/>
                  <a:pt x="164" y="330"/>
                  <a:pt x="165" y="329"/>
                </a:cubicBezTo>
                <a:cubicBezTo>
                  <a:pt x="173" y="323"/>
                  <a:pt x="181" y="316"/>
                  <a:pt x="189" y="310"/>
                </a:cubicBezTo>
                <a:cubicBezTo>
                  <a:pt x="192" y="307"/>
                  <a:pt x="194" y="305"/>
                  <a:pt x="195" y="302"/>
                </a:cubicBezTo>
                <a:cubicBezTo>
                  <a:pt x="196" y="300"/>
                  <a:pt x="198" y="297"/>
                  <a:pt x="200" y="295"/>
                </a:cubicBezTo>
                <a:cubicBezTo>
                  <a:pt x="205" y="291"/>
                  <a:pt x="210" y="287"/>
                  <a:pt x="214" y="282"/>
                </a:cubicBezTo>
                <a:cubicBezTo>
                  <a:pt x="217" y="280"/>
                  <a:pt x="218" y="278"/>
                  <a:pt x="219" y="275"/>
                </a:cubicBezTo>
                <a:cubicBezTo>
                  <a:pt x="219" y="271"/>
                  <a:pt x="221" y="268"/>
                  <a:pt x="223" y="265"/>
                </a:cubicBezTo>
                <a:cubicBezTo>
                  <a:pt x="225" y="263"/>
                  <a:pt x="227" y="261"/>
                  <a:pt x="229" y="259"/>
                </a:cubicBezTo>
                <a:cubicBezTo>
                  <a:pt x="227" y="256"/>
                  <a:pt x="224" y="256"/>
                  <a:pt x="220" y="257"/>
                </a:cubicBezTo>
                <a:cubicBezTo>
                  <a:pt x="212" y="260"/>
                  <a:pt x="205" y="264"/>
                  <a:pt x="199" y="270"/>
                </a:cubicBezTo>
                <a:cubicBezTo>
                  <a:pt x="192" y="276"/>
                  <a:pt x="186" y="282"/>
                  <a:pt x="179" y="289"/>
                </a:cubicBezTo>
                <a:cubicBezTo>
                  <a:pt x="169" y="299"/>
                  <a:pt x="157" y="307"/>
                  <a:pt x="144" y="314"/>
                </a:cubicBezTo>
                <a:cubicBezTo>
                  <a:pt x="131" y="320"/>
                  <a:pt x="119" y="328"/>
                  <a:pt x="106" y="335"/>
                </a:cubicBezTo>
                <a:cubicBezTo>
                  <a:pt x="89" y="344"/>
                  <a:pt x="72" y="352"/>
                  <a:pt x="53" y="357"/>
                </a:cubicBezTo>
                <a:cubicBezTo>
                  <a:pt x="43" y="361"/>
                  <a:pt x="32" y="363"/>
                  <a:pt x="20" y="363"/>
                </a:cubicBezTo>
                <a:cubicBezTo>
                  <a:pt x="16" y="362"/>
                  <a:pt x="12" y="361"/>
                  <a:pt x="7" y="361"/>
                </a:cubicBezTo>
                <a:cubicBezTo>
                  <a:pt x="6" y="361"/>
                  <a:pt x="5" y="360"/>
                  <a:pt x="4" y="360"/>
                </a:cubicBezTo>
                <a:cubicBezTo>
                  <a:pt x="0" y="358"/>
                  <a:pt x="0" y="355"/>
                  <a:pt x="4" y="352"/>
                </a:cubicBezTo>
                <a:cubicBezTo>
                  <a:pt x="28" y="337"/>
                  <a:pt x="53" y="321"/>
                  <a:pt x="78" y="306"/>
                </a:cubicBezTo>
                <a:cubicBezTo>
                  <a:pt x="84" y="302"/>
                  <a:pt x="91" y="298"/>
                  <a:pt x="98" y="297"/>
                </a:cubicBezTo>
                <a:cubicBezTo>
                  <a:pt x="100" y="296"/>
                  <a:pt x="101" y="295"/>
                  <a:pt x="102" y="295"/>
                </a:cubicBezTo>
                <a:cubicBezTo>
                  <a:pt x="135" y="275"/>
                  <a:pt x="169" y="257"/>
                  <a:pt x="204" y="241"/>
                </a:cubicBezTo>
                <a:cubicBezTo>
                  <a:pt x="205" y="240"/>
                  <a:pt x="207" y="239"/>
                  <a:pt x="208" y="238"/>
                </a:cubicBezTo>
                <a:cubicBezTo>
                  <a:pt x="209" y="237"/>
                  <a:pt x="210" y="235"/>
                  <a:pt x="210" y="234"/>
                </a:cubicBezTo>
                <a:cubicBezTo>
                  <a:pt x="210" y="233"/>
                  <a:pt x="208" y="232"/>
                  <a:pt x="207" y="232"/>
                </a:cubicBezTo>
                <a:cubicBezTo>
                  <a:pt x="201" y="231"/>
                  <a:pt x="196" y="233"/>
                  <a:pt x="190" y="235"/>
                </a:cubicBezTo>
                <a:cubicBezTo>
                  <a:pt x="184" y="238"/>
                  <a:pt x="178" y="240"/>
                  <a:pt x="171" y="243"/>
                </a:cubicBezTo>
                <a:cubicBezTo>
                  <a:pt x="170" y="243"/>
                  <a:pt x="169" y="244"/>
                  <a:pt x="168" y="244"/>
                </a:cubicBezTo>
                <a:cubicBezTo>
                  <a:pt x="164" y="244"/>
                  <a:pt x="163" y="244"/>
                  <a:pt x="163" y="239"/>
                </a:cubicBezTo>
                <a:cubicBezTo>
                  <a:pt x="163" y="236"/>
                  <a:pt x="164" y="233"/>
                  <a:pt x="166" y="231"/>
                </a:cubicBezTo>
                <a:cubicBezTo>
                  <a:pt x="167" y="229"/>
                  <a:pt x="169" y="228"/>
                  <a:pt x="170" y="226"/>
                </a:cubicBezTo>
                <a:cubicBezTo>
                  <a:pt x="172" y="222"/>
                  <a:pt x="172" y="218"/>
                  <a:pt x="168" y="215"/>
                </a:cubicBezTo>
                <a:cubicBezTo>
                  <a:pt x="164" y="212"/>
                  <a:pt x="159" y="209"/>
                  <a:pt x="154" y="206"/>
                </a:cubicBezTo>
                <a:cubicBezTo>
                  <a:pt x="148" y="203"/>
                  <a:pt x="143" y="205"/>
                  <a:pt x="138" y="210"/>
                </a:cubicBezTo>
                <a:cubicBezTo>
                  <a:pt x="133" y="215"/>
                  <a:pt x="128" y="219"/>
                  <a:pt x="122" y="224"/>
                </a:cubicBezTo>
                <a:cubicBezTo>
                  <a:pt x="118" y="228"/>
                  <a:pt x="112" y="231"/>
                  <a:pt x="107" y="235"/>
                </a:cubicBezTo>
                <a:cubicBezTo>
                  <a:pt x="105" y="236"/>
                  <a:pt x="102" y="238"/>
                  <a:pt x="99" y="236"/>
                </a:cubicBezTo>
                <a:cubicBezTo>
                  <a:pt x="97" y="234"/>
                  <a:pt x="97" y="231"/>
                  <a:pt x="98" y="229"/>
                </a:cubicBezTo>
                <a:cubicBezTo>
                  <a:pt x="98" y="226"/>
                  <a:pt x="99" y="224"/>
                  <a:pt x="100" y="222"/>
                </a:cubicBezTo>
                <a:cubicBezTo>
                  <a:pt x="102" y="219"/>
                  <a:pt x="105" y="217"/>
                  <a:pt x="107" y="214"/>
                </a:cubicBezTo>
                <a:cubicBezTo>
                  <a:pt x="110" y="211"/>
                  <a:pt x="113" y="208"/>
                  <a:pt x="116" y="204"/>
                </a:cubicBezTo>
                <a:cubicBezTo>
                  <a:pt x="118" y="202"/>
                  <a:pt x="119" y="198"/>
                  <a:pt x="120" y="195"/>
                </a:cubicBezTo>
                <a:cubicBezTo>
                  <a:pt x="122" y="191"/>
                  <a:pt x="122" y="187"/>
                  <a:pt x="118" y="183"/>
                </a:cubicBezTo>
                <a:cubicBezTo>
                  <a:pt x="116" y="182"/>
                  <a:pt x="115" y="181"/>
                  <a:pt x="115" y="179"/>
                </a:cubicBezTo>
                <a:cubicBezTo>
                  <a:pt x="113" y="177"/>
                  <a:pt x="113" y="175"/>
                  <a:pt x="116" y="174"/>
                </a:cubicBezTo>
                <a:cubicBezTo>
                  <a:pt x="123" y="173"/>
                  <a:pt x="130" y="171"/>
                  <a:pt x="137" y="170"/>
                </a:cubicBezTo>
                <a:cubicBezTo>
                  <a:pt x="140" y="170"/>
                  <a:pt x="141" y="169"/>
                  <a:pt x="143" y="167"/>
                </a:cubicBezTo>
                <a:cubicBezTo>
                  <a:pt x="146" y="163"/>
                  <a:pt x="150" y="159"/>
                  <a:pt x="153" y="155"/>
                </a:cubicBezTo>
                <a:cubicBezTo>
                  <a:pt x="155" y="152"/>
                  <a:pt x="157" y="149"/>
                  <a:pt x="158" y="145"/>
                </a:cubicBezTo>
                <a:cubicBezTo>
                  <a:pt x="159" y="141"/>
                  <a:pt x="157" y="140"/>
                  <a:pt x="154" y="141"/>
                </a:cubicBezTo>
                <a:cubicBezTo>
                  <a:pt x="151" y="141"/>
                  <a:pt x="149" y="142"/>
                  <a:pt x="147" y="144"/>
                </a:cubicBezTo>
                <a:cubicBezTo>
                  <a:pt x="144" y="146"/>
                  <a:pt x="140" y="146"/>
                  <a:pt x="137" y="145"/>
                </a:cubicBezTo>
                <a:cubicBezTo>
                  <a:pt x="134" y="145"/>
                  <a:pt x="133" y="144"/>
                  <a:pt x="132" y="141"/>
                </a:cubicBezTo>
                <a:cubicBezTo>
                  <a:pt x="132" y="139"/>
                  <a:pt x="132" y="137"/>
                  <a:pt x="134" y="135"/>
                </a:cubicBezTo>
                <a:cubicBezTo>
                  <a:pt x="137" y="133"/>
                  <a:pt x="139" y="131"/>
                  <a:pt x="141" y="129"/>
                </a:cubicBezTo>
                <a:cubicBezTo>
                  <a:pt x="143" y="126"/>
                  <a:pt x="144" y="123"/>
                  <a:pt x="144" y="119"/>
                </a:cubicBezTo>
                <a:cubicBezTo>
                  <a:pt x="144" y="116"/>
                  <a:pt x="143" y="115"/>
                  <a:pt x="140" y="115"/>
                </a:cubicBezTo>
                <a:cubicBezTo>
                  <a:pt x="136" y="115"/>
                  <a:pt x="132" y="115"/>
                  <a:pt x="129" y="114"/>
                </a:cubicBezTo>
                <a:cubicBezTo>
                  <a:pt x="119" y="112"/>
                  <a:pt x="114" y="106"/>
                  <a:pt x="112" y="96"/>
                </a:cubicBezTo>
                <a:cubicBezTo>
                  <a:pt x="112" y="91"/>
                  <a:pt x="113" y="90"/>
                  <a:pt x="118" y="91"/>
                </a:cubicBezTo>
                <a:cubicBezTo>
                  <a:pt x="121" y="91"/>
                  <a:pt x="124" y="91"/>
                  <a:pt x="127" y="92"/>
                </a:cubicBezTo>
                <a:cubicBezTo>
                  <a:pt x="137" y="93"/>
                  <a:pt x="146" y="92"/>
                  <a:pt x="155" y="86"/>
                </a:cubicBezTo>
                <a:cubicBezTo>
                  <a:pt x="158" y="83"/>
                  <a:pt x="163" y="82"/>
                  <a:pt x="167" y="81"/>
                </a:cubicBezTo>
                <a:cubicBezTo>
                  <a:pt x="174" y="79"/>
                  <a:pt x="180" y="76"/>
                  <a:pt x="184" y="70"/>
                </a:cubicBezTo>
                <a:cubicBezTo>
                  <a:pt x="193" y="60"/>
                  <a:pt x="200" y="49"/>
                  <a:pt x="203" y="36"/>
                </a:cubicBezTo>
                <a:cubicBezTo>
                  <a:pt x="204" y="30"/>
                  <a:pt x="205" y="23"/>
                  <a:pt x="205" y="17"/>
                </a:cubicBezTo>
                <a:cubicBezTo>
                  <a:pt x="204" y="15"/>
                  <a:pt x="204" y="13"/>
                  <a:pt x="204" y="10"/>
                </a:cubicBezTo>
                <a:cubicBezTo>
                  <a:pt x="204" y="7"/>
                  <a:pt x="204" y="4"/>
                  <a:pt x="207" y="2"/>
                </a:cubicBezTo>
                <a:cubicBezTo>
                  <a:pt x="211" y="0"/>
                  <a:pt x="213" y="2"/>
                  <a:pt x="216" y="3"/>
                </a:cubicBezTo>
                <a:cubicBezTo>
                  <a:pt x="230" y="11"/>
                  <a:pt x="236" y="28"/>
                  <a:pt x="230" y="43"/>
                </a:cubicBezTo>
                <a:cubicBezTo>
                  <a:pt x="229" y="48"/>
                  <a:pt x="226" y="52"/>
                  <a:pt x="224" y="56"/>
                </a:cubicBezTo>
                <a:cubicBezTo>
                  <a:pt x="219" y="64"/>
                  <a:pt x="214" y="72"/>
                  <a:pt x="209" y="80"/>
                </a:cubicBezTo>
                <a:cubicBezTo>
                  <a:pt x="207" y="83"/>
                  <a:pt x="206" y="87"/>
                  <a:pt x="205" y="91"/>
                </a:cubicBezTo>
                <a:cubicBezTo>
                  <a:pt x="204" y="93"/>
                  <a:pt x="203" y="95"/>
                  <a:pt x="203" y="98"/>
                </a:cubicBezTo>
                <a:cubicBezTo>
                  <a:pt x="203" y="102"/>
                  <a:pt x="205" y="104"/>
                  <a:pt x="208" y="105"/>
                </a:cubicBezTo>
                <a:cubicBezTo>
                  <a:pt x="213" y="106"/>
                  <a:pt x="217" y="105"/>
                  <a:pt x="221" y="104"/>
                </a:cubicBezTo>
                <a:cubicBezTo>
                  <a:pt x="236" y="97"/>
                  <a:pt x="251" y="91"/>
                  <a:pt x="267" y="87"/>
                </a:cubicBezTo>
                <a:cubicBezTo>
                  <a:pt x="274" y="85"/>
                  <a:pt x="280" y="84"/>
                  <a:pt x="287" y="82"/>
                </a:cubicBezTo>
                <a:cubicBezTo>
                  <a:pt x="290" y="82"/>
                  <a:pt x="294" y="82"/>
                  <a:pt x="297" y="85"/>
                </a:cubicBezTo>
                <a:cubicBezTo>
                  <a:pt x="299" y="86"/>
                  <a:pt x="301" y="86"/>
                  <a:pt x="304" y="86"/>
                </a:cubicBezTo>
                <a:cubicBezTo>
                  <a:pt x="305" y="87"/>
                  <a:pt x="307" y="86"/>
                  <a:pt x="309" y="86"/>
                </a:cubicBezTo>
                <a:cubicBezTo>
                  <a:pt x="317" y="86"/>
                  <a:pt x="323" y="89"/>
                  <a:pt x="325" y="97"/>
                </a:cubicBezTo>
                <a:cubicBezTo>
                  <a:pt x="325" y="99"/>
                  <a:pt x="325" y="101"/>
                  <a:pt x="325" y="104"/>
                </a:cubicBezTo>
                <a:close/>
                <a:moveTo>
                  <a:pt x="206" y="122"/>
                </a:moveTo>
                <a:cubicBezTo>
                  <a:pt x="203" y="122"/>
                  <a:pt x="200" y="123"/>
                  <a:pt x="198" y="126"/>
                </a:cubicBezTo>
                <a:cubicBezTo>
                  <a:pt x="189" y="138"/>
                  <a:pt x="179" y="150"/>
                  <a:pt x="169" y="162"/>
                </a:cubicBezTo>
                <a:cubicBezTo>
                  <a:pt x="166" y="166"/>
                  <a:pt x="164" y="170"/>
                  <a:pt x="164" y="175"/>
                </a:cubicBezTo>
                <a:cubicBezTo>
                  <a:pt x="162" y="184"/>
                  <a:pt x="165" y="188"/>
                  <a:pt x="173" y="193"/>
                </a:cubicBezTo>
                <a:cubicBezTo>
                  <a:pt x="176" y="195"/>
                  <a:pt x="179" y="194"/>
                  <a:pt x="181" y="191"/>
                </a:cubicBezTo>
                <a:cubicBezTo>
                  <a:pt x="183" y="188"/>
                  <a:pt x="183" y="186"/>
                  <a:pt x="184" y="183"/>
                </a:cubicBezTo>
                <a:cubicBezTo>
                  <a:pt x="185" y="180"/>
                  <a:pt x="185" y="176"/>
                  <a:pt x="186" y="173"/>
                </a:cubicBezTo>
                <a:cubicBezTo>
                  <a:pt x="187" y="171"/>
                  <a:pt x="188" y="168"/>
                  <a:pt x="190" y="167"/>
                </a:cubicBezTo>
                <a:cubicBezTo>
                  <a:pt x="194" y="164"/>
                  <a:pt x="197" y="165"/>
                  <a:pt x="199" y="170"/>
                </a:cubicBezTo>
                <a:cubicBezTo>
                  <a:pt x="199" y="171"/>
                  <a:pt x="199" y="171"/>
                  <a:pt x="199" y="172"/>
                </a:cubicBezTo>
                <a:cubicBezTo>
                  <a:pt x="202" y="183"/>
                  <a:pt x="205" y="193"/>
                  <a:pt x="206" y="204"/>
                </a:cubicBezTo>
                <a:cubicBezTo>
                  <a:pt x="206" y="206"/>
                  <a:pt x="207" y="209"/>
                  <a:pt x="210" y="210"/>
                </a:cubicBezTo>
                <a:cubicBezTo>
                  <a:pt x="214" y="210"/>
                  <a:pt x="215" y="208"/>
                  <a:pt x="217" y="206"/>
                </a:cubicBezTo>
                <a:cubicBezTo>
                  <a:pt x="217" y="205"/>
                  <a:pt x="217" y="205"/>
                  <a:pt x="218" y="204"/>
                </a:cubicBezTo>
                <a:cubicBezTo>
                  <a:pt x="221" y="199"/>
                  <a:pt x="225" y="193"/>
                  <a:pt x="229" y="188"/>
                </a:cubicBezTo>
                <a:cubicBezTo>
                  <a:pt x="237" y="177"/>
                  <a:pt x="246" y="167"/>
                  <a:pt x="255" y="157"/>
                </a:cubicBezTo>
                <a:cubicBezTo>
                  <a:pt x="259" y="152"/>
                  <a:pt x="261" y="147"/>
                  <a:pt x="261" y="141"/>
                </a:cubicBezTo>
                <a:cubicBezTo>
                  <a:pt x="261" y="137"/>
                  <a:pt x="259" y="135"/>
                  <a:pt x="255" y="134"/>
                </a:cubicBezTo>
                <a:cubicBezTo>
                  <a:pt x="253" y="134"/>
                  <a:pt x="251" y="134"/>
                  <a:pt x="250" y="134"/>
                </a:cubicBezTo>
                <a:cubicBezTo>
                  <a:pt x="240" y="131"/>
                  <a:pt x="231" y="129"/>
                  <a:pt x="221" y="126"/>
                </a:cubicBezTo>
                <a:cubicBezTo>
                  <a:pt x="216" y="125"/>
                  <a:pt x="211" y="123"/>
                  <a:pt x="206" y="1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9" name="Freeform 10">
            <a:extLst xmlns:a="http://schemas.openxmlformats.org/drawingml/2006/main">
              <a:ext uri="{FF2B5EF4-FFF2-40B4-BE49-F238E27FC236}">
                <a16:creationId xmlns:a16="http://schemas.microsoft.com/office/drawing/2014/main" id="{5C0EF1E3-27D2-4C7C-BE56-200446781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8190" y="398363"/>
            <a:ext cx="193882" cy="208139"/>
          </a:xfrm>
          <a:custGeom xmlns:a="http://schemas.openxmlformats.org/drawingml/2006/main">
            <a:gdLst>
              <a:gd name="T0" fmla="*/ 83 w 383"/>
              <a:gd name="T1" fmla="*/ 410 h 411"/>
              <a:gd name="T2" fmla="*/ 111 w 383"/>
              <a:gd name="T3" fmla="*/ 380 h 411"/>
              <a:gd name="T4" fmla="*/ 136 w 383"/>
              <a:gd name="T5" fmla="*/ 371 h 411"/>
              <a:gd name="T6" fmla="*/ 198 w 383"/>
              <a:gd name="T7" fmla="*/ 294 h 411"/>
              <a:gd name="T8" fmla="*/ 201 w 383"/>
              <a:gd name="T9" fmla="*/ 280 h 411"/>
              <a:gd name="T10" fmla="*/ 197 w 383"/>
              <a:gd name="T11" fmla="*/ 274 h 411"/>
              <a:gd name="T12" fmla="*/ 166 w 383"/>
              <a:gd name="T13" fmla="*/ 283 h 411"/>
              <a:gd name="T14" fmla="*/ 144 w 383"/>
              <a:gd name="T15" fmla="*/ 291 h 411"/>
              <a:gd name="T16" fmla="*/ 123 w 383"/>
              <a:gd name="T17" fmla="*/ 305 h 411"/>
              <a:gd name="T18" fmla="*/ 62 w 383"/>
              <a:gd name="T19" fmla="*/ 344 h 411"/>
              <a:gd name="T20" fmla="*/ 34 w 383"/>
              <a:gd name="T21" fmla="*/ 353 h 411"/>
              <a:gd name="T22" fmla="*/ 9 w 383"/>
              <a:gd name="T23" fmla="*/ 344 h 411"/>
              <a:gd name="T24" fmla="*/ 1 w 383"/>
              <a:gd name="T25" fmla="*/ 322 h 411"/>
              <a:gd name="T26" fmla="*/ 0 w 383"/>
              <a:gd name="T27" fmla="*/ 288 h 411"/>
              <a:gd name="T28" fmla="*/ 1 w 383"/>
              <a:gd name="T29" fmla="*/ 283 h 411"/>
              <a:gd name="T30" fmla="*/ 6 w 383"/>
              <a:gd name="T31" fmla="*/ 282 h 411"/>
              <a:gd name="T32" fmla="*/ 8 w 383"/>
              <a:gd name="T33" fmla="*/ 285 h 411"/>
              <a:gd name="T34" fmla="*/ 10 w 383"/>
              <a:gd name="T35" fmla="*/ 290 h 411"/>
              <a:gd name="T36" fmla="*/ 32 w 383"/>
              <a:gd name="T37" fmla="*/ 298 h 411"/>
              <a:gd name="T38" fmla="*/ 46 w 383"/>
              <a:gd name="T39" fmla="*/ 293 h 411"/>
              <a:gd name="T40" fmla="*/ 53 w 383"/>
              <a:gd name="T41" fmla="*/ 291 h 411"/>
              <a:gd name="T42" fmla="*/ 65 w 383"/>
              <a:gd name="T43" fmla="*/ 288 h 411"/>
              <a:gd name="T44" fmla="*/ 100 w 383"/>
              <a:gd name="T45" fmla="*/ 268 h 411"/>
              <a:gd name="T46" fmla="*/ 156 w 383"/>
              <a:gd name="T47" fmla="*/ 244 h 411"/>
              <a:gd name="T48" fmla="*/ 197 w 383"/>
              <a:gd name="T49" fmla="*/ 229 h 411"/>
              <a:gd name="T50" fmla="*/ 203 w 383"/>
              <a:gd name="T51" fmla="*/ 226 h 411"/>
              <a:gd name="T52" fmla="*/ 219 w 383"/>
              <a:gd name="T53" fmla="*/ 204 h 411"/>
              <a:gd name="T54" fmla="*/ 222 w 383"/>
              <a:gd name="T55" fmla="*/ 124 h 411"/>
              <a:gd name="T56" fmla="*/ 210 w 383"/>
              <a:gd name="T57" fmla="*/ 69 h 411"/>
              <a:gd name="T58" fmla="*/ 197 w 383"/>
              <a:gd name="T59" fmla="*/ 36 h 411"/>
              <a:gd name="T60" fmla="*/ 194 w 383"/>
              <a:gd name="T61" fmla="*/ 10 h 411"/>
              <a:gd name="T62" fmla="*/ 205 w 383"/>
              <a:gd name="T63" fmla="*/ 2 h 411"/>
              <a:gd name="T64" fmla="*/ 230 w 383"/>
              <a:gd name="T65" fmla="*/ 7 h 411"/>
              <a:gd name="T66" fmla="*/ 237 w 383"/>
              <a:gd name="T67" fmla="*/ 10 h 411"/>
              <a:gd name="T68" fmla="*/ 248 w 383"/>
              <a:gd name="T69" fmla="*/ 19 h 411"/>
              <a:gd name="T70" fmla="*/ 265 w 383"/>
              <a:gd name="T71" fmla="*/ 29 h 411"/>
              <a:gd name="T72" fmla="*/ 280 w 383"/>
              <a:gd name="T73" fmla="*/ 49 h 411"/>
              <a:gd name="T74" fmla="*/ 278 w 383"/>
              <a:gd name="T75" fmla="*/ 66 h 411"/>
              <a:gd name="T76" fmla="*/ 273 w 383"/>
              <a:gd name="T77" fmla="*/ 72 h 411"/>
              <a:gd name="T78" fmla="*/ 270 w 383"/>
              <a:gd name="T79" fmla="*/ 77 h 411"/>
              <a:gd name="T80" fmla="*/ 271 w 383"/>
              <a:gd name="T81" fmla="*/ 158 h 411"/>
              <a:gd name="T82" fmla="*/ 273 w 383"/>
              <a:gd name="T83" fmla="*/ 179 h 411"/>
              <a:gd name="T84" fmla="*/ 278 w 383"/>
              <a:gd name="T85" fmla="*/ 182 h 411"/>
              <a:gd name="T86" fmla="*/ 313 w 383"/>
              <a:gd name="T87" fmla="*/ 160 h 411"/>
              <a:gd name="T88" fmla="*/ 325 w 383"/>
              <a:gd name="T89" fmla="*/ 144 h 411"/>
              <a:gd name="T90" fmla="*/ 341 w 383"/>
              <a:gd name="T91" fmla="*/ 128 h 411"/>
              <a:gd name="T92" fmla="*/ 369 w 383"/>
              <a:gd name="T93" fmla="*/ 122 h 411"/>
              <a:gd name="T94" fmla="*/ 380 w 383"/>
              <a:gd name="T95" fmla="*/ 141 h 411"/>
              <a:gd name="T96" fmla="*/ 372 w 383"/>
              <a:gd name="T97" fmla="*/ 154 h 411"/>
              <a:gd name="T98" fmla="*/ 355 w 383"/>
              <a:gd name="T99" fmla="*/ 169 h 411"/>
              <a:gd name="T100" fmla="*/ 314 w 383"/>
              <a:gd name="T101" fmla="*/ 199 h 411"/>
              <a:gd name="T102" fmla="*/ 275 w 383"/>
              <a:gd name="T103" fmla="*/ 229 h 411"/>
              <a:gd name="T104" fmla="*/ 271 w 383"/>
              <a:gd name="T105" fmla="*/ 238 h 411"/>
              <a:gd name="T106" fmla="*/ 254 w 383"/>
              <a:gd name="T107" fmla="*/ 310 h 411"/>
              <a:gd name="T108" fmla="*/ 250 w 383"/>
              <a:gd name="T109" fmla="*/ 320 h 411"/>
              <a:gd name="T110" fmla="*/ 247 w 383"/>
              <a:gd name="T111" fmla="*/ 325 h 411"/>
              <a:gd name="T112" fmla="*/ 173 w 383"/>
              <a:gd name="T113" fmla="*/ 386 h 411"/>
              <a:gd name="T114" fmla="*/ 95 w 383"/>
              <a:gd name="T115" fmla="*/ 410 h 411"/>
              <a:gd name="T116" fmla="*/ 88 w 383"/>
              <a:gd name="T117" fmla="*/ 411 h 411"/>
              <a:gd name="T118" fmla="*/ 83 w 383"/>
              <a:gd name="T119" fmla="*/ 410 h 411"/>
            </a:gdLst>
            <a:rect l="0" t="0" r="r" b="b"/>
            <a:pathLst>
              <a:path w="383" h="411">
                <a:moveTo>
                  <a:pt x="83" y="410"/>
                </a:moveTo>
                <a:cubicBezTo>
                  <a:pt x="89" y="396"/>
                  <a:pt x="96" y="385"/>
                  <a:pt x="111" y="380"/>
                </a:cubicBezTo>
                <a:cubicBezTo>
                  <a:pt x="120" y="378"/>
                  <a:pt x="128" y="375"/>
                  <a:pt x="136" y="371"/>
                </a:cubicBezTo>
                <a:cubicBezTo>
                  <a:pt x="168" y="355"/>
                  <a:pt x="188" y="328"/>
                  <a:pt x="198" y="294"/>
                </a:cubicBezTo>
                <a:cubicBezTo>
                  <a:pt x="199" y="289"/>
                  <a:pt x="200" y="284"/>
                  <a:pt x="201" y="280"/>
                </a:cubicBezTo>
                <a:cubicBezTo>
                  <a:pt x="202" y="275"/>
                  <a:pt x="201" y="274"/>
                  <a:pt x="197" y="274"/>
                </a:cubicBezTo>
                <a:cubicBezTo>
                  <a:pt x="186" y="275"/>
                  <a:pt x="176" y="278"/>
                  <a:pt x="166" y="283"/>
                </a:cubicBezTo>
                <a:cubicBezTo>
                  <a:pt x="159" y="286"/>
                  <a:pt x="152" y="289"/>
                  <a:pt x="144" y="291"/>
                </a:cubicBezTo>
                <a:cubicBezTo>
                  <a:pt x="136" y="294"/>
                  <a:pt x="130" y="300"/>
                  <a:pt x="123" y="305"/>
                </a:cubicBezTo>
                <a:cubicBezTo>
                  <a:pt x="105" y="321"/>
                  <a:pt x="84" y="334"/>
                  <a:pt x="62" y="344"/>
                </a:cubicBezTo>
                <a:cubicBezTo>
                  <a:pt x="53" y="348"/>
                  <a:pt x="43" y="351"/>
                  <a:pt x="34" y="353"/>
                </a:cubicBezTo>
                <a:cubicBezTo>
                  <a:pt x="24" y="356"/>
                  <a:pt x="15" y="352"/>
                  <a:pt x="9" y="344"/>
                </a:cubicBezTo>
                <a:cubicBezTo>
                  <a:pt x="4" y="338"/>
                  <a:pt x="1" y="330"/>
                  <a:pt x="1" y="322"/>
                </a:cubicBezTo>
                <a:cubicBezTo>
                  <a:pt x="1" y="310"/>
                  <a:pt x="0" y="299"/>
                  <a:pt x="0" y="288"/>
                </a:cubicBezTo>
                <a:cubicBezTo>
                  <a:pt x="0" y="286"/>
                  <a:pt x="0" y="284"/>
                  <a:pt x="1" y="283"/>
                </a:cubicBezTo>
                <a:cubicBezTo>
                  <a:pt x="1" y="280"/>
                  <a:pt x="4" y="279"/>
                  <a:pt x="6" y="282"/>
                </a:cubicBezTo>
                <a:cubicBezTo>
                  <a:pt x="7" y="283"/>
                  <a:pt x="7" y="284"/>
                  <a:pt x="8" y="285"/>
                </a:cubicBezTo>
                <a:cubicBezTo>
                  <a:pt x="9" y="286"/>
                  <a:pt x="9" y="288"/>
                  <a:pt x="10" y="290"/>
                </a:cubicBezTo>
                <a:cubicBezTo>
                  <a:pt x="16" y="297"/>
                  <a:pt x="23" y="301"/>
                  <a:pt x="32" y="298"/>
                </a:cubicBezTo>
                <a:cubicBezTo>
                  <a:pt x="37" y="297"/>
                  <a:pt x="41" y="295"/>
                  <a:pt x="46" y="293"/>
                </a:cubicBezTo>
                <a:cubicBezTo>
                  <a:pt x="48" y="292"/>
                  <a:pt x="51" y="291"/>
                  <a:pt x="53" y="291"/>
                </a:cubicBezTo>
                <a:cubicBezTo>
                  <a:pt x="58" y="292"/>
                  <a:pt x="61" y="290"/>
                  <a:pt x="65" y="288"/>
                </a:cubicBezTo>
                <a:cubicBezTo>
                  <a:pt x="77" y="282"/>
                  <a:pt x="89" y="275"/>
                  <a:pt x="100" y="268"/>
                </a:cubicBezTo>
                <a:cubicBezTo>
                  <a:pt x="118" y="258"/>
                  <a:pt x="137" y="251"/>
                  <a:pt x="156" y="244"/>
                </a:cubicBezTo>
                <a:cubicBezTo>
                  <a:pt x="169" y="239"/>
                  <a:pt x="183" y="234"/>
                  <a:pt x="197" y="229"/>
                </a:cubicBezTo>
                <a:cubicBezTo>
                  <a:pt x="199" y="228"/>
                  <a:pt x="201" y="227"/>
                  <a:pt x="203" y="226"/>
                </a:cubicBezTo>
                <a:cubicBezTo>
                  <a:pt x="212" y="222"/>
                  <a:pt x="218" y="215"/>
                  <a:pt x="219" y="204"/>
                </a:cubicBezTo>
                <a:cubicBezTo>
                  <a:pt x="221" y="178"/>
                  <a:pt x="223" y="151"/>
                  <a:pt x="222" y="124"/>
                </a:cubicBezTo>
                <a:cubicBezTo>
                  <a:pt x="221" y="105"/>
                  <a:pt x="218" y="87"/>
                  <a:pt x="210" y="69"/>
                </a:cubicBezTo>
                <a:cubicBezTo>
                  <a:pt x="205" y="58"/>
                  <a:pt x="201" y="47"/>
                  <a:pt x="197" y="36"/>
                </a:cubicBezTo>
                <a:cubicBezTo>
                  <a:pt x="194" y="28"/>
                  <a:pt x="193" y="19"/>
                  <a:pt x="194" y="10"/>
                </a:cubicBezTo>
                <a:cubicBezTo>
                  <a:pt x="194" y="4"/>
                  <a:pt x="199" y="0"/>
                  <a:pt x="205" y="2"/>
                </a:cubicBezTo>
                <a:cubicBezTo>
                  <a:pt x="213" y="4"/>
                  <a:pt x="222" y="5"/>
                  <a:pt x="230" y="7"/>
                </a:cubicBezTo>
                <a:cubicBezTo>
                  <a:pt x="233" y="7"/>
                  <a:pt x="235" y="9"/>
                  <a:pt x="237" y="10"/>
                </a:cubicBezTo>
                <a:cubicBezTo>
                  <a:pt x="241" y="13"/>
                  <a:pt x="244" y="16"/>
                  <a:pt x="248" y="19"/>
                </a:cubicBezTo>
                <a:cubicBezTo>
                  <a:pt x="253" y="23"/>
                  <a:pt x="259" y="26"/>
                  <a:pt x="265" y="29"/>
                </a:cubicBezTo>
                <a:cubicBezTo>
                  <a:pt x="274" y="33"/>
                  <a:pt x="279" y="40"/>
                  <a:pt x="280" y="49"/>
                </a:cubicBezTo>
                <a:cubicBezTo>
                  <a:pt x="280" y="55"/>
                  <a:pt x="280" y="60"/>
                  <a:pt x="278" y="66"/>
                </a:cubicBezTo>
                <a:cubicBezTo>
                  <a:pt x="277" y="68"/>
                  <a:pt x="275" y="70"/>
                  <a:pt x="273" y="72"/>
                </a:cubicBezTo>
                <a:cubicBezTo>
                  <a:pt x="271" y="74"/>
                  <a:pt x="270" y="75"/>
                  <a:pt x="270" y="77"/>
                </a:cubicBezTo>
                <a:cubicBezTo>
                  <a:pt x="271" y="104"/>
                  <a:pt x="271" y="131"/>
                  <a:pt x="271" y="158"/>
                </a:cubicBezTo>
                <a:cubicBezTo>
                  <a:pt x="272" y="165"/>
                  <a:pt x="272" y="172"/>
                  <a:pt x="273" y="179"/>
                </a:cubicBezTo>
                <a:cubicBezTo>
                  <a:pt x="274" y="183"/>
                  <a:pt x="275" y="184"/>
                  <a:pt x="278" y="182"/>
                </a:cubicBezTo>
                <a:cubicBezTo>
                  <a:pt x="291" y="176"/>
                  <a:pt x="303" y="170"/>
                  <a:pt x="313" y="160"/>
                </a:cubicBezTo>
                <a:cubicBezTo>
                  <a:pt x="317" y="155"/>
                  <a:pt x="321" y="150"/>
                  <a:pt x="325" y="144"/>
                </a:cubicBezTo>
                <a:cubicBezTo>
                  <a:pt x="330" y="138"/>
                  <a:pt x="335" y="132"/>
                  <a:pt x="341" y="128"/>
                </a:cubicBezTo>
                <a:cubicBezTo>
                  <a:pt x="350" y="122"/>
                  <a:pt x="359" y="120"/>
                  <a:pt x="369" y="122"/>
                </a:cubicBezTo>
                <a:cubicBezTo>
                  <a:pt x="379" y="124"/>
                  <a:pt x="383" y="131"/>
                  <a:pt x="380" y="141"/>
                </a:cubicBezTo>
                <a:cubicBezTo>
                  <a:pt x="379" y="146"/>
                  <a:pt x="376" y="151"/>
                  <a:pt x="372" y="154"/>
                </a:cubicBezTo>
                <a:cubicBezTo>
                  <a:pt x="367" y="160"/>
                  <a:pt x="361" y="165"/>
                  <a:pt x="355" y="169"/>
                </a:cubicBezTo>
                <a:cubicBezTo>
                  <a:pt x="341" y="178"/>
                  <a:pt x="328" y="189"/>
                  <a:pt x="314" y="199"/>
                </a:cubicBezTo>
                <a:cubicBezTo>
                  <a:pt x="301" y="209"/>
                  <a:pt x="289" y="219"/>
                  <a:pt x="275" y="229"/>
                </a:cubicBezTo>
                <a:cubicBezTo>
                  <a:pt x="272" y="232"/>
                  <a:pt x="271" y="234"/>
                  <a:pt x="271" y="238"/>
                </a:cubicBezTo>
                <a:cubicBezTo>
                  <a:pt x="267" y="263"/>
                  <a:pt x="262" y="287"/>
                  <a:pt x="254" y="310"/>
                </a:cubicBezTo>
                <a:cubicBezTo>
                  <a:pt x="253" y="314"/>
                  <a:pt x="251" y="317"/>
                  <a:pt x="250" y="320"/>
                </a:cubicBezTo>
                <a:cubicBezTo>
                  <a:pt x="249" y="322"/>
                  <a:pt x="249" y="324"/>
                  <a:pt x="247" y="325"/>
                </a:cubicBezTo>
                <a:cubicBezTo>
                  <a:pt x="226" y="349"/>
                  <a:pt x="202" y="371"/>
                  <a:pt x="173" y="386"/>
                </a:cubicBezTo>
                <a:cubicBezTo>
                  <a:pt x="149" y="400"/>
                  <a:pt x="123" y="408"/>
                  <a:pt x="95" y="410"/>
                </a:cubicBezTo>
                <a:cubicBezTo>
                  <a:pt x="93" y="410"/>
                  <a:pt x="90" y="411"/>
                  <a:pt x="88" y="411"/>
                </a:cubicBezTo>
                <a:cubicBezTo>
                  <a:pt x="87" y="411"/>
                  <a:pt x="85" y="411"/>
                  <a:pt x="83" y="4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0" name="Freeform 11">
            <a:extLst xmlns:a="http://schemas.openxmlformats.org/drawingml/2006/main">
              <a:ext uri="{FF2B5EF4-FFF2-40B4-BE49-F238E27FC236}">
                <a16:creationId xmlns:a16="http://schemas.microsoft.com/office/drawing/2014/main" id="{179459A0-FEC0-4618-A70C-443E327D5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4135" y="400644"/>
            <a:ext cx="98081" cy="227527"/>
          </a:xfrm>
          <a:custGeom xmlns:a="http://schemas.openxmlformats.org/drawingml/2006/main">
            <a:gdLst>
              <a:gd name="T0" fmla="*/ 127 w 193"/>
              <a:gd name="T1" fmla="*/ 371 h 449"/>
              <a:gd name="T2" fmla="*/ 63 w 193"/>
              <a:gd name="T3" fmla="*/ 417 h 449"/>
              <a:gd name="T4" fmla="*/ 47 w 193"/>
              <a:gd name="T5" fmla="*/ 433 h 449"/>
              <a:gd name="T6" fmla="*/ 7 w 193"/>
              <a:gd name="T7" fmla="*/ 434 h 449"/>
              <a:gd name="T8" fmla="*/ 1 w 193"/>
              <a:gd name="T9" fmla="*/ 383 h 449"/>
              <a:gd name="T10" fmla="*/ 33 w 193"/>
              <a:gd name="T11" fmla="*/ 331 h 449"/>
              <a:gd name="T12" fmla="*/ 49 w 193"/>
              <a:gd name="T13" fmla="*/ 286 h 449"/>
              <a:gd name="T14" fmla="*/ 50 w 193"/>
              <a:gd name="T15" fmla="*/ 233 h 449"/>
              <a:gd name="T16" fmla="*/ 38 w 193"/>
              <a:gd name="T17" fmla="*/ 207 h 449"/>
              <a:gd name="T18" fmla="*/ 54 w 193"/>
              <a:gd name="T19" fmla="*/ 201 h 449"/>
              <a:gd name="T20" fmla="*/ 75 w 193"/>
              <a:gd name="T21" fmla="*/ 209 h 449"/>
              <a:gd name="T22" fmla="*/ 107 w 193"/>
              <a:gd name="T23" fmla="*/ 223 h 449"/>
              <a:gd name="T24" fmla="*/ 126 w 193"/>
              <a:gd name="T25" fmla="*/ 233 h 449"/>
              <a:gd name="T26" fmla="*/ 133 w 193"/>
              <a:gd name="T27" fmla="*/ 231 h 449"/>
              <a:gd name="T28" fmla="*/ 135 w 193"/>
              <a:gd name="T29" fmla="*/ 200 h 449"/>
              <a:gd name="T30" fmla="*/ 133 w 193"/>
              <a:gd name="T31" fmla="*/ 99 h 449"/>
              <a:gd name="T32" fmla="*/ 105 w 193"/>
              <a:gd name="T33" fmla="*/ 55 h 449"/>
              <a:gd name="T34" fmla="*/ 77 w 193"/>
              <a:gd name="T35" fmla="*/ 9 h 449"/>
              <a:gd name="T36" fmla="*/ 95 w 193"/>
              <a:gd name="T37" fmla="*/ 6 h 449"/>
              <a:gd name="T38" fmla="*/ 165 w 193"/>
              <a:gd name="T39" fmla="*/ 52 h 449"/>
              <a:gd name="T40" fmla="*/ 189 w 193"/>
              <a:gd name="T41" fmla="*/ 83 h 449"/>
              <a:gd name="T42" fmla="*/ 189 w 193"/>
              <a:gd name="T43" fmla="*/ 292 h 449"/>
              <a:gd name="T44" fmla="*/ 165 w 193"/>
              <a:gd name="T45" fmla="*/ 409 h 449"/>
              <a:gd name="T46" fmla="*/ 145 w 193"/>
              <a:gd name="T47" fmla="*/ 428 h 449"/>
              <a:gd name="T48" fmla="*/ 134 w 193"/>
              <a:gd name="T49" fmla="*/ 415 h 449"/>
              <a:gd name="T50" fmla="*/ 131 w 193"/>
              <a:gd name="T51" fmla="*/ 367 h 449"/>
              <a:gd name="T52" fmla="*/ 124 w 193"/>
              <a:gd name="T53" fmla="*/ 264 h 449"/>
              <a:gd name="T54" fmla="*/ 102 w 193"/>
              <a:gd name="T55" fmla="*/ 280 h 449"/>
              <a:gd name="T56" fmla="*/ 81 w 193"/>
              <a:gd name="T57" fmla="*/ 296 h 449"/>
              <a:gd name="T58" fmla="*/ 59 w 193"/>
              <a:gd name="T59" fmla="*/ 331 h 449"/>
              <a:gd name="T60" fmla="*/ 31 w 193"/>
              <a:gd name="T61" fmla="*/ 373 h 449"/>
              <a:gd name="T62" fmla="*/ 46 w 193"/>
              <a:gd name="T63" fmla="*/ 382 h 449"/>
              <a:gd name="T64" fmla="*/ 78 w 193"/>
              <a:gd name="T65" fmla="*/ 363 h 449"/>
              <a:gd name="T66" fmla="*/ 114 w 193"/>
              <a:gd name="T67" fmla="*/ 346 h 449"/>
              <a:gd name="T68" fmla="*/ 133 w 193"/>
              <a:gd name="T69" fmla="*/ 325 h 449"/>
              <a:gd name="T70" fmla="*/ 132 w 193"/>
              <a:gd name="T71" fmla="*/ 255 h 449"/>
            </a:gdLst>
            <a:rect l="0" t="0" r="r" b="b"/>
            <a:pathLst>
              <a:path w="193" h="449">
                <a:moveTo>
                  <a:pt x="131" y="367"/>
                </a:moveTo>
                <a:cubicBezTo>
                  <a:pt x="129" y="369"/>
                  <a:pt x="128" y="370"/>
                  <a:pt x="127" y="371"/>
                </a:cubicBezTo>
                <a:cubicBezTo>
                  <a:pt x="112" y="385"/>
                  <a:pt x="97" y="397"/>
                  <a:pt x="80" y="408"/>
                </a:cubicBezTo>
                <a:cubicBezTo>
                  <a:pt x="74" y="411"/>
                  <a:pt x="69" y="414"/>
                  <a:pt x="63" y="417"/>
                </a:cubicBezTo>
                <a:cubicBezTo>
                  <a:pt x="61" y="419"/>
                  <a:pt x="59" y="420"/>
                  <a:pt x="57" y="422"/>
                </a:cubicBezTo>
                <a:cubicBezTo>
                  <a:pt x="54" y="426"/>
                  <a:pt x="50" y="430"/>
                  <a:pt x="47" y="433"/>
                </a:cubicBezTo>
                <a:cubicBezTo>
                  <a:pt x="44" y="436"/>
                  <a:pt x="41" y="439"/>
                  <a:pt x="38" y="441"/>
                </a:cubicBezTo>
                <a:cubicBezTo>
                  <a:pt x="27" y="449"/>
                  <a:pt x="13" y="446"/>
                  <a:pt x="7" y="434"/>
                </a:cubicBezTo>
                <a:cubicBezTo>
                  <a:pt x="4" y="428"/>
                  <a:pt x="2" y="421"/>
                  <a:pt x="1" y="415"/>
                </a:cubicBezTo>
                <a:cubicBezTo>
                  <a:pt x="0" y="404"/>
                  <a:pt x="0" y="394"/>
                  <a:pt x="1" y="383"/>
                </a:cubicBezTo>
                <a:cubicBezTo>
                  <a:pt x="2" y="379"/>
                  <a:pt x="3" y="374"/>
                  <a:pt x="7" y="372"/>
                </a:cubicBezTo>
                <a:cubicBezTo>
                  <a:pt x="20" y="361"/>
                  <a:pt x="28" y="346"/>
                  <a:pt x="33" y="331"/>
                </a:cubicBezTo>
                <a:cubicBezTo>
                  <a:pt x="36" y="325"/>
                  <a:pt x="37" y="319"/>
                  <a:pt x="39" y="313"/>
                </a:cubicBezTo>
                <a:cubicBezTo>
                  <a:pt x="42" y="304"/>
                  <a:pt x="45" y="294"/>
                  <a:pt x="49" y="286"/>
                </a:cubicBezTo>
                <a:cubicBezTo>
                  <a:pt x="56" y="272"/>
                  <a:pt x="56" y="258"/>
                  <a:pt x="53" y="244"/>
                </a:cubicBezTo>
                <a:cubicBezTo>
                  <a:pt x="52" y="240"/>
                  <a:pt x="51" y="237"/>
                  <a:pt x="50" y="233"/>
                </a:cubicBezTo>
                <a:cubicBezTo>
                  <a:pt x="49" y="229"/>
                  <a:pt x="47" y="225"/>
                  <a:pt x="44" y="221"/>
                </a:cubicBezTo>
                <a:cubicBezTo>
                  <a:pt x="42" y="217"/>
                  <a:pt x="39" y="212"/>
                  <a:pt x="38" y="207"/>
                </a:cubicBezTo>
                <a:cubicBezTo>
                  <a:pt x="36" y="202"/>
                  <a:pt x="38" y="199"/>
                  <a:pt x="44" y="199"/>
                </a:cubicBezTo>
                <a:cubicBezTo>
                  <a:pt x="48" y="199"/>
                  <a:pt x="51" y="199"/>
                  <a:pt x="54" y="201"/>
                </a:cubicBezTo>
                <a:cubicBezTo>
                  <a:pt x="55" y="202"/>
                  <a:pt x="56" y="203"/>
                  <a:pt x="57" y="203"/>
                </a:cubicBezTo>
                <a:cubicBezTo>
                  <a:pt x="62" y="208"/>
                  <a:pt x="68" y="209"/>
                  <a:pt x="75" y="209"/>
                </a:cubicBezTo>
                <a:cubicBezTo>
                  <a:pt x="83" y="209"/>
                  <a:pt x="90" y="212"/>
                  <a:pt x="96" y="218"/>
                </a:cubicBezTo>
                <a:cubicBezTo>
                  <a:pt x="99" y="221"/>
                  <a:pt x="103" y="223"/>
                  <a:pt x="107" y="223"/>
                </a:cubicBezTo>
                <a:cubicBezTo>
                  <a:pt x="110" y="223"/>
                  <a:pt x="112" y="224"/>
                  <a:pt x="115" y="225"/>
                </a:cubicBezTo>
                <a:cubicBezTo>
                  <a:pt x="120" y="226"/>
                  <a:pt x="124" y="229"/>
                  <a:pt x="126" y="233"/>
                </a:cubicBezTo>
                <a:cubicBezTo>
                  <a:pt x="126" y="234"/>
                  <a:pt x="127" y="235"/>
                  <a:pt x="128" y="236"/>
                </a:cubicBezTo>
                <a:cubicBezTo>
                  <a:pt x="131" y="236"/>
                  <a:pt x="132" y="234"/>
                  <a:pt x="133" y="231"/>
                </a:cubicBezTo>
                <a:cubicBezTo>
                  <a:pt x="134" y="229"/>
                  <a:pt x="134" y="227"/>
                  <a:pt x="134" y="225"/>
                </a:cubicBezTo>
                <a:cubicBezTo>
                  <a:pt x="134" y="217"/>
                  <a:pt x="134" y="208"/>
                  <a:pt x="135" y="200"/>
                </a:cubicBezTo>
                <a:cubicBezTo>
                  <a:pt x="137" y="176"/>
                  <a:pt x="139" y="151"/>
                  <a:pt x="137" y="127"/>
                </a:cubicBezTo>
                <a:cubicBezTo>
                  <a:pt x="137" y="118"/>
                  <a:pt x="135" y="109"/>
                  <a:pt x="133" y="99"/>
                </a:cubicBezTo>
                <a:cubicBezTo>
                  <a:pt x="132" y="90"/>
                  <a:pt x="127" y="81"/>
                  <a:pt x="121" y="74"/>
                </a:cubicBezTo>
                <a:cubicBezTo>
                  <a:pt x="116" y="67"/>
                  <a:pt x="111" y="61"/>
                  <a:pt x="105" y="55"/>
                </a:cubicBezTo>
                <a:cubicBezTo>
                  <a:pt x="98" y="46"/>
                  <a:pt x="90" y="36"/>
                  <a:pt x="83" y="27"/>
                </a:cubicBezTo>
                <a:cubicBezTo>
                  <a:pt x="79" y="22"/>
                  <a:pt x="77" y="15"/>
                  <a:pt x="77" y="9"/>
                </a:cubicBezTo>
                <a:cubicBezTo>
                  <a:pt x="77" y="3"/>
                  <a:pt x="80" y="0"/>
                  <a:pt x="86" y="2"/>
                </a:cubicBezTo>
                <a:cubicBezTo>
                  <a:pt x="89" y="2"/>
                  <a:pt x="92" y="4"/>
                  <a:pt x="95" y="6"/>
                </a:cubicBezTo>
                <a:cubicBezTo>
                  <a:pt x="105" y="15"/>
                  <a:pt x="116" y="22"/>
                  <a:pt x="128" y="28"/>
                </a:cubicBezTo>
                <a:cubicBezTo>
                  <a:pt x="141" y="35"/>
                  <a:pt x="154" y="43"/>
                  <a:pt x="165" y="52"/>
                </a:cubicBezTo>
                <a:cubicBezTo>
                  <a:pt x="172" y="58"/>
                  <a:pt x="179" y="64"/>
                  <a:pt x="184" y="72"/>
                </a:cubicBezTo>
                <a:cubicBezTo>
                  <a:pt x="186" y="75"/>
                  <a:pt x="188" y="78"/>
                  <a:pt x="189" y="83"/>
                </a:cubicBezTo>
                <a:cubicBezTo>
                  <a:pt x="192" y="122"/>
                  <a:pt x="193" y="162"/>
                  <a:pt x="193" y="202"/>
                </a:cubicBezTo>
                <a:cubicBezTo>
                  <a:pt x="193" y="232"/>
                  <a:pt x="192" y="262"/>
                  <a:pt x="189" y="292"/>
                </a:cubicBezTo>
                <a:cubicBezTo>
                  <a:pt x="186" y="321"/>
                  <a:pt x="183" y="350"/>
                  <a:pt x="176" y="378"/>
                </a:cubicBezTo>
                <a:cubicBezTo>
                  <a:pt x="173" y="388"/>
                  <a:pt x="170" y="399"/>
                  <a:pt x="165" y="409"/>
                </a:cubicBezTo>
                <a:cubicBezTo>
                  <a:pt x="162" y="414"/>
                  <a:pt x="159" y="419"/>
                  <a:pt x="155" y="423"/>
                </a:cubicBezTo>
                <a:cubicBezTo>
                  <a:pt x="152" y="426"/>
                  <a:pt x="149" y="428"/>
                  <a:pt x="145" y="428"/>
                </a:cubicBezTo>
                <a:cubicBezTo>
                  <a:pt x="140" y="429"/>
                  <a:pt x="136" y="427"/>
                  <a:pt x="135" y="422"/>
                </a:cubicBezTo>
                <a:cubicBezTo>
                  <a:pt x="135" y="420"/>
                  <a:pt x="135" y="418"/>
                  <a:pt x="134" y="415"/>
                </a:cubicBezTo>
                <a:cubicBezTo>
                  <a:pt x="134" y="407"/>
                  <a:pt x="135" y="399"/>
                  <a:pt x="135" y="391"/>
                </a:cubicBezTo>
                <a:cubicBezTo>
                  <a:pt x="134" y="383"/>
                  <a:pt x="134" y="375"/>
                  <a:pt x="131" y="367"/>
                </a:cubicBezTo>
                <a:close/>
                <a:moveTo>
                  <a:pt x="132" y="255"/>
                </a:moveTo>
                <a:cubicBezTo>
                  <a:pt x="127" y="257"/>
                  <a:pt x="125" y="260"/>
                  <a:pt x="124" y="264"/>
                </a:cubicBezTo>
                <a:cubicBezTo>
                  <a:pt x="123" y="267"/>
                  <a:pt x="122" y="271"/>
                  <a:pt x="119" y="273"/>
                </a:cubicBezTo>
                <a:cubicBezTo>
                  <a:pt x="114" y="277"/>
                  <a:pt x="108" y="280"/>
                  <a:pt x="102" y="280"/>
                </a:cubicBezTo>
                <a:cubicBezTo>
                  <a:pt x="97" y="280"/>
                  <a:pt x="94" y="282"/>
                  <a:pt x="91" y="285"/>
                </a:cubicBezTo>
                <a:cubicBezTo>
                  <a:pt x="87" y="289"/>
                  <a:pt x="84" y="292"/>
                  <a:pt x="81" y="296"/>
                </a:cubicBezTo>
                <a:cubicBezTo>
                  <a:pt x="78" y="299"/>
                  <a:pt x="76" y="302"/>
                  <a:pt x="75" y="305"/>
                </a:cubicBezTo>
                <a:cubicBezTo>
                  <a:pt x="71" y="315"/>
                  <a:pt x="66" y="323"/>
                  <a:pt x="59" y="331"/>
                </a:cubicBezTo>
                <a:cubicBezTo>
                  <a:pt x="54" y="337"/>
                  <a:pt x="50" y="343"/>
                  <a:pt x="45" y="349"/>
                </a:cubicBezTo>
                <a:cubicBezTo>
                  <a:pt x="39" y="356"/>
                  <a:pt x="34" y="364"/>
                  <a:pt x="31" y="373"/>
                </a:cubicBezTo>
                <a:cubicBezTo>
                  <a:pt x="29" y="377"/>
                  <a:pt x="29" y="379"/>
                  <a:pt x="34" y="381"/>
                </a:cubicBezTo>
                <a:cubicBezTo>
                  <a:pt x="38" y="382"/>
                  <a:pt x="42" y="383"/>
                  <a:pt x="46" y="382"/>
                </a:cubicBezTo>
                <a:cubicBezTo>
                  <a:pt x="53" y="381"/>
                  <a:pt x="59" y="378"/>
                  <a:pt x="64" y="374"/>
                </a:cubicBezTo>
                <a:cubicBezTo>
                  <a:pt x="69" y="371"/>
                  <a:pt x="73" y="367"/>
                  <a:pt x="78" y="363"/>
                </a:cubicBezTo>
                <a:cubicBezTo>
                  <a:pt x="81" y="361"/>
                  <a:pt x="83" y="359"/>
                  <a:pt x="87" y="358"/>
                </a:cubicBezTo>
                <a:cubicBezTo>
                  <a:pt x="97" y="356"/>
                  <a:pt x="106" y="351"/>
                  <a:pt x="114" y="346"/>
                </a:cubicBezTo>
                <a:cubicBezTo>
                  <a:pt x="119" y="343"/>
                  <a:pt x="123" y="340"/>
                  <a:pt x="127" y="338"/>
                </a:cubicBezTo>
                <a:cubicBezTo>
                  <a:pt x="131" y="335"/>
                  <a:pt x="133" y="331"/>
                  <a:pt x="133" y="325"/>
                </a:cubicBezTo>
                <a:cubicBezTo>
                  <a:pt x="132" y="304"/>
                  <a:pt x="132" y="282"/>
                  <a:pt x="132" y="260"/>
                </a:cubicBezTo>
                <a:cubicBezTo>
                  <a:pt x="132" y="259"/>
                  <a:pt x="132" y="257"/>
                  <a:pt x="132" y="25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1" name="Freeform 12">
            <a:extLst xmlns:a="http://schemas.openxmlformats.org/drawingml/2006/main">
              <a:ext uri="{FF2B5EF4-FFF2-40B4-BE49-F238E27FC236}">
                <a16:creationId xmlns:a16="http://schemas.microsoft.com/office/drawing/2014/main" id="{ECCAB5D4-90C5-4737-9D70-5C6F26E0E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0994" y="431437"/>
            <a:ext cx="115759" cy="160238"/>
          </a:xfrm>
          <a:custGeom xmlns:a="http://schemas.openxmlformats.org/drawingml/2006/main">
            <a:gdLst>
              <a:gd name="T0" fmla="*/ 34 w 229"/>
              <a:gd name="T1" fmla="*/ 0 h 316"/>
              <a:gd name="T2" fmla="*/ 37 w 229"/>
              <a:gd name="T3" fmla="*/ 2 h 316"/>
              <a:gd name="T4" fmla="*/ 69 w 229"/>
              <a:gd name="T5" fmla="*/ 32 h 316"/>
              <a:gd name="T6" fmla="*/ 73 w 229"/>
              <a:gd name="T7" fmla="*/ 38 h 316"/>
              <a:gd name="T8" fmla="*/ 99 w 229"/>
              <a:gd name="T9" fmla="*/ 117 h 316"/>
              <a:gd name="T10" fmla="*/ 101 w 229"/>
              <a:gd name="T11" fmla="*/ 128 h 316"/>
              <a:gd name="T12" fmla="*/ 112 w 229"/>
              <a:gd name="T13" fmla="*/ 132 h 316"/>
              <a:gd name="T14" fmla="*/ 120 w 229"/>
              <a:gd name="T15" fmla="*/ 127 h 316"/>
              <a:gd name="T16" fmla="*/ 145 w 229"/>
              <a:gd name="T17" fmla="*/ 109 h 316"/>
              <a:gd name="T18" fmla="*/ 148 w 229"/>
              <a:gd name="T19" fmla="*/ 103 h 316"/>
              <a:gd name="T20" fmla="*/ 148 w 229"/>
              <a:gd name="T21" fmla="*/ 80 h 316"/>
              <a:gd name="T22" fmla="*/ 159 w 229"/>
              <a:gd name="T23" fmla="*/ 69 h 316"/>
              <a:gd name="T24" fmla="*/ 162 w 229"/>
              <a:gd name="T25" fmla="*/ 71 h 316"/>
              <a:gd name="T26" fmla="*/ 164 w 229"/>
              <a:gd name="T27" fmla="*/ 75 h 316"/>
              <a:gd name="T28" fmla="*/ 171 w 229"/>
              <a:gd name="T29" fmla="*/ 86 h 316"/>
              <a:gd name="T30" fmla="*/ 204 w 229"/>
              <a:gd name="T31" fmla="*/ 104 h 316"/>
              <a:gd name="T32" fmla="*/ 209 w 229"/>
              <a:gd name="T33" fmla="*/ 112 h 316"/>
              <a:gd name="T34" fmla="*/ 169 w 229"/>
              <a:gd name="T35" fmla="*/ 170 h 316"/>
              <a:gd name="T36" fmla="*/ 128 w 229"/>
              <a:gd name="T37" fmla="*/ 175 h 316"/>
              <a:gd name="T38" fmla="*/ 114 w 229"/>
              <a:gd name="T39" fmla="*/ 190 h 316"/>
              <a:gd name="T40" fmla="*/ 115 w 229"/>
              <a:gd name="T41" fmla="*/ 196 h 316"/>
              <a:gd name="T42" fmla="*/ 115 w 229"/>
              <a:gd name="T43" fmla="*/ 219 h 316"/>
              <a:gd name="T44" fmla="*/ 109 w 229"/>
              <a:gd name="T45" fmla="*/ 226 h 316"/>
              <a:gd name="T46" fmla="*/ 89 w 229"/>
              <a:gd name="T47" fmla="*/ 246 h 316"/>
              <a:gd name="T48" fmla="*/ 95 w 229"/>
              <a:gd name="T49" fmla="*/ 260 h 316"/>
              <a:gd name="T50" fmla="*/ 113 w 229"/>
              <a:gd name="T51" fmla="*/ 259 h 316"/>
              <a:gd name="T52" fmla="*/ 148 w 229"/>
              <a:gd name="T53" fmla="*/ 248 h 316"/>
              <a:gd name="T54" fmla="*/ 170 w 229"/>
              <a:gd name="T55" fmla="*/ 243 h 316"/>
              <a:gd name="T56" fmla="*/ 187 w 229"/>
              <a:gd name="T57" fmla="*/ 237 h 316"/>
              <a:gd name="T58" fmla="*/ 212 w 229"/>
              <a:gd name="T59" fmla="*/ 229 h 316"/>
              <a:gd name="T60" fmla="*/ 220 w 229"/>
              <a:gd name="T61" fmla="*/ 229 h 316"/>
              <a:gd name="T62" fmla="*/ 227 w 229"/>
              <a:gd name="T63" fmla="*/ 241 h 316"/>
              <a:gd name="T64" fmla="*/ 214 w 229"/>
              <a:gd name="T65" fmla="*/ 267 h 316"/>
              <a:gd name="T66" fmla="*/ 203 w 229"/>
              <a:gd name="T67" fmla="*/ 277 h 316"/>
              <a:gd name="T68" fmla="*/ 174 w 229"/>
              <a:gd name="T69" fmla="*/ 289 h 316"/>
              <a:gd name="T70" fmla="*/ 140 w 229"/>
              <a:gd name="T71" fmla="*/ 298 h 316"/>
              <a:gd name="T72" fmla="*/ 127 w 229"/>
              <a:gd name="T73" fmla="*/ 298 h 316"/>
              <a:gd name="T74" fmla="*/ 116 w 229"/>
              <a:gd name="T75" fmla="*/ 301 h 316"/>
              <a:gd name="T76" fmla="*/ 55 w 229"/>
              <a:gd name="T77" fmla="*/ 304 h 316"/>
              <a:gd name="T78" fmla="*/ 44 w 229"/>
              <a:gd name="T79" fmla="*/ 292 h 316"/>
              <a:gd name="T80" fmla="*/ 27 w 229"/>
              <a:gd name="T81" fmla="*/ 257 h 316"/>
              <a:gd name="T82" fmla="*/ 25 w 229"/>
              <a:gd name="T83" fmla="*/ 252 h 316"/>
              <a:gd name="T84" fmla="*/ 18 w 229"/>
              <a:gd name="T85" fmla="*/ 217 h 316"/>
              <a:gd name="T86" fmla="*/ 18 w 229"/>
              <a:gd name="T87" fmla="*/ 210 h 316"/>
              <a:gd name="T88" fmla="*/ 1 w 229"/>
              <a:gd name="T89" fmla="*/ 140 h 316"/>
              <a:gd name="T90" fmla="*/ 0 w 229"/>
              <a:gd name="T91" fmla="*/ 134 h 316"/>
              <a:gd name="T92" fmla="*/ 18 w 229"/>
              <a:gd name="T93" fmla="*/ 50 h 316"/>
              <a:gd name="T94" fmla="*/ 32 w 229"/>
              <a:gd name="T95" fmla="*/ 4 h 316"/>
              <a:gd name="T96" fmla="*/ 34 w 229"/>
              <a:gd name="T97" fmla="*/ 0 h 316"/>
            </a:gdLst>
            <a:rect l="0" t="0" r="r" b="b"/>
            <a:pathLst>
              <a:path w="229" h="316">
                <a:moveTo>
                  <a:pt x="34" y="0"/>
                </a:moveTo>
                <a:cubicBezTo>
                  <a:pt x="35" y="1"/>
                  <a:pt x="36" y="2"/>
                  <a:pt x="37" y="2"/>
                </a:cubicBezTo>
                <a:cubicBezTo>
                  <a:pt x="48" y="12"/>
                  <a:pt x="58" y="22"/>
                  <a:pt x="69" y="32"/>
                </a:cubicBezTo>
                <a:cubicBezTo>
                  <a:pt x="71" y="34"/>
                  <a:pt x="72" y="36"/>
                  <a:pt x="73" y="38"/>
                </a:cubicBezTo>
                <a:cubicBezTo>
                  <a:pt x="86" y="63"/>
                  <a:pt x="94" y="89"/>
                  <a:pt x="99" y="117"/>
                </a:cubicBezTo>
                <a:cubicBezTo>
                  <a:pt x="99" y="120"/>
                  <a:pt x="100" y="124"/>
                  <a:pt x="101" y="128"/>
                </a:cubicBezTo>
                <a:cubicBezTo>
                  <a:pt x="103" y="133"/>
                  <a:pt x="107" y="134"/>
                  <a:pt x="112" y="132"/>
                </a:cubicBezTo>
                <a:cubicBezTo>
                  <a:pt x="115" y="130"/>
                  <a:pt x="117" y="129"/>
                  <a:pt x="120" y="127"/>
                </a:cubicBezTo>
                <a:cubicBezTo>
                  <a:pt x="128" y="121"/>
                  <a:pt x="136" y="115"/>
                  <a:pt x="145" y="109"/>
                </a:cubicBezTo>
                <a:cubicBezTo>
                  <a:pt x="147" y="108"/>
                  <a:pt x="148" y="106"/>
                  <a:pt x="148" y="103"/>
                </a:cubicBezTo>
                <a:cubicBezTo>
                  <a:pt x="148" y="95"/>
                  <a:pt x="148" y="88"/>
                  <a:pt x="148" y="80"/>
                </a:cubicBezTo>
                <a:cubicBezTo>
                  <a:pt x="148" y="75"/>
                  <a:pt x="153" y="69"/>
                  <a:pt x="159" y="69"/>
                </a:cubicBezTo>
                <a:cubicBezTo>
                  <a:pt x="160" y="69"/>
                  <a:pt x="162" y="70"/>
                  <a:pt x="162" y="71"/>
                </a:cubicBezTo>
                <a:cubicBezTo>
                  <a:pt x="163" y="72"/>
                  <a:pt x="164" y="73"/>
                  <a:pt x="164" y="75"/>
                </a:cubicBezTo>
                <a:cubicBezTo>
                  <a:pt x="164" y="79"/>
                  <a:pt x="167" y="83"/>
                  <a:pt x="171" y="86"/>
                </a:cubicBezTo>
                <a:cubicBezTo>
                  <a:pt x="181" y="94"/>
                  <a:pt x="192" y="100"/>
                  <a:pt x="204" y="104"/>
                </a:cubicBezTo>
                <a:cubicBezTo>
                  <a:pt x="208" y="106"/>
                  <a:pt x="209" y="108"/>
                  <a:pt x="209" y="112"/>
                </a:cubicBezTo>
                <a:cubicBezTo>
                  <a:pt x="210" y="140"/>
                  <a:pt x="196" y="160"/>
                  <a:pt x="169" y="170"/>
                </a:cubicBezTo>
                <a:cubicBezTo>
                  <a:pt x="156" y="175"/>
                  <a:pt x="142" y="177"/>
                  <a:pt x="128" y="175"/>
                </a:cubicBezTo>
                <a:cubicBezTo>
                  <a:pt x="119" y="173"/>
                  <a:pt x="112" y="182"/>
                  <a:pt x="114" y="190"/>
                </a:cubicBezTo>
                <a:cubicBezTo>
                  <a:pt x="114" y="192"/>
                  <a:pt x="115" y="194"/>
                  <a:pt x="115" y="196"/>
                </a:cubicBezTo>
                <a:cubicBezTo>
                  <a:pt x="118" y="203"/>
                  <a:pt x="118" y="211"/>
                  <a:pt x="115" y="219"/>
                </a:cubicBezTo>
                <a:cubicBezTo>
                  <a:pt x="114" y="222"/>
                  <a:pt x="112" y="224"/>
                  <a:pt x="109" y="226"/>
                </a:cubicBezTo>
                <a:cubicBezTo>
                  <a:pt x="101" y="231"/>
                  <a:pt x="95" y="238"/>
                  <a:pt x="89" y="246"/>
                </a:cubicBezTo>
                <a:cubicBezTo>
                  <a:pt x="84" y="254"/>
                  <a:pt x="85" y="258"/>
                  <a:pt x="95" y="260"/>
                </a:cubicBezTo>
                <a:cubicBezTo>
                  <a:pt x="101" y="261"/>
                  <a:pt x="107" y="261"/>
                  <a:pt x="113" y="259"/>
                </a:cubicBezTo>
                <a:cubicBezTo>
                  <a:pt x="125" y="256"/>
                  <a:pt x="137" y="252"/>
                  <a:pt x="148" y="248"/>
                </a:cubicBezTo>
                <a:cubicBezTo>
                  <a:pt x="155" y="245"/>
                  <a:pt x="162" y="243"/>
                  <a:pt x="170" y="243"/>
                </a:cubicBezTo>
                <a:cubicBezTo>
                  <a:pt x="176" y="242"/>
                  <a:pt x="182" y="240"/>
                  <a:pt x="187" y="237"/>
                </a:cubicBezTo>
                <a:cubicBezTo>
                  <a:pt x="195" y="234"/>
                  <a:pt x="203" y="230"/>
                  <a:pt x="212" y="229"/>
                </a:cubicBezTo>
                <a:cubicBezTo>
                  <a:pt x="214" y="229"/>
                  <a:pt x="217" y="229"/>
                  <a:pt x="220" y="229"/>
                </a:cubicBezTo>
                <a:cubicBezTo>
                  <a:pt x="226" y="230"/>
                  <a:pt x="229" y="236"/>
                  <a:pt x="227" y="241"/>
                </a:cubicBezTo>
                <a:cubicBezTo>
                  <a:pt x="223" y="250"/>
                  <a:pt x="218" y="259"/>
                  <a:pt x="214" y="267"/>
                </a:cubicBezTo>
                <a:cubicBezTo>
                  <a:pt x="211" y="271"/>
                  <a:pt x="207" y="274"/>
                  <a:pt x="203" y="277"/>
                </a:cubicBezTo>
                <a:cubicBezTo>
                  <a:pt x="194" y="282"/>
                  <a:pt x="184" y="286"/>
                  <a:pt x="174" y="289"/>
                </a:cubicBezTo>
                <a:cubicBezTo>
                  <a:pt x="163" y="292"/>
                  <a:pt x="151" y="295"/>
                  <a:pt x="140" y="298"/>
                </a:cubicBezTo>
                <a:cubicBezTo>
                  <a:pt x="136" y="299"/>
                  <a:pt x="131" y="298"/>
                  <a:pt x="127" y="298"/>
                </a:cubicBezTo>
                <a:cubicBezTo>
                  <a:pt x="122" y="298"/>
                  <a:pt x="119" y="299"/>
                  <a:pt x="116" y="301"/>
                </a:cubicBezTo>
                <a:cubicBezTo>
                  <a:pt x="97" y="315"/>
                  <a:pt x="74" y="316"/>
                  <a:pt x="55" y="304"/>
                </a:cubicBezTo>
                <a:cubicBezTo>
                  <a:pt x="51" y="301"/>
                  <a:pt x="47" y="297"/>
                  <a:pt x="44" y="292"/>
                </a:cubicBezTo>
                <a:cubicBezTo>
                  <a:pt x="37" y="281"/>
                  <a:pt x="32" y="269"/>
                  <a:pt x="27" y="257"/>
                </a:cubicBezTo>
                <a:cubicBezTo>
                  <a:pt x="26" y="255"/>
                  <a:pt x="26" y="254"/>
                  <a:pt x="25" y="252"/>
                </a:cubicBezTo>
                <a:cubicBezTo>
                  <a:pt x="20" y="241"/>
                  <a:pt x="17" y="230"/>
                  <a:pt x="18" y="217"/>
                </a:cubicBezTo>
                <a:cubicBezTo>
                  <a:pt x="19" y="215"/>
                  <a:pt x="18" y="213"/>
                  <a:pt x="18" y="210"/>
                </a:cubicBezTo>
                <a:cubicBezTo>
                  <a:pt x="12" y="187"/>
                  <a:pt x="6" y="163"/>
                  <a:pt x="1" y="140"/>
                </a:cubicBezTo>
                <a:cubicBezTo>
                  <a:pt x="0" y="138"/>
                  <a:pt x="0" y="136"/>
                  <a:pt x="0" y="134"/>
                </a:cubicBezTo>
                <a:cubicBezTo>
                  <a:pt x="6" y="106"/>
                  <a:pt x="12" y="78"/>
                  <a:pt x="18" y="50"/>
                </a:cubicBezTo>
                <a:cubicBezTo>
                  <a:pt x="22" y="35"/>
                  <a:pt x="26" y="19"/>
                  <a:pt x="32" y="4"/>
                </a:cubicBezTo>
                <a:cubicBezTo>
                  <a:pt x="33" y="2"/>
                  <a:pt x="33" y="1"/>
                  <a:pt x="3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2" name="Freeform 13">
            <a:extLst xmlns:a="http://schemas.openxmlformats.org/drawingml/2006/main">
              <a:ext uri="{FF2B5EF4-FFF2-40B4-BE49-F238E27FC236}">
                <a16:creationId xmlns:a16="http://schemas.microsoft.com/office/drawing/2014/main" id="{E0D5FAEB-CC1A-4364-93E9-84081DCAA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5489" y="493594"/>
            <a:ext cx="137428" cy="152255"/>
          </a:xfrm>
          <a:custGeom xmlns:a="http://schemas.openxmlformats.org/drawingml/2006/main">
            <a:gdLst>
              <a:gd name="T0" fmla="*/ 194 w 271"/>
              <a:gd name="T1" fmla="*/ 98 h 300"/>
              <a:gd name="T2" fmla="*/ 236 w 271"/>
              <a:gd name="T3" fmla="*/ 96 h 300"/>
              <a:gd name="T4" fmla="*/ 237 w 271"/>
              <a:gd name="T5" fmla="*/ 111 h 300"/>
              <a:gd name="T6" fmla="*/ 175 w 271"/>
              <a:gd name="T7" fmla="*/ 150 h 300"/>
              <a:gd name="T8" fmla="*/ 169 w 271"/>
              <a:gd name="T9" fmla="*/ 195 h 300"/>
              <a:gd name="T10" fmla="*/ 177 w 271"/>
              <a:gd name="T11" fmla="*/ 299 h 300"/>
              <a:gd name="T12" fmla="*/ 159 w 271"/>
              <a:gd name="T13" fmla="*/ 285 h 300"/>
              <a:gd name="T14" fmla="*/ 150 w 271"/>
              <a:gd name="T15" fmla="*/ 266 h 300"/>
              <a:gd name="T16" fmla="*/ 133 w 271"/>
              <a:gd name="T17" fmla="*/ 260 h 300"/>
              <a:gd name="T18" fmla="*/ 132 w 271"/>
              <a:gd name="T19" fmla="*/ 243 h 300"/>
              <a:gd name="T20" fmla="*/ 149 w 271"/>
              <a:gd name="T21" fmla="*/ 232 h 300"/>
              <a:gd name="T22" fmla="*/ 139 w 271"/>
              <a:gd name="T23" fmla="*/ 197 h 300"/>
              <a:gd name="T24" fmla="*/ 117 w 271"/>
              <a:gd name="T25" fmla="*/ 216 h 300"/>
              <a:gd name="T26" fmla="*/ 101 w 271"/>
              <a:gd name="T27" fmla="*/ 235 h 300"/>
              <a:gd name="T28" fmla="*/ 26 w 271"/>
              <a:gd name="T29" fmla="*/ 293 h 300"/>
              <a:gd name="T30" fmla="*/ 0 w 271"/>
              <a:gd name="T31" fmla="*/ 243 h 300"/>
              <a:gd name="T32" fmla="*/ 9 w 271"/>
              <a:gd name="T33" fmla="*/ 237 h 300"/>
              <a:gd name="T34" fmla="*/ 32 w 271"/>
              <a:gd name="T35" fmla="*/ 234 h 300"/>
              <a:gd name="T36" fmla="*/ 59 w 271"/>
              <a:gd name="T37" fmla="*/ 219 h 300"/>
              <a:gd name="T38" fmla="*/ 116 w 271"/>
              <a:gd name="T39" fmla="*/ 185 h 300"/>
              <a:gd name="T40" fmla="*/ 145 w 271"/>
              <a:gd name="T41" fmla="*/ 155 h 300"/>
              <a:gd name="T42" fmla="*/ 133 w 271"/>
              <a:gd name="T43" fmla="*/ 142 h 300"/>
              <a:gd name="T44" fmla="*/ 145 w 271"/>
              <a:gd name="T45" fmla="*/ 112 h 300"/>
              <a:gd name="T46" fmla="*/ 143 w 271"/>
              <a:gd name="T47" fmla="*/ 104 h 300"/>
              <a:gd name="T48" fmla="*/ 124 w 271"/>
              <a:gd name="T49" fmla="*/ 108 h 300"/>
              <a:gd name="T50" fmla="*/ 121 w 271"/>
              <a:gd name="T51" fmla="*/ 140 h 300"/>
              <a:gd name="T52" fmla="*/ 87 w 271"/>
              <a:gd name="T53" fmla="*/ 188 h 300"/>
              <a:gd name="T54" fmla="*/ 73 w 271"/>
              <a:gd name="T55" fmla="*/ 176 h 300"/>
              <a:gd name="T56" fmla="*/ 67 w 271"/>
              <a:gd name="T57" fmla="*/ 159 h 300"/>
              <a:gd name="T58" fmla="*/ 66 w 271"/>
              <a:gd name="T59" fmla="*/ 63 h 300"/>
              <a:gd name="T60" fmla="*/ 72 w 271"/>
              <a:gd name="T61" fmla="*/ 47 h 300"/>
              <a:gd name="T62" fmla="*/ 88 w 271"/>
              <a:gd name="T63" fmla="*/ 55 h 300"/>
              <a:gd name="T64" fmla="*/ 109 w 271"/>
              <a:gd name="T65" fmla="*/ 63 h 300"/>
              <a:gd name="T66" fmla="*/ 160 w 271"/>
              <a:gd name="T67" fmla="*/ 28 h 300"/>
              <a:gd name="T68" fmla="*/ 187 w 271"/>
              <a:gd name="T69" fmla="*/ 16 h 300"/>
              <a:gd name="T70" fmla="*/ 258 w 271"/>
              <a:gd name="T71" fmla="*/ 4 h 300"/>
              <a:gd name="T72" fmla="*/ 271 w 271"/>
              <a:gd name="T73" fmla="*/ 16 h 300"/>
              <a:gd name="T74" fmla="*/ 248 w 271"/>
              <a:gd name="T75" fmla="*/ 37 h 300"/>
              <a:gd name="T76" fmla="*/ 215 w 271"/>
              <a:gd name="T77" fmla="*/ 67 h 300"/>
              <a:gd name="T78" fmla="*/ 186 w 271"/>
              <a:gd name="T79" fmla="*/ 95 h 300"/>
            </a:gdLst>
            <a:rect l="0" t="0" r="r" b="b"/>
            <a:pathLst>
              <a:path w="271" h="300">
                <a:moveTo>
                  <a:pt x="185" y="102"/>
                </a:moveTo>
                <a:cubicBezTo>
                  <a:pt x="188" y="101"/>
                  <a:pt x="191" y="99"/>
                  <a:pt x="194" y="98"/>
                </a:cubicBezTo>
                <a:cubicBezTo>
                  <a:pt x="200" y="94"/>
                  <a:pt x="206" y="91"/>
                  <a:pt x="213" y="90"/>
                </a:cubicBezTo>
                <a:cubicBezTo>
                  <a:pt x="221" y="89"/>
                  <a:pt x="229" y="92"/>
                  <a:pt x="236" y="96"/>
                </a:cubicBezTo>
                <a:cubicBezTo>
                  <a:pt x="237" y="97"/>
                  <a:pt x="238" y="98"/>
                  <a:pt x="239" y="99"/>
                </a:cubicBezTo>
                <a:cubicBezTo>
                  <a:pt x="242" y="103"/>
                  <a:pt x="242" y="108"/>
                  <a:pt x="237" y="111"/>
                </a:cubicBezTo>
                <a:cubicBezTo>
                  <a:pt x="220" y="127"/>
                  <a:pt x="200" y="139"/>
                  <a:pt x="179" y="148"/>
                </a:cubicBezTo>
                <a:cubicBezTo>
                  <a:pt x="178" y="149"/>
                  <a:pt x="176" y="149"/>
                  <a:pt x="175" y="150"/>
                </a:cubicBezTo>
                <a:cubicBezTo>
                  <a:pt x="167" y="153"/>
                  <a:pt x="164" y="159"/>
                  <a:pt x="163" y="168"/>
                </a:cubicBezTo>
                <a:cubicBezTo>
                  <a:pt x="163" y="177"/>
                  <a:pt x="165" y="187"/>
                  <a:pt x="169" y="195"/>
                </a:cubicBezTo>
                <a:cubicBezTo>
                  <a:pt x="182" y="226"/>
                  <a:pt x="186" y="259"/>
                  <a:pt x="185" y="292"/>
                </a:cubicBezTo>
                <a:cubicBezTo>
                  <a:pt x="185" y="298"/>
                  <a:pt x="183" y="300"/>
                  <a:pt x="177" y="299"/>
                </a:cubicBezTo>
                <a:cubicBezTo>
                  <a:pt x="171" y="299"/>
                  <a:pt x="165" y="297"/>
                  <a:pt x="161" y="292"/>
                </a:cubicBezTo>
                <a:cubicBezTo>
                  <a:pt x="159" y="290"/>
                  <a:pt x="159" y="287"/>
                  <a:pt x="159" y="285"/>
                </a:cubicBezTo>
                <a:cubicBezTo>
                  <a:pt x="159" y="284"/>
                  <a:pt x="159" y="282"/>
                  <a:pt x="159" y="281"/>
                </a:cubicBezTo>
                <a:cubicBezTo>
                  <a:pt x="159" y="274"/>
                  <a:pt x="156" y="269"/>
                  <a:pt x="150" y="266"/>
                </a:cubicBezTo>
                <a:cubicBezTo>
                  <a:pt x="146" y="263"/>
                  <a:pt x="141" y="262"/>
                  <a:pt x="136" y="260"/>
                </a:cubicBezTo>
                <a:cubicBezTo>
                  <a:pt x="135" y="260"/>
                  <a:pt x="134" y="260"/>
                  <a:pt x="133" y="260"/>
                </a:cubicBezTo>
                <a:cubicBezTo>
                  <a:pt x="129" y="258"/>
                  <a:pt x="126" y="255"/>
                  <a:pt x="126" y="252"/>
                </a:cubicBezTo>
                <a:cubicBezTo>
                  <a:pt x="125" y="248"/>
                  <a:pt x="128" y="244"/>
                  <a:pt x="132" y="243"/>
                </a:cubicBezTo>
                <a:cubicBezTo>
                  <a:pt x="134" y="242"/>
                  <a:pt x="136" y="242"/>
                  <a:pt x="138" y="242"/>
                </a:cubicBezTo>
                <a:cubicBezTo>
                  <a:pt x="144" y="241"/>
                  <a:pt x="147" y="238"/>
                  <a:pt x="149" y="232"/>
                </a:cubicBezTo>
                <a:cubicBezTo>
                  <a:pt x="153" y="220"/>
                  <a:pt x="151" y="208"/>
                  <a:pt x="144" y="197"/>
                </a:cubicBezTo>
                <a:cubicBezTo>
                  <a:pt x="142" y="195"/>
                  <a:pt x="141" y="195"/>
                  <a:pt x="139" y="197"/>
                </a:cubicBezTo>
                <a:cubicBezTo>
                  <a:pt x="138" y="197"/>
                  <a:pt x="137" y="198"/>
                  <a:pt x="136" y="199"/>
                </a:cubicBezTo>
                <a:cubicBezTo>
                  <a:pt x="129" y="205"/>
                  <a:pt x="123" y="210"/>
                  <a:pt x="117" y="216"/>
                </a:cubicBezTo>
                <a:cubicBezTo>
                  <a:pt x="112" y="220"/>
                  <a:pt x="108" y="225"/>
                  <a:pt x="105" y="231"/>
                </a:cubicBezTo>
                <a:cubicBezTo>
                  <a:pt x="104" y="232"/>
                  <a:pt x="103" y="233"/>
                  <a:pt x="101" y="235"/>
                </a:cubicBezTo>
                <a:cubicBezTo>
                  <a:pt x="84" y="253"/>
                  <a:pt x="66" y="270"/>
                  <a:pt x="48" y="288"/>
                </a:cubicBezTo>
                <a:cubicBezTo>
                  <a:pt x="41" y="296"/>
                  <a:pt x="35" y="297"/>
                  <a:pt x="26" y="293"/>
                </a:cubicBezTo>
                <a:cubicBezTo>
                  <a:pt x="20" y="291"/>
                  <a:pt x="16" y="287"/>
                  <a:pt x="13" y="282"/>
                </a:cubicBezTo>
                <a:cubicBezTo>
                  <a:pt x="4" y="271"/>
                  <a:pt x="1" y="257"/>
                  <a:pt x="0" y="243"/>
                </a:cubicBezTo>
                <a:cubicBezTo>
                  <a:pt x="0" y="240"/>
                  <a:pt x="1" y="239"/>
                  <a:pt x="3" y="239"/>
                </a:cubicBezTo>
                <a:cubicBezTo>
                  <a:pt x="5" y="238"/>
                  <a:pt x="7" y="237"/>
                  <a:pt x="9" y="237"/>
                </a:cubicBezTo>
                <a:cubicBezTo>
                  <a:pt x="13" y="235"/>
                  <a:pt x="16" y="235"/>
                  <a:pt x="20" y="237"/>
                </a:cubicBezTo>
                <a:cubicBezTo>
                  <a:pt x="24" y="239"/>
                  <a:pt x="28" y="238"/>
                  <a:pt x="32" y="234"/>
                </a:cubicBezTo>
                <a:cubicBezTo>
                  <a:pt x="34" y="233"/>
                  <a:pt x="37" y="231"/>
                  <a:pt x="39" y="230"/>
                </a:cubicBezTo>
                <a:cubicBezTo>
                  <a:pt x="46" y="226"/>
                  <a:pt x="52" y="222"/>
                  <a:pt x="59" y="219"/>
                </a:cubicBezTo>
                <a:cubicBezTo>
                  <a:pt x="60" y="218"/>
                  <a:pt x="62" y="217"/>
                  <a:pt x="63" y="216"/>
                </a:cubicBezTo>
                <a:cubicBezTo>
                  <a:pt x="81" y="206"/>
                  <a:pt x="98" y="195"/>
                  <a:pt x="116" y="185"/>
                </a:cubicBezTo>
                <a:cubicBezTo>
                  <a:pt x="122" y="181"/>
                  <a:pt x="128" y="177"/>
                  <a:pt x="134" y="172"/>
                </a:cubicBezTo>
                <a:cubicBezTo>
                  <a:pt x="139" y="168"/>
                  <a:pt x="143" y="163"/>
                  <a:pt x="145" y="155"/>
                </a:cubicBezTo>
                <a:cubicBezTo>
                  <a:pt x="143" y="155"/>
                  <a:pt x="142" y="154"/>
                  <a:pt x="140" y="154"/>
                </a:cubicBezTo>
                <a:cubicBezTo>
                  <a:pt x="134" y="152"/>
                  <a:pt x="132" y="148"/>
                  <a:pt x="133" y="142"/>
                </a:cubicBezTo>
                <a:cubicBezTo>
                  <a:pt x="134" y="140"/>
                  <a:pt x="135" y="137"/>
                  <a:pt x="136" y="135"/>
                </a:cubicBezTo>
                <a:cubicBezTo>
                  <a:pt x="139" y="127"/>
                  <a:pt x="142" y="119"/>
                  <a:pt x="145" y="112"/>
                </a:cubicBezTo>
                <a:cubicBezTo>
                  <a:pt x="145" y="111"/>
                  <a:pt x="146" y="110"/>
                  <a:pt x="146" y="109"/>
                </a:cubicBezTo>
                <a:cubicBezTo>
                  <a:pt x="147" y="105"/>
                  <a:pt x="146" y="104"/>
                  <a:pt x="143" y="104"/>
                </a:cubicBezTo>
                <a:cubicBezTo>
                  <a:pt x="140" y="104"/>
                  <a:pt x="138" y="104"/>
                  <a:pt x="135" y="105"/>
                </a:cubicBezTo>
                <a:cubicBezTo>
                  <a:pt x="132" y="106"/>
                  <a:pt x="128" y="107"/>
                  <a:pt x="124" y="108"/>
                </a:cubicBezTo>
                <a:cubicBezTo>
                  <a:pt x="122" y="109"/>
                  <a:pt x="121" y="111"/>
                  <a:pt x="121" y="113"/>
                </a:cubicBezTo>
                <a:cubicBezTo>
                  <a:pt x="121" y="122"/>
                  <a:pt x="121" y="131"/>
                  <a:pt x="121" y="140"/>
                </a:cubicBezTo>
                <a:cubicBezTo>
                  <a:pt x="121" y="142"/>
                  <a:pt x="120" y="144"/>
                  <a:pt x="119" y="146"/>
                </a:cubicBezTo>
                <a:cubicBezTo>
                  <a:pt x="108" y="160"/>
                  <a:pt x="98" y="174"/>
                  <a:pt x="87" y="188"/>
                </a:cubicBezTo>
                <a:cubicBezTo>
                  <a:pt x="87" y="189"/>
                  <a:pt x="86" y="189"/>
                  <a:pt x="86" y="190"/>
                </a:cubicBezTo>
                <a:cubicBezTo>
                  <a:pt x="81" y="185"/>
                  <a:pt x="77" y="181"/>
                  <a:pt x="73" y="176"/>
                </a:cubicBezTo>
                <a:cubicBezTo>
                  <a:pt x="70" y="173"/>
                  <a:pt x="69" y="170"/>
                  <a:pt x="69" y="166"/>
                </a:cubicBezTo>
                <a:cubicBezTo>
                  <a:pt x="68" y="164"/>
                  <a:pt x="68" y="161"/>
                  <a:pt x="67" y="159"/>
                </a:cubicBezTo>
                <a:cubicBezTo>
                  <a:pt x="58" y="138"/>
                  <a:pt x="57" y="117"/>
                  <a:pt x="63" y="95"/>
                </a:cubicBezTo>
                <a:cubicBezTo>
                  <a:pt x="67" y="84"/>
                  <a:pt x="67" y="74"/>
                  <a:pt x="66" y="63"/>
                </a:cubicBezTo>
                <a:cubicBezTo>
                  <a:pt x="66" y="60"/>
                  <a:pt x="66" y="57"/>
                  <a:pt x="66" y="54"/>
                </a:cubicBezTo>
                <a:cubicBezTo>
                  <a:pt x="66" y="50"/>
                  <a:pt x="68" y="47"/>
                  <a:pt x="72" y="47"/>
                </a:cubicBezTo>
                <a:cubicBezTo>
                  <a:pt x="75" y="46"/>
                  <a:pt x="78" y="47"/>
                  <a:pt x="80" y="48"/>
                </a:cubicBezTo>
                <a:cubicBezTo>
                  <a:pt x="83" y="50"/>
                  <a:pt x="85" y="52"/>
                  <a:pt x="88" y="55"/>
                </a:cubicBezTo>
                <a:cubicBezTo>
                  <a:pt x="90" y="57"/>
                  <a:pt x="91" y="59"/>
                  <a:pt x="93" y="61"/>
                </a:cubicBezTo>
                <a:cubicBezTo>
                  <a:pt x="99" y="66"/>
                  <a:pt x="103" y="67"/>
                  <a:pt x="109" y="63"/>
                </a:cubicBezTo>
                <a:cubicBezTo>
                  <a:pt x="117" y="58"/>
                  <a:pt x="125" y="53"/>
                  <a:pt x="133" y="48"/>
                </a:cubicBezTo>
                <a:cubicBezTo>
                  <a:pt x="142" y="41"/>
                  <a:pt x="151" y="35"/>
                  <a:pt x="160" y="28"/>
                </a:cubicBezTo>
                <a:cubicBezTo>
                  <a:pt x="163" y="25"/>
                  <a:pt x="167" y="24"/>
                  <a:pt x="171" y="23"/>
                </a:cubicBezTo>
                <a:cubicBezTo>
                  <a:pt x="177" y="23"/>
                  <a:pt x="182" y="20"/>
                  <a:pt x="187" y="16"/>
                </a:cubicBezTo>
                <a:cubicBezTo>
                  <a:pt x="196" y="6"/>
                  <a:pt x="208" y="2"/>
                  <a:pt x="221" y="1"/>
                </a:cubicBezTo>
                <a:cubicBezTo>
                  <a:pt x="233" y="0"/>
                  <a:pt x="246" y="0"/>
                  <a:pt x="258" y="4"/>
                </a:cubicBezTo>
                <a:cubicBezTo>
                  <a:pt x="261" y="5"/>
                  <a:pt x="264" y="7"/>
                  <a:pt x="267" y="9"/>
                </a:cubicBezTo>
                <a:cubicBezTo>
                  <a:pt x="270" y="10"/>
                  <a:pt x="271" y="13"/>
                  <a:pt x="271" y="16"/>
                </a:cubicBezTo>
                <a:cubicBezTo>
                  <a:pt x="271" y="18"/>
                  <a:pt x="271" y="19"/>
                  <a:pt x="269" y="21"/>
                </a:cubicBezTo>
                <a:cubicBezTo>
                  <a:pt x="262" y="26"/>
                  <a:pt x="255" y="31"/>
                  <a:pt x="248" y="37"/>
                </a:cubicBezTo>
                <a:cubicBezTo>
                  <a:pt x="240" y="43"/>
                  <a:pt x="232" y="50"/>
                  <a:pt x="226" y="58"/>
                </a:cubicBezTo>
                <a:cubicBezTo>
                  <a:pt x="223" y="62"/>
                  <a:pt x="219" y="65"/>
                  <a:pt x="215" y="67"/>
                </a:cubicBezTo>
                <a:cubicBezTo>
                  <a:pt x="213" y="68"/>
                  <a:pt x="212" y="69"/>
                  <a:pt x="211" y="70"/>
                </a:cubicBezTo>
                <a:cubicBezTo>
                  <a:pt x="202" y="79"/>
                  <a:pt x="194" y="87"/>
                  <a:pt x="186" y="95"/>
                </a:cubicBezTo>
                <a:cubicBezTo>
                  <a:pt x="184" y="97"/>
                  <a:pt x="183" y="99"/>
                  <a:pt x="185" y="10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3" name="Freeform 14">
            <a:extLst xmlns:a="http://schemas.openxmlformats.org/drawingml/2006/main">
              <a:ext uri="{FF2B5EF4-FFF2-40B4-BE49-F238E27FC236}">
                <a16:creationId xmlns:a16="http://schemas.microsoft.com/office/drawing/2014/main" id="{46F9BB71-22E5-421C-932A-0704E4100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1601" y="548337"/>
            <a:ext cx="141990" cy="90098"/>
          </a:xfrm>
          <a:custGeom xmlns:a="http://schemas.openxmlformats.org/drawingml/2006/main">
            <a:gdLst>
              <a:gd name="T0" fmla="*/ 16 w 280"/>
              <a:gd name="T1" fmla="*/ 133 h 178"/>
              <a:gd name="T2" fmla="*/ 14 w 280"/>
              <a:gd name="T3" fmla="*/ 124 h 178"/>
              <a:gd name="T4" fmla="*/ 2 w 280"/>
              <a:gd name="T5" fmla="*/ 103 h 178"/>
              <a:gd name="T6" fmla="*/ 6 w 280"/>
              <a:gd name="T7" fmla="*/ 81 h 178"/>
              <a:gd name="T8" fmla="*/ 16 w 280"/>
              <a:gd name="T9" fmla="*/ 77 h 178"/>
              <a:gd name="T10" fmla="*/ 22 w 280"/>
              <a:gd name="T11" fmla="*/ 77 h 178"/>
              <a:gd name="T12" fmla="*/ 40 w 280"/>
              <a:gd name="T13" fmla="*/ 71 h 178"/>
              <a:gd name="T14" fmla="*/ 54 w 280"/>
              <a:gd name="T15" fmla="*/ 64 h 178"/>
              <a:gd name="T16" fmla="*/ 63 w 280"/>
              <a:gd name="T17" fmla="*/ 61 h 178"/>
              <a:gd name="T18" fmla="*/ 144 w 280"/>
              <a:gd name="T19" fmla="*/ 25 h 178"/>
              <a:gd name="T20" fmla="*/ 169 w 280"/>
              <a:gd name="T21" fmla="*/ 16 h 178"/>
              <a:gd name="T22" fmla="*/ 186 w 280"/>
              <a:gd name="T23" fmla="*/ 13 h 178"/>
              <a:gd name="T24" fmla="*/ 209 w 280"/>
              <a:gd name="T25" fmla="*/ 9 h 178"/>
              <a:gd name="T26" fmla="*/ 224 w 280"/>
              <a:gd name="T27" fmla="*/ 3 h 178"/>
              <a:gd name="T28" fmla="*/ 233 w 280"/>
              <a:gd name="T29" fmla="*/ 0 h 178"/>
              <a:gd name="T30" fmla="*/ 265 w 280"/>
              <a:gd name="T31" fmla="*/ 5 h 178"/>
              <a:gd name="T32" fmla="*/ 274 w 280"/>
              <a:gd name="T33" fmla="*/ 29 h 178"/>
              <a:gd name="T34" fmla="*/ 256 w 280"/>
              <a:gd name="T35" fmla="*/ 50 h 178"/>
              <a:gd name="T36" fmla="*/ 245 w 280"/>
              <a:gd name="T37" fmla="*/ 53 h 178"/>
              <a:gd name="T38" fmla="*/ 220 w 280"/>
              <a:gd name="T39" fmla="*/ 56 h 178"/>
              <a:gd name="T40" fmla="*/ 213 w 280"/>
              <a:gd name="T41" fmla="*/ 58 h 178"/>
              <a:gd name="T42" fmla="*/ 208 w 280"/>
              <a:gd name="T43" fmla="*/ 67 h 178"/>
              <a:gd name="T44" fmla="*/ 210 w 280"/>
              <a:gd name="T45" fmla="*/ 76 h 178"/>
              <a:gd name="T46" fmla="*/ 218 w 280"/>
              <a:gd name="T47" fmla="*/ 92 h 178"/>
              <a:gd name="T48" fmla="*/ 224 w 280"/>
              <a:gd name="T49" fmla="*/ 115 h 178"/>
              <a:gd name="T50" fmla="*/ 220 w 280"/>
              <a:gd name="T51" fmla="*/ 146 h 178"/>
              <a:gd name="T52" fmla="*/ 197 w 280"/>
              <a:gd name="T53" fmla="*/ 163 h 178"/>
              <a:gd name="T54" fmla="*/ 189 w 280"/>
              <a:gd name="T55" fmla="*/ 163 h 178"/>
              <a:gd name="T56" fmla="*/ 181 w 280"/>
              <a:gd name="T57" fmla="*/ 167 h 178"/>
              <a:gd name="T58" fmla="*/ 178 w 280"/>
              <a:gd name="T59" fmla="*/ 170 h 178"/>
              <a:gd name="T60" fmla="*/ 156 w 280"/>
              <a:gd name="T61" fmla="*/ 175 h 178"/>
              <a:gd name="T62" fmla="*/ 140 w 280"/>
              <a:gd name="T63" fmla="*/ 166 h 178"/>
              <a:gd name="T64" fmla="*/ 126 w 280"/>
              <a:gd name="T65" fmla="*/ 162 h 178"/>
              <a:gd name="T66" fmla="*/ 119 w 280"/>
              <a:gd name="T67" fmla="*/ 160 h 178"/>
              <a:gd name="T68" fmla="*/ 113 w 280"/>
              <a:gd name="T69" fmla="*/ 150 h 178"/>
              <a:gd name="T70" fmla="*/ 115 w 280"/>
              <a:gd name="T71" fmla="*/ 147 h 178"/>
              <a:gd name="T72" fmla="*/ 122 w 280"/>
              <a:gd name="T73" fmla="*/ 147 h 178"/>
              <a:gd name="T74" fmla="*/ 166 w 280"/>
              <a:gd name="T75" fmla="*/ 141 h 178"/>
              <a:gd name="T76" fmla="*/ 185 w 280"/>
              <a:gd name="T77" fmla="*/ 129 h 178"/>
              <a:gd name="T78" fmla="*/ 188 w 280"/>
              <a:gd name="T79" fmla="*/ 120 h 178"/>
              <a:gd name="T80" fmla="*/ 185 w 280"/>
              <a:gd name="T81" fmla="*/ 92 h 178"/>
              <a:gd name="T82" fmla="*/ 184 w 280"/>
              <a:gd name="T83" fmla="*/ 77 h 178"/>
              <a:gd name="T84" fmla="*/ 179 w 280"/>
              <a:gd name="T85" fmla="*/ 71 h 178"/>
              <a:gd name="T86" fmla="*/ 163 w 280"/>
              <a:gd name="T87" fmla="*/ 75 h 178"/>
              <a:gd name="T88" fmla="*/ 158 w 280"/>
              <a:gd name="T89" fmla="*/ 79 h 178"/>
              <a:gd name="T90" fmla="*/ 145 w 280"/>
              <a:gd name="T91" fmla="*/ 82 h 178"/>
              <a:gd name="T92" fmla="*/ 116 w 280"/>
              <a:gd name="T93" fmla="*/ 91 h 178"/>
              <a:gd name="T94" fmla="*/ 80 w 280"/>
              <a:gd name="T95" fmla="*/ 118 h 178"/>
              <a:gd name="T96" fmla="*/ 52 w 280"/>
              <a:gd name="T97" fmla="*/ 135 h 178"/>
              <a:gd name="T98" fmla="*/ 22 w 280"/>
              <a:gd name="T99" fmla="*/ 136 h 178"/>
              <a:gd name="T100" fmla="*/ 18 w 280"/>
              <a:gd name="T101" fmla="*/ 134 h 178"/>
              <a:gd name="T102" fmla="*/ 16 w 280"/>
              <a:gd name="T103" fmla="*/ 133 h 178"/>
            </a:gdLst>
            <a:rect l="0" t="0" r="r" b="b"/>
            <a:pathLst>
              <a:path w="280" h="178">
                <a:moveTo>
                  <a:pt x="16" y="133"/>
                </a:moveTo>
                <a:cubicBezTo>
                  <a:pt x="18" y="129"/>
                  <a:pt x="16" y="127"/>
                  <a:pt x="14" y="124"/>
                </a:cubicBezTo>
                <a:cubicBezTo>
                  <a:pt x="9" y="118"/>
                  <a:pt x="5" y="111"/>
                  <a:pt x="2" y="103"/>
                </a:cubicBezTo>
                <a:cubicBezTo>
                  <a:pt x="0" y="95"/>
                  <a:pt x="1" y="88"/>
                  <a:pt x="6" y="81"/>
                </a:cubicBezTo>
                <a:cubicBezTo>
                  <a:pt x="9" y="78"/>
                  <a:pt x="12" y="76"/>
                  <a:pt x="16" y="77"/>
                </a:cubicBezTo>
                <a:cubicBezTo>
                  <a:pt x="18" y="77"/>
                  <a:pt x="20" y="76"/>
                  <a:pt x="22" y="77"/>
                </a:cubicBezTo>
                <a:cubicBezTo>
                  <a:pt x="29" y="79"/>
                  <a:pt x="36" y="76"/>
                  <a:pt x="40" y="71"/>
                </a:cubicBezTo>
                <a:cubicBezTo>
                  <a:pt x="44" y="67"/>
                  <a:pt x="49" y="65"/>
                  <a:pt x="54" y="64"/>
                </a:cubicBezTo>
                <a:cubicBezTo>
                  <a:pt x="57" y="64"/>
                  <a:pt x="60" y="62"/>
                  <a:pt x="63" y="61"/>
                </a:cubicBezTo>
                <a:cubicBezTo>
                  <a:pt x="89" y="47"/>
                  <a:pt x="116" y="35"/>
                  <a:pt x="144" y="25"/>
                </a:cubicBezTo>
                <a:cubicBezTo>
                  <a:pt x="152" y="22"/>
                  <a:pt x="161" y="19"/>
                  <a:pt x="169" y="16"/>
                </a:cubicBezTo>
                <a:cubicBezTo>
                  <a:pt x="174" y="14"/>
                  <a:pt x="180" y="14"/>
                  <a:pt x="186" y="13"/>
                </a:cubicBezTo>
                <a:cubicBezTo>
                  <a:pt x="194" y="12"/>
                  <a:pt x="201" y="11"/>
                  <a:pt x="209" y="9"/>
                </a:cubicBezTo>
                <a:cubicBezTo>
                  <a:pt x="214" y="8"/>
                  <a:pt x="219" y="5"/>
                  <a:pt x="224" y="3"/>
                </a:cubicBezTo>
                <a:cubicBezTo>
                  <a:pt x="227" y="1"/>
                  <a:pt x="230" y="0"/>
                  <a:pt x="233" y="0"/>
                </a:cubicBezTo>
                <a:cubicBezTo>
                  <a:pt x="244" y="0"/>
                  <a:pt x="255" y="1"/>
                  <a:pt x="265" y="5"/>
                </a:cubicBezTo>
                <a:cubicBezTo>
                  <a:pt x="276" y="9"/>
                  <a:pt x="280" y="19"/>
                  <a:pt x="274" y="29"/>
                </a:cubicBezTo>
                <a:cubicBezTo>
                  <a:pt x="270" y="38"/>
                  <a:pt x="263" y="45"/>
                  <a:pt x="256" y="50"/>
                </a:cubicBezTo>
                <a:cubicBezTo>
                  <a:pt x="252" y="53"/>
                  <a:pt x="249" y="53"/>
                  <a:pt x="245" y="53"/>
                </a:cubicBezTo>
                <a:cubicBezTo>
                  <a:pt x="236" y="54"/>
                  <a:pt x="228" y="55"/>
                  <a:pt x="220" y="56"/>
                </a:cubicBezTo>
                <a:cubicBezTo>
                  <a:pt x="218" y="57"/>
                  <a:pt x="215" y="57"/>
                  <a:pt x="213" y="58"/>
                </a:cubicBezTo>
                <a:cubicBezTo>
                  <a:pt x="209" y="60"/>
                  <a:pt x="208" y="63"/>
                  <a:pt x="208" y="67"/>
                </a:cubicBezTo>
                <a:cubicBezTo>
                  <a:pt x="208" y="70"/>
                  <a:pt x="209" y="73"/>
                  <a:pt x="210" y="76"/>
                </a:cubicBezTo>
                <a:cubicBezTo>
                  <a:pt x="213" y="82"/>
                  <a:pt x="215" y="87"/>
                  <a:pt x="218" y="92"/>
                </a:cubicBezTo>
                <a:cubicBezTo>
                  <a:pt x="221" y="100"/>
                  <a:pt x="224" y="107"/>
                  <a:pt x="224" y="115"/>
                </a:cubicBezTo>
                <a:cubicBezTo>
                  <a:pt x="224" y="126"/>
                  <a:pt x="223" y="136"/>
                  <a:pt x="220" y="146"/>
                </a:cubicBezTo>
                <a:cubicBezTo>
                  <a:pt x="216" y="157"/>
                  <a:pt x="209" y="162"/>
                  <a:pt x="197" y="163"/>
                </a:cubicBezTo>
                <a:cubicBezTo>
                  <a:pt x="194" y="163"/>
                  <a:pt x="192" y="163"/>
                  <a:pt x="189" y="163"/>
                </a:cubicBezTo>
                <a:cubicBezTo>
                  <a:pt x="186" y="163"/>
                  <a:pt x="183" y="163"/>
                  <a:pt x="181" y="167"/>
                </a:cubicBezTo>
                <a:cubicBezTo>
                  <a:pt x="180" y="168"/>
                  <a:pt x="179" y="169"/>
                  <a:pt x="178" y="170"/>
                </a:cubicBezTo>
                <a:cubicBezTo>
                  <a:pt x="171" y="176"/>
                  <a:pt x="164" y="178"/>
                  <a:pt x="156" y="175"/>
                </a:cubicBezTo>
                <a:cubicBezTo>
                  <a:pt x="151" y="172"/>
                  <a:pt x="145" y="169"/>
                  <a:pt x="140" y="166"/>
                </a:cubicBezTo>
                <a:cubicBezTo>
                  <a:pt x="136" y="163"/>
                  <a:pt x="132" y="162"/>
                  <a:pt x="126" y="162"/>
                </a:cubicBezTo>
                <a:cubicBezTo>
                  <a:pt x="124" y="162"/>
                  <a:pt x="121" y="163"/>
                  <a:pt x="119" y="160"/>
                </a:cubicBezTo>
                <a:cubicBezTo>
                  <a:pt x="116" y="157"/>
                  <a:pt x="114" y="154"/>
                  <a:pt x="113" y="150"/>
                </a:cubicBezTo>
                <a:cubicBezTo>
                  <a:pt x="112" y="148"/>
                  <a:pt x="113" y="147"/>
                  <a:pt x="115" y="147"/>
                </a:cubicBezTo>
                <a:cubicBezTo>
                  <a:pt x="117" y="147"/>
                  <a:pt x="120" y="147"/>
                  <a:pt x="122" y="147"/>
                </a:cubicBezTo>
                <a:cubicBezTo>
                  <a:pt x="137" y="148"/>
                  <a:pt x="152" y="146"/>
                  <a:pt x="166" y="141"/>
                </a:cubicBezTo>
                <a:cubicBezTo>
                  <a:pt x="173" y="138"/>
                  <a:pt x="179" y="134"/>
                  <a:pt x="185" y="129"/>
                </a:cubicBezTo>
                <a:cubicBezTo>
                  <a:pt x="188" y="126"/>
                  <a:pt x="189" y="123"/>
                  <a:pt x="188" y="120"/>
                </a:cubicBezTo>
                <a:cubicBezTo>
                  <a:pt x="187" y="111"/>
                  <a:pt x="186" y="102"/>
                  <a:pt x="185" y="92"/>
                </a:cubicBezTo>
                <a:cubicBezTo>
                  <a:pt x="184" y="87"/>
                  <a:pt x="184" y="82"/>
                  <a:pt x="184" y="77"/>
                </a:cubicBezTo>
                <a:cubicBezTo>
                  <a:pt x="184" y="73"/>
                  <a:pt x="183" y="71"/>
                  <a:pt x="179" y="71"/>
                </a:cubicBezTo>
                <a:cubicBezTo>
                  <a:pt x="173" y="70"/>
                  <a:pt x="168" y="70"/>
                  <a:pt x="163" y="75"/>
                </a:cubicBezTo>
                <a:cubicBezTo>
                  <a:pt x="162" y="76"/>
                  <a:pt x="160" y="77"/>
                  <a:pt x="158" y="79"/>
                </a:cubicBezTo>
                <a:cubicBezTo>
                  <a:pt x="154" y="81"/>
                  <a:pt x="150" y="83"/>
                  <a:pt x="145" y="82"/>
                </a:cubicBezTo>
                <a:cubicBezTo>
                  <a:pt x="134" y="82"/>
                  <a:pt x="124" y="85"/>
                  <a:pt x="116" y="91"/>
                </a:cubicBezTo>
                <a:cubicBezTo>
                  <a:pt x="104" y="100"/>
                  <a:pt x="92" y="109"/>
                  <a:pt x="80" y="118"/>
                </a:cubicBezTo>
                <a:cubicBezTo>
                  <a:pt x="71" y="124"/>
                  <a:pt x="62" y="131"/>
                  <a:pt x="52" y="135"/>
                </a:cubicBezTo>
                <a:cubicBezTo>
                  <a:pt x="42" y="139"/>
                  <a:pt x="32" y="140"/>
                  <a:pt x="22" y="136"/>
                </a:cubicBezTo>
                <a:cubicBezTo>
                  <a:pt x="20" y="136"/>
                  <a:pt x="19" y="135"/>
                  <a:pt x="18" y="134"/>
                </a:cubicBezTo>
                <a:cubicBezTo>
                  <a:pt x="17" y="134"/>
                  <a:pt x="17" y="134"/>
                  <a:pt x="16" y="133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4" name="Freeform 15">
            <a:extLst xmlns:a="http://schemas.openxmlformats.org/drawingml/2006/main">
              <a:ext uri="{FF2B5EF4-FFF2-40B4-BE49-F238E27FC236}">
                <a16:creationId xmlns:a16="http://schemas.microsoft.com/office/drawing/2014/main" id="{9E61AC77-6D0B-40B7-814E-ABC24351C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703" y="432578"/>
            <a:ext cx="107776" cy="57594"/>
          </a:xfrm>
          <a:custGeom xmlns:a="http://schemas.openxmlformats.org/drawingml/2006/main">
            <a:gdLst>
              <a:gd name="T0" fmla="*/ 197 w 212"/>
              <a:gd name="T1" fmla="*/ 0 h 114"/>
              <a:gd name="T2" fmla="*/ 205 w 212"/>
              <a:gd name="T3" fmla="*/ 0 h 114"/>
              <a:gd name="T4" fmla="*/ 211 w 212"/>
              <a:gd name="T5" fmla="*/ 9 h 114"/>
              <a:gd name="T6" fmla="*/ 191 w 212"/>
              <a:gd name="T7" fmla="*/ 29 h 114"/>
              <a:gd name="T8" fmla="*/ 187 w 212"/>
              <a:gd name="T9" fmla="*/ 29 h 114"/>
              <a:gd name="T10" fmla="*/ 174 w 212"/>
              <a:gd name="T11" fmla="*/ 33 h 114"/>
              <a:gd name="T12" fmla="*/ 132 w 212"/>
              <a:gd name="T13" fmla="*/ 67 h 114"/>
              <a:gd name="T14" fmla="*/ 109 w 212"/>
              <a:gd name="T15" fmla="*/ 91 h 114"/>
              <a:gd name="T16" fmla="*/ 71 w 212"/>
              <a:gd name="T17" fmla="*/ 112 h 114"/>
              <a:gd name="T18" fmla="*/ 40 w 212"/>
              <a:gd name="T19" fmla="*/ 108 h 114"/>
              <a:gd name="T20" fmla="*/ 9 w 212"/>
              <a:gd name="T21" fmla="*/ 90 h 114"/>
              <a:gd name="T22" fmla="*/ 8 w 212"/>
              <a:gd name="T23" fmla="*/ 89 h 114"/>
              <a:gd name="T24" fmla="*/ 11 w 212"/>
              <a:gd name="T25" fmla="*/ 64 h 114"/>
              <a:gd name="T26" fmla="*/ 15 w 212"/>
              <a:gd name="T27" fmla="*/ 62 h 114"/>
              <a:gd name="T28" fmla="*/ 114 w 212"/>
              <a:gd name="T29" fmla="*/ 23 h 114"/>
              <a:gd name="T30" fmla="*/ 130 w 212"/>
              <a:gd name="T31" fmla="*/ 18 h 114"/>
              <a:gd name="T32" fmla="*/ 164 w 212"/>
              <a:gd name="T33" fmla="*/ 7 h 114"/>
              <a:gd name="T34" fmla="*/ 197 w 212"/>
              <a:gd name="T35" fmla="*/ 0 h 114"/>
            </a:gdLst>
            <a:rect l="0" t="0" r="r" b="b"/>
            <a:pathLst>
              <a:path w="212" h="114">
                <a:moveTo>
                  <a:pt x="197" y="0"/>
                </a:moveTo>
                <a:cubicBezTo>
                  <a:pt x="199" y="0"/>
                  <a:pt x="202" y="0"/>
                  <a:pt x="205" y="0"/>
                </a:cubicBezTo>
                <a:cubicBezTo>
                  <a:pt x="209" y="1"/>
                  <a:pt x="212" y="5"/>
                  <a:pt x="211" y="9"/>
                </a:cubicBezTo>
                <a:cubicBezTo>
                  <a:pt x="207" y="18"/>
                  <a:pt x="200" y="25"/>
                  <a:pt x="191" y="29"/>
                </a:cubicBezTo>
                <a:cubicBezTo>
                  <a:pt x="189" y="29"/>
                  <a:pt x="188" y="29"/>
                  <a:pt x="187" y="29"/>
                </a:cubicBezTo>
                <a:cubicBezTo>
                  <a:pt x="182" y="28"/>
                  <a:pt x="178" y="30"/>
                  <a:pt x="174" y="33"/>
                </a:cubicBezTo>
                <a:cubicBezTo>
                  <a:pt x="158" y="43"/>
                  <a:pt x="144" y="54"/>
                  <a:pt x="132" y="67"/>
                </a:cubicBezTo>
                <a:cubicBezTo>
                  <a:pt x="124" y="75"/>
                  <a:pt x="116" y="83"/>
                  <a:pt x="109" y="91"/>
                </a:cubicBezTo>
                <a:cubicBezTo>
                  <a:pt x="99" y="102"/>
                  <a:pt x="86" y="110"/>
                  <a:pt x="71" y="112"/>
                </a:cubicBezTo>
                <a:cubicBezTo>
                  <a:pt x="61" y="114"/>
                  <a:pt x="50" y="112"/>
                  <a:pt x="40" y="108"/>
                </a:cubicBezTo>
                <a:cubicBezTo>
                  <a:pt x="29" y="104"/>
                  <a:pt x="19" y="98"/>
                  <a:pt x="9" y="90"/>
                </a:cubicBezTo>
                <a:cubicBezTo>
                  <a:pt x="9" y="90"/>
                  <a:pt x="9" y="89"/>
                  <a:pt x="8" y="89"/>
                </a:cubicBezTo>
                <a:cubicBezTo>
                  <a:pt x="0" y="81"/>
                  <a:pt x="2" y="70"/>
                  <a:pt x="11" y="64"/>
                </a:cubicBezTo>
                <a:cubicBezTo>
                  <a:pt x="12" y="63"/>
                  <a:pt x="14" y="63"/>
                  <a:pt x="15" y="62"/>
                </a:cubicBezTo>
                <a:cubicBezTo>
                  <a:pt x="48" y="49"/>
                  <a:pt x="81" y="36"/>
                  <a:pt x="114" y="23"/>
                </a:cubicBezTo>
                <a:cubicBezTo>
                  <a:pt x="119" y="21"/>
                  <a:pt x="125" y="19"/>
                  <a:pt x="130" y="18"/>
                </a:cubicBezTo>
                <a:cubicBezTo>
                  <a:pt x="142" y="15"/>
                  <a:pt x="153" y="12"/>
                  <a:pt x="164" y="7"/>
                </a:cubicBezTo>
                <a:cubicBezTo>
                  <a:pt x="175" y="2"/>
                  <a:pt x="186" y="0"/>
                  <a:pt x="197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5" name="Freeform 16">
            <a:extLst xmlns:a="http://schemas.openxmlformats.org/drawingml/2006/main">
              <a:ext uri="{FF2B5EF4-FFF2-40B4-BE49-F238E27FC236}">
                <a16:creationId xmlns:a16="http://schemas.microsoft.com/office/drawing/2014/main" id="{CFC2A532-BA80-4385-8BA6-37D893F71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5059" y="361297"/>
            <a:ext cx="57594" cy="63867"/>
          </a:xfrm>
          <a:custGeom xmlns:a="http://schemas.openxmlformats.org/drawingml/2006/main">
            <a:gdLst>
              <a:gd name="T0" fmla="*/ 114 w 114"/>
              <a:gd name="T1" fmla="*/ 70 h 126"/>
              <a:gd name="T2" fmla="*/ 101 w 114"/>
              <a:gd name="T3" fmla="*/ 91 h 126"/>
              <a:gd name="T4" fmla="*/ 78 w 114"/>
              <a:gd name="T5" fmla="*/ 97 h 126"/>
              <a:gd name="T6" fmla="*/ 58 w 114"/>
              <a:gd name="T7" fmla="*/ 106 h 126"/>
              <a:gd name="T8" fmla="*/ 40 w 114"/>
              <a:gd name="T9" fmla="*/ 121 h 126"/>
              <a:gd name="T10" fmla="*/ 31 w 114"/>
              <a:gd name="T11" fmla="*/ 125 h 126"/>
              <a:gd name="T12" fmla="*/ 23 w 114"/>
              <a:gd name="T13" fmla="*/ 122 h 126"/>
              <a:gd name="T14" fmla="*/ 23 w 114"/>
              <a:gd name="T15" fmla="*/ 112 h 126"/>
              <a:gd name="T16" fmla="*/ 26 w 114"/>
              <a:gd name="T17" fmla="*/ 68 h 126"/>
              <a:gd name="T18" fmla="*/ 16 w 114"/>
              <a:gd name="T19" fmla="*/ 50 h 126"/>
              <a:gd name="T20" fmla="*/ 11 w 114"/>
              <a:gd name="T21" fmla="*/ 39 h 126"/>
              <a:gd name="T22" fmla="*/ 3 w 114"/>
              <a:gd name="T23" fmla="*/ 21 h 126"/>
              <a:gd name="T24" fmla="*/ 3 w 114"/>
              <a:gd name="T25" fmla="*/ 6 h 126"/>
              <a:gd name="T26" fmla="*/ 12 w 114"/>
              <a:gd name="T27" fmla="*/ 0 h 126"/>
              <a:gd name="T28" fmla="*/ 18 w 114"/>
              <a:gd name="T29" fmla="*/ 1 h 126"/>
              <a:gd name="T30" fmla="*/ 50 w 114"/>
              <a:gd name="T31" fmla="*/ 12 h 126"/>
              <a:gd name="T32" fmla="*/ 86 w 114"/>
              <a:gd name="T33" fmla="*/ 31 h 126"/>
              <a:gd name="T34" fmla="*/ 106 w 114"/>
              <a:gd name="T35" fmla="*/ 48 h 126"/>
              <a:gd name="T36" fmla="*/ 114 w 114"/>
              <a:gd name="T37" fmla="*/ 70 h 126"/>
            </a:gdLst>
            <a:rect l="0" t="0" r="r" b="b"/>
            <a:pathLst>
              <a:path w="114" h="126">
                <a:moveTo>
                  <a:pt x="114" y="70"/>
                </a:moveTo>
                <a:cubicBezTo>
                  <a:pt x="114" y="79"/>
                  <a:pt x="109" y="86"/>
                  <a:pt x="101" y="91"/>
                </a:cubicBezTo>
                <a:cubicBezTo>
                  <a:pt x="94" y="95"/>
                  <a:pt x="86" y="97"/>
                  <a:pt x="78" y="97"/>
                </a:cubicBezTo>
                <a:cubicBezTo>
                  <a:pt x="64" y="97"/>
                  <a:pt x="66" y="98"/>
                  <a:pt x="58" y="106"/>
                </a:cubicBezTo>
                <a:cubicBezTo>
                  <a:pt x="52" y="111"/>
                  <a:pt x="46" y="116"/>
                  <a:pt x="40" y="121"/>
                </a:cubicBezTo>
                <a:cubicBezTo>
                  <a:pt x="38" y="123"/>
                  <a:pt x="35" y="124"/>
                  <a:pt x="31" y="125"/>
                </a:cubicBezTo>
                <a:cubicBezTo>
                  <a:pt x="28" y="126"/>
                  <a:pt x="25" y="125"/>
                  <a:pt x="23" y="122"/>
                </a:cubicBezTo>
                <a:cubicBezTo>
                  <a:pt x="22" y="118"/>
                  <a:pt x="21" y="115"/>
                  <a:pt x="23" y="112"/>
                </a:cubicBezTo>
                <a:cubicBezTo>
                  <a:pt x="33" y="98"/>
                  <a:pt x="33" y="83"/>
                  <a:pt x="26" y="68"/>
                </a:cubicBezTo>
                <a:cubicBezTo>
                  <a:pt x="23" y="61"/>
                  <a:pt x="19" y="56"/>
                  <a:pt x="16" y="50"/>
                </a:cubicBezTo>
                <a:cubicBezTo>
                  <a:pt x="14" y="46"/>
                  <a:pt x="12" y="43"/>
                  <a:pt x="11" y="39"/>
                </a:cubicBezTo>
                <a:cubicBezTo>
                  <a:pt x="9" y="33"/>
                  <a:pt x="7" y="27"/>
                  <a:pt x="3" y="21"/>
                </a:cubicBezTo>
                <a:cubicBezTo>
                  <a:pt x="0" y="17"/>
                  <a:pt x="0" y="12"/>
                  <a:pt x="3" y="6"/>
                </a:cubicBezTo>
                <a:cubicBezTo>
                  <a:pt x="5" y="2"/>
                  <a:pt x="8" y="0"/>
                  <a:pt x="12" y="0"/>
                </a:cubicBezTo>
                <a:cubicBezTo>
                  <a:pt x="14" y="0"/>
                  <a:pt x="16" y="1"/>
                  <a:pt x="18" y="1"/>
                </a:cubicBezTo>
                <a:cubicBezTo>
                  <a:pt x="29" y="3"/>
                  <a:pt x="40" y="7"/>
                  <a:pt x="50" y="12"/>
                </a:cubicBezTo>
                <a:cubicBezTo>
                  <a:pt x="62" y="19"/>
                  <a:pt x="74" y="25"/>
                  <a:pt x="86" y="31"/>
                </a:cubicBezTo>
                <a:cubicBezTo>
                  <a:pt x="94" y="36"/>
                  <a:pt x="101" y="41"/>
                  <a:pt x="106" y="48"/>
                </a:cubicBezTo>
                <a:cubicBezTo>
                  <a:pt x="111" y="54"/>
                  <a:pt x="114" y="61"/>
                  <a:pt x="114" y="7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6" name="Freeform 24">
            <a:extLst xmlns:a="http://schemas.openxmlformats.org/drawingml/2006/main">
              <a:ext uri="{FF2B5EF4-FFF2-40B4-BE49-F238E27FC236}">
                <a16:creationId xmlns:a16="http://schemas.microsoft.com/office/drawing/2014/main" id="{46684F5F-13BB-4BA0-8CCB-52D25BF20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4717" y="420032"/>
            <a:ext cx="56454" cy="76412"/>
          </a:xfrm>
          <a:custGeom xmlns:a="http://schemas.openxmlformats.org/drawingml/2006/main">
            <a:gdLst>
              <a:gd name="T0" fmla="*/ 111 w 111"/>
              <a:gd name="T1" fmla="*/ 118 h 150"/>
              <a:gd name="T2" fmla="*/ 108 w 111"/>
              <a:gd name="T3" fmla="*/ 125 h 150"/>
              <a:gd name="T4" fmla="*/ 94 w 111"/>
              <a:gd name="T5" fmla="*/ 142 h 150"/>
              <a:gd name="T6" fmla="*/ 80 w 111"/>
              <a:gd name="T7" fmla="*/ 149 h 150"/>
              <a:gd name="T8" fmla="*/ 72 w 111"/>
              <a:gd name="T9" fmla="*/ 144 h 150"/>
              <a:gd name="T10" fmla="*/ 66 w 111"/>
              <a:gd name="T11" fmla="*/ 117 h 150"/>
              <a:gd name="T12" fmla="*/ 59 w 111"/>
              <a:gd name="T13" fmla="*/ 90 h 150"/>
              <a:gd name="T14" fmla="*/ 50 w 111"/>
              <a:gd name="T15" fmla="*/ 75 h 150"/>
              <a:gd name="T16" fmla="*/ 19 w 111"/>
              <a:gd name="T17" fmla="*/ 40 h 150"/>
              <a:gd name="T18" fmla="*/ 6 w 111"/>
              <a:gd name="T19" fmla="*/ 27 h 150"/>
              <a:gd name="T20" fmla="*/ 0 w 111"/>
              <a:gd name="T21" fmla="*/ 10 h 150"/>
              <a:gd name="T22" fmla="*/ 0 w 111"/>
              <a:gd name="T23" fmla="*/ 8 h 150"/>
              <a:gd name="T24" fmla="*/ 9 w 111"/>
              <a:gd name="T25" fmla="*/ 2 h 150"/>
              <a:gd name="T26" fmla="*/ 18 w 111"/>
              <a:gd name="T27" fmla="*/ 7 h 150"/>
              <a:gd name="T28" fmla="*/ 27 w 111"/>
              <a:gd name="T29" fmla="*/ 15 h 150"/>
              <a:gd name="T30" fmla="*/ 44 w 111"/>
              <a:gd name="T31" fmla="*/ 26 h 150"/>
              <a:gd name="T32" fmla="*/ 85 w 111"/>
              <a:gd name="T33" fmla="*/ 57 h 150"/>
              <a:gd name="T34" fmla="*/ 110 w 111"/>
              <a:gd name="T35" fmla="*/ 114 h 150"/>
              <a:gd name="T36" fmla="*/ 110 w 111"/>
              <a:gd name="T37" fmla="*/ 117 h 150"/>
              <a:gd name="T38" fmla="*/ 111 w 111"/>
              <a:gd name="T39" fmla="*/ 118 h 150"/>
            </a:gdLst>
            <a:rect l="0" t="0" r="r" b="b"/>
            <a:pathLst>
              <a:path w="111" h="150">
                <a:moveTo>
                  <a:pt x="111" y="118"/>
                </a:moveTo>
                <a:cubicBezTo>
                  <a:pt x="110" y="120"/>
                  <a:pt x="109" y="123"/>
                  <a:pt x="108" y="125"/>
                </a:cubicBezTo>
                <a:cubicBezTo>
                  <a:pt x="103" y="131"/>
                  <a:pt x="99" y="136"/>
                  <a:pt x="94" y="142"/>
                </a:cubicBezTo>
                <a:cubicBezTo>
                  <a:pt x="90" y="146"/>
                  <a:pt x="86" y="148"/>
                  <a:pt x="80" y="149"/>
                </a:cubicBezTo>
                <a:cubicBezTo>
                  <a:pt x="75" y="150"/>
                  <a:pt x="73" y="149"/>
                  <a:pt x="72" y="144"/>
                </a:cubicBezTo>
                <a:cubicBezTo>
                  <a:pt x="70" y="135"/>
                  <a:pt x="68" y="126"/>
                  <a:pt x="66" y="117"/>
                </a:cubicBezTo>
                <a:cubicBezTo>
                  <a:pt x="64" y="108"/>
                  <a:pt x="63" y="99"/>
                  <a:pt x="59" y="90"/>
                </a:cubicBezTo>
                <a:cubicBezTo>
                  <a:pt x="57" y="85"/>
                  <a:pt x="54" y="80"/>
                  <a:pt x="50" y="75"/>
                </a:cubicBezTo>
                <a:cubicBezTo>
                  <a:pt x="40" y="63"/>
                  <a:pt x="29" y="51"/>
                  <a:pt x="19" y="40"/>
                </a:cubicBezTo>
                <a:cubicBezTo>
                  <a:pt x="15" y="35"/>
                  <a:pt x="11" y="31"/>
                  <a:pt x="6" y="27"/>
                </a:cubicBezTo>
                <a:cubicBezTo>
                  <a:pt x="1" y="22"/>
                  <a:pt x="0" y="17"/>
                  <a:pt x="0" y="10"/>
                </a:cubicBezTo>
                <a:cubicBezTo>
                  <a:pt x="0" y="9"/>
                  <a:pt x="0" y="9"/>
                  <a:pt x="0" y="8"/>
                </a:cubicBezTo>
                <a:cubicBezTo>
                  <a:pt x="2" y="1"/>
                  <a:pt x="3" y="0"/>
                  <a:pt x="9" y="2"/>
                </a:cubicBezTo>
                <a:cubicBezTo>
                  <a:pt x="12" y="4"/>
                  <a:pt x="15" y="5"/>
                  <a:pt x="18" y="7"/>
                </a:cubicBezTo>
                <a:cubicBezTo>
                  <a:pt x="21" y="10"/>
                  <a:pt x="24" y="12"/>
                  <a:pt x="27" y="15"/>
                </a:cubicBezTo>
                <a:cubicBezTo>
                  <a:pt x="32" y="20"/>
                  <a:pt x="38" y="24"/>
                  <a:pt x="44" y="26"/>
                </a:cubicBezTo>
                <a:cubicBezTo>
                  <a:pt x="61" y="33"/>
                  <a:pt x="74" y="43"/>
                  <a:pt x="85" y="57"/>
                </a:cubicBezTo>
                <a:cubicBezTo>
                  <a:pt x="98" y="73"/>
                  <a:pt x="107" y="92"/>
                  <a:pt x="110" y="114"/>
                </a:cubicBezTo>
                <a:cubicBezTo>
                  <a:pt x="110" y="115"/>
                  <a:pt x="110" y="116"/>
                  <a:pt x="110" y="117"/>
                </a:cubicBezTo>
                <a:cubicBezTo>
                  <a:pt x="110" y="117"/>
                  <a:pt x="110" y="118"/>
                  <a:pt x="111" y="1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7" name="Freeform 26">
            <a:extLst xmlns:a="http://schemas.openxmlformats.org/drawingml/2006/main">
              <a:ext uri="{FF2B5EF4-FFF2-40B4-BE49-F238E27FC236}">
                <a16:creationId xmlns:a16="http://schemas.microsoft.com/office/drawing/2014/main" id="{755E0758-11FA-47DC-A658-1EB36C3F8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4100" y="564304"/>
            <a:ext cx="41057" cy="50181"/>
          </a:xfrm>
          <a:custGeom xmlns:a="http://schemas.openxmlformats.org/drawingml/2006/main">
            <a:gdLst>
              <a:gd name="T0" fmla="*/ 0 w 81"/>
              <a:gd name="T1" fmla="*/ 18 h 99"/>
              <a:gd name="T2" fmla="*/ 1 w 81"/>
              <a:gd name="T3" fmla="*/ 9 h 99"/>
              <a:gd name="T4" fmla="*/ 11 w 81"/>
              <a:gd name="T5" fmla="*/ 1 h 99"/>
              <a:gd name="T6" fmla="*/ 50 w 81"/>
              <a:gd name="T7" fmla="*/ 12 h 99"/>
              <a:gd name="T8" fmla="*/ 78 w 81"/>
              <a:gd name="T9" fmla="*/ 44 h 99"/>
              <a:gd name="T10" fmla="*/ 80 w 81"/>
              <a:gd name="T11" fmla="*/ 51 h 99"/>
              <a:gd name="T12" fmla="*/ 77 w 81"/>
              <a:gd name="T13" fmla="*/ 79 h 99"/>
              <a:gd name="T14" fmla="*/ 43 w 81"/>
              <a:gd name="T15" fmla="*/ 92 h 99"/>
              <a:gd name="T16" fmla="*/ 30 w 81"/>
              <a:gd name="T17" fmla="*/ 81 h 99"/>
              <a:gd name="T18" fmla="*/ 12 w 81"/>
              <a:gd name="T19" fmla="*/ 60 h 99"/>
              <a:gd name="T20" fmla="*/ 1 w 81"/>
              <a:gd name="T21" fmla="*/ 24 h 99"/>
              <a:gd name="T22" fmla="*/ 1 w 81"/>
              <a:gd name="T23" fmla="*/ 18 h 99"/>
              <a:gd name="T24" fmla="*/ 0 w 81"/>
              <a:gd name="T25" fmla="*/ 18 h 99"/>
            </a:gdLst>
            <a:rect l="0" t="0" r="r" b="b"/>
            <a:pathLst>
              <a:path w="81" h="99">
                <a:moveTo>
                  <a:pt x="0" y="18"/>
                </a:moveTo>
                <a:cubicBezTo>
                  <a:pt x="1" y="15"/>
                  <a:pt x="1" y="12"/>
                  <a:pt x="1" y="9"/>
                </a:cubicBezTo>
                <a:cubicBezTo>
                  <a:pt x="2" y="4"/>
                  <a:pt x="5" y="1"/>
                  <a:pt x="11" y="1"/>
                </a:cubicBezTo>
                <a:cubicBezTo>
                  <a:pt x="25" y="0"/>
                  <a:pt x="39" y="2"/>
                  <a:pt x="50" y="12"/>
                </a:cubicBezTo>
                <a:cubicBezTo>
                  <a:pt x="62" y="21"/>
                  <a:pt x="70" y="32"/>
                  <a:pt x="78" y="44"/>
                </a:cubicBezTo>
                <a:cubicBezTo>
                  <a:pt x="79" y="46"/>
                  <a:pt x="80" y="49"/>
                  <a:pt x="80" y="51"/>
                </a:cubicBezTo>
                <a:cubicBezTo>
                  <a:pt x="81" y="61"/>
                  <a:pt x="80" y="70"/>
                  <a:pt x="77" y="79"/>
                </a:cubicBezTo>
                <a:cubicBezTo>
                  <a:pt x="74" y="89"/>
                  <a:pt x="57" y="99"/>
                  <a:pt x="43" y="92"/>
                </a:cubicBezTo>
                <a:cubicBezTo>
                  <a:pt x="38" y="89"/>
                  <a:pt x="33" y="86"/>
                  <a:pt x="30" y="81"/>
                </a:cubicBezTo>
                <a:cubicBezTo>
                  <a:pt x="24" y="74"/>
                  <a:pt x="18" y="67"/>
                  <a:pt x="12" y="60"/>
                </a:cubicBezTo>
                <a:cubicBezTo>
                  <a:pt x="4" y="49"/>
                  <a:pt x="2" y="37"/>
                  <a:pt x="1" y="24"/>
                </a:cubicBezTo>
                <a:cubicBezTo>
                  <a:pt x="1" y="22"/>
                  <a:pt x="1" y="20"/>
                  <a:pt x="1" y="18"/>
                </a:cubicBezTo>
                <a:cubicBezTo>
                  <a:pt x="1" y="18"/>
                  <a:pt x="1" y="18"/>
                  <a:pt x="0" y="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A1C46F61-228F-433A-BE33-1388D8657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7552" y="552329"/>
            <a:ext cx="43908" cy="50751"/>
          </a:xfrm>
          <a:custGeom xmlns:a="http://schemas.openxmlformats.org/drawingml/2006/main">
            <a:gdLst>
              <a:gd name="T0" fmla="*/ 38 w 87"/>
              <a:gd name="T1" fmla="*/ 100 h 100"/>
              <a:gd name="T2" fmla="*/ 27 w 87"/>
              <a:gd name="T3" fmla="*/ 98 h 100"/>
              <a:gd name="T4" fmla="*/ 22 w 87"/>
              <a:gd name="T5" fmla="*/ 91 h 100"/>
              <a:gd name="T6" fmla="*/ 17 w 87"/>
              <a:gd name="T7" fmla="*/ 65 h 100"/>
              <a:gd name="T8" fmla="*/ 1 w 87"/>
              <a:gd name="T9" fmla="*/ 16 h 100"/>
              <a:gd name="T10" fmla="*/ 0 w 87"/>
              <a:gd name="T11" fmla="*/ 4 h 100"/>
              <a:gd name="T12" fmla="*/ 4 w 87"/>
              <a:gd name="T13" fmla="*/ 0 h 100"/>
              <a:gd name="T14" fmla="*/ 12 w 87"/>
              <a:gd name="T15" fmla="*/ 0 h 100"/>
              <a:gd name="T16" fmla="*/ 20 w 87"/>
              <a:gd name="T17" fmla="*/ 4 h 100"/>
              <a:gd name="T18" fmla="*/ 31 w 87"/>
              <a:gd name="T19" fmla="*/ 12 h 100"/>
              <a:gd name="T20" fmla="*/ 65 w 87"/>
              <a:gd name="T21" fmla="*/ 41 h 100"/>
              <a:gd name="T22" fmla="*/ 78 w 87"/>
              <a:gd name="T23" fmla="*/ 56 h 100"/>
              <a:gd name="T24" fmla="*/ 73 w 87"/>
              <a:gd name="T25" fmla="*/ 87 h 100"/>
              <a:gd name="T26" fmla="*/ 38 w 87"/>
              <a:gd name="T27" fmla="*/ 100 h 100"/>
            </a:gdLst>
            <a:rect l="0" t="0" r="r" b="b"/>
            <a:pathLst>
              <a:path w="87" h="100">
                <a:moveTo>
                  <a:pt x="38" y="100"/>
                </a:moveTo>
                <a:cubicBezTo>
                  <a:pt x="34" y="99"/>
                  <a:pt x="31" y="99"/>
                  <a:pt x="27" y="98"/>
                </a:cubicBezTo>
                <a:cubicBezTo>
                  <a:pt x="24" y="97"/>
                  <a:pt x="22" y="94"/>
                  <a:pt x="22" y="91"/>
                </a:cubicBezTo>
                <a:cubicBezTo>
                  <a:pt x="23" y="81"/>
                  <a:pt x="20" y="73"/>
                  <a:pt x="17" y="65"/>
                </a:cubicBezTo>
                <a:cubicBezTo>
                  <a:pt x="11" y="49"/>
                  <a:pt x="4" y="33"/>
                  <a:pt x="1" y="16"/>
                </a:cubicBezTo>
                <a:cubicBezTo>
                  <a:pt x="0" y="12"/>
                  <a:pt x="0" y="8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7" y="0"/>
                  <a:pt x="10" y="0"/>
                  <a:pt x="12" y="0"/>
                </a:cubicBezTo>
                <a:cubicBezTo>
                  <a:pt x="15" y="1"/>
                  <a:pt x="18" y="2"/>
                  <a:pt x="20" y="4"/>
                </a:cubicBezTo>
                <a:cubicBezTo>
                  <a:pt x="24" y="7"/>
                  <a:pt x="28" y="9"/>
                  <a:pt x="31" y="12"/>
                </a:cubicBezTo>
                <a:cubicBezTo>
                  <a:pt x="42" y="22"/>
                  <a:pt x="54" y="31"/>
                  <a:pt x="65" y="41"/>
                </a:cubicBezTo>
                <a:cubicBezTo>
                  <a:pt x="70" y="45"/>
                  <a:pt x="74" y="51"/>
                  <a:pt x="78" y="56"/>
                </a:cubicBezTo>
                <a:cubicBezTo>
                  <a:pt x="87" y="69"/>
                  <a:pt x="85" y="78"/>
                  <a:pt x="73" y="87"/>
                </a:cubicBezTo>
                <a:cubicBezTo>
                  <a:pt x="64" y="95"/>
                  <a:pt x="50" y="100"/>
                  <a:pt x="38" y="1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9" name="Freeform 36">
            <a:extLst xmlns:a="http://schemas.openxmlformats.org/drawingml/2006/main">
              <a:ext uri="{FF2B5EF4-FFF2-40B4-BE49-F238E27FC236}">
                <a16:creationId xmlns:a16="http://schemas.microsoft.com/office/drawing/2014/main" id="{80660D7E-5BF6-47DF-A9D2-EB9539ACA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3006" y="481619"/>
            <a:ext cx="22809" cy="43908"/>
          </a:xfrm>
          <a:custGeom xmlns:a="http://schemas.openxmlformats.org/drawingml/2006/main">
            <a:gdLst>
              <a:gd name="T0" fmla="*/ 6 w 44"/>
              <a:gd name="T1" fmla="*/ 57 h 87"/>
              <a:gd name="T2" fmla="*/ 2 w 44"/>
              <a:gd name="T3" fmla="*/ 8 h 87"/>
              <a:gd name="T4" fmla="*/ 3 w 44"/>
              <a:gd name="T5" fmla="*/ 2 h 87"/>
              <a:gd name="T6" fmla="*/ 10 w 44"/>
              <a:gd name="T7" fmla="*/ 2 h 87"/>
              <a:gd name="T8" fmla="*/ 15 w 44"/>
              <a:gd name="T9" fmla="*/ 6 h 87"/>
              <a:gd name="T10" fmla="*/ 29 w 44"/>
              <a:gd name="T11" fmla="*/ 22 h 87"/>
              <a:gd name="T12" fmla="*/ 39 w 44"/>
              <a:gd name="T13" fmla="*/ 36 h 87"/>
              <a:gd name="T14" fmla="*/ 43 w 44"/>
              <a:gd name="T15" fmla="*/ 52 h 87"/>
              <a:gd name="T16" fmla="*/ 38 w 44"/>
              <a:gd name="T17" fmla="*/ 74 h 87"/>
              <a:gd name="T18" fmla="*/ 16 w 44"/>
              <a:gd name="T19" fmla="*/ 87 h 87"/>
              <a:gd name="T20" fmla="*/ 8 w 44"/>
              <a:gd name="T21" fmla="*/ 81 h 87"/>
              <a:gd name="T22" fmla="*/ 6 w 44"/>
              <a:gd name="T23" fmla="*/ 65 h 87"/>
              <a:gd name="T24" fmla="*/ 6 w 44"/>
              <a:gd name="T25" fmla="*/ 57 h 87"/>
            </a:gdLst>
            <a:rect l="0" t="0" r="r" b="b"/>
            <a:pathLst>
              <a:path w="44" h="87">
                <a:moveTo>
                  <a:pt x="6" y="57"/>
                </a:moveTo>
                <a:cubicBezTo>
                  <a:pt x="7" y="39"/>
                  <a:pt x="5" y="23"/>
                  <a:pt x="2" y="8"/>
                </a:cubicBezTo>
                <a:cubicBezTo>
                  <a:pt x="1" y="6"/>
                  <a:pt x="0" y="3"/>
                  <a:pt x="3" y="2"/>
                </a:cubicBezTo>
                <a:cubicBezTo>
                  <a:pt x="5" y="0"/>
                  <a:pt x="7" y="0"/>
                  <a:pt x="10" y="2"/>
                </a:cubicBezTo>
                <a:cubicBezTo>
                  <a:pt x="12" y="3"/>
                  <a:pt x="14" y="4"/>
                  <a:pt x="15" y="6"/>
                </a:cubicBezTo>
                <a:cubicBezTo>
                  <a:pt x="20" y="11"/>
                  <a:pt x="25" y="17"/>
                  <a:pt x="29" y="22"/>
                </a:cubicBezTo>
                <a:cubicBezTo>
                  <a:pt x="33" y="27"/>
                  <a:pt x="36" y="32"/>
                  <a:pt x="39" y="36"/>
                </a:cubicBezTo>
                <a:cubicBezTo>
                  <a:pt x="42" y="41"/>
                  <a:pt x="44" y="46"/>
                  <a:pt x="43" y="52"/>
                </a:cubicBezTo>
                <a:cubicBezTo>
                  <a:pt x="42" y="59"/>
                  <a:pt x="41" y="67"/>
                  <a:pt x="38" y="74"/>
                </a:cubicBezTo>
                <a:cubicBezTo>
                  <a:pt x="33" y="83"/>
                  <a:pt x="27" y="87"/>
                  <a:pt x="16" y="87"/>
                </a:cubicBezTo>
                <a:cubicBezTo>
                  <a:pt x="12" y="87"/>
                  <a:pt x="10" y="85"/>
                  <a:pt x="8" y="81"/>
                </a:cubicBezTo>
                <a:cubicBezTo>
                  <a:pt x="6" y="76"/>
                  <a:pt x="6" y="71"/>
                  <a:pt x="6" y="65"/>
                </a:cubicBezTo>
                <a:cubicBezTo>
                  <a:pt x="6" y="62"/>
                  <a:pt x="6" y="59"/>
                  <a:pt x="6" y="5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5" name="Freeform 8">
            <a:extLst xmlns:a="http://schemas.openxmlformats.org/drawingml/2006/main">
              <a:ext uri="{FF2B5EF4-FFF2-40B4-BE49-F238E27FC236}">
                <a16:creationId xmlns:a16="http://schemas.microsoft.com/office/drawing/2014/main" id="{A7478D44-0919-4CC8-83A4-70E64FD07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7780" y="329883"/>
            <a:ext cx="445930" cy="444892"/>
          </a:xfrm>
          <a:custGeom xmlns:a="http://schemas.openxmlformats.org/drawingml/2006/main"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Freeform 42">
            <a:extLst xmlns:a="http://schemas.openxmlformats.org/drawingml/2006/main">
              <a:ext uri="{FF2B5EF4-FFF2-40B4-BE49-F238E27FC236}">
                <a16:creationId xmlns:a16="http://schemas.microsoft.com/office/drawing/2014/main" id="{D505B32C-2833-4BE4-A681-E5A17FD9C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5990" y="387574"/>
            <a:ext cx="328990" cy="328471"/>
          </a:xfrm>
          <a:custGeom xmlns:a="http://schemas.openxmlformats.org/drawingml/2006/main"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7" name="Freeform 43">
            <a:extLst xmlns:a="http://schemas.openxmlformats.org/drawingml/2006/main">
              <a:ext uri="{FF2B5EF4-FFF2-40B4-BE49-F238E27FC236}">
                <a16:creationId xmlns:a16="http://schemas.microsoft.com/office/drawing/2014/main" id="{AF8D7632-8F99-4349-8371-6CBA6E1EB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836" y="420317"/>
            <a:ext cx="36381" cy="43657"/>
          </a:xfrm>
          <a:custGeom xmlns:a="http://schemas.openxmlformats.org/drawingml/2006/main"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8" name="Freeform 44">
            <a:extLst xmlns:a="http://schemas.openxmlformats.org/drawingml/2006/main">
              <a:ext uri="{FF2B5EF4-FFF2-40B4-BE49-F238E27FC236}">
                <a16:creationId xmlns:a16="http://schemas.microsoft.com/office/drawing/2014/main" id="{0CA9E58F-54E9-4560-89DC-D41C140A8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451" y="502955"/>
            <a:ext cx="34822" cy="37420"/>
          </a:xfrm>
          <a:custGeom xmlns:a="http://schemas.openxmlformats.org/drawingml/2006/main"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9" name="Freeform 45">
            <a:extLst xmlns:a="http://schemas.openxmlformats.org/drawingml/2006/main">
              <a:ext uri="{FF2B5EF4-FFF2-40B4-BE49-F238E27FC236}">
                <a16:creationId xmlns:a16="http://schemas.microsoft.com/office/drawing/2014/main" id="{ACBF1151-20C7-4181-AB59-AFC980F48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0534" y="383416"/>
            <a:ext cx="37940" cy="40539"/>
          </a:xfrm>
          <a:custGeom xmlns:a="http://schemas.openxmlformats.org/drawingml/2006/main"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0" name="Freeform 46">
            <a:extLst xmlns:a="http://schemas.openxmlformats.org/drawingml/2006/main">
              <a:ext uri="{FF2B5EF4-FFF2-40B4-BE49-F238E27FC236}">
                <a16:creationId xmlns:a16="http://schemas.microsoft.com/office/drawing/2014/main" id="{9E3FAE82-2191-4CE8-AB85-995D44393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451" y="561165"/>
            <a:ext cx="32743" cy="31184"/>
          </a:xfrm>
          <a:custGeom xmlns:a="http://schemas.openxmlformats.org/drawingml/2006/main"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1" name="Freeform 47">
            <a:extLst xmlns:a="http://schemas.openxmlformats.org/drawingml/2006/main">
              <a:ext uri="{FF2B5EF4-FFF2-40B4-BE49-F238E27FC236}">
                <a16:creationId xmlns:a16="http://schemas.microsoft.com/office/drawing/2014/main" id="{CF1C1A66-8B76-4C04-985F-EB20B5170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2285" y="723322"/>
            <a:ext cx="22868" cy="32743"/>
          </a:xfrm>
          <a:custGeom xmlns:a="http://schemas.openxmlformats.org/drawingml/2006/main"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2" name="Freeform 48">
            <a:extLst xmlns:a="http://schemas.openxmlformats.org/drawingml/2006/main">
              <a:ext uri="{FF2B5EF4-FFF2-40B4-BE49-F238E27FC236}">
                <a16:creationId xmlns:a16="http://schemas.microsoft.com/office/drawing/2014/main" id="{F2D31F46-7E90-45F5-A39A-847C104F9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8444" y="613138"/>
            <a:ext cx="33782" cy="29105"/>
          </a:xfrm>
          <a:custGeom xmlns:a="http://schemas.openxmlformats.org/drawingml/2006/main"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3" name="Freeform 49">
            <a:extLst xmlns:a="http://schemas.openxmlformats.org/drawingml/2006/main">
              <a:ext uri="{FF2B5EF4-FFF2-40B4-BE49-F238E27FC236}">
                <a16:creationId xmlns:a16="http://schemas.microsoft.com/office/drawing/2014/main" id="{8E98D6BE-3B62-478C-BC7D-40985A9A2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8194" y="415639"/>
            <a:ext cx="40019" cy="43657"/>
          </a:xfrm>
          <a:custGeom xmlns:a="http://schemas.openxmlformats.org/drawingml/2006/main"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4" name="Freeform 50">
            <a:extLst xmlns:a="http://schemas.openxmlformats.org/drawingml/2006/main">
              <a:ext uri="{FF2B5EF4-FFF2-40B4-BE49-F238E27FC236}">
                <a16:creationId xmlns:a16="http://schemas.microsoft.com/office/drawing/2014/main" id="{75D94780-5EDF-49B7-9624-549ACDC44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3113" y="709289"/>
            <a:ext cx="28065" cy="32223"/>
          </a:xfrm>
          <a:custGeom xmlns:a="http://schemas.openxmlformats.org/drawingml/2006/main"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5" name="Freeform 51">
            <a:extLst xmlns:a="http://schemas.openxmlformats.org/drawingml/2006/main">
              <a:ext uri="{FF2B5EF4-FFF2-40B4-BE49-F238E27FC236}">
                <a16:creationId xmlns:a16="http://schemas.microsoft.com/office/drawing/2014/main" id="{9C2EB3D7-454A-4B58-8143-811477117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6135" y="379258"/>
            <a:ext cx="37940" cy="36901"/>
          </a:xfrm>
          <a:custGeom xmlns:a="http://schemas.openxmlformats.org/drawingml/2006/main"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6" name="Freeform 52">
            <a:extLst xmlns:a="http://schemas.openxmlformats.org/drawingml/2006/main">
              <a:ext uri="{FF2B5EF4-FFF2-40B4-BE49-F238E27FC236}">
                <a16:creationId xmlns:a16="http://schemas.microsoft.com/office/drawing/2014/main" id="{CE6DAFBB-3B75-4089-84A8-2268B31BE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8397" y="345475"/>
            <a:ext cx="30144" cy="32743"/>
          </a:xfrm>
          <a:custGeom xmlns:a="http://schemas.openxmlformats.org/drawingml/2006/main"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7" name="Freeform 53">
            <a:extLst xmlns:a="http://schemas.openxmlformats.org/drawingml/2006/main">
              <a:ext uri="{FF2B5EF4-FFF2-40B4-BE49-F238E27FC236}">
                <a16:creationId xmlns:a16="http://schemas.microsoft.com/office/drawing/2014/main" id="{F700B8C8-5F53-480B-A7E4-AB2D51B88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5298" y="723322"/>
            <a:ext cx="23387" cy="33262"/>
          </a:xfrm>
          <a:custGeom xmlns:a="http://schemas.openxmlformats.org/drawingml/2006/main"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8" name="Freeform 54">
            <a:extLst xmlns:a="http://schemas.openxmlformats.org/drawingml/2006/main">
              <a:ext uri="{FF2B5EF4-FFF2-40B4-BE49-F238E27FC236}">
                <a16:creationId xmlns:a16="http://schemas.microsoft.com/office/drawing/2014/main" id="{592B1536-4290-477B-B615-C9528A10D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5" y="351712"/>
            <a:ext cx="31183" cy="35341"/>
          </a:xfrm>
          <a:custGeom xmlns:a="http://schemas.openxmlformats.org/drawingml/2006/main"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9" name="Freeform 55">
            <a:extLst xmlns:a="http://schemas.openxmlformats.org/drawingml/2006/main">
              <a:ext uri="{FF2B5EF4-FFF2-40B4-BE49-F238E27FC236}">
                <a16:creationId xmlns:a16="http://schemas.microsoft.com/office/drawing/2014/main" id="{3A0580E7-F42A-41BC-95ED-57599E1CC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303" y="471251"/>
            <a:ext cx="36381" cy="29105"/>
          </a:xfrm>
          <a:custGeom xmlns:a="http://schemas.openxmlformats.org/drawingml/2006/main"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0" name="Freeform 56">
            <a:extLst xmlns:a="http://schemas.openxmlformats.org/drawingml/2006/main">
              <a:ext uri="{FF2B5EF4-FFF2-40B4-BE49-F238E27FC236}">
                <a16:creationId xmlns:a16="http://schemas.microsoft.com/office/drawing/2014/main" id="{13AE48D6-B8F1-4A68-88E5-EF33AE089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823" y="607941"/>
            <a:ext cx="35861" cy="33262"/>
          </a:xfrm>
          <a:custGeom xmlns:a="http://schemas.openxmlformats.org/drawingml/2006/main"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1" name="Freeform 57">
            <a:extLst xmlns:a="http://schemas.openxmlformats.org/drawingml/2006/main">
              <a:ext uri="{FF2B5EF4-FFF2-40B4-BE49-F238E27FC236}">
                <a16:creationId xmlns:a16="http://schemas.microsoft.com/office/drawing/2014/main" id="{01BDF6C3-B855-4FA5-A910-D01221DF3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816" y="556487"/>
            <a:ext cx="31703" cy="28065"/>
          </a:xfrm>
          <a:custGeom xmlns:a="http://schemas.openxmlformats.org/drawingml/2006/main"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2" name="Freeform 58">
            <a:extLst xmlns:a="http://schemas.openxmlformats.org/drawingml/2006/main">
              <a:ext uri="{FF2B5EF4-FFF2-40B4-BE49-F238E27FC236}">
                <a16:creationId xmlns:a16="http://schemas.microsoft.com/office/drawing/2014/main" id="{808649AE-645F-4B59-837D-1F16EDB51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8830" y="357949"/>
            <a:ext cx="28585" cy="35861"/>
          </a:xfrm>
          <a:custGeom xmlns:a="http://schemas.openxmlformats.org/drawingml/2006/main"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3" name="Freeform 59">
            <a:extLst xmlns:a="http://schemas.openxmlformats.org/drawingml/2006/main">
              <a:ext uri="{FF2B5EF4-FFF2-40B4-BE49-F238E27FC236}">
                <a16:creationId xmlns:a16="http://schemas.microsoft.com/office/drawing/2014/main" id="{89E5069B-BDF3-40A1-9A91-538A544C7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9484" y="461896"/>
            <a:ext cx="32743" cy="28585"/>
          </a:xfrm>
          <a:custGeom xmlns:a="http://schemas.openxmlformats.org/drawingml/2006/main"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4" name="Freeform 60">
            <a:extLst xmlns:a="http://schemas.openxmlformats.org/drawingml/2006/main">
              <a:ext uri="{FF2B5EF4-FFF2-40B4-BE49-F238E27FC236}">
                <a16:creationId xmlns:a16="http://schemas.microsoft.com/office/drawing/2014/main" id="{D069544A-6EB9-47EE-AF38-7A78FCB40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297" y="515428"/>
            <a:ext cx="31703" cy="20789"/>
          </a:xfrm>
          <a:custGeom xmlns:a="http://schemas.openxmlformats.org/drawingml/2006/main"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5" name="Freeform 61">
            <a:extLst xmlns:a="http://schemas.openxmlformats.org/drawingml/2006/main">
              <a:ext uri="{FF2B5EF4-FFF2-40B4-BE49-F238E27FC236}">
                <a16:creationId xmlns:a16="http://schemas.microsoft.com/office/drawing/2014/main" id="{7AD9303D-9A6D-4402-858E-8CADAC611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6212" y="349113"/>
            <a:ext cx="19230" cy="32223"/>
          </a:xfrm>
          <a:custGeom xmlns:a="http://schemas.openxmlformats.org/drawingml/2006/main"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6" name="Freeform 62">
            <a:extLst xmlns:a="http://schemas.openxmlformats.org/drawingml/2006/main">
              <a:ext uri="{FF2B5EF4-FFF2-40B4-BE49-F238E27FC236}">
                <a16:creationId xmlns:a16="http://schemas.microsoft.com/office/drawing/2014/main" id="{4D832E31-15D9-423E-810D-8BEE67C04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8753" y="711368"/>
            <a:ext cx="23907" cy="31184"/>
          </a:xfrm>
          <a:custGeom xmlns:a="http://schemas.openxmlformats.org/drawingml/2006/main"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7" name="Freeform 71">
            <a:extLst xmlns:a="http://schemas.openxmlformats.org/drawingml/2006/main">
              <a:ext uri="{FF2B5EF4-FFF2-40B4-BE49-F238E27FC236}">
                <a16:creationId xmlns:a16="http://schemas.microsoft.com/office/drawing/2014/main" id="{D534D193-FA1F-42D5-8716-4802349E3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0023" y="401606"/>
            <a:ext cx="301445" cy="300925"/>
          </a:xfrm>
          <a:custGeom xmlns:a="http://schemas.openxmlformats.org/drawingml/2006/main"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69CDF39D-85CB-4CBE-B275-79CD32DEED1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9005791" y="6394353"/>
            <a:ext cx="2743200" cy="2921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12.xml><?xml version="1.0" encoding="utf-8"?>
<p:sldLayout xmlns:p="http://schemas.openxmlformats.org/presentationml/2006/main" type="blank">
  <p:cSld name="全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3.xml><?xml version="1.0" encoding="utf-8"?>
<p:sldLayout xmlns:p="http://schemas.openxmlformats.org/presentationml/2006/main" preserve="1" userDrawn="1">
  <p:cSld name="图片占位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0" name="Freeform 17">
            <a:extLst xmlns:a="http://schemas.openxmlformats.org/drawingml/2006/main">
              <a:ext uri="{FF2B5EF4-FFF2-40B4-BE49-F238E27FC236}">
                <a16:creationId xmlns:a16="http://schemas.microsoft.com/office/drawing/2014/main" id="{F3841654-E7A8-4CA0-8FD1-EC7BF50BD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8081" y="688617"/>
            <a:ext cx="64437" cy="68999"/>
          </a:xfrm>
          <a:custGeom xmlns:a="http://schemas.openxmlformats.org/drawingml/2006/main">
            <a:gdLst>
              <a:gd name="T0" fmla="*/ 34 w 127"/>
              <a:gd name="T1" fmla="*/ 71 h 136"/>
              <a:gd name="T2" fmla="*/ 34 w 127"/>
              <a:gd name="T3" fmla="*/ 81 h 136"/>
              <a:gd name="T4" fmla="*/ 34 w 127"/>
              <a:gd name="T5" fmla="*/ 114 h 136"/>
              <a:gd name="T6" fmla="*/ 35 w 127"/>
              <a:gd name="T7" fmla="*/ 122 h 136"/>
              <a:gd name="T8" fmla="*/ 40 w 127"/>
              <a:gd name="T9" fmla="*/ 127 h 136"/>
              <a:gd name="T10" fmla="*/ 49 w 127"/>
              <a:gd name="T11" fmla="*/ 128 h 136"/>
              <a:gd name="T12" fmla="*/ 49 w 127"/>
              <a:gd name="T13" fmla="*/ 135 h 136"/>
              <a:gd name="T14" fmla="*/ 1 w 127"/>
              <a:gd name="T15" fmla="*/ 135 h 136"/>
              <a:gd name="T16" fmla="*/ 0 w 127"/>
              <a:gd name="T17" fmla="*/ 132 h 136"/>
              <a:gd name="T18" fmla="*/ 0 w 127"/>
              <a:gd name="T19" fmla="*/ 128 h 136"/>
              <a:gd name="T20" fmla="*/ 9 w 127"/>
              <a:gd name="T21" fmla="*/ 127 h 136"/>
              <a:gd name="T22" fmla="*/ 16 w 127"/>
              <a:gd name="T23" fmla="*/ 120 h 136"/>
              <a:gd name="T24" fmla="*/ 17 w 127"/>
              <a:gd name="T25" fmla="*/ 111 h 136"/>
              <a:gd name="T26" fmla="*/ 17 w 127"/>
              <a:gd name="T27" fmla="*/ 22 h 136"/>
              <a:gd name="T28" fmla="*/ 16 w 127"/>
              <a:gd name="T29" fmla="*/ 15 h 136"/>
              <a:gd name="T30" fmla="*/ 9 w 127"/>
              <a:gd name="T31" fmla="*/ 9 h 136"/>
              <a:gd name="T32" fmla="*/ 0 w 127"/>
              <a:gd name="T33" fmla="*/ 8 h 136"/>
              <a:gd name="T34" fmla="*/ 0 w 127"/>
              <a:gd name="T35" fmla="*/ 1 h 136"/>
              <a:gd name="T36" fmla="*/ 4 w 127"/>
              <a:gd name="T37" fmla="*/ 0 h 136"/>
              <a:gd name="T38" fmla="*/ 71 w 127"/>
              <a:gd name="T39" fmla="*/ 0 h 136"/>
              <a:gd name="T40" fmla="*/ 94 w 127"/>
              <a:gd name="T41" fmla="*/ 4 h 136"/>
              <a:gd name="T42" fmla="*/ 116 w 127"/>
              <a:gd name="T43" fmla="*/ 32 h 136"/>
              <a:gd name="T44" fmla="*/ 97 w 127"/>
              <a:gd name="T45" fmla="*/ 66 h 136"/>
              <a:gd name="T46" fmla="*/ 80 w 127"/>
              <a:gd name="T47" fmla="*/ 70 h 136"/>
              <a:gd name="T48" fmla="*/ 71 w 127"/>
              <a:gd name="T49" fmla="*/ 71 h 136"/>
              <a:gd name="T50" fmla="*/ 73 w 127"/>
              <a:gd name="T51" fmla="*/ 75 h 136"/>
              <a:gd name="T52" fmla="*/ 104 w 127"/>
              <a:gd name="T53" fmla="*/ 114 h 136"/>
              <a:gd name="T54" fmla="*/ 105 w 127"/>
              <a:gd name="T55" fmla="*/ 116 h 136"/>
              <a:gd name="T56" fmla="*/ 127 w 127"/>
              <a:gd name="T57" fmla="*/ 128 h 136"/>
              <a:gd name="T58" fmla="*/ 127 w 127"/>
              <a:gd name="T59" fmla="*/ 135 h 136"/>
              <a:gd name="T60" fmla="*/ 116 w 127"/>
              <a:gd name="T61" fmla="*/ 135 h 136"/>
              <a:gd name="T62" fmla="*/ 102 w 127"/>
              <a:gd name="T63" fmla="*/ 136 h 136"/>
              <a:gd name="T64" fmla="*/ 96 w 127"/>
              <a:gd name="T65" fmla="*/ 132 h 136"/>
              <a:gd name="T66" fmla="*/ 59 w 127"/>
              <a:gd name="T67" fmla="*/ 82 h 136"/>
              <a:gd name="T68" fmla="*/ 52 w 127"/>
              <a:gd name="T69" fmla="*/ 73 h 136"/>
              <a:gd name="T70" fmla="*/ 49 w 127"/>
              <a:gd name="T71" fmla="*/ 71 h 136"/>
              <a:gd name="T72" fmla="*/ 34 w 127"/>
              <a:gd name="T73" fmla="*/ 71 h 136"/>
              <a:gd name="T74" fmla="*/ 34 w 127"/>
              <a:gd name="T75" fmla="*/ 61 h 136"/>
              <a:gd name="T76" fmla="*/ 36 w 127"/>
              <a:gd name="T77" fmla="*/ 62 h 136"/>
              <a:gd name="T78" fmla="*/ 66 w 127"/>
              <a:gd name="T79" fmla="*/ 62 h 136"/>
              <a:gd name="T80" fmla="*/ 82 w 127"/>
              <a:gd name="T81" fmla="*/ 59 h 136"/>
              <a:gd name="T82" fmla="*/ 96 w 127"/>
              <a:gd name="T83" fmla="*/ 44 h 136"/>
              <a:gd name="T84" fmla="*/ 96 w 127"/>
              <a:gd name="T85" fmla="*/ 29 h 136"/>
              <a:gd name="T86" fmla="*/ 81 w 127"/>
              <a:gd name="T87" fmla="*/ 12 h 136"/>
              <a:gd name="T88" fmla="*/ 70 w 127"/>
              <a:gd name="T89" fmla="*/ 11 h 136"/>
              <a:gd name="T90" fmla="*/ 37 w 127"/>
              <a:gd name="T91" fmla="*/ 11 h 136"/>
              <a:gd name="T92" fmla="*/ 34 w 127"/>
              <a:gd name="T93" fmla="*/ 11 h 136"/>
              <a:gd name="T94" fmla="*/ 34 w 127"/>
              <a:gd name="T95" fmla="*/ 61 h 136"/>
            </a:gdLst>
            <a:rect l="0" t="0" r="r" b="b"/>
            <a:pathLst>
              <a:path w="127" h="136">
                <a:moveTo>
                  <a:pt x="34" y="71"/>
                </a:moveTo>
                <a:cubicBezTo>
                  <a:pt x="34" y="75"/>
                  <a:pt x="34" y="78"/>
                  <a:pt x="34" y="81"/>
                </a:cubicBezTo>
                <a:cubicBezTo>
                  <a:pt x="34" y="92"/>
                  <a:pt x="34" y="103"/>
                  <a:pt x="34" y="114"/>
                </a:cubicBezTo>
                <a:cubicBezTo>
                  <a:pt x="34" y="117"/>
                  <a:pt x="34" y="119"/>
                  <a:pt x="35" y="122"/>
                </a:cubicBezTo>
                <a:cubicBezTo>
                  <a:pt x="35" y="125"/>
                  <a:pt x="37" y="127"/>
                  <a:pt x="40" y="127"/>
                </a:cubicBezTo>
                <a:cubicBezTo>
                  <a:pt x="43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1" y="135"/>
                </a:cubicBezTo>
                <a:cubicBezTo>
                  <a:pt x="0" y="134"/>
                  <a:pt x="0" y="133"/>
                  <a:pt x="0" y="132"/>
                </a:cubicBezTo>
                <a:cubicBezTo>
                  <a:pt x="0" y="131"/>
                  <a:pt x="0" y="130"/>
                  <a:pt x="0" y="128"/>
                </a:cubicBezTo>
                <a:cubicBezTo>
                  <a:pt x="3" y="128"/>
                  <a:pt x="6" y="128"/>
                  <a:pt x="9" y="127"/>
                </a:cubicBezTo>
                <a:cubicBezTo>
                  <a:pt x="14" y="126"/>
                  <a:pt x="15" y="125"/>
                  <a:pt x="16" y="120"/>
                </a:cubicBezTo>
                <a:cubicBezTo>
                  <a:pt x="16" y="117"/>
                  <a:pt x="17" y="114"/>
                  <a:pt x="17" y="111"/>
                </a:cubicBezTo>
                <a:cubicBezTo>
                  <a:pt x="17" y="81"/>
                  <a:pt x="17" y="52"/>
                  <a:pt x="17" y="22"/>
                </a:cubicBezTo>
                <a:cubicBezTo>
                  <a:pt x="17" y="20"/>
                  <a:pt x="16" y="17"/>
                  <a:pt x="16" y="15"/>
                </a:cubicBezTo>
                <a:cubicBezTo>
                  <a:pt x="15" y="11"/>
                  <a:pt x="13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2" y="1"/>
                  <a:pt x="3" y="0"/>
                  <a:pt x="4" y="0"/>
                </a:cubicBezTo>
                <a:cubicBezTo>
                  <a:pt x="26" y="0"/>
                  <a:pt x="49" y="0"/>
                  <a:pt x="71" y="0"/>
                </a:cubicBezTo>
                <a:cubicBezTo>
                  <a:pt x="79" y="0"/>
                  <a:pt x="86" y="1"/>
                  <a:pt x="94" y="4"/>
                </a:cubicBezTo>
                <a:cubicBezTo>
                  <a:pt x="108" y="9"/>
                  <a:pt x="115" y="18"/>
                  <a:pt x="116" y="32"/>
                </a:cubicBezTo>
                <a:cubicBezTo>
                  <a:pt x="117" y="48"/>
                  <a:pt x="110" y="60"/>
                  <a:pt x="97" y="66"/>
                </a:cubicBezTo>
                <a:cubicBezTo>
                  <a:pt x="91" y="68"/>
                  <a:pt x="86" y="70"/>
                  <a:pt x="80" y="70"/>
                </a:cubicBezTo>
                <a:cubicBezTo>
                  <a:pt x="77" y="70"/>
                  <a:pt x="74" y="71"/>
                  <a:pt x="71" y="71"/>
                </a:cubicBezTo>
                <a:cubicBezTo>
                  <a:pt x="72" y="73"/>
                  <a:pt x="73" y="74"/>
                  <a:pt x="73" y="75"/>
                </a:cubicBezTo>
                <a:cubicBezTo>
                  <a:pt x="84" y="88"/>
                  <a:pt x="94" y="101"/>
                  <a:pt x="104" y="114"/>
                </a:cubicBezTo>
                <a:cubicBezTo>
                  <a:pt x="105" y="115"/>
                  <a:pt x="105" y="115"/>
                  <a:pt x="105" y="116"/>
                </a:cubicBezTo>
                <a:cubicBezTo>
                  <a:pt x="111" y="122"/>
                  <a:pt x="117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24" y="135"/>
                  <a:pt x="120" y="135"/>
                  <a:pt x="116" y="135"/>
                </a:cubicBezTo>
                <a:cubicBezTo>
                  <a:pt x="111" y="135"/>
                  <a:pt x="107" y="135"/>
                  <a:pt x="102" y="136"/>
                </a:cubicBezTo>
                <a:cubicBezTo>
                  <a:pt x="99" y="136"/>
                  <a:pt x="97" y="134"/>
                  <a:pt x="96" y="132"/>
                </a:cubicBezTo>
                <a:cubicBezTo>
                  <a:pt x="83" y="115"/>
                  <a:pt x="71" y="99"/>
                  <a:pt x="59" y="82"/>
                </a:cubicBezTo>
                <a:cubicBezTo>
                  <a:pt x="57" y="79"/>
                  <a:pt x="54" y="76"/>
                  <a:pt x="52" y="73"/>
                </a:cubicBezTo>
                <a:cubicBezTo>
                  <a:pt x="51" y="72"/>
                  <a:pt x="50" y="71"/>
                  <a:pt x="49" y="71"/>
                </a:cubicBezTo>
                <a:cubicBezTo>
                  <a:pt x="44" y="71"/>
                  <a:pt x="39" y="71"/>
                  <a:pt x="34" y="71"/>
                </a:cubicBezTo>
                <a:close/>
                <a:moveTo>
                  <a:pt x="34" y="61"/>
                </a:moveTo>
                <a:cubicBezTo>
                  <a:pt x="35" y="62"/>
                  <a:pt x="36" y="62"/>
                  <a:pt x="36" y="62"/>
                </a:cubicBezTo>
                <a:cubicBezTo>
                  <a:pt x="46" y="62"/>
                  <a:pt x="56" y="62"/>
                  <a:pt x="66" y="62"/>
                </a:cubicBezTo>
                <a:cubicBezTo>
                  <a:pt x="72" y="61"/>
                  <a:pt x="77" y="60"/>
                  <a:pt x="82" y="59"/>
                </a:cubicBezTo>
                <a:cubicBezTo>
                  <a:pt x="90" y="56"/>
                  <a:pt x="94" y="51"/>
                  <a:pt x="96" y="44"/>
                </a:cubicBezTo>
                <a:cubicBezTo>
                  <a:pt x="96" y="39"/>
                  <a:pt x="97" y="34"/>
                  <a:pt x="96" y="29"/>
                </a:cubicBezTo>
                <a:cubicBezTo>
                  <a:pt x="95" y="20"/>
                  <a:pt x="90" y="15"/>
                  <a:pt x="81" y="12"/>
                </a:cubicBezTo>
                <a:cubicBezTo>
                  <a:pt x="77" y="11"/>
                  <a:pt x="74" y="11"/>
                  <a:pt x="70" y="11"/>
                </a:cubicBezTo>
                <a:cubicBezTo>
                  <a:pt x="59" y="10"/>
                  <a:pt x="48" y="11"/>
                  <a:pt x="37" y="11"/>
                </a:cubicBezTo>
                <a:cubicBezTo>
                  <a:pt x="36" y="11"/>
                  <a:pt x="35" y="11"/>
                  <a:pt x="34" y="11"/>
                </a:cubicBezTo>
                <a:cubicBezTo>
                  <a:pt x="34" y="28"/>
                  <a:pt x="34" y="44"/>
                  <a:pt x="34" y="61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1" name="Freeform 18">
            <a:extLst xmlns:a="http://schemas.openxmlformats.org/drawingml/2006/main">
              <a:ext uri="{FF2B5EF4-FFF2-40B4-BE49-F238E27FC236}">
                <a16:creationId xmlns:a16="http://schemas.microsoft.com/office/drawing/2014/main" id="{356343D0-E9D5-4A9D-AB94-CEAF89D72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3581" y="688617"/>
            <a:ext cx="64437" cy="68429"/>
          </a:xfrm>
          <a:custGeom xmlns:a="http://schemas.openxmlformats.org/drawingml/2006/main">
            <a:gdLst>
              <a:gd name="T0" fmla="*/ 50 w 127"/>
              <a:gd name="T1" fmla="*/ 70 h 135"/>
              <a:gd name="T2" fmla="*/ 34 w 127"/>
              <a:gd name="T3" fmla="*/ 87 h 135"/>
              <a:gd name="T4" fmla="*/ 33 w 127"/>
              <a:gd name="T5" fmla="*/ 90 h 135"/>
              <a:gd name="T6" fmla="*/ 33 w 127"/>
              <a:gd name="T7" fmla="*/ 116 h 135"/>
              <a:gd name="T8" fmla="*/ 34 w 127"/>
              <a:gd name="T9" fmla="*/ 120 h 135"/>
              <a:gd name="T10" fmla="*/ 41 w 127"/>
              <a:gd name="T11" fmla="*/ 127 h 135"/>
              <a:gd name="T12" fmla="*/ 49 w 127"/>
              <a:gd name="T13" fmla="*/ 128 h 135"/>
              <a:gd name="T14" fmla="*/ 49 w 127"/>
              <a:gd name="T15" fmla="*/ 135 h 135"/>
              <a:gd name="T16" fmla="*/ 0 w 127"/>
              <a:gd name="T17" fmla="*/ 135 h 135"/>
              <a:gd name="T18" fmla="*/ 0 w 127"/>
              <a:gd name="T19" fmla="*/ 128 h 135"/>
              <a:gd name="T20" fmla="*/ 7 w 127"/>
              <a:gd name="T21" fmla="*/ 128 h 135"/>
              <a:gd name="T22" fmla="*/ 16 w 127"/>
              <a:gd name="T23" fmla="*/ 118 h 135"/>
              <a:gd name="T24" fmla="*/ 16 w 127"/>
              <a:gd name="T25" fmla="*/ 111 h 135"/>
              <a:gd name="T26" fmla="*/ 16 w 127"/>
              <a:gd name="T27" fmla="*/ 24 h 135"/>
              <a:gd name="T28" fmla="*/ 16 w 127"/>
              <a:gd name="T29" fmla="*/ 16 h 135"/>
              <a:gd name="T30" fmla="*/ 8 w 127"/>
              <a:gd name="T31" fmla="*/ 9 h 135"/>
              <a:gd name="T32" fmla="*/ 0 w 127"/>
              <a:gd name="T33" fmla="*/ 8 h 135"/>
              <a:gd name="T34" fmla="*/ 0 w 127"/>
              <a:gd name="T35" fmla="*/ 1 h 135"/>
              <a:gd name="T36" fmla="*/ 49 w 127"/>
              <a:gd name="T37" fmla="*/ 1 h 135"/>
              <a:gd name="T38" fmla="*/ 50 w 127"/>
              <a:gd name="T39" fmla="*/ 8 h 135"/>
              <a:gd name="T40" fmla="*/ 41 w 127"/>
              <a:gd name="T41" fmla="*/ 9 h 135"/>
              <a:gd name="T42" fmla="*/ 34 w 127"/>
              <a:gd name="T43" fmla="*/ 16 h 135"/>
              <a:gd name="T44" fmla="*/ 33 w 127"/>
              <a:gd name="T45" fmla="*/ 23 h 135"/>
              <a:gd name="T46" fmla="*/ 33 w 127"/>
              <a:gd name="T47" fmla="*/ 70 h 135"/>
              <a:gd name="T48" fmla="*/ 33 w 127"/>
              <a:gd name="T49" fmla="*/ 73 h 135"/>
              <a:gd name="T50" fmla="*/ 36 w 127"/>
              <a:gd name="T51" fmla="*/ 71 h 135"/>
              <a:gd name="T52" fmla="*/ 83 w 127"/>
              <a:gd name="T53" fmla="*/ 19 h 135"/>
              <a:gd name="T54" fmla="*/ 86 w 127"/>
              <a:gd name="T55" fmla="*/ 14 h 135"/>
              <a:gd name="T56" fmla="*/ 84 w 127"/>
              <a:gd name="T57" fmla="*/ 9 h 135"/>
              <a:gd name="T58" fmla="*/ 76 w 127"/>
              <a:gd name="T59" fmla="*/ 8 h 135"/>
              <a:gd name="T60" fmla="*/ 76 w 127"/>
              <a:gd name="T61" fmla="*/ 1 h 135"/>
              <a:gd name="T62" fmla="*/ 122 w 127"/>
              <a:gd name="T63" fmla="*/ 1 h 135"/>
              <a:gd name="T64" fmla="*/ 122 w 127"/>
              <a:gd name="T65" fmla="*/ 8 h 135"/>
              <a:gd name="T66" fmla="*/ 118 w 127"/>
              <a:gd name="T67" fmla="*/ 8 h 135"/>
              <a:gd name="T68" fmla="*/ 99 w 127"/>
              <a:gd name="T69" fmla="*/ 18 h 135"/>
              <a:gd name="T70" fmla="*/ 77 w 127"/>
              <a:gd name="T71" fmla="*/ 41 h 135"/>
              <a:gd name="T72" fmla="*/ 62 w 127"/>
              <a:gd name="T73" fmla="*/ 57 h 135"/>
              <a:gd name="T74" fmla="*/ 64 w 127"/>
              <a:gd name="T75" fmla="*/ 61 h 135"/>
              <a:gd name="T76" fmla="*/ 102 w 127"/>
              <a:gd name="T77" fmla="*/ 113 h 135"/>
              <a:gd name="T78" fmla="*/ 108 w 127"/>
              <a:gd name="T79" fmla="*/ 120 h 135"/>
              <a:gd name="T80" fmla="*/ 123 w 127"/>
              <a:gd name="T81" fmla="*/ 127 h 135"/>
              <a:gd name="T82" fmla="*/ 127 w 127"/>
              <a:gd name="T83" fmla="*/ 128 h 135"/>
              <a:gd name="T84" fmla="*/ 127 w 127"/>
              <a:gd name="T85" fmla="*/ 135 h 135"/>
              <a:gd name="T86" fmla="*/ 73 w 127"/>
              <a:gd name="T87" fmla="*/ 135 h 135"/>
              <a:gd name="T88" fmla="*/ 73 w 127"/>
              <a:gd name="T89" fmla="*/ 128 h 135"/>
              <a:gd name="T90" fmla="*/ 80 w 127"/>
              <a:gd name="T91" fmla="*/ 127 h 135"/>
              <a:gd name="T92" fmla="*/ 84 w 127"/>
              <a:gd name="T93" fmla="*/ 120 h 135"/>
              <a:gd name="T94" fmla="*/ 82 w 127"/>
              <a:gd name="T95" fmla="*/ 115 h 135"/>
              <a:gd name="T96" fmla="*/ 51 w 127"/>
              <a:gd name="T97" fmla="*/ 72 h 135"/>
              <a:gd name="T98" fmla="*/ 50 w 127"/>
              <a:gd name="T99" fmla="*/ 70 h 135"/>
            </a:gdLst>
            <a:rect l="0" t="0" r="r" b="b"/>
            <a:pathLst>
              <a:path w="127" h="135">
                <a:moveTo>
                  <a:pt x="50" y="70"/>
                </a:moveTo>
                <a:cubicBezTo>
                  <a:pt x="44" y="76"/>
                  <a:pt x="39" y="81"/>
                  <a:pt x="34" y="87"/>
                </a:cubicBezTo>
                <a:cubicBezTo>
                  <a:pt x="33" y="88"/>
                  <a:pt x="33" y="89"/>
                  <a:pt x="33" y="90"/>
                </a:cubicBezTo>
                <a:cubicBezTo>
                  <a:pt x="33" y="99"/>
                  <a:pt x="33" y="107"/>
                  <a:pt x="33" y="116"/>
                </a:cubicBezTo>
                <a:cubicBezTo>
                  <a:pt x="33" y="117"/>
                  <a:pt x="33" y="118"/>
                  <a:pt x="34" y="120"/>
                </a:cubicBezTo>
                <a:cubicBezTo>
                  <a:pt x="35" y="125"/>
                  <a:pt x="36" y="126"/>
                  <a:pt x="41" y="127"/>
                </a:cubicBezTo>
                <a:cubicBezTo>
                  <a:pt x="44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7" y="128"/>
                </a:cubicBezTo>
                <a:cubicBezTo>
                  <a:pt x="14" y="127"/>
                  <a:pt x="16" y="125"/>
                  <a:pt x="16" y="118"/>
                </a:cubicBezTo>
                <a:cubicBezTo>
                  <a:pt x="16" y="115"/>
                  <a:pt x="16" y="113"/>
                  <a:pt x="16" y="111"/>
                </a:cubicBezTo>
                <a:cubicBezTo>
                  <a:pt x="16" y="82"/>
                  <a:pt x="16" y="53"/>
                  <a:pt x="16" y="24"/>
                </a:cubicBezTo>
                <a:cubicBezTo>
                  <a:pt x="16" y="21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5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4" y="0"/>
                  <a:pt x="40" y="0"/>
                  <a:pt x="49" y="1"/>
                </a:cubicBezTo>
                <a:cubicBezTo>
                  <a:pt x="49" y="3"/>
                  <a:pt x="50" y="5"/>
                  <a:pt x="50" y="8"/>
                </a:cubicBezTo>
                <a:cubicBezTo>
                  <a:pt x="47" y="8"/>
                  <a:pt x="44" y="8"/>
                  <a:pt x="41" y="9"/>
                </a:cubicBezTo>
                <a:cubicBezTo>
                  <a:pt x="37" y="9"/>
                  <a:pt x="34" y="11"/>
                  <a:pt x="34" y="16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39"/>
                  <a:pt x="33" y="54"/>
                  <a:pt x="33" y="70"/>
                </a:cubicBezTo>
                <a:cubicBezTo>
                  <a:pt x="33" y="71"/>
                  <a:pt x="33" y="72"/>
                  <a:pt x="33" y="73"/>
                </a:cubicBezTo>
                <a:cubicBezTo>
                  <a:pt x="35" y="72"/>
                  <a:pt x="36" y="72"/>
                  <a:pt x="36" y="71"/>
                </a:cubicBezTo>
                <a:cubicBezTo>
                  <a:pt x="52" y="54"/>
                  <a:pt x="67" y="37"/>
                  <a:pt x="83" y="19"/>
                </a:cubicBezTo>
                <a:cubicBezTo>
                  <a:pt x="84" y="18"/>
                  <a:pt x="85" y="16"/>
                  <a:pt x="86" y="14"/>
                </a:cubicBezTo>
                <a:cubicBezTo>
                  <a:pt x="88" y="12"/>
                  <a:pt x="87" y="10"/>
                  <a:pt x="84" y="9"/>
                </a:cubicBezTo>
                <a:cubicBezTo>
                  <a:pt x="81" y="8"/>
                  <a:pt x="79" y="8"/>
                  <a:pt x="76" y="8"/>
                </a:cubicBezTo>
                <a:cubicBezTo>
                  <a:pt x="76" y="5"/>
                  <a:pt x="76" y="3"/>
                  <a:pt x="76" y="1"/>
                </a:cubicBezTo>
                <a:cubicBezTo>
                  <a:pt x="79" y="0"/>
                  <a:pt x="114" y="0"/>
                  <a:pt x="122" y="1"/>
                </a:cubicBezTo>
                <a:cubicBezTo>
                  <a:pt x="122" y="3"/>
                  <a:pt x="122" y="5"/>
                  <a:pt x="122" y="8"/>
                </a:cubicBezTo>
                <a:cubicBezTo>
                  <a:pt x="121" y="8"/>
                  <a:pt x="120" y="8"/>
                  <a:pt x="118" y="8"/>
                </a:cubicBezTo>
                <a:cubicBezTo>
                  <a:pt x="111" y="9"/>
                  <a:pt x="104" y="12"/>
                  <a:pt x="99" y="18"/>
                </a:cubicBezTo>
                <a:cubicBezTo>
                  <a:pt x="92" y="25"/>
                  <a:pt x="85" y="33"/>
                  <a:pt x="77" y="41"/>
                </a:cubicBezTo>
                <a:cubicBezTo>
                  <a:pt x="72" y="46"/>
                  <a:pt x="67" y="52"/>
                  <a:pt x="62" y="57"/>
                </a:cubicBezTo>
                <a:cubicBezTo>
                  <a:pt x="63" y="58"/>
                  <a:pt x="64" y="59"/>
                  <a:pt x="64" y="61"/>
                </a:cubicBezTo>
                <a:cubicBezTo>
                  <a:pt x="77" y="78"/>
                  <a:pt x="90" y="95"/>
                  <a:pt x="102" y="113"/>
                </a:cubicBezTo>
                <a:cubicBezTo>
                  <a:pt x="104" y="115"/>
                  <a:pt x="106" y="118"/>
                  <a:pt x="108" y="120"/>
                </a:cubicBezTo>
                <a:cubicBezTo>
                  <a:pt x="112" y="124"/>
                  <a:pt x="117" y="127"/>
                  <a:pt x="123" y="127"/>
                </a:cubicBezTo>
                <a:cubicBezTo>
                  <a:pt x="124" y="128"/>
                  <a:pt x="125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09" y="135"/>
                  <a:pt x="91" y="135"/>
                  <a:pt x="73" y="135"/>
                </a:cubicBezTo>
                <a:cubicBezTo>
                  <a:pt x="73" y="133"/>
                  <a:pt x="73" y="131"/>
                  <a:pt x="73" y="128"/>
                </a:cubicBezTo>
                <a:cubicBezTo>
                  <a:pt x="75" y="128"/>
                  <a:pt x="78" y="128"/>
                  <a:pt x="80" y="127"/>
                </a:cubicBezTo>
                <a:cubicBezTo>
                  <a:pt x="85" y="127"/>
                  <a:pt x="86" y="125"/>
                  <a:pt x="84" y="120"/>
                </a:cubicBezTo>
                <a:cubicBezTo>
                  <a:pt x="84" y="118"/>
                  <a:pt x="83" y="117"/>
                  <a:pt x="82" y="115"/>
                </a:cubicBezTo>
                <a:cubicBezTo>
                  <a:pt x="72" y="101"/>
                  <a:pt x="61" y="86"/>
                  <a:pt x="51" y="72"/>
                </a:cubicBezTo>
                <a:cubicBezTo>
                  <a:pt x="51" y="71"/>
                  <a:pt x="50" y="71"/>
                  <a:pt x="50" y="7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2" name="Freeform 19">
            <a:extLst xmlns:a="http://schemas.openxmlformats.org/drawingml/2006/main">
              <a:ext uri="{FF2B5EF4-FFF2-40B4-BE49-F238E27FC236}">
                <a16:creationId xmlns:a16="http://schemas.microsoft.com/office/drawing/2014/main" id="{F61702E5-D7E9-45DB-A46B-D3CF182FA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9719" y="688617"/>
            <a:ext cx="63867" cy="68429"/>
          </a:xfrm>
          <a:custGeom xmlns:a="http://schemas.openxmlformats.org/drawingml/2006/main">
            <a:gdLst>
              <a:gd name="T0" fmla="*/ 28 w 126"/>
              <a:gd name="T1" fmla="*/ 16 h 135"/>
              <a:gd name="T2" fmla="*/ 28 w 126"/>
              <a:gd name="T3" fmla="*/ 20 h 135"/>
              <a:gd name="T4" fmla="*/ 28 w 126"/>
              <a:gd name="T5" fmla="*/ 109 h 135"/>
              <a:gd name="T6" fmla="*/ 28 w 126"/>
              <a:gd name="T7" fmla="*/ 119 h 135"/>
              <a:gd name="T8" fmla="*/ 37 w 126"/>
              <a:gd name="T9" fmla="*/ 127 h 135"/>
              <a:gd name="T10" fmla="*/ 44 w 126"/>
              <a:gd name="T11" fmla="*/ 128 h 135"/>
              <a:gd name="T12" fmla="*/ 44 w 126"/>
              <a:gd name="T13" fmla="*/ 135 h 135"/>
              <a:gd name="T14" fmla="*/ 0 w 126"/>
              <a:gd name="T15" fmla="*/ 135 h 135"/>
              <a:gd name="T16" fmla="*/ 0 w 126"/>
              <a:gd name="T17" fmla="*/ 128 h 135"/>
              <a:gd name="T18" fmla="*/ 8 w 126"/>
              <a:gd name="T19" fmla="*/ 127 h 135"/>
              <a:gd name="T20" fmla="*/ 16 w 126"/>
              <a:gd name="T21" fmla="*/ 120 h 135"/>
              <a:gd name="T22" fmla="*/ 16 w 126"/>
              <a:gd name="T23" fmla="*/ 113 h 135"/>
              <a:gd name="T24" fmla="*/ 16 w 126"/>
              <a:gd name="T25" fmla="*/ 19 h 135"/>
              <a:gd name="T26" fmla="*/ 16 w 126"/>
              <a:gd name="T27" fmla="*/ 15 h 135"/>
              <a:gd name="T28" fmla="*/ 9 w 126"/>
              <a:gd name="T29" fmla="*/ 9 h 135"/>
              <a:gd name="T30" fmla="*/ 5 w 126"/>
              <a:gd name="T31" fmla="*/ 8 h 135"/>
              <a:gd name="T32" fmla="*/ 1 w 126"/>
              <a:gd name="T33" fmla="*/ 8 h 135"/>
              <a:gd name="T34" fmla="*/ 1 w 126"/>
              <a:gd name="T35" fmla="*/ 1 h 135"/>
              <a:gd name="T36" fmla="*/ 40 w 126"/>
              <a:gd name="T37" fmla="*/ 1 h 135"/>
              <a:gd name="T38" fmla="*/ 98 w 126"/>
              <a:gd name="T39" fmla="*/ 100 h 135"/>
              <a:gd name="T40" fmla="*/ 99 w 126"/>
              <a:gd name="T41" fmla="*/ 100 h 135"/>
              <a:gd name="T42" fmla="*/ 99 w 126"/>
              <a:gd name="T43" fmla="*/ 96 h 135"/>
              <a:gd name="T44" fmla="*/ 99 w 126"/>
              <a:gd name="T45" fmla="*/ 24 h 135"/>
              <a:gd name="T46" fmla="*/ 98 w 126"/>
              <a:gd name="T47" fmla="*/ 16 h 135"/>
              <a:gd name="T48" fmla="*/ 90 w 126"/>
              <a:gd name="T49" fmla="*/ 9 h 135"/>
              <a:gd name="T50" fmla="*/ 83 w 126"/>
              <a:gd name="T51" fmla="*/ 8 h 135"/>
              <a:gd name="T52" fmla="*/ 83 w 126"/>
              <a:gd name="T53" fmla="*/ 1 h 135"/>
              <a:gd name="T54" fmla="*/ 126 w 126"/>
              <a:gd name="T55" fmla="*/ 1 h 135"/>
              <a:gd name="T56" fmla="*/ 126 w 126"/>
              <a:gd name="T57" fmla="*/ 8 h 135"/>
              <a:gd name="T58" fmla="*/ 119 w 126"/>
              <a:gd name="T59" fmla="*/ 9 h 135"/>
              <a:gd name="T60" fmla="*/ 111 w 126"/>
              <a:gd name="T61" fmla="*/ 16 h 135"/>
              <a:gd name="T62" fmla="*/ 110 w 126"/>
              <a:gd name="T63" fmla="*/ 27 h 135"/>
              <a:gd name="T64" fmla="*/ 110 w 126"/>
              <a:gd name="T65" fmla="*/ 129 h 135"/>
              <a:gd name="T66" fmla="*/ 110 w 126"/>
              <a:gd name="T67" fmla="*/ 135 h 135"/>
              <a:gd name="T68" fmla="*/ 99 w 126"/>
              <a:gd name="T69" fmla="*/ 135 h 135"/>
              <a:gd name="T70" fmla="*/ 29 w 126"/>
              <a:gd name="T71" fmla="*/ 15 h 135"/>
              <a:gd name="T72" fmla="*/ 28 w 126"/>
              <a:gd name="T73" fmla="*/ 16 h 135"/>
            </a:gdLst>
            <a:rect l="0" t="0" r="r" b="b"/>
            <a:pathLst>
              <a:path w="126" h="135">
                <a:moveTo>
                  <a:pt x="28" y="16"/>
                </a:moveTo>
                <a:cubicBezTo>
                  <a:pt x="28" y="17"/>
                  <a:pt x="28" y="19"/>
                  <a:pt x="28" y="20"/>
                </a:cubicBezTo>
                <a:cubicBezTo>
                  <a:pt x="28" y="50"/>
                  <a:pt x="28" y="79"/>
                  <a:pt x="28" y="109"/>
                </a:cubicBezTo>
                <a:cubicBezTo>
                  <a:pt x="28" y="112"/>
                  <a:pt x="28" y="115"/>
                  <a:pt x="28" y="119"/>
                </a:cubicBezTo>
                <a:cubicBezTo>
                  <a:pt x="29" y="124"/>
                  <a:pt x="31" y="126"/>
                  <a:pt x="37" y="127"/>
                </a:cubicBezTo>
                <a:cubicBezTo>
                  <a:pt x="39" y="127"/>
                  <a:pt x="41" y="128"/>
                  <a:pt x="44" y="128"/>
                </a:cubicBezTo>
                <a:cubicBezTo>
                  <a:pt x="44" y="130"/>
                  <a:pt x="44" y="133"/>
                  <a:pt x="44" y="135"/>
                </a:cubicBezTo>
                <a:cubicBezTo>
                  <a:pt x="29" y="135"/>
                  <a:pt x="15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5" y="127"/>
                  <a:pt x="8" y="127"/>
                </a:cubicBezTo>
                <a:cubicBezTo>
                  <a:pt x="12" y="127"/>
                  <a:pt x="15" y="124"/>
                  <a:pt x="16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0"/>
                  <a:pt x="16" y="19"/>
                </a:cubicBezTo>
                <a:cubicBezTo>
                  <a:pt x="16" y="18"/>
                  <a:pt x="16" y="17"/>
                  <a:pt x="16" y="15"/>
                </a:cubicBezTo>
                <a:cubicBezTo>
                  <a:pt x="16" y="11"/>
                  <a:pt x="14" y="9"/>
                  <a:pt x="9" y="9"/>
                </a:cubicBezTo>
                <a:cubicBezTo>
                  <a:pt x="8" y="8"/>
                  <a:pt x="7" y="8"/>
                  <a:pt x="5" y="8"/>
                </a:cubicBezTo>
                <a:cubicBezTo>
                  <a:pt x="4" y="8"/>
                  <a:pt x="2" y="8"/>
                  <a:pt x="1" y="8"/>
                </a:cubicBezTo>
                <a:cubicBezTo>
                  <a:pt x="1" y="5"/>
                  <a:pt x="1" y="3"/>
                  <a:pt x="1" y="1"/>
                </a:cubicBezTo>
                <a:cubicBezTo>
                  <a:pt x="14" y="1"/>
                  <a:pt x="27" y="1"/>
                  <a:pt x="40" y="1"/>
                </a:cubicBezTo>
                <a:cubicBezTo>
                  <a:pt x="59" y="34"/>
                  <a:pt x="79" y="67"/>
                  <a:pt x="98" y="100"/>
                </a:cubicBezTo>
                <a:cubicBezTo>
                  <a:pt x="98" y="100"/>
                  <a:pt x="99" y="100"/>
                  <a:pt x="99" y="100"/>
                </a:cubicBezTo>
                <a:cubicBezTo>
                  <a:pt x="99" y="99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1"/>
                  <a:pt x="99" y="19"/>
                  <a:pt x="98" y="16"/>
                </a:cubicBezTo>
                <a:cubicBezTo>
                  <a:pt x="97" y="12"/>
                  <a:pt x="94" y="9"/>
                  <a:pt x="90" y="9"/>
                </a:cubicBezTo>
                <a:cubicBezTo>
                  <a:pt x="88" y="8"/>
                  <a:pt x="86" y="8"/>
                  <a:pt x="83" y="8"/>
                </a:cubicBezTo>
                <a:cubicBezTo>
                  <a:pt x="83" y="5"/>
                  <a:pt x="83" y="3"/>
                  <a:pt x="83" y="1"/>
                </a:cubicBezTo>
                <a:cubicBezTo>
                  <a:pt x="87" y="0"/>
                  <a:pt x="115" y="0"/>
                  <a:pt x="126" y="1"/>
                </a:cubicBezTo>
                <a:cubicBezTo>
                  <a:pt x="126" y="3"/>
                  <a:pt x="126" y="5"/>
                  <a:pt x="126" y="8"/>
                </a:cubicBezTo>
                <a:cubicBezTo>
                  <a:pt x="124" y="8"/>
                  <a:pt x="122" y="8"/>
                  <a:pt x="119" y="9"/>
                </a:cubicBezTo>
                <a:cubicBezTo>
                  <a:pt x="115" y="9"/>
                  <a:pt x="112" y="12"/>
                  <a:pt x="111" y="16"/>
                </a:cubicBezTo>
                <a:cubicBezTo>
                  <a:pt x="111" y="20"/>
                  <a:pt x="110" y="23"/>
                  <a:pt x="110" y="27"/>
                </a:cubicBezTo>
                <a:cubicBezTo>
                  <a:pt x="110" y="61"/>
                  <a:pt x="110" y="95"/>
                  <a:pt x="110" y="129"/>
                </a:cubicBezTo>
                <a:cubicBezTo>
                  <a:pt x="110" y="131"/>
                  <a:pt x="110" y="133"/>
                  <a:pt x="110" y="135"/>
                </a:cubicBezTo>
                <a:cubicBezTo>
                  <a:pt x="106" y="135"/>
                  <a:pt x="103" y="135"/>
                  <a:pt x="99" y="135"/>
                </a:cubicBezTo>
                <a:cubicBezTo>
                  <a:pt x="76" y="95"/>
                  <a:pt x="52" y="55"/>
                  <a:pt x="29" y="15"/>
                </a:cubicBezTo>
                <a:cubicBezTo>
                  <a:pt x="28" y="15"/>
                  <a:pt x="28" y="15"/>
                  <a:pt x="28" y="16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3" name="Freeform 20">
            <a:extLst xmlns:a="http://schemas.openxmlformats.org/drawingml/2006/main">
              <a:ext uri="{FF2B5EF4-FFF2-40B4-BE49-F238E27FC236}">
                <a16:creationId xmlns:a16="http://schemas.microsoft.com/office/drawing/2014/main" id="{43FFD566-9383-4416-923A-E0450DBBF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9652" y="688617"/>
            <a:ext cx="62726" cy="68429"/>
          </a:xfrm>
          <a:custGeom xmlns:a="http://schemas.openxmlformats.org/drawingml/2006/main">
            <a:gdLst>
              <a:gd name="T0" fmla="*/ 0 w 124"/>
              <a:gd name="T1" fmla="*/ 8 h 135"/>
              <a:gd name="T2" fmla="*/ 0 w 124"/>
              <a:gd name="T3" fmla="*/ 1 h 135"/>
              <a:gd name="T4" fmla="*/ 105 w 124"/>
              <a:gd name="T5" fmla="*/ 1 h 135"/>
              <a:gd name="T6" fmla="*/ 117 w 124"/>
              <a:gd name="T7" fmla="*/ 35 h 135"/>
              <a:gd name="T8" fmla="*/ 110 w 124"/>
              <a:gd name="T9" fmla="*/ 39 h 135"/>
              <a:gd name="T10" fmla="*/ 107 w 124"/>
              <a:gd name="T11" fmla="*/ 33 h 135"/>
              <a:gd name="T12" fmla="*/ 78 w 124"/>
              <a:gd name="T13" fmla="*/ 11 h 135"/>
              <a:gd name="T14" fmla="*/ 34 w 124"/>
              <a:gd name="T15" fmla="*/ 11 h 135"/>
              <a:gd name="T16" fmla="*/ 34 w 124"/>
              <a:gd name="T17" fmla="*/ 61 h 135"/>
              <a:gd name="T18" fmla="*/ 55 w 124"/>
              <a:gd name="T19" fmla="*/ 60 h 135"/>
              <a:gd name="T20" fmla="*/ 69 w 124"/>
              <a:gd name="T21" fmla="*/ 45 h 135"/>
              <a:gd name="T22" fmla="*/ 70 w 124"/>
              <a:gd name="T23" fmla="*/ 36 h 135"/>
              <a:gd name="T24" fmla="*/ 78 w 124"/>
              <a:gd name="T25" fmla="*/ 36 h 135"/>
              <a:gd name="T26" fmla="*/ 78 w 124"/>
              <a:gd name="T27" fmla="*/ 95 h 135"/>
              <a:gd name="T28" fmla="*/ 74 w 124"/>
              <a:gd name="T29" fmla="*/ 95 h 135"/>
              <a:gd name="T30" fmla="*/ 70 w 124"/>
              <a:gd name="T31" fmla="*/ 95 h 135"/>
              <a:gd name="T32" fmla="*/ 70 w 124"/>
              <a:gd name="T33" fmla="*/ 88 h 135"/>
              <a:gd name="T34" fmla="*/ 68 w 124"/>
              <a:gd name="T35" fmla="*/ 81 h 135"/>
              <a:gd name="T36" fmla="*/ 58 w 124"/>
              <a:gd name="T37" fmla="*/ 71 h 135"/>
              <a:gd name="T38" fmla="*/ 34 w 124"/>
              <a:gd name="T39" fmla="*/ 70 h 135"/>
              <a:gd name="T40" fmla="*/ 33 w 124"/>
              <a:gd name="T41" fmla="*/ 74 h 135"/>
              <a:gd name="T42" fmla="*/ 33 w 124"/>
              <a:gd name="T43" fmla="*/ 115 h 135"/>
              <a:gd name="T44" fmla="*/ 43 w 124"/>
              <a:gd name="T45" fmla="*/ 125 h 135"/>
              <a:gd name="T46" fmla="*/ 69 w 124"/>
              <a:gd name="T47" fmla="*/ 125 h 135"/>
              <a:gd name="T48" fmla="*/ 112 w 124"/>
              <a:gd name="T49" fmla="*/ 97 h 135"/>
              <a:gd name="T50" fmla="*/ 115 w 124"/>
              <a:gd name="T51" fmla="*/ 90 h 135"/>
              <a:gd name="T52" fmla="*/ 124 w 124"/>
              <a:gd name="T53" fmla="*/ 93 h 135"/>
              <a:gd name="T54" fmla="*/ 109 w 124"/>
              <a:gd name="T55" fmla="*/ 135 h 135"/>
              <a:gd name="T56" fmla="*/ 0 w 124"/>
              <a:gd name="T57" fmla="*/ 135 h 135"/>
              <a:gd name="T58" fmla="*/ 0 w 124"/>
              <a:gd name="T59" fmla="*/ 128 h 135"/>
              <a:gd name="T60" fmla="*/ 8 w 124"/>
              <a:gd name="T61" fmla="*/ 127 h 135"/>
              <a:gd name="T62" fmla="*/ 15 w 124"/>
              <a:gd name="T63" fmla="*/ 120 h 135"/>
              <a:gd name="T64" fmla="*/ 16 w 124"/>
              <a:gd name="T65" fmla="*/ 113 h 135"/>
              <a:gd name="T66" fmla="*/ 16 w 124"/>
              <a:gd name="T67" fmla="*/ 21 h 135"/>
              <a:gd name="T68" fmla="*/ 16 w 124"/>
              <a:gd name="T69" fmla="*/ 16 h 135"/>
              <a:gd name="T70" fmla="*/ 8 w 124"/>
              <a:gd name="T71" fmla="*/ 9 h 135"/>
              <a:gd name="T72" fmla="*/ 4 w 124"/>
              <a:gd name="T73" fmla="*/ 8 h 135"/>
              <a:gd name="T74" fmla="*/ 0 w 124"/>
              <a:gd name="T75" fmla="*/ 8 h 135"/>
            </a:gdLst>
            <a:rect l="0" t="0" r="r" b="b"/>
            <a:pathLst>
              <a:path w="124" h="135">
                <a:moveTo>
                  <a:pt x="0" y="8"/>
                </a:moveTo>
                <a:cubicBezTo>
                  <a:pt x="0" y="5"/>
                  <a:pt x="0" y="3"/>
                  <a:pt x="0" y="1"/>
                </a:cubicBezTo>
                <a:cubicBezTo>
                  <a:pt x="3" y="0"/>
                  <a:pt x="98" y="0"/>
                  <a:pt x="105" y="1"/>
                </a:cubicBezTo>
                <a:cubicBezTo>
                  <a:pt x="109" y="12"/>
                  <a:pt x="113" y="24"/>
                  <a:pt x="117" y="35"/>
                </a:cubicBezTo>
                <a:cubicBezTo>
                  <a:pt x="115" y="37"/>
                  <a:pt x="112" y="38"/>
                  <a:pt x="110" y="39"/>
                </a:cubicBezTo>
                <a:cubicBezTo>
                  <a:pt x="109" y="36"/>
                  <a:pt x="108" y="35"/>
                  <a:pt x="107" y="33"/>
                </a:cubicBezTo>
                <a:cubicBezTo>
                  <a:pt x="101" y="20"/>
                  <a:pt x="92" y="13"/>
                  <a:pt x="78" y="11"/>
                </a:cubicBezTo>
                <a:cubicBezTo>
                  <a:pt x="63" y="10"/>
                  <a:pt x="48" y="11"/>
                  <a:pt x="34" y="11"/>
                </a:cubicBezTo>
                <a:cubicBezTo>
                  <a:pt x="33" y="15"/>
                  <a:pt x="33" y="55"/>
                  <a:pt x="34" y="61"/>
                </a:cubicBezTo>
                <a:cubicBezTo>
                  <a:pt x="41" y="61"/>
                  <a:pt x="48" y="61"/>
                  <a:pt x="55" y="60"/>
                </a:cubicBezTo>
                <a:cubicBezTo>
                  <a:pt x="64" y="59"/>
                  <a:pt x="68" y="54"/>
                  <a:pt x="69" y="45"/>
                </a:cubicBezTo>
                <a:cubicBezTo>
                  <a:pt x="70" y="42"/>
                  <a:pt x="70" y="39"/>
                  <a:pt x="70" y="36"/>
                </a:cubicBezTo>
                <a:cubicBezTo>
                  <a:pt x="73" y="36"/>
                  <a:pt x="75" y="36"/>
                  <a:pt x="78" y="36"/>
                </a:cubicBezTo>
                <a:cubicBezTo>
                  <a:pt x="78" y="56"/>
                  <a:pt x="78" y="75"/>
                  <a:pt x="78" y="95"/>
                </a:cubicBezTo>
                <a:cubicBezTo>
                  <a:pt x="77" y="95"/>
                  <a:pt x="76" y="95"/>
                  <a:pt x="74" y="95"/>
                </a:cubicBezTo>
                <a:cubicBezTo>
                  <a:pt x="73" y="95"/>
                  <a:pt x="72" y="95"/>
                  <a:pt x="70" y="95"/>
                </a:cubicBezTo>
                <a:cubicBezTo>
                  <a:pt x="70" y="93"/>
                  <a:pt x="70" y="90"/>
                  <a:pt x="70" y="88"/>
                </a:cubicBezTo>
                <a:cubicBezTo>
                  <a:pt x="69" y="86"/>
                  <a:pt x="69" y="83"/>
                  <a:pt x="68" y="81"/>
                </a:cubicBezTo>
                <a:cubicBezTo>
                  <a:pt x="67" y="75"/>
                  <a:pt x="64" y="72"/>
                  <a:pt x="58" y="71"/>
                </a:cubicBezTo>
                <a:cubicBezTo>
                  <a:pt x="50" y="69"/>
                  <a:pt x="42" y="70"/>
                  <a:pt x="34" y="70"/>
                </a:cubicBezTo>
                <a:cubicBezTo>
                  <a:pt x="33" y="72"/>
                  <a:pt x="33" y="73"/>
                  <a:pt x="33" y="74"/>
                </a:cubicBezTo>
                <a:cubicBezTo>
                  <a:pt x="33" y="88"/>
                  <a:pt x="33" y="102"/>
                  <a:pt x="33" y="115"/>
                </a:cubicBezTo>
                <a:cubicBezTo>
                  <a:pt x="33" y="124"/>
                  <a:pt x="34" y="125"/>
                  <a:pt x="43" y="125"/>
                </a:cubicBezTo>
                <a:cubicBezTo>
                  <a:pt x="52" y="125"/>
                  <a:pt x="60" y="125"/>
                  <a:pt x="69" y="125"/>
                </a:cubicBezTo>
                <a:cubicBezTo>
                  <a:pt x="89" y="125"/>
                  <a:pt x="104" y="115"/>
                  <a:pt x="112" y="97"/>
                </a:cubicBezTo>
                <a:cubicBezTo>
                  <a:pt x="113" y="95"/>
                  <a:pt x="114" y="93"/>
                  <a:pt x="115" y="90"/>
                </a:cubicBezTo>
                <a:cubicBezTo>
                  <a:pt x="118" y="91"/>
                  <a:pt x="121" y="92"/>
                  <a:pt x="124" y="93"/>
                </a:cubicBezTo>
                <a:cubicBezTo>
                  <a:pt x="119" y="108"/>
                  <a:pt x="114" y="121"/>
                  <a:pt x="109" y="135"/>
                </a:cubicBezTo>
                <a:cubicBezTo>
                  <a:pt x="73" y="135"/>
                  <a:pt x="3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6" y="128"/>
                  <a:pt x="8" y="127"/>
                </a:cubicBezTo>
                <a:cubicBezTo>
                  <a:pt x="13" y="126"/>
                  <a:pt x="15" y="125"/>
                  <a:pt x="15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20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7" y="9"/>
                  <a:pt x="6" y="8"/>
                  <a:pt x="4" y="8"/>
                </a:cubicBezTo>
                <a:cubicBezTo>
                  <a:pt x="3" y="8"/>
                  <a:pt x="2" y="8"/>
                  <a:pt x="0" y="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4" name="Freeform 21">
            <a:extLst xmlns:a="http://schemas.openxmlformats.org/drawingml/2006/main">
              <a:ext uri="{FF2B5EF4-FFF2-40B4-BE49-F238E27FC236}">
                <a16:creationId xmlns:a16="http://schemas.microsoft.com/office/drawing/2014/main" id="{2026BED0-0290-475D-9C9C-3A869180B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5152" y="689187"/>
            <a:ext cx="62726" cy="67859"/>
          </a:xfrm>
          <a:custGeom xmlns:a="http://schemas.openxmlformats.org/drawingml/2006/main">
            <a:gdLst>
              <a:gd name="T0" fmla="*/ 33 w 123"/>
              <a:gd name="T1" fmla="*/ 60 h 134"/>
              <a:gd name="T2" fmla="*/ 55 w 123"/>
              <a:gd name="T3" fmla="*/ 59 h 134"/>
              <a:gd name="T4" fmla="*/ 68 w 123"/>
              <a:gd name="T5" fmla="*/ 45 h 134"/>
              <a:gd name="T6" fmla="*/ 70 w 123"/>
              <a:gd name="T7" fmla="*/ 35 h 134"/>
              <a:gd name="T8" fmla="*/ 77 w 123"/>
              <a:gd name="T9" fmla="*/ 35 h 134"/>
              <a:gd name="T10" fmla="*/ 77 w 123"/>
              <a:gd name="T11" fmla="*/ 94 h 134"/>
              <a:gd name="T12" fmla="*/ 75 w 123"/>
              <a:gd name="T13" fmla="*/ 94 h 134"/>
              <a:gd name="T14" fmla="*/ 70 w 123"/>
              <a:gd name="T15" fmla="*/ 94 h 134"/>
              <a:gd name="T16" fmla="*/ 69 w 123"/>
              <a:gd name="T17" fmla="*/ 83 h 134"/>
              <a:gd name="T18" fmla="*/ 54 w 123"/>
              <a:gd name="T19" fmla="*/ 69 h 134"/>
              <a:gd name="T20" fmla="*/ 33 w 123"/>
              <a:gd name="T21" fmla="*/ 69 h 134"/>
              <a:gd name="T22" fmla="*/ 33 w 123"/>
              <a:gd name="T23" fmla="*/ 73 h 134"/>
              <a:gd name="T24" fmla="*/ 33 w 123"/>
              <a:gd name="T25" fmla="*/ 114 h 134"/>
              <a:gd name="T26" fmla="*/ 43 w 123"/>
              <a:gd name="T27" fmla="*/ 124 h 134"/>
              <a:gd name="T28" fmla="*/ 68 w 123"/>
              <a:gd name="T29" fmla="*/ 124 h 134"/>
              <a:gd name="T30" fmla="*/ 112 w 123"/>
              <a:gd name="T31" fmla="*/ 96 h 134"/>
              <a:gd name="T32" fmla="*/ 115 w 123"/>
              <a:gd name="T33" fmla="*/ 90 h 134"/>
              <a:gd name="T34" fmla="*/ 115 w 123"/>
              <a:gd name="T35" fmla="*/ 90 h 134"/>
              <a:gd name="T36" fmla="*/ 123 w 123"/>
              <a:gd name="T37" fmla="*/ 92 h 134"/>
              <a:gd name="T38" fmla="*/ 109 w 123"/>
              <a:gd name="T39" fmla="*/ 134 h 134"/>
              <a:gd name="T40" fmla="*/ 0 w 123"/>
              <a:gd name="T41" fmla="*/ 134 h 134"/>
              <a:gd name="T42" fmla="*/ 0 w 123"/>
              <a:gd name="T43" fmla="*/ 127 h 134"/>
              <a:gd name="T44" fmla="*/ 8 w 123"/>
              <a:gd name="T45" fmla="*/ 126 h 134"/>
              <a:gd name="T46" fmla="*/ 15 w 123"/>
              <a:gd name="T47" fmla="*/ 120 h 134"/>
              <a:gd name="T48" fmla="*/ 16 w 123"/>
              <a:gd name="T49" fmla="*/ 113 h 134"/>
              <a:gd name="T50" fmla="*/ 16 w 123"/>
              <a:gd name="T51" fmla="*/ 20 h 134"/>
              <a:gd name="T52" fmla="*/ 5 w 123"/>
              <a:gd name="T53" fmla="*/ 7 h 134"/>
              <a:gd name="T54" fmla="*/ 0 w 123"/>
              <a:gd name="T55" fmla="*/ 7 h 134"/>
              <a:gd name="T56" fmla="*/ 0 w 123"/>
              <a:gd name="T57" fmla="*/ 0 h 134"/>
              <a:gd name="T58" fmla="*/ 105 w 123"/>
              <a:gd name="T59" fmla="*/ 0 h 134"/>
              <a:gd name="T60" fmla="*/ 117 w 123"/>
              <a:gd name="T61" fmla="*/ 35 h 134"/>
              <a:gd name="T62" fmla="*/ 109 w 123"/>
              <a:gd name="T63" fmla="*/ 38 h 134"/>
              <a:gd name="T64" fmla="*/ 107 w 123"/>
              <a:gd name="T65" fmla="*/ 34 h 134"/>
              <a:gd name="T66" fmla="*/ 105 w 123"/>
              <a:gd name="T67" fmla="*/ 29 h 134"/>
              <a:gd name="T68" fmla="*/ 78 w 123"/>
              <a:gd name="T69" fmla="*/ 11 h 134"/>
              <a:gd name="T70" fmla="*/ 42 w 123"/>
              <a:gd name="T71" fmla="*/ 10 h 134"/>
              <a:gd name="T72" fmla="*/ 33 w 123"/>
              <a:gd name="T73" fmla="*/ 10 h 134"/>
              <a:gd name="T74" fmla="*/ 33 w 123"/>
              <a:gd name="T75" fmla="*/ 60 h 134"/>
            </a:gdLst>
            <a:rect l="0" t="0" r="r" b="b"/>
            <a:pathLst>
              <a:path w="123" h="134">
                <a:moveTo>
                  <a:pt x="33" y="60"/>
                </a:moveTo>
                <a:cubicBezTo>
                  <a:pt x="41" y="60"/>
                  <a:pt x="48" y="61"/>
                  <a:pt x="55" y="59"/>
                </a:cubicBezTo>
                <a:cubicBezTo>
                  <a:pt x="63" y="57"/>
                  <a:pt x="67" y="53"/>
                  <a:pt x="68" y="45"/>
                </a:cubicBezTo>
                <a:cubicBezTo>
                  <a:pt x="69" y="42"/>
                  <a:pt x="69" y="39"/>
                  <a:pt x="70" y="35"/>
                </a:cubicBezTo>
                <a:cubicBezTo>
                  <a:pt x="72" y="35"/>
                  <a:pt x="75" y="35"/>
                  <a:pt x="77" y="35"/>
                </a:cubicBezTo>
                <a:cubicBezTo>
                  <a:pt x="77" y="55"/>
                  <a:pt x="77" y="74"/>
                  <a:pt x="77" y="94"/>
                </a:cubicBezTo>
                <a:cubicBezTo>
                  <a:pt x="76" y="94"/>
                  <a:pt x="75" y="94"/>
                  <a:pt x="75" y="94"/>
                </a:cubicBezTo>
                <a:cubicBezTo>
                  <a:pt x="73" y="94"/>
                  <a:pt x="71" y="94"/>
                  <a:pt x="70" y="94"/>
                </a:cubicBezTo>
                <a:cubicBezTo>
                  <a:pt x="69" y="90"/>
                  <a:pt x="69" y="86"/>
                  <a:pt x="69" y="83"/>
                </a:cubicBezTo>
                <a:cubicBezTo>
                  <a:pt x="67" y="74"/>
                  <a:pt x="63" y="70"/>
                  <a:pt x="54" y="69"/>
                </a:cubicBezTo>
                <a:cubicBezTo>
                  <a:pt x="47" y="69"/>
                  <a:pt x="40" y="69"/>
                  <a:pt x="33" y="69"/>
                </a:cubicBezTo>
                <a:cubicBezTo>
                  <a:pt x="33" y="71"/>
                  <a:pt x="33" y="72"/>
                  <a:pt x="33" y="73"/>
                </a:cubicBezTo>
                <a:cubicBezTo>
                  <a:pt x="33" y="87"/>
                  <a:pt x="33" y="101"/>
                  <a:pt x="33" y="114"/>
                </a:cubicBezTo>
                <a:cubicBezTo>
                  <a:pt x="33" y="123"/>
                  <a:pt x="34" y="124"/>
                  <a:pt x="43" y="124"/>
                </a:cubicBezTo>
                <a:cubicBezTo>
                  <a:pt x="51" y="124"/>
                  <a:pt x="60" y="124"/>
                  <a:pt x="68" y="124"/>
                </a:cubicBezTo>
                <a:cubicBezTo>
                  <a:pt x="89" y="124"/>
                  <a:pt x="103" y="114"/>
                  <a:pt x="112" y="96"/>
                </a:cubicBezTo>
                <a:cubicBezTo>
                  <a:pt x="113" y="94"/>
                  <a:pt x="114" y="92"/>
                  <a:pt x="115" y="90"/>
                </a:cubicBezTo>
                <a:cubicBezTo>
                  <a:pt x="115" y="90"/>
                  <a:pt x="115" y="90"/>
                  <a:pt x="115" y="90"/>
                </a:cubicBezTo>
                <a:cubicBezTo>
                  <a:pt x="118" y="90"/>
                  <a:pt x="120" y="91"/>
                  <a:pt x="123" y="92"/>
                </a:cubicBezTo>
                <a:cubicBezTo>
                  <a:pt x="118" y="107"/>
                  <a:pt x="113" y="120"/>
                  <a:pt x="109" y="134"/>
                </a:cubicBezTo>
                <a:cubicBezTo>
                  <a:pt x="72" y="134"/>
                  <a:pt x="3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6"/>
                  <a:pt x="8" y="126"/>
                </a:cubicBezTo>
                <a:cubicBezTo>
                  <a:pt x="12" y="126"/>
                  <a:pt x="14" y="124"/>
                  <a:pt x="15" y="120"/>
                </a:cubicBezTo>
                <a:cubicBezTo>
                  <a:pt x="15" y="118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0"/>
                  <a:pt x="14" y="8"/>
                  <a:pt x="5" y="7"/>
                </a:cubicBezTo>
                <a:cubicBezTo>
                  <a:pt x="3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34" y="0"/>
                  <a:pt x="69" y="0"/>
                  <a:pt x="105" y="0"/>
                </a:cubicBezTo>
                <a:cubicBezTo>
                  <a:pt x="109" y="11"/>
                  <a:pt x="112" y="22"/>
                  <a:pt x="117" y="35"/>
                </a:cubicBezTo>
                <a:cubicBezTo>
                  <a:pt x="114" y="36"/>
                  <a:pt x="112" y="37"/>
                  <a:pt x="109" y="38"/>
                </a:cubicBezTo>
                <a:cubicBezTo>
                  <a:pt x="108" y="36"/>
                  <a:pt x="108" y="35"/>
                  <a:pt x="107" y="34"/>
                </a:cubicBezTo>
                <a:cubicBezTo>
                  <a:pt x="107" y="32"/>
                  <a:pt x="106" y="31"/>
                  <a:pt x="105" y="29"/>
                </a:cubicBezTo>
                <a:cubicBezTo>
                  <a:pt x="100" y="18"/>
                  <a:pt x="90" y="11"/>
                  <a:pt x="78" y="11"/>
                </a:cubicBezTo>
                <a:cubicBezTo>
                  <a:pt x="66" y="10"/>
                  <a:pt x="54" y="10"/>
                  <a:pt x="42" y="10"/>
                </a:cubicBezTo>
                <a:cubicBezTo>
                  <a:pt x="39" y="10"/>
                  <a:pt x="36" y="10"/>
                  <a:pt x="33" y="10"/>
                </a:cubicBezTo>
                <a:cubicBezTo>
                  <a:pt x="33" y="26"/>
                  <a:pt x="33" y="43"/>
                  <a:pt x="33" y="6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5" name="Freeform 22">
            <a:extLst xmlns:a="http://schemas.openxmlformats.org/drawingml/2006/main">
              <a:ext uri="{FF2B5EF4-FFF2-40B4-BE49-F238E27FC236}">
                <a16:creationId xmlns:a16="http://schemas.microsoft.com/office/drawing/2014/main" id="{DE516CBE-1E0F-4698-8E40-D6E118838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3944" y="689187"/>
            <a:ext cx="63867" cy="67859"/>
          </a:xfrm>
          <a:custGeom xmlns:a="http://schemas.openxmlformats.org/drawingml/2006/main">
            <a:gdLst>
              <a:gd name="T0" fmla="*/ 43 w 126"/>
              <a:gd name="T1" fmla="*/ 134 h 134"/>
              <a:gd name="T2" fmla="*/ 0 w 126"/>
              <a:gd name="T3" fmla="*/ 134 h 134"/>
              <a:gd name="T4" fmla="*/ 0 w 126"/>
              <a:gd name="T5" fmla="*/ 127 h 134"/>
              <a:gd name="T6" fmla="*/ 7 w 126"/>
              <a:gd name="T7" fmla="*/ 126 h 134"/>
              <a:gd name="T8" fmla="*/ 16 w 126"/>
              <a:gd name="T9" fmla="*/ 118 h 134"/>
              <a:gd name="T10" fmla="*/ 16 w 126"/>
              <a:gd name="T11" fmla="*/ 110 h 134"/>
              <a:gd name="T12" fmla="*/ 16 w 126"/>
              <a:gd name="T13" fmla="*/ 18 h 134"/>
              <a:gd name="T14" fmla="*/ 5 w 126"/>
              <a:gd name="T15" fmla="*/ 7 h 134"/>
              <a:gd name="T16" fmla="*/ 0 w 126"/>
              <a:gd name="T17" fmla="*/ 7 h 134"/>
              <a:gd name="T18" fmla="*/ 0 w 126"/>
              <a:gd name="T19" fmla="*/ 0 h 134"/>
              <a:gd name="T20" fmla="*/ 40 w 126"/>
              <a:gd name="T21" fmla="*/ 0 h 134"/>
              <a:gd name="T22" fmla="*/ 98 w 126"/>
              <a:gd name="T23" fmla="*/ 100 h 134"/>
              <a:gd name="T24" fmla="*/ 99 w 126"/>
              <a:gd name="T25" fmla="*/ 96 h 134"/>
              <a:gd name="T26" fmla="*/ 99 w 126"/>
              <a:gd name="T27" fmla="*/ 24 h 134"/>
              <a:gd name="T28" fmla="*/ 98 w 126"/>
              <a:gd name="T29" fmla="*/ 17 h 134"/>
              <a:gd name="T30" fmla="*/ 89 w 126"/>
              <a:gd name="T31" fmla="*/ 7 h 134"/>
              <a:gd name="T32" fmla="*/ 83 w 126"/>
              <a:gd name="T33" fmla="*/ 7 h 134"/>
              <a:gd name="T34" fmla="*/ 83 w 126"/>
              <a:gd name="T35" fmla="*/ 4 h 134"/>
              <a:gd name="T36" fmla="*/ 83 w 126"/>
              <a:gd name="T37" fmla="*/ 0 h 134"/>
              <a:gd name="T38" fmla="*/ 125 w 126"/>
              <a:gd name="T39" fmla="*/ 0 h 134"/>
              <a:gd name="T40" fmla="*/ 126 w 126"/>
              <a:gd name="T41" fmla="*/ 3 h 134"/>
              <a:gd name="T42" fmla="*/ 126 w 126"/>
              <a:gd name="T43" fmla="*/ 7 h 134"/>
              <a:gd name="T44" fmla="*/ 120 w 126"/>
              <a:gd name="T45" fmla="*/ 7 h 134"/>
              <a:gd name="T46" fmla="*/ 110 w 126"/>
              <a:gd name="T47" fmla="*/ 16 h 134"/>
              <a:gd name="T48" fmla="*/ 110 w 126"/>
              <a:gd name="T49" fmla="*/ 26 h 134"/>
              <a:gd name="T50" fmla="*/ 110 w 126"/>
              <a:gd name="T51" fmla="*/ 128 h 134"/>
              <a:gd name="T52" fmla="*/ 110 w 126"/>
              <a:gd name="T53" fmla="*/ 134 h 134"/>
              <a:gd name="T54" fmla="*/ 98 w 126"/>
              <a:gd name="T55" fmla="*/ 134 h 134"/>
              <a:gd name="T56" fmla="*/ 28 w 126"/>
              <a:gd name="T57" fmla="*/ 14 h 134"/>
              <a:gd name="T58" fmla="*/ 28 w 126"/>
              <a:gd name="T59" fmla="*/ 14 h 134"/>
              <a:gd name="T60" fmla="*/ 27 w 126"/>
              <a:gd name="T61" fmla="*/ 17 h 134"/>
              <a:gd name="T62" fmla="*/ 27 w 126"/>
              <a:gd name="T63" fmla="*/ 110 h 134"/>
              <a:gd name="T64" fmla="*/ 28 w 126"/>
              <a:gd name="T65" fmla="*/ 118 h 134"/>
              <a:gd name="T66" fmla="*/ 36 w 126"/>
              <a:gd name="T67" fmla="*/ 126 h 134"/>
              <a:gd name="T68" fmla="*/ 43 w 126"/>
              <a:gd name="T69" fmla="*/ 127 h 134"/>
              <a:gd name="T70" fmla="*/ 43 w 126"/>
              <a:gd name="T71" fmla="*/ 134 h 134"/>
            </a:gdLst>
            <a:rect l="0" t="0" r="r" b="b"/>
            <a:pathLst>
              <a:path w="126" h="134">
                <a:moveTo>
                  <a:pt x="43" y="134"/>
                </a:moveTo>
                <a:cubicBezTo>
                  <a:pt x="29" y="134"/>
                  <a:pt x="14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7"/>
                  <a:pt x="7" y="126"/>
                </a:cubicBezTo>
                <a:cubicBezTo>
                  <a:pt x="13" y="125"/>
                  <a:pt x="15" y="123"/>
                  <a:pt x="16" y="118"/>
                </a:cubicBezTo>
                <a:cubicBezTo>
                  <a:pt x="16" y="115"/>
                  <a:pt x="16" y="113"/>
                  <a:pt x="16" y="110"/>
                </a:cubicBezTo>
                <a:cubicBezTo>
                  <a:pt x="16" y="80"/>
                  <a:pt x="16" y="49"/>
                  <a:pt x="16" y="18"/>
                </a:cubicBezTo>
                <a:cubicBezTo>
                  <a:pt x="16" y="9"/>
                  <a:pt x="14" y="8"/>
                  <a:pt x="5" y="7"/>
                </a:cubicBezTo>
                <a:cubicBezTo>
                  <a:pt x="4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3" y="0"/>
                  <a:pt x="26" y="0"/>
                  <a:pt x="40" y="0"/>
                </a:cubicBezTo>
                <a:cubicBezTo>
                  <a:pt x="59" y="33"/>
                  <a:pt x="78" y="66"/>
                  <a:pt x="98" y="100"/>
                </a:cubicBezTo>
                <a:cubicBezTo>
                  <a:pt x="98" y="98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2"/>
                  <a:pt x="99" y="19"/>
                  <a:pt x="98" y="17"/>
                </a:cubicBezTo>
                <a:cubicBezTo>
                  <a:pt x="97" y="11"/>
                  <a:pt x="95" y="8"/>
                  <a:pt x="89" y="7"/>
                </a:cubicBezTo>
                <a:cubicBezTo>
                  <a:pt x="87" y="7"/>
                  <a:pt x="85" y="7"/>
                  <a:pt x="83" y="7"/>
                </a:cubicBezTo>
                <a:cubicBezTo>
                  <a:pt x="83" y="6"/>
                  <a:pt x="83" y="5"/>
                  <a:pt x="83" y="4"/>
                </a:cubicBezTo>
                <a:cubicBezTo>
                  <a:pt x="83" y="2"/>
                  <a:pt x="83" y="1"/>
                  <a:pt x="83" y="0"/>
                </a:cubicBezTo>
                <a:cubicBezTo>
                  <a:pt x="97" y="0"/>
                  <a:pt x="111" y="0"/>
                  <a:pt x="125" y="0"/>
                </a:cubicBezTo>
                <a:cubicBezTo>
                  <a:pt x="125" y="1"/>
                  <a:pt x="126" y="2"/>
                  <a:pt x="126" y="3"/>
                </a:cubicBezTo>
                <a:cubicBezTo>
                  <a:pt x="126" y="4"/>
                  <a:pt x="126" y="5"/>
                  <a:pt x="126" y="7"/>
                </a:cubicBezTo>
                <a:cubicBezTo>
                  <a:pt x="124" y="7"/>
                  <a:pt x="122" y="7"/>
                  <a:pt x="120" y="7"/>
                </a:cubicBezTo>
                <a:cubicBezTo>
                  <a:pt x="114" y="8"/>
                  <a:pt x="111" y="11"/>
                  <a:pt x="110" y="16"/>
                </a:cubicBezTo>
                <a:cubicBezTo>
                  <a:pt x="110" y="20"/>
                  <a:pt x="110" y="23"/>
                  <a:pt x="110" y="26"/>
                </a:cubicBezTo>
                <a:cubicBezTo>
                  <a:pt x="110" y="60"/>
                  <a:pt x="110" y="94"/>
                  <a:pt x="110" y="128"/>
                </a:cubicBezTo>
                <a:cubicBezTo>
                  <a:pt x="110" y="130"/>
                  <a:pt x="110" y="132"/>
                  <a:pt x="110" y="134"/>
                </a:cubicBezTo>
                <a:cubicBezTo>
                  <a:pt x="106" y="134"/>
                  <a:pt x="102" y="134"/>
                  <a:pt x="98" y="134"/>
                </a:cubicBezTo>
                <a:cubicBezTo>
                  <a:pt x="75" y="94"/>
                  <a:pt x="52" y="54"/>
                  <a:pt x="28" y="14"/>
                </a:cubicBezTo>
                <a:cubicBezTo>
                  <a:pt x="28" y="14"/>
                  <a:pt x="28" y="14"/>
                  <a:pt x="28" y="14"/>
                </a:cubicBezTo>
                <a:cubicBezTo>
                  <a:pt x="27" y="15"/>
                  <a:pt x="27" y="16"/>
                  <a:pt x="27" y="17"/>
                </a:cubicBezTo>
                <a:cubicBezTo>
                  <a:pt x="27" y="48"/>
                  <a:pt x="27" y="79"/>
                  <a:pt x="27" y="110"/>
                </a:cubicBezTo>
                <a:cubicBezTo>
                  <a:pt x="27" y="113"/>
                  <a:pt x="27" y="116"/>
                  <a:pt x="28" y="118"/>
                </a:cubicBezTo>
                <a:cubicBezTo>
                  <a:pt x="29" y="123"/>
                  <a:pt x="31" y="125"/>
                  <a:pt x="36" y="126"/>
                </a:cubicBezTo>
                <a:cubicBezTo>
                  <a:pt x="38" y="126"/>
                  <a:pt x="41" y="127"/>
                  <a:pt x="43" y="127"/>
                </a:cubicBezTo>
                <a:cubicBezTo>
                  <a:pt x="43" y="129"/>
                  <a:pt x="43" y="132"/>
                  <a:pt x="43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6" name="Freeform 23">
            <a:extLst xmlns:a="http://schemas.openxmlformats.org/drawingml/2006/main">
              <a:ext uri="{FF2B5EF4-FFF2-40B4-BE49-F238E27FC236}">
                <a16:creationId xmlns:a16="http://schemas.microsoft.com/office/drawing/2014/main" id="{C20D2A7E-A4F8-4604-9424-36332154E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2943" y="686906"/>
            <a:ext cx="70710" cy="72991"/>
          </a:xfrm>
          <a:custGeom xmlns:a="http://schemas.openxmlformats.org/drawingml/2006/main">
            <a:gdLst>
              <a:gd name="T0" fmla="*/ 87 w 139"/>
              <a:gd name="T1" fmla="*/ 79 h 144"/>
              <a:gd name="T2" fmla="*/ 87 w 139"/>
              <a:gd name="T3" fmla="*/ 71 h 144"/>
              <a:gd name="T4" fmla="*/ 139 w 139"/>
              <a:gd name="T5" fmla="*/ 71 h 144"/>
              <a:gd name="T6" fmla="*/ 139 w 139"/>
              <a:gd name="T7" fmla="*/ 79 h 144"/>
              <a:gd name="T8" fmla="*/ 133 w 139"/>
              <a:gd name="T9" fmla="*/ 79 h 144"/>
              <a:gd name="T10" fmla="*/ 124 w 139"/>
              <a:gd name="T11" fmla="*/ 88 h 144"/>
              <a:gd name="T12" fmla="*/ 124 w 139"/>
              <a:gd name="T13" fmla="*/ 95 h 144"/>
              <a:gd name="T14" fmla="*/ 124 w 139"/>
              <a:gd name="T15" fmla="*/ 134 h 144"/>
              <a:gd name="T16" fmla="*/ 124 w 139"/>
              <a:gd name="T17" fmla="*/ 139 h 144"/>
              <a:gd name="T18" fmla="*/ 115 w 139"/>
              <a:gd name="T19" fmla="*/ 139 h 144"/>
              <a:gd name="T20" fmla="*/ 110 w 139"/>
              <a:gd name="T21" fmla="*/ 128 h 144"/>
              <a:gd name="T22" fmla="*/ 105 w 139"/>
              <a:gd name="T23" fmla="*/ 131 h 144"/>
              <a:gd name="T24" fmla="*/ 56 w 139"/>
              <a:gd name="T25" fmla="*/ 141 h 144"/>
              <a:gd name="T26" fmla="*/ 10 w 139"/>
              <a:gd name="T27" fmla="*/ 103 h 144"/>
              <a:gd name="T28" fmla="*/ 15 w 139"/>
              <a:gd name="T29" fmla="*/ 33 h 144"/>
              <a:gd name="T30" fmla="*/ 56 w 139"/>
              <a:gd name="T31" fmla="*/ 3 h 144"/>
              <a:gd name="T32" fmla="*/ 99 w 139"/>
              <a:gd name="T33" fmla="*/ 11 h 144"/>
              <a:gd name="T34" fmla="*/ 102 w 139"/>
              <a:gd name="T35" fmla="*/ 13 h 144"/>
              <a:gd name="T36" fmla="*/ 105 w 139"/>
              <a:gd name="T37" fmla="*/ 5 h 144"/>
              <a:gd name="T38" fmla="*/ 112 w 139"/>
              <a:gd name="T39" fmla="*/ 5 h 144"/>
              <a:gd name="T40" fmla="*/ 122 w 139"/>
              <a:gd name="T41" fmla="*/ 46 h 144"/>
              <a:gd name="T42" fmla="*/ 114 w 139"/>
              <a:gd name="T43" fmla="*/ 49 h 144"/>
              <a:gd name="T44" fmla="*/ 112 w 139"/>
              <a:gd name="T45" fmla="*/ 44 h 144"/>
              <a:gd name="T46" fmla="*/ 100 w 139"/>
              <a:gd name="T47" fmla="*/ 25 h 144"/>
              <a:gd name="T48" fmla="*/ 42 w 139"/>
              <a:gd name="T49" fmla="*/ 23 h 144"/>
              <a:gd name="T50" fmla="*/ 24 w 139"/>
              <a:gd name="T51" fmla="*/ 62 h 144"/>
              <a:gd name="T52" fmla="*/ 34 w 139"/>
              <a:gd name="T53" fmla="*/ 109 h 144"/>
              <a:gd name="T54" fmla="*/ 77 w 139"/>
              <a:gd name="T55" fmla="*/ 131 h 144"/>
              <a:gd name="T56" fmla="*/ 101 w 139"/>
              <a:gd name="T57" fmla="*/ 120 h 144"/>
              <a:gd name="T58" fmla="*/ 106 w 139"/>
              <a:gd name="T59" fmla="*/ 109 h 144"/>
              <a:gd name="T60" fmla="*/ 106 w 139"/>
              <a:gd name="T61" fmla="*/ 90 h 144"/>
              <a:gd name="T62" fmla="*/ 96 w 139"/>
              <a:gd name="T63" fmla="*/ 79 h 144"/>
              <a:gd name="T64" fmla="*/ 87 w 139"/>
              <a:gd name="T65" fmla="*/ 79 h 144"/>
            </a:gdLst>
            <a:rect l="0" t="0" r="r" b="b"/>
            <a:pathLst>
              <a:path w="139" h="144">
                <a:moveTo>
                  <a:pt x="87" y="79"/>
                </a:moveTo>
                <a:cubicBezTo>
                  <a:pt x="87" y="76"/>
                  <a:pt x="87" y="74"/>
                  <a:pt x="87" y="71"/>
                </a:cubicBezTo>
                <a:cubicBezTo>
                  <a:pt x="105" y="71"/>
                  <a:pt x="122" y="71"/>
                  <a:pt x="139" y="71"/>
                </a:cubicBezTo>
                <a:cubicBezTo>
                  <a:pt x="139" y="74"/>
                  <a:pt x="139" y="76"/>
                  <a:pt x="139" y="79"/>
                </a:cubicBezTo>
                <a:cubicBezTo>
                  <a:pt x="137" y="79"/>
                  <a:pt x="135" y="79"/>
                  <a:pt x="133" y="79"/>
                </a:cubicBezTo>
                <a:cubicBezTo>
                  <a:pt x="127" y="79"/>
                  <a:pt x="125" y="81"/>
                  <a:pt x="124" y="88"/>
                </a:cubicBezTo>
                <a:cubicBezTo>
                  <a:pt x="124" y="90"/>
                  <a:pt x="124" y="93"/>
                  <a:pt x="124" y="95"/>
                </a:cubicBezTo>
                <a:cubicBezTo>
                  <a:pt x="124" y="108"/>
                  <a:pt x="124" y="121"/>
                  <a:pt x="124" y="134"/>
                </a:cubicBezTo>
                <a:cubicBezTo>
                  <a:pt x="124" y="135"/>
                  <a:pt x="124" y="137"/>
                  <a:pt x="124" y="139"/>
                </a:cubicBezTo>
                <a:cubicBezTo>
                  <a:pt x="121" y="139"/>
                  <a:pt x="118" y="139"/>
                  <a:pt x="115" y="139"/>
                </a:cubicBezTo>
                <a:cubicBezTo>
                  <a:pt x="113" y="136"/>
                  <a:pt x="112" y="132"/>
                  <a:pt x="110" y="128"/>
                </a:cubicBezTo>
                <a:cubicBezTo>
                  <a:pt x="108" y="129"/>
                  <a:pt x="107" y="130"/>
                  <a:pt x="105" y="131"/>
                </a:cubicBezTo>
                <a:cubicBezTo>
                  <a:pt x="90" y="140"/>
                  <a:pt x="74" y="144"/>
                  <a:pt x="56" y="141"/>
                </a:cubicBezTo>
                <a:cubicBezTo>
                  <a:pt x="34" y="137"/>
                  <a:pt x="18" y="124"/>
                  <a:pt x="10" y="103"/>
                </a:cubicBezTo>
                <a:cubicBezTo>
                  <a:pt x="0" y="79"/>
                  <a:pt x="1" y="55"/>
                  <a:pt x="15" y="33"/>
                </a:cubicBezTo>
                <a:cubicBezTo>
                  <a:pt x="24" y="17"/>
                  <a:pt x="38" y="6"/>
                  <a:pt x="56" y="3"/>
                </a:cubicBezTo>
                <a:cubicBezTo>
                  <a:pt x="71" y="0"/>
                  <a:pt x="86" y="2"/>
                  <a:pt x="99" y="11"/>
                </a:cubicBezTo>
                <a:cubicBezTo>
                  <a:pt x="100" y="12"/>
                  <a:pt x="101" y="12"/>
                  <a:pt x="102" y="13"/>
                </a:cubicBezTo>
                <a:cubicBezTo>
                  <a:pt x="103" y="10"/>
                  <a:pt x="104" y="7"/>
                  <a:pt x="105" y="5"/>
                </a:cubicBezTo>
                <a:cubicBezTo>
                  <a:pt x="107" y="5"/>
                  <a:pt x="109" y="5"/>
                  <a:pt x="112" y="5"/>
                </a:cubicBezTo>
                <a:cubicBezTo>
                  <a:pt x="115" y="18"/>
                  <a:pt x="119" y="32"/>
                  <a:pt x="122" y="46"/>
                </a:cubicBezTo>
                <a:cubicBezTo>
                  <a:pt x="120" y="47"/>
                  <a:pt x="117" y="48"/>
                  <a:pt x="114" y="49"/>
                </a:cubicBezTo>
                <a:cubicBezTo>
                  <a:pt x="114" y="47"/>
                  <a:pt x="113" y="45"/>
                  <a:pt x="112" y="44"/>
                </a:cubicBezTo>
                <a:cubicBezTo>
                  <a:pt x="109" y="37"/>
                  <a:pt x="105" y="30"/>
                  <a:pt x="100" y="25"/>
                </a:cubicBezTo>
                <a:cubicBezTo>
                  <a:pt x="84" y="8"/>
                  <a:pt x="59" y="7"/>
                  <a:pt x="42" y="23"/>
                </a:cubicBezTo>
                <a:cubicBezTo>
                  <a:pt x="31" y="34"/>
                  <a:pt x="25" y="47"/>
                  <a:pt x="24" y="62"/>
                </a:cubicBezTo>
                <a:cubicBezTo>
                  <a:pt x="22" y="79"/>
                  <a:pt x="25" y="95"/>
                  <a:pt x="34" y="109"/>
                </a:cubicBezTo>
                <a:cubicBezTo>
                  <a:pt x="44" y="125"/>
                  <a:pt x="59" y="132"/>
                  <a:pt x="77" y="131"/>
                </a:cubicBezTo>
                <a:cubicBezTo>
                  <a:pt x="86" y="130"/>
                  <a:pt x="94" y="127"/>
                  <a:pt x="101" y="120"/>
                </a:cubicBezTo>
                <a:cubicBezTo>
                  <a:pt x="104" y="117"/>
                  <a:pt x="106" y="114"/>
                  <a:pt x="106" y="109"/>
                </a:cubicBezTo>
                <a:cubicBezTo>
                  <a:pt x="106" y="103"/>
                  <a:pt x="107" y="96"/>
                  <a:pt x="106" y="90"/>
                </a:cubicBezTo>
                <a:cubicBezTo>
                  <a:pt x="106" y="82"/>
                  <a:pt x="104" y="81"/>
                  <a:pt x="96" y="79"/>
                </a:cubicBezTo>
                <a:cubicBezTo>
                  <a:pt x="94" y="79"/>
                  <a:pt x="91" y="79"/>
                  <a:pt x="87" y="79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7" name="Freeform 25">
            <a:extLst xmlns:a="http://schemas.openxmlformats.org/drawingml/2006/main">
              <a:ext uri="{FF2B5EF4-FFF2-40B4-BE49-F238E27FC236}">
                <a16:creationId xmlns:a16="http://schemas.microsoft.com/office/drawing/2014/main" id="{03E6076E-45AF-44FD-BA3B-E0DF61C08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081" y="688046"/>
            <a:ext cx="57594" cy="70710"/>
          </a:xfrm>
          <a:custGeom xmlns:a="http://schemas.openxmlformats.org/drawingml/2006/main">
            <a:gdLst>
              <a:gd name="T0" fmla="*/ 103 w 113"/>
              <a:gd name="T1" fmla="*/ 44 h 140"/>
              <a:gd name="T2" fmla="*/ 95 w 113"/>
              <a:gd name="T3" fmla="*/ 46 h 140"/>
              <a:gd name="T4" fmla="*/ 92 w 113"/>
              <a:gd name="T5" fmla="*/ 41 h 140"/>
              <a:gd name="T6" fmla="*/ 72 w 113"/>
              <a:gd name="T7" fmla="*/ 18 h 140"/>
              <a:gd name="T8" fmla="*/ 38 w 113"/>
              <a:gd name="T9" fmla="*/ 12 h 140"/>
              <a:gd name="T10" fmla="*/ 25 w 113"/>
              <a:gd name="T11" fmla="*/ 19 h 140"/>
              <a:gd name="T12" fmla="*/ 26 w 113"/>
              <a:gd name="T13" fmla="*/ 44 h 140"/>
              <a:gd name="T14" fmla="*/ 42 w 113"/>
              <a:gd name="T15" fmla="*/ 53 h 140"/>
              <a:gd name="T16" fmla="*/ 70 w 113"/>
              <a:gd name="T17" fmla="*/ 62 h 140"/>
              <a:gd name="T18" fmla="*/ 90 w 113"/>
              <a:gd name="T19" fmla="*/ 70 h 140"/>
              <a:gd name="T20" fmla="*/ 97 w 113"/>
              <a:gd name="T21" fmla="*/ 125 h 140"/>
              <a:gd name="T22" fmla="*/ 56 w 113"/>
              <a:gd name="T23" fmla="*/ 140 h 140"/>
              <a:gd name="T24" fmla="*/ 25 w 113"/>
              <a:gd name="T25" fmla="*/ 128 h 140"/>
              <a:gd name="T26" fmla="*/ 21 w 113"/>
              <a:gd name="T27" fmla="*/ 125 h 140"/>
              <a:gd name="T28" fmla="*/ 16 w 113"/>
              <a:gd name="T29" fmla="*/ 137 h 140"/>
              <a:gd name="T30" fmla="*/ 10 w 113"/>
              <a:gd name="T31" fmla="*/ 137 h 140"/>
              <a:gd name="T32" fmla="*/ 1 w 113"/>
              <a:gd name="T33" fmla="*/ 89 h 140"/>
              <a:gd name="T34" fmla="*/ 10 w 113"/>
              <a:gd name="T35" fmla="*/ 87 h 140"/>
              <a:gd name="T36" fmla="*/ 13 w 113"/>
              <a:gd name="T37" fmla="*/ 95 h 140"/>
              <a:gd name="T38" fmla="*/ 36 w 113"/>
              <a:gd name="T39" fmla="*/ 122 h 140"/>
              <a:gd name="T40" fmla="*/ 69 w 113"/>
              <a:gd name="T41" fmla="*/ 128 h 140"/>
              <a:gd name="T42" fmla="*/ 85 w 113"/>
              <a:gd name="T43" fmla="*/ 119 h 140"/>
              <a:gd name="T44" fmla="*/ 81 w 113"/>
              <a:gd name="T45" fmla="*/ 86 h 140"/>
              <a:gd name="T46" fmla="*/ 63 w 113"/>
              <a:gd name="T47" fmla="*/ 79 h 140"/>
              <a:gd name="T48" fmla="*/ 38 w 113"/>
              <a:gd name="T49" fmla="*/ 71 h 140"/>
              <a:gd name="T50" fmla="*/ 19 w 113"/>
              <a:gd name="T51" fmla="*/ 62 h 140"/>
              <a:gd name="T52" fmla="*/ 15 w 113"/>
              <a:gd name="T53" fmla="*/ 13 h 140"/>
              <a:gd name="T54" fmla="*/ 51 w 113"/>
              <a:gd name="T55" fmla="*/ 0 h 140"/>
              <a:gd name="T56" fmla="*/ 81 w 113"/>
              <a:gd name="T57" fmla="*/ 10 h 140"/>
              <a:gd name="T58" fmla="*/ 82 w 113"/>
              <a:gd name="T59" fmla="*/ 11 h 140"/>
              <a:gd name="T60" fmla="*/ 83 w 113"/>
              <a:gd name="T61" fmla="*/ 11 h 140"/>
              <a:gd name="T62" fmla="*/ 87 w 113"/>
              <a:gd name="T63" fmla="*/ 2 h 140"/>
              <a:gd name="T64" fmla="*/ 93 w 113"/>
              <a:gd name="T65" fmla="*/ 2 h 140"/>
              <a:gd name="T66" fmla="*/ 103 w 113"/>
              <a:gd name="T67" fmla="*/ 44 h 140"/>
            </a:gdLst>
            <a:rect l="0" t="0" r="r" b="b"/>
            <a:pathLst>
              <a:path w="113" h="140">
                <a:moveTo>
                  <a:pt x="103" y="44"/>
                </a:moveTo>
                <a:cubicBezTo>
                  <a:pt x="100" y="45"/>
                  <a:pt x="98" y="45"/>
                  <a:pt x="95" y="46"/>
                </a:cubicBezTo>
                <a:cubicBezTo>
                  <a:pt x="94" y="44"/>
                  <a:pt x="93" y="43"/>
                  <a:pt x="92" y="41"/>
                </a:cubicBezTo>
                <a:cubicBezTo>
                  <a:pt x="87" y="32"/>
                  <a:pt x="81" y="24"/>
                  <a:pt x="72" y="18"/>
                </a:cubicBezTo>
                <a:cubicBezTo>
                  <a:pt x="61" y="11"/>
                  <a:pt x="50" y="9"/>
                  <a:pt x="38" y="12"/>
                </a:cubicBezTo>
                <a:cubicBezTo>
                  <a:pt x="33" y="13"/>
                  <a:pt x="28" y="16"/>
                  <a:pt x="25" y="19"/>
                </a:cubicBezTo>
                <a:cubicBezTo>
                  <a:pt x="18" y="27"/>
                  <a:pt x="19" y="38"/>
                  <a:pt x="26" y="44"/>
                </a:cubicBezTo>
                <a:cubicBezTo>
                  <a:pt x="31" y="49"/>
                  <a:pt x="36" y="51"/>
                  <a:pt x="42" y="53"/>
                </a:cubicBezTo>
                <a:cubicBezTo>
                  <a:pt x="51" y="56"/>
                  <a:pt x="61" y="59"/>
                  <a:pt x="70" y="62"/>
                </a:cubicBezTo>
                <a:cubicBezTo>
                  <a:pt x="77" y="64"/>
                  <a:pt x="84" y="67"/>
                  <a:pt x="90" y="70"/>
                </a:cubicBezTo>
                <a:cubicBezTo>
                  <a:pt x="113" y="83"/>
                  <a:pt x="112" y="111"/>
                  <a:pt x="97" y="125"/>
                </a:cubicBezTo>
                <a:cubicBezTo>
                  <a:pt x="85" y="137"/>
                  <a:pt x="71" y="140"/>
                  <a:pt x="56" y="140"/>
                </a:cubicBezTo>
                <a:cubicBezTo>
                  <a:pt x="44" y="139"/>
                  <a:pt x="34" y="135"/>
                  <a:pt x="25" y="128"/>
                </a:cubicBezTo>
                <a:cubicBezTo>
                  <a:pt x="24" y="127"/>
                  <a:pt x="23" y="126"/>
                  <a:pt x="21" y="125"/>
                </a:cubicBezTo>
                <a:cubicBezTo>
                  <a:pt x="19" y="129"/>
                  <a:pt x="18" y="133"/>
                  <a:pt x="16" y="137"/>
                </a:cubicBezTo>
                <a:cubicBezTo>
                  <a:pt x="14" y="137"/>
                  <a:pt x="12" y="137"/>
                  <a:pt x="10" y="137"/>
                </a:cubicBezTo>
                <a:cubicBezTo>
                  <a:pt x="7" y="121"/>
                  <a:pt x="4" y="105"/>
                  <a:pt x="1" y="89"/>
                </a:cubicBezTo>
                <a:cubicBezTo>
                  <a:pt x="4" y="88"/>
                  <a:pt x="7" y="88"/>
                  <a:pt x="10" y="87"/>
                </a:cubicBezTo>
                <a:cubicBezTo>
                  <a:pt x="11" y="90"/>
                  <a:pt x="12" y="93"/>
                  <a:pt x="13" y="95"/>
                </a:cubicBezTo>
                <a:cubicBezTo>
                  <a:pt x="18" y="106"/>
                  <a:pt x="26" y="116"/>
                  <a:pt x="36" y="122"/>
                </a:cubicBezTo>
                <a:cubicBezTo>
                  <a:pt x="46" y="129"/>
                  <a:pt x="57" y="131"/>
                  <a:pt x="69" y="128"/>
                </a:cubicBezTo>
                <a:cubicBezTo>
                  <a:pt x="75" y="127"/>
                  <a:pt x="80" y="123"/>
                  <a:pt x="85" y="119"/>
                </a:cubicBezTo>
                <a:cubicBezTo>
                  <a:pt x="94" y="110"/>
                  <a:pt x="94" y="93"/>
                  <a:pt x="81" y="86"/>
                </a:cubicBezTo>
                <a:cubicBezTo>
                  <a:pt x="75" y="83"/>
                  <a:pt x="69" y="81"/>
                  <a:pt x="63" y="79"/>
                </a:cubicBezTo>
                <a:cubicBezTo>
                  <a:pt x="55" y="76"/>
                  <a:pt x="46" y="74"/>
                  <a:pt x="38" y="71"/>
                </a:cubicBezTo>
                <a:cubicBezTo>
                  <a:pt x="31" y="69"/>
                  <a:pt x="25" y="66"/>
                  <a:pt x="19" y="62"/>
                </a:cubicBezTo>
                <a:cubicBezTo>
                  <a:pt x="1" y="51"/>
                  <a:pt x="0" y="27"/>
                  <a:pt x="15" y="13"/>
                </a:cubicBezTo>
                <a:cubicBezTo>
                  <a:pt x="25" y="3"/>
                  <a:pt x="37" y="0"/>
                  <a:pt x="51" y="0"/>
                </a:cubicBezTo>
                <a:cubicBezTo>
                  <a:pt x="62" y="0"/>
                  <a:pt x="72" y="3"/>
                  <a:pt x="81" y="10"/>
                </a:cubicBezTo>
                <a:cubicBezTo>
                  <a:pt x="81" y="10"/>
                  <a:pt x="81" y="11"/>
                  <a:pt x="82" y="11"/>
                </a:cubicBezTo>
                <a:cubicBezTo>
                  <a:pt x="82" y="11"/>
                  <a:pt x="82" y="11"/>
                  <a:pt x="83" y="11"/>
                </a:cubicBezTo>
                <a:cubicBezTo>
                  <a:pt x="84" y="8"/>
                  <a:pt x="85" y="5"/>
                  <a:pt x="87" y="2"/>
                </a:cubicBezTo>
                <a:cubicBezTo>
                  <a:pt x="89" y="2"/>
                  <a:pt x="91" y="2"/>
                  <a:pt x="93" y="2"/>
                </a:cubicBezTo>
                <a:cubicBezTo>
                  <a:pt x="96" y="16"/>
                  <a:pt x="100" y="30"/>
                  <a:pt x="103" y="4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8" name="Freeform 27">
            <a:extLst xmlns:a="http://schemas.openxmlformats.org/drawingml/2006/main">
              <a:ext uri="{FF2B5EF4-FFF2-40B4-BE49-F238E27FC236}">
                <a16:creationId xmlns:a16="http://schemas.microsoft.com/office/drawing/2014/main" id="{1C6FDA69-E05E-4EEF-90EB-214729CB1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5846" y="688617"/>
            <a:ext cx="57594" cy="68429"/>
          </a:xfrm>
          <a:custGeom xmlns:a="http://schemas.openxmlformats.org/drawingml/2006/main">
            <a:gdLst>
              <a:gd name="T0" fmla="*/ 33 w 113"/>
              <a:gd name="T1" fmla="*/ 78 h 135"/>
              <a:gd name="T2" fmla="*/ 33 w 113"/>
              <a:gd name="T3" fmla="*/ 82 h 135"/>
              <a:gd name="T4" fmla="*/ 33 w 113"/>
              <a:gd name="T5" fmla="*/ 114 h 135"/>
              <a:gd name="T6" fmla="*/ 33 w 113"/>
              <a:gd name="T7" fmla="*/ 118 h 135"/>
              <a:gd name="T8" fmla="*/ 43 w 113"/>
              <a:gd name="T9" fmla="*/ 128 h 135"/>
              <a:gd name="T10" fmla="*/ 49 w 113"/>
              <a:gd name="T11" fmla="*/ 128 h 135"/>
              <a:gd name="T12" fmla="*/ 49 w 113"/>
              <a:gd name="T13" fmla="*/ 135 h 135"/>
              <a:gd name="T14" fmla="*/ 0 w 113"/>
              <a:gd name="T15" fmla="*/ 135 h 135"/>
              <a:gd name="T16" fmla="*/ 0 w 113"/>
              <a:gd name="T17" fmla="*/ 128 h 135"/>
              <a:gd name="T18" fmla="*/ 8 w 113"/>
              <a:gd name="T19" fmla="*/ 127 h 135"/>
              <a:gd name="T20" fmla="*/ 15 w 113"/>
              <a:gd name="T21" fmla="*/ 120 h 135"/>
              <a:gd name="T22" fmla="*/ 15 w 113"/>
              <a:gd name="T23" fmla="*/ 114 h 135"/>
              <a:gd name="T24" fmla="*/ 15 w 113"/>
              <a:gd name="T25" fmla="*/ 21 h 135"/>
              <a:gd name="T26" fmla="*/ 15 w 113"/>
              <a:gd name="T27" fmla="*/ 14 h 135"/>
              <a:gd name="T28" fmla="*/ 9 w 113"/>
              <a:gd name="T29" fmla="*/ 9 h 135"/>
              <a:gd name="T30" fmla="*/ 0 w 113"/>
              <a:gd name="T31" fmla="*/ 8 h 135"/>
              <a:gd name="T32" fmla="*/ 0 w 113"/>
              <a:gd name="T33" fmla="*/ 1 h 135"/>
              <a:gd name="T34" fmla="*/ 4 w 113"/>
              <a:gd name="T35" fmla="*/ 0 h 135"/>
              <a:gd name="T36" fmla="*/ 56 w 113"/>
              <a:gd name="T37" fmla="*/ 0 h 135"/>
              <a:gd name="T38" fmla="*/ 73 w 113"/>
              <a:gd name="T39" fmla="*/ 1 h 135"/>
              <a:gd name="T40" fmla="*/ 106 w 113"/>
              <a:gd name="T41" fmla="*/ 50 h 135"/>
              <a:gd name="T42" fmla="*/ 78 w 113"/>
              <a:gd name="T43" fmla="*/ 76 h 135"/>
              <a:gd name="T44" fmla="*/ 55 w 113"/>
              <a:gd name="T45" fmla="*/ 78 h 135"/>
              <a:gd name="T46" fmla="*/ 33 w 113"/>
              <a:gd name="T47" fmla="*/ 78 h 135"/>
              <a:gd name="T48" fmla="*/ 33 w 113"/>
              <a:gd name="T49" fmla="*/ 68 h 135"/>
              <a:gd name="T50" fmla="*/ 67 w 113"/>
              <a:gd name="T51" fmla="*/ 67 h 135"/>
              <a:gd name="T52" fmla="*/ 85 w 113"/>
              <a:gd name="T53" fmla="*/ 52 h 135"/>
              <a:gd name="T54" fmla="*/ 87 w 113"/>
              <a:gd name="T55" fmla="*/ 29 h 135"/>
              <a:gd name="T56" fmla="*/ 66 w 113"/>
              <a:gd name="T57" fmla="*/ 11 h 135"/>
              <a:gd name="T58" fmla="*/ 34 w 113"/>
              <a:gd name="T59" fmla="*/ 11 h 135"/>
              <a:gd name="T60" fmla="*/ 33 w 113"/>
              <a:gd name="T61" fmla="*/ 11 h 135"/>
              <a:gd name="T62" fmla="*/ 33 w 113"/>
              <a:gd name="T63" fmla="*/ 68 h 135"/>
            </a:gdLst>
            <a:rect l="0" t="0" r="r" b="b"/>
            <a:pathLst>
              <a:path w="113" h="135">
                <a:moveTo>
                  <a:pt x="33" y="78"/>
                </a:moveTo>
                <a:cubicBezTo>
                  <a:pt x="33" y="80"/>
                  <a:pt x="33" y="81"/>
                  <a:pt x="33" y="82"/>
                </a:cubicBezTo>
                <a:cubicBezTo>
                  <a:pt x="33" y="93"/>
                  <a:pt x="33" y="103"/>
                  <a:pt x="33" y="114"/>
                </a:cubicBezTo>
                <a:cubicBezTo>
                  <a:pt x="33" y="115"/>
                  <a:pt x="33" y="117"/>
                  <a:pt x="33" y="118"/>
                </a:cubicBezTo>
                <a:cubicBezTo>
                  <a:pt x="34" y="125"/>
                  <a:pt x="35" y="127"/>
                  <a:pt x="43" y="128"/>
                </a:cubicBezTo>
                <a:cubicBezTo>
                  <a:pt x="45" y="128"/>
                  <a:pt x="47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6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8" y="127"/>
                </a:cubicBezTo>
                <a:cubicBezTo>
                  <a:pt x="13" y="126"/>
                  <a:pt x="14" y="125"/>
                  <a:pt x="15" y="120"/>
                </a:cubicBezTo>
                <a:cubicBezTo>
                  <a:pt x="15" y="118"/>
                  <a:pt x="15" y="116"/>
                  <a:pt x="15" y="114"/>
                </a:cubicBezTo>
                <a:cubicBezTo>
                  <a:pt x="16" y="83"/>
                  <a:pt x="16" y="52"/>
                  <a:pt x="15" y="21"/>
                </a:cubicBezTo>
                <a:cubicBezTo>
                  <a:pt x="15" y="19"/>
                  <a:pt x="15" y="16"/>
                  <a:pt x="15" y="14"/>
                </a:cubicBezTo>
                <a:cubicBezTo>
                  <a:pt x="14" y="11"/>
                  <a:pt x="12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1" y="0"/>
                  <a:pt x="3" y="0"/>
                  <a:pt x="4" y="0"/>
                </a:cubicBezTo>
                <a:cubicBezTo>
                  <a:pt x="21" y="0"/>
                  <a:pt x="39" y="0"/>
                  <a:pt x="56" y="0"/>
                </a:cubicBezTo>
                <a:cubicBezTo>
                  <a:pt x="62" y="0"/>
                  <a:pt x="68" y="1"/>
                  <a:pt x="73" y="1"/>
                </a:cubicBezTo>
                <a:cubicBezTo>
                  <a:pt x="98" y="4"/>
                  <a:pt x="113" y="26"/>
                  <a:pt x="106" y="50"/>
                </a:cubicBezTo>
                <a:cubicBezTo>
                  <a:pt x="102" y="64"/>
                  <a:pt x="93" y="73"/>
                  <a:pt x="78" y="76"/>
                </a:cubicBezTo>
                <a:cubicBezTo>
                  <a:pt x="70" y="77"/>
                  <a:pt x="63" y="77"/>
                  <a:pt x="55" y="78"/>
                </a:cubicBezTo>
                <a:cubicBezTo>
                  <a:pt x="48" y="78"/>
                  <a:pt x="41" y="78"/>
                  <a:pt x="33" y="78"/>
                </a:cubicBezTo>
                <a:close/>
                <a:moveTo>
                  <a:pt x="33" y="68"/>
                </a:moveTo>
                <a:cubicBezTo>
                  <a:pt x="45" y="67"/>
                  <a:pt x="56" y="68"/>
                  <a:pt x="67" y="67"/>
                </a:cubicBezTo>
                <a:cubicBezTo>
                  <a:pt x="76" y="66"/>
                  <a:pt x="82" y="60"/>
                  <a:pt x="85" y="52"/>
                </a:cubicBezTo>
                <a:cubicBezTo>
                  <a:pt x="89" y="45"/>
                  <a:pt x="89" y="37"/>
                  <a:pt x="87" y="29"/>
                </a:cubicBezTo>
                <a:cubicBezTo>
                  <a:pt x="84" y="19"/>
                  <a:pt x="78" y="12"/>
                  <a:pt x="66" y="11"/>
                </a:cubicBezTo>
                <a:cubicBezTo>
                  <a:pt x="56" y="11"/>
                  <a:pt x="45" y="11"/>
                  <a:pt x="34" y="11"/>
                </a:cubicBezTo>
                <a:cubicBezTo>
                  <a:pt x="34" y="11"/>
                  <a:pt x="34" y="11"/>
                  <a:pt x="33" y="11"/>
                </a:cubicBezTo>
                <a:cubicBezTo>
                  <a:pt x="33" y="30"/>
                  <a:pt x="33" y="48"/>
                  <a:pt x="33" y="6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F413D919-60AE-420A-8AA8-33CF72E6B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5017" y="689187"/>
            <a:ext cx="67859" cy="70140"/>
          </a:xfrm>
          <a:custGeom xmlns:a="http://schemas.openxmlformats.org/drawingml/2006/main">
            <a:gdLst>
              <a:gd name="T0" fmla="*/ 49 w 133"/>
              <a:gd name="T1" fmla="*/ 0 h 138"/>
              <a:gd name="T2" fmla="*/ 49 w 133"/>
              <a:gd name="T3" fmla="*/ 7 h 138"/>
              <a:gd name="T4" fmla="*/ 41 w 133"/>
              <a:gd name="T5" fmla="*/ 8 h 138"/>
              <a:gd name="T6" fmla="*/ 34 w 133"/>
              <a:gd name="T7" fmla="*/ 15 h 138"/>
              <a:gd name="T8" fmla="*/ 33 w 133"/>
              <a:gd name="T9" fmla="*/ 23 h 138"/>
              <a:gd name="T10" fmla="*/ 33 w 133"/>
              <a:gd name="T11" fmla="*/ 83 h 138"/>
              <a:gd name="T12" fmla="*/ 34 w 133"/>
              <a:gd name="T13" fmla="*/ 96 h 138"/>
              <a:gd name="T14" fmla="*/ 60 w 133"/>
              <a:gd name="T15" fmla="*/ 124 h 138"/>
              <a:gd name="T16" fmla="*/ 100 w 133"/>
              <a:gd name="T17" fmla="*/ 110 h 138"/>
              <a:gd name="T18" fmla="*/ 106 w 133"/>
              <a:gd name="T19" fmla="*/ 94 h 138"/>
              <a:gd name="T20" fmla="*/ 107 w 133"/>
              <a:gd name="T21" fmla="*/ 80 h 138"/>
              <a:gd name="T22" fmla="*/ 107 w 133"/>
              <a:gd name="T23" fmla="*/ 24 h 138"/>
              <a:gd name="T24" fmla="*/ 106 w 133"/>
              <a:gd name="T25" fmla="*/ 15 h 138"/>
              <a:gd name="T26" fmla="*/ 97 w 133"/>
              <a:gd name="T27" fmla="*/ 8 h 138"/>
              <a:gd name="T28" fmla="*/ 91 w 133"/>
              <a:gd name="T29" fmla="*/ 7 h 138"/>
              <a:gd name="T30" fmla="*/ 91 w 133"/>
              <a:gd name="T31" fmla="*/ 0 h 138"/>
              <a:gd name="T32" fmla="*/ 133 w 133"/>
              <a:gd name="T33" fmla="*/ 0 h 138"/>
              <a:gd name="T34" fmla="*/ 133 w 133"/>
              <a:gd name="T35" fmla="*/ 7 h 138"/>
              <a:gd name="T36" fmla="*/ 126 w 133"/>
              <a:gd name="T37" fmla="*/ 8 h 138"/>
              <a:gd name="T38" fmla="*/ 118 w 133"/>
              <a:gd name="T39" fmla="*/ 15 h 138"/>
              <a:gd name="T40" fmla="*/ 118 w 133"/>
              <a:gd name="T41" fmla="*/ 25 h 138"/>
              <a:gd name="T42" fmla="*/ 117 w 133"/>
              <a:gd name="T43" fmla="*/ 88 h 138"/>
              <a:gd name="T44" fmla="*/ 114 w 133"/>
              <a:gd name="T45" fmla="*/ 105 h 138"/>
              <a:gd name="T46" fmla="*/ 74 w 133"/>
              <a:gd name="T47" fmla="*/ 136 h 138"/>
              <a:gd name="T48" fmla="*/ 35 w 133"/>
              <a:gd name="T49" fmla="*/ 127 h 138"/>
              <a:gd name="T50" fmla="*/ 17 w 133"/>
              <a:gd name="T51" fmla="*/ 96 h 138"/>
              <a:gd name="T52" fmla="*/ 16 w 133"/>
              <a:gd name="T53" fmla="*/ 83 h 138"/>
              <a:gd name="T54" fmla="*/ 16 w 133"/>
              <a:gd name="T55" fmla="*/ 25 h 138"/>
              <a:gd name="T56" fmla="*/ 16 w 133"/>
              <a:gd name="T57" fmla="*/ 15 h 138"/>
              <a:gd name="T58" fmla="*/ 8 w 133"/>
              <a:gd name="T59" fmla="*/ 8 h 138"/>
              <a:gd name="T60" fmla="*/ 0 w 133"/>
              <a:gd name="T61" fmla="*/ 7 h 138"/>
              <a:gd name="T62" fmla="*/ 0 w 133"/>
              <a:gd name="T63" fmla="*/ 0 h 138"/>
              <a:gd name="T64" fmla="*/ 49 w 133"/>
              <a:gd name="T65" fmla="*/ 0 h 138"/>
            </a:gdLst>
            <a:rect l="0" t="0" r="r" b="b"/>
            <a:pathLst>
              <a:path w="133" h="138">
                <a:moveTo>
                  <a:pt x="49" y="0"/>
                </a:move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1" y="8"/>
                </a:cubicBezTo>
                <a:cubicBezTo>
                  <a:pt x="36" y="8"/>
                  <a:pt x="34" y="10"/>
                  <a:pt x="34" y="15"/>
                </a:cubicBezTo>
                <a:cubicBezTo>
                  <a:pt x="33" y="17"/>
                  <a:pt x="33" y="20"/>
                  <a:pt x="33" y="23"/>
                </a:cubicBezTo>
                <a:cubicBezTo>
                  <a:pt x="33" y="43"/>
                  <a:pt x="33" y="63"/>
                  <a:pt x="33" y="83"/>
                </a:cubicBezTo>
                <a:cubicBezTo>
                  <a:pt x="33" y="87"/>
                  <a:pt x="33" y="92"/>
                  <a:pt x="34" y="96"/>
                </a:cubicBezTo>
                <a:cubicBezTo>
                  <a:pt x="36" y="112"/>
                  <a:pt x="46" y="120"/>
                  <a:pt x="60" y="124"/>
                </a:cubicBezTo>
                <a:cubicBezTo>
                  <a:pt x="76" y="128"/>
                  <a:pt x="89" y="123"/>
                  <a:pt x="100" y="110"/>
                </a:cubicBezTo>
                <a:cubicBezTo>
                  <a:pt x="104" y="106"/>
                  <a:pt x="105" y="100"/>
                  <a:pt x="106" y="94"/>
                </a:cubicBezTo>
                <a:cubicBezTo>
                  <a:pt x="106" y="90"/>
                  <a:pt x="106" y="85"/>
                  <a:pt x="107" y="80"/>
                </a:cubicBezTo>
                <a:cubicBezTo>
                  <a:pt x="107" y="62"/>
                  <a:pt x="107" y="43"/>
                  <a:pt x="107" y="24"/>
                </a:cubicBezTo>
                <a:cubicBezTo>
                  <a:pt x="107" y="21"/>
                  <a:pt x="106" y="18"/>
                  <a:pt x="106" y="15"/>
                </a:cubicBezTo>
                <a:cubicBezTo>
                  <a:pt x="105" y="10"/>
                  <a:pt x="103" y="8"/>
                  <a:pt x="97" y="8"/>
                </a:cubicBezTo>
                <a:cubicBezTo>
                  <a:pt x="95" y="7"/>
                  <a:pt x="93" y="7"/>
                  <a:pt x="91" y="7"/>
                </a:cubicBezTo>
                <a:cubicBezTo>
                  <a:pt x="91" y="4"/>
                  <a:pt x="91" y="2"/>
                  <a:pt x="91" y="0"/>
                </a:cubicBezTo>
                <a:cubicBezTo>
                  <a:pt x="105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1" y="7"/>
                  <a:pt x="128" y="7"/>
                  <a:pt x="126" y="8"/>
                </a:cubicBezTo>
                <a:cubicBezTo>
                  <a:pt x="121" y="8"/>
                  <a:pt x="119" y="11"/>
                  <a:pt x="118" y="15"/>
                </a:cubicBezTo>
                <a:cubicBezTo>
                  <a:pt x="118" y="18"/>
                  <a:pt x="118" y="22"/>
                  <a:pt x="118" y="25"/>
                </a:cubicBezTo>
                <a:cubicBezTo>
                  <a:pt x="117" y="46"/>
                  <a:pt x="118" y="67"/>
                  <a:pt x="117" y="88"/>
                </a:cubicBezTo>
                <a:cubicBezTo>
                  <a:pt x="117" y="94"/>
                  <a:pt x="116" y="99"/>
                  <a:pt x="114" y="105"/>
                </a:cubicBezTo>
                <a:cubicBezTo>
                  <a:pt x="108" y="124"/>
                  <a:pt x="94" y="134"/>
                  <a:pt x="74" y="136"/>
                </a:cubicBezTo>
                <a:cubicBezTo>
                  <a:pt x="60" y="138"/>
                  <a:pt x="47" y="135"/>
                  <a:pt x="35" y="127"/>
                </a:cubicBezTo>
                <a:cubicBezTo>
                  <a:pt x="24" y="120"/>
                  <a:pt x="18" y="109"/>
                  <a:pt x="17" y="96"/>
                </a:cubicBezTo>
                <a:cubicBezTo>
                  <a:pt x="16" y="92"/>
                  <a:pt x="16" y="87"/>
                  <a:pt x="16" y="83"/>
                </a:cubicBezTo>
                <a:cubicBezTo>
                  <a:pt x="16" y="64"/>
                  <a:pt x="16" y="45"/>
                  <a:pt x="16" y="25"/>
                </a:cubicBezTo>
                <a:cubicBezTo>
                  <a:pt x="16" y="22"/>
                  <a:pt x="16" y="18"/>
                  <a:pt x="16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0F4BDF29-11DE-4595-8108-4B040545B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371" y="689187"/>
            <a:ext cx="67288" cy="69569"/>
          </a:xfrm>
          <a:custGeom xmlns:a="http://schemas.openxmlformats.org/drawingml/2006/main">
            <a:gdLst>
              <a:gd name="T0" fmla="*/ 73 w 133"/>
              <a:gd name="T1" fmla="*/ 137 h 137"/>
              <a:gd name="T2" fmla="*/ 64 w 133"/>
              <a:gd name="T3" fmla="*/ 137 h 137"/>
              <a:gd name="T4" fmla="*/ 58 w 133"/>
              <a:gd name="T5" fmla="*/ 133 h 137"/>
              <a:gd name="T6" fmla="*/ 39 w 133"/>
              <a:gd name="T7" fmla="*/ 80 h 137"/>
              <a:gd name="T8" fmla="*/ 17 w 133"/>
              <a:gd name="T9" fmla="*/ 23 h 137"/>
              <a:gd name="T10" fmla="*/ 13 w 133"/>
              <a:gd name="T11" fmla="*/ 14 h 137"/>
              <a:gd name="T12" fmla="*/ 4 w 133"/>
              <a:gd name="T13" fmla="*/ 7 h 137"/>
              <a:gd name="T14" fmla="*/ 0 w 133"/>
              <a:gd name="T15" fmla="*/ 7 h 137"/>
              <a:gd name="T16" fmla="*/ 0 w 133"/>
              <a:gd name="T17" fmla="*/ 0 h 137"/>
              <a:gd name="T18" fmla="*/ 47 w 133"/>
              <a:gd name="T19" fmla="*/ 0 h 137"/>
              <a:gd name="T20" fmla="*/ 47 w 133"/>
              <a:gd name="T21" fmla="*/ 7 h 137"/>
              <a:gd name="T22" fmla="*/ 39 w 133"/>
              <a:gd name="T23" fmla="*/ 8 h 137"/>
              <a:gd name="T24" fmla="*/ 34 w 133"/>
              <a:gd name="T25" fmla="*/ 15 h 137"/>
              <a:gd name="T26" fmla="*/ 35 w 133"/>
              <a:gd name="T27" fmla="*/ 20 h 137"/>
              <a:gd name="T28" fmla="*/ 68 w 133"/>
              <a:gd name="T29" fmla="*/ 112 h 137"/>
              <a:gd name="T30" fmla="*/ 70 w 133"/>
              <a:gd name="T31" fmla="*/ 116 h 137"/>
              <a:gd name="T32" fmla="*/ 72 w 133"/>
              <a:gd name="T33" fmla="*/ 113 h 137"/>
              <a:gd name="T34" fmla="*/ 106 w 133"/>
              <a:gd name="T35" fmla="*/ 18 h 137"/>
              <a:gd name="T36" fmla="*/ 106 w 133"/>
              <a:gd name="T37" fmla="*/ 16 h 137"/>
              <a:gd name="T38" fmla="*/ 101 w 133"/>
              <a:gd name="T39" fmla="*/ 7 h 137"/>
              <a:gd name="T40" fmla="*/ 94 w 133"/>
              <a:gd name="T41" fmla="*/ 7 h 137"/>
              <a:gd name="T42" fmla="*/ 94 w 133"/>
              <a:gd name="T43" fmla="*/ 0 h 137"/>
              <a:gd name="T44" fmla="*/ 133 w 133"/>
              <a:gd name="T45" fmla="*/ 0 h 137"/>
              <a:gd name="T46" fmla="*/ 133 w 133"/>
              <a:gd name="T47" fmla="*/ 7 h 137"/>
              <a:gd name="T48" fmla="*/ 130 w 133"/>
              <a:gd name="T49" fmla="*/ 7 h 137"/>
              <a:gd name="T50" fmla="*/ 119 w 133"/>
              <a:gd name="T51" fmla="*/ 16 h 137"/>
              <a:gd name="T52" fmla="*/ 110 w 133"/>
              <a:gd name="T53" fmla="*/ 38 h 137"/>
              <a:gd name="T54" fmla="*/ 74 w 133"/>
              <a:gd name="T55" fmla="*/ 133 h 137"/>
              <a:gd name="T56" fmla="*/ 73 w 133"/>
              <a:gd name="T57" fmla="*/ 137 h 137"/>
            </a:gdLst>
            <a:rect l="0" t="0" r="r" b="b"/>
            <a:pathLst>
              <a:path w="133" h="137">
                <a:moveTo>
                  <a:pt x="73" y="137"/>
                </a:moveTo>
                <a:cubicBezTo>
                  <a:pt x="69" y="137"/>
                  <a:pt x="66" y="137"/>
                  <a:pt x="64" y="137"/>
                </a:cubicBezTo>
                <a:cubicBezTo>
                  <a:pt x="61" y="137"/>
                  <a:pt x="59" y="136"/>
                  <a:pt x="58" y="133"/>
                </a:cubicBezTo>
                <a:cubicBezTo>
                  <a:pt x="52" y="115"/>
                  <a:pt x="45" y="98"/>
                  <a:pt x="39" y="80"/>
                </a:cubicBezTo>
                <a:cubicBezTo>
                  <a:pt x="31" y="61"/>
                  <a:pt x="24" y="42"/>
                  <a:pt x="17" y="23"/>
                </a:cubicBezTo>
                <a:cubicBezTo>
                  <a:pt x="16" y="20"/>
                  <a:pt x="15" y="17"/>
                  <a:pt x="13" y="14"/>
                </a:cubicBezTo>
                <a:cubicBezTo>
                  <a:pt x="11" y="10"/>
                  <a:pt x="8" y="8"/>
                  <a:pt x="4" y="7"/>
                </a:cubicBezTo>
                <a:cubicBezTo>
                  <a:pt x="3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7" y="0"/>
                </a:cubicBezTo>
                <a:cubicBezTo>
                  <a:pt x="47" y="2"/>
                  <a:pt x="47" y="4"/>
                  <a:pt x="47" y="7"/>
                </a:cubicBezTo>
                <a:cubicBezTo>
                  <a:pt x="44" y="7"/>
                  <a:pt x="42" y="7"/>
                  <a:pt x="39" y="8"/>
                </a:cubicBezTo>
                <a:cubicBezTo>
                  <a:pt x="34" y="8"/>
                  <a:pt x="33" y="10"/>
                  <a:pt x="34" y="15"/>
                </a:cubicBezTo>
                <a:cubicBezTo>
                  <a:pt x="34" y="17"/>
                  <a:pt x="35" y="19"/>
                  <a:pt x="35" y="20"/>
                </a:cubicBezTo>
                <a:cubicBezTo>
                  <a:pt x="46" y="51"/>
                  <a:pt x="57" y="81"/>
                  <a:pt x="68" y="112"/>
                </a:cubicBezTo>
                <a:cubicBezTo>
                  <a:pt x="69" y="113"/>
                  <a:pt x="69" y="114"/>
                  <a:pt x="70" y="116"/>
                </a:cubicBezTo>
                <a:cubicBezTo>
                  <a:pt x="71" y="114"/>
                  <a:pt x="71" y="113"/>
                  <a:pt x="72" y="113"/>
                </a:cubicBezTo>
                <a:cubicBezTo>
                  <a:pt x="83" y="81"/>
                  <a:pt x="94" y="50"/>
                  <a:pt x="106" y="18"/>
                </a:cubicBezTo>
                <a:cubicBezTo>
                  <a:pt x="106" y="17"/>
                  <a:pt x="106" y="17"/>
                  <a:pt x="106" y="16"/>
                </a:cubicBezTo>
                <a:cubicBezTo>
                  <a:pt x="107" y="10"/>
                  <a:pt x="106" y="8"/>
                  <a:pt x="101" y="7"/>
                </a:cubicBezTo>
                <a:cubicBezTo>
                  <a:pt x="98" y="7"/>
                  <a:pt x="96" y="7"/>
                  <a:pt x="94" y="7"/>
                </a:cubicBezTo>
                <a:cubicBezTo>
                  <a:pt x="94" y="4"/>
                  <a:pt x="94" y="2"/>
                  <a:pt x="94" y="0"/>
                </a:cubicBezTo>
                <a:cubicBezTo>
                  <a:pt x="106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2" y="7"/>
                  <a:pt x="131" y="7"/>
                  <a:pt x="130" y="7"/>
                </a:cubicBezTo>
                <a:cubicBezTo>
                  <a:pt x="124" y="8"/>
                  <a:pt x="121" y="11"/>
                  <a:pt x="119" y="16"/>
                </a:cubicBezTo>
                <a:cubicBezTo>
                  <a:pt x="116" y="24"/>
                  <a:pt x="113" y="31"/>
                  <a:pt x="110" y="38"/>
                </a:cubicBezTo>
                <a:cubicBezTo>
                  <a:pt x="98" y="70"/>
                  <a:pt x="86" y="101"/>
                  <a:pt x="74" y="133"/>
                </a:cubicBezTo>
                <a:cubicBezTo>
                  <a:pt x="74" y="134"/>
                  <a:pt x="73" y="135"/>
                  <a:pt x="73" y="13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7B20DA82-FA46-4F2C-971E-6883F45FA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6484" y="689187"/>
            <a:ext cx="61016" cy="68429"/>
          </a:xfrm>
          <a:custGeom xmlns:a="http://schemas.openxmlformats.org/drawingml/2006/main">
            <a:gdLst>
              <a:gd name="T0" fmla="*/ 85 w 120"/>
              <a:gd name="T1" fmla="*/ 127 h 135"/>
              <a:gd name="T2" fmla="*/ 85 w 120"/>
              <a:gd name="T3" fmla="*/ 134 h 135"/>
              <a:gd name="T4" fmla="*/ 35 w 120"/>
              <a:gd name="T5" fmla="*/ 134 h 135"/>
              <a:gd name="T6" fmla="*/ 35 w 120"/>
              <a:gd name="T7" fmla="*/ 127 h 135"/>
              <a:gd name="T8" fmla="*/ 44 w 120"/>
              <a:gd name="T9" fmla="*/ 126 h 135"/>
              <a:gd name="T10" fmla="*/ 50 w 120"/>
              <a:gd name="T11" fmla="*/ 120 h 135"/>
              <a:gd name="T12" fmla="*/ 51 w 120"/>
              <a:gd name="T13" fmla="*/ 113 h 135"/>
              <a:gd name="T14" fmla="*/ 51 w 120"/>
              <a:gd name="T15" fmla="*/ 85 h 135"/>
              <a:gd name="T16" fmla="*/ 50 w 120"/>
              <a:gd name="T17" fmla="*/ 79 h 135"/>
              <a:gd name="T18" fmla="*/ 17 w 120"/>
              <a:gd name="T19" fmla="*/ 19 h 135"/>
              <a:gd name="T20" fmla="*/ 15 w 120"/>
              <a:gd name="T21" fmla="*/ 15 h 135"/>
              <a:gd name="T22" fmla="*/ 3 w 120"/>
              <a:gd name="T23" fmla="*/ 7 h 135"/>
              <a:gd name="T24" fmla="*/ 0 w 120"/>
              <a:gd name="T25" fmla="*/ 7 h 135"/>
              <a:gd name="T26" fmla="*/ 0 w 120"/>
              <a:gd name="T27" fmla="*/ 0 h 135"/>
              <a:gd name="T28" fmla="*/ 48 w 120"/>
              <a:gd name="T29" fmla="*/ 0 h 135"/>
              <a:gd name="T30" fmla="*/ 48 w 120"/>
              <a:gd name="T31" fmla="*/ 7 h 135"/>
              <a:gd name="T32" fmla="*/ 40 w 120"/>
              <a:gd name="T33" fmla="*/ 7 h 135"/>
              <a:gd name="T34" fmla="*/ 36 w 120"/>
              <a:gd name="T35" fmla="*/ 14 h 135"/>
              <a:gd name="T36" fmla="*/ 37 w 120"/>
              <a:gd name="T37" fmla="*/ 18 h 135"/>
              <a:gd name="T38" fmla="*/ 61 w 120"/>
              <a:gd name="T39" fmla="*/ 64 h 135"/>
              <a:gd name="T40" fmla="*/ 63 w 120"/>
              <a:gd name="T41" fmla="*/ 68 h 135"/>
              <a:gd name="T42" fmla="*/ 66 w 120"/>
              <a:gd name="T43" fmla="*/ 64 h 135"/>
              <a:gd name="T44" fmla="*/ 91 w 120"/>
              <a:gd name="T45" fmla="*/ 18 h 135"/>
              <a:gd name="T46" fmla="*/ 93 w 120"/>
              <a:gd name="T47" fmla="*/ 12 h 135"/>
              <a:gd name="T48" fmla="*/ 90 w 120"/>
              <a:gd name="T49" fmla="*/ 8 h 135"/>
              <a:gd name="T50" fmla="*/ 81 w 120"/>
              <a:gd name="T51" fmla="*/ 7 h 135"/>
              <a:gd name="T52" fmla="*/ 81 w 120"/>
              <a:gd name="T53" fmla="*/ 0 h 135"/>
              <a:gd name="T54" fmla="*/ 120 w 120"/>
              <a:gd name="T55" fmla="*/ 0 h 135"/>
              <a:gd name="T56" fmla="*/ 120 w 120"/>
              <a:gd name="T57" fmla="*/ 7 h 135"/>
              <a:gd name="T58" fmla="*/ 115 w 120"/>
              <a:gd name="T59" fmla="*/ 8 h 135"/>
              <a:gd name="T60" fmla="*/ 108 w 120"/>
              <a:gd name="T61" fmla="*/ 12 h 135"/>
              <a:gd name="T62" fmla="*/ 103 w 120"/>
              <a:gd name="T63" fmla="*/ 19 h 135"/>
              <a:gd name="T64" fmla="*/ 71 w 120"/>
              <a:gd name="T65" fmla="*/ 75 h 135"/>
              <a:gd name="T66" fmla="*/ 69 w 120"/>
              <a:gd name="T67" fmla="*/ 82 h 135"/>
              <a:gd name="T68" fmla="*/ 69 w 120"/>
              <a:gd name="T69" fmla="*/ 111 h 135"/>
              <a:gd name="T70" fmla="*/ 69 w 120"/>
              <a:gd name="T71" fmla="*/ 118 h 135"/>
              <a:gd name="T72" fmla="*/ 77 w 120"/>
              <a:gd name="T73" fmla="*/ 126 h 135"/>
              <a:gd name="T74" fmla="*/ 85 w 120"/>
              <a:gd name="T75" fmla="*/ 127 h 135"/>
            </a:gdLst>
            <a:rect l="0" t="0" r="r" b="b"/>
            <a:pathLst>
              <a:path w="120" h="135">
                <a:moveTo>
                  <a:pt x="85" y="127"/>
                </a:moveTo>
                <a:cubicBezTo>
                  <a:pt x="85" y="130"/>
                  <a:pt x="85" y="132"/>
                  <a:pt x="85" y="134"/>
                </a:cubicBezTo>
                <a:cubicBezTo>
                  <a:pt x="81" y="135"/>
                  <a:pt x="44" y="135"/>
                  <a:pt x="35" y="134"/>
                </a:cubicBezTo>
                <a:cubicBezTo>
                  <a:pt x="35" y="132"/>
                  <a:pt x="35" y="130"/>
                  <a:pt x="35" y="127"/>
                </a:cubicBezTo>
                <a:cubicBezTo>
                  <a:pt x="38" y="127"/>
                  <a:pt x="41" y="126"/>
                  <a:pt x="44" y="126"/>
                </a:cubicBezTo>
                <a:cubicBezTo>
                  <a:pt x="48" y="126"/>
                  <a:pt x="50" y="124"/>
                  <a:pt x="50" y="120"/>
                </a:cubicBezTo>
                <a:cubicBezTo>
                  <a:pt x="51" y="118"/>
                  <a:pt x="51" y="115"/>
                  <a:pt x="51" y="113"/>
                </a:cubicBezTo>
                <a:cubicBezTo>
                  <a:pt x="51" y="104"/>
                  <a:pt x="51" y="95"/>
                  <a:pt x="51" y="85"/>
                </a:cubicBezTo>
                <a:cubicBezTo>
                  <a:pt x="51" y="83"/>
                  <a:pt x="51" y="81"/>
                  <a:pt x="50" y="79"/>
                </a:cubicBezTo>
                <a:cubicBezTo>
                  <a:pt x="39" y="59"/>
                  <a:pt x="28" y="39"/>
                  <a:pt x="17" y="19"/>
                </a:cubicBezTo>
                <a:cubicBezTo>
                  <a:pt x="16" y="17"/>
                  <a:pt x="15" y="16"/>
                  <a:pt x="15" y="15"/>
                </a:cubicBezTo>
                <a:cubicBezTo>
                  <a:pt x="12" y="10"/>
                  <a:pt x="9" y="7"/>
                  <a:pt x="3" y="7"/>
                </a:cubicBezTo>
                <a:cubicBezTo>
                  <a:pt x="2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8" y="0"/>
                </a:cubicBezTo>
                <a:cubicBezTo>
                  <a:pt x="48" y="2"/>
                  <a:pt x="48" y="4"/>
                  <a:pt x="48" y="7"/>
                </a:cubicBezTo>
                <a:cubicBezTo>
                  <a:pt x="45" y="7"/>
                  <a:pt x="42" y="7"/>
                  <a:pt x="40" y="7"/>
                </a:cubicBezTo>
                <a:cubicBezTo>
                  <a:pt x="35" y="8"/>
                  <a:pt x="34" y="10"/>
                  <a:pt x="36" y="14"/>
                </a:cubicBezTo>
                <a:cubicBezTo>
                  <a:pt x="36" y="15"/>
                  <a:pt x="37" y="17"/>
                  <a:pt x="37" y="18"/>
                </a:cubicBezTo>
                <a:cubicBezTo>
                  <a:pt x="45" y="33"/>
                  <a:pt x="53" y="49"/>
                  <a:pt x="61" y="64"/>
                </a:cubicBezTo>
                <a:cubicBezTo>
                  <a:pt x="61" y="65"/>
                  <a:pt x="62" y="66"/>
                  <a:pt x="63" y="68"/>
                </a:cubicBezTo>
                <a:cubicBezTo>
                  <a:pt x="64" y="66"/>
                  <a:pt x="65" y="65"/>
                  <a:pt x="66" y="64"/>
                </a:cubicBezTo>
                <a:cubicBezTo>
                  <a:pt x="74" y="49"/>
                  <a:pt x="82" y="34"/>
                  <a:pt x="91" y="18"/>
                </a:cubicBezTo>
                <a:cubicBezTo>
                  <a:pt x="92" y="16"/>
                  <a:pt x="93" y="14"/>
                  <a:pt x="93" y="12"/>
                </a:cubicBezTo>
                <a:cubicBezTo>
                  <a:pt x="94" y="9"/>
                  <a:pt x="93" y="8"/>
                  <a:pt x="90" y="8"/>
                </a:cubicBezTo>
                <a:cubicBezTo>
                  <a:pt x="87" y="7"/>
                  <a:pt x="85" y="7"/>
                  <a:pt x="81" y="7"/>
                </a:cubicBezTo>
                <a:cubicBezTo>
                  <a:pt x="81" y="4"/>
                  <a:pt x="81" y="2"/>
                  <a:pt x="81" y="0"/>
                </a:cubicBezTo>
                <a:cubicBezTo>
                  <a:pt x="94" y="0"/>
                  <a:pt x="107" y="0"/>
                  <a:pt x="120" y="0"/>
                </a:cubicBezTo>
                <a:cubicBezTo>
                  <a:pt x="120" y="2"/>
                  <a:pt x="120" y="4"/>
                  <a:pt x="120" y="7"/>
                </a:cubicBezTo>
                <a:cubicBezTo>
                  <a:pt x="119" y="7"/>
                  <a:pt x="117" y="7"/>
                  <a:pt x="115" y="8"/>
                </a:cubicBezTo>
                <a:cubicBezTo>
                  <a:pt x="112" y="8"/>
                  <a:pt x="109" y="9"/>
                  <a:pt x="108" y="12"/>
                </a:cubicBezTo>
                <a:cubicBezTo>
                  <a:pt x="106" y="14"/>
                  <a:pt x="104" y="17"/>
                  <a:pt x="103" y="19"/>
                </a:cubicBezTo>
                <a:cubicBezTo>
                  <a:pt x="92" y="38"/>
                  <a:pt x="81" y="56"/>
                  <a:pt x="71" y="75"/>
                </a:cubicBezTo>
                <a:cubicBezTo>
                  <a:pt x="69" y="77"/>
                  <a:pt x="68" y="80"/>
                  <a:pt x="69" y="82"/>
                </a:cubicBezTo>
                <a:cubicBezTo>
                  <a:pt x="69" y="92"/>
                  <a:pt x="69" y="102"/>
                  <a:pt x="69" y="111"/>
                </a:cubicBezTo>
                <a:cubicBezTo>
                  <a:pt x="69" y="114"/>
                  <a:pt x="69" y="116"/>
                  <a:pt x="69" y="118"/>
                </a:cubicBezTo>
                <a:cubicBezTo>
                  <a:pt x="70" y="124"/>
                  <a:pt x="71" y="125"/>
                  <a:pt x="77" y="126"/>
                </a:cubicBezTo>
                <a:cubicBezTo>
                  <a:pt x="80" y="126"/>
                  <a:pt x="82" y="127"/>
                  <a:pt x="85" y="12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E13F78A1-F0B3-4FB2-9661-8ADE581B0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749" y="686906"/>
            <a:ext cx="58735" cy="70140"/>
          </a:xfrm>
          <a:custGeom xmlns:a="http://schemas.openxmlformats.org/drawingml/2006/main">
            <a:gdLst>
              <a:gd name="T0" fmla="*/ 108 w 116"/>
              <a:gd name="T1" fmla="*/ 42 h 139"/>
              <a:gd name="T2" fmla="*/ 102 w 116"/>
              <a:gd name="T3" fmla="*/ 29 h 139"/>
              <a:gd name="T4" fmla="*/ 72 w 116"/>
              <a:gd name="T5" fmla="*/ 14 h 139"/>
              <a:gd name="T6" fmla="*/ 67 w 116"/>
              <a:gd name="T7" fmla="*/ 18 h 139"/>
              <a:gd name="T8" fmla="*/ 66 w 116"/>
              <a:gd name="T9" fmla="*/ 24 h 139"/>
              <a:gd name="T10" fmla="*/ 66 w 116"/>
              <a:gd name="T11" fmla="*/ 115 h 139"/>
              <a:gd name="T12" fmla="*/ 67 w 116"/>
              <a:gd name="T13" fmla="*/ 123 h 139"/>
              <a:gd name="T14" fmla="*/ 75 w 116"/>
              <a:gd name="T15" fmla="*/ 131 h 139"/>
              <a:gd name="T16" fmla="*/ 83 w 116"/>
              <a:gd name="T17" fmla="*/ 132 h 139"/>
              <a:gd name="T18" fmla="*/ 83 w 116"/>
              <a:gd name="T19" fmla="*/ 139 h 139"/>
              <a:gd name="T20" fmla="*/ 33 w 116"/>
              <a:gd name="T21" fmla="*/ 139 h 139"/>
              <a:gd name="T22" fmla="*/ 33 w 116"/>
              <a:gd name="T23" fmla="*/ 132 h 139"/>
              <a:gd name="T24" fmla="*/ 41 w 116"/>
              <a:gd name="T25" fmla="*/ 131 h 139"/>
              <a:gd name="T26" fmla="*/ 49 w 116"/>
              <a:gd name="T27" fmla="*/ 123 h 139"/>
              <a:gd name="T28" fmla="*/ 49 w 116"/>
              <a:gd name="T29" fmla="*/ 118 h 139"/>
              <a:gd name="T30" fmla="*/ 49 w 116"/>
              <a:gd name="T31" fmla="*/ 22 h 139"/>
              <a:gd name="T32" fmla="*/ 41 w 116"/>
              <a:gd name="T33" fmla="*/ 14 h 139"/>
              <a:gd name="T34" fmla="*/ 32 w 116"/>
              <a:gd name="T35" fmla="*/ 15 h 139"/>
              <a:gd name="T36" fmla="*/ 18 w 116"/>
              <a:gd name="T37" fmla="*/ 23 h 139"/>
              <a:gd name="T38" fmla="*/ 11 w 116"/>
              <a:gd name="T39" fmla="*/ 36 h 139"/>
              <a:gd name="T40" fmla="*/ 8 w 116"/>
              <a:gd name="T41" fmla="*/ 42 h 139"/>
              <a:gd name="T42" fmla="*/ 0 w 116"/>
              <a:gd name="T43" fmla="*/ 39 h 139"/>
              <a:gd name="T44" fmla="*/ 13 w 116"/>
              <a:gd name="T45" fmla="*/ 0 h 139"/>
              <a:gd name="T46" fmla="*/ 19 w 116"/>
              <a:gd name="T47" fmla="*/ 0 h 139"/>
              <a:gd name="T48" fmla="*/ 21 w 116"/>
              <a:gd name="T49" fmla="*/ 4 h 139"/>
              <a:gd name="T50" fmla="*/ 95 w 116"/>
              <a:gd name="T51" fmla="*/ 4 h 139"/>
              <a:gd name="T52" fmla="*/ 97 w 116"/>
              <a:gd name="T53" fmla="*/ 0 h 139"/>
              <a:gd name="T54" fmla="*/ 103 w 116"/>
              <a:gd name="T55" fmla="*/ 0 h 139"/>
              <a:gd name="T56" fmla="*/ 116 w 116"/>
              <a:gd name="T57" fmla="*/ 39 h 139"/>
              <a:gd name="T58" fmla="*/ 108 w 116"/>
              <a:gd name="T59" fmla="*/ 42 h 139"/>
            </a:gdLst>
            <a:rect l="0" t="0" r="r" b="b"/>
            <a:pathLst>
              <a:path w="116" h="139">
                <a:moveTo>
                  <a:pt x="108" y="42"/>
                </a:moveTo>
                <a:cubicBezTo>
                  <a:pt x="106" y="37"/>
                  <a:pt x="104" y="33"/>
                  <a:pt x="102" y="29"/>
                </a:cubicBezTo>
                <a:cubicBezTo>
                  <a:pt x="96" y="17"/>
                  <a:pt x="85" y="13"/>
                  <a:pt x="72" y="14"/>
                </a:cubicBezTo>
                <a:cubicBezTo>
                  <a:pt x="68" y="14"/>
                  <a:pt x="67" y="15"/>
                  <a:pt x="67" y="18"/>
                </a:cubicBezTo>
                <a:cubicBezTo>
                  <a:pt x="66" y="20"/>
                  <a:pt x="66" y="22"/>
                  <a:pt x="66" y="24"/>
                </a:cubicBezTo>
                <a:cubicBezTo>
                  <a:pt x="66" y="54"/>
                  <a:pt x="66" y="85"/>
                  <a:pt x="66" y="115"/>
                </a:cubicBezTo>
                <a:cubicBezTo>
                  <a:pt x="66" y="118"/>
                  <a:pt x="67" y="120"/>
                  <a:pt x="67" y="123"/>
                </a:cubicBezTo>
                <a:cubicBezTo>
                  <a:pt x="68" y="128"/>
                  <a:pt x="70" y="130"/>
                  <a:pt x="75" y="131"/>
                </a:cubicBezTo>
                <a:cubicBezTo>
                  <a:pt x="78" y="131"/>
                  <a:pt x="80" y="132"/>
                  <a:pt x="83" y="132"/>
                </a:cubicBezTo>
                <a:cubicBezTo>
                  <a:pt x="83" y="134"/>
                  <a:pt x="83" y="137"/>
                  <a:pt x="83" y="139"/>
                </a:cubicBezTo>
                <a:cubicBezTo>
                  <a:pt x="66" y="139"/>
                  <a:pt x="50" y="139"/>
                  <a:pt x="33" y="139"/>
                </a:cubicBezTo>
                <a:cubicBezTo>
                  <a:pt x="33" y="137"/>
                  <a:pt x="33" y="135"/>
                  <a:pt x="33" y="132"/>
                </a:cubicBezTo>
                <a:cubicBezTo>
                  <a:pt x="36" y="132"/>
                  <a:pt x="39" y="131"/>
                  <a:pt x="41" y="131"/>
                </a:cubicBezTo>
                <a:cubicBezTo>
                  <a:pt x="47" y="130"/>
                  <a:pt x="49" y="128"/>
                  <a:pt x="49" y="123"/>
                </a:cubicBezTo>
                <a:cubicBezTo>
                  <a:pt x="49" y="121"/>
                  <a:pt x="49" y="120"/>
                  <a:pt x="49" y="118"/>
                </a:cubicBezTo>
                <a:cubicBezTo>
                  <a:pt x="49" y="86"/>
                  <a:pt x="49" y="54"/>
                  <a:pt x="49" y="22"/>
                </a:cubicBezTo>
                <a:cubicBezTo>
                  <a:pt x="49" y="14"/>
                  <a:pt x="49" y="13"/>
                  <a:pt x="41" y="14"/>
                </a:cubicBezTo>
                <a:cubicBezTo>
                  <a:pt x="38" y="14"/>
                  <a:pt x="35" y="14"/>
                  <a:pt x="32" y="15"/>
                </a:cubicBezTo>
                <a:cubicBezTo>
                  <a:pt x="26" y="16"/>
                  <a:pt x="21" y="18"/>
                  <a:pt x="18" y="23"/>
                </a:cubicBezTo>
                <a:cubicBezTo>
                  <a:pt x="15" y="27"/>
                  <a:pt x="13" y="32"/>
                  <a:pt x="11" y="36"/>
                </a:cubicBezTo>
                <a:cubicBezTo>
                  <a:pt x="10" y="38"/>
                  <a:pt x="9" y="40"/>
                  <a:pt x="8" y="42"/>
                </a:cubicBezTo>
                <a:cubicBezTo>
                  <a:pt x="5" y="41"/>
                  <a:pt x="3" y="40"/>
                  <a:pt x="0" y="39"/>
                </a:cubicBezTo>
                <a:cubicBezTo>
                  <a:pt x="5" y="26"/>
                  <a:pt x="9" y="13"/>
                  <a:pt x="13" y="0"/>
                </a:cubicBezTo>
                <a:cubicBezTo>
                  <a:pt x="15" y="0"/>
                  <a:pt x="17" y="0"/>
                  <a:pt x="19" y="0"/>
                </a:cubicBezTo>
                <a:cubicBezTo>
                  <a:pt x="20" y="1"/>
                  <a:pt x="20" y="3"/>
                  <a:pt x="21" y="4"/>
                </a:cubicBezTo>
                <a:cubicBezTo>
                  <a:pt x="46" y="4"/>
                  <a:pt x="70" y="4"/>
                  <a:pt x="95" y="4"/>
                </a:cubicBezTo>
                <a:cubicBezTo>
                  <a:pt x="95" y="3"/>
                  <a:pt x="96" y="1"/>
                  <a:pt x="97" y="0"/>
                </a:cubicBezTo>
                <a:cubicBezTo>
                  <a:pt x="98" y="0"/>
                  <a:pt x="100" y="0"/>
                  <a:pt x="103" y="0"/>
                </a:cubicBezTo>
                <a:cubicBezTo>
                  <a:pt x="107" y="13"/>
                  <a:pt x="112" y="26"/>
                  <a:pt x="116" y="39"/>
                </a:cubicBezTo>
                <a:cubicBezTo>
                  <a:pt x="113" y="40"/>
                  <a:pt x="111" y="41"/>
                  <a:pt x="108" y="42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3" name="Freeform 33">
            <a:extLst xmlns:a="http://schemas.openxmlformats.org/drawingml/2006/main">
              <a:ext uri="{FF2B5EF4-FFF2-40B4-BE49-F238E27FC236}">
                <a16:creationId xmlns:a16="http://schemas.microsoft.com/office/drawing/2014/main" id="{DB1BE4CC-188D-4F0B-981A-6F6181BF5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1440" y="689187"/>
            <a:ext cx="25090" cy="67859"/>
          </a:xfrm>
          <a:custGeom xmlns:a="http://schemas.openxmlformats.org/drawingml/2006/main">
            <a:gdLst>
              <a:gd name="T0" fmla="*/ 0 w 50"/>
              <a:gd name="T1" fmla="*/ 134 h 134"/>
              <a:gd name="T2" fmla="*/ 0 w 50"/>
              <a:gd name="T3" fmla="*/ 127 h 134"/>
              <a:gd name="T4" fmla="*/ 9 w 50"/>
              <a:gd name="T5" fmla="*/ 126 h 134"/>
              <a:gd name="T6" fmla="*/ 16 w 50"/>
              <a:gd name="T7" fmla="*/ 119 h 134"/>
              <a:gd name="T8" fmla="*/ 16 w 50"/>
              <a:gd name="T9" fmla="*/ 113 h 134"/>
              <a:gd name="T10" fmla="*/ 16 w 50"/>
              <a:gd name="T11" fmla="*/ 21 h 134"/>
              <a:gd name="T12" fmla="*/ 16 w 50"/>
              <a:gd name="T13" fmla="*/ 13 h 134"/>
              <a:gd name="T14" fmla="*/ 9 w 50"/>
              <a:gd name="T15" fmla="*/ 8 h 134"/>
              <a:gd name="T16" fmla="*/ 1 w 50"/>
              <a:gd name="T17" fmla="*/ 7 h 134"/>
              <a:gd name="T18" fmla="*/ 1 w 50"/>
              <a:gd name="T19" fmla="*/ 0 h 134"/>
              <a:gd name="T20" fmla="*/ 49 w 50"/>
              <a:gd name="T21" fmla="*/ 0 h 134"/>
              <a:gd name="T22" fmla="*/ 49 w 50"/>
              <a:gd name="T23" fmla="*/ 7 h 134"/>
              <a:gd name="T24" fmla="*/ 42 w 50"/>
              <a:gd name="T25" fmla="*/ 8 h 134"/>
              <a:gd name="T26" fmla="*/ 34 w 50"/>
              <a:gd name="T27" fmla="*/ 15 h 134"/>
              <a:gd name="T28" fmla="*/ 33 w 50"/>
              <a:gd name="T29" fmla="*/ 23 h 134"/>
              <a:gd name="T30" fmla="*/ 33 w 50"/>
              <a:gd name="T31" fmla="*/ 113 h 134"/>
              <a:gd name="T32" fmla="*/ 46 w 50"/>
              <a:gd name="T33" fmla="*/ 127 h 134"/>
              <a:gd name="T34" fmla="*/ 49 w 50"/>
              <a:gd name="T35" fmla="*/ 127 h 134"/>
              <a:gd name="T36" fmla="*/ 50 w 50"/>
              <a:gd name="T37" fmla="*/ 131 h 134"/>
              <a:gd name="T38" fmla="*/ 49 w 50"/>
              <a:gd name="T39" fmla="*/ 134 h 134"/>
              <a:gd name="T40" fmla="*/ 0 w 50"/>
              <a:gd name="T41" fmla="*/ 134 h 134"/>
            </a:gdLst>
            <a:rect l="0" t="0" r="r" b="b"/>
            <a:pathLst>
              <a:path w="50" h="134">
                <a:moveTo>
                  <a:pt x="0" y="134"/>
                </a:move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9" y="126"/>
                </a:cubicBezTo>
                <a:cubicBezTo>
                  <a:pt x="13" y="125"/>
                  <a:pt x="15" y="124"/>
                  <a:pt x="16" y="119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18"/>
                  <a:pt x="16" y="16"/>
                  <a:pt x="16" y="13"/>
                </a:cubicBezTo>
                <a:cubicBezTo>
                  <a:pt x="15" y="10"/>
                  <a:pt x="13" y="8"/>
                  <a:pt x="9" y="8"/>
                </a:cubicBezTo>
                <a:cubicBezTo>
                  <a:pt x="6" y="7"/>
                  <a:pt x="4" y="7"/>
                  <a:pt x="1" y="7"/>
                </a:cubicBezTo>
                <a:cubicBezTo>
                  <a:pt x="1" y="4"/>
                  <a:pt x="1" y="2"/>
                  <a:pt x="1" y="0"/>
                </a:cubicBezTo>
                <a:cubicBezTo>
                  <a:pt x="17" y="0"/>
                  <a:pt x="33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7" y="7"/>
                  <a:pt x="44" y="7"/>
                  <a:pt x="42" y="8"/>
                </a:cubicBezTo>
                <a:cubicBezTo>
                  <a:pt x="38" y="8"/>
                  <a:pt x="35" y="10"/>
                  <a:pt x="34" y="15"/>
                </a:cubicBezTo>
                <a:cubicBezTo>
                  <a:pt x="34" y="17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6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8"/>
                  <a:pt x="50" y="129"/>
                  <a:pt x="50" y="131"/>
                </a:cubicBezTo>
                <a:cubicBezTo>
                  <a:pt x="50" y="132"/>
                  <a:pt x="49" y="133"/>
                  <a:pt x="49" y="134"/>
                </a:cubicBezTo>
                <a:cubicBezTo>
                  <a:pt x="33" y="134"/>
                  <a:pt x="17" y="134"/>
                  <a:pt x="0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4" name="Freeform 34">
            <a:extLst xmlns:a="http://schemas.openxmlformats.org/drawingml/2006/main">
              <a:ext uri="{FF2B5EF4-FFF2-40B4-BE49-F238E27FC236}">
                <a16:creationId xmlns:a16="http://schemas.microsoft.com/office/drawing/2014/main" id="{A58B9875-C7D2-4A2F-BFDB-DF7284557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237" y="689187"/>
            <a:ext cx="24520" cy="68429"/>
          </a:xfrm>
          <a:custGeom xmlns:a="http://schemas.openxmlformats.org/drawingml/2006/main">
            <a:gdLst>
              <a:gd name="T0" fmla="*/ 0 w 49"/>
              <a:gd name="T1" fmla="*/ 7 h 135"/>
              <a:gd name="T2" fmla="*/ 0 w 49"/>
              <a:gd name="T3" fmla="*/ 0 h 135"/>
              <a:gd name="T4" fmla="*/ 49 w 49"/>
              <a:gd name="T5" fmla="*/ 0 h 135"/>
              <a:gd name="T6" fmla="*/ 49 w 49"/>
              <a:gd name="T7" fmla="*/ 7 h 135"/>
              <a:gd name="T8" fmla="*/ 42 w 49"/>
              <a:gd name="T9" fmla="*/ 8 h 135"/>
              <a:gd name="T10" fmla="*/ 34 w 49"/>
              <a:gd name="T11" fmla="*/ 15 h 135"/>
              <a:gd name="T12" fmla="*/ 33 w 49"/>
              <a:gd name="T13" fmla="*/ 23 h 135"/>
              <a:gd name="T14" fmla="*/ 33 w 49"/>
              <a:gd name="T15" fmla="*/ 113 h 135"/>
              <a:gd name="T16" fmla="*/ 46 w 49"/>
              <a:gd name="T17" fmla="*/ 127 h 135"/>
              <a:gd name="T18" fmla="*/ 49 w 49"/>
              <a:gd name="T19" fmla="*/ 127 h 135"/>
              <a:gd name="T20" fmla="*/ 49 w 49"/>
              <a:gd name="T21" fmla="*/ 134 h 135"/>
              <a:gd name="T22" fmla="*/ 0 w 49"/>
              <a:gd name="T23" fmla="*/ 134 h 135"/>
              <a:gd name="T24" fmla="*/ 0 w 49"/>
              <a:gd name="T25" fmla="*/ 127 h 135"/>
              <a:gd name="T26" fmla="*/ 7 w 49"/>
              <a:gd name="T27" fmla="*/ 126 h 135"/>
              <a:gd name="T28" fmla="*/ 16 w 49"/>
              <a:gd name="T29" fmla="*/ 118 h 135"/>
              <a:gd name="T30" fmla="*/ 16 w 49"/>
              <a:gd name="T31" fmla="*/ 113 h 135"/>
              <a:gd name="T32" fmla="*/ 16 w 49"/>
              <a:gd name="T33" fmla="*/ 20 h 135"/>
              <a:gd name="T34" fmla="*/ 15 w 49"/>
              <a:gd name="T35" fmla="*/ 13 h 135"/>
              <a:gd name="T36" fmla="*/ 9 w 49"/>
              <a:gd name="T37" fmla="*/ 8 h 135"/>
              <a:gd name="T38" fmla="*/ 0 w 49"/>
              <a:gd name="T39" fmla="*/ 7 h 135"/>
            </a:gdLst>
            <a:rect l="0" t="0" r="r" b="b"/>
            <a:pathLst>
              <a:path w="49" h="135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5" y="10"/>
                  <a:pt x="34" y="15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5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45" y="135"/>
                  <a:pt x="9" y="135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5" y="127"/>
                  <a:pt x="7" y="126"/>
                </a:cubicBezTo>
                <a:cubicBezTo>
                  <a:pt x="13" y="126"/>
                  <a:pt x="15" y="124"/>
                  <a:pt x="16" y="118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8"/>
                  <a:pt x="15" y="16"/>
                  <a:pt x="15" y="13"/>
                </a:cubicBezTo>
                <a:cubicBezTo>
                  <a:pt x="14" y="10"/>
                  <a:pt x="12" y="8"/>
                  <a:pt x="9" y="8"/>
                </a:cubicBezTo>
                <a:cubicBezTo>
                  <a:pt x="6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5" name="Freeform 35">
            <a:extLst xmlns:a="http://schemas.openxmlformats.org/drawingml/2006/main">
              <a:ext uri="{FF2B5EF4-FFF2-40B4-BE49-F238E27FC236}">
                <a16:creationId xmlns:a16="http://schemas.microsoft.com/office/drawing/2014/main" id="{EDCD3F36-B079-453F-A8A3-2CEABA265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429" y="689187"/>
            <a:ext cx="24520" cy="67859"/>
          </a:xfrm>
          <a:custGeom xmlns:a="http://schemas.openxmlformats.org/drawingml/2006/main">
            <a:gdLst>
              <a:gd name="T0" fmla="*/ 0 w 49"/>
              <a:gd name="T1" fmla="*/ 7 h 134"/>
              <a:gd name="T2" fmla="*/ 0 w 49"/>
              <a:gd name="T3" fmla="*/ 0 h 134"/>
              <a:gd name="T4" fmla="*/ 49 w 49"/>
              <a:gd name="T5" fmla="*/ 0 h 134"/>
              <a:gd name="T6" fmla="*/ 49 w 49"/>
              <a:gd name="T7" fmla="*/ 7 h 134"/>
              <a:gd name="T8" fmla="*/ 42 w 49"/>
              <a:gd name="T9" fmla="*/ 8 h 134"/>
              <a:gd name="T10" fmla="*/ 34 w 49"/>
              <a:gd name="T11" fmla="*/ 15 h 134"/>
              <a:gd name="T12" fmla="*/ 33 w 49"/>
              <a:gd name="T13" fmla="*/ 23 h 134"/>
              <a:gd name="T14" fmla="*/ 33 w 49"/>
              <a:gd name="T15" fmla="*/ 112 h 134"/>
              <a:gd name="T16" fmla="*/ 34 w 49"/>
              <a:gd name="T17" fmla="*/ 120 h 134"/>
              <a:gd name="T18" fmla="*/ 40 w 49"/>
              <a:gd name="T19" fmla="*/ 126 h 134"/>
              <a:gd name="T20" fmla="*/ 49 w 49"/>
              <a:gd name="T21" fmla="*/ 127 h 134"/>
              <a:gd name="T22" fmla="*/ 49 w 49"/>
              <a:gd name="T23" fmla="*/ 134 h 134"/>
              <a:gd name="T24" fmla="*/ 0 w 49"/>
              <a:gd name="T25" fmla="*/ 134 h 134"/>
              <a:gd name="T26" fmla="*/ 0 w 49"/>
              <a:gd name="T27" fmla="*/ 127 h 134"/>
              <a:gd name="T28" fmla="*/ 8 w 49"/>
              <a:gd name="T29" fmla="*/ 126 h 134"/>
              <a:gd name="T30" fmla="*/ 15 w 49"/>
              <a:gd name="T31" fmla="*/ 119 h 134"/>
              <a:gd name="T32" fmla="*/ 16 w 49"/>
              <a:gd name="T33" fmla="*/ 110 h 134"/>
              <a:gd name="T34" fmla="*/ 16 w 49"/>
              <a:gd name="T35" fmla="*/ 25 h 134"/>
              <a:gd name="T36" fmla="*/ 15 w 49"/>
              <a:gd name="T37" fmla="*/ 15 h 134"/>
              <a:gd name="T38" fmla="*/ 8 w 49"/>
              <a:gd name="T39" fmla="*/ 8 h 134"/>
              <a:gd name="T40" fmla="*/ 0 w 49"/>
              <a:gd name="T41" fmla="*/ 7 h 134"/>
            </a:gdLst>
            <a:rect l="0" t="0" r="r" b="b"/>
            <a:pathLst>
              <a:path w="49" h="134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4" y="10"/>
                  <a:pt x="34" y="15"/>
                </a:cubicBezTo>
                <a:cubicBezTo>
                  <a:pt x="33" y="18"/>
                  <a:pt x="33" y="21"/>
                  <a:pt x="33" y="23"/>
                </a:cubicBezTo>
                <a:cubicBezTo>
                  <a:pt x="33" y="53"/>
                  <a:pt x="33" y="83"/>
                  <a:pt x="33" y="112"/>
                </a:cubicBezTo>
                <a:cubicBezTo>
                  <a:pt x="33" y="115"/>
                  <a:pt x="33" y="118"/>
                  <a:pt x="34" y="120"/>
                </a:cubicBezTo>
                <a:cubicBezTo>
                  <a:pt x="34" y="124"/>
                  <a:pt x="36" y="126"/>
                  <a:pt x="40" y="126"/>
                </a:cubicBezTo>
                <a:cubicBezTo>
                  <a:pt x="43" y="126"/>
                  <a:pt x="45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33" y="134"/>
                  <a:pt x="1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8" y="126"/>
                </a:cubicBezTo>
                <a:cubicBezTo>
                  <a:pt x="13" y="125"/>
                  <a:pt x="15" y="123"/>
                  <a:pt x="15" y="119"/>
                </a:cubicBezTo>
                <a:cubicBezTo>
                  <a:pt x="16" y="116"/>
                  <a:pt x="16" y="113"/>
                  <a:pt x="16" y="110"/>
                </a:cubicBezTo>
                <a:cubicBezTo>
                  <a:pt x="16" y="81"/>
                  <a:pt x="16" y="53"/>
                  <a:pt x="16" y="25"/>
                </a:cubicBezTo>
                <a:cubicBezTo>
                  <a:pt x="16" y="21"/>
                  <a:pt x="16" y="18"/>
                  <a:pt x="15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8" name="Freeform 9">
            <a:extLst xmlns:a="http://schemas.openxmlformats.org/drawingml/2006/main">
              <a:ext uri="{FF2B5EF4-FFF2-40B4-BE49-F238E27FC236}">
                <a16:creationId xmlns:a16="http://schemas.microsoft.com/office/drawing/2014/main" id="{4ED79725-1AA6-4E8D-88FF-5FC7E8830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4981" y="365289"/>
            <a:ext cx="164800" cy="184188"/>
          </a:xfrm>
          <a:custGeom xmlns:a="http://schemas.openxmlformats.org/drawingml/2006/main">
            <a:gdLst>
              <a:gd name="T0" fmla="*/ 324 w 325"/>
              <a:gd name="T1" fmla="*/ 106 h 363"/>
              <a:gd name="T2" fmla="*/ 283 w 325"/>
              <a:gd name="T3" fmla="*/ 179 h 363"/>
              <a:gd name="T4" fmla="*/ 247 w 325"/>
              <a:gd name="T5" fmla="*/ 214 h 363"/>
              <a:gd name="T6" fmla="*/ 241 w 325"/>
              <a:gd name="T7" fmla="*/ 228 h 363"/>
              <a:gd name="T8" fmla="*/ 271 w 325"/>
              <a:gd name="T9" fmla="*/ 230 h 363"/>
              <a:gd name="T10" fmla="*/ 282 w 325"/>
              <a:gd name="T11" fmla="*/ 240 h 363"/>
              <a:gd name="T12" fmla="*/ 269 w 325"/>
              <a:gd name="T13" fmla="*/ 277 h 363"/>
              <a:gd name="T14" fmla="*/ 223 w 325"/>
              <a:gd name="T15" fmla="*/ 316 h 363"/>
              <a:gd name="T16" fmla="*/ 176 w 325"/>
              <a:gd name="T17" fmla="*/ 340 h 363"/>
              <a:gd name="T18" fmla="*/ 160 w 325"/>
              <a:gd name="T19" fmla="*/ 339 h 363"/>
              <a:gd name="T20" fmla="*/ 165 w 325"/>
              <a:gd name="T21" fmla="*/ 329 h 363"/>
              <a:gd name="T22" fmla="*/ 195 w 325"/>
              <a:gd name="T23" fmla="*/ 302 h 363"/>
              <a:gd name="T24" fmla="*/ 214 w 325"/>
              <a:gd name="T25" fmla="*/ 282 h 363"/>
              <a:gd name="T26" fmla="*/ 223 w 325"/>
              <a:gd name="T27" fmla="*/ 265 h 363"/>
              <a:gd name="T28" fmla="*/ 220 w 325"/>
              <a:gd name="T29" fmla="*/ 257 h 363"/>
              <a:gd name="T30" fmla="*/ 179 w 325"/>
              <a:gd name="T31" fmla="*/ 289 h 363"/>
              <a:gd name="T32" fmla="*/ 106 w 325"/>
              <a:gd name="T33" fmla="*/ 335 h 363"/>
              <a:gd name="T34" fmla="*/ 20 w 325"/>
              <a:gd name="T35" fmla="*/ 363 h 363"/>
              <a:gd name="T36" fmla="*/ 4 w 325"/>
              <a:gd name="T37" fmla="*/ 360 h 363"/>
              <a:gd name="T38" fmla="*/ 78 w 325"/>
              <a:gd name="T39" fmla="*/ 306 h 363"/>
              <a:gd name="T40" fmla="*/ 102 w 325"/>
              <a:gd name="T41" fmla="*/ 295 h 363"/>
              <a:gd name="T42" fmla="*/ 208 w 325"/>
              <a:gd name="T43" fmla="*/ 238 h 363"/>
              <a:gd name="T44" fmla="*/ 207 w 325"/>
              <a:gd name="T45" fmla="*/ 232 h 363"/>
              <a:gd name="T46" fmla="*/ 171 w 325"/>
              <a:gd name="T47" fmla="*/ 243 h 363"/>
              <a:gd name="T48" fmla="*/ 163 w 325"/>
              <a:gd name="T49" fmla="*/ 239 h 363"/>
              <a:gd name="T50" fmla="*/ 170 w 325"/>
              <a:gd name="T51" fmla="*/ 226 h 363"/>
              <a:gd name="T52" fmla="*/ 154 w 325"/>
              <a:gd name="T53" fmla="*/ 206 h 363"/>
              <a:gd name="T54" fmla="*/ 122 w 325"/>
              <a:gd name="T55" fmla="*/ 224 h 363"/>
              <a:gd name="T56" fmla="*/ 99 w 325"/>
              <a:gd name="T57" fmla="*/ 236 h 363"/>
              <a:gd name="T58" fmla="*/ 100 w 325"/>
              <a:gd name="T59" fmla="*/ 222 h 363"/>
              <a:gd name="T60" fmla="*/ 116 w 325"/>
              <a:gd name="T61" fmla="*/ 204 h 363"/>
              <a:gd name="T62" fmla="*/ 118 w 325"/>
              <a:gd name="T63" fmla="*/ 183 h 363"/>
              <a:gd name="T64" fmla="*/ 116 w 325"/>
              <a:gd name="T65" fmla="*/ 174 h 363"/>
              <a:gd name="T66" fmla="*/ 143 w 325"/>
              <a:gd name="T67" fmla="*/ 167 h 363"/>
              <a:gd name="T68" fmla="*/ 158 w 325"/>
              <a:gd name="T69" fmla="*/ 145 h 363"/>
              <a:gd name="T70" fmla="*/ 147 w 325"/>
              <a:gd name="T71" fmla="*/ 144 h 363"/>
              <a:gd name="T72" fmla="*/ 132 w 325"/>
              <a:gd name="T73" fmla="*/ 141 h 363"/>
              <a:gd name="T74" fmla="*/ 141 w 325"/>
              <a:gd name="T75" fmla="*/ 129 h 363"/>
              <a:gd name="T76" fmla="*/ 140 w 325"/>
              <a:gd name="T77" fmla="*/ 115 h 363"/>
              <a:gd name="T78" fmla="*/ 112 w 325"/>
              <a:gd name="T79" fmla="*/ 96 h 363"/>
              <a:gd name="T80" fmla="*/ 127 w 325"/>
              <a:gd name="T81" fmla="*/ 92 h 363"/>
              <a:gd name="T82" fmla="*/ 167 w 325"/>
              <a:gd name="T83" fmla="*/ 81 h 363"/>
              <a:gd name="T84" fmla="*/ 203 w 325"/>
              <a:gd name="T85" fmla="*/ 36 h 363"/>
              <a:gd name="T86" fmla="*/ 204 w 325"/>
              <a:gd name="T87" fmla="*/ 10 h 363"/>
              <a:gd name="T88" fmla="*/ 216 w 325"/>
              <a:gd name="T89" fmla="*/ 3 h 363"/>
              <a:gd name="T90" fmla="*/ 224 w 325"/>
              <a:gd name="T91" fmla="*/ 56 h 363"/>
              <a:gd name="T92" fmla="*/ 205 w 325"/>
              <a:gd name="T93" fmla="*/ 91 h 363"/>
              <a:gd name="T94" fmla="*/ 208 w 325"/>
              <a:gd name="T95" fmla="*/ 105 h 363"/>
              <a:gd name="T96" fmla="*/ 267 w 325"/>
              <a:gd name="T97" fmla="*/ 87 h 363"/>
              <a:gd name="T98" fmla="*/ 297 w 325"/>
              <a:gd name="T99" fmla="*/ 85 h 363"/>
              <a:gd name="T100" fmla="*/ 309 w 325"/>
              <a:gd name="T101" fmla="*/ 86 h 363"/>
              <a:gd name="T102" fmla="*/ 325 w 325"/>
              <a:gd name="T103" fmla="*/ 104 h 363"/>
              <a:gd name="T104" fmla="*/ 198 w 325"/>
              <a:gd name="T105" fmla="*/ 126 h 363"/>
              <a:gd name="T106" fmla="*/ 164 w 325"/>
              <a:gd name="T107" fmla="*/ 175 h 363"/>
              <a:gd name="T108" fmla="*/ 181 w 325"/>
              <a:gd name="T109" fmla="*/ 191 h 363"/>
              <a:gd name="T110" fmla="*/ 186 w 325"/>
              <a:gd name="T111" fmla="*/ 173 h 363"/>
              <a:gd name="T112" fmla="*/ 199 w 325"/>
              <a:gd name="T113" fmla="*/ 170 h 363"/>
              <a:gd name="T114" fmla="*/ 206 w 325"/>
              <a:gd name="T115" fmla="*/ 204 h 363"/>
              <a:gd name="T116" fmla="*/ 217 w 325"/>
              <a:gd name="T117" fmla="*/ 206 h 363"/>
              <a:gd name="T118" fmla="*/ 229 w 325"/>
              <a:gd name="T119" fmla="*/ 188 h 363"/>
              <a:gd name="T120" fmla="*/ 261 w 325"/>
              <a:gd name="T121" fmla="*/ 141 h 363"/>
              <a:gd name="T122" fmla="*/ 250 w 325"/>
              <a:gd name="T123" fmla="*/ 134 h 363"/>
              <a:gd name="T124" fmla="*/ 206 w 325"/>
              <a:gd name="T125" fmla="*/ 122 h 363"/>
            </a:gdLst>
            <a:rect l="0" t="0" r="r" b="b"/>
            <a:pathLst>
              <a:path w="325" h="363">
                <a:moveTo>
                  <a:pt x="325" y="104"/>
                </a:moveTo>
                <a:cubicBezTo>
                  <a:pt x="325" y="104"/>
                  <a:pt x="324" y="105"/>
                  <a:pt x="324" y="106"/>
                </a:cubicBezTo>
                <a:cubicBezTo>
                  <a:pt x="323" y="108"/>
                  <a:pt x="323" y="111"/>
                  <a:pt x="322" y="114"/>
                </a:cubicBezTo>
                <a:cubicBezTo>
                  <a:pt x="312" y="138"/>
                  <a:pt x="300" y="160"/>
                  <a:pt x="283" y="179"/>
                </a:cubicBezTo>
                <a:cubicBezTo>
                  <a:pt x="275" y="188"/>
                  <a:pt x="267" y="197"/>
                  <a:pt x="259" y="205"/>
                </a:cubicBezTo>
                <a:cubicBezTo>
                  <a:pt x="255" y="209"/>
                  <a:pt x="251" y="211"/>
                  <a:pt x="247" y="214"/>
                </a:cubicBezTo>
                <a:cubicBezTo>
                  <a:pt x="244" y="217"/>
                  <a:pt x="241" y="219"/>
                  <a:pt x="239" y="223"/>
                </a:cubicBezTo>
                <a:cubicBezTo>
                  <a:pt x="237" y="226"/>
                  <a:pt x="238" y="227"/>
                  <a:pt x="241" y="228"/>
                </a:cubicBezTo>
                <a:cubicBezTo>
                  <a:pt x="243" y="228"/>
                  <a:pt x="245" y="228"/>
                  <a:pt x="246" y="228"/>
                </a:cubicBezTo>
                <a:cubicBezTo>
                  <a:pt x="255" y="229"/>
                  <a:pt x="263" y="230"/>
                  <a:pt x="271" y="230"/>
                </a:cubicBezTo>
                <a:cubicBezTo>
                  <a:pt x="272" y="230"/>
                  <a:pt x="274" y="231"/>
                  <a:pt x="275" y="231"/>
                </a:cubicBezTo>
                <a:cubicBezTo>
                  <a:pt x="280" y="233"/>
                  <a:pt x="282" y="235"/>
                  <a:pt x="282" y="240"/>
                </a:cubicBezTo>
                <a:cubicBezTo>
                  <a:pt x="283" y="247"/>
                  <a:pt x="282" y="253"/>
                  <a:pt x="279" y="259"/>
                </a:cubicBezTo>
                <a:cubicBezTo>
                  <a:pt x="277" y="265"/>
                  <a:pt x="273" y="271"/>
                  <a:pt x="269" y="277"/>
                </a:cubicBezTo>
                <a:cubicBezTo>
                  <a:pt x="260" y="289"/>
                  <a:pt x="248" y="298"/>
                  <a:pt x="237" y="307"/>
                </a:cubicBezTo>
                <a:cubicBezTo>
                  <a:pt x="233" y="311"/>
                  <a:pt x="228" y="314"/>
                  <a:pt x="223" y="316"/>
                </a:cubicBezTo>
                <a:cubicBezTo>
                  <a:pt x="213" y="321"/>
                  <a:pt x="203" y="327"/>
                  <a:pt x="193" y="332"/>
                </a:cubicBezTo>
                <a:cubicBezTo>
                  <a:pt x="187" y="334"/>
                  <a:pt x="182" y="337"/>
                  <a:pt x="176" y="340"/>
                </a:cubicBezTo>
                <a:cubicBezTo>
                  <a:pt x="173" y="341"/>
                  <a:pt x="169" y="341"/>
                  <a:pt x="166" y="342"/>
                </a:cubicBezTo>
                <a:cubicBezTo>
                  <a:pt x="164" y="342"/>
                  <a:pt x="161" y="341"/>
                  <a:pt x="160" y="339"/>
                </a:cubicBezTo>
                <a:cubicBezTo>
                  <a:pt x="159" y="337"/>
                  <a:pt x="160" y="335"/>
                  <a:pt x="162" y="333"/>
                </a:cubicBezTo>
                <a:cubicBezTo>
                  <a:pt x="163" y="332"/>
                  <a:pt x="164" y="330"/>
                  <a:pt x="165" y="329"/>
                </a:cubicBezTo>
                <a:cubicBezTo>
                  <a:pt x="173" y="323"/>
                  <a:pt x="181" y="316"/>
                  <a:pt x="189" y="310"/>
                </a:cubicBezTo>
                <a:cubicBezTo>
                  <a:pt x="192" y="307"/>
                  <a:pt x="194" y="305"/>
                  <a:pt x="195" y="302"/>
                </a:cubicBezTo>
                <a:cubicBezTo>
                  <a:pt x="196" y="300"/>
                  <a:pt x="198" y="297"/>
                  <a:pt x="200" y="295"/>
                </a:cubicBezTo>
                <a:cubicBezTo>
                  <a:pt x="205" y="291"/>
                  <a:pt x="210" y="287"/>
                  <a:pt x="214" y="282"/>
                </a:cubicBezTo>
                <a:cubicBezTo>
                  <a:pt x="217" y="280"/>
                  <a:pt x="218" y="278"/>
                  <a:pt x="219" y="275"/>
                </a:cubicBezTo>
                <a:cubicBezTo>
                  <a:pt x="219" y="271"/>
                  <a:pt x="221" y="268"/>
                  <a:pt x="223" y="265"/>
                </a:cubicBezTo>
                <a:cubicBezTo>
                  <a:pt x="225" y="263"/>
                  <a:pt x="227" y="261"/>
                  <a:pt x="229" y="259"/>
                </a:cubicBezTo>
                <a:cubicBezTo>
                  <a:pt x="227" y="256"/>
                  <a:pt x="224" y="256"/>
                  <a:pt x="220" y="257"/>
                </a:cubicBezTo>
                <a:cubicBezTo>
                  <a:pt x="212" y="260"/>
                  <a:pt x="205" y="264"/>
                  <a:pt x="199" y="270"/>
                </a:cubicBezTo>
                <a:cubicBezTo>
                  <a:pt x="192" y="276"/>
                  <a:pt x="186" y="282"/>
                  <a:pt x="179" y="289"/>
                </a:cubicBezTo>
                <a:cubicBezTo>
                  <a:pt x="169" y="299"/>
                  <a:pt x="157" y="307"/>
                  <a:pt x="144" y="314"/>
                </a:cubicBezTo>
                <a:cubicBezTo>
                  <a:pt x="131" y="320"/>
                  <a:pt x="119" y="328"/>
                  <a:pt x="106" y="335"/>
                </a:cubicBezTo>
                <a:cubicBezTo>
                  <a:pt x="89" y="344"/>
                  <a:pt x="72" y="352"/>
                  <a:pt x="53" y="357"/>
                </a:cubicBezTo>
                <a:cubicBezTo>
                  <a:pt x="43" y="361"/>
                  <a:pt x="32" y="363"/>
                  <a:pt x="20" y="363"/>
                </a:cubicBezTo>
                <a:cubicBezTo>
                  <a:pt x="16" y="362"/>
                  <a:pt x="12" y="361"/>
                  <a:pt x="7" y="361"/>
                </a:cubicBezTo>
                <a:cubicBezTo>
                  <a:pt x="6" y="361"/>
                  <a:pt x="5" y="360"/>
                  <a:pt x="4" y="360"/>
                </a:cubicBezTo>
                <a:cubicBezTo>
                  <a:pt x="0" y="358"/>
                  <a:pt x="0" y="355"/>
                  <a:pt x="4" y="352"/>
                </a:cubicBezTo>
                <a:cubicBezTo>
                  <a:pt x="28" y="337"/>
                  <a:pt x="53" y="321"/>
                  <a:pt x="78" y="306"/>
                </a:cubicBezTo>
                <a:cubicBezTo>
                  <a:pt x="84" y="302"/>
                  <a:pt x="91" y="298"/>
                  <a:pt x="98" y="297"/>
                </a:cubicBezTo>
                <a:cubicBezTo>
                  <a:pt x="100" y="296"/>
                  <a:pt x="101" y="295"/>
                  <a:pt x="102" y="295"/>
                </a:cubicBezTo>
                <a:cubicBezTo>
                  <a:pt x="135" y="275"/>
                  <a:pt x="169" y="257"/>
                  <a:pt x="204" y="241"/>
                </a:cubicBezTo>
                <a:cubicBezTo>
                  <a:pt x="205" y="240"/>
                  <a:pt x="207" y="239"/>
                  <a:pt x="208" y="238"/>
                </a:cubicBezTo>
                <a:cubicBezTo>
                  <a:pt x="209" y="237"/>
                  <a:pt x="210" y="235"/>
                  <a:pt x="210" y="234"/>
                </a:cubicBezTo>
                <a:cubicBezTo>
                  <a:pt x="210" y="233"/>
                  <a:pt x="208" y="232"/>
                  <a:pt x="207" y="232"/>
                </a:cubicBezTo>
                <a:cubicBezTo>
                  <a:pt x="201" y="231"/>
                  <a:pt x="196" y="233"/>
                  <a:pt x="190" y="235"/>
                </a:cubicBezTo>
                <a:cubicBezTo>
                  <a:pt x="184" y="238"/>
                  <a:pt x="178" y="240"/>
                  <a:pt x="171" y="243"/>
                </a:cubicBezTo>
                <a:cubicBezTo>
                  <a:pt x="170" y="243"/>
                  <a:pt x="169" y="244"/>
                  <a:pt x="168" y="244"/>
                </a:cubicBezTo>
                <a:cubicBezTo>
                  <a:pt x="164" y="244"/>
                  <a:pt x="163" y="244"/>
                  <a:pt x="163" y="239"/>
                </a:cubicBezTo>
                <a:cubicBezTo>
                  <a:pt x="163" y="236"/>
                  <a:pt x="164" y="233"/>
                  <a:pt x="166" y="231"/>
                </a:cubicBezTo>
                <a:cubicBezTo>
                  <a:pt x="167" y="229"/>
                  <a:pt x="169" y="228"/>
                  <a:pt x="170" y="226"/>
                </a:cubicBezTo>
                <a:cubicBezTo>
                  <a:pt x="172" y="222"/>
                  <a:pt x="172" y="218"/>
                  <a:pt x="168" y="215"/>
                </a:cubicBezTo>
                <a:cubicBezTo>
                  <a:pt x="164" y="212"/>
                  <a:pt x="159" y="209"/>
                  <a:pt x="154" y="206"/>
                </a:cubicBezTo>
                <a:cubicBezTo>
                  <a:pt x="148" y="203"/>
                  <a:pt x="143" y="205"/>
                  <a:pt x="138" y="210"/>
                </a:cubicBezTo>
                <a:cubicBezTo>
                  <a:pt x="133" y="215"/>
                  <a:pt x="128" y="219"/>
                  <a:pt x="122" y="224"/>
                </a:cubicBezTo>
                <a:cubicBezTo>
                  <a:pt x="118" y="228"/>
                  <a:pt x="112" y="231"/>
                  <a:pt x="107" y="235"/>
                </a:cubicBezTo>
                <a:cubicBezTo>
                  <a:pt x="105" y="236"/>
                  <a:pt x="102" y="238"/>
                  <a:pt x="99" y="236"/>
                </a:cubicBezTo>
                <a:cubicBezTo>
                  <a:pt x="97" y="234"/>
                  <a:pt x="97" y="231"/>
                  <a:pt x="98" y="229"/>
                </a:cubicBezTo>
                <a:cubicBezTo>
                  <a:pt x="98" y="226"/>
                  <a:pt x="99" y="224"/>
                  <a:pt x="100" y="222"/>
                </a:cubicBezTo>
                <a:cubicBezTo>
                  <a:pt x="102" y="219"/>
                  <a:pt x="105" y="217"/>
                  <a:pt x="107" y="214"/>
                </a:cubicBezTo>
                <a:cubicBezTo>
                  <a:pt x="110" y="211"/>
                  <a:pt x="113" y="208"/>
                  <a:pt x="116" y="204"/>
                </a:cubicBezTo>
                <a:cubicBezTo>
                  <a:pt x="118" y="202"/>
                  <a:pt x="119" y="198"/>
                  <a:pt x="120" y="195"/>
                </a:cubicBezTo>
                <a:cubicBezTo>
                  <a:pt x="122" y="191"/>
                  <a:pt x="122" y="187"/>
                  <a:pt x="118" y="183"/>
                </a:cubicBezTo>
                <a:cubicBezTo>
                  <a:pt x="116" y="182"/>
                  <a:pt x="115" y="181"/>
                  <a:pt x="115" y="179"/>
                </a:cubicBezTo>
                <a:cubicBezTo>
                  <a:pt x="113" y="177"/>
                  <a:pt x="113" y="175"/>
                  <a:pt x="116" y="174"/>
                </a:cubicBezTo>
                <a:cubicBezTo>
                  <a:pt x="123" y="173"/>
                  <a:pt x="130" y="171"/>
                  <a:pt x="137" y="170"/>
                </a:cubicBezTo>
                <a:cubicBezTo>
                  <a:pt x="140" y="170"/>
                  <a:pt x="141" y="169"/>
                  <a:pt x="143" y="167"/>
                </a:cubicBezTo>
                <a:cubicBezTo>
                  <a:pt x="146" y="163"/>
                  <a:pt x="150" y="159"/>
                  <a:pt x="153" y="155"/>
                </a:cubicBezTo>
                <a:cubicBezTo>
                  <a:pt x="155" y="152"/>
                  <a:pt x="157" y="149"/>
                  <a:pt x="158" y="145"/>
                </a:cubicBezTo>
                <a:cubicBezTo>
                  <a:pt x="159" y="141"/>
                  <a:pt x="157" y="140"/>
                  <a:pt x="154" y="141"/>
                </a:cubicBezTo>
                <a:cubicBezTo>
                  <a:pt x="151" y="141"/>
                  <a:pt x="149" y="142"/>
                  <a:pt x="147" y="144"/>
                </a:cubicBezTo>
                <a:cubicBezTo>
                  <a:pt x="144" y="146"/>
                  <a:pt x="140" y="146"/>
                  <a:pt x="137" y="145"/>
                </a:cubicBezTo>
                <a:cubicBezTo>
                  <a:pt x="134" y="145"/>
                  <a:pt x="133" y="144"/>
                  <a:pt x="132" y="141"/>
                </a:cubicBezTo>
                <a:cubicBezTo>
                  <a:pt x="132" y="139"/>
                  <a:pt x="132" y="137"/>
                  <a:pt x="134" y="135"/>
                </a:cubicBezTo>
                <a:cubicBezTo>
                  <a:pt x="137" y="133"/>
                  <a:pt x="139" y="131"/>
                  <a:pt x="141" y="129"/>
                </a:cubicBezTo>
                <a:cubicBezTo>
                  <a:pt x="143" y="126"/>
                  <a:pt x="144" y="123"/>
                  <a:pt x="144" y="119"/>
                </a:cubicBezTo>
                <a:cubicBezTo>
                  <a:pt x="144" y="116"/>
                  <a:pt x="143" y="115"/>
                  <a:pt x="140" y="115"/>
                </a:cubicBezTo>
                <a:cubicBezTo>
                  <a:pt x="136" y="115"/>
                  <a:pt x="132" y="115"/>
                  <a:pt x="129" y="114"/>
                </a:cubicBezTo>
                <a:cubicBezTo>
                  <a:pt x="119" y="112"/>
                  <a:pt x="114" y="106"/>
                  <a:pt x="112" y="96"/>
                </a:cubicBezTo>
                <a:cubicBezTo>
                  <a:pt x="112" y="91"/>
                  <a:pt x="113" y="90"/>
                  <a:pt x="118" y="91"/>
                </a:cubicBezTo>
                <a:cubicBezTo>
                  <a:pt x="121" y="91"/>
                  <a:pt x="124" y="91"/>
                  <a:pt x="127" y="92"/>
                </a:cubicBezTo>
                <a:cubicBezTo>
                  <a:pt x="137" y="93"/>
                  <a:pt x="146" y="92"/>
                  <a:pt x="155" y="86"/>
                </a:cubicBezTo>
                <a:cubicBezTo>
                  <a:pt x="158" y="83"/>
                  <a:pt x="163" y="82"/>
                  <a:pt x="167" y="81"/>
                </a:cubicBezTo>
                <a:cubicBezTo>
                  <a:pt x="174" y="79"/>
                  <a:pt x="180" y="76"/>
                  <a:pt x="184" y="70"/>
                </a:cubicBezTo>
                <a:cubicBezTo>
                  <a:pt x="193" y="60"/>
                  <a:pt x="200" y="49"/>
                  <a:pt x="203" y="36"/>
                </a:cubicBezTo>
                <a:cubicBezTo>
                  <a:pt x="204" y="30"/>
                  <a:pt x="205" y="23"/>
                  <a:pt x="205" y="17"/>
                </a:cubicBezTo>
                <a:cubicBezTo>
                  <a:pt x="204" y="15"/>
                  <a:pt x="204" y="13"/>
                  <a:pt x="204" y="10"/>
                </a:cubicBezTo>
                <a:cubicBezTo>
                  <a:pt x="204" y="7"/>
                  <a:pt x="204" y="4"/>
                  <a:pt x="207" y="2"/>
                </a:cubicBezTo>
                <a:cubicBezTo>
                  <a:pt x="211" y="0"/>
                  <a:pt x="213" y="2"/>
                  <a:pt x="216" y="3"/>
                </a:cubicBezTo>
                <a:cubicBezTo>
                  <a:pt x="230" y="11"/>
                  <a:pt x="236" y="28"/>
                  <a:pt x="230" y="43"/>
                </a:cubicBezTo>
                <a:cubicBezTo>
                  <a:pt x="229" y="48"/>
                  <a:pt x="226" y="52"/>
                  <a:pt x="224" y="56"/>
                </a:cubicBezTo>
                <a:cubicBezTo>
                  <a:pt x="219" y="64"/>
                  <a:pt x="214" y="72"/>
                  <a:pt x="209" y="80"/>
                </a:cubicBezTo>
                <a:cubicBezTo>
                  <a:pt x="207" y="83"/>
                  <a:pt x="206" y="87"/>
                  <a:pt x="205" y="91"/>
                </a:cubicBezTo>
                <a:cubicBezTo>
                  <a:pt x="204" y="93"/>
                  <a:pt x="203" y="95"/>
                  <a:pt x="203" y="98"/>
                </a:cubicBezTo>
                <a:cubicBezTo>
                  <a:pt x="203" y="102"/>
                  <a:pt x="205" y="104"/>
                  <a:pt x="208" y="105"/>
                </a:cubicBezTo>
                <a:cubicBezTo>
                  <a:pt x="213" y="106"/>
                  <a:pt x="217" y="105"/>
                  <a:pt x="221" y="104"/>
                </a:cubicBezTo>
                <a:cubicBezTo>
                  <a:pt x="236" y="97"/>
                  <a:pt x="251" y="91"/>
                  <a:pt x="267" y="87"/>
                </a:cubicBezTo>
                <a:cubicBezTo>
                  <a:pt x="274" y="85"/>
                  <a:pt x="280" y="84"/>
                  <a:pt x="287" y="82"/>
                </a:cubicBezTo>
                <a:cubicBezTo>
                  <a:pt x="290" y="82"/>
                  <a:pt x="294" y="82"/>
                  <a:pt x="297" y="85"/>
                </a:cubicBezTo>
                <a:cubicBezTo>
                  <a:pt x="299" y="86"/>
                  <a:pt x="301" y="86"/>
                  <a:pt x="304" y="86"/>
                </a:cubicBezTo>
                <a:cubicBezTo>
                  <a:pt x="305" y="87"/>
                  <a:pt x="307" y="86"/>
                  <a:pt x="309" y="86"/>
                </a:cubicBezTo>
                <a:cubicBezTo>
                  <a:pt x="317" y="86"/>
                  <a:pt x="323" y="89"/>
                  <a:pt x="325" y="97"/>
                </a:cubicBezTo>
                <a:cubicBezTo>
                  <a:pt x="325" y="99"/>
                  <a:pt x="325" y="101"/>
                  <a:pt x="325" y="104"/>
                </a:cubicBezTo>
                <a:close/>
                <a:moveTo>
                  <a:pt x="206" y="122"/>
                </a:moveTo>
                <a:cubicBezTo>
                  <a:pt x="203" y="122"/>
                  <a:pt x="200" y="123"/>
                  <a:pt x="198" y="126"/>
                </a:cubicBezTo>
                <a:cubicBezTo>
                  <a:pt x="189" y="138"/>
                  <a:pt x="179" y="150"/>
                  <a:pt x="169" y="162"/>
                </a:cubicBezTo>
                <a:cubicBezTo>
                  <a:pt x="166" y="166"/>
                  <a:pt x="164" y="170"/>
                  <a:pt x="164" y="175"/>
                </a:cubicBezTo>
                <a:cubicBezTo>
                  <a:pt x="162" y="184"/>
                  <a:pt x="165" y="188"/>
                  <a:pt x="173" y="193"/>
                </a:cubicBezTo>
                <a:cubicBezTo>
                  <a:pt x="176" y="195"/>
                  <a:pt x="179" y="194"/>
                  <a:pt x="181" y="191"/>
                </a:cubicBezTo>
                <a:cubicBezTo>
                  <a:pt x="183" y="188"/>
                  <a:pt x="183" y="186"/>
                  <a:pt x="184" y="183"/>
                </a:cubicBezTo>
                <a:cubicBezTo>
                  <a:pt x="185" y="180"/>
                  <a:pt x="185" y="176"/>
                  <a:pt x="186" y="173"/>
                </a:cubicBezTo>
                <a:cubicBezTo>
                  <a:pt x="187" y="171"/>
                  <a:pt x="188" y="168"/>
                  <a:pt x="190" y="167"/>
                </a:cubicBezTo>
                <a:cubicBezTo>
                  <a:pt x="194" y="164"/>
                  <a:pt x="197" y="165"/>
                  <a:pt x="199" y="170"/>
                </a:cubicBezTo>
                <a:cubicBezTo>
                  <a:pt x="199" y="171"/>
                  <a:pt x="199" y="171"/>
                  <a:pt x="199" y="172"/>
                </a:cubicBezTo>
                <a:cubicBezTo>
                  <a:pt x="202" y="183"/>
                  <a:pt x="205" y="193"/>
                  <a:pt x="206" y="204"/>
                </a:cubicBezTo>
                <a:cubicBezTo>
                  <a:pt x="206" y="206"/>
                  <a:pt x="207" y="209"/>
                  <a:pt x="210" y="210"/>
                </a:cubicBezTo>
                <a:cubicBezTo>
                  <a:pt x="214" y="210"/>
                  <a:pt x="215" y="208"/>
                  <a:pt x="217" y="206"/>
                </a:cubicBezTo>
                <a:cubicBezTo>
                  <a:pt x="217" y="205"/>
                  <a:pt x="217" y="205"/>
                  <a:pt x="218" y="204"/>
                </a:cubicBezTo>
                <a:cubicBezTo>
                  <a:pt x="221" y="199"/>
                  <a:pt x="225" y="193"/>
                  <a:pt x="229" y="188"/>
                </a:cubicBezTo>
                <a:cubicBezTo>
                  <a:pt x="237" y="177"/>
                  <a:pt x="246" y="167"/>
                  <a:pt x="255" y="157"/>
                </a:cubicBezTo>
                <a:cubicBezTo>
                  <a:pt x="259" y="152"/>
                  <a:pt x="261" y="147"/>
                  <a:pt x="261" y="141"/>
                </a:cubicBezTo>
                <a:cubicBezTo>
                  <a:pt x="261" y="137"/>
                  <a:pt x="259" y="135"/>
                  <a:pt x="255" y="134"/>
                </a:cubicBezTo>
                <a:cubicBezTo>
                  <a:pt x="253" y="134"/>
                  <a:pt x="251" y="134"/>
                  <a:pt x="250" y="134"/>
                </a:cubicBezTo>
                <a:cubicBezTo>
                  <a:pt x="240" y="131"/>
                  <a:pt x="231" y="129"/>
                  <a:pt x="221" y="126"/>
                </a:cubicBezTo>
                <a:cubicBezTo>
                  <a:pt x="216" y="125"/>
                  <a:pt x="211" y="123"/>
                  <a:pt x="206" y="1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9" name="Freeform 10">
            <a:extLst xmlns:a="http://schemas.openxmlformats.org/drawingml/2006/main">
              <a:ext uri="{FF2B5EF4-FFF2-40B4-BE49-F238E27FC236}">
                <a16:creationId xmlns:a16="http://schemas.microsoft.com/office/drawing/2014/main" id="{8869A58E-3AA7-4DD9-AF46-258E09CA2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8190" y="398363"/>
            <a:ext cx="193882" cy="208139"/>
          </a:xfrm>
          <a:custGeom xmlns:a="http://schemas.openxmlformats.org/drawingml/2006/main">
            <a:gdLst>
              <a:gd name="T0" fmla="*/ 83 w 383"/>
              <a:gd name="T1" fmla="*/ 410 h 411"/>
              <a:gd name="T2" fmla="*/ 111 w 383"/>
              <a:gd name="T3" fmla="*/ 380 h 411"/>
              <a:gd name="T4" fmla="*/ 136 w 383"/>
              <a:gd name="T5" fmla="*/ 371 h 411"/>
              <a:gd name="T6" fmla="*/ 198 w 383"/>
              <a:gd name="T7" fmla="*/ 294 h 411"/>
              <a:gd name="T8" fmla="*/ 201 w 383"/>
              <a:gd name="T9" fmla="*/ 280 h 411"/>
              <a:gd name="T10" fmla="*/ 197 w 383"/>
              <a:gd name="T11" fmla="*/ 274 h 411"/>
              <a:gd name="T12" fmla="*/ 166 w 383"/>
              <a:gd name="T13" fmla="*/ 283 h 411"/>
              <a:gd name="T14" fmla="*/ 144 w 383"/>
              <a:gd name="T15" fmla="*/ 291 h 411"/>
              <a:gd name="T16" fmla="*/ 123 w 383"/>
              <a:gd name="T17" fmla="*/ 305 h 411"/>
              <a:gd name="T18" fmla="*/ 62 w 383"/>
              <a:gd name="T19" fmla="*/ 344 h 411"/>
              <a:gd name="T20" fmla="*/ 34 w 383"/>
              <a:gd name="T21" fmla="*/ 353 h 411"/>
              <a:gd name="T22" fmla="*/ 9 w 383"/>
              <a:gd name="T23" fmla="*/ 344 h 411"/>
              <a:gd name="T24" fmla="*/ 1 w 383"/>
              <a:gd name="T25" fmla="*/ 322 h 411"/>
              <a:gd name="T26" fmla="*/ 0 w 383"/>
              <a:gd name="T27" fmla="*/ 288 h 411"/>
              <a:gd name="T28" fmla="*/ 1 w 383"/>
              <a:gd name="T29" fmla="*/ 283 h 411"/>
              <a:gd name="T30" fmla="*/ 6 w 383"/>
              <a:gd name="T31" fmla="*/ 282 h 411"/>
              <a:gd name="T32" fmla="*/ 8 w 383"/>
              <a:gd name="T33" fmla="*/ 285 h 411"/>
              <a:gd name="T34" fmla="*/ 10 w 383"/>
              <a:gd name="T35" fmla="*/ 290 h 411"/>
              <a:gd name="T36" fmla="*/ 32 w 383"/>
              <a:gd name="T37" fmla="*/ 298 h 411"/>
              <a:gd name="T38" fmla="*/ 46 w 383"/>
              <a:gd name="T39" fmla="*/ 293 h 411"/>
              <a:gd name="T40" fmla="*/ 53 w 383"/>
              <a:gd name="T41" fmla="*/ 291 h 411"/>
              <a:gd name="T42" fmla="*/ 65 w 383"/>
              <a:gd name="T43" fmla="*/ 288 h 411"/>
              <a:gd name="T44" fmla="*/ 100 w 383"/>
              <a:gd name="T45" fmla="*/ 268 h 411"/>
              <a:gd name="T46" fmla="*/ 156 w 383"/>
              <a:gd name="T47" fmla="*/ 244 h 411"/>
              <a:gd name="T48" fmla="*/ 197 w 383"/>
              <a:gd name="T49" fmla="*/ 229 h 411"/>
              <a:gd name="T50" fmla="*/ 203 w 383"/>
              <a:gd name="T51" fmla="*/ 226 h 411"/>
              <a:gd name="T52" fmla="*/ 219 w 383"/>
              <a:gd name="T53" fmla="*/ 204 h 411"/>
              <a:gd name="T54" fmla="*/ 222 w 383"/>
              <a:gd name="T55" fmla="*/ 124 h 411"/>
              <a:gd name="T56" fmla="*/ 210 w 383"/>
              <a:gd name="T57" fmla="*/ 69 h 411"/>
              <a:gd name="T58" fmla="*/ 197 w 383"/>
              <a:gd name="T59" fmla="*/ 36 h 411"/>
              <a:gd name="T60" fmla="*/ 194 w 383"/>
              <a:gd name="T61" fmla="*/ 10 h 411"/>
              <a:gd name="T62" fmla="*/ 205 w 383"/>
              <a:gd name="T63" fmla="*/ 2 h 411"/>
              <a:gd name="T64" fmla="*/ 230 w 383"/>
              <a:gd name="T65" fmla="*/ 7 h 411"/>
              <a:gd name="T66" fmla="*/ 237 w 383"/>
              <a:gd name="T67" fmla="*/ 10 h 411"/>
              <a:gd name="T68" fmla="*/ 248 w 383"/>
              <a:gd name="T69" fmla="*/ 19 h 411"/>
              <a:gd name="T70" fmla="*/ 265 w 383"/>
              <a:gd name="T71" fmla="*/ 29 h 411"/>
              <a:gd name="T72" fmla="*/ 280 w 383"/>
              <a:gd name="T73" fmla="*/ 49 h 411"/>
              <a:gd name="T74" fmla="*/ 278 w 383"/>
              <a:gd name="T75" fmla="*/ 66 h 411"/>
              <a:gd name="T76" fmla="*/ 273 w 383"/>
              <a:gd name="T77" fmla="*/ 72 h 411"/>
              <a:gd name="T78" fmla="*/ 270 w 383"/>
              <a:gd name="T79" fmla="*/ 77 h 411"/>
              <a:gd name="T80" fmla="*/ 271 w 383"/>
              <a:gd name="T81" fmla="*/ 158 h 411"/>
              <a:gd name="T82" fmla="*/ 273 w 383"/>
              <a:gd name="T83" fmla="*/ 179 h 411"/>
              <a:gd name="T84" fmla="*/ 278 w 383"/>
              <a:gd name="T85" fmla="*/ 182 h 411"/>
              <a:gd name="T86" fmla="*/ 313 w 383"/>
              <a:gd name="T87" fmla="*/ 160 h 411"/>
              <a:gd name="T88" fmla="*/ 325 w 383"/>
              <a:gd name="T89" fmla="*/ 144 h 411"/>
              <a:gd name="T90" fmla="*/ 341 w 383"/>
              <a:gd name="T91" fmla="*/ 128 h 411"/>
              <a:gd name="T92" fmla="*/ 369 w 383"/>
              <a:gd name="T93" fmla="*/ 122 h 411"/>
              <a:gd name="T94" fmla="*/ 380 w 383"/>
              <a:gd name="T95" fmla="*/ 141 h 411"/>
              <a:gd name="T96" fmla="*/ 372 w 383"/>
              <a:gd name="T97" fmla="*/ 154 h 411"/>
              <a:gd name="T98" fmla="*/ 355 w 383"/>
              <a:gd name="T99" fmla="*/ 169 h 411"/>
              <a:gd name="T100" fmla="*/ 314 w 383"/>
              <a:gd name="T101" fmla="*/ 199 h 411"/>
              <a:gd name="T102" fmla="*/ 275 w 383"/>
              <a:gd name="T103" fmla="*/ 229 h 411"/>
              <a:gd name="T104" fmla="*/ 271 w 383"/>
              <a:gd name="T105" fmla="*/ 238 h 411"/>
              <a:gd name="T106" fmla="*/ 254 w 383"/>
              <a:gd name="T107" fmla="*/ 310 h 411"/>
              <a:gd name="T108" fmla="*/ 250 w 383"/>
              <a:gd name="T109" fmla="*/ 320 h 411"/>
              <a:gd name="T110" fmla="*/ 247 w 383"/>
              <a:gd name="T111" fmla="*/ 325 h 411"/>
              <a:gd name="T112" fmla="*/ 173 w 383"/>
              <a:gd name="T113" fmla="*/ 386 h 411"/>
              <a:gd name="T114" fmla="*/ 95 w 383"/>
              <a:gd name="T115" fmla="*/ 410 h 411"/>
              <a:gd name="T116" fmla="*/ 88 w 383"/>
              <a:gd name="T117" fmla="*/ 411 h 411"/>
              <a:gd name="T118" fmla="*/ 83 w 383"/>
              <a:gd name="T119" fmla="*/ 410 h 411"/>
            </a:gdLst>
            <a:rect l="0" t="0" r="r" b="b"/>
            <a:pathLst>
              <a:path w="383" h="411">
                <a:moveTo>
                  <a:pt x="83" y="410"/>
                </a:moveTo>
                <a:cubicBezTo>
                  <a:pt x="89" y="396"/>
                  <a:pt x="96" y="385"/>
                  <a:pt x="111" y="380"/>
                </a:cubicBezTo>
                <a:cubicBezTo>
                  <a:pt x="120" y="378"/>
                  <a:pt x="128" y="375"/>
                  <a:pt x="136" y="371"/>
                </a:cubicBezTo>
                <a:cubicBezTo>
                  <a:pt x="168" y="355"/>
                  <a:pt x="188" y="328"/>
                  <a:pt x="198" y="294"/>
                </a:cubicBezTo>
                <a:cubicBezTo>
                  <a:pt x="199" y="289"/>
                  <a:pt x="200" y="284"/>
                  <a:pt x="201" y="280"/>
                </a:cubicBezTo>
                <a:cubicBezTo>
                  <a:pt x="202" y="275"/>
                  <a:pt x="201" y="274"/>
                  <a:pt x="197" y="274"/>
                </a:cubicBezTo>
                <a:cubicBezTo>
                  <a:pt x="186" y="275"/>
                  <a:pt x="176" y="278"/>
                  <a:pt x="166" y="283"/>
                </a:cubicBezTo>
                <a:cubicBezTo>
                  <a:pt x="159" y="286"/>
                  <a:pt x="152" y="289"/>
                  <a:pt x="144" y="291"/>
                </a:cubicBezTo>
                <a:cubicBezTo>
                  <a:pt x="136" y="294"/>
                  <a:pt x="130" y="300"/>
                  <a:pt x="123" y="305"/>
                </a:cubicBezTo>
                <a:cubicBezTo>
                  <a:pt x="105" y="321"/>
                  <a:pt x="84" y="334"/>
                  <a:pt x="62" y="344"/>
                </a:cubicBezTo>
                <a:cubicBezTo>
                  <a:pt x="53" y="348"/>
                  <a:pt x="43" y="351"/>
                  <a:pt x="34" y="353"/>
                </a:cubicBezTo>
                <a:cubicBezTo>
                  <a:pt x="24" y="356"/>
                  <a:pt x="15" y="352"/>
                  <a:pt x="9" y="344"/>
                </a:cubicBezTo>
                <a:cubicBezTo>
                  <a:pt x="4" y="338"/>
                  <a:pt x="1" y="330"/>
                  <a:pt x="1" y="322"/>
                </a:cubicBezTo>
                <a:cubicBezTo>
                  <a:pt x="1" y="310"/>
                  <a:pt x="0" y="299"/>
                  <a:pt x="0" y="288"/>
                </a:cubicBezTo>
                <a:cubicBezTo>
                  <a:pt x="0" y="286"/>
                  <a:pt x="0" y="284"/>
                  <a:pt x="1" y="283"/>
                </a:cubicBezTo>
                <a:cubicBezTo>
                  <a:pt x="1" y="280"/>
                  <a:pt x="4" y="279"/>
                  <a:pt x="6" y="282"/>
                </a:cubicBezTo>
                <a:cubicBezTo>
                  <a:pt x="7" y="283"/>
                  <a:pt x="7" y="284"/>
                  <a:pt x="8" y="285"/>
                </a:cubicBezTo>
                <a:cubicBezTo>
                  <a:pt x="9" y="286"/>
                  <a:pt x="9" y="288"/>
                  <a:pt x="10" y="290"/>
                </a:cubicBezTo>
                <a:cubicBezTo>
                  <a:pt x="16" y="297"/>
                  <a:pt x="23" y="301"/>
                  <a:pt x="32" y="298"/>
                </a:cubicBezTo>
                <a:cubicBezTo>
                  <a:pt x="37" y="297"/>
                  <a:pt x="41" y="295"/>
                  <a:pt x="46" y="293"/>
                </a:cubicBezTo>
                <a:cubicBezTo>
                  <a:pt x="48" y="292"/>
                  <a:pt x="51" y="291"/>
                  <a:pt x="53" y="291"/>
                </a:cubicBezTo>
                <a:cubicBezTo>
                  <a:pt x="58" y="292"/>
                  <a:pt x="61" y="290"/>
                  <a:pt x="65" y="288"/>
                </a:cubicBezTo>
                <a:cubicBezTo>
                  <a:pt x="77" y="282"/>
                  <a:pt x="89" y="275"/>
                  <a:pt x="100" y="268"/>
                </a:cubicBezTo>
                <a:cubicBezTo>
                  <a:pt x="118" y="258"/>
                  <a:pt x="137" y="251"/>
                  <a:pt x="156" y="244"/>
                </a:cubicBezTo>
                <a:cubicBezTo>
                  <a:pt x="169" y="239"/>
                  <a:pt x="183" y="234"/>
                  <a:pt x="197" y="229"/>
                </a:cubicBezTo>
                <a:cubicBezTo>
                  <a:pt x="199" y="228"/>
                  <a:pt x="201" y="227"/>
                  <a:pt x="203" y="226"/>
                </a:cubicBezTo>
                <a:cubicBezTo>
                  <a:pt x="212" y="222"/>
                  <a:pt x="218" y="215"/>
                  <a:pt x="219" y="204"/>
                </a:cubicBezTo>
                <a:cubicBezTo>
                  <a:pt x="221" y="178"/>
                  <a:pt x="223" y="151"/>
                  <a:pt x="222" y="124"/>
                </a:cubicBezTo>
                <a:cubicBezTo>
                  <a:pt x="221" y="105"/>
                  <a:pt x="218" y="87"/>
                  <a:pt x="210" y="69"/>
                </a:cubicBezTo>
                <a:cubicBezTo>
                  <a:pt x="205" y="58"/>
                  <a:pt x="201" y="47"/>
                  <a:pt x="197" y="36"/>
                </a:cubicBezTo>
                <a:cubicBezTo>
                  <a:pt x="194" y="28"/>
                  <a:pt x="193" y="19"/>
                  <a:pt x="194" y="10"/>
                </a:cubicBezTo>
                <a:cubicBezTo>
                  <a:pt x="194" y="4"/>
                  <a:pt x="199" y="0"/>
                  <a:pt x="205" y="2"/>
                </a:cubicBezTo>
                <a:cubicBezTo>
                  <a:pt x="213" y="4"/>
                  <a:pt x="222" y="5"/>
                  <a:pt x="230" y="7"/>
                </a:cubicBezTo>
                <a:cubicBezTo>
                  <a:pt x="233" y="7"/>
                  <a:pt x="235" y="9"/>
                  <a:pt x="237" y="10"/>
                </a:cubicBezTo>
                <a:cubicBezTo>
                  <a:pt x="241" y="13"/>
                  <a:pt x="244" y="16"/>
                  <a:pt x="248" y="19"/>
                </a:cubicBezTo>
                <a:cubicBezTo>
                  <a:pt x="253" y="23"/>
                  <a:pt x="259" y="26"/>
                  <a:pt x="265" y="29"/>
                </a:cubicBezTo>
                <a:cubicBezTo>
                  <a:pt x="274" y="33"/>
                  <a:pt x="279" y="40"/>
                  <a:pt x="280" y="49"/>
                </a:cubicBezTo>
                <a:cubicBezTo>
                  <a:pt x="280" y="55"/>
                  <a:pt x="280" y="60"/>
                  <a:pt x="278" y="66"/>
                </a:cubicBezTo>
                <a:cubicBezTo>
                  <a:pt x="277" y="68"/>
                  <a:pt x="275" y="70"/>
                  <a:pt x="273" y="72"/>
                </a:cubicBezTo>
                <a:cubicBezTo>
                  <a:pt x="271" y="74"/>
                  <a:pt x="270" y="75"/>
                  <a:pt x="270" y="77"/>
                </a:cubicBezTo>
                <a:cubicBezTo>
                  <a:pt x="271" y="104"/>
                  <a:pt x="271" y="131"/>
                  <a:pt x="271" y="158"/>
                </a:cubicBezTo>
                <a:cubicBezTo>
                  <a:pt x="272" y="165"/>
                  <a:pt x="272" y="172"/>
                  <a:pt x="273" y="179"/>
                </a:cubicBezTo>
                <a:cubicBezTo>
                  <a:pt x="274" y="183"/>
                  <a:pt x="275" y="184"/>
                  <a:pt x="278" y="182"/>
                </a:cubicBezTo>
                <a:cubicBezTo>
                  <a:pt x="291" y="176"/>
                  <a:pt x="303" y="170"/>
                  <a:pt x="313" y="160"/>
                </a:cubicBezTo>
                <a:cubicBezTo>
                  <a:pt x="317" y="155"/>
                  <a:pt x="321" y="150"/>
                  <a:pt x="325" y="144"/>
                </a:cubicBezTo>
                <a:cubicBezTo>
                  <a:pt x="330" y="138"/>
                  <a:pt x="335" y="132"/>
                  <a:pt x="341" y="128"/>
                </a:cubicBezTo>
                <a:cubicBezTo>
                  <a:pt x="350" y="122"/>
                  <a:pt x="359" y="120"/>
                  <a:pt x="369" y="122"/>
                </a:cubicBezTo>
                <a:cubicBezTo>
                  <a:pt x="379" y="124"/>
                  <a:pt x="383" y="131"/>
                  <a:pt x="380" y="141"/>
                </a:cubicBezTo>
                <a:cubicBezTo>
                  <a:pt x="379" y="146"/>
                  <a:pt x="376" y="151"/>
                  <a:pt x="372" y="154"/>
                </a:cubicBezTo>
                <a:cubicBezTo>
                  <a:pt x="367" y="160"/>
                  <a:pt x="361" y="165"/>
                  <a:pt x="355" y="169"/>
                </a:cubicBezTo>
                <a:cubicBezTo>
                  <a:pt x="341" y="178"/>
                  <a:pt x="328" y="189"/>
                  <a:pt x="314" y="199"/>
                </a:cubicBezTo>
                <a:cubicBezTo>
                  <a:pt x="301" y="209"/>
                  <a:pt x="289" y="219"/>
                  <a:pt x="275" y="229"/>
                </a:cubicBezTo>
                <a:cubicBezTo>
                  <a:pt x="272" y="232"/>
                  <a:pt x="271" y="234"/>
                  <a:pt x="271" y="238"/>
                </a:cubicBezTo>
                <a:cubicBezTo>
                  <a:pt x="267" y="263"/>
                  <a:pt x="262" y="287"/>
                  <a:pt x="254" y="310"/>
                </a:cubicBezTo>
                <a:cubicBezTo>
                  <a:pt x="253" y="314"/>
                  <a:pt x="251" y="317"/>
                  <a:pt x="250" y="320"/>
                </a:cubicBezTo>
                <a:cubicBezTo>
                  <a:pt x="249" y="322"/>
                  <a:pt x="249" y="324"/>
                  <a:pt x="247" y="325"/>
                </a:cubicBezTo>
                <a:cubicBezTo>
                  <a:pt x="226" y="349"/>
                  <a:pt x="202" y="371"/>
                  <a:pt x="173" y="386"/>
                </a:cubicBezTo>
                <a:cubicBezTo>
                  <a:pt x="149" y="400"/>
                  <a:pt x="123" y="408"/>
                  <a:pt x="95" y="410"/>
                </a:cubicBezTo>
                <a:cubicBezTo>
                  <a:pt x="93" y="410"/>
                  <a:pt x="90" y="411"/>
                  <a:pt x="88" y="411"/>
                </a:cubicBezTo>
                <a:cubicBezTo>
                  <a:pt x="87" y="411"/>
                  <a:pt x="85" y="411"/>
                  <a:pt x="83" y="4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0" name="Freeform 11">
            <a:extLst xmlns:a="http://schemas.openxmlformats.org/drawingml/2006/main">
              <a:ext uri="{FF2B5EF4-FFF2-40B4-BE49-F238E27FC236}">
                <a16:creationId xmlns:a16="http://schemas.microsoft.com/office/drawing/2014/main" id="{253FA837-B05B-4FFA-8C15-3864BC27B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4135" y="400644"/>
            <a:ext cx="98081" cy="227527"/>
          </a:xfrm>
          <a:custGeom xmlns:a="http://schemas.openxmlformats.org/drawingml/2006/main">
            <a:gdLst>
              <a:gd name="T0" fmla="*/ 127 w 193"/>
              <a:gd name="T1" fmla="*/ 371 h 449"/>
              <a:gd name="T2" fmla="*/ 63 w 193"/>
              <a:gd name="T3" fmla="*/ 417 h 449"/>
              <a:gd name="T4" fmla="*/ 47 w 193"/>
              <a:gd name="T5" fmla="*/ 433 h 449"/>
              <a:gd name="T6" fmla="*/ 7 w 193"/>
              <a:gd name="T7" fmla="*/ 434 h 449"/>
              <a:gd name="T8" fmla="*/ 1 w 193"/>
              <a:gd name="T9" fmla="*/ 383 h 449"/>
              <a:gd name="T10" fmla="*/ 33 w 193"/>
              <a:gd name="T11" fmla="*/ 331 h 449"/>
              <a:gd name="T12" fmla="*/ 49 w 193"/>
              <a:gd name="T13" fmla="*/ 286 h 449"/>
              <a:gd name="T14" fmla="*/ 50 w 193"/>
              <a:gd name="T15" fmla="*/ 233 h 449"/>
              <a:gd name="T16" fmla="*/ 38 w 193"/>
              <a:gd name="T17" fmla="*/ 207 h 449"/>
              <a:gd name="T18" fmla="*/ 54 w 193"/>
              <a:gd name="T19" fmla="*/ 201 h 449"/>
              <a:gd name="T20" fmla="*/ 75 w 193"/>
              <a:gd name="T21" fmla="*/ 209 h 449"/>
              <a:gd name="T22" fmla="*/ 107 w 193"/>
              <a:gd name="T23" fmla="*/ 223 h 449"/>
              <a:gd name="T24" fmla="*/ 126 w 193"/>
              <a:gd name="T25" fmla="*/ 233 h 449"/>
              <a:gd name="T26" fmla="*/ 133 w 193"/>
              <a:gd name="T27" fmla="*/ 231 h 449"/>
              <a:gd name="T28" fmla="*/ 135 w 193"/>
              <a:gd name="T29" fmla="*/ 200 h 449"/>
              <a:gd name="T30" fmla="*/ 133 w 193"/>
              <a:gd name="T31" fmla="*/ 99 h 449"/>
              <a:gd name="T32" fmla="*/ 105 w 193"/>
              <a:gd name="T33" fmla="*/ 55 h 449"/>
              <a:gd name="T34" fmla="*/ 77 w 193"/>
              <a:gd name="T35" fmla="*/ 9 h 449"/>
              <a:gd name="T36" fmla="*/ 95 w 193"/>
              <a:gd name="T37" fmla="*/ 6 h 449"/>
              <a:gd name="T38" fmla="*/ 165 w 193"/>
              <a:gd name="T39" fmla="*/ 52 h 449"/>
              <a:gd name="T40" fmla="*/ 189 w 193"/>
              <a:gd name="T41" fmla="*/ 83 h 449"/>
              <a:gd name="T42" fmla="*/ 189 w 193"/>
              <a:gd name="T43" fmla="*/ 292 h 449"/>
              <a:gd name="T44" fmla="*/ 165 w 193"/>
              <a:gd name="T45" fmla="*/ 409 h 449"/>
              <a:gd name="T46" fmla="*/ 145 w 193"/>
              <a:gd name="T47" fmla="*/ 428 h 449"/>
              <a:gd name="T48" fmla="*/ 134 w 193"/>
              <a:gd name="T49" fmla="*/ 415 h 449"/>
              <a:gd name="T50" fmla="*/ 131 w 193"/>
              <a:gd name="T51" fmla="*/ 367 h 449"/>
              <a:gd name="T52" fmla="*/ 124 w 193"/>
              <a:gd name="T53" fmla="*/ 264 h 449"/>
              <a:gd name="T54" fmla="*/ 102 w 193"/>
              <a:gd name="T55" fmla="*/ 280 h 449"/>
              <a:gd name="T56" fmla="*/ 81 w 193"/>
              <a:gd name="T57" fmla="*/ 296 h 449"/>
              <a:gd name="T58" fmla="*/ 59 w 193"/>
              <a:gd name="T59" fmla="*/ 331 h 449"/>
              <a:gd name="T60" fmla="*/ 31 w 193"/>
              <a:gd name="T61" fmla="*/ 373 h 449"/>
              <a:gd name="T62" fmla="*/ 46 w 193"/>
              <a:gd name="T63" fmla="*/ 382 h 449"/>
              <a:gd name="T64" fmla="*/ 78 w 193"/>
              <a:gd name="T65" fmla="*/ 363 h 449"/>
              <a:gd name="T66" fmla="*/ 114 w 193"/>
              <a:gd name="T67" fmla="*/ 346 h 449"/>
              <a:gd name="T68" fmla="*/ 133 w 193"/>
              <a:gd name="T69" fmla="*/ 325 h 449"/>
              <a:gd name="T70" fmla="*/ 132 w 193"/>
              <a:gd name="T71" fmla="*/ 255 h 449"/>
            </a:gdLst>
            <a:rect l="0" t="0" r="r" b="b"/>
            <a:pathLst>
              <a:path w="193" h="449">
                <a:moveTo>
                  <a:pt x="131" y="367"/>
                </a:moveTo>
                <a:cubicBezTo>
                  <a:pt x="129" y="369"/>
                  <a:pt x="128" y="370"/>
                  <a:pt x="127" y="371"/>
                </a:cubicBezTo>
                <a:cubicBezTo>
                  <a:pt x="112" y="385"/>
                  <a:pt x="97" y="397"/>
                  <a:pt x="80" y="408"/>
                </a:cubicBezTo>
                <a:cubicBezTo>
                  <a:pt x="74" y="411"/>
                  <a:pt x="69" y="414"/>
                  <a:pt x="63" y="417"/>
                </a:cubicBezTo>
                <a:cubicBezTo>
                  <a:pt x="61" y="419"/>
                  <a:pt x="59" y="420"/>
                  <a:pt x="57" y="422"/>
                </a:cubicBezTo>
                <a:cubicBezTo>
                  <a:pt x="54" y="426"/>
                  <a:pt x="50" y="430"/>
                  <a:pt x="47" y="433"/>
                </a:cubicBezTo>
                <a:cubicBezTo>
                  <a:pt x="44" y="436"/>
                  <a:pt x="41" y="439"/>
                  <a:pt x="38" y="441"/>
                </a:cubicBezTo>
                <a:cubicBezTo>
                  <a:pt x="27" y="449"/>
                  <a:pt x="13" y="446"/>
                  <a:pt x="7" y="434"/>
                </a:cubicBezTo>
                <a:cubicBezTo>
                  <a:pt x="4" y="428"/>
                  <a:pt x="2" y="421"/>
                  <a:pt x="1" y="415"/>
                </a:cubicBezTo>
                <a:cubicBezTo>
                  <a:pt x="0" y="404"/>
                  <a:pt x="0" y="394"/>
                  <a:pt x="1" y="383"/>
                </a:cubicBezTo>
                <a:cubicBezTo>
                  <a:pt x="2" y="379"/>
                  <a:pt x="3" y="374"/>
                  <a:pt x="7" y="372"/>
                </a:cubicBezTo>
                <a:cubicBezTo>
                  <a:pt x="20" y="361"/>
                  <a:pt x="28" y="346"/>
                  <a:pt x="33" y="331"/>
                </a:cubicBezTo>
                <a:cubicBezTo>
                  <a:pt x="36" y="325"/>
                  <a:pt x="37" y="319"/>
                  <a:pt x="39" y="313"/>
                </a:cubicBezTo>
                <a:cubicBezTo>
                  <a:pt x="42" y="304"/>
                  <a:pt x="45" y="294"/>
                  <a:pt x="49" y="286"/>
                </a:cubicBezTo>
                <a:cubicBezTo>
                  <a:pt x="56" y="272"/>
                  <a:pt x="56" y="258"/>
                  <a:pt x="53" y="244"/>
                </a:cubicBezTo>
                <a:cubicBezTo>
                  <a:pt x="52" y="240"/>
                  <a:pt x="51" y="237"/>
                  <a:pt x="50" y="233"/>
                </a:cubicBezTo>
                <a:cubicBezTo>
                  <a:pt x="49" y="229"/>
                  <a:pt x="47" y="225"/>
                  <a:pt x="44" y="221"/>
                </a:cubicBezTo>
                <a:cubicBezTo>
                  <a:pt x="42" y="217"/>
                  <a:pt x="39" y="212"/>
                  <a:pt x="38" y="207"/>
                </a:cubicBezTo>
                <a:cubicBezTo>
                  <a:pt x="36" y="202"/>
                  <a:pt x="38" y="199"/>
                  <a:pt x="44" y="199"/>
                </a:cubicBezTo>
                <a:cubicBezTo>
                  <a:pt x="48" y="199"/>
                  <a:pt x="51" y="199"/>
                  <a:pt x="54" y="201"/>
                </a:cubicBezTo>
                <a:cubicBezTo>
                  <a:pt x="55" y="202"/>
                  <a:pt x="56" y="203"/>
                  <a:pt x="57" y="203"/>
                </a:cubicBezTo>
                <a:cubicBezTo>
                  <a:pt x="62" y="208"/>
                  <a:pt x="68" y="209"/>
                  <a:pt x="75" y="209"/>
                </a:cubicBezTo>
                <a:cubicBezTo>
                  <a:pt x="83" y="209"/>
                  <a:pt x="90" y="212"/>
                  <a:pt x="96" y="218"/>
                </a:cubicBezTo>
                <a:cubicBezTo>
                  <a:pt x="99" y="221"/>
                  <a:pt x="103" y="223"/>
                  <a:pt x="107" y="223"/>
                </a:cubicBezTo>
                <a:cubicBezTo>
                  <a:pt x="110" y="223"/>
                  <a:pt x="112" y="224"/>
                  <a:pt x="115" y="225"/>
                </a:cubicBezTo>
                <a:cubicBezTo>
                  <a:pt x="120" y="226"/>
                  <a:pt x="124" y="229"/>
                  <a:pt x="126" y="233"/>
                </a:cubicBezTo>
                <a:cubicBezTo>
                  <a:pt x="126" y="234"/>
                  <a:pt x="127" y="235"/>
                  <a:pt x="128" y="236"/>
                </a:cubicBezTo>
                <a:cubicBezTo>
                  <a:pt x="131" y="236"/>
                  <a:pt x="132" y="234"/>
                  <a:pt x="133" y="231"/>
                </a:cubicBezTo>
                <a:cubicBezTo>
                  <a:pt x="134" y="229"/>
                  <a:pt x="134" y="227"/>
                  <a:pt x="134" y="225"/>
                </a:cubicBezTo>
                <a:cubicBezTo>
                  <a:pt x="134" y="217"/>
                  <a:pt x="134" y="208"/>
                  <a:pt x="135" y="200"/>
                </a:cubicBezTo>
                <a:cubicBezTo>
                  <a:pt x="137" y="176"/>
                  <a:pt x="139" y="151"/>
                  <a:pt x="137" y="127"/>
                </a:cubicBezTo>
                <a:cubicBezTo>
                  <a:pt x="137" y="118"/>
                  <a:pt x="135" y="109"/>
                  <a:pt x="133" y="99"/>
                </a:cubicBezTo>
                <a:cubicBezTo>
                  <a:pt x="132" y="90"/>
                  <a:pt x="127" y="81"/>
                  <a:pt x="121" y="74"/>
                </a:cubicBezTo>
                <a:cubicBezTo>
                  <a:pt x="116" y="67"/>
                  <a:pt x="111" y="61"/>
                  <a:pt x="105" y="55"/>
                </a:cubicBezTo>
                <a:cubicBezTo>
                  <a:pt x="98" y="46"/>
                  <a:pt x="90" y="36"/>
                  <a:pt x="83" y="27"/>
                </a:cubicBezTo>
                <a:cubicBezTo>
                  <a:pt x="79" y="22"/>
                  <a:pt x="77" y="15"/>
                  <a:pt x="77" y="9"/>
                </a:cubicBezTo>
                <a:cubicBezTo>
                  <a:pt x="77" y="3"/>
                  <a:pt x="80" y="0"/>
                  <a:pt x="86" y="2"/>
                </a:cubicBezTo>
                <a:cubicBezTo>
                  <a:pt x="89" y="2"/>
                  <a:pt x="92" y="4"/>
                  <a:pt x="95" y="6"/>
                </a:cubicBezTo>
                <a:cubicBezTo>
                  <a:pt x="105" y="15"/>
                  <a:pt x="116" y="22"/>
                  <a:pt x="128" y="28"/>
                </a:cubicBezTo>
                <a:cubicBezTo>
                  <a:pt x="141" y="35"/>
                  <a:pt x="154" y="43"/>
                  <a:pt x="165" y="52"/>
                </a:cubicBezTo>
                <a:cubicBezTo>
                  <a:pt x="172" y="58"/>
                  <a:pt x="179" y="64"/>
                  <a:pt x="184" y="72"/>
                </a:cubicBezTo>
                <a:cubicBezTo>
                  <a:pt x="186" y="75"/>
                  <a:pt x="188" y="78"/>
                  <a:pt x="189" y="83"/>
                </a:cubicBezTo>
                <a:cubicBezTo>
                  <a:pt x="192" y="122"/>
                  <a:pt x="193" y="162"/>
                  <a:pt x="193" y="202"/>
                </a:cubicBezTo>
                <a:cubicBezTo>
                  <a:pt x="193" y="232"/>
                  <a:pt x="192" y="262"/>
                  <a:pt x="189" y="292"/>
                </a:cubicBezTo>
                <a:cubicBezTo>
                  <a:pt x="186" y="321"/>
                  <a:pt x="183" y="350"/>
                  <a:pt x="176" y="378"/>
                </a:cubicBezTo>
                <a:cubicBezTo>
                  <a:pt x="173" y="388"/>
                  <a:pt x="170" y="399"/>
                  <a:pt x="165" y="409"/>
                </a:cubicBezTo>
                <a:cubicBezTo>
                  <a:pt x="162" y="414"/>
                  <a:pt x="159" y="419"/>
                  <a:pt x="155" y="423"/>
                </a:cubicBezTo>
                <a:cubicBezTo>
                  <a:pt x="152" y="426"/>
                  <a:pt x="149" y="428"/>
                  <a:pt x="145" y="428"/>
                </a:cubicBezTo>
                <a:cubicBezTo>
                  <a:pt x="140" y="429"/>
                  <a:pt x="136" y="427"/>
                  <a:pt x="135" y="422"/>
                </a:cubicBezTo>
                <a:cubicBezTo>
                  <a:pt x="135" y="420"/>
                  <a:pt x="135" y="418"/>
                  <a:pt x="134" y="415"/>
                </a:cubicBezTo>
                <a:cubicBezTo>
                  <a:pt x="134" y="407"/>
                  <a:pt x="135" y="399"/>
                  <a:pt x="135" y="391"/>
                </a:cubicBezTo>
                <a:cubicBezTo>
                  <a:pt x="134" y="383"/>
                  <a:pt x="134" y="375"/>
                  <a:pt x="131" y="367"/>
                </a:cubicBezTo>
                <a:close/>
                <a:moveTo>
                  <a:pt x="132" y="255"/>
                </a:moveTo>
                <a:cubicBezTo>
                  <a:pt x="127" y="257"/>
                  <a:pt x="125" y="260"/>
                  <a:pt x="124" y="264"/>
                </a:cubicBezTo>
                <a:cubicBezTo>
                  <a:pt x="123" y="267"/>
                  <a:pt x="122" y="271"/>
                  <a:pt x="119" y="273"/>
                </a:cubicBezTo>
                <a:cubicBezTo>
                  <a:pt x="114" y="277"/>
                  <a:pt x="108" y="280"/>
                  <a:pt x="102" y="280"/>
                </a:cubicBezTo>
                <a:cubicBezTo>
                  <a:pt x="97" y="280"/>
                  <a:pt x="94" y="282"/>
                  <a:pt x="91" y="285"/>
                </a:cubicBezTo>
                <a:cubicBezTo>
                  <a:pt x="87" y="289"/>
                  <a:pt x="84" y="292"/>
                  <a:pt x="81" y="296"/>
                </a:cubicBezTo>
                <a:cubicBezTo>
                  <a:pt x="78" y="299"/>
                  <a:pt x="76" y="302"/>
                  <a:pt x="75" y="305"/>
                </a:cubicBezTo>
                <a:cubicBezTo>
                  <a:pt x="71" y="315"/>
                  <a:pt x="66" y="323"/>
                  <a:pt x="59" y="331"/>
                </a:cubicBezTo>
                <a:cubicBezTo>
                  <a:pt x="54" y="337"/>
                  <a:pt x="50" y="343"/>
                  <a:pt x="45" y="349"/>
                </a:cubicBezTo>
                <a:cubicBezTo>
                  <a:pt x="39" y="356"/>
                  <a:pt x="34" y="364"/>
                  <a:pt x="31" y="373"/>
                </a:cubicBezTo>
                <a:cubicBezTo>
                  <a:pt x="29" y="377"/>
                  <a:pt x="29" y="379"/>
                  <a:pt x="34" y="381"/>
                </a:cubicBezTo>
                <a:cubicBezTo>
                  <a:pt x="38" y="382"/>
                  <a:pt x="42" y="383"/>
                  <a:pt x="46" y="382"/>
                </a:cubicBezTo>
                <a:cubicBezTo>
                  <a:pt x="53" y="381"/>
                  <a:pt x="59" y="378"/>
                  <a:pt x="64" y="374"/>
                </a:cubicBezTo>
                <a:cubicBezTo>
                  <a:pt x="69" y="371"/>
                  <a:pt x="73" y="367"/>
                  <a:pt x="78" y="363"/>
                </a:cubicBezTo>
                <a:cubicBezTo>
                  <a:pt x="81" y="361"/>
                  <a:pt x="83" y="359"/>
                  <a:pt x="87" y="358"/>
                </a:cubicBezTo>
                <a:cubicBezTo>
                  <a:pt x="97" y="356"/>
                  <a:pt x="106" y="351"/>
                  <a:pt x="114" y="346"/>
                </a:cubicBezTo>
                <a:cubicBezTo>
                  <a:pt x="119" y="343"/>
                  <a:pt x="123" y="340"/>
                  <a:pt x="127" y="338"/>
                </a:cubicBezTo>
                <a:cubicBezTo>
                  <a:pt x="131" y="335"/>
                  <a:pt x="133" y="331"/>
                  <a:pt x="133" y="325"/>
                </a:cubicBezTo>
                <a:cubicBezTo>
                  <a:pt x="132" y="304"/>
                  <a:pt x="132" y="282"/>
                  <a:pt x="132" y="260"/>
                </a:cubicBezTo>
                <a:cubicBezTo>
                  <a:pt x="132" y="259"/>
                  <a:pt x="132" y="257"/>
                  <a:pt x="132" y="25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1" name="Freeform 12">
            <a:extLst xmlns:a="http://schemas.openxmlformats.org/drawingml/2006/main">
              <a:ext uri="{FF2B5EF4-FFF2-40B4-BE49-F238E27FC236}">
                <a16:creationId xmlns:a16="http://schemas.microsoft.com/office/drawing/2014/main" id="{1E90CFEB-82A0-4254-ACA5-56E360C26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0994" y="431437"/>
            <a:ext cx="115759" cy="160238"/>
          </a:xfrm>
          <a:custGeom xmlns:a="http://schemas.openxmlformats.org/drawingml/2006/main">
            <a:gdLst>
              <a:gd name="T0" fmla="*/ 34 w 229"/>
              <a:gd name="T1" fmla="*/ 0 h 316"/>
              <a:gd name="T2" fmla="*/ 37 w 229"/>
              <a:gd name="T3" fmla="*/ 2 h 316"/>
              <a:gd name="T4" fmla="*/ 69 w 229"/>
              <a:gd name="T5" fmla="*/ 32 h 316"/>
              <a:gd name="T6" fmla="*/ 73 w 229"/>
              <a:gd name="T7" fmla="*/ 38 h 316"/>
              <a:gd name="T8" fmla="*/ 99 w 229"/>
              <a:gd name="T9" fmla="*/ 117 h 316"/>
              <a:gd name="T10" fmla="*/ 101 w 229"/>
              <a:gd name="T11" fmla="*/ 128 h 316"/>
              <a:gd name="T12" fmla="*/ 112 w 229"/>
              <a:gd name="T13" fmla="*/ 132 h 316"/>
              <a:gd name="T14" fmla="*/ 120 w 229"/>
              <a:gd name="T15" fmla="*/ 127 h 316"/>
              <a:gd name="T16" fmla="*/ 145 w 229"/>
              <a:gd name="T17" fmla="*/ 109 h 316"/>
              <a:gd name="T18" fmla="*/ 148 w 229"/>
              <a:gd name="T19" fmla="*/ 103 h 316"/>
              <a:gd name="T20" fmla="*/ 148 w 229"/>
              <a:gd name="T21" fmla="*/ 80 h 316"/>
              <a:gd name="T22" fmla="*/ 159 w 229"/>
              <a:gd name="T23" fmla="*/ 69 h 316"/>
              <a:gd name="T24" fmla="*/ 162 w 229"/>
              <a:gd name="T25" fmla="*/ 71 h 316"/>
              <a:gd name="T26" fmla="*/ 164 w 229"/>
              <a:gd name="T27" fmla="*/ 75 h 316"/>
              <a:gd name="T28" fmla="*/ 171 w 229"/>
              <a:gd name="T29" fmla="*/ 86 h 316"/>
              <a:gd name="T30" fmla="*/ 204 w 229"/>
              <a:gd name="T31" fmla="*/ 104 h 316"/>
              <a:gd name="T32" fmla="*/ 209 w 229"/>
              <a:gd name="T33" fmla="*/ 112 h 316"/>
              <a:gd name="T34" fmla="*/ 169 w 229"/>
              <a:gd name="T35" fmla="*/ 170 h 316"/>
              <a:gd name="T36" fmla="*/ 128 w 229"/>
              <a:gd name="T37" fmla="*/ 175 h 316"/>
              <a:gd name="T38" fmla="*/ 114 w 229"/>
              <a:gd name="T39" fmla="*/ 190 h 316"/>
              <a:gd name="T40" fmla="*/ 115 w 229"/>
              <a:gd name="T41" fmla="*/ 196 h 316"/>
              <a:gd name="T42" fmla="*/ 115 w 229"/>
              <a:gd name="T43" fmla="*/ 219 h 316"/>
              <a:gd name="T44" fmla="*/ 109 w 229"/>
              <a:gd name="T45" fmla="*/ 226 h 316"/>
              <a:gd name="T46" fmla="*/ 89 w 229"/>
              <a:gd name="T47" fmla="*/ 246 h 316"/>
              <a:gd name="T48" fmla="*/ 95 w 229"/>
              <a:gd name="T49" fmla="*/ 260 h 316"/>
              <a:gd name="T50" fmla="*/ 113 w 229"/>
              <a:gd name="T51" fmla="*/ 259 h 316"/>
              <a:gd name="T52" fmla="*/ 148 w 229"/>
              <a:gd name="T53" fmla="*/ 248 h 316"/>
              <a:gd name="T54" fmla="*/ 170 w 229"/>
              <a:gd name="T55" fmla="*/ 243 h 316"/>
              <a:gd name="T56" fmla="*/ 187 w 229"/>
              <a:gd name="T57" fmla="*/ 237 h 316"/>
              <a:gd name="T58" fmla="*/ 212 w 229"/>
              <a:gd name="T59" fmla="*/ 229 h 316"/>
              <a:gd name="T60" fmla="*/ 220 w 229"/>
              <a:gd name="T61" fmla="*/ 229 h 316"/>
              <a:gd name="T62" fmla="*/ 227 w 229"/>
              <a:gd name="T63" fmla="*/ 241 h 316"/>
              <a:gd name="T64" fmla="*/ 214 w 229"/>
              <a:gd name="T65" fmla="*/ 267 h 316"/>
              <a:gd name="T66" fmla="*/ 203 w 229"/>
              <a:gd name="T67" fmla="*/ 277 h 316"/>
              <a:gd name="T68" fmla="*/ 174 w 229"/>
              <a:gd name="T69" fmla="*/ 289 h 316"/>
              <a:gd name="T70" fmla="*/ 140 w 229"/>
              <a:gd name="T71" fmla="*/ 298 h 316"/>
              <a:gd name="T72" fmla="*/ 127 w 229"/>
              <a:gd name="T73" fmla="*/ 298 h 316"/>
              <a:gd name="T74" fmla="*/ 116 w 229"/>
              <a:gd name="T75" fmla="*/ 301 h 316"/>
              <a:gd name="T76" fmla="*/ 55 w 229"/>
              <a:gd name="T77" fmla="*/ 304 h 316"/>
              <a:gd name="T78" fmla="*/ 44 w 229"/>
              <a:gd name="T79" fmla="*/ 292 h 316"/>
              <a:gd name="T80" fmla="*/ 27 w 229"/>
              <a:gd name="T81" fmla="*/ 257 h 316"/>
              <a:gd name="T82" fmla="*/ 25 w 229"/>
              <a:gd name="T83" fmla="*/ 252 h 316"/>
              <a:gd name="T84" fmla="*/ 18 w 229"/>
              <a:gd name="T85" fmla="*/ 217 h 316"/>
              <a:gd name="T86" fmla="*/ 18 w 229"/>
              <a:gd name="T87" fmla="*/ 210 h 316"/>
              <a:gd name="T88" fmla="*/ 1 w 229"/>
              <a:gd name="T89" fmla="*/ 140 h 316"/>
              <a:gd name="T90" fmla="*/ 0 w 229"/>
              <a:gd name="T91" fmla="*/ 134 h 316"/>
              <a:gd name="T92" fmla="*/ 18 w 229"/>
              <a:gd name="T93" fmla="*/ 50 h 316"/>
              <a:gd name="T94" fmla="*/ 32 w 229"/>
              <a:gd name="T95" fmla="*/ 4 h 316"/>
              <a:gd name="T96" fmla="*/ 34 w 229"/>
              <a:gd name="T97" fmla="*/ 0 h 316"/>
            </a:gdLst>
            <a:rect l="0" t="0" r="r" b="b"/>
            <a:pathLst>
              <a:path w="229" h="316">
                <a:moveTo>
                  <a:pt x="34" y="0"/>
                </a:moveTo>
                <a:cubicBezTo>
                  <a:pt x="35" y="1"/>
                  <a:pt x="36" y="2"/>
                  <a:pt x="37" y="2"/>
                </a:cubicBezTo>
                <a:cubicBezTo>
                  <a:pt x="48" y="12"/>
                  <a:pt x="58" y="22"/>
                  <a:pt x="69" y="32"/>
                </a:cubicBezTo>
                <a:cubicBezTo>
                  <a:pt x="71" y="34"/>
                  <a:pt x="72" y="36"/>
                  <a:pt x="73" y="38"/>
                </a:cubicBezTo>
                <a:cubicBezTo>
                  <a:pt x="86" y="63"/>
                  <a:pt x="94" y="89"/>
                  <a:pt x="99" y="117"/>
                </a:cubicBezTo>
                <a:cubicBezTo>
                  <a:pt x="99" y="120"/>
                  <a:pt x="100" y="124"/>
                  <a:pt x="101" y="128"/>
                </a:cubicBezTo>
                <a:cubicBezTo>
                  <a:pt x="103" y="133"/>
                  <a:pt x="107" y="134"/>
                  <a:pt x="112" y="132"/>
                </a:cubicBezTo>
                <a:cubicBezTo>
                  <a:pt x="115" y="130"/>
                  <a:pt x="117" y="129"/>
                  <a:pt x="120" y="127"/>
                </a:cubicBezTo>
                <a:cubicBezTo>
                  <a:pt x="128" y="121"/>
                  <a:pt x="136" y="115"/>
                  <a:pt x="145" y="109"/>
                </a:cubicBezTo>
                <a:cubicBezTo>
                  <a:pt x="147" y="108"/>
                  <a:pt x="148" y="106"/>
                  <a:pt x="148" y="103"/>
                </a:cubicBezTo>
                <a:cubicBezTo>
                  <a:pt x="148" y="95"/>
                  <a:pt x="148" y="88"/>
                  <a:pt x="148" y="80"/>
                </a:cubicBezTo>
                <a:cubicBezTo>
                  <a:pt x="148" y="75"/>
                  <a:pt x="153" y="69"/>
                  <a:pt x="159" y="69"/>
                </a:cubicBezTo>
                <a:cubicBezTo>
                  <a:pt x="160" y="69"/>
                  <a:pt x="162" y="70"/>
                  <a:pt x="162" y="71"/>
                </a:cubicBezTo>
                <a:cubicBezTo>
                  <a:pt x="163" y="72"/>
                  <a:pt x="164" y="73"/>
                  <a:pt x="164" y="75"/>
                </a:cubicBezTo>
                <a:cubicBezTo>
                  <a:pt x="164" y="79"/>
                  <a:pt x="167" y="83"/>
                  <a:pt x="171" y="86"/>
                </a:cubicBezTo>
                <a:cubicBezTo>
                  <a:pt x="181" y="94"/>
                  <a:pt x="192" y="100"/>
                  <a:pt x="204" y="104"/>
                </a:cubicBezTo>
                <a:cubicBezTo>
                  <a:pt x="208" y="106"/>
                  <a:pt x="209" y="108"/>
                  <a:pt x="209" y="112"/>
                </a:cubicBezTo>
                <a:cubicBezTo>
                  <a:pt x="210" y="140"/>
                  <a:pt x="196" y="160"/>
                  <a:pt x="169" y="170"/>
                </a:cubicBezTo>
                <a:cubicBezTo>
                  <a:pt x="156" y="175"/>
                  <a:pt x="142" y="177"/>
                  <a:pt x="128" y="175"/>
                </a:cubicBezTo>
                <a:cubicBezTo>
                  <a:pt x="119" y="173"/>
                  <a:pt x="112" y="182"/>
                  <a:pt x="114" y="190"/>
                </a:cubicBezTo>
                <a:cubicBezTo>
                  <a:pt x="114" y="192"/>
                  <a:pt x="115" y="194"/>
                  <a:pt x="115" y="196"/>
                </a:cubicBezTo>
                <a:cubicBezTo>
                  <a:pt x="118" y="203"/>
                  <a:pt x="118" y="211"/>
                  <a:pt x="115" y="219"/>
                </a:cubicBezTo>
                <a:cubicBezTo>
                  <a:pt x="114" y="222"/>
                  <a:pt x="112" y="224"/>
                  <a:pt x="109" y="226"/>
                </a:cubicBezTo>
                <a:cubicBezTo>
                  <a:pt x="101" y="231"/>
                  <a:pt x="95" y="238"/>
                  <a:pt x="89" y="246"/>
                </a:cubicBezTo>
                <a:cubicBezTo>
                  <a:pt x="84" y="254"/>
                  <a:pt x="85" y="258"/>
                  <a:pt x="95" y="260"/>
                </a:cubicBezTo>
                <a:cubicBezTo>
                  <a:pt x="101" y="261"/>
                  <a:pt x="107" y="261"/>
                  <a:pt x="113" y="259"/>
                </a:cubicBezTo>
                <a:cubicBezTo>
                  <a:pt x="125" y="256"/>
                  <a:pt x="137" y="252"/>
                  <a:pt x="148" y="248"/>
                </a:cubicBezTo>
                <a:cubicBezTo>
                  <a:pt x="155" y="245"/>
                  <a:pt x="162" y="243"/>
                  <a:pt x="170" y="243"/>
                </a:cubicBezTo>
                <a:cubicBezTo>
                  <a:pt x="176" y="242"/>
                  <a:pt x="182" y="240"/>
                  <a:pt x="187" y="237"/>
                </a:cubicBezTo>
                <a:cubicBezTo>
                  <a:pt x="195" y="234"/>
                  <a:pt x="203" y="230"/>
                  <a:pt x="212" y="229"/>
                </a:cubicBezTo>
                <a:cubicBezTo>
                  <a:pt x="214" y="229"/>
                  <a:pt x="217" y="229"/>
                  <a:pt x="220" y="229"/>
                </a:cubicBezTo>
                <a:cubicBezTo>
                  <a:pt x="226" y="230"/>
                  <a:pt x="229" y="236"/>
                  <a:pt x="227" y="241"/>
                </a:cubicBezTo>
                <a:cubicBezTo>
                  <a:pt x="223" y="250"/>
                  <a:pt x="218" y="259"/>
                  <a:pt x="214" y="267"/>
                </a:cubicBezTo>
                <a:cubicBezTo>
                  <a:pt x="211" y="271"/>
                  <a:pt x="207" y="274"/>
                  <a:pt x="203" y="277"/>
                </a:cubicBezTo>
                <a:cubicBezTo>
                  <a:pt x="194" y="282"/>
                  <a:pt x="184" y="286"/>
                  <a:pt x="174" y="289"/>
                </a:cubicBezTo>
                <a:cubicBezTo>
                  <a:pt x="163" y="292"/>
                  <a:pt x="151" y="295"/>
                  <a:pt x="140" y="298"/>
                </a:cubicBezTo>
                <a:cubicBezTo>
                  <a:pt x="136" y="299"/>
                  <a:pt x="131" y="298"/>
                  <a:pt x="127" y="298"/>
                </a:cubicBezTo>
                <a:cubicBezTo>
                  <a:pt x="122" y="298"/>
                  <a:pt x="119" y="299"/>
                  <a:pt x="116" y="301"/>
                </a:cubicBezTo>
                <a:cubicBezTo>
                  <a:pt x="97" y="315"/>
                  <a:pt x="74" y="316"/>
                  <a:pt x="55" y="304"/>
                </a:cubicBezTo>
                <a:cubicBezTo>
                  <a:pt x="51" y="301"/>
                  <a:pt x="47" y="297"/>
                  <a:pt x="44" y="292"/>
                </a:cubicBezTo>
                <a:cubicBezTo>
                  <a:pt x="37" y="281"/>
                  <a:pt x="32" y="269"/>
                  <a:pt x="27" y="257"/>
                </a:cubicBezTo>
                <a:cubicBezTo>
                  <a:pt x="26" y="255"/>
                  <a:pt x="26" y="254"/>
                  <a:pt x="25" y="252"/>
                </a:cubicBezTo>
                <a:cubicBezTo>
                  <a:pt x="20" y="241"/>
                  <a:pt x="17" y="230"/>
                  <a:pt x="18" y="217"/>
                </a:cubicBezTo>
                <a:cubicBezTo>
                  <a:pt x="19" y="215"/>
                  <a:pt x="18" y="213"/>
                  <a:pt x="18" y="210"/>
                </a:cubicBezTo>
                <a:cubicBezTo>
                  <a:pt x="12" y="187"/>
                  <a:pt x="6" y="163"/>
                  <a:pt x="1" y="140"/>
                </a:cubicBezTo>
                <a:cubicBezTo>
                  <a:pt x="0" y="138"/>
                  <a:pt x="0" y="136"/>
                  <a:pt x="0" y="134"/>
                </a:cubicBezTo>
                <a:cubicBezTo>
                  <a:pt x="6" y="106"/>
                  <a:pt x="12" y="78"/>
                  <a:pt x="18" y="50"/>
                </a:cubicBezTo>
                <a:cubicBezTo>
                  <a:pt x="22" y="35"/>
                  <a:pt x="26" y="19"/>
                  <a:pt x="32" y="4"/>
                </a:cubicBezTo>
                <a:cubicBezTo>
                  <a:pt x="33" y="2"/>
                  <a:pt x="33" y="1"/>
                  <a:pt x="3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2" name="Freeform 13">
            <a:extLst xmlns:a="http://schemas.openxmlformats.org/drawingml/2006/main">
              <a:ext uri="{FF2B5EF4-FFF2-40B4-BE49-F238E27FC236}">
                <a16:creationId xmlns:a16="http://schemas.microsoft.com/office/drawing/2014/main" id="{EFD39C91-AFCA-4B25-A7EB-4451D2AEF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5489" y="493594"/>
            <a:ext cx="137428" cy="152255"/>
          </a:xfrm>
          <a:custGeom xmlns:a="http://schemas.openxmlformats.org/drawingml/2006/main">
            <a:gdLst>
              <a:gd name="T0" fmla="*/ 194 w 271"/>
              <a:gd name="T1" fmla="*/ 98 h 300"/>
              <a:gd name="T2" fmla="*/ 236 w 271"/>
              <a:gd name="T3" fmla="*/ 96 h 300"/>
              <a:gd name="T4" fmla="*/ 237 w 271"/>
              <a:gd name="T5" fmla="*/ 111 h 300"/>
              <a:gd name="T6" fmla="*/ 175 w 271"/>
              <a:gd name="T7" fmla="*/ 150 h 300"/>
              <a:gd name="T8" fmla="*/ 169 w 271"/>
              <a:gd name="T9" fmla="*/ 195 h 300"/>
              <a:gd name="T10" fmla="*/ 177 w 271"/>
              <a:gd name="T11" fmla="*/ 299 h 300"/>
              <a:gd name="T12" fmla="*/ 159 w 271"/>
              <a:gd name="T13" fmla="*/ 285 h 300"/>
              <a:gd name="T14" fmla="*/ 150 w 271"/>
              <a:gd name="T15" fmla="*/ 266 h 300"/>
              <a:gd name="T16" fmla="*/ 133 w 271"/>
              <a:gd name="T17" fmla="*/ 260 h 300"/>
              <a:gd name="T18" fmla="*/ 132 w 271"/>
              <a:gd name="T19" fmla="*/ 243 h 300"/>
              <a:gd name="T20" fmla="*/ 149 w 271"/>
              <a:gd name="T21" fmla="*/ 232 h 300"/>
              <a:gd name="T22" fmla="*/ 139 w 271"/>
              <a:gd name="T23" fmla="*/ 197 h 300"/>
              <a:gd name="T24" fmla="*/ 117 w 271"/>
              <a:gd name="T25" fmla="*/ 216 h 300"/>
              <a:gd name="T26" fmla="*/ 101 w 271"/>
              <a:gd name="T27" fmla="*/ 235 h 300"/>
              <a:gd name="T28" fmla="*/ 26 w 271"/>
              <a:gd name="T29" fmla="*/ 293 h 300"/>
              <a:gd name="T30" fmla="*/ 0 w 271"/>
              <a:gd name="T31" fmla="*/ 243 h 300"/>
              <a:gd name="T32" fmla="*/ 9 w 271"/>
              <a:gd name="T33" fmla="*/ 237 h 300"/>
              <a:gd name="T34" fmla="*/ 32 w 271"/>
              <a:gd name="T35" fmla="*/ 234 h 300"/>
              <a:gd name="T36" fmla="*/ 59 w 271"/>
              <a:gd name="T37" fmla="*/ 219 h 300"/>
              <a:gd name="T38" fmla="*/ 116 w 271"/>
              <a:gd name="T39" fmla="*/ 185 h 300"/>
              <a:gd name="T40" fmla="*/ 145 w 271"/>
              <a:gd name="T41" fmla="*/ 155 h 300"/>
              <a:gd name="T42" fmla="*/ 133 w 271"/>
              <a:gd name="T43" fmla="*/ 142 h 300"/>
              <a:gd name="T44" fmla="*/ 145 w 271"/>
              <a:gd name="T45" fmla="*/ 112 h 300"/>
              <a:gd name="T46" fmla="*/ 143 w 271"/>
              <a:gd name="T47" fmla="*/ 104 h 300"/>
              <a:gd name="T48" fmla="*/ 124 w 271"/>
              <a:gd name="T49" fmla="*/ 108 h 300"/>
              <a:gd name="T50" fmla="*/ 121 w 271"/>
              <a:gd name="T51" fmla="*/ 140 h 300"/>
              <a:gd name="T52" fmla="*/ 87 w 271"/>
              <a:gd name="T53" fmla="*/ 188 h 300"/>
              <a:gd name="T54" fmla="*/ 73 w 271"/>
              <a:gd name="T55" fmla="*/ 176 h 300"/>
              <a:gd name="T56" fmla="*/ 67 w 271"/>
              <a:gd name="T57" fmla="*/ 159 h 300"/>
              <a:gd name="T58" fmla="*/ 66 w 271"/>
              <a:gd name="T59" fmla="*/ 63 h 300"/>
              <a:gd name="T60" fmla="*/ 72 w 271"/>
              <a:gd name="T61" fmla="*/ 47 h 300"/>
              <a:gd name="T62" fmla="*/ 88 w 271"/>
              <a:gd name="T63" fmla="*/ 55 h 300"/>
              <a:gd name="T64" fmla="*/ 109 w 271"/>
              <a:gd name="T65" fmla="*/ 63 h 300"/>
              <a:gd name="T66" fmla="*/ 160 w 271"/>
              <a:gd name="T67" fmla="*/ 28 h 300"/>
              <a:gd name="T68" fmla="*/ 187 w 271"/>
              <a:gd name="T69" fmla="*/ 16 h 300"/>
              <a:gd name="T70" fmla="*/ 258 w 271"/>
              <a:gd name="T71" fmla="*/ 4 h 300"/>
              <a:gd name="T72" fmla="*/ 271 w 271"/>
              <a:gd name="T73" fmla="*/ 16 h 300"/>
              <a:gd name="T74" fmla="*/ 248 w 271"/>
              <a:gd name="T75" fmla="*/ 37 h 300"/>
              <a:gd name="T76" fmla="*/ 215 w 271"/>
              <a:gd name="T77" fmla="*/ 67 h 300"/>
              <a:gd name="T78" fmla="*/ 186 w 271"/>
              <a:gd name="T79" fmla="*/ 95 h 300"/>
            </a:gdLst>
            <a:rect l="0" t="0" r="r" b="b"/>
            <a:pathLst>
              <a:path w="271" h="300">
                <a:moveTo>
                  <a:pt x="185" y="102"/>
                </a:moveTo>
                <a:cubicBezTo>
                  <a:pt x="188" y="101"/>
                  <a:pt x="191" y="99"/>
                  <a:pt x="194" y="98"/>
                </a:cubicBezTo>
                <a:cubicBezTo>
                  <a:pt x="200" y="94"/>
                  <a:pt x="206" y="91"/>
                  <a:pt x="213" y="90"/>
                </a:cubicBezTo>
                <a:cubicBezTo>
                  <a:pt x="221" y="89"/>
                  <a:pt x="229" y="92"/>
                  <a:pt x="236" y="96"/>
                </a:cubicBezTo>
                <a:cubicBezTo>
                  <a:pt x="237" y="97"/>
                  <a:pt x="238" y="98"/>
                  <a:pt x="239" y="99"/>
                </a:cubicBezTo>
                <a:cubicBezTo>
                  <a:pt x="242" y="103"/>
                  <a:pt x="242" y="108"/>
                  <a:pt x="237" y="111"/>
                </a:cubicBezTo>
                <a:cubicBezTo>
                  <a:pt x="220" y="127"/>
                  <a:pt x="200" y="139"/>
                  <a:pt x="179" y="148"/>
                </a:cubicBezTo>
                <a:cubicBezTo>
                  <a:pt x="178" y="149"/>
                  <a:pt x="176" y="149"/>
                  <a:pt x="175" y="150"/>
                </a:cubicBezTo>
                <a:cubicBezTo>
                  <a:pt x="167" y="153"/>
                  <a:pt x="164" y="159"/>
                  <a:pt x="163" y="168"/>
                </a:cubicBezTo>
                <a:cubicBezTo>
                  <a:pt x="163" y="177"/>
                  <a:pt x="165" y="187"/>
                  <a:pt x="169" y="195"/>
                </a:cubicBezTo>
                <a:cubicBezTo>
                  <a:pt x="182" y="226"/>
                  <a:pt x="186" y="259"/>
                  <a:pt x="185" y="292"/>
                </a:cubicBezTo>
                <a:cubicBezTo>
                  <a:pt x="185" y="298"/>
                  <a:pt x="183" y="300"/>
                  <a:pt x="177" y="299"/>
                </a:cubicBezTo>
                <a:cubicBezTo>
                  <a:pt x="171" y="299"/>
                  <a:pt x="165" y="297"/>
                  <a:pt x="161" y="292"/>
                </a:cubicBezTo>
                <a:cubicBezTo>
                  <a:pt x="159" y="290"/>
                  <a:pt x="159" y="287"/>
                  <a:pt x="159" y="285"/>
                </a:cubicBezTo>
                <a:cubicBezTo>
                  <a:pt x="159" y="284"/>
                  <a:pt x="159" y="282"/>
                  <a:pt x="159" y="281"/>
                </a:cubicBezTo>
                <a:cubicBezTo>
                  <a:pt x="159" y="274"/>
                  <a:pt x="156" y="269"/>
                  <a:pt x="150" y="266"/>
                </a:cubicBezTo>
                <a:cubicBezTo>
                  <a:pt x="146" y="263"/>
                  <a:pt x="141" y="262"/>
                  <a:pt x="136" y="260"/>
                </a:cubicBezTo>
                <a:cubicBezTo>
                  <a:pt x="135" y="260"/>
                  <a:pt x="134" y="260"/>
                  <a:pt x="133" y="260"/>
                </a:cubicBezTo>
                <a:cubicBezTo>
                  <a:pt x="129" y="258"/>
                  <a:pt x="126" y="255"/>
                  <a:pt x="126" y="252"/>
                </a:cubicBezTo>
                <a:cubicBezTo>
                  <a:pt x="125" y="248"/>
                  <a:pt x="128" y="244"/>
                  <a:pt x="132" y="243"/>
                </a:cubicBezTo>
                <a:cubicBezTo>
                  <a:pt x="134" y="242"/>
                  <a:pt x="136" y="242"/>
                  <a:pt x="138" y="242"/>
                </a:cubicBezTo>
                <a:cubicBezTo>
                  <a:pt x="144" y="241"/>
                  <a:pt x="147" y="238"/>
                  <a:pt x="149" y="232"/>
                </a:cubicBezTo>
                <a:cubicBezTo>
                  <a:pt x="153" y="220"/>
                  <a:pt x="151" y="208"/>
                  <a:pt x="144" y="197"/>
                </a:cubicBezTo>
                <a:cubicBezTo>
                  <a:pt x="142" y="195"/>
                  <a:pt x="141" y="195"/>
                  <a:pt x="139" y="197"/>
                </a:cubicBezTo>
                <a:cubicBezTo>
                  <a:pt x="138" y="197"/>
                  <a:pt x="137" y="198"/>
                  <a:pt x="136" y="199"/>
                </a:cubicBezTo>
                <a:cubicBezTo>
                  <a:pt x="129" y="205"/>
                  <a:pt x="123" y="210"/>
                  <a:pt x="117" y="216"/>
                </a:cubicBezTo>
                <a:cubicBezTo>
                  <a:pt x="112" y="220"/>
                  <a:pt x="108" y="225"/>
                  <a:pt x="105" y="231"/>
                </a:cubicBezTo>
                <a:cubicBezTo>
                  <a:pt x="104" y="232"/>
                  <a:pt x="103" y="233"/>
                  <a:pt x="101" y="235"/>
                </a:cubicBezTo>
                <a:cubicBezTo>
                  <a:pt x="84" y="253"/>
                  <a:pt x="66" y="270"/>
                  <a:pt x="48" y="288"/>
                </a:cubicBezTo>
                <a:cubicBezTo>
                  <a:pt x="41" y="296"/>
                  <a:pt x="35" y="297"/>
                  <a:pt x="26" y="293"/>
                </a:cubicBezTo>
                <a:cubicBezTo>
                  <a:pt x="20" y="291"/>
                  <a:pt x="16" y="287"/>
                  <a:pt x="13" y="282"/>
                </a:cubicBezTo>
                <a:cubicBezTo>
                  <a:pt x="4" y="271"/>
                  <a:pt x="1" y="257"/>
                  <a:pt x="0" y="243"/>
                </a:cubicBezTo>
                <a:cubicBezTo>
                  <a:pt x="0" y="240"/>
                  <a:pt x="1" y="239"/>
                  <a:pt x="3" y="239"/>
                </a:cubicBezTo>
                <a:cubicBezTo>
                  <a:pt x="5" y="238"/>
                  <a:pt x="7" y="237"/>
                  <a:pt x="9" y="237"/>
                </a:cubicBezTo>
                <a:cubicBezTo>
                  <a:pt x="13" y="235"/>
                  <a:pt x="16" y="235"/>
                  <a:pt x="20" y="237"/>
                </a:cubicBezTo>
                <a:cubicBezTo>
                  <a:pt x="24" y="239"/>
                  <a:pt x="28" y="238"/>
                  <a:pt x="32" y="234"/>
                </a:cubicBezTo>
                <a:cubicBezTo>
                  <a:pt x="34" y="233"/>
                  <a:pt x="37" y="231"/>
                  <a:pt x="39" y="230"/>
                </a:cubicBezTo>
                <a:cubicBezTo>
                  <a:pt x="46" y="226"/>
                  <a:pt x="52" y="222"/>
                  <a:pt x="59" y="219"/>
                </a:cubicBezTo>
                <a:cubicBezTo>
                  <a:pt x="60" y="218"/>
                  <a:pt x="62" y="217"/>
                  <a:pt x="63" y="216"/>
                </a:cubicBezTo>
                <a:cubicBezTo>
                  <a:pt x="81" y="206"/>
                  <a:pt x="98" y="195"/>
                  <a:pt x="116" y="185"/>
                </a:cubicBezTo>
                <a:cubicBezTo>
                  <a:pt x="122" y="181"/>
                  <a:pt x="128" y="177"/>
                  <a:pt x="134" y="172"/>
                </a:cubicBezTo>
                <a:cubicBezTo>
                  <a:pt x="139" y="168"/>
                  <a:pt x="143" y="163"/>
                  <a:pt x="145" y="155"/>
                </a:cubicBezTo>
                <a:cubicBezTo>
                  <a:pt x="143" y="155"/>
                  <a:pt x="142" y="154"/>
                  <a:pt x="140" y="154"/>
                </a:cubicBezTo>
                <a:cubicBezTo>
                  <a:pt x="134" y="152"/>
                  <a:pt x="132" y="148"/>
                  <a:pt x="133" y="142"/>
                </a:cubicBezTo>
                <a:cubicBezTo>
                  <a:pt x="134" y="140"/>
                  <a:pt x="135" y="137"/>
                  <a:pt x="136" y="135"/>
                </a:cubicBezTo>
                <a:cubicBezTo>
                  <a:pt x="139" y="127"/>
                  <a:pt x="142" y="119"/>
                  <a:pt x="145" y="112"/>
                </a:cubicBezTo>
                <a:cubicBezTo>
                  <a:pt x="145" y="111"/>
                  <a:pt x="146" y="110"/>
                  <a:pt x="146" y="109"/>
                </a:cubicBezTo>
                <a:cubicBezTo>
                  <a:pt x="147" y="105"/>
                  <a:pt x="146" y="104"/>
                  <a:pt x="143" y="104"/>
                </a:cubicBezTo>
                <a:cubicBezTo>
                  <a:pt x="140" y="104"/>
                  <a:pt x="138" y="104"/>
                  <a:pt x="135" y="105"/>
                </a:cubicBezTo>
                <a:cubicBezTo>
                  <a:pt x="132" y="106"/>
                  <a:pt x="128" y="107"/>
                  <a:pt x="124" y="108"/>
                </a:cubicBezTo>
                <a:cubicBezTo>
                  <a:pt x="122" y="109"/>
                  <a:pt x="121" y="111"/>
                  <a:pt x="121" y="113"/>
                </a:cubicBezTo>
                <a:cubicBezTo>
                  <a:pt x="121" y="122"/>
                  <a:pt x="121" y="131"/>
                  <a:pt x="121" y="140"/>
                </a:cubicBezTo>
                <a:cubicBezTo>
                  <a:pt x="121" y="142"/>
                  <a:pt x="120" y="144"/>
                  <a:pt x="119" y="146"/>
                </a:cubicBezTo>
                <a:cubicBezTo>
                  <a:pt x="108" y="160"/>
                  <a:pt x="98" y="174"/>
                  <a:pt x="87" y="188"/>
                </a:cubicBezTo>
                <a:cubicBezTo>
                  <a:pt x="87" y="189"/>
                  <a:pt x="86" y="189"/>
                  <a:pt x="86" y="190"/>
                </a:cubicBezTo>
                <a:cubicBezTo>
                  <a:pt x="81" y="185"/>
                  <a:pt x="77" y="181"/>
                  <a:pt x="73" y="176"/>
                </a:cubicBezTo>
                <a:cubicBezTo>
                  <a:pt x="70" y="173"/>
                  <a:pt x="69" y="170"/>
                  <a:pt x="69" y="166"/>
                </a:cubicBezTo>
                <a:cubicBezTo>
                  <a:pt x="68" y="164"/>
                  <a:pt x="68" y="161"/>
                  <a:pt x="67" y="159"/>
                </a:cubicBezTo>
                <a:cubicBezTo>
                  <a:pt x="58" y="138"/>
                  <a:pt x="57" y="117"/>
                  <a:pt x="63" y="95"/>
                </a:cubicBezTo>
                <a:cubicBezTo>
                  <a:pt x="67" y="84"/>
                  <a:pt x="67" y="74"/>
                  <a:pt x="66" y="63"/>
                </a:cubicBezTo>
                <a:cubicBezTo>
                  <a:pt x="66" y="60"/>
                  <a:pt x="66" y="57"/>
                  <a:pt x="66" y="54"/>
                </a:cubicBezTo>
                <a:cubicBezTo>
                  <a:pt x="66" y="50"/>
                  <a:pt x="68" y="47"/>
                  <a:pt x="72" y="47"/>
                </a:cubicBezTo>
                <a:cubicBezTo>
                  <a:pt x="75" y="46"/>
                  <a:pt x="78" y="47"/>
                  <a:pt x="80" y="48"/>
                </a:cubicBezTo>
                <a:cubicBezTo>
                  <a:pt x="83" y="50"/>
                  <a:pt x="85" y="52"/>
                  <a:pt x="88" y="55"/>
                </a:cubicBezTo>
                <a:cubicBezTo>
                  <a:pt x="90" y="57"/>
                  <a:pt x="91" y="59"/>
                  <a:pt x="93" y="61"/>
                </a:cubicBezTo>
                <a:cubicBezTo>
                  <a:pt x="99" y="66"/>
                  <a:pt x="103" y="67"/>
                  <a:pt x="109" y="63"/>
                </a:cubicBezTo>
                <a:cubicBezTo>
                  <a:pt x="117" y="58"/>
                  <a:pt x="125" y="53"/>
                  <a:pt x="133" y="48"/>
                </a:cubicBezTo>
                <a:cubicBezTo>
                  <a:pt x="142" y="41"/>
                  <a:pt x="151" y="35"/>
                  <a:pt x="160" y="28"/>
                </a:cubicBezTo>
                <a:cubicBezTo>
                  <a:pt x="163" y="25"/>
                  <a:pt x="167" y="24"/>
                  <a:pt x="171" y="23"/>
                </a:cubicBezTo>
                <a:cubicBezTo>
                  <a:pt x="177" y="23"/>
                  <a:pt x="182" y="20"/>
                  <a:pt x="187" y="16"/>
                </a:cubicBezTo>
                <a:cubicBezTo>
                  <a:pt x="196" y="6"/>
                  <a:pt x="208" y="2"/>
                  <a:pt x="221" y="1"/>
                </a:cubicBezTo>
                <a:cubicBezTo>
                  <a:pt x="233" y="0"/>
                  <a:pt x="246" y="0"/>
                  <a:pt x="258" y="4"/>
                </a:cubicBezTo>
                <a:cubicBezTo>
                  <a:pt x="261" y="5"/>
                  <a:pt x="264" y="7"/>
                  <a:pt x="267" y="9"/>
                </a:cubicBezTo>
                <a:cubicBezTo>
                  <a:pt x="270" y="10"/>
                  <a:pt x="271" y="13"/>
                  <a:pt x="271" y="16"/>
                </a:cubicBezTo>
                <a:cubicBezTo>
                  <a:pt x="271" y="18"/>
                  <a:pt x="271" y="19"/>
                  <a:pt x="269" y="21"/>
                </a:cubicBezTo>
                <a:cubicBezTo>
                  <a:pt x="262" y="26"/>
                  <a:pt x="255" y="31"/>
                  <a:pt x="248" y="37"/>
                </a:cubicBezTo>
                <a:cubicBezTo>
                  <a:pt x="240" y="43"/>
                  <a:pt x="232" y="50"/>
                  <a:pt x="226" y="58"/>
                </a:cubicBezTo>
                <a:cubicBezTo>
                  <a:pt x="223" y="62"/>
                  <a:pt x="219" y="65"/>
                  <a:pt x="215" y="67"/>
                </a:cubicBezTo>
                <a:cubicBezTo>
                  <a:pt x="213" y="68"/>
                  <a:pt x="212" y="69"/>
                  <a:pt x="211" y="70"/>
                </a:cubicBezTo>
                <a:cubicBezTo>
                  <a:pt x="202" y="79"/>
                  <a:pt x="194" y="87"/>
                  <a:pt x="186" y="95"/>
                </a:cubicBezTo>
                <a:cubicBezTo>
                  <a:pt x="184" y="97"/>
                  <a:pt x="183" y="99"/>
                  <a:pt x="185" y="10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3" name="Freeform 14">
            <a:extLst xmlns:a="http://schemas.openxmlformats.org/drawingml/2006/main">
              <a:ext uri="{FF2B5EF4-FFF2-40B4-BE49-F238E27FC236}">
                <a16:creationId xmlns:a16="http://schemas.microsoft.com/office/drawing/2014/main" id="{26BA1E45-43C5-42F0-8C1E-8D74E47D6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1601" y="548337"/>
            <a:ext cx="141990" cy="90098"/>
          </a:xfrm>
          <a:custGeom xmlns:a="http://schemas.openxmlformats.org/drawingml/2006/main">
            <a:gdLst>
              <a:gd name="T0" fmla="*/ 16 w 280"/>
              <a:gd name="T1" fmla="*/ 133 h 178"/>
              <a:gd name="T2" fmla="*/ 14 w 280"/>
              <a:gd name="T3" fmla="*/ 124 h 178"/>
              <a:gd name="T4" fmla="*/ 2 w 280"/>
              <a:gd name="T5" fmla="*/ 103 h 178"/>
              <a:gd name="T6" fmla="*/ 6 w 280"/>
              <a:gd name="T7" fmla="*/ 81 h 178"/>
              <a:gd name="T8" fmla="*/ 16 w 280"/>
              <a:gd name="T9" fmla="*/ 77 h 178"/>
              <a:gd name="T10" fmla="*/ 22 w 280"/>
              <a:gd name="T11" fmla="*/ 77 h 178"/>
              <a:gd name="T12" fmla="*/ 40 w 280"/>
              <a:gd name="T13" fmla="*/ 71 h 178"/>
              <a:gd name="T14" fmla="*/ 54 w 280"/>
              <a:gd name="T15" fmla="*/ 64 h 178"/>
              <a:gd name="T16" fmla="*/ 63 w 280"/>
              <a:gd name="T17" fmla="*/ 61 h 178"/>
              <a:gd name="T18" fmla="*/ 144 w 280"/>
              <a:gd name="T19" fmla="*/ 25 h 178"/>
              <a:gd name="T20" fmla="*/ 169 w 280"/>
              <a:gd name="T21" fmla="*/ 16 h 178"/>
              <a:gd name="T22" fmla="*/ 186 w 280"/>
              <a:gd name="T23" fmla="*/ 13 h 178"/>
              <a:gd name="T24" fmla="*/ 209 w 280"/>
              <a:gd name="T25" fmla="*/ 9 h 178"/>
              <a:gd name="T26" fmla="*/ 224 w 280"/>
              <a:gd name="T27" fmla="*/ 3 h 178"/>
              <a:gd name="T28" fmla="*/ 233 w 280"/>
              <a:gd name="T29" fmla="*/ 0 h 178"/>
              <a:gd name="T30" fmla="*/ 265 w 280"/>
              <a:gd name="T31" fmla="*/ 5 h 178"/>
              <a:gd name="T32" fmla="*/ 274 w 280"/>
              <a:gd name="T33" fmla="*/ 29 h 178"/>
              <a:gd name="T34" fmla="*/ 256 w 280"/>
              <a:gd name="T35" fmla="*/ 50 h 178"/>
              <a:gd name="T36" fmla="*/ 245 w 280"/>
              <a:gd name="T37" fmla="*/ 53 h 178"/>
              <a:gd name="T38" fmla="*/ 220 w 280"/>
              <a:gd name="T39" fmla="*/ 56 h 178"/>
              <a:gd name="T40" fmla="*/ 213 w 280"/>
              <a:gd name="T41" fmla="*/ 58 h 178"/>
              <a:gd name="T42" fmla="*/ 208 w 280"/>
              <a:gd name="T43" fmla="*/ 67 h 178"/>
              <a:gd name="T44" fmla="*/ 210 w 280"/>
              <a:gd name="T45" fmla="*/ 76 h 178"/>
              <a:gd name="T46" fmla="*/ 218 w 280"/>
              <a:gd name="T47" fmla="*/ 92 h 178"/>
              <a:gd name="T48" fmla="*/ 224 w 280"/>
              <a:gd name="T49" fmla="*/ 115 h 178"/>
              <a:gd name="T50" fmla="*/ 220 w 280"/>
              <a:gd name="T51" fmla="*/ 146 h 178"/>
              <a:gd name="T52" fmla="*/ 197 w 280"/>
              <a:gd name="T53" fmla="*/ 163 h 178"/>
              <a:gd name="T54" fmla="*/ 189 w 280"/>
              <a:gd name="T55" fmla="*/ 163 h 178"/>
              <a:gd name="T56" fmla="*/ 181 w 280"/>
              <a:gd name="T57" fmla="*/ 167 h 178"/>
              <a:gd name="T58" fmla="*/ 178 w 280"/>
              <a:gd name="T59" fmla="*/ 170 h 178"/>
              <a:gd name="T60" fmla="*/ 156 w 280"/>
              <a:gd name="T61" fmla="*/ 175 h 178"/>
              <a:gd name="T62" fmla="*/ 140 w 280"/>
              <a:gd name="T63" fmla="*/ 166 h 178"/>
              <a:gd name="T64" fmla="*/ 126 w 280"/>
              <a:gd name="T65" fmla="*/ 162 h 178"/>
              <a:gd name="T66" fmla="*/ 119 w 280"/>
              <a:gd name="T67" fmla="*/ 160 h 178"/>
              <a:gd name="T68" fmla="*/ 113 w 280"/>
              <a:gd name="T69" fmla="*/ 150 h 178"/>
              <a:gd name="T70" fmla="*/ 115 w 280"/>
              <a:gd name="T71" fmla="*/ 147 h 178"/>
              <a:gd name="T72" fmla="*/ 122 w 280"/>
              <a:gd name="T73" fmla="*/ 147 h 178"/>
              <a:gd name="T74" fmla="*/ 166 w 280"/>
              <a:gd name="T75" fmla="*/ 141 h 178"/>
              <a:gd name="T76" fmla="*/ 185 w 280"/>
              <a:gd name="T77" fmla="*/ 129 h 178"/>
              <a:gd name="T78" fmla="*/ 188 w 280"/>
              <a:gd name="T79" fmla="*/ 120 h 178"/>
              <a:gd name="T80" fmla="*/ 185 w 280"/>
              <a:gd name="T81" fmla="*/ 92 h 178"/>
              <a:gd name="T82" fmla="*/ 184 w 280"/>
              <a:gd name="T83" fmla="*/ 77 h 178"/>
              <a:gd name="T84" fmla="*/ 179 w 280"/>
              <a:gd name="T85" fmla="*/ 71 h 178"/>
              <a:gd name="T86" fmla="*/ 163 w 280"/>
              <a:gd name="T87" fmla="*/ 75 h 178"/>
              <a:gd name="T88" fmla="*/ 158 w 280"/>
              <a:gd name="T89" fmla="*/ 79 h 178"/>
              <a:gd name="T90" fmla="*/ 145 w 280"/>
              <a:gd name="T91" fmla="*/ 82 h 178"/>
              <a:gd name="T92" fmla="*/ 116 w 280"/>
              <a:gd name="T93" fmla="*/ 91 h 178"/>
              <a:gd name="T94" fmla="*/ 80 w 280"/>
              <a:gd name="T95" fmla="*/ 118 h 178"/>
              <a:gd name="T96" fmla="*/ 52 w 280"/>
              <a:gd name="T97" fmla="*/ 135 h 178"/>
              <a:gd name="T98" fmla="*/ 22 w 280"/>
              <a:gd name="T99" fmla="*/ 136 h 178"/>
              <a:gd name="T100" fmla="*/ 18 w 280"/>
              <a:gd name="T101" fmla="*/ 134 h 178"/>
              <a:gd name="T102" fmla="*/ 16 w 280"/>
              <a:gd name="T103" fmla="*/ 133 h 178"/>
            </a:gdLst>
            <a:rect l="0" t="0" r="r" b="b"/>
            <a:pathLst>
              <a:path w="280" h="178">
                <a:moveTo>
                  <a:pt x="16" y="133"/>
                </a:moveTo>
                <a:cubicBezTo>
                  <a:pt x="18" y="129"/>
                  <a:pt x="16" y="127"/>
                  <a:pt x="14" y="124"/>
                </a:cubicBezTo>
                <a:cubicBezTo>
                  <a:pt x="9" y="118"/>
                  <a:pt x="5" y="111"/>
                  <a:pt x="2" y="103"/>
                </a:cubicBezTo>
                <a:cubicBezTo>
                  <a:pt x="0" y="95"/>
                  <a:pt x="1" y="88"/>
                  <a:pt x="6" y="81"/>
                </a:cubicBezTo>
                <a:cubicBezTo>
                  <a:pt x="9" y="78"/>
                  <a:pt x="12" y="76"/>
                  <a:pt x="16" y="77"/>
                </a:cubicBezTo>
                <a:cubicBezTo>
                  <a:pt x="18" y="77"/>
                  <a:pt x="20" y="76"/>
                  <a:pt x="22" y="77"/>
                </a:cubicBezTo>
                <a:cubicBezTo>
                  <a:pt x="29" y="79"/>
                  <a:pt x="36" y="76"/>
                  <a:pt x="40" y="71"/>
                </a:cubicBezTo>
                <a:cubicBezTo>
                  <a:pt x="44" y="67"/>
                  <a:pt x="49" y="65"/>
                  <a:pt x="54" y="64"/>
                </a:cubicBezTo>
                <a:cubicBezTo>
                  <a:pt x="57" y="64"/>
                  <a:pt x="60" y="62"/>
                  <a:pt x="63" y="61"/>
                </a:cubicBezTo>
                <a:cubicBezTo>
                  <a:pt x="89" y="47"/>
                  <a:pt x="116" y="35"/>
                  <a:pt x="144" y="25"/>
                </a:cubicBezTo>
                <a:cubicBezTo>
                  <a:pt x="152" y="22"/>
                  <a:pt x="161" y="19"/>
                  <a:pt x="169" y="16"/>
                </a:cubicBezTo>
                <a:cubicBezTo>
                  <a:pt x="174" y="14"/>
                  <a:pt x="180" y="14"/>
                  <a:pt x="186" y="13"/>
                </a:cubicBezTo>
                <a:cubicBezTo>
                  <a:pt x="194" y="12"/>
                  <a:pt x="201" y="11"/>
                  <a:pt x="209" y="9"/>
                </a:cubicBezTo>
                <a:cubicBezTo>
                  <a:pt x="214" y="8"/>
                  <a:pt x="219" y="5"/>
                  <a:pt x="224" y="3"/>
                </a:cubicBezTo>
                <a:cubicBezTo>
                  <a:pt x="227" y="1"/>
                  <a:pt x="230" y="0"/>
                  <a:pt x="233" y="0"/>
                </a:cubicBezTo>
                <a:cubicBezTo>
                  <a:pt x="244" y="0"/>
                  <a:pt x="255" y="1"/>
                  <a:pt x="265" y="5"/>
                </a:cubicBezTo>
                <a:cubicBezTo>
                  <a:pt x="276" y="9"/>
                  <a:pt x="280" y="19"/>
                  <a:pt x="274" y="29"/>
                </a:cubicBezTo>
                <a:cubicBezTo>
                  <a:pt x="270" y="38"/>
                  <a:pt x="263" y="45"/>
                  <a:pt x="256" y="50"/>
                </a:cubicBezTo>
                <a:cubicBezTo>
                  <a:pt x="252" y="53"/>
                  <a:pt x="249" y="53"/>
                  <a:pt x="245" y="53"/>
                </a:cubicBezTo>
                <a:cubicBezTo>
                  <a:pt x="236" y="54"/>
                  <a:pt x="228" y="55"/>
                  <a:pt x="220" y="56"/>
                </a:cubicBezTo>
                <a:cubicBezTo>
                  <a:pt x="218" y="57"/>
                  <a:pt x="215" y="57"/>
                  <a:pt x="213" y="58"/>
                </a:cubicBezTo>
                <a:cubicBezTo>
                  <a:pt x="209" y="60"/>
                  <a:pt x="208" y="63"/>
                  <a:pt x="208" y="67"/>
                </a:cubicBezTo>
                <a:cubicBezTo>
                  <a:pt x="208" y="70"/>
                  <a:pt x="209" y="73"/>
                  <a:pt x="210" y="76"/>
                </a:cubicBezTo>
                <a:cubicBezTo>
                  <a:pt x="213" y="82"/>
                  <a:pt x="215" y="87"/>
                  <a:pt x="218" y="92"/>
                </a:cubicBezTo>
                <a:cubicBezTo>
                  <a:pt x="221" y="100"/>
                  <a:pt x="224" y="107"/>
                  <a:pt x="224" y="115"/>
                </a:cubicBezTo>
                <a:cubicBezTo>
                  <a:pt x="224" y="126"/>
                  <a:pt x="223" y="136"/>
                  <a:pt x="220" y="146"/>
                </a:cubicBezTo>
                <a:cubicBezTo>
                  <a:pt x="216" y="157"/>
                  <a:pt x="209" y="162"/>
                  <a:pt x="197" y="163"/>
                </a:cubicBezTo>
                <a:cubicBezTo>
                  <a:pt x="194" y="163"/>
                  <a:pt x="192" y="163"/>
                  <a:pt x="189" y="163"/>
                </a:cubicBezTo>
                <a:cubicBezTo>
                  <a:pt x="186" y="163"/>
                  <a:pt x="183" y="163"/>
                  <a:pt x="181" y="167"/>
                </a:cubicBezTo>
                <a:cubicBezTo>
                  <a:pt x="180" y="168"/>
                  <a:pt x="179" y="169"/>
                  <a:pt x="178" y="170"/>
                </a:cubicBezTo>
                <a:cubicBezTo>
                  <a:pt x="171" y="176"/>
                  <a:pt x="164" y="178"/>
                  <a:pt x="156" y="175"/>
                </a:cubicBezTo>
                <a:cubicBezTo>
                  <a:pt x="151" y="172"/>
                  <a:pt x="145" y="169"/>
                  <a:pt x="140" y="166"/>
                </a:cubicBezTo>
                <a:cubicBezTo>
                  <a:pt x="136" y="163"/>
                  <a:pt x="132" y="162"/>
                  <a:pt x="126" y="162"/>
                </a:cubicBezTo>
                <a:cubicBezTo>
                  <a:pt x="124" y="162"/>
                  <a:pt x="121" y="163"/>
                  <a:pt x="119" y="160"/>
                </a:cubicBezTo>
                <a:cubicBezTo>
                  <a:pt x="116" y="157"/>
                  <a:pt x="114" y="154"/>
                  <a:pt x="113" y="150"/>
                </a:cubicBezTo>
                <a:cubicBezTo>
                  <a:pt x="112" y="148"/>
                  <a:pt x="113" y="147"/>
                  <a:pt x="115" y="147"/>
                </a:cubicBezTo>
                <a:cubicBezTo>
                  <a:pt x="117" y="147"/>
                  <a:pt x="120" y="147"/>
                  <a:pt x="122" y="147"/>
                </a:cubicBezTo>
                <a:cubicBezTo>
                  <a:pt x="137" y="148"/>
                  <a:pt x="152" y="146"/>
                  <a:pt x="166" y="141"/>
                </a:cubicBezTo>
                <a:cubicBezTo>
                  <a:pt x="173" y="138"/>
                  <a:pt x="179" y="134"/>
                  <a:pt x="185" y="129"/>
                </a:cubicBezTo>
                <a:cubicBezTo>
                  <a:pt x="188" y="126"/>
                  <a:pt x="189" y="123"/>
                  <a:pt x="188" y="120"/>
                </a:cubicBezTo>
                <a:cubicBezTo>
                  <a:pt x="187" y="111"/>
                  <a:pt x="186" y="102"/>
                  <a:pt x="185" y="92"/>
                </a:cubicBezTo>
                <a:cubicBezTo>
                  <a:pt x="184" y="87"/>
                  <a:pt x="184" y="82"/>
                  <a:pt x="184" y="77"/>
                </a:cubicBezTo>
                <a:cubicBezTo>
                  <a:pt x="184" y="73"/>
                  <a:pt x="183" y="71"/>
                  <a:pt x="179" y="71"/>
                </a:cubicBezTo>
                <a:cubicBezTo>
                  <a:pt x="173" y="70"/>
                  <a:pt x="168" y="70"/>
                  <a:pt x="163" y="75"/>
                </a:cubicBezTo>
                <a:cubicBezTo>
                  <a:pt x="162" y="76"/>
                  <a:pt x="160" y="77"/>
                  <a:pt x="158" y="79"/>
                </a:cubicBezTo>
                <a:cubicBezTo>
                  <a:pt x="154" y="81"/>
                  <a:pt x="150" y="83"/>
                  <a:pt x="145" y="82"/>
                </a:cubicBezTo>
                <a:cubicBezTo>
                  <a:pt x="134" y="82"/>
                  <a:pt x="124" y="85"/>
                  <a:pt x="116" y="91"/>
                </a:cubicBezTo>
                <a:cubicBezTo>
                  <a:pt x="104" y="100"/>
                  <a:pt x="92" y="109"/>
                  <a:pt x="80" y="118"/>
                </a:cubicBezTo>
                <a:cubicBezTo>
                  <a:pt x="71" y="124"/>
                  <a:pt x="62" y="131"/>
                  <a:pt x="52" y="135"/>
                </a:cubicBezTo>
                <a:cubicBezTo>
                  <a:pt x="42" y="139"/>
                  <a:pt x="32" y="140"/>
                  <a:pt x="22" y="136"/>
                </a:cubicBezTo>
                <a:cubicBezTo>
                  <a:pt x="20" y="136"/>
                  <a:pt x="19" y="135"/>
                  <a:pt x="18" y="134"/>
                </a:cubicBezTo>
                <a:cubicBezTo>
                  <a:pt x="17" y="134"/>
                  <a:pt x="17" y="134"/>
                  <a:pt x="16" y="133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4" name="Freeform 15">
            <a:extLst xmlns:a="http://schemas.openxmlformats.org/drawingml/2006/main">
              <a:ext uri="{FF2B5EF4-FFF2-40B4-BE49-F238E27FC236}">
                <a16:creationId xmlns:a16="http://schemas.microsoft.com/office/drawing/2014/main" id="{DB8F4A7F-BFDC-47B6-8749-A498FB465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703" y="432578"/>
            <a:ext cx="107776" cy="57594"/>
          </a:xfrm>
          <a:custGeom xmlns:a="http://schemas.openxmlformats.org/drawingml/2006/main">
            <a:gdLst>
              <a:gd name="T0" fmla="*/ 197 w 212"/>
              <a:gd name="T1" fmla="*/ 0 h 114"/>
              <a:gd name="T2" fmla="*/ 205 w 212"/>
              <a:gd name="T3" fmla="*/ 0 h 114"/>
              <a:gd name="T4" fmla="*/ 211 w 212"/>
              <a:gd name="T5" fmla="*/ 9 h 114"/>
              <a:gd name="T6" fmla="*/ 191 w 212"/>
              <a:gd name="T7" fmla="*/ 29 h 114"/>
              <a:gd name="T8" fmla="*/ 187 w 212"/>
              <a:gd name="T9" fmla="*/ 29 h 114"/>
              <a:gd name="T10" fmla="*/ 174 w 212"/>
              <a:gd name="T11" fmla="*/ 33 h 114"/>
              <a:gd name="T12" fmla="*/ 132 w 212"/>
              <a:gd name="T13" fmla="*/ 67 h 114"/>
              <a:gd name="T14" fmla="*/ 109 w 212"/>
              <a:gd name="T15" fmla="*/ 91 h 114"/>
              <a:gd name="T16" fmla="*/ 71 w 212"/>
              <a:gd name="T17" fmla="*/ 112 h 114"/>
              <a:gd name="T18" fmla="*/ 40 w 212"/>
              <a:gd name="T19" fmla="*/ 108 h 114"/>
              <a:gd name="T20" fmla="*/ 9 w 212"/>
              <a:gd name="T21" fmla="*/ 90 h 114"/>
              <a:gd name="T22" fmla="*/ 8 w 212"/>
              <a:gd name="T23" fmla="*/ 89 h 114"/>
              <a:gd name="T24" fmla="*/ 11 w 212"/>
              <a:gd name="T25" fmla="*/ 64 h 114"/>
              <a:gd name="T26" fmla="*/ 15 w 212"/>
              <a:gd name="T27" fmla="*/ 62 h 114"/>
              <a:gd name="T28" fmla="*/ 114 w 212"/>
              <a:gd name="T29" fmla="*/ 23 h 114"/>
              <a:gd name="T30" fmla="*/ 130 w 212"/>
              <a:gd name="T31" fmla="*/ 18 h 114"/>
              <a:gd name="T32" fmla="*/ 164 w 212"/>
              <a:gd name="T33" fmla="*/ 7 h 114"/>
              <a:gd name="T34" fmla="*/ 197 w 212"/>
              <a:gd name="T35" fmla="*/ 0 h 114"/>
            </a:gdLst>
            <a:rect l="0" t="0" r="r" b="b"/>
            <a:pathLst>
              <a:path w="212" h="114">
                <a:moveTo>
                  <a:pt x="197" y="0"/>
                </a:moveTo>
                <a:cubicBezTo>
                  <a:pt x="199" y="0"/>
                  <a:pt x="202" y="0"/>
                  <a:pt x="205" y="0"/>
                </a:cubicBezTo>
                <a:cubicBezTo>
                  <a:pt x="209" y="1"/>
                  <a:pt x="212" y="5"/>
                  <a:pt x="211" y="9"/>
                </a:cubicBezTo>
                <a:cubicBezTo>
                  <a:pt x="207" y="18"/>
                  <a:pt x="200" y="25"/>
                  <a:pt x="191" y="29"/>
                </a:cubicBezTo>
                <a:cubicBezTo>
                  <a:pt x="189" y="29"/>
                  <a:pt x="188" y="29"/>
                  <a:pt x="187" y="29"/>
                </a:cubicBezTo>
                <a:cubicBezTo>
                  <a:pt x="182" y="28"/>
                  <a:pt x="178" y="30"/>
                  <a:pt x="174" y="33"/>
                </a:cubicBezTo>
                <a:cubicBezTo>
                  <a:pt x="158" y="43"/>
                  <a:pt x="144" y="54"/>
                  <a:pt x="132" y="67"/>
                </a:cubicBezTo>
                <a:cubicBezTo>
                  <a:pt x="124" y="75"/>
                  <a:pt x="116" y="83"/>
                  <a:pt x="109" y="91"/>
                </a:cubicBezTo>
                <a:cubicBezTo>
                  <a:pt x="99" y="102"/>
                  <a:pt x="86" y="110"/>
                  <a:pt x="71" y="112"/>
                </a:cubicBezTo>
                <a:cubicBezTo>
                  <a:pt x="61" y="114"/>
                  <a:pt x="50" y="112"/>
                  <a:pt x="40" y="108"/>
                </a:cubicBezTo>
                <a:cubicBezTo>
                  <a:pt x="29" y="104"/>
                  <a:pt x="19" y="98"/>
                  <a:pt x="9" y="90"/>
                </a:cubicBezTo>
                <a:cubicBezTo>
                  <a:pt x="9" y="90"/>
                  <a:pt x="9" y="89"/>
                  <a:pt x="8" y="89"/>
                </a:cubicBezTo>
                <a:cubicBezTo>
                  <a:pt x="0" y="81"/>
                  <a:pt x="2" y="70"/>
                  <a:pt x="11" y="64"/>
                </a:cubicBezTo>
                <a:cubicBezTo>
                  <a:pt x="12" y="63"/>
                  <a:pt x="14" y="63"/>
                  <a:pt x="15" y="62"/>
                </a:cubicBezTo>
                <a:cubicBezTo>
                  <a:pt x="48" y="49"/>
                  <a:pt x="81" y="36"/>
                  <a:pt x="114" y="23"/>
                </a:cubicBezTo>
                <a:cubicBezTo>
                  <a:pt x="119" y="21"/>
                  <a:pt x="125" y="19"/>
                  <a:pt x="130" y="18"/>
                </a:cubicBezTo>
                <a:cubicBezTo>
                  <a:pt x="142" y="15"/>
                  <a:pt x="153" y="12"/>
                  <a:pt x="164" y="7"/>
                </a:cubicBezTo>
                <a:cubicBezTo>
                  <a:pt x="175" y="2"/>
                  <a:pt x="186" y="0"/>
                  <a:pt x="197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5" name="Freeform 16">
            <a:extLst xmlns:a="http://schemas.openxmlformats.org/drawingml/2006/main">
              <a:ext uri="{FF2B5EF4-FFF2-40B4-BE49-F238E27FC236}">
                <a16:creationId xmlns:a16="http://schemas.microsoft.com/office/drawing/2014/main" id="{8E1BCDA3-C46F-4294-9566-EEB23ED23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5059" y="361297"/>
            <a:ext cx="57594" cy="63867"/>
          </a:xfrm>
          <a:custGeom xmlns:a="http://schemas.openxmlformats.org/drawingml/2006/main">
            <a:gdLst>
              <a:gd name="T0" fmla="*/ 114 w 114"/>
              <a:gd name="T1" fmla="*/ 70 h 126"/>
              <a:gd name="T2" fmla="*/ 101 w 114"/>
              <a:gd name="T3" fmla="*/ 91 h 126"/>
              <a:gd name="T4" fmla="*/ 78 w 114"/>
              <a:gd name="T5" fmla="*/ 97 h 126"/>
              <a:gd name="T6" fmla="*/ 58 w 114"/>
              <a:gd name="T7" fmla="*/ 106 h 126"/>
              <a:gd name="T8" fmla="*/ 40 w 114"/>
              <a:gd name="T9" fmla="*/ 121 h 126"/>
              <a:gd name="T10" fmla="*/ 31 w 114"/>
              <a:gd name="T11" fmla="*/ 125 h 126"/>
              <a:gd name="T12" fmla="*/ 23 w 114"/>
              <a:gd name="T13" fmla="*/ 122 h 126"/>
              <a:gd name="T14" fmla="*/ 23 w 114"/>
              <a:gd name="T15" fmla="*/ 112 h 126"/>
              <a:gd name="T16" fmla="*/ 26 w 114"/>
              <a:gd name="T17" fmla="*/ 68 h 126"/>
              <a:gd name="T18" fmla="*/ 16 w 114"/>
              <a:gd name="T19" fmla="*/ 50 h 126"/>
              <a:gd name="T20" fmla="*/ 11 w 114"/>
              <a:gd name="T21" fmla="*/ 39 h 126"/>
              <a:gd name="T22" fmla="*/ 3 w 114"/>
              <a:gd name="T23" fmla="*/ 21 h 126"/>
              <a:gd name="T24" fmla="*/ 3 w 114"/>
              <a:gd name="T25" fmla="*/ 6 h 126"/>
              <a:gd name="T26" fmla="*/ 12 w 114"/>
              <a:gd name="T27" fmla="*/ 0 h 126"/>
              <a:gd name="T28" fmla="*/ 18 w 114"/>
              <a:gd name="T29" fmla="*/ 1 h 126"/>
              <a:gd name="T30" fmla="*/ 50 w 114"/>
              <a:gd name="T31" fmla="*/ 12 h 126"/>
              <a:gd name="T32" fmla="*/ 86 w 114"/>
              <a:gd name="T33" fmla="*/ 31 h 126"/>
              <a:gd name="T34" fmla="*/ 106 w 114"/>
              <a:gd name="T35" fmla="*/ 48 h 126"/>
              <a:gd name="T36" fmla="*/ 114 w 114"/>
              <a:gd name="T37" fmla="*/ 70 h 126"/>
            </a:gdLst>
            <a:rect l="0" t="0" r="r" b="b"/>
            <a:pathLst>
              <a:path w="114" h="126">
                <a:moveTo>
                  <a:pt x="114" y="70"/>
                </a:moveTo>
                <a:cubicBezTo>
                  <a:pt x="114" y="79"/>
                  <a:pt x="109" y="86"/>
                  <a:pt x="101" y="91"/>
                </a:cubicBezTo>
                <a:cubicBezTo>
                  <a:pt x="94" y="95"/>
                  <a:pt x="86" y="97"/>
                  <a:pt x="78" y="97"/>
                </a:cubicBezTo>
                <a:cubicBezTo>
                  <a:pt x="64" y="97"/>
                  <a:pt x="66" y="98"/>
                  <a:pt x="58" y="106"/>
                </a:cubicBezTo>
                <a:cubicBezTo>
                  <a:pt x="52" y="111"/>
                  <a:pt x="46" y="116"/>
                  <a:pt x="40" y="121"/>
                </a:cubicBezTo>
                <a:cubicBezTo>
                  <a:pt x="38" y="123"/>
                  <a:pt x="35" y="124"/>
                  <a:pt x="31" y="125"/>
                </a:cubicBezTo>
                <a:cubicBezTo>
                  <a:pt x="28" y="126"/>
                  <a:pt x="25" y="125"/>
                  <a:pt x="23" y="122"/>
                </a:cubicBezTo>
                <a:cubicBezTo>
                  <a:pt x="22" y="118"/>
                  <a:pt x="21" y="115"/>
                  <a:pt x="23" y="112"/>
                </a:cubicBezTo>
                <a:cubicBezTo>
                  <a:pt x="33" y="98"/>
                  <a:pt x="33" y="83"/>
                  <a:pt x="26" y="68"/>
                </a:cubicBezTo>
                <a:cubicBezTo>
                  <a:pt x="23" y="61"/>
                  <a:pt x="19" y="56"/>
                  <a:pt x="16" y="50"/>
                </a:cubicBezTo>
                <a:cubicBezTo>
                  <a:pt x="14" y="46"/>
                  <a:pt x="12" y="43"/>
                  <a:pt x="11" y="39"/>
                </a:cubicBezTo>
                <a:cubicBezTo>
                  <a:pt x="9" y="33"/>
                  <a:pt x="7" y="27"/>
                  <a:pt x="3" y="21"/>
                </a:cubicBezTo>
                <a:cubicBezTo>
                  <a:pt x="0" y="17"/>
                  <a:pt x="0" y="12"/>
                  <a:pt x="3" y="6"/>
                </a:cubicBezTo>
                <a:cubicBezTo>
                  <a:pt x="5" y="2"/>
                  <a:pt x="8" y="0"/>
                  <a:pt x="12" y="0"/>
                </a:cubicBezTo>
                <a:cubicBezTo>
                  <a:pt x="14" y="0"/>
                  <a:pt x="16" y="1"/>
                  <a:pt x="18" y="1"/>
                </a:cubicBezTo>
                <a:cubicBezTo>
                  <a:pt x="29" y="3"/>
                  <a:pt x="40" y="7"/>
                  <a:pt x="50" y="12"/>
                </a:cubicBezTo>
                <a:cubicBezTo>
                  <a:pt x="62" y="19"/>
                  <a:pt x="74" y="25"/>
                  <a:pt x="86" y="31"/>
                </a:cubicBezTo>
                <a:cubicBezTo>
                  <a:pt x="94" y="36"/>
                  <a:pt x="101" y="41"/>
                  <a:pt x="106" y="48"/>
                </a:cubicBezTo>
                <a:cubicBezTo>
                  <a:pt x="111" y="54"/>
                  <a:pt x="114" y="61"/>
                  <a:pt x="114" y="7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6" name="Freeform 24">
            <a:extLst xmlns:a="http://schemas.openxmlformats.org/drawingml/2006/main">
              <a:ext uri="{FF2B5EF4-FFF2-40B4-BE49-F238E27FC236}">
                <a16:creationId xmlns:a16="http://schemas.microsoft.com/office/drawing/2014/main" id="{D81914AE-7BC0-4DD9-AB95-63BFBFC5B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4717" y="420032"/>
            <a:ext cx="56454" cy="76412"/>
          </a:xfrm>
          <a:custGeom xmlns:a="http://schemas.openxmlformats.org/drawingml/2006/main">
            <a:gdLst>
              <a:gd name="T0" fmla="*/ 111 w 111"/>
              <a:gd name="T1" fmla="*/ 118 h 150"/>
              <a:gd name="T2" fmla="*/ 108 w 111"/>
              <a:gd name="T3" fmla="*/ 125 h 150"/>
              <a:gd name="T4" fmla="*/ 94 w 111"/>
              <a:gd name="T5" fmla="*/ 142 h 150"/>
              <a:gd name="T6" fmla="*/ 80 w 111"/>
              <a:gd name="T7" fmla="*/ 149 h 150"/>
              <a:gd name="T8" fmla="*/ 72 w 111"/>
              <a:gd name="T9" fmla="*/ 144 h 150"/>
              <a:gd name="T10" fmla="*/ 66 w 111"/>
              <a:gd name="T11" fmla="*/ 117 h 150"/>
              <a:gd name="T12" fmla="*/ 59 w 111"/>
              <a:gd name="T13" fmla="*/ 90 h 150"/>
              <a:gd name="T14" fmla="*/ 50 w 111"/>
              <a:gd name="T15" fmla="*/ 75 h 150"/>
              <a:gd name="T16" fmla="*/ 19 w 111"/>
              <a:gd name="T17" fmla="*/ 40 h 150"/>
              <a:gd name="T18" fmla="*/ 6 w 111"/>
              <a:gd name="T19" fmla="*/ 27 h 150"/>
              <a:gd name="T20" fmla="*/ 0 w 111"/>
              <a:gd name="T21" fmla="*/ 10 h 150"/>
              <a:gd name="T22" fmla="*/ 0 w 111"/>
              <a:gd name="T23" fmla="*/ 8 h 150"/>
              <a:gd name="T24" fmla="*/ 9 w 111"/>
              <a:gd name="T25" fmla="*/ 2 h 150"/>
              <a:gd name="T26" fmla="*/ 18 w 111"/>
              <a:gd name="T27" fmla="*/ 7 h 150"/>
              <a:gd name="T28" fmla="*/ 27 w 111"/>
              <a:gd name="T29" fmla="*/ 15 h 150"/>
              <a:gd name="T30" fmla="*/ 44 w 111"/>
              <a:gd name="T31" fmla="*/ 26 h 150"/>
              <a:gd name="T32" fmla="*/ 85 w 111"/>
              <a:gd name="T33" fmla="*/ 57 h 150"/>
              <a:gd name="T34" fmla="*/ 110 w 111"/>
              <a:gd name="T35" fmla="*/ 114 h 150"/>
              <a:gd name="T36" fmla="*/ 110 w 111"/>
              <a:gd name="T37" fmla="*/ 117 h 150"/>
              <a:gd name="T38" fmla="*/ 111 w 111"/>
              <a:gd name="T39" fmla="*/ 118 h 150"/>
            </a:gdLst>
            <a:rect l="0" t="0" r="r" b="b"/>
            <a:pathLst>
              <a:path w="111" h="150">
                <a:moveTo>
                  <a:pt x="111" y="118"/>
                </a:moveTo>
                <a:cubicBezTo>
                  <a:pt x="110" y="120"/>
                  <a:pt x="109" y="123"/>
                  <a:pt x="108" y="125"/>
                </a:cubicBezTo>
                <a:cubicBezTo>
                  <a:pt x="103" y="131"/>
                  <a:pt x="99" y="136"/>
                  <a:pt x="94" y="142"/>
                </a:cubicBezTo>
                <a:cubicBezTo>
                  <a:pt x="90" y="146"/>
                  <a:pt x="86" y="148"/>
                  <a:pt x="80" y="149"/>
                </a:cubicBezTo>
                <a:cubicBezTo>
                  <a:pt x="75" y="150"/>
                  <a:pt x="73" y="149"/>
                  <a:pt x="72" y="144"/>
                </a:cubicBezTo>
                <a:cubicBezTo>
                  <a:pt x="70" y="135"/>
                  <a:pt x="68" y="126"/>
                  <a:pt x="66" y="117"/>
                </a:cubicBezTo>
                <a:cubicBezTo>
                  <a:pt x="64" y="108"/>
                  <a:pt x="63" y="99"/>
                  <a:pt x="59" y="90"/>
                </a:cubicBezTo>
                <a:cubicBezTo>
                  <a:pt x="57" y="85"/>
                  <a:pt x="54" y="80"/>
                  <a:pt x="50" y="75"/>
                </a:cubicBezTo>
                <a:cubicBezTo>
                  <a:pt x="40" y="63"/>
                  <a:pt x="29" y="51"/>
                  <a:pt x="19" y="40"/>
                </a:cubicBezTo>
                <a:cubicBezTo>
                  <a:pt x="15" y="35"/>
                  <a:pt x="11" y="31"/>
                  <a:pt x="6" y="27"/>
                </a:cubicBezTo>
                <a:cubicBezTo>
                  <a:pt x="1" y="22"/>
                  <a:pt x="0" y="17"/>
                  <a:pt x="0" y="10"/>
                </a:cubicBezTo>
                <a:cubicBezTo>
                  <a:pt x="0" y="9"/>
                  <a:pt x="0" y="9"/>
                  <a:pt x="0" y="8"/>
                </a:cubicBezTo>
                <a:cubicBezTo>
                  <a:pt x="2" y="1"/>
                  <a:pt x="3" y="0"/>
                  <a:pt x="9" y="2"/>
                </a:cubicBezTo>
                <a:cubicBezTo>
                  <a:pt x="12" y="4"/>
                  <a:pt x="15" y="5"/>
                  <a:pt x="18" y="7"/>
                </a:cubicBezTo>
                <a:cubicBezTo>
                  <a:pt x="21" y="10"/>
                  <a:pt x="24" y="12"/>
                  <a:pt x="27" y="15"/>
                </a:cubicBezTo>
                <a:cubicBezTo>
                  <a:pt x="32" y="20"/>
                  <a:pt x="38" y="24"/>
                  <a:pt x="44" y="26"/>
                </a:cubicBezTo>
                <a:cubicBezTo>
                  <a:pt x="61" y="33"/>
                  <a:pt x="74" y="43"/>
                  <a:pt x="85" y="57"/>
                </a:cubicBezTo>
                <a:cubicBezTo>
                  <a:pt x="98" y="73"/>
                  <a:pt x="107" y="92"/>
                  <a:pt x="110" y="114"/>
                </a:cubicBezTo>
                <a:cubicBezTo>
                  <a:pt x="110" y="115"/>
                  <a:pt x="110" y="116"/>
                  <a:pt x="110" y="117"/>
                </a:cubicBezTo>
                <a:cubicBezTo>
                  <a:pt x="110" y="117"/>
                  <a:pt x="110" y="118"/>
                  <a:pt x="111" y="1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7" name="Freeform 26">
            <a:extLst xmlns:a="http://schemas.openxmlformats.org/drawingml/2006/main">
              <a:ext uri="{FF2B5EF4-FFF2-40B4-BE49-F238E27FC236}">
                <a16:creationId xmlns:a16="http://schemas.microsoft.com/office/drawing/2014/main" id="{A70714FB-77DA-4270-8607-A1BBEE356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4100" y="564304"/>
            <a:ext cx="41057" cy="50181"/>
          </a:xfrm>
          <a:custGeom xmlns:a="http://schemas.openxmlformats.org/drawingml/2006/main">
            <a:gdLst>
              <a:gd name="T0" fmla="*/ 0 w 81"/>
              <a:gd name="T1" fmla="*/ 18 h 99"/>
              <a:gd name="T2" fmla="*/ 1 w 81"/>
              <a:gd name="T3" fmla="*/ 9 h 99"/>
              <a:gd name="T4" fmla="*/ 11 w 81"/>
              <a:gd name="T5" fmla="*/ 1 h 99"/>
              <a:gd name="T6" fmla="*/ 50 w 81"/>
              <a:gd name="T7" fmla="*/ 12 h 99"/>
              <a:gd name="T8" fmla="*/ 78 w 81"/>
              <a:gd name="T9" fmla="*/ 44 h 99"/>
              <a:gd name="T10" fmla="*/ 80 w 81"/>
              <a:gd name="T11" fmla="*/ 51 h 99"/>
              <a:gd name="T12" fmla="*/ 77 w 81"/>
              <a:gd name="T13" fmla="*/ 79 h 99"/>
              <a:gd name="T14" fmla="*/ 43 w 81"/>
              <a:gd name="T15" fmla="*/ 92 h 99"/>
              <a:gd name="T16" fmla="*/ 30 w 81"/>
              <a:gd name="T17" fmla="*/ 81 h 99"/>
              <a:gd name="T18" fmla="*/ 12 w 81"/>
              <a:gd name="T19" fmla="*/ 60 h 99"/>
              <a:gd name="T20" fmla="*/ 1 w 81"/>
              <a:gd name="T21" fmla="*/ 24 h 99"/>
              <a:gd name="T22" fmla="*/ 1 w 81"/>
              <a:gd name="T23" fmla="*/ 18 h 99"/>
              <a:gd name="T24" fmla="*/ 0 w 81"/>
              <a:gd name="T25" fmla="*/ 18 h 99"/>
            </a:gdLst>
            <a:rect l="0" t="0" r="r" b="b"/>
            <a:pathLst>
              <a:path w="81" h="99">
                <a:moveTo>
                  <a:pt x="0" y="18"/>
                </a:moveTo>
                <a:cubicBezTo>
                  <a:pt x="1" y="15"/>
                  <a:pt x="1" y="12"/>
                  <a:pt x="1" y="9"/>
                </a:cubicBezTo>
                <a:cubicBezTo>
                  <a:pt x="2" y="4"/>
                  <a:pt x="5" y="1"/>
                  <a:pt x="11" y="1"/>
                </a:cubicBezTo>
                <a:cubicBezTo>
                  <a:pt x="25" y="0"/>
                  <a:pt x="39" y="2"/>
                  <a:pt x="50" y="12"/>
                </a:cubicBezTo>
                <a:cubicBezTo>
                  <a:pt x="62" y="21"/>
                  <a:pt x="70" y="32"/>
                  <a:pt x="78" y="44"/>
                </a:cubicBezTo>
                <a:cubicBezTo>
                  <a:pt x="79" y="46"/>
                  <a:pt x="80" y="49"/>
                  <a:pt x="80" y="51"/>
                </a:cubicBezTo>
                <a:cubicBezTo>
                  <a:pt x="81" y="61"/>
                  <a:pt x="80" y="70"/>
                  <a:pt x="77" y="79"/>
                </a:cubicBezTo>
                <a:cubicBezTo>
                  <a:pt x="74" y="89"/>
                  <a:pt x="57" y="99"/>
                  <a:pt x="43" y="92"/>
                </a:cubicBezTo>
                <a:cubicBezTo>
                  <a:pt x="38" y="89"/>
                  <a:pt x="33" y="86"/>
                  <a:pt x="30" y="81"/>
                </a:cubicBezTo>
                <a:cubicBezTo>
                  <a:pt x="24" y="74"/>
                  <a:pt x="18" y="67"/>
                  <a:pt x="12" y="60"/>
                </a:cubicBezTo>
                <a:cubicBezTo>
                  <a:pt x="4" y="49"/>
                  <a:pt x="2" y="37"/>
                  <a:pt x="1" y="24"/>
                </a:cubicBezTo>
                <a:cubicBezTo>
                  <a:pt x="1" y="22"/>
                  <a:pt x="1" y="20"/>
                  <a:pt x="1" y="18"/>
                </a:cubicBezTo>
                <a:cubicBezTo>
                  <a:pt x="1" y="18"/>
                  <a:pt x="1" y="18"/>
                  <a:pt x="0" y="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AF6A84E2-A7DC-4EF2-9824-3CDED07D7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7552" y="552329"/>
            <a:ext cx="43908" cy="50751"/>
          </a:xfrm>
          <a:custGeom xmlns:a="http://schemas.openxmlformats.org/drawingml/2006/main">
            <a:gdLst>
              <a:gd name="T0" fmla="*/ 38 w 87"/>
              <a:gd name="T1" fmla="*/ 100 h 100"/>
              <a:gd name="T2" fmla="*/ 27 w 87"/>
              <a:gd name="T3" fmla="*/ 98 h 100"/>
              <a:gd name="T4" fmla="*/ 22 w 87"/>
              <a:gd name="T5" fmla="*/ 91 h 100"/>
              <a:gd name="T6" fmla="*/ 17 w 87"/>
              <a:gd name="T7" fmla="*/ 65 h 100"/>
              <a:gd name="T8" fmla="*/ 1 w 87"/>
              <a:gd name="T9" fmla="*/ 16 h 100"/>
              <a:gd name="T10" fmla="*/ 0 w 87"/>
              <a:gd name="T11" fmla="*/ 4 h 100"/>
              <a:gd name="T12" fmla="*/ 4 w 87"/>
              <a:gd name="T13" fmla="*/ 0 h 100"/>
              <a:gd name="T14" fmla="*/ 12 w 87"/>
              <a:gd name="T15" fmla="*/ 0 h 100"/>
              <a:gd name="T16" fmla="*/ 20 w 87"/>
              <a:gd name="T17" fmla="*/ 4 h 100"/>
              <a:gd name="T18" fmla="*/ 31 w 87"/>
              <a:gd name="T19" fmla="*/ 12 h 100"/>
              <a:gd name="T20" fmla="*/ 65 w 87"/>
              <a:gd name="T21" fmla="*/ 41 h 100"/>
              <a:gd name="T22" fmla="*/ 78 w 87"/>
              <a:gd name="T23" fmla="*/ 56 h 100"/>
              <a:gd name="T24" fmla="*/ 73 w 87"/>
              <a:gd name="T25" fmla="*/ 87 h 100"/>
              <a:gd name="T26" fmla="*/ 38 w 87"/>
              <a:gd name="T27" fmla="*/ 100 h 100"/>
            </a:gdLst>
            <a:rect l="0" t="0" r="r" b="b"/>
            <a:pathLst>
              <a:path w="87" h="100">
                <a:moveTo>
                  <a:pt x="38" y="100"/>
                </a:moveTo>
                <a:cubicBezTo>
                  <a:pt x="34" y="99"/>
                  <a:pt x="31" y="99"/>
                  <a:pt x="27" y="98"/>
                </a:cubicBezTo>
                <a:cubicBezTo>
                  <a:pt x="24" y="97"/>
                  <a:pt x="22" y="94"/>
                  <a:pt x="22" y="91"/>
                </a:cubicBezTo>
                <a:cubicBezTo>
                  <a:pt x="23" y="81"/>
                  <a:pt x="20" y="73"/>
                  <a:pt x="17" y="65"/>
                </a:cubicBezTo>
                <a:cubicBezTo>
                  <a:pt x="11" y="49"/>
                  <a:pt x="4" y="33"/>
                  <a:pt x="1" y="16"/>
                </a:cubicBezTo>
                <a:cubicBezTo>
                  <a:pt x="0" y="12"/>
                  <a:pt x="0" y="8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7" y="0"/>
                  <a:pt x="10" y="0"/>
                  <a:pt x="12" y="0"/>
                </a:cubicBezTo>
                <a:cubicBezTo>
                  <a:pt x="15" y="1"/>
                  <a:pt x="18" y="2"/>
                  <a:pt x="20" y="4"/>
                </a:cubicBezTo>
                <a:cubicBezTo>
                  <a:pt x="24" y="7"/>
                  <a:pt x="28" y="9"/>
                  <a:pt x="31" y="12"/>
                </a:cubicBezTo>
                <a:cubicBezTo>
                  <a:pt x="42" y="22"/>
                  <a:pt x="54" y="31"/>
                  <a:pt x="65" y="41"/>
                </a:cubicBezTo>
                <a:cubicBezTo>
                  <a:pt x="70" y="45"/>
                  <a:pt x="74" y="51"/>
                  <a:pt x="78" y="56"/>
                </a:cubicBezTo>
                <a:cubicBezTo>
                  <a:pt x="87" y="69"/>
                  <a:pt x="85" y="78"/>
                  <a:pt x="73" y="87"/>
                </a:cubicBezTo>
                <a:cubicBezTo>
                  <a:pt x="64" y="95"/>
                  <a:pt x="50" y="100"/>
                  <a:pt x="38" y="1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9" name="Freeform 36">
            <a:extLst xmlns:a="http://schemas.openxmlformats.org/drawingml/2006/main">
              <a:ext uri="{FF2B5EF4-FFF2-40B4-BE49-F238E27FC236}">
                <a16:creationId xmlns:a16="http://schemas.microsoft.com/office/drawing/2014/main" id="{120DDCC7-E0F0-444C-985E-054E9B7CF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3006" y="481619"/>
            <a:ext cx="22809" cy="43908"/>
          </a:xfrm>
          <a:custGeom xmlns:a="http://schemas.openxmlformats.org/drawingml/2006/main">
            <a:gdLst>
              <a:gd name="T0" fmla="*/ 6 w 44"/>
              <a:gd name="T1" fmla="*/ 57 h 87"/>
              <a:gd name="T2" fmla="*/ 2 w 44"/>
              <a:gd name="T3" fmla="*/ 8 h 87"/>
              <a:gd name="T4" fmla="*/ 3 w 44"/>
              <a:gd name="T5" fmla="*/ 2 h 87"/>
              <a:gd name="T6" fmla="*/ 10 w 44"/>
              <a:gd name="T7" fmla="*/ 2 h 87"/>
              <a:gd name="T8" fmla="*/ 15 w 44"/>
              <a:gd name="T9" fmla="*/ 6 h 87"/>
              <a:gd name="T10" fmla="*/ 29 w 44"/>
              <a:gd name="T11" fmla="*/ 22 h 87"/>
              <a:gd name="T12" fmla="*/ 39 w 44"/>
              <a:gd name="T13" fmla="*/ 36 h 87"/>
              <a:gd name="T14" fmla="*/ 43 w 44"/>
              <a:gd name="T15" fmla="*/ 52 h 87"/>
              <a:gd name="T16" fmla="*/ 38 w 44"/>
              <a:gd name="T17" fmla="*/ 74 h 87"/>
              <a:gd name="T18" fmla="*/ 16 w 44"/>
              <a:gd name="T19" fmla="*/ 87 h 87"/>
              <a:gd name="T20" fmla="*/ 8 w 44"/>
              <a:gd name="T21" fmla="*/ 81 h 87"/>
              <a:gd name="T22" fmla="*/ 6 w 44"/>
              <a:gd name="T23" fmla="*/ 65 h 87"/>
              <a:gd name="T24" fmla="*/ 6 w 44"/>
              <a:gd name="T25" fmla="*/ 57 h 87"/>
            </a:gdLst>
            <a:rect l="0" t="0" r="r" b="b"/>
            <a:pathLst>
              <a:path w="44" h="87">
                <a:moveTo>
                  <a:pt x="6" y="57"/>
                </a:moveTo>
                <a:cubicBezTo>
                  <a:pt x="7" y="39"/>
                  <a:pt x="5" y="23"/>
                  <a:pt x="2" y="8"/>
                </a:cubicBezTo>
                <a:cubicBezTo>
                  <a:pt x="1" y="6"/>
                  <a:pt x="0" y="3"/>
                  <a:pt x="3" y="2"/>
                </a:cubicBezTo>
                <a:cubicBezTo>
                  <a:pt x="5" y="0"/>
                  <a:pt x="7" y="0"/>
                  <a:pt x="10" y="2"/>
                </a:cubicBezTo>
                <a:cubicBezTo>
                  <a:pt x="12" y="3"/>
                  <a:pt x="14" y="4"/>
                  <a:pt x="15" y="6"/>
                </a:cubicBezTo>
                <a:cubicBezTo>
                  <a:pt x="20" y="11"/>
                  <a:pt x="25" y="17"/>
                  <a:pt x="29" y="22"/>
                </a:cubicBezTo>
                <a:cubicBezTo>
                  <a:pt x="33" y="27"/>
                  <a:pt x="36" y="32"/>
                  <a:pt x="39" y="36"/>
                </a:cubicBezTo>
                <a:cubicBezTo>
                  <a:pt x="42" y="41"/>
                  <a:pt x="44" y="46"/>
                  <a:pt x="43" y="52"/>
                </a:cubicBezTo>
                <a:cubicBezTo>
                  <a:pt x="42" y="59"/>
                  <a:pt x="41" y="67"/>
                  <a:pt x="38" y="74"/>
                </a:cubicBezTo>
                <a:cubicBezTo>
                  <a:pt x="33" y="83"/>
                  <a:pt x="27" y="87"/>
                  <a:pt x="16" y="87"/>
                </a:cubicBezTo>
                <a:cubicBezTo>
                  <a:pt x="12" y="87"/>
                  <a:pt x="10" y="85"/>
                  <a:pt x="8" y="81"/>
                </a:cubicBezTo>
                <a:cubicBezTo>
                  <a:pt x="6" y="76"/>
                  <a:pt x="6" y="71"/>
                  <a:pt x="6" y="65"/>
                </a:cubicBezTo>
                <a:cubicBezTo>
                  <a:pt x="6" y="62"/>
                  <a:pt x="6" y="59"/>
                  <a:pt x="6" y="5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5" name="Freeform 8">
            <a:extLst xmlns:a="http://schemas.openxmlformats.org/drawingml/2006/main">
              <a:ext uri="{FF2B5EF4-FFF2-40B4-BE49-F238E27FC236}">
                <a16:creationId xmlns:a16="http://schemas.microsoft.com/office/drawing/2014/main" id="{693B6E9D-9958-4F38-8365-1AAA73853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7780" y="329883"/>
            <a:ext cx="445930" cy="444892"/>
          </a:xfrm>
          <a:custGeom xmlns:a="http://schemas.openxmlformats.org/drawingml/2006/main"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Freeform 42">
            <a:extLst xmlns:a="http://schemas.openxmlformats.org/drawingml/2006/main">
              <a:ext uri="{FF2B5EF4-FFF2-40B4-BE49-F238E27FC236}">
                <a16:creationId xmlns:a16="http://schemas.microsoft.com/office/drawing/2014/main" id="{E8B127C2-447D-471B-A92E-4737386AE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5990" y="387574"/>
            <a:ext cx="328990" cy="328471"/>
          </a:xfrm>
          <a:custGeom xmlns:a="http://schemas.openxmlformats.org/drawingml/2006/main"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7" name="Freeform 43">
            <a:extLst xmlns:a="http://schemas.openxmlformats.org/drawingml/2006/main">
              <a:ext uri="{FF2B5EF4-FFF2-40B4-BE49-F238E27FC236}">
                <a16:creationId xmlns:a16="http://schemas.microsoft.com/office/drawing/2014/main" id="{B2912F98-855C-4311-AF91-8492B14EC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836" y="420317"/>
            <a:ext cx="36381" cy="43657"/>
          </a:xfrm>
          <a:custGeom xmlns:a="http://schemas.openxmlformats.org/drawingml/2006/main"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8" name="Freeform 44">
            <a:extLst xmlns:a="http://schemas.openxmlformats.org/drawingml/2006/main">
              <a:ext uri="{FF2B5EF4-FFF2-40B4-BE49-F238E27FC236}">
                <a16:creationId xmlns:a16="http://schemas.microsoft.com/office/drawing/2014/main" id="{6FCE0F1E-26FA-48AA-A181-41023B901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451" y="502955"/>
            <a:ext cx="34822" cy="37420"/>
          </a:xfrm>
          <a:custGeom xmlns:a="http://schemas.openxmlformats.org/drawingml/2006/main"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9" name="Freeform 45">
            <a:extLst xmlns:a="http://schemas.openxmlformats.org/drawingml/2006/main">
              <a:ext uri="{FF2B5EF4-FFF2-40B4-BE49-F238E27FC236}">
                <a16:creationId xmlns:a16="http://schemas.microsoft.com/office/drawing/2014/main" id="{415D07D5-0C02-4AF7-868B-D36C5BAF0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0534" y="383416"/>
            <a:ext cx="37940" cy="40539"/>
          </a:xfrm>
          <a:custGeom xmlns:a="http://schemas.openxmlformats.org/drawingml/2006/main"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0" name="Freeform 46">
            <a:extLst xmlns:a="http://schemas.openxmlformats.org/drawingml/2006/main">
              <a:ext uri="{FF2B5EF4-FFF2-40B4-BE49-F238E27FC236}">
                <a16:creationId xmlns:a16="http://schemas.microsoft.com/office/drawing/2014/main" id="{F7FCE042-8E3D-49EE-83C2-3EB5B5B59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451" y="561165"/>
            <a:ext cx="32743" cy="31184"/>
          </a:xfrm>
          <a:custGeom xmlns:a="http://schemas.openxmlformats.org/drawingml/2006/main"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1" name="Freeform 47">
            <a:extLst xmlns:a="http://schemas.openxmlformats.org/drawingml/2006/main">
              <a:ext uri="{FF2B5EF4-FFF2-40B4-BE49-F238E27FC236}">
                <a16:creationId xmlns:a16="http://schemas.microsoft.com/office/drawing/2014/main" id="{8E6E08E4-711D-4B55-ADCA-024C34D72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2285" y="723322"/>
            <a:ext cx="22868" cy="32743"/>
          </a:xfrm>
          <a:custGeom xmlns:a="http://schemas.openxmlformats.org/drawingml/2006/main"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2" name="Freeform 48">
            <a:extLst xmlns:a="http://schemas.openxmlformats.org/drawingml/2006/main">
              <a:ext uri="{FF2B5EF4-FFF2-40B4-BE49-F238E27FC236}">
                <a16:creationId xmlns:a16="http://schemas.microsoft.com/office/drawing/2014/main" id="{AE99C972-6D2E-4015-80AF-5460F46C3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8444" y="613138"/>
            <a:ext cx="33782" cy="29105"/>
          </a:xfrm>
          <a:custGeom xmlns:a="http://schemas.openxmlformats.org/drawingml/2006/main"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3" name="Freeform 49">
            <a:extLst xmlns:a="http://schemas.openxmlformats.org/drawingml/2006/main">
              <a:ext uri="{FF2B5EF4-FFF2-40B4-BE49-F238E27FC236}">
                <a16:creationId xmlns:a16="http://schemas.microsoft.com/office/drawing/2014/main" id="{3AEB2950-1CE0-4675-8014-1F62B2FAE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8194" y="415639"/>
            <a:ext cx="40019" cy="43657"/>
          </a:xfrm>
          <a:custGeom xmlns:a="http://schemas.openxmlformats.org/drawingml/2006/main"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4" name="Freeform 50">
            <a:extLst xmlns:a="http://schemas.openxmlformats.org/drawingml/2006/main">
              <a:ext uri="{FF2B5EF4-FFF2-40B4-BE49-F238E27FC236}">
                <a16:creationId xmlns:a16="http://schemas.microsoft.com/office/drawing/2014/main" id="{55C958F0-C182-4EC7-9877-F421D28E5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3113" y="709289"/>
            <a:ext cx="28065" cy="32223"/>
          </a:xfrm>
          <a:custGeom xmlns:a="http://schemas.openxmlformats.org/drawingml/2006/main"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5" name="Freeform 51">
            <a:extLst xmlns:a="http://schemas.openxmlformats.org/drawingml/2006/main">
              <a:ext uri="{FF2B5EF4-FFF2-40B4-BE49-F238E27FC236}">
                <a16:creationId xmlns:a16="http://schemas.microsoft.com/office/drawing/2014/main" id="{CEED10E3-3C4F-4006-940B-CBCA9FA08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6135" y="379258"/>
            <a:ext cx="37940" cy="36901"/>
          </a:xfrm>
          <a:custGeom xmlns:a="http://schemas.openxmlformats.org/drawingml/2006/main"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6" name="Freeform 52">
            <a:extLst xmlns:a="http://schemas.openxmlformats.org/drawingml/2006/main">
              <a:ext uri="{FF2B5EF4-FFF2-40B4-BE49-F238E27FC236}">
                <a16:creationId xmlns:a16="http://schemas.microsoft.com/office/drawing/2014/main" id="{16FF6BF1-58FD-4452-81EE-526EB8126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8397" y="345475"/>
            <a:ext cx="30144" cy="32743"/>
          </a:xfrm>
          <a:custGeom xmlns:a="http://schemas.openxmlformats.org/drawingml/2006/main"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7" name="Freeform 53">
            <a:extLst xmlns:a="http://schemas.openxmlformats.org/drawingml/2006/main">
              <a:ext uri="{FF2B5EF4-FFF2-40B4-BE49-F238E27FC236}">
                <a16:creationId xmlns:a16="http://schemas.microsoft.com/office/drawing/2014/main" id="{E1F78F67-17C4-4900-9CE1-71C0C24D9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5298" y="723322"/>
            <a:ext cx="23387" cy="33262"/>
          </a:xfrm>
          <a:custGeom xmlns:a="http://schemas.openxmlformats.org/drawingml/2006/main"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8" name="Freeform 54">
            <a:extLst xmlns:a="http://schemas.openxmlformats.org/drawingml/2006/main">
              <a:ext uri="{FF2B5EF4-FFF2-40B4-BE49-F238E27FC236}">
                <a16:creationId xmlns:a16="http://schemas.microsoft.com/office/drawing/2014/main" id="{CDC6F838-7D8E-4E0C-A0DC-3F2797564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5" y="351712"/>
            <a:ext cx="31183" cy="35341"/>
          </a:xfrm>
          <a:custGeom xmlns:a="http://schemas.openxmlformats.org/drawingml/2006/main"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9" name="Freeform 55">
            <a:extLst xmlns:a="http://schemas.openxmlformats.org/drawingml/2006/main">
              <a:ext uri="{FF2B5EF4-FFF2-40B4-BE49-F238E27FC236}">
                <a16:creationId xmlns:a16="http://schemas.microsoft.com/office/drawing/2014/main" id="{B8498721-0AD8-4681-B24E-CB0A0FE88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303" y="471251"/>
            <a:ext cx="36381" cy="29105"/>
          </a:xfrm>
          <a:custGeom xmlns:a="http://schemas.openxmlformats.org/drawingml/2006/main"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0" name="Freeform 56">
            <a:extLst xmlns:a="http://schemas.openxmlformats.org/drawingml/2006/main">
              <a:ext uri="{FF2B5EF4-FFF2-40B4-BE49-F238E27FC236}">
                <a16:creationId xmlns:a16="http://schemas.microsoft.com/office/drawing/2014/main" id="{6573914E-8AC9-444E-BF43-EE3D5A6B0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823" y="607941"/>
            <a:ext cx="35861" cy="33262"/>
          </a:xfrm>
          <a:custGeom xmlns:a="http://schemas.openxmlformats.org/drawingml/2006/main"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1" name="Freeform 57">
            <a:extLst xmlns:a="http://schemas.openxmlformats.org/drawingml/2006/main">
              <a:ext uri="{FF2B5EF4-FFF2-40B4-BE49-F238E27FC236}">
                <a16:creationId xmlns:a16="http://schemas.microsoft.com/office/drawing/2014/main" id="{85C95C75-BCD6-4B0F-82BD-AD281D331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816" y="556487"/>
            <a:ext cx="31703" cy="28065"/>
          </a:xfrm>
          <a:custGeom xmlns:a="http://schemas.openxmlformats.org/drawingml/2006/main"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2" name="Freeform 58">
            <a:extLst xmlns:a="http://schemas.openxmlformats.org/drawingml/2006/main">
              <a:ext uri="{FF2B5EF4-FFF2-40B4-BE49-F238E27FC236}">
                <a16:creationId xmlns:a16="http://schemas.microsoft.com/office/drawing/2014/main" id="{9E0F5AE5-040B-48FF-AF9F-598F56F32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8830" y="357949"/>
            <a:ext cx="28585" cy="35861"/>
          </a:xfrm>
          <a:custGeom xmlns:a="http://schemas.openxmlformats.org/drawingml/2006/main"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3" name="Freeform 59">
            <a:extLst xmlns:a="http://schemas.openxmlformats.org/drawingml/2006/main">
              <a:ext uri="{FF2B5EF4-FFF2-40B4-BE49-F238E27FC236}">
                <a16:creationId xmlns:a16="http://schemas.microsoft.com/office/drawing/2014/main" id="{55C243E2-EFCB-4C70-A992-01BA90823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9484" y="461896"/>
            <a:ext cx="32743" cy="28585"/>
          </a:xfrm>
          <a:custGeom xmlns:a="http://schemas.openxmlformats.org/drawingml/2006/main"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4" name="Freeform 60">
            <a:extLst xmlns:a="http://schemas.openxmlformats.org/drawingml/2006/main">
              <a:ext uri="{FF2B5EF4-FFF2-40B4-BE49-F238E27FC236}">
                <a16:creationId xmlns:a16="http://schemas.microsoft.com/office/drawing/2014/main" id="{11A11104-94D6-4C1B-9A8D-E1A40EBC1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297" y="515428"/>
            <a:ext cx="31703" cy="20789"/>
          </a:xfrm>
          <a:custGeom xmlns:a="http://schemas.openxmlformats.org/drawingml/2006/main"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5" name="Freeform 61">
            <a:extLst xmlns:a="http://schemas.openxmlformats.org/drawingml/2006/main">
              <a:ext uri="{FF2B5EF4-FFF2-40B4-BE49-F238E27FC236}">
                <a16:creationId xmlns:a16="http://schemas.microsoft.com/office/drawing/2014/main" id="{656EE81E-4542-49DF-85C4-3B6E091D2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6212" y="349113"/>
            <a:ext cx="19230" cy="32223"/>
          </a:xfrm>
          <a:custGeom xmlns:a="http://schemas.openxmlformats.org/drawingml/2006/main"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6" name="Freeform 62">
            <a:extLst xmlns:a="http://schemas.openxmlformats.org/drawingml/2006/main">
              <a:ext uri="{FF2B5EF4-FFF2-40B4-BE49-F238E27FC236}">
                <a16:creationId xmlns:a16="http://schemas.microsoft.com/office/drawing/2014/main" id="{1DBB7C3D-BD37-4B5A-AE19-7792B9B1F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8753" y="711368"/>
            <a:ext cx="23907" cy="31184"/>
          </a:xfrm>
          <a:custGeom xmlns:a="http://schemas.openxmlformats.org/drawingml/2006/main"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7" name="Freeform 71">
            <a:extLst xmlns:a="http://schemas.openxmlformats.org/drawingml/2006/main">
              <a:ext uri="{FF2B5EF4-FFF2-40B4-BE49-F238E27FC236}">
                <a16:creationId xmlns:a16="http://schemas.microsoft.com/office/drawing/2014/main" id="{293527CE-9E02-4E92-B632-F31BA0C2F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0023" y="401606"/>
            <a:ext cx="301445" cy="300925"/>
          </a:xfrm>
          <a:custGeom xmlns:a="http://schemas.openxmlformats.org/drawingml/2006/main"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8" name="直接连接符 177">
            <a:extLst xmlns:a="http://schemas.openxmlformats.org/drawingml/2006/main">
              <a:ext uri="{FF2B5EF4-FFF2-40B4-BE49-F238E27FC236}">
                <a16:creationId xmlns:a16="http://schemas.microsoft.com/office/drawing/2014/main" id="{75EA51C9-743D-4B3F-99DB-71AC9BB2F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06" y="867990"/>
            <a:ext cx="2433027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6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79" name="直接连接符 178">
            <a:extLst xmlns:a="http://schemas.openxmlformats.org/drawingml/2006/main">
              <a:ext uri="{FF2B5EF4-FFF2-40B4-BE49-F238E27FC236}">
                <a16:creationId xmlns:a16="http://schemas.microsoft.com/office/drawing/2014/main" id="{471B66C0-ED5B-4270-92A0-BF3E7425D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06" y="867990"/>
            <a:ext cx="589713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1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C4269188-F078-49EE-B055-62FA9053E65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9005791" y="6394353"/>
            <a:ext cx="2743200" cy="2921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3" name="标题 1">
            <a:extLst xmlns:a="http://schemas.openxmlformats.org/drawingml/2006/main">
              <a:ext uri="{FF2B5EF4-FFF2-40B4-BE49-F238E27FC236}">
                <a16:creationId xmlns:a16="http://schemas.microsoft.com/office/drawing/2014/main" id="{76C4F51F-9597-4B5D-A377-23337D6BD721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42913" y="243569"/>
            <a:ext cx="9056851" cy="61751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400" b="1" kern="1200" baseline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0D7079D-6710-485F-85CE-44F30F44F960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442913" y="944610"/>
            <a:ext cx="9056687" cy="381629"/>
          </a:xfr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marL="342900" marR="0" lvl="0" indent="-342900">
              <a:spcBef>
                <a:spcPct val="0"/>
              </a:spcBef>
              <a:spcAft>
                <a:spcPts val="0"/>
              </a:spcAft>
              <a:buClrTx/>
              <a:buSzTx/>
              <a:buNone/>
            </a:pPr>
          </a:p>
        </p:txBody>
      </p:sp>
      <p:sp>
        <p:nvSpPr>
          <p:cNvPr id="64" name="文本框 63">
            <a:extLst xmlns:a="http://schemas.openxmlformats.org/drawingml/2006/main">
              <a:ext uri="{FF2B5EF4-FFF2-40B4-BE49-F238E27FC236}">
                <a16:creationId xmlns:a16="http://schemas.microsoft.com/office/drawing/2014/main" id="{2F0617CA-4D50-42D9-A4F5-135B1D386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3" y="6394353"/>
            <a:ext cx="1545907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" name="图片占位符 1">
            <a:extLst xmlns:a="http://schemas.openxmlformats.org/drawingml/2006/main">
              <a:ext uri="{FF2B5EF4-FFF2-40B4-BE49-F238E27FC236}">
                <a16:creationId xmlns:a16="http://schemas.microsoft.com/office/drawing/2014/main" id="{903E5D76-90B0-4E2E-A3CE-00C7526D019A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0" y="1432906"/>
            <a:ext cx="12192000" cy="2762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 algn="ctr">
              <a:buNone/>
            </a:pPr>
          </a:p>
        </p:txBody>
      </p:sp>
    </p:spTree>
  </p:cSld>
</p:sldLayout>
</file>

<file path=ppt/slideLayouts/slideLayout14.xml><?xml version="1.0" encoding="utf-8"?>
<p:sldLayout xmlns:p="http://schemas.openxmlformats.org/presentationml/2006/main" preserve="1" userDrawn="1">
  <p:cSld name="图片占位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0" name="Freeform 17">
            <a:extLst xmlns:a="http://schemas.openxmlformats.org/drawingml/2006/main">
              <a:ext uri="{FF2B5EF4-FFF2-40B4-BE49-F238E27FC236}">
                <a16:creationId xmlns:a16="http://schemas.microsoft.com/office/drawing/2014/main" id="{EF6E8801-9811-4440-8ED4-7B9CA3967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8081" y="688617"/>
            <a:ext cx="64437" cy="68999"/>
          </a:xfrm>
          <a:custGeom xmlns:a="http://schemas.openxmlformats.org/drawingml/2006/main">
            <a:gdLst>
              <a:gd name="T0" fmla="*/ 34 w 127"/>
              <a:gd name="T1" fmla="*/ 71 h 136"/>
              <a:gd name="T2" fmla="*/ 34 w 127"/>
              <a:gd name="T3" fmla="*/ 81 h 136"/>
              <a:gd name="T4" fmla="*/ 34 w 127"/>
              <a:gd name="T5" fmla="*/ 114 h 136"/>
              <a:gd name="T6" fmla="*/ 35 w 127"/>
              <a:gd name="T7" fmla="*/ 122 h 136"/>
              <a:gd name="T8" fmla="*/ 40 w 127"/>
              <a:gd name="T9" fmla="*/ 127 h 136"/>
              <a:gd name="T10" fmla="*/ 49 w 127"/>
              <a:gd name="T11" fmla="*/ 128 h 136"/>
              <a:gd name="T12" fmla="*/ 49 w 127"/>
              <a:gd name="T13" fmla="*/ 135 h 136"/>
              <a:gd name="T14" fmla="*/ 1 w 127"/>
              <a:gd name="T15" fmla="*/ 135 h 136"/>
              <a:gd name="T16" fmla="*/ 0 w 127"/>
              <a:gd name="T17" fmla="*/ 132 h 136"/>
              <a:gd name="T18" fmla="*/ 0 w 127"/>
              <a:gd name="T19" fmla="*/ 128 h 136"/>
              <a:gd name="T20" fmla="*/ 9 w 127"/>
              <a:gd name="T21" fmla="*/ 127 h 136"/>
              <a:gd name="T22" fmla="*/ 16 w 127"/>
              <a:gd name="T23" fmla="*/ 120 h 136"/>
              <a:gd name="T24" fmla="*/ 17 w 127"/>
              <a:gd name="T25" fmla="*/ 111 h 136"/>
              <a:gd name="T26" fmla="*/ 17 w 127"/>
              <a:gd name="T27" fmla="*/ 22 h 136"/>
              <a:gd name="T28" fmla="*/ 16 w 127"/>
              <a:gd name="T29" fmla="*/ 15 h 136"/>
              <a:gd name="T30" fmla="*/ 9 w 127"/>
              <a:gd name="T31" fmla="*/ 9 h 136"/>
              <a:gd name="T32" fmla="*/ 0 w 127"/>
              <a:gd name="T33" fmla="*/ 8 h 136"/>
              <a:gd name="T34" fmla="*/ 0 w 127"/>
              <a:gd name="T35" fmla="*/ 1 h 136"/>
              <a:gd name="T36" fmla="*/ 4 w 127"/>
              <a:gd name="T37" fmla="*/ 0 h 136"/>
              <a:gd name="T38" fmla="*/ 71 w 127"/>
              <a:gd name="T39" fmla="*/ 0 h 136"/>
              <a:gd name="T40" fmla="*/ 94 w 127"/>
              <a:gd name="T41" fmla="*/ 4 h 136"/>
              <a:gd name="T42" fmla="*/ 116 w 127"/>
              <a:gd name="T43" fmla="*/ 32 h 136"/>
              <a:gd name="T44" fmla="*/ 97 w 127"/>
              <a:gd name="T45" fmla="*/ 66 h 136"/>
              <a:gd name="T46" fmla="*/ 80 w 127"/>
              <a:gd name="T47" fmla="*/ 70 h 136"/>
              <a:gd name="T48" fmla="*/ 71 w 127"/>
              <a:gd name="T49" fmla="*/ 71 h 136"/>
              <a:gd name="T50" fmla="*/ 73 w 127"/>
              <a:gd name="T51" fmla="*/ 75 h 136"/>
              <a:gd name="T52" fmla="*/ 104 w 127"/>
              <a:gd name="T53" fmla="*/ 114 h 136"/>
              <a:gd name="T54" fmla="*/ 105 w 127"/>
              <a:gd name="T55" fmla="*/ 116 h 136"/>
              <a:gd name="T56" fmla="*/ 127 w 127"/>
              <a:gd name="T57" fmla="*/ 128 h 136"/>
              <a:gd name="T58" fmla="*/ 127 w 127"/>
              <a:gd name="T59" fmla="*/ 135 h 136"/>
              <a:gd name="T60" fmla="*/ 116 w 127"/>
              <a:gd name="T61" fmla="*/ 135 h 136"/>
              <a:gd name="T62" fmla="*/ 102 w 127"/>
              <a:gd name="T63" fmla="*/ 136 h 136"/>
              <a:gd name="T64" fmla="*/ 96 w 127"/>
              <a:gd name="T65" fmla="*/ 132 h 136"/>
              <a:gd name="T66" fmla="*/ 59 w 127"/>
              <a:gd name="T67" fmla="*/ 82 h 136"/>
              <a:gd name="T68" fmla="*/ 52 w 127"/>
              <a:gd name="T69" fmla="*/ 73 h 136"/>
              <a:gd name="T70" fmla="*/ 49 w 127"/>
              <a:gd name="T71" fmla="*/ 71 h 136"/>
              <a:gd name="T72" fmla="*/ 34 w 127"/>
              <a:gd name="T73" fmla="*/ 71 h 136"/>
              <a:gd name="T74" fmla="*/ 34 w 127"/>
              <a:gd name="T75" fmla="*/ 61 h 136"/>
              <a:gd name="T76" fmla="*/ 36 w 127"/>
              <a:gd name="T77" fmla="*/ 62 h 136"/>
              <a:gd name="T78" fmla="*/ 66 w 127"/>
              <a:gd name="T79" fmla="*/ 62 h 136"/>
              <a:gd name="T80" fmla="*/ 82 w 127"/>
              <a:gd name="T81" fmla="*/ 59 h 136"/>
              <a:gd name="T82" fmla="*/ 96 w 127"/>
              <a:gd name="T83" fmla="*/ 44 h 136"/>
              <a:gd name="T84" fmla="*/ 96 w 127"/>
              <a:gd name="T85" fmla="*/ 29 h 136"/>
              <a:gd name="T86" fmla="*/ 81 w 127"/>
              <a:gd name="T87" fmla="*/ 12 h 136"/>
              <a:gd name="T88" fmla="*/ 70 w 127"/>
              <a:gd name="T89" fmla="*/ 11 h 136"/>
              <a:gd name="T90" fmla="*/ 37 w 127"/>
              <a:gd name="T91" fmla="*/ 11 h 136"/>
              <a:gd name="T92" fmla="*/ 34 w 127"/>
              <a:gd name="T93" fmla="*/ 11 h 136"/>
              <a:gd name="T94" fmla="*/ 34 w 127"/>
              <a:gd name="T95" fmla="*/ 61 h 136"/>
            </a:gdLst>
            <a:rect l="0" t="0" r="r" b="b"/>
            <a:pathLst>
              <a:path w="127" h="136">
                <a:moveTo>
                  <a:pt x="34" y="71"/>
                </a:moveTo>
                <a:cubicBezTo>
                  <a:pt x="34" y="75"/>
                  <a:pt x="34" y="78"/>
                  <a:pt x="34" y="81"/>
                </a:cubicBezTo>
                <a:cubicBezTo>
                  <a:pt x="34" y="92"/>
                  <a:pt x="34" y="103"/>
                  <a:pt x="34" y="114"/>
                </a:cubicBezTo>
                <a:cubicBezTo>
                  <a:pt x="34" y="117"/>
                  <a:pt x="34" y="119"/>
                  <a:pt x="35" y="122"/>
                </a:cubicBezTo>
                <a:cubicBezTo>
                  <a:pt x="35" y="125"/>
                  <a:pt x="37" y="127"/>
                  <a:pt x="40" y="127"/>
                </a:cubicBezTo>
                <a:cubicBezTo>
                  <a:pt x="43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1" y="135"/>
                </a:cubicBezTo>
                <a:cubicBezTo>
                  <a:pt x="0" y="134"/>
                  <a:pt x="0" y="133"/>
                  <a:pt x="0" y="132"/>
                </a:cubicBezTo>
                <a:cubicBezTo>
                  <a:pt x="0" y="131"/>
                  <a:pt x="0" y="130"/>
                  <a:pt x="0" y="128"/>
                </a:cubicBezTo>
                <a:cubicBezTo>
                  <a:pt x="3" y="128"/>
                  <a:pt x="6" y="128"/>
                  <a:pt x="9" y="127"/>
                </a:cubicBezTo>
                <a:cubicBezTo>
                  <a:pt x="14" y="126"/>
                  <a:pt x="15" y="125"/>
                  <a:pt x="16" y="120"/>
                </a:cubicBezTo>
                <a:cubicBezTo>
                  <a:pt x="16" y="117"/>
                  <a:pt x="17" y="114"/>
                  <a:pt x="17" y="111"/>
                </a:cubicBezTo>
                <a:cubicBezTo>
                  <a:pt x="17" y="81"/>
                  <a:pt x="17" y="52"/>
                  <a:pt x="17" y="22"/>
                </a:cubicBezTo>
                <a:cubicBezTo>
                  <a:pt x="17" y="20"/>
                  <a:pt x="16" y="17"/>
                  <a:pt x="16" y="15"/>
                </a:cubicBezTo>
                <a:cubicBezTo>
                  <a:pt x="15" y="11"/>
                  <a:pt x="13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2" y="1"/>
                  <a:pt x="3" y="0"/>
                  <a:pt x="4" y="0"/>
                </a:cubicBezTo>
                <a:cubicBezTo>
                  <a:pt x="26" y="0"/>
                  <a:pt x="49" y="0"/>
                  <a:pt x="71" y="0"/>
                </a:cubicBezTo>
                <a:cubicBezTo>
                  <a:pt x="79" y="0"/>
                  <a:pt x="86" y="1"/>
                  <a:pt x="94" y="4"/>
                </a:cubicBezTo>
                <a:cubicBezTo>
                  <a:pt x="108" y="9"/>
                  <a:pt x="115" y="18"/>
                  <a:pt x="116" y="32"/>
                </a:cubicBezTo>
                <a:cubicBezTo>
                  <a:pt x="117" y="48"/>
                  <a:pt x="110" y="60"/>
                  <a:pt x="97" y="66"/>
                </a:cubicBezTo>
                <a:cubicBezTo>
                  <a:pt x="91" y="68"/>
                  <a:pt x="86" y="70"/>
                  <a:pt x="80" y="70"/>
                </a:cubicBezTo>
                <a:cubicBezTo>
                  <a:pt x="77" y="70"/>
                  <a:pt x="74" y="71"/>
                  <a:pt x="71" y="71"/>
                </a:cubicBezTo>
                <a:cubicBezTo>
                  <a:pt x="72" y="73"/>
                  <a:pt x="73" y="74"/>
                  <a:pt x="73" y="75"/>
                </a:cubicBezTo>
                <a:cubicBezTo>
                  <a:pt x="84" y="88"/>
                  <a:pt x="94" y="101"/>
                  <a:pt x="104" y="114"/>
                </a:cubicBezTo>
                <a:cubicBezTo>
                  <a:pt x="105" y="115"/>
                  <a:pt x="105" y="115"/>
                  <a:pt x="105" y="116"/>
                </a:cubicBezTo>
                <a:cubicBezTo>
                  <a:pt x="111" y="122"/>
                  <a:pt x="117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24" y="135"/>
                  <a:pt x="120" y="135"/>
                  <a:pt x="116" y="135"/>
                </a:cubicBezTo>
                <a:cubicBezTo>
                  <a:pt x="111" y="135"/>
                  <a:pt x="107" y="135"/>
                  <a:pt x="102" y="136"/>
                </a:cubicBezTo>
                <a:cubicBezTo>
                  <a:pt x="99" y="136"/>
                  <a:pt x="97" y="134"/>
                  <a:pt x="96" y="132"/>
                </a:cubicBezTo>
                <a:cubicBezTo>
                  <a:pt x="83" y="115"/>
                  <a:pt x="71" y="99"/>
                  <a:pt x="59" y="82"/>
                </a:cubicBezTo>
                <a:cubicBezTo>
                  <a:pt x="57" y="79"/>
                  <a:pt x="54" y="76"/>
                  <a:pt x="52" y="73"/>
                </a:cubicBezTo>
                <a:cubicBezTo>
                  <a:pt x="51" y="72"/>
                  <a:pt x="50" y="71"/>
                  <a:pt x="49" y="71"/>
                </a:cubicBezTo>
                <a:cubicBezTo>
                  <a:pt x="44" y="71"/>
                  <a:pt x="39" y="71"/>
                  <a:pt x="34" y="71"/>
                </a:cubicBezTo>
                <a:close/>
                <a:moveTo>
                  <a:pt x="34" y="61"/>
                </a:moveTo>
                <a:cubicBezTo>
                  <a:pt x="35" y="62"/>
                  <a:pt x="36" y="62"/>
                  <a:pt x="36" y="62"/>
                </a:cubicBezTo>
                <a:cubicBezTo>
                  <a:pt x="46" y="62"/>
                  <a:pt x="56" y="62"/>
                  <a:pt x="66" y="62"/>
                </a:cubicBezTo>
                <a:cubicBezTo>
                  <a:pt x="72" y="61"/>
                  <a:pt x="77" y="60"/>
                  <a:pt x="82" y="59"/>
                </a:cubicBezTo>
                <a:cubicBezTo>
                  <a:pt x="90" y="56"/>
                  <a:pt x="94" y="51"/>
                  <a:pt x="96" y="44"/>
                </a:cubicBezTo>
                <a:cubicBezTo>
                  <a:pt x="96" y="39"/>
                  <a:pt x="97" y="34"/>
                  <a:pt x="96" y="29"/>
                </a:cubicBezTo>
                <a:cubicBezTo>
                  <a:pt x="95" y="20"/>
                  <a:pt x="90" y="15"/>
                  <a:pt x="81" y="12"/>
                </a:cubicBezTo>
                <a:cubicBezTo>
                  <a:pt x="77" y="11"/>
                  <a:pt x="74" y="11"/>
                  <a:pt x="70" y="11"/>
                </a:cubicBezTo>
                <a:cubicBezTo>
                  <a:pt x="59" y="10"/>
                  <a:pt x="48" y="11"/>
                  <a:pt x="37" y="11"/>
                </a:cubicBezTo>
                <a:cubicBezTo>
                  <a:pt x="36" y="11"/>
                  <a:pt x="35" y="11"/>
                  <a:pt x="34" y="11"/>
                </a:cubicBezTo>
                <a:cubicBezTo>
                  <a:pt x="34" y="28"/>
                  <a:pt x="34" y="44"/>
                  <a:pt x="34" y="61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1" name="Freeform 18">
            <a:extLst xmlns:a="http://schemas.openxmlformats.org/drawingml/2006/main">
              <a:ext uri="{FF2B5EF4-FFF2-40B4-BE49-F238E27FC236}">
                <a16:creationId xmlns:a16="http://schemas.microsoft.com/office/drawing/2014/main" id="{6A5DB167-FFBE-4494-A648-D9E8C97A6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3581" y="688617"/>
            <a:ext cx="64437" cy="68429"/>
          </a:xfrm>
          <a:custGeom xmlns:a="http://schemas.openxmlformats.org/drawingml/2006/main">
            <a:gdLst>
              <a:gd name="T0" fmla="*/ 50 w 127"/>
              <a:gd name="T1" fmla="*/ 70 h 135"/>
              <a:gd name="T2" fmla="*/ 34 w 127"/>
              <a:gd name="T3" fmla="*/ 87 h 135"/>
              <a:gd name="T4" fmla="*/ 33 w 127"/>
              <a:gd name="T5" fmla="*/ 90 h 135"/>
              <a:gd name="T6" fmla="*/ 33 w 127"/>
              <a:gd name="T7" fmla="*/ 116 h 135"/>
              <a:gd name="T8" fmla="*/ 34 w 127"/>
              <a:gd name="T9" fmla="*/ 120 h 135"/>
              <a:gd name="T10" fmla="*/ 41 w 127"/>
              <a:gd name="T11" fmla="*/ 127 h 135"/>
              <a:gd name="T12" fmla="*/ 49 w 127"/>
              <a:gd name="T13" fmla="*/ 128 h 135"/>
              <a:gd name="T14" fmla="*/ 49 w 127"/>
              <a:gd name="T15" fmla="*/ 135 h 135"/>
              <a:gd name="T16" fmla="*/ 0 w 127"/>
              <a:gd name="T17" fmla="*/ 135 h 135"/>
              <a:gd name="T18" fmla="*/ 0 w 127"/>
              <a:gd name="T19" fmla="*/ 128 h 135"/>
              <a:gd name="T20" fmla="*/ 7 w 127"/>
              <a:gd name="T21" fmla="*/ 128 h 135"/>
              <a:gd name="T22" fmla="*/ 16 w 127"/>
              <a:gd name="T23" fmla="*/ 118 h 135"/>
              <a:gd name="T24" fmla="*/ 16 w 127"/>
              <a:gd name="T25" fmla="*/ 111 h 135"/>
              <a:gd name="T26" fmla="*/ 16 w 127"/>
              <a:gd name="T27" fmla="*/ 24 h 135"/>
              <a:gd name="T28" fmla="*/ 16 w 127"/>
              <a:gd name="T29" fmla="*/ 16 h 135"/>
              <a:gd name="T30" fmla="*/ 8 w 127"/>
              <a:gd name="T31" fmla="*/ 9 h 135"/>
              <a:gd name="T32" fmla="*/ 0 w 127"/>
              <a:gd name="T33" fmla="*/ 8 h 135"/>
              <a:gd name="T34" fmla="*/ 0 w 127"/>
              <a:gd name="T35" fmla="*/ 1 h 135"/>
              <a:gd name="T36" fmla="*/ 49 w 127"/>
              <a:gd name="T37" fmla="*/ 1 h 135"/>
              <a:gd name="T38" fmla="*/ 50 w 127"/>
              <a:gd name="T39" fmla="*/ 8 h 135"/>
              <a:gd name="T40" fmla="*/ 41 w 127"/>
              <a:gd name="T41" fmla="*/ 9 h 135"/>
              <a:gd name="T42" fmla="*/ 34 w 127"/>
              <a:gd name="T43" fmla="*/ 16 h 135"/>
              <a:gd name="T44" fmla="*/ 33 w 127"/>
              <a:gd name="T45" fmla="*/ 23 h 135"/>
              <a:gd name="T46" fmla="*/ 33 w 127"/>
              <a:gd name="T47" fmla="*/ 70 h 135"/>
              <a:gd name="T48" fmla="*/ 33 w 127"/>
              <a:gd name="T49" fmla="*/ 73 h 135"/>
              <a:gd name="T50" fmla="*/ 36 w 127"/>
              <a:gd name="T51" fmla="*/ 71 h 135"/>
              <a:gd name="T52" fmla="*/ 83 w 127"/>
              <a:gd name="T53" fmla="*/ 19 h 135"/>
              <a:gd name="T54" fmla="*/ 86 w 127"/>
              <a:gd name="T55" fmla="*/ 14 h 135"/>
              <a:gd name="T56" fmla="*/ 84 w 127"/>
              <a:gd name="T57" fmla="*/ 9 h 135"/>
              <a:gd name="T58" fmla="*/ 76 w 127"/>
              <a:gd name="T59" fmla="*/ 8 h 135"/>
              <a:gd name="T60" fmla="*/ 76 w 127"/>
              <a:gd name="T61" fmla="*/ 1 h 135"/>
              <a:gd name="T62" fmla="*/ 122 w 127"/>
              <a:gd name="T63" fmla="*/ 1 h 135"/>
              <a:gd name="T64" fmla="*/ 122 w 127"/>
              <a:gd name="T65" fmla="*/ 8 h 135"/>
              <a:gd name="T66" fmla="*/ 118 w 127"/>
              <a:gd name="T67" fmla="*/ 8 h 135"/>
              <a:gd name="T68" fmla="*/ 99 w 127"/>
              <a:gd name="T69" fmla="*/ 18 h 135"/>
              <a:gd name="T70" fmla="*/ 77 w 127"/>
              <a:gd name="T71" fmla="*/ 41 h 135"/>
              <a:gd name="T72" fmla="*/ 62 w 127"/>
              <a:gd name="T73" fmla="*/ 57 h 135"/>
              <a:gd name="T74" fmla="*/ 64 w 127"/>
              <a:gd name="T75" fmla="*/ 61 h 135"/>
              <a:gd name="T76" fmla="*/ 102 w 127"/>
              <a:gd name="T77" fmla="*/ 113 h 135"/>
              <a:gd name="T78" fmla="*/ 108 w 127"/>
              <a:gd name="T79" fmla="*/ 120 h 135"/>
              <a:gd name="T80" fmla="*/ 123 w 127"/>
              <a:gd name="T81" fmla="*/ 127 h 135"/>
              <a:gd name="T82" fmla="*/ 127 w 127"/>
              <a:gd name="T83" fmla="*/ 128 h 135"/>
              <a:gd name="T84" fmla="*/ 127 w 127"/>
              <a:gd name="T85" fmla="*/ 135 h 135"/>
              <a:gd name="T86" fmla="*/ 73 w 127"/>
              <a:gd name="T87" fmla="*/ 135 h 135"/>
              <a:gd name="T88" fmla="*/ 73 w 127"/>
              <a:gd name="T89" fmla="*/ 128 h 135"/>
              <a:gd name="T90" fmla="*/ 80 w 127"/>
              <a:gd name="T91" fmla="*/ 127 h 135"/>
              <a:gd name="T92" fmla="*/ 84 w 127"/>
              <a:gd name="T93" fmla="*/ 120 h 135"/>
              <a:gd name="T94" fmla="*/ 82 w 127"/>
              <a:gd name="T95" fmla="*/ 115 h 135"/>
              <a:gd name="T96" fmla="*/ 51 w 127"/>
              <a:gd name="T97" fmla="*/ 72 h 135"/>
              <a:gd name="T98" fmla="*/ 50 w 127"/>
              <a:gd name="T99" fmla="*/ 70 h 135"/>
            </a:gdLst>
            <a:rect l="0" t="0" r="r" b="b"/>
            <a:pathLst>
              <a:path w="127" h="135">
                <a:moveTo>
                  <a:pt x="50" y="70"/>
                </a:moveTo>
                <a:cubicBezTo>
                  <a:pt x="44" y="76"/>
                  <a:pt x="39" y="81"/>
                  <a:pt x="34" y="87"/>
                </a:cubicBezTo>
                <a:cubicBezTo>
                  <a:pt x="33" y="88"/>
                  <a:pt x="33" y="89"/>
                  <a:pt x="33" y="90"/>
                </a:cubicBezTo>
                <a:cubicBezTo>
                  <a:pt x="33" y="99"/>
                  <a:pt x="33" y="107"/>
                  <a:pt x="33" y="116"/>
                </a:cubicBezTo>
                <a:cubicBezTo>
                  <a:pt x="33" y="117"/>
                  <a:pt x="33" y="118"/>
                  <a:pt x="34" y="120"/>
                </a:cubicBezTo>
                <a:cubicBezTo>
                  <a:pt x="35" y="125"/>
                  <a:pt x="36" y="126"/>
                  <a:pt x="41" y="127"/>
                </a:cubicBezTo>
                <a:cubicBezTo>
                  <a:pt x="44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7" y="128"/>
                </a:cubicBezTo>
                <a:cubicBezTo>
                  <a:pt x="14" y="127"/>
                  <a:pt x="16" y="125"/>
                  <a:pt x="16" y="118"/>
                </a:cubicBezTo>
                <a:cubicBezTo>
                  <a:pt x="16" y="115"/>
                  <a:pt x="16" y="113"/>
                  <a:pt x="16" y="111"/>
                </a:cubicBezTo>
                <a:cubicBezTo>
                  <a:pt x="16" y="82"/>
                  <a:pt x="16" y="53"/>
                  <a:pt x="16" y="24"/>
                </a:cubicBezTo>
                <a:cubicBezTo>
                  <a:pt x="16" y="21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5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4" y="0"/>
                  <a:pt x="40" y="0"/>
                  <a:pt x="49" y="1"/>
                </a:cubicBezTo>
                <a:cubicBezTo>
                  <a:pt x="49" y="3"/>
                  <a:pt x="50" y="5"/>
                  <a:pt x="50" y="8"/>
                </a:cubicBezTo>
                <a:cubicBezTo>
                  <a:pt x="47" y="8"/>
                  <a:pt x="44" y="8"/>
                  <a:pt x="41" y="9"/>
                </a:cubicBezTo>
                <a:cubicBezTo>
                  <a:pt x="37" y="9"/>
                  <a:pt x="34" y="11"/>
                  <a:pt x="34" y="16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39"/>
                  <a:pt x="33" y="54"/>
                  <a:pt x="33" y="70"/>
                </a:cubicBezTo>
                <a:cubicBezTo>
                  <a:pt x="33" y="71"/>
                  <a:pt x="33" y="72"/>
                  <a:pt x="33" y="73"/>
                </a:cubicBezTo>
                <a:cubicBezTo>
                  <a:pt x="35" y="72"/>
                  <a:pt x="36" y="72"/>
                  <a:pt x="36" y="71"/>
                </a:cubicBezTo>
                <a:cubicBezTo>
                  <a:pt x="52" y="54"/>
                  <a:pt x="67" y="37"/>
                  <a:pt x="83" y="19"/>
                </a:cubicBezTo>
                <a:cubicBezTo>
                  <a:pt x="84" y="18"/>
                  <a:pt x="85" y="16"/>
                  <a:pt x="86" y="14"/>
                </a:cubicBezTo>
                <a:cubicBezTo>
                  <a:pt x="88" y="12"/>
                  <a:pt x="87" y="10"/>
                  <a:pt x="84" y="9"/>
                </a:cubicBezTo>
                <a:cubicBezTo>
                  <a:pt x="81" y="8"/>
                  <a:pt x="79" y="8"/>
                  <a:pt x="76" y="8"/>
                </a:cubicBezTo>
                <a:cubicBezTo>
                  <a:pt x="76" y="5"/>
                  <a:pt x="76" y="3"/>
                  <a:pt x="76" y="1"/>
                </a:cubicBezTo>
                <a:cubicBezTo>
                  <a:pt x="79" y="0"/>
                  <a:pt x="114" y="0"/>
                  <a:pt x="122" y="1"/>
                </a:cubicBezTo>
                <a:cubicBezTo>
                  <a:pt x="122" y="3"/>
                  <a:pt x="122" y="5"/>
                  <a:pt x="122" y="8"/>
                </a:cubicBezTo>
                <a:cubicBezTo>
                  <a:pt x="121" y="8"/>
                  <a:pt x="120" y="8"/>
                  <a:pt x="118" y="8"/>
                </a:cubicBezTo>
                <a:cubicBezTo>
                  <a:pt x="111" y="9"/>
                  <a:pt x="104" y="12"/>
                  <a:pt x="99" y="18"/>
                </a:cubicBezTo>
                <a:cubicBezTo>
                  <a:pt x="92" y="25"/>
                  <a:pt x="85" y="33"/>
                  <a:pt x="77" y="41"/>
                </a:cubicBezTo>
                <a:cubicBezTo>
                  <a:pt x="72" y="46"/>
                  <a:pt x="67" y="52"/>
                  <a:pt x="62" y="57"/>
                </a:cubicBezTo>
                <a:cubicBezTo>
                  <a:pt x="63" y="58"/>
                  <a:pt x="64" y="59"/>
                  <a:pt x="64" y="61"/>
                </a:cubicBezTo>
                <a:cubicBezTo>
                  <a:pt x="77" y="78"/>
                  <a:pt x="90" y="95"/>
                  <a:pt x="102" y="113"/>
                </a:cubicBezTo>
                <a:cubicBezTo>
                  <a:pt x="104" y="115"/>
                  <a:pt x="106" y="118"/>
                  <a:pt x="108" y="120"/>
                </a:cubicBezTo>
                <a:cubicBezTo>
                  <a:pt x="112" y="124"/>
                  <a:pt x="117" y="127"/>
                  <a:pt x="123" y="127"/>
                </a:cubicBezTo>
                <a:cubicBezTo>
                  <a:pt x="124" y="128"/>
                  <a:pt x="125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09" y="135"/>
                  <a:pt x="91" y="135"/>
                  <a:pt x="73" y="135"/>
                </a:cubicBezTo>
                <a:cubicBezTo>
                  <a:pt x="73" y="133"/>
                  <a:pt x="73" y="131"/>
                  <a:pt x="73" y="128"/>
                </a:cubicBezTo>
                <a:cubicBezTo>
                  <a:pt x="75" y="128"/>
                  <a:pt x="78" y="128"/>
                  <a:pt x="80" y="127"/>
                </a:cubicBezTo>
                <a:cubicBezTo>
                  <a:pt x="85" y="127"/>
                  <a:pt x="86" y="125"/>
                  <a:pt x="84" y="120"/>
                </a:cubicBezTo>
                <a:cubicBezTo>
                  <a:pt x="84" y="118"/>
                  <a:pt x="83" y="117"/>
                  <a:pt x="82" y="115"/>
                </a:cubicBezTo>
                <a:cubicBezTo>
                  <a:pt x="72" y="101"/>
                  <a:pt x="61" y="86"/>
                  <a:pt x="51" y="72"/>
                </a:cubicBezTo>
                <a:cubicBezTo>
                  <a:pt x="51" y="71"/>
                  <a:pt x="50" y="71"/>
                  <a:pt x="50" y="7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2" name="Freeform 19">
            <a:extLst xmlns:a="http://schemas.openxmlformats.org/drawingml/2006/main">
              <a:ext uri="{FF2B5EF4-FFF2-40B4-BE49-F238E27FC236}">
                <a16:creationId xmlns:a16="http://schemas.microsoft.com/office/drawing/2014/main" id="{6F1A09E3-D4A3-46C7-ADB8-D3467F368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9719" y="688617"/>
            <a:ext cx="63867" cy="68429"/>
          </a:xfrm>
          <a:custGeom xmlns:a="http://schemas.openxmlformats.org/drawingml/2006/main">
            <a:gdLst>
              <a:gd name="T0" fmla="*/ 28 w 126"/>
              <a:gd name="T1" fmla="*/ 16 h 135"/>
              <a:gd name="T2" fmla="*/ 28 w 126"/>
              <a:gd name="T3" fmla="*/ 20 h 135"/>
              <a:gd name="T4" fmla="*/ 28 w 126"/>
              <a:gd name="T5" fmla="*/ 109 h 135"/>
              <a:gd name="T6" fmla="*/ 28 w 126"/>
              <a:gd name="T7" fmla="*/ 119 h 135"/>
              <a:gd name="T8" fmla="*/ 37 w 126"/>
              <a:gd name="T9" fmla="*/ 127 h 135"/>
              <a:gd name="T10" fmla="*/ 44 w 126"/>
              <a:gd name="T11" fmla="*/ 128 h 135"/>
              <a:gd name="T12" fmla="*/ 44 w 126"/>
              <a:gd name="T13" fmla="*/ 135 h 135"/>
              <a:gd name="T14" fmla="*/ 0 w 126"/>
              <a:gd name="T15" fmla="*/ 135 h 135"/>
              <a:gd name="T16" fmla="*/ 0 w 126"/>
              <a:gd name="T17" fmla="*/ 128 h 135"/>
              <a:gd name="T18" fmla="*/ 8 w 126"/>
              <a:gd name="T19" fmla="*/ 127 h 135"/>
              <a:gd name="T20" fmla="*/ 16 w 126"/>
              <a:gd name="T21" fmla="*/ 120 h 135"/>
              <a:gd name="T22" fmla="*/ 16 w 126"/>
              <a:gd name="T23" fmla="*/ 113 h 135"/>
              <a:gd name="T24" fmla="*/ 16 w 126"/>
              <a:gd name="T25" fmla="*/ 19 h 135"/>
              <a:gd name="T26" fmla="*/ 16 w 126"/>
              <a:gd name="T27" fmla="*/ 15 h 135"/>
              <a:gd name="T28" fmla="*/ 9 w 126"/>
              <a:gd name="T29" fmla="*/ 9 h 135"/>
              <a:gd name="T30" fmla="*/ 5 w 126"/>
              <a:gd name="T31" fmla="*/ 8 h 135"/>
              <a:gd name="T32" fmla="*/ 1 w 126"/>
              <a:gd name="T33" fmla="*/ 8 h 135"/>
              <a:gd name="T34" fmla="*/ 1 w 126"/>
              <a:gd name="T35" fmla="*/ 1 h 135"/>
              <a:gd name="T36" fmla="*/ 40 w 126"/>
              <a:gd name="T37" fmla="*/ 1 h 135"/>
              <a:gd name="T38" fmla="*/ 98 w 126"/>
              <a:gd name="T39" fmla="*/ 100 h 135"/>
              <a:gd name="T40" fmla="*/ 99 w 126"/>
              <a:gd name="T41" fmla="*/ 100 h 135"/>
              <a:gd name="T42" fmla="*/ 99 w 126"/>
              <a:gd name="T43" fmla="*/ 96 h 135"/>
              <a:gd name="T44" fmla="*/ 99 w 126"/>
              <a:gd name="T45" fmla="*/ 24 h 135"/>
              <a:gd name="T46" fmla="*/ 98 w 126"/>
              <a:gd name="T47" fmla="*/ 16 h 135"/>
              <a:gd name="T48" fmla="*/ 90 w 126"/>
              <a:gd name="T49" fmla="*/ 9 h 135"/>
              <a:gd name="T50" fmla="*/ 83 w 126"/>
              <a:gd name="T51" fmla="*/ 8 h 135"/>
              <a:gd name="T52" fmla="*/ 83 w 126"/>
              <a:gd name="T53" fmla="*/ 1 h 135"/>
              <a:gd name="T54" fmla="*/ 126 w 126"/>
              <a:gd name="T55" fmla="*/ 1 h 135"/>
              <a:gd name="T56" fmla="*/ 126 w 126"/>
              <a:gd name="T57" fmla="*/ 8 h 135"/>
              <a:gd name="T58" fmla="*/ 119 w 126"/>
              <a:gd name="T59" fmla="*/ 9 h 135"/>
              <a:gd name="T60" fmla="*/ 111 w 126"/>
              <a:gd name="T61" fmla="*/ 16 h 135"/>
              <a:gd name="T62" fmla="*/ 110 w 126"/>
              <a:gd name="T63" fmla="*/ 27 h 135"/>
              <a:gd name="T64" fmla="*/ 110 w 126"/>
              <a:gd name="T65" fmla="*/ 129 h 135"/>
              <a:gd name="T66" fmla="*/ 110 w 126"/>
              <a:gd name="T67" fmla="*/ 135 h 135"/>
              <a:gd name="T68" fmla="*/ 99 w 126"/>
              <a:gd name="T69" fmla="*/ 135 h 135"/>
              <a:gd name="T70" fmla="*/ 29 w 126"/>
              <a:gd name="T71" fmla="*/ 15 h 135"/>
              <a:gd name="T72" fmla="*/ 28 w 126"/>
              <a:gd name="T73" fmla="*/ 16 h 135"/>
            </a:gdLst>
            <a:rect l="0" t="0" r="r" b="b"/>
            <a:pathLst>
              <a:path w="126" h="135">
                <a:moveTo>
                  <a:pt x="28" y="16"/>
                </a:moveTo>
                <a:cubicBezTo>
                  <a:pt x="28" y="17"/>
                  <a:pt x="28" y="19"/>
                  <a:pt x="28" y="20"/>
                </a:cubicBezTo>
                <a:cubicBezTo>
                  <a:pt x="28" y="50"/>
                  <a:pt x="28" y="79"/>
                  <a:pt x="28" y="109"/>
                </a:cubicBezTo>
                <a:cubicBezTo>
                  <a:pt x="28" y="112"/>
                  <a:pt x="28" y="115"/>
                  <a:pt x="28" y="119"/>
                </a:cubicBezTo>
                <a:cubicBezTo>
                  <a:pt x="29" y="124"/>
                  <a:pt x="31" y="126"/>
                  <a:pt x="37" y="127"/>
                </a:cubicBezTo>
                <a:cubicBezTo>
                  <a:pt x="39" y="127"/>
                  <a:pt x="41" y="128"/>
                  <a:pt x="44" y="128"/>
                </a:cubicBezTo>
                <a:cubicBezTo>
                  <a:pt x="44" y="130"/>
                  <a:pt x="44" y="133"/>
                  <a:pt x="44" y="135"/>
                </a:cubicBezTo>
                <a:cubicBezTo>
                  <a:pt x="29" y="135"/>
                  <a:pt x="15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5" y="127"/>
                  <a:pt x="8" y="127"/>
                </a:cubicBezTo>
                <a:cubicBezTo>
                  <a:pt x="12" y="127"/>
                  <a:pt x="15" y="124"/>
                  <a:pt x="16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0"/>
                  <a:pt x="16" y="19"/>
                </a:cubicBezTo>
                <a:cubicBezTo>
                  <a:pt x="16" y="18"/>
                  <a:pt x="16" y="17"/>
                  <a:pt x="16" y="15"/>
                </a:cubicBezTo>
                <a:cubicBezTo>
                  <a:pt x="16" y="11"/>
                  <a:pt x="14" y="9"/>
                  <a:pt x="9" y="9"/>
                </a:cubicBezTo>
                <a:cubicBezTo>
                  <a:pt x="8" y="8"/>
                  <a:pt x="7" y="8"/>
                  <a:pt x="5" y="8"/>
                </a:cubicBezTo>
                <a:cubicBezTo>
                  <a:pt x="4" y="8"/>
                  <a:pt x="2" y="8"/>
                  <a:pt x="1" y="8"/>
                </a:cubicBezTo>
                <a:cubicBezTo>
                  <a:pt x="1" y="5"/>
                  <a:pt x="1" y="3"/>
                  <a:pt x="1" y="1"/>
                </a:cubicBezTo>
                <a:cubicBezTo>
                  <a:pt x="14" y="1"/>
                  <a:pt x="27" y="1"/>
                  <a:pt x="40" y="1"/>
                </a:cubicBezTo>
                <a:cubicBezTo>
                  <a:pt x="59" y="34"/>
                  <a:pt x="79" y="67"/>
                  <a:pt x="98" y="100"/>
                </a:cubicBezTo>
                <a:cubicBezTo>
                  <a:pt x="98" y="100"/>
                  <a:pt x="99" y="100"/>
                  <a:pt x="99" y="100"/>
                </a:cubicBezTo>
                <a:cubicBezTo>
                  <a:pt x="99" y="99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1"/>
                  <a:pt x="99" y="19"/>
                  <a:pt x="98" y="16"/>
                </a:cubicBezTo>
                <a:cubicBezTo>
                  <a:pt x="97" y="12"/>
                  <a:pt x="94" y="9"/>
                  <a:pt x="90" y="9"/>
                </a:cubicBezTo>
                <a:cubicBezTo>
                  <a:pt x="88" y="8"/>
                  <a:pt x="86" y="8"/>
                  <a:pt x="83" y="8"/>
                </a:cubicBezTo>
                <a:cubicBezTo>
                  <a:pt x="83" y="5"/>
                  <a:pt x="83" y="3"/>
                  <a:pt x="83" y="1"/>
                </a:cubicBezTo>
                <a:cubicBezTo>
                  <a:pt x="87" y="0"/>
                  <a:pt x="115" y="0"/>
                  <a:pt x="126" y="1"/>
                </a:cubicBezTo>
                <a:cubicBezTo>
                  <a:pt x="126" y="3"/>
                  <a:pt x="126" y="5"/>
                  <a:pt x="126" y="8"/>
                </a:cubicBezTo>
                <a:cubicBezTo>
                  <a:pt x="124" y="8"/>
                  <a:pt x="122" y="8"/>
                  <a:pt x="119" y="9"/>
                </a:cubicBezTo>
                <a:cubicBezTo>
                  <a:pt x="115" y="9"/>
                  <a:pt x="112" y="12"/>
                  <a:pt x="111" y="16"/>
                </a:cubicBezTo>
                <a:cubicBezTo>
                  <a:pt x="111" y="20"/>
                  <a:pt x="110" y="23"/>
                  <a:pt x="110" y="27"/>
                </a:cubicBezTo>
                <a:cubicBezTo>
                  <a:pt x="110" y="61"/>
                  <a:pt x="110" y="95"/>
                  <a:pt x="110" y="129"/>
                </a:cubicBezTo>
                <a:cubicBezTo>
                  <a:pt x="110" y="131"/>
                  <a:pt x="110" y="133"/>
                  <a:pt x="110" y="135"/>
                </a:cubicBezTo>
                <a:cubicBezTo>
                  <a:pt x="106" y="135"/>
                  <a:pt x="103" y="135"/>
                  <a:pt x="99" y="135"/>
                </a:cubicBezTo>
                <a:cubicBezTo>
                  <a:pt x="76" y="95"/>
                  <a:pt x="52" y="55"/>
                  <a:pt x="29" y="15"/>
                </a:cubicBezTo>
                <a:cubicBezTo>
                  <a:pt x="28" y="15"/>
                  <a:pt x="28" y="15"/>
                  <a:pt x="28" y="16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3" name="Freeform 20">
            <a:extLst xmlns:a="http://schemas.openxmlformats.org/drawingml/2006/main">
              <a:ext uri="{FF2B5EF4-FFF2-40B4-BE49-F238E27FC236}">
                <a16:creationId xmlns:a16="http://schemas.microsoft.com/office/drawing/2014/main" id="{F29D1815-9154-44EE-9864-2F87D00B9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9652" y="688617"/>
            <a:ext cx="62726" cy="68429"/>
          </a:xfrm>
          <a:custGeom xmlns:a="http://schemas.openxmlformats.org/drawingml/2006/main">
            <a:gdLst>
              <a:gd name="T0" fmla="*/ 0 w 124"/>
              <a:gd name="T1" fmla="*/ 8 h 135"/>
              <a:gd name="T2" fmla="*/ 0 w 124"/>
              <a:gd name="T3" fmla="*/ 1 h 135"/>
              <a:gd name="T4" fmla="*/ 105 w 124"/>
              <a:gd name="T5" fmla="*/ 1 h 135"/>
              <a:gd name="T6" fmla="*/ 117 w 124"/>
              <a:gd name="T7" fmla="*/ 35 h 135"/>
              <a:gd name="T8" fmla="*/ 110 w 124"/>
              <a:gd name="T9" fmla="*/ 39 h 135"/>
              <a:gd name="T10" fmla="*/ 107 w 124"/>
              <a:gd name="T11" fmla="*/ 33 h 135"/>
              <a:gd name="T12" fmla="*/ 78 w 124"/>
              <a:gd name="T13" fmla="*/ 11 h 135"/>
              <a:gd name="T14" fmla="*/ 34 w 124"/>
              <a:gd name="T15" fmla="*/ 11 h 135"/>
              <a:gd name="T16" fmla="*/ 34 w 124"/>
              <a:gd name="T17" fmla="*/ 61 h 135"/>
              <a:gd name="T18" fmla="*/ 55 w 124"/>
              <a:gd name="T19" fmla="*/ 60 h 135"/>
              <a:gd name="T20" fmla="*/ 69 w 124"/>
              <a:gd name="T21" fmla="*/ 45 h 135"/>
              <a:gd name="T22" fmla="*/ 70 w 124"/>
              <a:gd name="T23" fmla="*/ 36 h 135"/>
              <a:gd name="T24" fmla="*/ 78 w 124"/>
              <a:gd name="T25" fmla="*/ 36 h 135"/>
              <a:gd name="T26" fmla="*/ 78 w 124"/>
              <a:gd name="T27" fmla="*/ 95 h 135"/>
              <a:gd name="T28" fmla="*/ 74 w 124"/>
              <a:gd name="T29" fmla="*/ 95 h 135"/>
              <a:gd name="T30" fmla="*/ 70 w 124"/>
              <a:gd name="T31" fmla="*/ 95 h 135"/>
              <a:gd name="T32" fmla="*/ 70 w 124"/>
              <a:gd name="T33" fmla="*/ 88 h 135"/>
              <a:gd name="T34" fmla="*/ 68 w 124"/>
              <a:gd name="T35" fmla="*/ 81 h 135"/>
              <a:gd name="T36" fmla="*/ 58 w 124"/>
              <a:gd name="T37" fmla="*/ 71 h 135"/>
              <a:gd name="T38" fmla="*/ 34 w 124"/>
              <a:gd name="T39" fmla="*/ 70 h 135"/>
              <a:gd name="T40" fmla="*/ 33 w 124"/>
              <a:gd name="T41" fmla="*/ 74 h 135"/>
              <a:gd name="T42" fmla="*/ 33 w 124"/>
              <a:gd name="T43" fmla="*/ 115 h 135"/>
              <a:gd name="T44" fmla="*/ 43 w 124"/>
              <a:gd name="T45" fmla="*/ 125 h 135"/>
              <a:gd name="T46" fmla="*/ 69 w 124"/>
              <a:gd name="T47" fmla="*/ 125 h 135"/>
              <a:gd name="T48" fmla="*/ 112 w 124"/>
              <a:gd name="T49" fmla="*/ 97 h 135"/>
              <a:gd name="T50" fmla="*/ 115 w 124"/>
              <a:gd name="T51" fmla="*/ 90 h 135"/>
              <a:gd name="T52" fmla="*/ 124 w 124"/>
              <a:gd name="T53" fmla="*/ 93 h 135"/>
              <a:gd name="T54" fmla="*/ 109 w 124"/>
              <a:gd name="T55" fmla="*/ 135 h 135"/>
              <a:gd name="T56" fmla="*/ 0 w 124"/>
              <a:gd name="T57" fmla="*/ 135 h 135"/>
              <a:gd name="T58" fmla="*/ 0 w 124"/>
              <a:gd name="T59" fmla="*/ 128 h 135"/>
              <a:gd name="T60" fmla="*/ 8 w 124"/>
              <a:gd name="T61" fmla="*/ 127 h 135"/>
              <a:gd name="T62" fmla="*/ 15 w 124"/>
              <a:gd name="T63" fmla="*/ 120 h 135"/>
              <a:gd name="T64" fmla="*/ 16 w 124"/>
              <a:gd name="T65" fmla="*/ 113 h 135"/>
              <a:gd name="T66" fmla="*/ 16 w 124"/>
              <a:gd name="T67" fmla="*/ 21 h 135"/>
              <a:gd name="T68" fmla="*/ 16 w 124"/>
              <a:gd name="T69" fmla="*/ 16 h 135"/>
              <a:gd name="T70" fmla="*/ 8 w 124"/>
              <a:gd name="T71" fmla="*/ 9 h 135"/>
              <a:gd name="T72" fmla="*/ 4 w 124"/>
              <a:gd name="T73" fmla="*/ 8 h 135"/>
              <a:gd name="T74" fmla="*/ 0 w 124"/>
              <a:gd name="T75" fmla="*/ 8 h 135"/>
            </a:gdLst>
            <a:rect l="0" t="0" r="r" b="b"/>
            <a:pathLst>
              <a:path w="124" h="135">
                <a:moveTo>
                  <a:pt x="0" y="8"/>
                </a:moveTo>
                <a:cubicBezTo>
                  <a:pt x="0" y="5"/>
                  <a:pt x="0" y="3"/>
                  <a:pt x="0" y="1"/>
                </a:cubicBezTo>
                <a:cubicBezTo>
                  <a:pt x="3" y="0"/>
                  <a:pt x="98" y="0"/>
                  <a:pt x="105" y="1"/>
                </a:cubicBezTo>
                <a:cubicBezTo>
                  <a:pt x="109" y="12"/>
                  <a:pt x="113" y="24"/>
                  <a:pt x="117" y="35"/>
                </a:cubicBezTo>
                <a:cubicBezTo>
                  <a:pt x="115" y="37"/>
                  <a:pt x="112" y="38"/>
                  <a:pt x="110" y="39"/>
                </a:cubicBezTo>
                <a:cubicBezTo>
                  <a:pt x="109" y="36"/>
                  <a:pt x="108" y="35"/>
                  <a:pt x="107" y="33"/>
                </a:cubicBezTo>
                <a:cubicBezTo>
                  <a:pt x="101" y="20"/>
                  <a:pt x="92" y="13"/>
                  <a:pt x="78" y="11"/>
                </a:cubicBezTo>
                <a:cubicBezTo>
                  <a:pt x="63" y="10"/>
                  <a:pt x="48" y="11"/>
                  <a:pt x="34" y="11"/>
                </a:cubicBezTo>
                <a:cubicBezTo>
                  <a:pt x="33" y="15"/>
                  <a:pt x="33" y="55"/>
                  <a:pt x="34" y="61"/>
                </a:cubicBezTo>
                <a:cubicBezTo>
                  <a:pt x="41" y="61"/>
                  <a:pt x="48" y="61"/>
                  <a:pt x="55" y="60"/>
                </a:cubicBezTo>
                <a:cubicBezTo>
                  <a:pt x="64" y="59"/>
                  <a:pt x="68" y="54"/>
                  <a:pt x="69" y="45"/>
                </a:cubicBezTo>
                <a:cubicBezTo>
                  <a:pt x="70" y="42"/>
                  <a:pt x="70" y="39"/>
                  <a:pt x="70" y="36"/>
                </a:cubicBezTo>
                <a:cubicBezTo>
                  <a:pt x="73" y="36"/>
                  <a:pt x="75" y="36"/>
                  <a:pt x="78" y="36"/>
                </a:cubicBezTo>
                <a:cubicBezTo>
                  <a:pt x="78" y="56"/>
                  <a:pt x="78" y="75"/>
                  <a:pt x="78" y="95"/>
                </a:cubicBezTo>
                <a:cubicBezTo>
                  <a:pt x="77" y="95"/>
                  <a:pt x="76" y="95"/>
                  <a:pt x="74" y="95"/>
                </a:cubicBezTo>
                <a:cubicBezTo>
                  <a:pt x="73" y="95"/>
                  <a:pt x="72" y="95"/>
                  <a:pt x="70" y="95"/>
                </a:cubicBezTo>
                <a:cubicBezTo>
                  <a:pt x="70" y="93"/>
                  <a:pt x="70" y="90"/>
                  <a:pt x="70" y="88"/>
                </a:cubicBezTo>
                <a:cubicBezTo>
                  <a:pt x="69" y="86"/>
                  <a:pt x="69" y="83"/>
                  <a:pt x="68" y="81"/>
                </a:cubicBezTo>
                <a:cubicBezTo>
                  <a:pt x="67" y="75"/>
                  <a:pt x="64" y="72"/>
                  <a:pt x="58" y="71"/>
                </a:cubicBezTo>
                <a:cubicBezTo>
                  <a:pt x="50" y="69"/>
                  <a:pt x="42" y="70"/>
                  <a:pt x="34" y="70"/>
                </a:cubicBezTo>
                <a:cubicBezTo>
                  <a:pt x="33" y="72"/>
                  <a:pt x="33" y="73"/>
                  <a:pt x="33" y="74"/>
                </a:cubicBezTo>
                <a:cubicBezTo>
                  <a:pt x="33" y="88"/>
                  <a:pt x="33" y="102"/>
                  <a:pt x="33" y="115"/>
                </a:cubicBezTo>
                <a:cubicBezTo>
                  <a:pt x="33" y="124"/>
                  <a:pt x="34" y="125"/>
                  <a:pt x="43" y="125"/>
                </a:cubicBezTo>
                <a:cubicBezTo>
                  <a:pt x="52" y="125"/>
                  <a:pt x="60" y="125"/>
                  <a:pt x="69" y="125"/>
                </a:cubicBezTo>
                <a:cubicBezTo>
                  <a:pt x="89" y="125"/>
                  <a:pt x="104" y="115"/>
                  <a:pt x="112" y="97"/>
                </a:cubicBezTo>
                <a:cubicBezTo>
                  <a:pt x="113" y="95"/>
                  <a:pt x="114" y="93"/>
                  <a:pt x="115" y="90"/>
                </a:cubicBezTo>
                <a:cubicBezTo>
                  <a:pt x="118" y="91"/>
                  <a:pt x="121" y="92"/>
                  <a:pt x="124" y="93"/>
                </a:cubicBezTo>
                <a:cubicBezTo>
                  <a:pt x="119" y="108"/>
                  <a:pt x="114" y="121"/>
                  <a:pt x="109" y="135"/>
                </a:cubicBezTo>
                <a:cubicBezTo>
                  <a:pt x="73" y="135"/>
                  <a:pt x="3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6" y="128"/>
                  <a:pt x="8" y="127"/>
                </a:cubicBezTo>
                <a:cubicBezTo>
                  <a:pt x="13" y="126"/>
                  <a:pt x="15" y="125"/>
                  <a:pt x="15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20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7" y="9"/>
                  <a:pt x="6" y="8"/>
                  <a:pt x="4" y="8"/>
                </a:cubicBezTo>
                <a:cubicBezTo>
                  <a:pt x="3" y="8"/>
                  <a:pt x="2" y="8"/>
                  <a:pt x="0" y="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4" name="Freeform 21">
            <a:extLst xmlns:a="http://schemas.openxmlformats.org/drawingml/2006/main">
              <a:ext uri="{FF2B5EF4-FFF2-40B4-BE49-F238E27FC236}">
                <a16:creationId xmlns:a16="http://schemas.microsoft.com/office/drawing/2014/main" id="{F3982D5B-12EC-42B8-AB0C-3D7114DC1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5152" y="689187"/>
            <a:ext cx="62726" cy="67859"/>
          </a:xfrm>
          <a:custGeom xmlns:a="http://schemas.openxmlformats.org/drawingml/2006/main">
            <a:gdLst>
              <a:gd name="T0" fmla="*/ 33 w 123"/>
              <a:gd name="T1" fmla="*/ 60 h 134"/>
              <a:gd name="T2" fmla="*/ 55 w 123"/>
              <a:gd name="T3" fmla="*/ 59 h 134"/>
              <a:gd name="T4" fmla="*/ 68 w 123"/>
              <a:gd name="T5" fmla="*/ 45 h 134"/>
              <a:gd name="T6" fmla="*/ 70 w 123"/>
              <a:gd name="T7" fmla="*/ 35 h 134"/>
              <a:gd name="T8" fmla="*/ 77 w 123"/>
              <a:gd name="T9" fmla="*/ 35 h 134"/>
              <a:gd name="T10" fmla="*/ 77 w 123"/>
              <a:gd name="T11" fmla="*/ 94 h 134"/>
              <a:gd name="T12" fmla="*/ 75 w 123"/>
              <a:gd name="T13" fmla="*/ 94 h 134"/>
              <a:gd name="T14" fmla="*/ 70 w 123"/>
              <a:gd name="T15" fmla="*/ 94 h 134"/>
              <a:gd name="T16" fmla="*/ 69 w 123"/>
              <a:gd name="T17" fmla="*/ 83 h 134"/>
              <a:gd name="T18" fmla="*/ 54 w 123"/>
              <a:gd name="T19" fmla="*/ 69 h 134"/>
              <a:gd name="T20" fmla="*/ 33 w 123"/>
              <a:gd name="T21" fmla="*/ 69 h 134"/>
              <a:gd name="T22" fmla="*/ 33 w 123"/>
              <a:gd name="T23" fmla="*/ 73 h 134"/>
              <a:gd name="T24" fmla="*/ 33 w 123"/>
              <a:gd name="T25" fmla="*/ 114 h 134"/>
              <a:gd name="T26" fmla="*/ 43 w 123"/>
              <a:gd name="T27" fmla="*/ 124 h 134"/>
              <a:gd name="T28" fmla="*/ 68 w 123"/>
              <a:gd name="T29" fmla="*/ 124 h 134"/>
              <a:gd name="T30" fmla="*/ 112 w 123"/>
              <a:gd name="T31" fmla="*/ 96 h 134"/>
              <a:gd name="T32" fmla="*/ 115 w 123"/>
              <a:gd name="T33" fmla="*/ 90 h 134"/>
              <a:gd name="T34" fmla="*/ 115 w 123"/>
              <a:gd name="T35" fmla="*/ 90 h 134"/>
              <a:gd name="T36" fmla="*/ 123 w 123"/>
              <a:gd name="T37" fmla="*/ 92 h 134"/>
              <a:gd name="T38" fmla="*/ 109 w 123"/>
              <a:gd name="T39" fmla="*/ 134 h 134"/>
              <a:gd name="T40" fmla="*/ 0 w 123"/>
              <a:gd name="T41" fmla="*/ 134 h 134"/>
              <a:gd name="T42" fmla="*/ 0 w 123"/>
              <a:gd name="T43" fmla="*/ 127 h 134"/>
              <a:gd name="T44" fmla="*/ 8 w 123"/>
              <a:gd name="T45" fmla="*/ 126 h 134"/>
              <a:gd name="T46" fmla="*/ 15 w 123"/>
              <a:gd name="T47" fmla="*/ 120 h 134"/>
              <a:gd name="T48" fmla="*/ 16 w 123"/>
              <a:gd name="T49" fmla="*/ 113 h 134"/>
              <a:gd name="T50" fmla="*/ 16 w 123"/>
              <a:gd name="T51" fmla="*/ 20 h 134"/>
              <a:gd name="T52" fmla="*/ 5 w 123"/>
              <a:gd name="T53" fmla="*/ 7 h 134"/>
              <a:gd name="T54" fmla="*/ 0 w 123"/>
              <a:gd name="T55" fmla="*/ 7 h 134"/>
              <a:gd name="T56" fmla="*/ 0 w 123"/>
              <a:gd name="T57" fmla="*/ 0 h 134"/>
              <a:gd name="T58" fmla="*/ 105 w 123"/>
              <a:gd name="T59" fmla="*/ 0 h 134"/>
              <a:gd name="T60" fmla="*/ 117 w 123"/>
              <a:gd name="T61" fmla="*/ 35 h 134"/>
              <a:gd name="T62" fmla="*/ 109 w 123"/>
              <a:gd name="T63" fmla="*/ 38 h 134"/>
              <a:gd name="T64" fmla="*/ 107 w 123"/>
              <a:gd name="T65" fmla="*/ 34 h 134"/>
              <a:gd name="T66" fmla="*/ 105 w 123"/>
              <a:gd name="T67" fmla="*/ 29 h 134"/>
              <a:gd name="T68" fmla="*/ 78 w 123"/>
              <a:gd name="T69" fmla="*/ 11 h 134"/>
              <a:gd name="T70" fmla="*/ 42 w 123"/>
              <a:gd name="T71" fmla="*/ 10 h 134"/>
              <a:gd name="T72" fmla="*/ 33 w 123"/>
              <a:gd name="T73" fmla="*/ 10 h 134"/>
              <a:gd name="T74" fmla="*/ 33 w 123"/>
              <a:gd name="T75" fmla="*/ 60 h 134"/>
            </a:gdLst>
            <a:rect l="0" t="0" r="r" b="b"/>
            <a:pathLst>
              <a:path w="123" h="134">
                <a:moveTo>
                  <a:pt x="33" y="60"/>
                </a:moveTo>
                <a:cubicBezTo>
                  <a:pt x="41" y="60"/>
                  <a:pt x="48" y="61"/>
                  <a:pt x="55" y="59"/>
                </a:cubicBezTo>
                <a:cubicBezTo>
                  <a:pt x="63" y="57"/>
                  <a:pt x="67" y="53"/>
                  <a:pt x="68" y="45"/>
                </a:cubicBezTo>
                <a:cubicBezTo>
                  <a:pt x="69" y="42"/>
                  <a:pt x="69" y="39"/>
                  <a:pt x="70" y="35"/>
                </a:cubicBezTo>
                <a:cubicBezTo>
                  <a:pt x="72" y="35"/>
                  <a:pt x="75" y="35"/>
                  <a:pt x="77" y="35"/>
                </a:cubicBezTo>
                <a:cubicBezTo>
                  <a:pt x="77" y="55"/>
                  <a:pt x="77" y="74"/>
                  <a:pt x="77" y="94"/>
                </a:cubicBezTo>
                <a:cubicBezTo>
                  <a:pt x="76" y="94"/>
                  <a:pt x="75" y="94"/>
                  <a:pt x="75" y="94"/>
                </a:cubicBezTo>
                <a:cubicBezTo>
                  <a:pt x="73" y="94"/>
                  <a:pt x="71" y="94"/>
                  <a:pt x="70" y="94"/>
                </a:cubicBezTo>
                <a:cubicBezTo>
                  <a:pt x="69" y="90"/>
                  <a:pt x="69" y="86"/>
                  <a:pt x="69" y="83"/>
                </a:cubicBezTo>
                <a:cubicBezTo>
                  <a:pt x="67" y="74"/>
                  <a:pt x="63" y="70"/>
                  <a:pt x="54" y="69"/>
                </a:cubicBezTo>
                <a:cubicBezTo>
                  <a:pt x="47" y="69"/>
                  <a:pt x="40" y="69"/>
                  <a:pt x="33" y="69"/>
                </a:cubicBezTo>
                <a:cubicBezTo>
                  <a:pt x="33" y="71"/>
                  <a:pt x="33" y="72"/>
                  <a:pt x="33" y="73"/>
                </a:cubicBezTo>
                <a:cubicBezTo>
                  <a:pt x="33" y="87"/>
                  <a:pt x="33" y="101"/>
                  <a:pt x="33" y="114"/>
                </a:cubicBezTo>
                <a:cubicBezTo>
                  <a:pt x="33" y="123"/>
                  <a:pt x="34" y="124"/>
                  <a:pt x="43" y="124"/>
                </a:cubicBezTo>
                <a:cubicBezTo>
                  <a:pt x="51" y="124"/>
                  <a:pt x="60" y="124"/>
                  <a:pt x="68" y="124"/>
                </a:cubicBezTo>
                <a:cubicBezTo>
                  <a:pt x="89" y="124"/>
                  <a:pt x="103" y="114"/>
                  <a:pt x="112" y="96"/>
                </a:cubicBezTo>
                <a:cubicBezTo>
                  <a:pt x="113" y="94"/>
                  <a:pt x="114" y="92"/>
                  <a:pt x="115" y="90"/>
                </a:cubicBezTo>
                <a:cubicBezTo>
                  <a:pt x="115" y="90"/>
                  <a:pt x="115" y="90"/>
                  <a:pt x="115" y="90"/>
                </a:cubicBezTo>
                <a:cubicBezTo>
                  <a:pt x="118" y="90"/>
                  <a:pt x="120" y="91"/>
                  <a:pt x="123" y="92"/>
                </a:cubicBezTo>
                <a:cubicBezTo>
                  <a:pt x="118" y="107"/>
                  <a:pt x="113" y="120"/>
                  <a:pt x="109" y="134"/>
                </a:cubicBezTo>
                <a:cubicBezTo>
                  <a:pt x="72" y="134"/>
                  <a:pt x="3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6"/>
                  <a:pt x="8" y="126"/>
                </a:cubicBezTo>
                <a:cubicBezTo>
                  <a:pt x="12" y="126"/>
                  <a:pt x="14" y="124"/>
                  <a:pt x="15" y="120"/>
                </a:cubicBezTo>
                <a:cubicBezTo>
                  <a:pt x="15" y="118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0"/>
                  <a:pt x="14" y="8"/>
                  <a:pt x="5" y="7"/>
                </a:cubicBezTo>
                <a:cubicBezTo>
                  <a:pt x="3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34" y="0"/>
                  <a:pt x="69" y="0"/>
                  <a:pt x="105" y="0"/>
                </a:cubicBezTo>
                <a:cubicBezTo>
                  <a:pt x="109" y="11"/>
                  <a:pt x="112" y="22"/>
                  <a:pt x="117" y="35"/>
                </a:cubicBezTo>
                <a:cubicBezTo>
                  <a:pt x="114" y="36"/>
                  <a:pt x="112" y="37"/>
                  <a:pt x="109" y="38"/>
                </a:cubicBezTo>
                <a:cubicBezTo>
                  <a:pt x="108" y="36"/>
                  <a:pt x="108" y="35"/>
                  <a:pt x="107" y="34"/>
                </a:cubicBezTo>
                <a:cubicBezTo>
                  <a:pt x="107" y="32"/>
                  <a:pt x="106" y="31"/>
                  <a:pt x="105" y="29"/>
                </a:cubicBezTo>
                <a:cubicBezTo>
                  <a:pt x="100" y="18"/>
                  <a:pt x="90" y="11"/>
                  <a:pt x="78" y="11"/>
                </a:cubicBezTo>
                <a:cubicBezTo>
                  <a:pt x="66" y="10"/>
                  <a:pt x="54" y="10"/>
                  <a:pt x="42" y="10"/>
                </a:cubicBezTo>
                <a:cubicBezTo>
                  <a:pt x="39" y="10"/>
                  <a:pt x="36" y="10"/>
                  <a:pt x="33" y="10"/>
                </a:cubicBezTo>
                <a:cubicBezTo>
                  <a:pt x="33" y="26"/>
                  <a:pt x="33" y="43"/>
                  <a:pt x="33" y="6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5" name="Freeform 22">
            <a:extLst xmlns:a="http://schemas.openxmlformats.org/drawingml/2006/main">
              <a:ext uri="{FF2B5EF4-FFF2-40B4-BE49-F238E27FC236}">
                <a16:creationId xmlns:a16="http://schemas.microsoft.com/office/drawing/2014/main" id="{D287459C-D5DE-4DBF-87D8-A99DBA5DC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3944" y="689187"/>
            <a:ext cx="63867" cy="67859"/>
          </a:xfrm>
          <a:custGeom xmlns:a="http://schemas.openxmlformats.org/drawingml/2006/main">
            <a:gdLst>
              <a:gd name="T0" fmla="*/ 43 w 126"/>
              <a:gd name="T1" fmla="*/ 134 h 134"/>
              <a:gd name="T2" fmla="*/ 0 w 126"/>
              <a:gd name="T3" fmla="*/ 134 h 134"/>
              <a:gd name="T4" fmla="*/ 0 w 126"/>
              <a:gd name="T5" fmla="*/ 127 h 134"/>
              <a:gd name="T6" fmla="*/ 7 w 126"/>
              <a:gd name="T7" fmla="*/ 126 h 134"/>
              <a:gd name="T8" fmla="*/ 16 w 126"/>
              <a:gd name="T9" fmla="*/ 118 h 134"/>
              <a:gd name="T10" fmla="*/ 16 w 126"/>
              <a:gd name="T11" fmla="*/ 110 h 134"/>
              <a:gd name="T12" fmla="*/ 16 w 126"/>
              <a:gd name="T13" fmla="*/ 18 h 134"/>
              <a:gd name="T14" fmla="*/ 5 w 126"/>
              <a:gd name="T15" fmla="*/ 7 h 134"/>
              <a:gd name="T16" fmla="*/ 0 w 126"/>
              <a:gd name="T17" fmla="*/ 7 h 134"/>
              <a:gd name="T18" fmla="*/ 0 w 126"/>
              <a:gd name="T19" fmla="*/ 0 h 134"/>
              <a:gd name="T20" fmla="*/ 40 w 126"/>
              <a:gd name="T21" fmla="*/ 0 h 134"/>
              <a:gd name="T22" fmla="*/ 98 w 126"/>
              <a:gd name="T23" fmla="*/ 100 h 134"/>
              <a:gd name="T24" fmla="*/ 99 w 126"/>
              <a:gd name="T25" fmla="*/ 96 h 134"/>
              <a:gd name="T26" fmla="*/ 99 w 126"/>
              <a:gd name="T27" fmla="*/ 24 h 134"/>
              <a:gd name="T28" fmla="*/ 98 w 126"/>
              <a:gd name="T29" fmla="*/ 17 h 134"/>
              <a:gd name="T30" fmla="*/ 89 w 126"/>
              <a:gd name="T31" fmla="*/ 7 h 134"/>
              <a:gd name="T32" fmla="*/ 83 w 126"/>
              <a:gd name="T33" fmla="*/ 7 h 134"/>
              <a:gd name="T34" fmla="*/ 83 w 126"/>
              <a:gd name="T35" fmla="*/ 4 h 134"/>
              <a:gd name="T36" fmla="*/ 83 w 126"/>
              <a:gd name="T37" fmla="*/ 0 h 134"/>
              <a:gd name="T38" fmla="*/ 125 w 126"/>
              <a:gd name="T39" fmla="*/ 0 h 134"/>
              <a:gd name="T40" fmla="*/ 126 w 126"/>
              <a:gd name="T41" fmla="*/ 3 h 134"/>
              <a:gd name="T42" fmla="*/ 126 w 126"/>
              <a:gd name="T43" fmla="*/ 7 h 134"/>
              <a:gd name="T44" fmla="*/ 120 w 126"/>
              <a:gd name="T45" fmla="*/ 7 h 134"/>
              <a:gd name="T46" fmla="*/ 110 w 126"/>
              <a:gd name="T47" fmla="*/ 16 h 134"/>
              <a:gd name="T48" fmla="*/ 110 w 126"/>
              <a:gd name="T49" fmla="*/ 26 h 134"/>
              <a:gd name="T50" fmla="*/ 110 w 126"/>
              <a:gd name="T51" fmla="*/ 128 h 134"/>
              <a:gd name="T52" fmla="*/ 110 w 126"/>
              <a:gd name="T53" fmla="*/ 134 h 134"/>
              <a:gd name="T54" fmla="*/ 98 w 126"/>
              <a:gd name="T55" fmla="*/ 134 h 134"/>
              <a:gd name="T56" fmla="*/ 28 w 126"/>
              <a:gd name="T57" fmla="*/ 14 h 134"/>
              <a:gd name="T58" fmla="*/ 28 w 126"/>
              <a:gd name="T59" fmla="*/ 14 h 134"/>
              <a:gd name="T60" fmla="*/ 27 w 126"/>
              <a:gd name="T61" fmla="*/ 17 h 134"/>
              <a:gd name="T62" fmla="*/ 27 w 126"/>
              <a:gd name="T63" fmla="*/ 110 h 134"/>
              <a:gd name="T64" fmla="*/ 28 w 126"/>
              <a:gd name="T65" fmla="*/ 118 h 134"/>
              <a:gd name="T66" fmla="*/ 36 w 126"/>
              <a:gd name="T67" fmla="*/ 126 h 134"/>
              <a:gd name="T68" fmla="*/ 43 w 126"/>
              <a:gd name="T69" fmla="*/ 127 h 134"/>
              <a:gd name="T70" fmla="*/ 43 w 126"/>
              <a:gd name="T71" fmla="*/ 134 h 134"/>
            </a:gdLst>
            <a:rect l="0" t="0" r="r" b="b"/>
            <a:pathLst>
              <a:path w="126" h="134">
                <a:moveTo>
                  <a:pt x="43" y="134"/>
                </a:moveTo>
                <a:cubicBezTo>
                  <a:pt x="29" y="134"/>
                  <a:pt x="14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7"/>
                  <a:pt x="7" y="126"/>
                </a:cubicBezTo>
                <a:cubicBezTo>
                  <a:pt x="13" y="125"/>
                  <a:pt x="15" y="123"/>
                  <a:pt x="16" y="118"/>
                </a:cubicBezTo>
                <a:cubicBezTo>
                  <a:pt x="16" y="115"/>
                  <a:pt x="16" y="113"/>
                  <a:pt x="16" y="110"/>
                </a:cubicBezTo>
                <a:cubicBezTo>
                  <a:pt x="16" y="80"/>
                  <a:pt x="16" y="49"/>
                  <a:pt x="16" y="18"/>
                </a:cubicBezTo>
                <a:cubicBezTo>
                  <a:pt x="16" y="9"/>
                  <a:pt x="14" y="8"/>
                  <a:pt x="5" y="7"/>
                </a:cubicBezTo>
                <a:cubicBezTo>
                  <a:pt x="4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3" y="0"/>
                  <a:pt x="26" y="0"/>
                  <a:pt x="40" y="0"/>
                </a:cubicBezTo>
                <a:cubicBezTo>
                  <a:pt x="59" y="33"/>
                  <a:pt x="78" y="66"/>
                  <a:pt x="98" y="100"/>
                </a:cubicBezTo>
                <a:cubicBezTo>
                  <a:pt x="98" y="98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2"/>
                  <a:pt x="99" y="19"/>
                  <a:pt x="98" y="17"/>
                </a:cubicBezTo>
                <a:cubicBezTo>
                  <a:pt x="97" y="11"/>
                  <a:pt x="95" y="8"/>
                  <a:pt x="89" y="7"/>
                </a:cubicBezTo>
                <a:cubicBezTo>
                  <a:pt x="87" y="7"/>
                  <a:pt x="85" y="7"/>
                  <a:pt x="83" y="7"/>
                </a:cubicBezTo>
                <a:cubicBezTo>
                  <a:pt x="83" y="6"/>
                  <a:pt x="83" y="5"/>
                  <a:pt x="83" y="4"/>
                </a:cubicBezTo>
                <a:cubicBezTo>
                  <a:pt x="83" y="2"/>
                  <a:pt x="83" y="1"/>
                  <a:pt x="83" y="0"/>
                </a:cubicBezTo>
                <a:cubicBezTo>
                  <a:pt x="97" y="0"/>
                  <a:pt x="111" y="0"/>
                  <a:pt x="125" y="0"/>
                </a:cubicBezTo>
                <a:cubicBezTo>
                  <a:pt x="125" y="1"/>
                  <a:pt x="126" y="2"/>
                  <a:pt x="126" y="3"/>
                </a:cubicBezTo>
                <a:cubicBezTo>
                  <a:pt x="126" y="4"/>
                  <a:pt x="126" y="5"/>
                  <a:pt x="126" y="7"/>
                </a:cubicBezTo>
                <a:cubicBezTo>
                  <a:pt x="124" y="7"/>
                  <a:pt x="122" y="7"/>
                  <a:pt x="120" y="7"/>
                </a:cubicBezTo>
                <a:cubicBezTo>
                  <a:pt x="114" y="8"/>
                  <a:pt x="111" y="11"/>
                  <a:pt x="110" y="16"/>
                </a:cubicBezTo>
                <a:cubicBezTo>
                  <a:pt x="110" y="20"/>
                  <a:pt x="110" y="23"/>
                  <a:pt x="110" y="26"/>
                </a:cubicBezTo>
                <a:cubicBezTo>
                  <a:pt x="110" y="60"/>
                  <a:pt x="110" y="94"/>
                  <a:pt x="110" y="128"/>
                </a:cubicBezTo>
                <a:cubicBezTo>
                  <a:pt x="110" y="130"/>
                  <a:pt x="110" y="132"/>
                  <a:pt x="110" y="134"/>
                </a:cubicBezTo>
                <a:cubicBezTo>
                  <a:pt x="106" y="134"/>
                  <a:pt x="102" y="134"/>
                  <a:pt x="98" y="134"/>
                </a:cubicBezTo>
                <a:cubicBezTo>
                  <a:pt x="75" y="94"/>
                  <a:pt x="52" y="54"/>
                  <a:pt x="28" y="14"/>
                </a:cubicBezTo>
                <a:cubicBezTo>
                  <a:pt x="28" y="14"/>
                  <a:pt x="28" y="14"/>
                  <a:pt x="28" y="14"/>
                </a:cubicBezTo>
                <a:cubicBezTo>
                  <a:pt x="27" y="15"/>
                  <a:pt x="27" y="16"/>
                  <a:pt x="27" y="17"/>
                </a:cubicBezTo>
                <a:cubicBezTo>
                  <a:pt x="27" y="48"/>
                  <a:pt x="27" y="79"/>
                  <a:pt x="27" y="110"/>
                </a:cubicBezTo>
                <a:cubicBezTo>
                  <a:pt x="27" y="113"/>
                  <a:pt x="27" y="116"/>
                  <a:pt x="28" y="118"/>
                </a:cubicBezTo>
                <a:cubicBezTo>
                  <a:pt x="29" y="123"/>
                  <a:pt x="31" y="125"/>
                  <a:pt x="36" y="126"/>
                </a:cubicBezTo>
                <a:cubicBezTo>
                  <a:pt x="38" y="126"/>
                  <a:pt x="41" y="127"/>
                  <a:pt x="43" y="127"/>
                </a:cubicBezTo>
                <a:cubicBezTo>
                  <a:pt x="43" y="129"/>
                  <a:pt x="43" y="132"/>
                  <a:pt x="43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6" name="Freeform 23">
            <a:extLst xmlns:a="http://schemas.openxmlformats.org/drawingml/2006/main">
              <a:ext uri="{FF2B5EF4-FFF2-40B4-BE49-F238E27FC236}">
                <a16:creationId xmlns:a16="http://schemas.microsoft.com/office/drawing/2014/main" id="{58200302-3EE2-401B-9BB0-770876462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2943" y="686906"/>
            <a:ext cx="70710" cy="72991"/>
          </a:xfrm>
          <a:custGeom xmlns:a="http://schemas.openxmlformats.org/drawingml/2006/main">
            <a:gdLst>
              <a:gd name="T0" fmla="*/ 87 w 139"/>
              <a:gd name="T1" fmla="*/ 79 h 144"/>
              <a:gd name="T2" fmla="*/ 87 w 139"/>
              <a:gd name="T3" fmla="*/ 71 h 144"/>
              <a:gd name="T4" fmla="*/ 139 w 139"/>
              <a:gd name="T5" fmla="*/ 71 h 144"/>
              <a:gd name="T6" fmla="*/ 139 w 139"/>
              <a:gd name="T7" fmla="*/ 79 h 144"/>
              <a:gd name="T8" fmla="*/ 133 w 139"/>
              <a:gd name="T9" fmla="*/ 79 h 144"/>
              <a:gd name="T10" fmla="*/ 124 w 139"/>
              <a:gd name="T11" fmla="*/ 88 h 144"/>
              <a:gd name="T12" fmla="*/ 124 w 139"/>
              <a:gd name="T13" fmla="*/ 95 h 144"/>
              <a:gd name="T14" fmla="*/ 124 w 139"/>
              <a:gd name="T15" fmla="*/ 134 h 144"/>
              <a:gd name="T16" fmla="*/ 124 w 139"/>
              <a:gd name="T17" fmla="*/ 139 h 144"/>
              <a:gd name="T18" fmla="*/ 115 w 139"/>
              <a:gd name="T19" fmla="*/ 139 h 144"/>
              <a:gd name="T20" fmla="*/ 110 w 139"/>
              <a:gd name="T21" fmla="*/ 128 h 144"/>
              <a:gd name="T22" fmla="*/ 105 w 139"/>
              <a:gd name="T23" fmla="*/ 131 h 144"/>
              <a:gd name="T24" fmla="*/ 56 w 139"/>
              <a:gd name="T25" fmla="*/ 141 h 144"/>
              <a:gd name="T26" fmla="*/ 10 w 139"/>
              <a:gd name="T27" fmla="*/ 103 h 144"/>
              <a:gd name="T28" fmla="*/ 15 w 139"/>
              <a:gd name="T29" fmla="*/ 33 h 144"/>
              <a:gd name="T30" fmla="*/ 56 w 139"/>
              <a:gd name="T31" fmla="*/ 3 h 144"/>
              <a:gd name="T32" fmla="*/ 99 w 139"/>
              <a:gd name="T33" fmla="*/ 11 h 144"/>
              <a:gd name="T34" fmla="*/ 102 w 139"/>
              <a:gd name="T35" fmla="*/ 13 h 144"/>
              <a:gd name="T36" fmla="*/ 105 w 139"/>
              <a:gd name="T37" fmla="*/ 5 h 144"/>
              <a:gd name="T38" fmla="*/ 112 w 139"/>
              <a:gd name="T39" fmla="*/ 5 h 144"/>
              <a:gd name="T40" fmla="*/ 122 w 139"/>
              <a:gd name="T41" fmla="*/ 46 h 144"/>
              <a:gd name="T42" fmla="*/ 114 w 139"/>
              <a:gd name="T43" fmla="*/ 49 h 144"/>
              <a:gd name="T44" fmla="*/ 112 w 139"/>
              <a:gd name="T45" fmla="*/ 44 h 144"/>
              <a:gd name="T46" fmla="*/ 100 w 139"/>
              <a:gd name="T47" fmla="*/ 25 h 144"/>
              <a:gd name="T48" fmla="*/ 42 w 139"/>
              <a:gd name="T49" fmla="*/ 23 h 144"/>
              <a:gd name="T50" fmla="*/ 24 w 139"/>
              <a:gd name="T51" fmla="*/ 62 h 144"/>
              <a:gd name="T52" fmla="*/ 34 w 139"/>
              <a:gd name="T53" fmla="*/ 109 h 144"/>
              <a:gd name="T54" fmla="*/ 77 w 139"/>
              <a:gd name="T55" fmla="*/ 131 h 144"/>
              <a:gd name="T56" fmla="*/ 101 w 139"/>
              <a:gd name="T57" fmla="*/ 120 h 144"/>
              <a:gd name="T58" fmla="*/ 106 w 139"/>
              <a:gd name="T59" fmla="*/ 109 h 144"/>
              <a:gd name="T60" fmla="*/ 106 w 139"/>
              <a:gd name="T61" fmla="*/ 90 h 144"/>
              <a:gd name="T62" fmla="*/ 96 w 139"/>
              <a:gd name="T63" fmla="*/ 79 h 144"/>
              <a:gd name="T64" fmla="*/ 87 w 139"/>
              <a:gd name="T65" fmla="*/ 79 h 144"/>
            </a:gdLst>
            <a:rect l="0" t="0" r="r" b="b"/>
            <a:pathLst>
              <a:path w="139" h="144">
                <a:moveTo>
                  <a:pt x="87" y="79"/>
                </a:moveTo>
                <a:cubicBezTo>
                  <a:pt x="87" y="76"/>
                  <a:pt x="87" y="74"/>
                  <a:pt x="87" y="71"/>
                </a:cubicBezTo>
                <a:cubicBezTo>
                  <a:pt x="105" y="71"/>
                  <a:pt x="122" y="71"/>
                  <a:pt x="139" y="71"/>
                </a:cubicBezTo>
                <a:cubicBezTo>
                  <a:pt x="139" y="74"/>
                  <a:pt x="139" y="76"/>
                  <a:pt x="139" y="79"/>
                </a:cubicBezTo>
                <a:cubicBezTo>
                  <a:pt x="137" y="79"/>
                  <a:pt x="135" y="79"/>
                  <a:pt x="133" y="79"/>
                </a:cubicBezTo>
                <a:cubicBezTo>
                  <a:pt x="127" y="79"/>
                  <a:pt x="125" y="81"/>
                  <a:pt x="124" y="88"/>
                </a:cubicBezTo>
                <a:cubicBezTo>
                  <a:pt x="124" y="90"/>
                  <a:pt x="124" y="93"/>
                  <a:pt x="124" y="95"/>
                </a:cubicBezTo>
                <a:cubicBezTo>
                  <a:pt x="124" y="108"/>
                  <a:pt x="124" y="121"/>
                  <a:pt x="124" y="134"/>
                </a:cubicBezTo>
                <a:cubicBezTo>
                  <a:pt x="124" y="135"/>
                  <a:pt x="124" y="137"/>
                  <a:pt x="124" y="139"/>
                </a:cubicBezTo>
                <a:cubicBezTo>
                  <a:pt x="121" y="139"/>
                  <a:pt x="118" y="139"/>
                  <a:pt x="115" y="139"/>
                </a:cubicBezTo>
                <a:cubicBezTo>
                  <a:pt x="113" y="136"/>
                  <a:pt x="112" y="132"/>
                  <a:pt x="110" y="128"/>
                </a:cubicBezTo>
                <a:cubicBezTo>
                  <a:pt x="108" y="129"/>
                  <a:pt x="107" y="130"/>
                  <a:pt x="105" y="131"/>
                </a:cubicBezTo>
                <a:cubicBezTo>
                  <a:pt x="90" y="140"/>
                  <a:pt x="74" y="144"/>
                  <a:pt x="56" y="141"/>
                </a:cubicBezTo>
                <a:cubicBezTo>
                  <a:pt x="34" y="137"/>
                  <a:pt x="18" y="124"/>
                  <a:pt x="10" y="103"/>
                </a:cubicBezTo>
                <a:cubicBezTo>
                  <a:pt x="0" y="79"/>
                  <a:pt x="1" y="55"/>
                  <a:pt x="15" y="33"/>
                </a:cubicBezTo>
                <a:cubicBezTo>
                  <a:pt x="24" y="17"/>
                  <a:pt x="38" y="6"/>
                  <a:pt x="56" y="3"/>
                </a:cubicBezTo>
                <a:cubicBezTo>
                  <a:pt x="71" y="0"/>
                  <a:pt x="86" y="2"/>
                  <a:pt x="99" y="11"/>
                </a:cubicBezTo>
                <a:cubicBezTo>
                  <a:pt x="100" y="12"/>
                  <a:pt x="101" y="12"/>
                  <a:pt x="102" y="13"/>
                </a:cubicBezTo>
                <a:cubicBezTo>
                  <a:pt x="103" y="10"/>
                  <a:pt x="104" y="7"/>
                  <a:pt x="105" y="5"/>
                </a:cubicBezTo>
                <a:cubicBezTo>
                  <a:pt x="107" y="5"/>
                  <a:pt x="109" y="5"/>
                  <a:pt x="112" y="5"/>
                </a:cubicBezTo>
                <a:cubicBezTo>
                  <a:pt x="115" y="18"/>
                  <a:pt x="119" y="32"/>
                  <a:pt x="122" y="46"/>
                </a:cubicBezTo>
                <a:cubicBezTo>
                  <a:pt x="120" y="47"/>
                  <a:pt x="117" y="48"/>
                  <a:pt x="114" y="49"/>
                </a:cubicBezTo>
                <a:cubicBezTo>
                  <a:pt x="114" y="47"/>
                  <a:pt x="113" y="45"/>
                  <a:pt x="112" y="44"/>
                </a:cubicBezTo>
                <a:cubicBezTo>
                  <a:pt x="109" y="37"/>
                  <a:pt x="105" y="30"/>
                  <a:pt x="100" y="25"/>
                </a:cubicBezTo>
                <a:cubicBezTo>
                  <a:pt x="84" y="8"/>
                  <a:pt x="59" y="7"/>
                  <a:pt x="42" y="23"/>
                </a:cubicBezTo>
                <a:cubicBezTo>
                  <a:pt x="31" y="34"/>
                  <a:pt x="25" y="47"/>
                  <a:pt x="24" y="62"/>
                </a:cubicBezTo>
                <a:cubicBezTo>
                  <a:pt x="22" y="79"/>
                  <a:pt x="25" y="95"/>
                  <a:pt x="34" y="109"/>
                </a:cubicBezTo>
                <a:cubicBezTo>
                  <a:pt x="44" y="125"/>
                  <a:pt x="59" y="132"/>
                  <a:pt x="77" y="131"/>
                </a:cubicBezTo>
                <a:cubicBezTo>
                  <a:pt x="86" y="130"/>
                  <a:pt x="94" y="127"/>
                  <a:pt x="101" y="120"/>
                </a:cubicBezTo>
                <a:cubicBezTo>
                  <a:pt x="104" y="117"/>
                  <a:pt x="106" y="114"/>
                  <a:pt x="106" y="109"/>
                </a:cubicBezTo>
                <a:cubicBezTo>
                  <a:pt x="106" y="103"/>
                  <a:pt x="107" y="96"/>
                  <a:pt x="106" y="90"/>
                </a:cubicBezTo>
                <a:cubicBezTo>
                  <a:pt x="106" y="82"/>
                  <a:pt x="104" y="81"/>
                  <a:pt x="96" y="79"/>
                </a:cubicBezTo>
                <a:cubicBezTo>
                  <a:pt x="94" y="79"/>
                  <a:pt x="91" y="79"/>
                  <a:pt x="87" y="79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7" name="Freeform 25">
            <a:extLst xmlns:a="http://schemas.openxmlformats.org/drawingml/2006/main">
              <a:ext uri="{FF2B5EF4-FFF2-40B4-BE49-F238E27FC236}">
                <a16:creationId xmlns:a16="http://schemas.microsoft.com/office/drawing/2014/main" id="{153DC1FA-76C6-4217-82A4-74065E66E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081" y="688046"/>
            <a:ext cx="57594" cy="70710"/>
          </a:xfrm>
          <a:custGeom xmlns:a="http://schemas.openxmlformats.org/drawingml/2006/main">
            <a:gdLst>
              <a:gd name="T0" fmla="*/ 103 w 113"/>
              <a:gd name="T1" fmla="*/ 44 h 140"/>
              <a:gd name="T2" fmla="*/ 95 w 113"/>
              <a:gd name="T3" fmla="*/ 46 h 140"/>
              <a:gd name="T4" fmla="*/ 92 w 113"/>
              <a:gd name="T5" fmla="*/ 41 h 140"/>
              <a:gd name="T6" fmla="*/ 72 w 113"/>
              <a:gd name="T7" fmla="*/ 18 h 140"/>
              <a:gd name="T8" fmla="*/ 38 w 113"/>
              <a:gd name="T9" fmla="*/ 12 h 140"/>
              <a:gd name="T10" fmla="*/ 25 w 113"/>
              <a:gd name="T11" fmla="*/ 19 h 140"/>
              <a:gd name="T12" fmla="*/ 26 w 113"/>
              <a:gd name="T13" fmla="*/ 44 h 140"/>
              <a:gd name="T14" fmla="*/ 42 w 113"/>
              <a:gd name="T15" fmla="*/ 53 h 140"/>
              <a:gd name="T16" fmla="*/ 70 w 113"/>
              <a:gd name="T17" fmla="*/ 62 h 140"/>
              <a:gd name="T18" fmla="*/ 90 w 113"/>
              <a:gd name="T19" fmla="*/ 70 h 140"/>
              <a:gd name="T20" fmla="*/ 97 w 113"/>
              <a:gd name="T21" fmla="*/ 125 h 140"/>
              <a:gd name="T22" fmla="*/ 56 w 113"/>
              <a:gd name="T23" fmla="*/ 140 h 140"/>
              <a:gd name="T24" fmla="*/ 25 w 113"/>
              <a:gd name="T25" fmla="*/ 128 h 140"/>
              <a:gd name="T26" fmla="*/ 21 w 113"/>
              <a:gd name="T27" fmla="*/ 125 h 140"/>
              <a:gd name="T28" fmla="*/ 16 w 113"/>
              <a:gd name="T29" fmla="*/ 137 h 140"/>
              <a:gd name="T30" fmla="*/ 10 w 113"/>
              <a:gd name="T31" fmla="*/ 137 h 140"/>
              <a:gd name="T32" fmla="*/ 1 w 113"/>
              <a:gd name="T33" fmla="*/ 89 h 140"/>
              <a:gd name="T34" fmla="*/ 10 w 113"/>
              <a:gd name="T35" fmla="*/ 87 h 140"/>
              <a:gd name="T36" fmla="*/ 13 w 113"/>
              <a:gd name="T37" fmla="*/ 95 h 140"/>
              <a:gd name="T38" fmla="*/ 36 w 113"/>
              <a:gd name="T39" fmla="*/ 122 h 140"/>
              <a:gd name="T40" fmla="*/ 69 w 113"/>
              <a:gd name="T41" fmla="*/ 128 h 140"/>
              <a:gd name="T42" fmla="*/ 85 w 113"/>
              <a:gd name="T43" fmla="*/ 119 h 140"/>
              <a:gd name="T44" fmla="*/ 81 w 113"/>
              <a:gd name="T45" fmla="*/ 86 h 140"/>
              <a:gd name="T46" fmla="*/ 63 w 113"/>
              <a:gd name="T47" fmla="*/ 79 h 140"/>
              <a:gd name="T48" fmla="*/ 38 w 113"/>
              <a:gd name="T49" fmla="*/ 71 h 140"/>
              <a:gd name="T50" fmla="*/ 19 w 113"/>
              <a:gd name="T51" fmla="*/ 62 h 140"/>
              <a:gd name="T52" fmla="*/ 15 w 113"/>
              <a:gd name="T53" fmla="*/ 13 h 140"/>
              <a:gd name="T54" fmla="*/ 51 w 113"/>
              <a:gd name="T55" fmla="*/ 0 h 140"/>
              <a:gd name="T56" fmla="*/ 81 w 113"/>
              <a:gd name="T57" fmla="*/ 10 h 140"/>
              <a:gd name="T58" fmla="*/ 82 w 113"/>
              <a:gd name="T59" fmla="*/ 11 h 140"/>
              <a:gd name="T60" fmla="*/ 83 w 113"/>
              <a:gd name="T61" fmla="*/ 11 h 140"/>
              <a:gd name="T62" fmla="*/ 87 w 113"/>
              <a:gd name="T63" fmla="*/ 2 h 140"/>
              <a:gd name="T64" fmla="*/ 93 w 113"/>
              <a:gd name="T65" fmla="*/ 2 h 140"/>
              <a:gd name="T66" fmla="*/ 103 w 113"/>
              <a:gd name="T67" fmla="*/ 44 h 140"/>
            </a:gdLst>
            <a:rect l="0" t="0" r="r" b="b"/>
            <a:pathLst>
              <a:path w="113" h="140">
                <a:moveTo>
                  <a:pt x="103" y="44"/>
                </a:moveTo>
                <a:cubicBezTo>
                  <a:pt x="100" y="45"/>
                  <a:pt x="98" y="45"/>
                  <a:pt x="95" y="46"/>
                </a:cubicBezTo>
                <a:cubicBezTo>
                  <a:pt x="94" y="44"/>
                  <a:pt x="93" y="43"/>
                  <a:pt x="92" y="41"/>
                </a:cubicBezTo>
                <a:cubicBezTo>
                  <a:pt x="87" y="32"/>
                  <a:pt x="81" y="24"/>
                  <a:pt x="72" y="18"/>
                </a:cubicBezTo>
                <a:cubicBezTo>
                  <a:pt x="61" y="11"/>
                  <a:pt x="50" y="9"/>
                  <a:pt x="38" y="12"/>
                </a:cubicBezTo>
                <a:cubicBezTo>
                  <a:pt x="33" y="13"/>
                  <a:pt x="28" y="16"/>
                  <a:pt x="25" y="19"/>
                </a:cubicBezTo>
                <a:cubicBezTo>
                  <a:pt x="18" y="27"/>
                  <a:pt x="19" y="38"/>
                  <a:pt x="26" y="44"/>
                </a:cubicBezTo>
                <a:cubicBezTo>
                  <a:pt x="31" y="49"/>
                  <a:pt x="36" y="51"/>
                  <a:pt x="42" y="53"/>
                </a:cubicBezTo>
                <a:cubicBezTo>
                  <a:pt x="51" y="56"/>
                  <a:pt x="61" y="59"/>
                  <a:pt x="70" y="62"/>
                </a:cubicBezTo>
                <a:cubicBezTo>
                  <a:pt x="77" y="64"/>
                  <a:pt x="84" y="67"/>
                  <a:pt x="90" y="70"/>
                </a:cubicBezTo>
                <a:cubicBezTo>
                  <a:pt x="113" y="83"/>
                  <a:pt x="112" y="111"/>
                  <a:pt x="97" y="125"/>
                </a:cubicBezTo>
                <a:cubicBezTo>
                  <a:pt x="85" y="137"/>
                  <a:pt x="71" y="140"/>
                  <a:pt x="56" y="140"/>
                </a:cubicBezTo>
                <a:cubicBezTo>
                  <a:pt x="44" y="139"/>
                  <a:pt x="34" y="135"/>
                  <a:pt x="25" y="128"/>
                </a:cubicBezTo>
                <a:cubicBezTo>
                  <a:pt x="24" y="127"/>
                  <a:pt x="23" y="126"/>
                  <a:pt x="21" y="125"/>
                </a:cubicBezTo>
                <a:cubicBezTo>
                  <a:pt x="19" y="129"/>
                  <a:pt x="18" y="133"/>
                  <a:pt x="16" y="137"/>
                </a:cubicBezTo>
                <a:cubicBezTo>
                  <a:pt x="14" y="137"/>
                  <a:pt x="12" y="137"/>
                  <a:pt x="10" y="137"/>
                </a:cubicBezTo>
                <a:cubicBezTo>
                  <a:pt x="7" y="121"/>
                  <a:pt x="4" y="105"/>
                  <a:pt x="1" y="89"/>
                </a:cubicBezTo>
                <a:cubicBezTo>
                  <a:pt x="4" y="88"/>
                  <a:pt x="7" y="88"/>
                  <a:pt x="10" y="87"/>
                </a:cubicBezTo>
                <a:cubicBezTo>
                  <a:pt x="11" y="90"/>
                  <a:pt x="12" y="93"/>
                  <a:pt x="13" y="95"/>
                </a:cubicBezTo>
                <a:cubicBezTo>
                  <a:pt x="18" y="106"/>
                  <a:pt x="26" y="116"/>
                  <a:pt x="36" y="122"/>
                </a:cubicBezTo>
                <a:cubicBezTo>
                  <a:pt x="46" y="129"/>
                  <a:pt x="57" y="131"/>
                  <a:pt x="69" y="128"/>
                </a:cubicBezTo>
                <a:cubicBezTo>
                  <a:pt x="75" y="127"/>
                  <a:pt x="80" y="123"/>
                  <a:pt x="85" y="119"/>
                </a:cubicBezTo>
                <a:cubicBezTo>
                  <a:pt x="94" y="110"/>
                  <a:pt x="94" y="93"/>
                  <a:pt x="81" y="86"/>
                </a:cubicBezTo>
                <a:cubicBezTo>
                  <a:pt x="75" y="83"/>
                  <a:pt x="69" y="81"/>
                  <a:pt x="63" y="79"/>
                </a:cubicBezTo>
                <a:cubicBezTo>
                  <a:pt x="55" y="76"/>
                  <a:pt x="46" y="74"/>
                  <a:pt x="38" y="71"/>
                </a:cubicBezTo>
                <a:cubicBezTo>
                  <a:pt x="31" y="69"/>
                  <a:pt x="25" y="66"/>
                  <a:pt x="19" y="62"/>
                </a:cubicBezTo>
                <a:cubicBezTo>
                  <a:pt x="1" y="51"/>
                  <a:pt x="0" y="27"/>
                  <a:pt x="15" y="13"/>
                </a:cubicBezTo>
                <a:cubicBezTo>
                  <a:pt x="25" y="3"/>
                  <a:pt x="37" y="0"/>
                  <a:pt x="51" y="0"/>
                </a:cubicBezTo>
                <a:cubicBezTo>
                  <a:pt x="62" y="0"/>
                  <a:pt x="72" y="3"/>
                  <a:pt x="81" y="10"/>
                </a:cubicBezTo>
                <a:cubicBezTo>
                  <a:pt x="81" y="10"/>
                  <a:pt x="81" y="11"/>
                  <a:pt x="82" y="11"/>
                </a:cubicBezTo>
                <a:cubicBezTo>
                  <a:pt x="82" y="11"/>
                  <a:pt x="82" y="11"/>
                  <a:pt x="83" y="11"/>
                </a:cubicBezTo>
                <a:cubicBezTo>
                  <a:pt x="84" y="8"/>
                  <a:pt x="85" y="5"/>
                  <a:pt x="87" y="2"/>
                </a:cubicBezTo>
                <a:cubicBezTo>
                  <a:pt x="89" y="2"/>
                  <a:pt x="91" y="2"/>
                  <a:pt x="93" y="2"/>
                </a:cubicBezTo>
                <a:cubicBezTo>
                  <a:pt x="96" y="16"/>
                  <a:pt x="100" y="30"/>
                  <a:pt x="103" y="4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8" name="Freeform 27">
            <a:extLst xmlns:a="http://schemas.openxmlformats.org/drawingml/2006/main">
              <a:ext uri="{FF2B5EF4-FFF2-40B4-BE49-F238E27FC236}">
                <a16:creationId xmlns:a16="http://schemas.microsoft.com/office/drawing/2014/main" id="{8E7E4206-4849-4D13-B5C9-A3A5646BD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5846" y="688617"/>
            <a:ext cx="57594" cy="68429"/>
          </a:xfrm>
          <a:custGeom xmlns:a="http://schemas.openxmlformats.org/drawingml/2006/main">
            <a:gdLst>
              <a:gd name="T0" fmla="*/ 33 w 113"/>
              <a:gd name="T1" fmla="*/ 78 h 135"/>
              <a:gd name="T2" fmla="*/ 33 w 113"/>
              <a:gd name="T3" fmla="*/ 82 h 135"/>
              <a:gd name="T4" fmla="*/ 33 w 113"/>
              <a:gd name="T5" fmla="*/ 114 h 135"/>
              <a:gd name="T6" fmla="*/ 33 w 113"/>
              <a:gd name="T7" fmla="*/ 118 h 135"/>
              <a:gd name="T8" fmla="*/ 43 w 113"/>
              <a:gd name="T9" fmla="*/ 128 h 135"/>
              <a:gd name="T10" fmla="*/ 49 w 113"/>
              <a:gd name="T11" fmla="*/ 128 h 135"/>
              <a:gd name="T12" fmla="*/ 49 w 113"/>
              <a:gd name="T13" fmla="*/ 135 h 135"/>
              <a:gd name="T14" fmla="*/ 0 w 113"/>
              <a:gd name="T15" fmla="*/ 135 h 135"/>
              <a:gd name="T16" fmla="*/ 0 w 113"/>
              <a:gd name="T17" fmla="*/ 128 h 135"/>
              <a:gd name="T18" fmla="*/ 8 w 113"/>
              <a:gd name="T19" fmla="*/ 127 h 135"/>
              <a:gd name="T20" fmla="*/ 15 w 113"/>
              <a:gd name="T21" fmla="*/ 120 h 135"/>
              <a:gd name="T22" fmla="*/ 15 w 113"/>
              <a:gd name="T23" fmla="*/ 114 h 135"/>
              <a:gd name="T24" fmla="*/ 15 w 113"/>
              <a:gd name="T25" fmla="*/ 21 h 135"/>
              <a:gd name="T26" fmla="*/ 15 w 113"/>
              <a:gd name="T27" fmla="*/ 14 h 135"/>
              <a:gd name="T28" fmla="*/ 9 w 113"/>
              <a:gd name="T29" fmla="*/ 9 h 135"/>
              <a:gd name="T30" fmla="*/ 0 w 113"/>
              <a:gd name="T31" fmla="*/ 8 h 135"/>
              <a:gd name="T32" fmla="*/ 0 w 113"/>
              <a:gd name="T33" fmla="*/ 1 h 135"/>
              <a:gd name="T34" fmla="*/ 4 w 113"/>
              <a:gd name="T35" fmla="*/ 0 h 135"/>
              <a:gd name="T36" fmla="*/ 56 w 113"/>
              <a:gd name="T37" fmla="*/ 0 h 135"/>
              <a:gd name="T38" fmla="*/ 73 w 113"/>
              <a:gd name="T39" fmla="*/ 1 h 135"/>
              <a:gd name="T40" fmla="*/ 106 w 113"/>
              <a:gd name="T41" fmla="*/ 50 h 135"/>
              <a:gd name="T42" fmla="*/ 78 w 113"/>
              <a:gd name="T43" fmla="*/ 76 h 135"/>
              <a:gd name="T44" fmla="*/ 55 w 113"/>
              <a:gd name="T45" fmla="*/ 78 h 135"/>
              <a:gd name="T46" fmla="*/ 33 w 113"/>
              <a:gd name="T47" fmla="*/ 78 h 135"/>
              <a:gd name="T48" fmla="*/ 33 w 113"/>
              <a:gd name="T49" fmla="*/ 68 h 135"/>
              <a:gd name="T50" fmla="*/ 67 w 113"/>
              <a:gd name="T51" fmla="*/ 67 h 135"/>
              <a:gd name="T52" fmla="*/ 85 w 113"/>
              <a:gd name="T53" fmla="*/ 52 h 135"/>
              <a:gd name="T54" fmla="*/ 87 w 113"/>
              <a:gd name="T55" fmla="*/ 29 h 135"/>
              <a:gd name="T56" fmla="*/ 66 w 113"/>
              <a:gd name="T57" fmla="*/ 11 h 135"/>
              <a:gd name="T58" fmla="*/ 34 w 113"/>
              <a:gd name="T59" fmla="*/ 11 h 135"/>
              <a:gd name="T60" fmla="*/ 33 w 113"/>
              <a:gd name="T61" fmla="*/ 11 h 135"/>
              <a:gd name="T62" fmla="*/ 33 w 113"/>
              <a:gd name="T63" fmla="*/ 68 h 135"/>
            </a:gdLst>
            <a:rect l="0" t="0" r="r" b="b"/>
            <a:pathLst>
              <a:path w="113" h="135">
                <a:moveTo>
                  <a:pt x="33" y="78"/>
                </a:moveTo>
                <a:cubicBezTo>
                  <a:pt x="33" y="80"/>
                  <a:pt x="33" y="81"/>
                  <a:pt x="33" y="82"/>
                </a:cubicBezTo>
                <a:cubicBezTo>
                  <a:pt x="33" y="93"/>
                  <a:pt x="33" y="103"/>
                  <a:pt x="33" y="114"/>
                </a:cubicBezTo>
                <a:cubicBezTo>
                  <a:pt x="33" y="115"/>
                  <a:pt x="33" y="117"/>
                  <a:pt x="33" y="118"/>
                </a:cubicBezTo>
                <a:cubicBezTo>
                  <a:pt x="34" y="125"/>
                  <a:pt x="35" y="127"/>
                  <a:pt x="43" y="128"/>
                </a:cubicBezTo>
                <a:cubicBezTo>
                  <a:pt x="45" y="128"/>
                  <a:pt x="47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6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8" y="127"/>
                </a:cubicBezTo>
                <a:cubicBezTo>
                  <a:pt x="13" y="126"/>
                  <a:pt x="14" y="125"/>
                  <a:pt x="15" y="120"/>
                </a:cubicBezTo>
                <a:cubicBezTo>
                  <a:pt x="15" y="118"/>
                  <a:pt x="15" y="116"/>
                  <a:pt x="15" y="114"/>
                </a:cubicBezTo>
                <a:cubicBezTo>
                  <a:pt x="16" y="83"/>
                  <a:pt x="16" y="52"/>
                  <a:pt x="15" y="21"/>
                </a:cubicBezTo>
                <a:cubicBezTo>
                  <a:pt x="15" y="19"/>
                  <a:pt x="15" y="16"/>
                  <a:pt x="15" y="14"/>
                </a:cubicBezTo>
                <a:cubicBezTo>
                  <a:pt x="14" y="11"/>
                  <a:pt x="12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1" y="0"/>
                  <a:pt x="3" y="0"/>
                  <a:pt x="4" y="0"/>
                </a:cubicBezTo>
                <a:cubicBezTo>
                  <a:pt x="21" y="0"/>
                  <a:pt x="39" y="0"/>
                  <a:pt x="56" y="0"/>
                </a:cubicBezTo>
                <a:cubicBezTo>
                  <a:pt x="62" y="0"/>
                  <a:pt x="68" y="1"/>
                  <a:pt x="73" y="1"/>
                </a:cubicBezTo>
                <a:cubicBezTo>
                  <a:pt x="98" y="4"/>
                  <a:pt x="113" y="26"/>
                  <a:pt x="106" y="50"/>
                </a:cubicBezTo>
                <a:cubicBezTo>
                  <a:pt x="102" y="64"/>
                  <a:pt x="93" y="73"/>
                  <a:pt x="78" y="76"/>
                </a:cubicBezTo>
                <a:cubicBezTo>
                  <a:pt x="70" y="77"/>
                  <a:pt x="63" y="77"/>
                  <a:pt x="55" y="78"/>
                </a:cubicBezTo>
                <a:cubicBezTo>
                  <a:pt x="48" y="78"/>
                  <a:pt x="41" y="78"/>
                  <a:pt x="33" y="78"/>
                </a:cubicBezTo>
                <a:close/>
                <a:moveTo>
                  <a:pt x="33" y="68"/>
                </a:moveTo>
                <a:cubicBezTo>
                  <a:pt x="45" y="67"/>
                  <a:pt x="56" y="68"/>
                  <a:pt x="67" y="67"/>
                </a:cubicBezTo>
                <a:cubicBezTo>
                  <a:pt x="76" y="66"/>
                  <a:pt x="82" y="60"/>
                  <a:pt x="85" y="52"/>
                </a:cubicBezTo>
                <a:cubicBezTo>
                  <a:pt x="89" y="45"/>
                  <a:pt x="89" y="37"/>
                  <a:pt x="87" y="29"/>
                </a:cubicBezTo>
                <a:cubicBezTo>
                  <a:pt x="84" y="19"/>
                  <a:pt x="78" y="12"/>
                  <a:pt x="66" y="11"/>
                </a:cubicBezTo>
                <a:cubicBezTo>
                  <a:pt x="56" y="11"/>
                  <a:pt x="45" y="11"/>
                  <a:pt x="34" y="11"/>
                </a:cubicBezTo>
                <a:cubicBezTo>
                  <a:pt x="34" y="11"/>
                  <a:pt x="34" y="11"/>
                  <a:pt x="33" y="11"/>
                </a:cubicBezTo>
                <a:cubicBezTo>
                  <a:pt x="33" y="30"/>
                  <a:pt x="33" y="48"/>
                  <a:pt x="33" y="6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3DB0F135-8141-4BF9-AA99-562F8B548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5017" y="689187"/>
            <a:ext cx="67859" cy="70140"/>
          </a:xfrm>
          <a:custGeom xmlns:a="http://schemas.openxmlformats.org/drawingml/2006/main">
            <a:gdLst>
              <a:gd name="T0" fmla="*/ 49 w 133"/>
              <a:gd name="T1" fmla="*/ 0 h 138"/>
              <a:gd name="T2" fmla="*/ 49 w 133"/>
              <a:gd name="T3" fmla="*/ 7 h 138"/>
              <a:gd name="T4" fmla="*/ 41 w 133"/>
              <a:gd name="T5" fmla="*/ 8 h 138"/>
              <a:gd name="T6" fmla="*/ 34 w 133"/>
              <a:gd name="T7" fmla="*/ 15 h 138"/>
              <a:gd name="T8" fmla="*/ 33 w 133"/>
              <a:gd name="T9" fmla="*/ 23 h 138"/>
              <a:gd name="T10" fmla="*/ 33 w 133"/>
              <a:gd name="T11" fmla="*/ 83 h 138"/>
              <a:gd name="T12" fmla="*/ 34 w 133"/>
              <a:gd name="T13" fmla="*/ 96 h 138"/>
              <a:gd name="T14" fmla="*/ 60 w 133"/>
              <a:gd name="T15" fmla="*/ 124 h 138"/>
              <a:gd name="T16" fmla="*/ 100 w 133"/>
              <a:gd name="T17" fmla="*/ 110 h 138"/>
              <a:gd name="T18" fmla="*/ 106 w 133"/>
              <a:gd name="T19" fmla="*/ 94 h 138"/>
              <a:gd name="T20" fmla="*/ 107 w 133"/>
              <a:gd name="T21" fmla="*/ 80 h 138"/>
              <a:gd name="T22" fmla="*/ 107 w 133"/>
              <a:gd name="T23" fmla="*/ 24 h 138"/>
              <a:gd name="T24" fmla="*/ 106 w 133"/>
              <a:gd name="T25" fmla="*/ 15 h 138"/>
              <a:gd name="T26" fmla="*/ 97 w 133"/>
              <a:gd name="T27" fmla="*/ 8 h 138"/>
              <a:gd name="T28" fmla="*/ 91 w 133"/>
              <a:gd name="T29" fmla="*/ 7 h 138"/>
              <a:gd name="T30" fmla="*/ 91 w 133"/>
              <a:gd name="T31" fmla="*/ 0 h 138"/>
              <a:gd name="T32" fmla="*/ 133 w 133"/>
              <a:gd name="T33" fmla="*/ 0 h 138"/>
              <a:gd name="T34" fmla="*/ 133 w 133"/>
              <a:gd name="T35" fmla="*/ 7 h 138"/>
              <a:gd name="T36" fmla="*/ 126 w 133"/>
              <a:gd name="T37" fmla="*/ 8 h 138"/>
              <a:gd name="T38" fmla="*/ 118 w 133"/>
              <a:gd name="T39" fmla="*/ 15 h 138"/>
              <a:gd name="T40" fmla="*/ 118 w 133"/>
              <a:gd name="T41" fmla="*/ 25 h 138"/>
              <a:gd name="T42" fmla="*/ 117 w 133"/>
              <a:gd name="T43" fmla="*/ 88 h 138"/>
              <a:gd name="T44" fmla="*/ 114 w 133"/>
              <a:gd name="T45" fmla="*/ 105 h 138"/>
              <a:gd name="T46" fmla="*/ 74 w 133"/>
              <a:gd name="T47" fmla="*/ 136 h 138"/>
              <a:gd name="T48" fmla="*/ 35 w 133"/>
              <a:gd name="T49" fmla="*/ 127 h 138"/>
              <a:gd name="T50" fmla="*/ 17 w 133"/>
              <a:gd name="T51" fmla="*/ 96 h 138"/>
              <a:gd name="T52" fmla="*/ 16 w 133"/>
              <a:gd name="T53" fmla="*/ 83 h 138"/>
              <a:gd name="T54" fmla="*/ 16 w 133"/>
              <a:gd name="T55" fmla="*/ 25 h 138"/>
              <a:gd name="T56" fmla="*/ 16 w 133"/>
              <a:gd name="T57" fmla="*/ 15 h 138"/>
              <a:gd name="T58" fmla="*/ 8 w 133"/>
              <a:gd name="T59" fmla="*/ 8 h 138"/>
              <a:gd name="T60" fmla="*/ 0 w 133"/>
              <a:gd name="T61" fmla="*/ 7 h 138"/>
              <a:gd name="T62" fmla="*/ 0 w 133"/>
              <a:gd name="T63" fmla="*/ 0 h 138"/>
              <a:gd name="T64" fmla="*/ 49 w 133"/>
              <a:gd name="T65" fmla="*/ 0 h 138"/>
            </a:gdLst>
            <a:rect l="0" t="0" r="r" b="b"/>
            <a:pathLst>
              <a:path w="133" h="138">
                <a:moveTo>
                  <a:pt x="49" y="0"/>
                </a:move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1" y="8"/>
                </a:cubicBezTo>
                <a:cubicBezTo>
                  <a:pt x="36" y="8"/>
                  <a:pt x="34" y="10"/>
                  <a:pt x="34" y="15"/>
                </a:cubicBezTo>
                <a:cubicBezTo>
                  <a:pt x="33" y="17"/>
                  <a:pt x="33" y="20"/>
                  <a:pt x="33" y="23"/>
                </a:cubicBezTo>
                <a:cubicBezTo>
                  <a:pt x="33" y="43"/>
                  <a:pt x="33" y="63"/>
                  <a:pt x="33" y="83"/>
                </a:cubicBezTo>
                <a:cubicBezTo>
                  <a:pt x="33" y="87"/>
                  <a:pt x="33" y="92"/>
                  <a:pt x="34" y="96"/>
                </a:cubicBezTo>
                <a:cubicBezTo>
                  <a:pt x="36" y="112"/>
                  <a:pt x="46" y="120"/>
                  <a:pt x="60" y="124"/>
                </a:cubicBezTo>
                <a:cubicBezTo>
                  <a:pt x="76" y="128"/>
                  <a:pt x="89" y="123"/>
                  <a:pt x="100" y="110"/>
                </a:cubicBezTo>
                <a:cubicBezTo>
                  <a:pt x="104" y="106"/>
                  <a:pt x="105" y="100"/>
                  <a:pt x="106" y="94"/>
                </a:cubicBezTo>
                <a:cubicBezTo>
                  <a:pt x="106" y="90"/>
                  <a:pt x="106" y="85"/>
                  <a:pt x="107" y="80"/>
                </a:cubicBezTo>
                <a:cubicBezTo>
                  <a:pt x="107" y="62"/>
                  <a:pt x="107" y="43"/>
                  <a:pt x="107" y="24"/>
                </a:cubicBezTo>
                <a:cubicBezTo>
                  <a:pt x="107" y="21"/>
                  <a:pt x="106" y="18"/>
                  <a:pt x="106" y="15"/>
                </a:cubicBezTo>
                <a:cubicBezTo>
                  <a:pt x="105" y="10"/>
                  <a:pt x="103" y="8"/>
                  <a:pt x="97" y="8"/>
                </a:cubicBezTo>
                <a:cubicBezTo>
                  <a:pt x="95" y="7"/>
                  <a:pt x="93" y="7"/>
                  <a:pt x="91" y="7"/>
                </a:cubicBezTo>
                <a:cubicBezTo>
                  <a:pt x="91" y="4"/>
                  <a:pt x="91" y="2"/>
                  <a:pt x="91" y="0"/>
                </a:cubicBezTo>
                <a:cubicBezTo>
                  <a:pt x="105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1" y="7"/>
                  <a:pt x="128" y="7"/>
                  <a:pt x="126" y="8"/>
                </a:cubicBezTo>
                <a:cubicBezTo>
                  <a:pt x="121" y="8"/>
                  <a:pt x="119" y="11"/>
                  <a:pt x="118" y="15"/>
                </a:cubicBezTo>
                <a:cubicBezTo>
                  <a:pt x="118" y="18"/>
                  <a:pt x="118" y="22"/>
                  <a:pt x="118" y="25"/>
                </a:cubicBezTo>
                <a:cubicBezTo>
                  <a:pt x="117" y="46"/>
                  <a:pt x="118" y="67"/>
                  <a:pt x="117" y="88"/>
                </a:cubicBezTo>
                <a:cubicBezTo>
                  <a:pt x="117" y="94"/>
                  <a:pt x="116" y="99"/>
                  <a:pt x="114" y="105"/>
                </a:cubicBezTo>
                <a:cubicBezTo>
                  <a:pt x="108" y="124"/>
                  <a:pt x="94" y="134"/>
                  <a:pt x="74" y="136"/>
                </a:cubicBezTo>
                <a:cubicBezTo>
                  <a:pt x="60" y="138"/>
                  <a:pt x="47" y="135"/>
                  <a:pt x="35" y="127"/>
                </a:cubicBezTo>
                <a:cubicBezTo>
                  <a:pt x="24" y="120"/>
                  <a:pt x="18" y="109"/>
                  <a:pt x="17" y="96"/>
                </a:cubicBezTo>
                <a:cubicBezTo>
                  <a:pt x="16" y="92"/>
                  <a:pt x="16" y="87"/>
                  <a:pt x="16" y="83"/>
                </a:cubicBezTo>
                <a:cubicBezTo>
                  <a:pt x="16" y="64"/>
                  <a:pt x="16" y="45"/>
                  <a:pt x="16" y="25"/>
                </a:cubicBezTo>
                <a:cubicBezTo>
                  <a:pt x="16" y="22"/>
                  <a:pt x="16" y="18"/>
                  <a:pt x="16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5FC1ED87-175B-4BE3-8ABA-7DB0BFA87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371" y="689187"/>
            <a:ext cx="67288" cy="69569"/>
          </a:xfrm>
          <a:custGeom xmlns:a="http://schemas.openxmlformats.org/drawingml/2006/main">
            <a:gdLst>
              <a:gd name="T0" fmla="*/ 73 w 133"/>
              <a:gd name="T1" fmla="*/ 137 h 137"/>
              <a:gd name="T2" fmla="*/ 64 w 133"/>
              <a:gd name="T3" fmla="*/ 137 h 137"/>
              <a:gd name="T4" fmla="*/ 58 w 133"/>
              <a:gd name="T5" fmla="*/ 133 h 137"/>
              <a:gd name="T6" fmla="*/ 39 w 133"/>
              <a:gd name="T7" fmla="*/ 80 h 137"/>
              <a:gd name="T8" fmla="*/ 17 w 133"/>
              <a:gd name="T9" fmla="*/ 23 h 137"/>
              <a:gd name="T10" fmla="*/ 13 w 133"/>
              <a:gd name="T11" fmla="*/ 14 h 137"/>
              <a:gd name="T12" fmla="*/ 4 w 133"/>
              <a:gd name="T13" fmla="*/ 7 h 137"/>
              <a:gd name="T14" fmla="*/ 0 w 133"/>
              <a:gd name="T15" fmla="*/ 7 h 137"/>
              <a:gd name="T16" fmla="*/ 0 w 133"/>
              <a:gd name="T17" fmla="*/ 0 h 137"/>
              <a:gd name="T18" fmla="*/ 47 w 133"/>
              <a:gd name="T19" fmla="*/ 0 h 137"/>
              <a:gd name="T20" fmla="*/ 47 w 133"/>
              <a:gd name="T21" fmla="*/ 7 h 137"/>
              <a:gd name="T22" fmla="*/ 39 w 133"/>
              <a:gd name="T23" fmla="*/ 8 h 137"/>
              <a:gd name="T24" fmla="*/ 34 w 133"/>
              <a:gd name="T25" fmla="*/ 15 h 137"/>
              <a:gd name="T26" fmla="*/ 35 w 133"/>
              <a:gd name="T27" fmla="*/ 20 h 137"/>
              <a:gd name="T28" fmla="*/ 68 w 133"/>
              <a:gd name="T29" fmla="*/ 112 h 137"/>
              <a:gd name="T30" fmla="*/ 70 w 133"/>
              <a:gd name="T31" fmla="*/ 116 h 137"/>
              <a:gd name="T32" fmla="*/ 72 w 133"/>
              <a:gd name="T33" fmla="*/ 113 h 137"/>
              <a:gd name="T34" fmla="*/ 106 w 133"/>
              <a:gd name="T35" fmla="*/ 18 h 137"/>
              <a:gd name="T36" fmla="*/ 106 w 133"/>
              <a:gd name="T37" fmla="*/ 16 h 137"/>
              <a:gd name="T38" fmla="*/ 101 w 133"/>
              <a:gd name="T39" fmla="*/ 7 h 137"/>
              <a:gd name="T40" fmla="*/ 94 w 133"/>
              <a:gd name="T41" fmla="*/ 7 h 137"/>
              <a:gd name="T42" fmla="*/ 94 w 133"/>
              <a:gd name="T43" fmla="*/ 0 h 137"/>
              <a:gd name="T44" fmla="*/ 133 w 133"/>
              <a:gd name="T45" fmla="*/ 0 h 137"/>
              <a:gd name="T46" fmla="*/ 133 w 133"/>
              <a:gd name="T47" fmla="*/ 7 h 137"/>
              <a:gd name="T48" fmla="*/ 130 w 133"/>
              <a:gd name="T49" fmla="*/ 7 h 137"/>
              <a:gd name="T50" fmla="*/ 119 w 133"/>
              <a:gd name="T51" fmla="*/ 16 h 137"/>
              <a:gd name="T52" fmla="*/ 110 w 133"/>
              <a:gd name="T53" fmla="*/ 38 h 137"/>
              <a:gd name="T54" fmla="*/ 74 w 133"/>
              <a:gd name="T55" fmla="*/ 133 h 137"/>
              <a:gd name="T56" fmla="*/ 73 w 133"/>
              <a:gd name="T57" fmla="*/ 137 h 137"/>
            </a:gdLst>
            <a:rect l="0" t="0" r="r" b="b"/>
            <a:pathLst>
              <a:path w="133" h="137">
                <a:moveTo>
                  <a:pt x="73" y="137"/>
                </a:moveTo>
                <a:cubicBezTo>
                  <a:pt x="69" y="137"/>
                  <a:pt x="66" y="137"/>
                  <a:pt x="64" y="137"/>
                </a:cubicBezTo>
                <a:cubicBezTo>
                  <a:pt x="61" y="137"/>
                  <a:pt x="59" y="136"/>
                  <a:pt x="58" y="133"/>
                </a:cubicBezTo>
                <a:cubicBezTo>
                  <a:pt x="52" y="115"/>
                  <a:pt x="45" y="98"/>
                  <a:pt x="39" y="80"/>
                </a:cubicBezTo>
                <a:cubicBezTo>
                  <a:pt x="31" y="61"/>
                  <a:pt x="24" y="42"/>
                  <a:pt x="17" y="23"/>
                </a:cubicBezTo>
                <a:cubicBezTo>
                  <a:pt x="16" y="20"/>
                  <a:pt x="15" y="17"/>
                  <a:pt x="13" y="14"/>
                </a:cubicBezTo>
                <a:cubicBezTo>
                  <a:pt x="11" y="10"/>
                  <a:pt x="8" y="8"/>
                  <a:pt x="4" y="7"/>
                </a:cubicBezTo>
                <a:cubicBezTo>
                  <a:pt x="3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7" y="0"/>
                </a:cubicBezTo>
                <a:cubicBezTo>
                  <a:pt x="47" y="2"/>
                  <a:pt x="47" y="4"/>
                  <a:pt x="47" y="7"/>
                </a:cubicBezTo>
                <a:cubicBezTo>
                  <a:pt x="44" y="7"/>
                  <a:pt x="42" y="7"/>
                  <a:pt x="39" y="8"/>
                </a:cubicBezTo>
                <a:cubicBezTo>
                  <a:pt x="34" y="8"/>
                  <a:pt x="33" y="10"/>
                  <a:pt x="34" y="15"/>
                </a:cubicBezTo>
                <a:cubicBezTo>
                  <a:pt x="34" y="17"/>
                  <a:pt x="35" y="19"/>
                  <a:pt x="35" y="20"/>
                </a:cubicBezTo>
                <a:cubicBezTo>
                  <a:pt x="46" y="51"/>
                  <a:pt x="57" y="81"/>
                  <a:pt x="68" y="112"/>
                </a:cubicBezTo>
                <a:cubicBezTo>
                  <a:pt x="69" y="113"/>
                  <a:pt x="69" y="114"/>
                  <a:pt x="70" y="116"/>
                </a:cubicBezTo>
                <a:cubicBezTo>
                  <a:pt x="71" y="114"/>
                  <a:pt x="71" y="113"/>
                  <a:pt x="72" y="113"/>
                </a:cubicBezTo>
                <a:cubicBezTo>
                  <a:pt x="83" y="81"/>
                  <a:pt x="94" y="50"/>
                  <a:pt x="106" y="18"/>
                </a:cubicBezTo>
                <a:cubicBezTo>
                  <a:pt x="106" y="17"/>
                  <a:pt x="106" y="17"/>
                  <a:pt x="106" y="16"/>
                </a:cubicBezTo>
                <a:cubicBezTo>
                  <a:pt x="107" y="10"/>
                  <a:pt x="106" y="8"/>
                  <a:pt x="101" y="7"/>
                </a:cubicBezTo>
                <a:cubicBezTo>
                  <a:pt x="98" y="7"/>
                  <a:pt x="96" y="7"/>
                  <a:pt x="94" y="7"/>
                </a:cubicBezTo>
                <a:cubicBezTo>
                  <a:pt x="94" y="4"/>
                  <a:pt x="94" y="2"/>
                  <a:pt x="94" y="0"/>
                </a:cubicBezTo>
                <a:cubicBezTo>
                  <a:pt x="106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2" y="7"/>
                  <a:pt x="131" y="7"/>
                  <a:pt x="130" y="7"/>
                </a:cubicBezTo>
                <a:cubicBezTo>
                  <a:pt x="124" y="8"/>
                  <a:pt x="121" y="11"/>
                  <a:pt x="119" y="16"/>
                </a:cubicBezTo>
                <a:cubicBezTo>
                  <a:pt x="116" y="24"/>
                  <a:pt x="113" y="31"/>
                  <a:pt x="110" y="38"/>
                </a:cubicBezTo>
                <a:cubicBezTo>
                  <a:pt x="98" y="70"/>
                  <a:pt x="86" y="101"/>
                  <a:pt x="74" y="133"/>
                </a:cubicBezTo>
                <a:cubicBezTo>
                  <a:pt x="74" y="134"/>
                  <a:pt x="73" y="135"/>
                  <a:pt x="73" y="13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795743A0-1304-437A-9204-C27510DA3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6484" y="689187"/>
            <a:ext cx="61016" cy="68429"/>
          </a:xfrm>
          <a:custGeom xmlns:a="http://schemas.openxmlformats.org/drawingml/2006/main">
            <a:gdLst>
              <a:gd name="T0" fmla="*/ 85 w 120"/>
              <a:gd name="T1" fmla="*/ 127 h 135"/>
              <a:gd name="T2" fmla="*/ 85 w 120"/>
              <a:gd name="T3" fmla="*/ 134 h 135"/>
              <a:gd name="T4" fmla="*/ 35 w 120"/>
              <a:gd name="T5" fmla="*/ 134 h 135"/>
              <a:gd name="T6" fmla="*/ 35 w 120"/>
              <a:gd name="T7" fmla="*/ 127 h 135"/>
              <a:gd name="T8" fmla="*/ 44 w 120"/>
              <a:gd name="T9" fmla="*/ 126 h 135"/>
              <a:gd name="T10" fmla="*/ 50 w 120"/>
              <a:gd name="T11" fmla="*/ 120 h 135"/>
              <a:gd name="T12" fmla="*/ 51 w 120"/>
              <a:gd name="T13" fmla="*/ 113 h 135"/>
              <a:gd name="T14" fmla="*/ 51 w 120"/>
              <a:gd name="T15" fmla="*/ 85 h 135"/>
              <a:gd name="T16" fmla="*/ 50 w 120"/>
              <a:gd name="T17" fmla="*/ 79 h 135"/>
              <a:gd name="T18" fmla="*/ 17 w 120"/>
              <a:gd name="T19" fmla="*/ 19 h 135"/>
              <a:gd name="T20" fmla="*/ 15 w 120"/>
              <a:gd name="T21" fmla="*/ 15 h 135"/>
              <a:gd name="T22" fmla="*/ 3 w 120"/>
              <a:gd name="T23" fmla="*/ 7 h 135"/>
              <a:gd name="T24" fmla="*/ 0 w 120"/>
              <a:gd name="T25" fmla="*/ 7 h 135"/>
              <a:gd name="T26" fmla="*/ 0 w 120"/>
              <a:gd name="T27" fmla="*/ 0 h 135"/>
              <a:gd name="T28" fmla="*/ 48 w 120"/>
              <a:gd name="T29" fmla="*/ 0 h 135"/>
              <a:gd name="T30" fmla="*/ 48 w 120"/>
              <a:gd name="T31" fmla="*/ 7 h 135"/>
              <a:gd name="T32" fmla="*/ 40 w 120"/>
              <a:gd name="T33" fmla="*/ 7 h 135"/>
              <a:gd name="T34" fmla="*/ 36 w 120"/>
              <a:gd name="T35" fmla="*/ 14 h 135"/>
              <a:gd name="T36" fmla="*/ 37 w 120"/>
              <a:gd name="T37" fmla="*/ 18 h 135"/>
              <a:gd name="T38" fmla="*/ 61 w 120"/>
              <a:gd name="T39" fmla="*/ 64 h 135"/>
              <a:gd name="T40" fmla="*/ 63 w 120"/>
              <a:gd name="T41" fmla="*/ 68 h 135"/>
              <a:gd name="T42" fmla="*/ 66 w 120"/>
              <a:gd name="T43" fmla="*/ 64 h 135"/>
              <a:gd name="T44" fmla="*/ 91 w 120"/>
              <a:gd name="T45" fmla="*/ 18 h 135"/>
              <a:gd name="T46" fmla="*/ 93 w 120"/>
              <a:gd name="T47" fmla="*/ 12 h 135"/>
              <a:gd name="T48" fmla="*/ 90 w 120"/>
              <a:gd name="T49" fmla="*/ 8 h 135"/>
              <a:gd name="T50" fmla="*/ 81 w 120"/>
              <a:gd name="T51" fmla="*/ 7 h 135"/>
              <a:gd name="T52" fmla="*/ 81 w 120"/>
              <a:gd name="T53" fmla="*/ 0 h 135"/>
              <a:gd name="T54" fmla="*/ 120 w 120"/>
              <a:gd name="T55" fmla="*/ 0 h 135"/>
              <a:gd name="T56" fmla="*/ 120 w 120"/>
              <a:gd name="T57" fmla="*/ 7 h 135"/>
              <a:gd name="T58" fmla="*/ 115 w 120"/>
              <a:gd name="T59" fmla="*/ 8 h 135"/>
              <a:gd name="T60" fmla="*/ 108 w 120"/>
              <a:gd name="T61" fmla="*/ 12 h 135"/>
              <a:gd name="T62" fmla="*/ 103 w 120"/>
              <a:gd name="T63" fmla="*/ 19 h 135"/>
              <a:gd name="T64" fmla="*/ 71 w 120"/>
              <a:gd name="T65" fmla="*/ 75 h 135"/>
              <a:gd name="T66" fmla="*/ 69 w 120"/>
              <a:gd name="T67" fmla="*/ 82 h 135"/>
              <a:gd name="T68" fmla="*/ 69 w 120"/>
              <a:gd name="T69" fmla="*/ 111 h 135"/>
              <a:gd name="T70" fmla="*/ 69 w 120"/>
              <a:gd name="T71" fmla="*/ 118 h 135"/>
              <a:gd name="T72" fmla="*/ 77 w 120"/>
              <a:gd name="T73" fmla="*/ 126 h 135"/>
              <a:gd name="T74" fmla="*/ 85 w 120"/>
              <a:gd name="T75" fmla="*/ 127 h 135"/>
            </a:gdLst>
            <a:rect l="0" t="0" r="r" b="b"/>
            <a:pathLst>
              <a:path w="120" h="135">
                <a:moveTo>
                  <a:pt x="85" y="127"/>
                </a:moveTo>
                <a:cubicBezTo>
                  <a:pt x="85" y="130"/>
                  <a:pt x="85" y="132"/>
                  <a:pt x="85" y="134"/>
                </a:cubicBezTo>
                <a:cubicBezTo>
                  <a:pt x="81" y="135"/>
                  <a:pt x="44" y="135"/>
                  <a:pt x="35" y="134"/>
                </a:cubicBezTo>
                <a:cubicBezTo>
                  <a:pt x="35" y="132"/>
                  <a:pt x="35" y="130"/>
                  <a:pt x="35" y="127"/>
                </a:cubicBezTo>
                <a:cubicBezTo>
                  <a:pt x="38" y="127"/>
                  <a:pt x="41" y="126"/>
                  <a:pt x="44" y="126"/>
                </a:cubicBezTo>
                <a:cubicBezTo>
                  <a:pt x="48" y="126"/>
                  <a:pt x="50" y="124"/>
                  <a:pt x="50" y="120"/>
                </a:cubicBezTo>
                <a:cubicBezTo>
                  <a:pt x="51" y="118"/>
                  <a:pt x="51" y="115"/>
                  <a:pt x="51" y="113"/>
                </a:cubicBezTo>
                <a:cubicBezTo>
                  <a:pt x="51" y="104"/>
                  <a:pt x="51" y="95"/>
                  <a:pt x="51" y="85"/>
                </a:cubicBezTo>
                <a:cubicBezTo>
                  <a:pt x="51" y="83"/>
                  <a:pt x="51" y="81"/>
                  <a:pt x="50" y="79"/>
                </a:cubicBezTo>
                <a:cubicBezTo>
                  <a:pt x="39" y="59"/>
                  <a:pt x="28" y="39"/>
                  <a:pt x="17" y="19"/>
                </a:cubicBezTo>
                <a:cubicBezTo>
                  <a:pt x="16" y="17"/>
                  <a:pt x="15" y="16"/>
                  <a:pt x="15" y="15"/>
                </a:cubicBezTo>
                <a:cubicBezTo>
                  <a:pt x="12" y="10"/>
                  <a:pt x="9" y="7"/>
                  <a:pt x="3" y="7"/>
                </a:cubicBezTo>
                <a:cubicBezTo>
                  <a:pt x="2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8" y="0"/>
                </a:cubicBezTo>
                <a:cubicBezTo>
                  <a:pt x="48" y="2"/>
                  <a:pt x="48" y="4"/>
                  <a:pt x="48" y="7"/>
                </a:cubicBezTo>
                <a:cubicBezTo>
                  <a:pt x="45" y="7"/>
                  <a:pt x="42" y="7"/>
                  <a:pt x="40" y="7"/>
                </a:cubicBezTo>
                <a:cubicBezTo>
                  <a:pt x="35" y="8"/>
                  <a:pt x="34" y="10"/>
                  <a:pt x="36" y="14"/>
                </a:cubicBezTo>
                <a:cubicBezTo>
                  <a:pt x="36" y="15"/>
                  <a:pt x="37" y="17"/>
                  <a:pt x="37" y="18"/>
                </a:cubicBezTo>
                <a:cubicBezTo>
                  <a:pt x="45" y="33"/>
                  <a:pt x="53" y="49"/>
                  <a:pt x="61" y="64"/>
                </a:cubicBezTo>
                <a:cubicBezTo>
                  <a:pt x="61" y="65"/>
                  <a:pt x="62" y="66"/>
                  <a:pt x="63" y="68"/>
                </a:cubicBezTo>
                <a:cubicBezTo>
                  <a:pt x="64" y="66"/>
                  <a:pt x="65" y="65"/>
                  <a:pt x="66" y="64"/>
                </a:cubicBezTo>
                <a:cubicBezTo>
                  <a:pt x="74" y="49"/>
                  <a:pt x="82" y="34"/>
                  <a:pt x="91" y="18"/>
                </a:cubicBezTo>
                <a:cubicBezTo>
                  <a:pt x="92" y="16"/>
                  <a:pt x="93" y="14"/>
                  <a:pt x="93" y="12"/>
                </a:cubicBezTo>
                <a:cubicBezTo>
                  <a:pt x="94" y="9"/>
                  <a:pt x="93" y="8"/>
                  <a:pt x="90" y="8"/>
                </a:cubicBezTo>
                <a:cubicBezTo>
                  <a:pt x="87" y="7"/>
                  <a:pt x="85" y="7"/>
                  <a:pt x="81" y="7"/>
                </a:cubicBezTo>
                <a:cubicBezTo>
                  <a:pt x="81" y="4"/>
                  <a:pt x="81" y="2"/>
                  <a:pt x="81" y="0"/>
                </a:cubicBezTo>
                <a:cubicBezTo>
                  <a:pt x="94" y="0"/>
                  <a:pt x="107" y="0"/>
                  <a:pt x="120" y="0"/>
                </a:cubicBezTo>
                <a:cubicBezTo>
                  <a:pt x="120" y="2"/>
                  <a:pt x="120" y="4"/>
                  <a:pt x="120" y="7"/>
                </a:cubicBezTo>
                <a:cubicBezTo>
                  <a:pt x="119" y="7"/>
                  <a:pt x="117" y="7"/>
                  <a:pt x="115" y="8"/>
                </a:cubicBezTo>
                <a:cubicBezTo>
                  <a:pt x="112" y="8"/>
                  <a:pt x="109" y="9"/>
                  <a:pt x="108" y="12"/>
                </a:cubicBezTo>
                <a:cubicBezTo>
                  <a:pt x="106" y="14"/>
                  <a:pt x="104" y="17"/>
                  <a:pt x="103" y="19"/>
                </a:cubicBezTo>
                <a:cubicBezTo>
                  <a:pt x="92" y="38"/>
                  <a:pt x="81" y="56"/>
                  <a:pt x="71" y="75"/>
                </a:cubicBezTo>
                <a:cubicBezTo>
                  <a:pt x="69" y="77"/>
                  <a:pt x="68" y="80"/>
                  <a:pt x="69" y="82"/>
                </a:cubicBezTo>
                <a:cubicBezTo>
                  <a:pt x="69" y="92"/>
                  <a:pt x="69" y="102"/>
                  <a:pt x="69" y="111"/>
                </a:cubicBezTo>
                <a:cubicBezTo>
                  <a:pt x="69" y="114"/>
                  <a:pt x="69" y="116"/>
                  <a:pt x="69" y="118"/>
                </a:cubicBezTo>
                <a:cubicBezTo>
                  <a:pt x="70" y="124"/>
                  <a:pt x="71" y="125"/>
                  <a:pt x="77" y="126"/>
                </a:cubicBezTo>
                <a:cubicBezTo>
                  <a:pt x="80" y="126"/>
                  <a:pt x="82" y="127"/>
                  <a:pt x="85" y="12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9BDC5719-53AA-437A-8DE8-F460C77F6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749" y="686906"/>
            <a:ext cx="58735" cy="70140"/>
          </a:xfrm>
          <a:custGeom xmlns:a="http://schemas.openxmlformats.org/drawingml/2006/main">
            <a:gdLst>
              <a:gd name="T0" fmla="*/ 108 w 116"/>
              <a:gd name="T1" fmla="*/ 42 h 139"/>
              <a:gd name="T2" fmla="*/ 102 w 116"/>
              <a:gd name="T3" fmla="*/ 29 h 139"/>
              <a:gd name="T4" fmla="*/ 72 w 116"/>
              <a:gd name="T5" fmla="*/ 14 h 139"/>
              <a:gd name="T6" fmla="*/ 67 w 116"/>
              <a:gd name="T7" fmla="*/ 18 h 139"/>
              <a:gd name="T8" fmla="*/ 66 w 116"/>
              <a:gd name="T9" fmla="*/ 24 h 139"/>
              <a:gd name="T10" fmla="*/ 66 w 116"/>
              <a:gd name="T11" fmla="*/ 115 h 139"/>
              <a:gd name="T12" fmla="*/ 67 w 116"/>
              <a:gd name="T13" fmla="*/ 123 h 139"/>
              <a:gd name="T14" fmla="*/ 75 w 116"/>
              <a:gd name="T15" fmla="*/ 131 h 139"/>
              <a:gd name="T16" fmla="*/ 83 w 116"/>
              <a:gd name="T17" fmla="*/ 132 h 139"/>
              <a:gd name="T18" fmla="*/ 83 w 116"/>
              <a:gd name="T19" fmla="*/ 139 h 139"/>
              <a:gd name="T20" fmla="*/ 33 w 116"/>
              <a:gd name="T21" fmla="*/ 139 h 139"/>
              <a:gd name="T22" fmla="*/ 33 w 116"/>
              <a:gd name="T23" fmla="*/ 132 h 139"/>
              <a:gd name="T24" fmla="*/ 41 w 116"/>
              <a:gd name="T25" fmla="*/ 131 h 139"/>
              <a:gd name="T26" fmla="*/ 49 w 116"/>
              <a:gd name="T27" fmla="*/ 123 h 139"/>
              <a:gd name="T28" fmla="*/ 49 w 116"/>
              <a:gd name="T29" fmla="*/ 118 h 139"/>
              <a:gd name="T30" fmla="*/ 49 w 116"/>
              <a:gd name="T31" fmla="*/ 22 h 139"/>
              <a:gd name="T32" fmla="*/ 41 w 116"/>
              <a:gd name="T33" fmla="*/ 14 h 139"/>
              <a:gd name="T34" fmla="*/ 32 w 116"/>
              <a:gd name="T35" fmla="*/ 15 h 139"/>
              <a:gd name="T36" fmla="*/ 18 w 116"/>
              <a:gd name="T37" fmla="*/ 23 h 139"/>
              <a:gd name="T38" fmla="*/ 11 w 116"/>
              <a:gd name="T39" fmla="*/ 36 h 139"/>
              <a:gd name="T40" fmla="*/ 8 w 116"/>
              <a:gd name="T41" fmla="*/ 42 h 139"/>
              <a:gd name="T42" fmla="*/ 0 w 116"/>
              <a:gd name="T43" fmla="*/ 39 h 139"/>
              <a:gd name="T44" fmla="*/ 13 w 116"/>
              <a:gd name="T45" fmla="*/ 0 h 139"/>
              <a:gd name="T46" fmla="*/ 19 w 116"/>
              <a:gd name="T47" fmla="*/ 0 h 139"/>
              <a:gd name="T48" fmla="*/ 21 w 116"/>
              <a:gd name="T49" fmla="*/ 4 h 139"/>
              <a:gd name="T50" fmla="*/ 95 w 116"/>
              <a:gd name="T51" fmla="*/ 4 h 139"/>
              <a:gd name="T52" fmla="*/ 97 w 116"/>
              <a:gd name="T53" fmla="*/ 0 h 139"/>
              <a:gd name="T54" fmla="*/ 103 w 116"/>
              <a:gd name="T55" fmla="*/ 0 h 139"/>
              <a:gd name="T56" fmla="*/ 116 w 116"/>
              <a:gd name="T57" fmla="*/ 39 h 139"/>
              <a:gd name="T58" fmla="*/ 108 w 116"/>
              <a:gd name="T59" fmla="*/ 42 h 139"/>
            </a:gdLst>
            <a:rect l="0" t="0" r="r" b="b"/>
            <a:pathLst>
              <a:path w="116" h="139">
                <a:moveTo>
                  <a:pt x="108" y="42"/>
                </a:moveTo>
                <a:cubicBezTo>
                  <a:pt x="106" y="37"/>
                  <a:pt x="104" y="33"/>
                  <a:pt x="102" y="29"/>
                </a:cubicBezTo>
                <a:cubicBezTo>
                  <a:pt x="96" y="17"/>
                  <a:pt x="85" y="13"/>
                  <a:pt x="72" y="14"/>
                </a:cubicBezTo>
                <a:cubicBezTo>
                  <a:pt x="68" y="14"/>
                  <a:pt x="67" y="15"/>
                  <a:pt x="67" y="18"/>
                </a:cubicBezTo>
                <a:cubicBezTo>
                  <a:pt x="66" y="20"/>
                  <a:pt x="66" y="22"/>
                  <a:pt x="66" y="24"/>
                </a:cubicBezTo>
                <a:cubicBezTo>
                  <a:pt x="66" y="54"/>
                  <a:pt x="66" y="85"/>
                  <a:pt x="66" y="115"/>
                </a:cubicBezTo>
                <a:cubicBezTo>
                  <a:pt x="66" y="118"/>
                  <a:pt x="67" y="120"/>
                  <a:pt x="67" y="123"/>
                </a:cubicBezTo>
                <a:cubicBezTo>
                  <a:pt x="68" y="128"/>
                  <a:pt x="70" y="130"/>
                  <a:pt x="75" y="131"/>
                </a:cubicBezTo>
                <a:cubicBezTo>
                  <a:pt x="78" y="131"/>
                  <a:pt x="80" y="132"/>
                  <a:pt x="83" y="132"/>
                </a:cubicBezTo>
                <a:cubicBezTo>
                  <a:pt x="83" y="134"/>
                  <a:pt x="83" y="137"/>
                  <a:pt x="83" y="139"/>
                </a:cubicBezTo>
                <a:cubicBezTo>
                  <a:pt x="66" y="139"/>
                  <a:pt x="50" y="139"/>
                  <a:pt x="33" y="139"/>
                </a:cubicBezTo>
                <a:cubicBezTo>
                  <a:pt x="33" y="137"/>
                  <a:pt x="33" y="135"/>
                  <a:pt x="33" y="132"/>
                </a:cubicBezTo>
                <a:cubicBezTo>
                  <a:pt x="36" y="132"/>
                  <a:pt x="39" y="131"/>
                  <a:pt x="41" y="131"/>
                </a:cubicBezTo>
                <a:cubicBezTo>
                  <a:pt x="47" y="130"/>
                  <a:pt x="49" y="128"/>
                  <a:pt x="49" y="123"/>
                </a:cubicBezTo>
                <a:cubicBezTo>
                  <a:pt x="49" y="121"/>
                  <a:pt x="49" y="120"/>
                  <a:pt x="49" y="118"/>
                </a:cubicBezTo>
                <a:cubicBezTo>
                  <a:pt x="49" y="86"/>
                  <a:pt x="49" y="54"/>
                  <a:pt x="49" y="22"/>
                </a:cubicBezTo>
                <a:cubicBezTo>
                  <a:pt x="49" y="14"/>
                  <a:pt x="49" y="13"/>
                  <a:pt x="41" y="14"/>
                </a:cubicBezTo>
                <a:cubicBezTo>
                  <a:pt x="38" y="14"/>
                  <a:pt x="35" y="14"/>
                  <a:pt x="32" y="15"/>
                </a:cubicBezTo>
                <a:cubicBezTo>
                  <a:pt x="26" y="16"/>
                  <a:pt x="21" y="18"/>
                  <a:pt x="18" y="23"/>
                </a:cubicBezTo>
                <a:cubicBezTo>
                  <a:pt x="15" y="27"/>
                  <a:pt x="13" y="32"/>
                  <a:pt x="11" y="36"/>
                </a:cubicBezTo>
                <a:cubicBezTo>
                  <a:pt x="10" y="38"/>
                  <a:pt x="9" y="40"/>
                  <a:pt x="8" y="42"/>
                </a:cubicBezTo>
                <a:cubicBezTo>
                  <a:pt x="5" y="41"/>
                  <a:pt x="3" y="40"/>
                  <a:pt x="0" y="39"/>
                </a:cubicBezTo>
                <a:cubicBezTo>
                  <a:pt x="5" y="26"/>
                  <a:pt x="9" y="13"/>
                  <a:pt x="13" y="0"/>
                </a:cubicBezTo>
                <a:cubicBezTo>
                  <a:pt x="15" y="0"/>
                  <a:pt x="17" y="0"/>
                  <a:pt x="19" y="0"/>
                </a:cubicBezTo>
                <a:cubicBezTo>
                  <a:pt x="20" y="1"/>
                  <a:pt x="20" y="3"/>
                  <a:pt x="21" y="4"/>
                </a:cubicBezTo>
                <a:cubicBezTo>
                  <a:pt x="46" y="4"/>
                  <a:pt x="70" y="4"/>
                  <a:pt x="95" y="4"/>
                </a:cubicBezTo>
                <a:cubicBezTo>
                  <a:pt x="95" y="3"/>
                  <a:pt x="96" y="1"/>
                  <a:pt x="97" y="0"/>
                </a:cubicBezTo>
                <a:cubicBezTo>
                  <a:pt x="98" y="0"/>
                  <a:pt x="100" y="0"/>
                  <a:pt x="103" y="0"/>
                </a:cubicBezTo>
                <a:cubicBezTo>
                  <a:pt x="107" y="13"/>
                  <a:pt x="112" y="26"/>
                  <a:pt x="116" y="39"/>
                </a:cubicBezTo>
                <a:cubicBezTo>
                  <a:pt x="113" y="40"/>
                  <a:pt x="111" y="41"/>
                  <a:pt x="108" y="42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3" name="Freeform 33">
            <a:extLst xmlns:a="http://schemas.openxmlformats.org/drawingml/2006/main">
              <a:ext uri="{FF2B5EF4-FFF2-40B4-BE49-F238E27FC236}">
                <a16:creationId xmlns:a16="http://schemas.microsoft.com/office/drawing/2014/main" id="{0451D333-E258-404F-A716-A19DD8E25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1440" y="689187"/>
            <a:ext cx="25090" cy="67859"/>
          </a:xfrm>
          <a:custGeom xmlns:a="http://schemas.openxmlformats.org/drawingml/2006/main">
            <a:gdLst>
              <a:gd name="T0" fmla="*/ 0 w 50"/>
              <a:gd name="T1" fmla="*/ 134 h 134"/>
              <a:gd name="T2" fmla="*/ 0 w 50"/>
              <a:gd name="T3" fmla="*/ 127 h 134"/>
              <a:gd name="T4" fmla="*/ 9 w 50"/>
              <a:gd name="T5" fmla="*/ 126 h 134"/>
              <a:gd name="T6" fmla="*/ 16 w 50"/>
              <a:gd name="T7" fmla="*/ 119 h 134"/>
              <a:gd name="T8" fmla="*/ 16 w 50"/>
              <a:gd name="T9" fmla="*/ 113 h 134"/>
              <a:gd name="T10" fmla="*/ 16 w 50"/>
              <a:gd name="T11" fmla="*/ 21 h 134"/>
              <a:gd name="T12" fmla="*/ 16 w 50"/>
              <a:gd name="T13" fmla="*/ 13 h 134"/>
              <a:gd name="T14" fmla="*/ 9 w 50"/>
              <a:gd name="T15" fmla="*/ 8 h 134"/>
              <a:gd name="T16" fmla="*/ 1 w 50"/>
              <a:gd name="T17" fmla="*/ 7 h 134"/>
              <a:gd name="T18" fmla="*/ 1 w 50"/>
              <a:gd name="T19" fmla="*/ 0 h 134"/>
              <a:gd name="T20" fmla="*/ 49 w 50"/>
              <a:gd name="T21" fmla="*/ 0 h 134"/>
              <a:gd name="T22" fmla="*/ 49 w 50"/>
              <a:gd name="T23" fmla="*/ 7 h 134"/>
              <a:gd name="T24" fmla="*/ 42 w 50"/>
              <a:gd name="T25" fmla="*/ 8 h 134"/>
              <a:gd name="T26" fmla="*/ 34 w 50"/>
              <a:gd name="T27" fmla="*/ 15 h 134"/>
              <a:gd name="T28" fmla="*/ 33 w 50"/>
              <a:gd name="T29" fmla="*/ 23 h 134"/>
              <a:gd name="T30" fmla="*/ 33 w 50"/>
              <a:gd name="T31" fmla="*/ 113 h 134"/>
              <a:gd name="T32" fmla="*/ 46 w 50"/>
              <a:gd name="T33" fmla="*/ 127 h 134"/>
              <a:gd name="T34" fmla="*/ 49 w 50"/>
              <a:gd name="T35" fmla="*/ 127 h 134"/>
              <a:gd name="T36" fmla="*/ 50 w 50"/>
              <a:gd name="T37" fmla="*/ 131 h 134"/>
              <a:gd name="T38" fmla="*/ 49 w 50"/>
              <a:gd name="T39" fmla="*/ 134 h 134"/>
              <a:gd name="T40" fmla="*/ 0 w 50"/>
              <a:gd name="T41" fmla="*/ 134 h 134"/>
            </a:gdLst>
            <a:rect l="0" t="0" r="r" b="b"/>
            <a:pathLst>
              <a:path w="50" h="134">
                <a:moveTo>
                  <a:pt x="0" y="134"/>
                </a:move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9" y="126"/>
                </a:cubicBezTo>
                <a:cubicBezTo>
                  <a:pt x="13" y="125"/>
                  <a:pt x="15" y="124"/>
                  <a:pt x="16" y="119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18"/>
                  <a:pt x="16" y="16"/>
                  <a:pt x="16" y="13"/>
                </a:cubicBezTo>
                <a:cubicBezTo>
                  <a:pt x="15" y="10"/>
                  <a:pt x="13" y="8"/>
                  <a:pt x="9" y="8"/>
                </a:cubicBezTo>
                <a:cubicBezTo>
                  <a:pt x="6" y="7"/>
                  <a:pt x="4" y="7"/>
                  <a:pt x="1" y="7"/>
                </a:cubicBezTo>
                <a:cubicBezTo>
                  <a:pt x="1" y="4"/>
                  <a:pt x="1" y="2"/>
                  <a:pt x="1" y="0"/>
                </a:cubicBezTo>
                <a:cubicBezTo>
                  <a:pt x="17" y="0"/>
                  <a:pt x="33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7" y="7"/>
                  <a:pt x="44" y="7"/>
                  <a:pt x="42" y="8"/>
                </a:cubicBezTo>
                <a:cubicBezTo>
                  <a:pt x="38" y="8"/>
                  <a:pt x="35" y="10"/>
                  <a:pt x="34" y="15"/>
                </a:cubicBezTo>
                <a:cubicBezTo>
                  <a:pt x="34" y="17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6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8"/>
                  <a:pt x="50" y="129"/>
                  <a:pt x="50" y="131"/>
                </a:cubicBezTo>
                <a:cubicBezTo>
                  <a:pt x="50" y="132"/>
                  <a:pt x="49" y="133"/>
                  <a:pt x="49" y="134"/>
                </a:cubicBezTo>
                <a:cubicBezTo>
                  <a:pt x="33" y="134"/>
                  <a:pt x="17" y="134"/>
                  <a:pt x="0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4" name="Freeform 34">
            <a:extLst xmlns:a="http://schemas.openxmlformats.org/drawingml/2006/main">
              <a:ext uri="{FF2B5EF4-FFF2-40B4-BE49-F238E27FC236}">
                <a16:creationId xmlns:a16="http://schemas.microsoft.com/office/drawing/2014/main" id="{BE1511AD-E1F0-46F3-8972-E4260F582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237" y="689187"/>
            <a:ext cx="24520" cy="68429"/>
          </a:xfrm>
          <a:custGeom xmlns:a="http://schemas.openxmlformats.org/drawingml/2006/main">
            <a:gdLst>
              <a:gd name="T0" fmla="*/ 0 w 49"/>
              <a:gd name="T1" fmla="*/ 7 h 135"/>
              <a:gd name="T2" fmla="*/ 0 w 49"/>
              <a:gd name="T3" fmla="*/ 0 h 135"/>
              <a:gd name="T4" fmla="*/ 49 w 49"/>
              <a:gd name="T5" fmla="*/ 0 h 135"/>
              <a:gd name="T6" fmla="*/ 49 w 49"/>
              <a:gd name="T7" fmla="*/ 7 h 135"/>
              <a:gd name="T8" fmla="*/ 42 w 49"/>
              <a:gd name="T9" fmla="*/ 8 h 135"/>
              <a:gd name="T10" fmla="*/ 34 w 49"/>
              <a:gd name="T11" fmla="*/ 15 h 135"/>
              <a:gd name="T12" fmla="*/ 33 w 49"/>
              <a:gd name="T13" fmla="*/ 23 h 135"/>
              <a:gd name="T14" fmla="*/ 33 w 49"/>
              <a:gd name="T15" fmla="*/ 113 h 135"/>
              <a:gd name="T16" fmla="*/ 46 w 49"/>
              <a:gd name="T17" fmla="*/ 127 h 135"/>
              <a:gd name="T18" fmla="*/ 49 w 49"/>
              <a:gd name="T19" fmla="*/ 127 h 135"/>
              <a:gd name="T20" fmla="*/ 49 w 49"/>
              <a:gd name="T21" fmla="*/ 134 h 135"/>
              <a:gd name="T22" fmla="*/ 0 w 49"/>
              <a:gd name="T23" fmla="*/ 134 h 135"/>
              <a:gd name="T24" fmla="*/ 0 w 49"/>
              <a:gd name="T25" fmla="*/ 127 h 135"/>
              <a:gd name="T26" fmla="*/ 7 w 49"/>
              <a:gd name="T27" fmla="*/ 126 h 135"/>
              <a:gd name="T28" fmla="*/ 16 w 49"/>
              <a:gd name="T29" fmla="*/ 118 h 135"/>
              <a:gd name="T30" fmla="*/ 16 w 49"/>
              <a:gd name="T31" fmla="*/ 113 h 135"/>
              <a:gd name="T32" fmla="*/ 16 w 49"/>
              <a:gd name="T33" fmla="*/ 20 h 135"/>
              <a:gd name="T34" fmla="*/ 15 w 49"/>
              <a:gd name="T35" fmla="*/ 13 h 135"/>
              <a:gd name="T36" fmla="*/ 9 w 49"/>
              <a:gd name="T37" fmla="*/ 8 h 135"/>
              <a:gd name="T38" fmla="*/ 0 w 49"/>
              <a:gd name="T39" fmla="*/ 7 h 135"/>
            </a:gdLst>
            <a:rect l="0" t="0" r="r" b="b"/>
            <a:pathLst>
              <a:path w="49" h="135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5" y="10"/>
                  <a:pt x="34" y="15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5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45" y="135"/>
                  <a:pt x="9" y="135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5" y="127"/>
                  <a:pt x="7" y="126"/>
                </a:cubicBezTo>
                <a:cubicBezTo>
                  <a:pt x="13" y="126"/>
                  <a:pt x="15" y="124"/>
                  <a:pt x="16" y="118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8"/>
                  <a:pt x="15" y="16"/>
                  <a:pt x="15" y="13"/>
                </a:cubicBezTo>
                <a:cubicBezTo>
                  <a:pt x="14" y="10"/>
                  <a:pt x="12" y="8"/>
                  <a:pt x="9" y="8"/>
                </a:cubicBezTo>
                <a:cubicBezTo>
                  <a:pt x="6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5" name="Freeform 35">
            <a:extLst xmlns:a="http://schemas.openxmlformats.org/drawingml/2006/main">
              <a:ext uri="{FF2B5EF4-FFF2-40B4-BE49-F238E27FC236}">
                <a16:creationId xmlns:a16="http://schemas.microsoft.com/office/drawing/2014/main" id="{25FC44D1-287E-46F2-A6F4-DEE2A8146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429" y="689187"/>
            <a:ext cx="24520" cy="67859"/>
          </a:xfrm>
          <a:custGeom xmlns:a="http://schemas.openxmlformats.org/drawingml/2006/main">
            <a:gdLst>
              <a:gd name="T0" fmla="*/ 0 w 49"/>
              <a:gd name="T1" fmla="*/ 7 h 134"/>
              <a:gd name="T2" fmla="*/ 0 w 49"/>
              <a:gd name="T3" fmla="*/ 0 h 134"/>
              <a:gd name="T4" fmla="*/ 49 w 49"/>
              <a:gd name="T5" fmla="*/ 0 h 134"/>
              <a:gd name="T6" fmla="*/ 49 w 49"/>
              <a:gd name="T7" fmla="*/ 7 h 134"/>
              <a:gd name="T8" fmla="*/ 42 w 49"/>
              <a:gd name="T9" fmla="*/ 8 h 134"/>
              <a:gd name="T10" fmla="*/ 34 w 49"/>
              <a:gd name="T11" fmla="*/ 15 h 134"/>
              <a:gd name="T12" fmla="*/ 33 w 49"/>
              <a:gd name="T13" fmla="*/ 23 h 134"/>
              <a:gd name="T14" fmla="*/ 33 w 49"/>
              <a:gd name="T15" fmla="*/ 112 h 134"/>
              <a:gd name="T16" fmla="*/ 34 w 49"/>
              <a:gd name="T17" fmla="*/ 120 h 134"/>
              <a:gd name="T18" fmla="*/ 40 w 49"/>
              <a:gd name="T19" fmla="*/ 126 h 134"/>
              <a:gd name="T20" fmla="*/ 49 w 49"/>
              <a:gd name="T21" fmla="*/ 127 h 134"/>
              <a:gd name="T22" fmla="*/ 49 w 49"/>
              <a:gd name="T23" fmla="*/ 134 h 134"/>
              <a:gd name="T24" fmla="*/ 0 w 49"/>
              <a:gd name="T25" fmla="*/ 134 h 134"/>
              <a:gd name="T26" fmla="*/ 0 w 49"/>
              <a:gd name="T27" fmla="*/ 127 h 134"/>
              <a:gd name="T28" fmla="*/ 8 w 49"/>
              <a:gd name="T29" fmla="*/ 126 h 134"/>
              <a:gd name="T30" fmla="*/ 15 w 49"/>
              <a:gd name="T31" fmla="*/ 119 h 134"/>
              <a:gd name="T32" fmla="*/ 16 w 49"/>
              <a:gd name="T33" fmla="*/ 110 h 134"/>
              <a:gd name="T34" fmla="*/ 16 w 49"/>
              <a:gd name="T35" fmla="*/ 25 h 134"/>
              <a:gd name="T36" fmla="*/ 15 w 49"/>
              <a:gd name="T37" fmla="*/ 15 h 134"/>
              <a:gd name="T38" fmla="*/ 8 w 49"/>
              <a:gd name="T39" fmla="*/ 8 h 134"/>
              <a:gd name="T40" fmla="*/ 0 w 49"/>
              <a:gd name="T41" fmla="*/ 7 h 134"/>
            </a:gdLst>
            <a:rect l="0" t="0" r="r" b="b"/>
            <a:pathLst>
              <a:path w="49" h="134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4" y="10"/>
                  <a:pt x="34" y="15"/>
                </a:cubicBezTo>
                <a:cubicBezTo>
                  <a:pt x="33" y="18"/>
                  <a:pt x="33" y="21"/>
                  <a:pt x="33" y="23"/>
                </a:cubicBezTo>
                <a:cubicBezTo>
                  <a:pt x="33" y="53"/>
                  <a:pt x="33" y="83"/>
                  <a:pt x="33" y="112"/>
                </a:cubicBezTo>
                <a:cubicBezTo>
                  <a:pt x="33" y="115"/>
                  <a:pt x="33" y="118"/>
                  <a:pt x="34" y="120"/>
                </a:cubicBezTo>
                <a:cubicBezTo>
                  <a:pt x="34" y="124"/>
                  <a:pt x="36" y="126"/>
                  <a:pt x="40" y="126"/>
                </a:cubicBezTo>
                <a:cubicBezTo>
                  <a:pt x="43" y="126"/>
                  <a:pt x="45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33" y="134"/>
                  <a:pt x="1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8" y="126"/>
                </a:cubicBezTo>
                <a:cubicBezTo>
                  <a:pt x="13" y="125"/>
                  <a:pt x="15" y="123"/>
                  <a:pt x="15" y="119"/>
                </a:cubicBezTo>
                <a:cubicBezTo>
                  <a:pt x="16" y="116"/>
                  <a:pt x="16" y="113"/>
                  <a:pt x="16" y="110"/>
                </a:cubicBezTo>
                <a:cubicBezTo>
                  <a:pt x="16" y="81"/>
                  <a:pt x="16" y="53"/>
                  <a:pt x="16" y="25"/>
                </a:cubicBezTo>
                <a:cubicBezTo>
                  <a:pt x="16" y="21"/>
                  <a:pt x="16" y="18"/>
                  <a:pt x="15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8" name="Freeform 9">
            <a:extLst xmlns:a="http://schemas.openxmlformats.org/drawingml/2006/main">
              <a:ext uri="{FF2B5EF4-FFF2-40B4-BE49-F238E27FC236}">
                <a16:creationId xmlns:a16="http://schemas.microsoft.com/office/drawing/2014/main" id="{A79F0D82-508B-412E-9FE7-C6900C49D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4981" y="365289"/>
            <a:ext cx="164800" cy="184188"/>
          </a:xfrm>
          <a:custGeom xmlns:a="http://schemas.openxmlformats.org/drawingml/2006/main">
            <a:gdLst>
              <a:gd name="T0" fmla="*/ 324 w 325"/>
              <a:gd name="T1" fmla="*/ 106 h 363"/>
              <a:gd name="T2" fmla="*/ 283 w 325"/>
              <a:gd name="T3" fmla="*/ 179 h 363"/>
              <a:gd name="T4" fmla="*/ 247 w 325"/>
              <a:gd name="T5" fmla="*/ 214 h 363"/>
              <a:gd name="T6" fmla="*/ 241 w 325"/>
              <a:gd name="T7" fmla="*/ 228 h 363"/>
              <a:gd name="T8" fmla="*/ 271 w 325"/>
              <a:gd name="T9" fmla="*/ 230 h 363"/>
              <a:gd name="T10" fmla="*/ 282 w 325"/>
              <a:gd name="T11" fmla="*/ 240 h 363"/>
              <a:gd name="T12" fmla="*/ 269 w 325"/>
              <a:gd name="T13" fmla="*/ 277 h 363"/>
              <a:gd name="T14" fmla="*/ 223 w 325"/>
              <a:gd name="T15" fmla="*/ 316 h 363"/>
              <a:gd name="T16" fmla="*/ 176 w 325"/>
              <a:gd name="T17" fmla="*/ 340 h 363"/>
              <a:gd name="T18" fmla="*/ 160 w 325"/>
              <a:gd name="T19" fmla="*/ 339 h 363"/>
              <a:gd name="T20" fmla="*/ 165 w 325"/>
              <a:gd name="T21" fmla="*/ 329 h 363"/>
              <a:gd name="T22" fmla="*/ 195 w 325"/>
              <a:gd name="T23" fmla="*/ 302 h 363"/>
              <a:gd name="T24" fmla="*/ 214 w 325"/>
              <a:gd name="T25" fmla="*/ 282 h 363"/>
              <a:gd name="T26" fmla="*/ 223 w 325"/>
              <a:gd name="T27" fmla="*/ 265 h 363"/>
              <a:gd name="T28" fmla="*/ 220 w 325"/>
              <a:gd name="T29" fmla="*/ 257 h 363"/>
              <a:gd name="T30" fmla="*/ 179 w 325"/>
              <a:gd name="T31" fmla="*/ 289 h 363"/>
              <a:gd name="T32" fmla="*/ 106 w 325"/>
              <a:gd name="T33" fmla="*/ 335 h 363"/>
              <a:gd name="T34" fmla="*/ 20 w 325"/>
              <a:gd name="T35" fmla="*/ 363 h 363"/>
              <a:gd name="T36" fmla="*/ 4 w 325"/>
              <a:gd name="T37" fmla="*/ 360 h 363"/>
              <a:gd name="T38" fmla="*/ 78 w 325"/>
              <a:gd name="T39" fmla="*/ 306 h 363"/>
              <a:gd name="T40" fmla="*/ 102 w 325"/>
              <a:gd name="T41" fmla="*/ 295 h 363"/>
              <a:gd name="T42" fmla="*/ 208 w 325"/>
              <a:gd name="T43" fmla="*/ 238 h 363"/>
              <a:gd name="T44" fmla="*/ 207 w 325"/>
              <a:gd name="T45" fmla="*/ 232 h 363"/>
              <a:gd name="T46" fmla="*/ 171 w 325"/>
              <a:gd name="T47" fmla="*/ 243 h 363"/>
              <a:gd name="T48" fmla="*/ 163 w 325"/>
              <a:gd name="T49" fmla="*/ 239 h 363"/>
              <a:gd name="T50" fmla="*/ 170 w 325"/>
              <a:gd name="T51" fmla="*/ 226 h 363"/>
              <a:gd name="T52" fmla="*/ 154 w 325"/>
              <a:gd name="T53" fmla="*/ 206 h 363"/>
              <a:gd name="T54" fmla="*/ 122 w 325"/>
              <a:gd name="T55" fmla="*/ 224 h 363"/>
              <a:gd name="T56" fmla="*/ 99 w 325"/>
              <a:gd name="T57" fmla="*/ 236 h 363"/>
              <a:gd name="T58" fmla="*/ 100 w 325"/>
              <a:gd name="T59" fmla="*/ 222 h 363"/>
              <a:gd name="T60" fmla="*/ 116 w 325"/>
              <a:gd name="T61" fmla="*/ 204 h 363"/>
              <a:gd name="T62" fmla="*/ 118 w 325"/>
              <a:gd name="T63" fmla="*/ 183 h 363"/>
              <a:gd name="T64" fmla="*/ 116 w 325"/>
              <a:gd name="T65" fmla="*/ 174 h 363"/>
              <a:gd name="T66" fmla="*/ 143 w 325"/>
              <a:gd name="T67" fmla="*/ 167 h 363"/>
              <a:gd name="T68" fmla="*/ 158 w 325"/>
              <a:gd name="T69" fmla="*/ 145 h 363"/>
              <a:gd name="T70" fmla="*/ 147 w 325"/>
              <a:gd name="T71" fmla="*/ 144 h 363"/>
              <a:gd name="T72" fmla="*/ 132 w 325"/>
              <a:gd name="T73" fmla="*/ 141 h 363"/>
              <a:gd name="T74" fmla="*/ 141 w 325"/>
              <a:gd name="T75" fmla="*/ 129 h 363"/>
              <a:gd name="T76" fmla="*/ 140 w 325"/>
              <a:gd name="T77" fmla="*/ 115 h 363"/>
              <a:gd name="T78" fmla="*/ 112 w 325"/>
              <a:gd name="T79" fmla="*/ 96 h 363"/>
              <a:gd name="T80" fmla="*/ 127 w 325"/>
              <a:gd name="T81" fmla="*/ 92 h 363"/>
              <a:gd name="T82" fmla="*/ 167 w 325"/>
              <a:gd name="T83" fmla="*/ 81 h 363"/>
              <a:gd name="T84" fmla="*/ 203 w 325"/>
              <a:gd name="T85" fmla="*/ 36 h 363"/>
              <a:gd name="T86" fmla="*/ 204 w 325"/>
              <a:gd name="T87" fmla="*/ 10 h 363"/>
              <a:gd name="T88" fmla="*/ 216 w 325"/>
              <a:gd name="T89" fmla="*/ 3 h 363"/>
              <a:gd name="T90" fmla="*/ 224 w 325"/>
              <a:gd name="T91" fmla="*/ 56 h 363"/>
              <a:gd name="T92" fmla="*/ 205 w 325"/>
              <a:gd name="T93" fmla="*/ 91 h 363"/>
              <a:gd name="T94" fmla="*/ 208 w 325"/>
              <a:gd name="T95" fmla="*/ 105 h 363"/>
              <a:gd name="T96" fmla="*/ 267 w 325"/>
              <a:gd name="T97" fmla="*/ 87 h 363"/>
              <a:gd name="T98" fmla="*/ 297 w 325"/>
              <a:gd name="T99" fmla="*/ 85 h 363"/>
              <a:gd name="T100" fmla="*/ 309 w 325"/>
              <a:gd name="T101" fmla="*/ 86 h 363"/>
              <a:gd name="T102" fmla="*/ 325 w 325"/>
              <a:gd name="T103" fmla="*/ 104 h 363"/>
              <a:gd name="T104" fmla="*/ 198 w 325"/>
              <a:gd name="T105" fmla="*/ 126 h 363"/>
              <a:gd name="T106" fmla="*/ 164 w 325"/>
              <a:gd name="T107" fmla="*/ 175 h 363"/>
              <a:gd name="T108" fmla="*/ 181 w 325"/>
              <a:gd name="T109" fmla="*/ 191 h 363"/>
              <a:gd name="T110" fmla="*/ 186 w 325"/>
              <a:gd name="T111" fmla="*/ 173 h 363"/>
              <a:gd name="T112" fmla="*/ 199 w 325"/>
              <a:gd name="T113" fmla="*/ 170 h 363"/>
              <a:gd name="T114" fmla="*/ 206 w 325"/>
              <a:gd name="T115" fmla="*/ 204 h 363"/>
              <a:gd name="T116" fmla="*/ 217 w 325"/>
              <a:gd name="T117" fmla="*/ 206 h 363"/>
              <a:gd name="T118" fmla="*/ 229 w 325"/>
              <a:gd name="T119" fmla="*/ 188 h 363"/>
              <a:gd name="T120" fmla="*/ 261 w 325"/>
              <a:gd name="T121" fmla="*/ 141 h 363"/>
              <a:gd name="T122" fmla="*/ 250 w 325"/>
              <a:gd name="T123" fmla="*/ 134 h 363"/>
              <a:gd name="T124" fmla="*/ 206 w 325"/>
              <a:gd name="T125" fmla="*/ 122 h 363"/>
            </a:gdLst>
            <a:rect l="0" t="0" r="r" b="b"/>
            <a:pathLst>
              <a:path w="325" h="363">
                <a:moveTo>
                  <a:pt x="325" y="104"/>
                </a:moveTo>
                <a:cubicBezTo>
                  <a:pt x="325" y="104"/>
                  <a:pt x="324" y="105"/>
                  <a:pt x="324" y="106"/>
                </a:cubicBezTo>
                <a:cubicBezTo>
                  <a:pt x="323" y="108"/>
                  <a:pt x="323" y="111"/>
                  <a:pt x="322" y="114"/>
                </a:cubicBezTo>
                <a:cubicBezTo>
                  <a:pt x="312" y="138"/>
                  <a:pt x="300" y="160"/>
                  <a:pt x="283" y="179"/>
                </a:cubicBezTo>
                <a:cubicBezTo>
                  <a:pt x="275" y="188"/>
                  <a:pt x="267" y="197"/>
                  <a:pt x="259" y="205"/>
                </a:cubicBezTo>
                <a:cubicBezTo>
                  <a:pt x="255" y="209"/>
                  <a:pt x="251" y="211"/>
                  <a:pt x="247" y="214"/>
                </a:cubicBezTo>
                <a:cubicBezTo>
                  <a:pt x="244" y="217"/>
                  <a:pt x="241" y="219"/>
                  <a:pt x="239" y="223"/>
                </a:cubicBezTo>
                <a:cubicBezTo>
                  <a:pt x="237" y="226"/>
                  <a:pt x="238" y="227"/>
                  <a:pt x="241" y="228"/>
                </a:cubicBezTo>
                <a:cubicBezTo>
                  <a:pt x="243" y="228"/>
                  <a:pt x="245" y="228"/>
                  <a:pt x="246" y="228"/>
                </a:cubicBezTo>
                <a:cubicBezTo>
                  <a:pt x="255" y="229"/>
                  <a:pt x="263" y="230"/>
                  <a:pt x="271" y="230"/>
                </a:cubicBezTo>
                <a:cubicBezTo>
                  <a:pt x="272" y="230"/>
                  <a:pt x="274" y="231"/>
                  <a:pt x="275" y="231"/>
                </a:cubicBezTo>
                <a:cubicBezTo>
                  <a:pt x="280" y="233"/>
                  <a:pt x="282" y="235"/>
                  <a:pt x="282" y="240"/>
                </a:cubicBezTo>
                <a:cubicBezTo>
                  <a:pt x="283" y="247"/>
                  <a:pt x="282" y="253"/>
                  <a:pt x="279" y="259"/>
                </a:cubicBezTo>
                <a:cubicBezTo>
                  <a:pt x="277" y="265"/>
                  <a:pt x="273" y="271"/>
                  <a:pt x="269" y="277"/>
                </a:cubicBezTo>
                <a:cubicBezTo>
                  <a:pt x="260" y="289"/>
                  <a:pt x="248" y="298"/>
                  <a:pt x="237" y="307"/>
                </a:cubicBezTo>
                <a:cubicBezTo>
                  <a:pt x="233" y="311"/>
                  <a:pt x="228" y="314"/>
                  <a:pt x="223" y="316"/>
                </a:cubicBezTo>
                <a:cubicBezTo>
                  <a:pt x="213" y="321"/>
                  <a:pt x="203" y="327"/>
                  <a:pt x="193" y="332"/>
                </a:cubicBezTo>
                <a:cubicBezTo>
                  <a:pt x="187" y="334"/>
                  <a:pt x="182" y="337"/>
                  <a:pt x="176" y="340"/>
                </a:cubicBezTo>
                <a:cubicBezTo>
                  <a:pt x="173" y="341"/>
                  <a:pt x="169" y="341"/>
                  <a:pt x="166" y="342"/>
                </a:cubicBezTo>
                <a:cubicBezTo>
                  <a:pt x="164" y="342"/>
                  <a:pt x="161" y="341"/>
                  <a:pt x="160" y="339"/>
                </a:cubicBezTo>
                <a:cubicBezTo>
                  <a:pt x="159" y="337"/>
                  <a:pt x="160" y="335"/>
                  <a:pt x="162" y="333"/>
                </a:cubicBezTo>
                <a:cubicBezTo>
                  <a:pt x="163" y="332"/>
                  <a:pt x="164" y="330"/>
                  <a:pt x="165" y="329"/>
                </a:cubicBezTo>
                <a:cubicBezTo>
                  <a:pt x="173" y="323"/>
                  <a:pt x="181" y="316"/>
                  <a:pt x="189" y="310"/>
                </a:cubicBezTo>
                <a:cubicBezTo>
                  <a:pt x="192" y="307"/>
                  <a:pt x="194" y="305"/>
                  <a:pt x="195" y="302"/>
                </a:cubicBezTo>
                <a:cubicBezTo>
                  <a:pt x="196" y="300"/>
                  <a:pt x="198" y="297"/>
                  <a:pt x="200" y="295"/>
                </a:cubicBezTo>
                <a:cubicBezTo>
                  <a:pt x="205" y="291"/>
                  <a:pt x="210" y="287"/>
                  <a:pt x="214" y="282"/>
                </a:cubicBezTo>
                <a:cubicBezTo>
                  <a:pt x="217" y="280"/>
                  <a:pt x="218" y="278"/>
                  <a:pt x="219" y="275"/>
                </a:cubicBezTo>
                <a:cubicBezTo>
                  <a:pt x="219" y="271"/>
                  <a:pt x="221" y="268"/>
                  <a:pt x="223" y="265"/>
                </a:cubicBezTo>
                <a:cubicBezTo>
                  <a:pt x="225" y="263"/>
                  <a:pt x="227" y="261"/>
                  <a:pt x="229" y="259"/>
                </a:cubicBezTo>
                <a:cubicBezTo>
                  <a:pt x="227" y="256"/>
                  <a:pt x="224" y="256"/>
                  <a:pt x="220" y="257"/>
                </a:cubicBezTo>
                <a:cubicBezTo>
                  <a:pt x="212" y="260"/>
                  <a:pt x="205" y="264"/>
                  <a:pt x="199" y="270"/>
                </a:cubicBezTo>
                <a:cubicBezTo>
                  <a:pt x="192" y="276"/>
                  <a:pt x="186" y="282"/>
                  <a:pt x="179" y="289"/>
                </a:cubicBezTo>
                <a:cubicBezTo>
                  <a:pt x="169" y="299"/>
                  <a:pt x="157" y="307"/>
                  <a:pt x="144" y="314"/>
                </a:cubicBezTo>
                <a:cubicBezTo>
                  <a:pt x="131" y="320"/>
                  <a:pt x="119" y="328"/>
                  <a:pt x="106" y="335"/>
                </a:cubicBezTo>
                <a:cubicBezTo>
                  <a:pt x="89" y="344"/>
                  <a:pt x="72" y="352"/>
                  <a:pt x="53" y="357"/>
                </a:cubicBezTo>
                <a:cubicBezTo>
                  <a:pt x="43" y="361"/>
                  <a:pt x="32" y="363"/>
                  <a:pt x="20" y="363"/>
                </a:cubicBezTo>
                <a:cubicBezTo>
                  <a:pt x="16" y="362"/>
                  <a:pt x="12" y="361"/>
                  <a:pt x="7" y="361"/>
                </a:cubicBezTo>
                <a:cubicBezTo>
                  <a:pt x="6" y="361"/>
                  <a:pt x="5" y="360"/>
                  <a:pt x="4" y="360"/>
                </a:cubicBezTo>
                <a:cubicBezTo>
                  <a:pt x="0" y="358"/>
                  <a:pt x="0" y="355"/>
                  <a:pt x="4" y="352"/>
                </a:cubicBezTo>
                <a:cubicBezTo>
                  <a:pt x="28" y="337"/>
                  <a:pt x="53" y="321"/>
                  <a:pt x="78" y="306"/>
                </a:cubicBezTo>
                <a:cubicBezTo>
                  <a:pt x="84" y="302"/>
                  <a:pt x="91" y="298"/>
                  <a:pt x="98" y="297"/>
                </a:cubicBezTo>
                <a:cubicBezTo>
                  <a:pt x="100" y="296"/>
                  <a:pt x="101" y="295"/>
                  <a:pt x="102" y="295"/>
                </a:cubicBezTo>
                <a:cubicBezTo>
                  <a:pt x="135" y="275"/>
                  <a:pt x="169" y="257"/>
                  <a:pt x="204" y="241"/>
                </a:cubicBezTo>
                <a:cubicBezTo>
                  <a:pt x="205" y="240"/>
                  <a:pt x="207" y="239"/>
                  <a:pt x="208" y="238"/>
                </a:cubicBezTo>
                <a:cubicBezTo>
                  <a:pt x="209" y="237"/>
                  <a:pt x="210" y="235"/>
                  <a:pt x="210" y="234"/>
                </a:cubicBezTo>
                <a:cubicBezTo>
                  <a:pt x="210" y="233"/>
                  <a:pt x="208" y="232"/>
                  <a:pt x="207" y="232"/>
                </a:cubicBezTo>
                <a:cubicBezTo>
                  <a:pt x="201" y="231"/>
                  <a:pt x="196" y="233"/>
                  <a:pt x="190" y="235"/>
                </a:cubicBezTo>
                <a:cubicBezTo>
                  <a:pt x="184" y="238"/>
                  <a:pt x="178" y="240"/>
                  <a:pt x="171" y="243"/>
                </a:cubicBezTo>
                <a:cubicBezTo>
                  <a:pt x="170" y="243"/>
                  <a:pt x="169" y="244"/>
                  <a:pt x="168" y="244"/>
                </a:cubicBezTo>
                <a:cubicBezTo>
                  <a:pt x="164" y="244"/>
                  <a:pt x="163" y="244"/>
                  <a:pt x="163" y="239"/>
                </a:cubicBezTo>
                <a:cubicBezTo>
                  <a:pt x="163" y="236"/>
                  <a:pt x="164" y="233"/>
                  <a:pt x="166" y="231"/>
                </a:cubicBezTo>
                <a:cubicBezTo>
                  <a:pt x="167" y="229"/>
                  <a:pt x="169" y="228"/>
                  <a:pt x="170" y="226"/>
                </a:cubicBezTo>
                <a:cubicBezTo>
                  <a:pt x="172" y="222"/>
                  <a:pt x="172" y="218"/>
                  <a:pt x="168" y="215"/>
                </a:cubicBezTo>
                <a:cubicBezTo>
                  <a:pt x="164" y="212"/>
                  <a:pt x="159" y="209"/>
                  <a:pt x="154" y="206"/>
                </a:cubicBezTo>
                <a:cubicBezTo>
                  <a:pt x="148" y="203"/>
                  <a:pt x="143" y="205"/>
                  <a:pt x="138" y="210"/>
                </a:cubicBezTo>
                <a:cubicBezTo>
                  <a:pt x="133" y="215"/>
                  <a:pt x="128" y="219"/>
                  <a:pt x="122" y="224"/>
                </a:cubicBezTo>
                <a:cubicBezTo>
                  <a:pt x="118" y="228"/>
                  <a:pt x="112" y="231"/>
                  <a:pt x="107" y="235"/>
                </a:cubicBezTo>
                <a:cubicBezTo>
                  <a:pt x="105" y="236"/>
                  <a:pt x="102" y="238"/>
                  <a:pt x="99" y="236"/>
                </a:cubicBezTo>
                <a:cubicBezTo>
                  <a:pt x="97" y="234"/>
                  <a:pt x="97" y="231"/>
                  <a:pt x="98" y="229"/>
                </a:cubicBezTo>
                <a:cubicBezTo>
                  <a:pt x="98" y="226"/>
                  <a:pt x="99" y="224"/>
                  <a:pt x="100" y="222"/>
                </a:cubicBezTo>
                <a:cubicBezTo>
                  <a:pt x="102" y="219"/>
                  <a:pt x="105" y="217"/>
                  <a:pt x="107" y="214"/>
                </a:cubicBezTo>
                <a:cubicBezTo>
                  <a:pt x="110" y="211"/>
                  <a:pt x="113" y="208"/>
                  <a:pt x="116" y="204"/>
                </a:cubicBezTo>
                <a:cubicBezTo>
                  <a:pt x="118" y="202"/>
                  <a:pt x="119" y="198"/>
                  <a:pt x="120" y="195"/>
                </a:cubicBezTo>
                <a:cubicBezTo>
                  <a:pt x="122" y="191"/>
                  <a:pt x="122" y="187"/>
                  <a:pt x="118" y="183"/>
                </a:cubicBezTo>
                <a:cubicBezTo>
                  <a:pt x="116" y="182"/>
                  <a:pt x="115" y="181"/>
                  <a:pt x="115" y="179"/>
                </a:cubicBezTo>
                <a:cubicBezTo>
                  <a:pt x="113" y="177"/>
                  <a:pt x="113" y="175"/>
                  <a:pt x="116" y="174"/>
                </a:cubicBezTo>
                <a:cubicBezTo>
                  <a:pt x="123" y="173"/>
                  <a:pt x="130" y="171"/>
                  <a:pt x="137" y="170"/>
                </a:cubicBezTo>
                <a:cubicBezTo>
                  <a:pt x="140" y="170"/>
                  <a:pt x="141" y="169"/>
                  <a:pt x="143" y="167"/>
                </a:cubicBezTo>
                <a:cubicBezTo>
                  <a:pt x="146" y="163"/>
                  <a:pt x="150" y="159"/>
                  <a:pt x="153" y="155"/>
                </a:cubicBezTo>
                <a:cubicBezTo>
                  <a:pt x="155" y="152"/>
                  <a:pt x="157" y="149"/>
                  <a:pt x="158" y="145"/>
                </a:cubicBezTo>
                <a:cubicBezTo>
                  <a:pt x="159" y="141"/>
                  <a:pt x="157" y="140"/>
                  <a:pt x="154" y="141"/>
                </a:cubicBezTo>
                <a:cubicBezTo>
                  <a:pt x="151" y="141"/>
                  <a:pt x="149" y="142"/>
                  <a:pt x="147" y="144"/>
                </a:cubicBezTo>
                <a:cubicBezTo>
                  <a:pt x="144" y="146"/>
                  <a:pt x="140" y="146"/>
                  <a:pt x="137" y="145"/>
                </a:cubicBezTo>
                <a:cubicBezTo>
                  <a:pt x="134" y="145"/>
                  <a:pt x="133" y="144"/>
                  <a:pt x="132" y="141"/>
                </a:cubicBezTo>
                <a:cubicBezTo>
                  <a:pt x="132" y="139"/>
                  <a:pt x="132" y="137"/>
                  <a:pt x="134" y="135"/>
                </a:cubicBezTo>
                <a:cubicBezTo>
                  <a:pt x="137" y="133"/>
                  <a:pt x="139" y="131"/>
                  <a:pt x="141" y="129"/>
                </a:cubicBezTo>
                <a:cubicBezTo>
                  <a:pt x="143" y="126"/>
                  <a:pt x="144" y="123"/>
                  <a:pt x="144" y="119"/>
                </a:cubicBezTo>
                <a:cubicBezTo>
                  <a:pt x="144" y="116"/>
                  <a:pt x="143" y="115"/>
                  <a:pt x="140" y="115"/>
                </a:cubicBezTo>
                <a:cubicBezTo>
                  <a:pt x="136" y="115"/>
                  <a:pt x="132" y="115"/>
                  <a:pt x="129" y="114"/>
                </a:cubicBezTo>
                <a:cubicBezTo>
                  <a:pt x="119" y="112"/>
                  <a:pt x="114" y="106"/>
                  <a:pt x="112" y="96"/>
                </a:cubicBezTo>
                <a:cubicBezTo>
                  <a:pt x="112" y="91"/>
                  <a:pt x="113" y="90"/>
                  <a:pt x="118" y="91"/>
                </a:cubicBezTo>
                <a:cubicBezTo>
                  <a:pt x="121" y="91"/>
                  <a:pt x="124" y="91"/>
                  <a:pt x="127" y="92"/>
                </a:cubicBezTo>
                <a:cubicBezTo>
                  <a:pt x="137" y="93"/>
                  <a:pt x="146" y="92"/>
                  <a:pt x="155" y="86"/>
                </a:cubicBezTo>
                <a:cubicBezTo>
                  <a:pt x="158" y="83"/>
                  <a:pt x="163" y="82"/>
                  <a:pt x="167" y="81"/>
                </a:cubicBezTo>
                <a:cubicBezTo>
                  <a:pt x="174" y="79"/>
                  <a:pt x="180" y="76"/>
                  <a:pt x="184" y="70"/>
                </a:cubicBezTo>
                <a:cubicBezTo>
                  <a:pt x="193" y="60"/>
                  <a:pt x="200" y="49"/>
                  <a:pt x="203" y="36"/>
                </a:cubicBezTo>
                <a:cubicBezTo>
                  <a:pt x="204" y="30"/>
                  <a:pt x="205" y="23"/>
                  <a:pt x="205" y="17"/>
                </a:cubicBezTo>
                <a:cubicBezTo>
                  <a:pt x="204" y="15"/>
                  <a:pt x="204" y="13"/>
                  <a:pt x="204" y="10"/>
                </a:cubicBezTo>
                <a:cubicBezTo>
                  <a:pt x="204" y="7"/>
                  <a:pt x="204" y="4"/>
                  <a:pt x="207" y="2"/>
                </a:cubicBezTo>
                <a:cubicBezTo>
                  <a:pt x="211" y="0"/>
                  <a:pt x="213" y="2"/>
                  <a:pt x="216" y="3"/>
                </a:cubicBezTo>
                <a:cubicBezTo>
                  <a:pt x="230" y="11"/>
                  <a:pt x="236" y="28"/>
                  <a:pt x="230" y="43"/>
                </a:cubicBezTo>
                <a:cubicBezTo>
                  <a:pt x="229" y="48"/>
                  <a:pt x="226" y="52"/>
                  <a:pt x="224" y="56"/>
                </a:cubicBezTo>
                <a:cubicBezTo>
                  <a:pt x="219" y="64"/>
                  <a:pt x="214" y="72"/>
                  <a:pt x="209" y="80"/>
                </a:cubicBezTo>
                <a:cubicBezTo>
                  <a:pt x="207" y="83"/>
                  <a:pt x="206" y="87"/>
                  <a:pt x="205" y="91"/>
                </a:cubicBezTo>
                <a:cubicBezTo>
                  <a:pt x="204" y="93"/>
                  <a:pt x="203" y="95"/>
                  <a:pt x="203" y="98"/>
                </a:cubicBezTo>
                <a:cubicBezTo>
                  <a:pt x="203" y="102"/>
                  <a:pt x="205" y="104"/>
                  <a:pt x="208" y="105"/>
                </a:cubicBezTo>
                <a:cubicBezTo>
                  <a:pt x="213" y="106"/>
                  <a:pt x="217" y="105"/>
                  <a:pt x="221" y="104"/>
                </a:cubicBezTo>
                <a:cubicBezTo>
                  <a:pt x="236" y="97"/>
                  <a:pt x="251" y="91"/>
                  <a:pt x="267" y="87"/>
                </a:cubicBezTo>
                <a:cubicBezTo>
                  <a:pt x="274" y="85"/>
                  <a:pt x="280" y="84"/>
                  <a:pt x="287" y="82"/>
                </a:cubicBezTo>
                <a:cubicBezTo>
                  <a:pt x="290" y="82"/>
                  <a:pt x="294" y="82"/>
                  <a:pt x="297" y="85"/>
                </a:cubicBezTo>
                <a:cubicBezTo>
                  <a:pt x="299" y="86"/>
                  <a:pt x="301" y="86"/>
                  <a:pt x="304" y="86"/>
                </a:cubicBezTo>
                <a:cubicBezTo>
                  <a:pt x="305" y="87"/>
                  <a:pt x="307" y="86"/>
                  <a:pt x="309" y="86"/>
                </a:cubicBezTo>
                <a:cubicBezTo>
                  <a:pt x="317" y="86"/>
                  <a:pt x="323" y="89"/>
                  <a:pt x="325" y="97"/>
                </a:cubicBezTo>
                <a:cubicBezTo>
                  <a:pt x="325" y="99"/>
                  <a:pt x="325" y="101"/>
                  <a:pt x="325" y="104"/>
                </a:cubicBezTo>
                <a:close/>
                <a:moveTo>
                  <a:pt x="206" y="122"/>
                </a:moveTo>
                <a:cubicBezTo>
                  <a:pt x="203" y="122"/>
                  <a:pt x="200" y="123"/>
                  <a:pt x="198" y="126"/>
                </a:cubicBezTo>
                <a:cubicBezTo>
                  <a:pt x="189" y="138"/>
                  <a:pt x="179" y="150"/>
                  <a:pt x="169" y="162"/>
                </a:cubicBezTo>
                <a:cubicBezTo>
                  <a:pt x="166" y="166"/>
                  <a:pt x="164" y="170"/>
                  <a:pt x="164" y="175"/>
                </a:cubicBezTo>
                <a:cubicBezTo>
                  <a:pt x="162" y="184"/>
                  <a:pt x="165" y="188"/>
                  <a:pt x="173" y="193"/>
                </a:cubicBezTo>
                <a:cubicBezTo>
                  <a:pt x="176" y="195"/>
                  <a:pt x="179" y="194"/>
                  <a:pt x="181" y="191"/>
                </a:cubicBezTo>
                <a:cubicBezTo>
                  <a:pt x="183" y="188"/>
                  <a:pt x="183" y="186"/>
                  <a:pt x="184" y="183"/>
                </a:cubicBezTo>
                <a:cubicBezTo>
                  <a:pt x="185" y="180"/>
                  <a:pt x="185" y="176"/>
                  <a:pt x="186" y="173"/>
                </a:cubicBezTo>
                <a:cubicBezTo>
                  <a:pt x="187" y="171"/>
                  <a:pt x="188" y="168"/>
                  <a:pt x="190" y="167"/>
                </a:cubicBezTo>
                <a:cubicBezTo>
                  <a:pt x="194" y="164"/>
                  <a:pt x="197" y="165"/>
                  <a:pt x="199" y="170"/>
                </a:cubicBezTo>
                <a:cubicBezTo>
                  <a:pt x="199" y="171"/>
                  <a:pt x="199" y="171"/>
                  <a:pt x="199" y="172"/>
                </a:cubicBezTo>
                <a:cubicBezTo>
                  <a:pt x="202" y="183"/>
                  <a:pt x="205" y="193"/>
                  <a:pt x="206" y="204"/>
                </a:cubicBezTo>
                <a:cubicBezTo>
                  <a:pt x="206" y="206"/>
                  <a:pt x="207" y="209"/>
                  <a:pt x="210" y="210"/>
                </a:cubicBezTo>
                <a:cubicBezTo>
                  <a:pt x="214" y="210"/>
                  <a:pt x="215" y="208"/>
                  <a:pt x="217" y="206"/>
                </a:cubicBezTo>
                <a:cubicBezTo>
                  <a:pt x="217" y="205"/>
                  <a:pt x="217" y="205"/>
                  <a:pt x="218" y="204"/>
                </a:cubicBezTo>
                <a:cubicBezTo>
                  <a:pt x="221" y="199"/>
                  <a:pt x="225" y="193"/>
                  <a:pt x="229" y="188"/>
                </a:cubicBezTo>
                <a:cubicBezTo>
                  <a:pt x="237" y="177"/>
                  <a:pt x="246" y="167"/>
                  <a:pt x="255" y="157"/>
                </a:cubicBezTo>
                <a:cubicBezTo>
                  <a:pt x="259" y="152"/>
                  <a:pt x="261" y="147"/>
                  <a:pt x="261" y="141"/>
                </a:cubicBezTo>
                <a:cubicBezTo>
                  <a:pt x="261" y="137"/>
                  <a:pt x="259" y="135"/>
                  <a:pt x="255" y="134"/>
                </a:cubicBezTo>
                <a:cubicBezTo>
                  <a:pt x="253" y="134"/>
                  <a:pt x="251" y="134"/>
                  <a:pt x="250" y="134"/>
                </a:cubicBezTo>
                <a:cubicBezTo>
                  <a:pt x="240" y="131"/>
                  <a:pt x="231" y="129"/>
                  <a:pt x="221" y="126"/>
                </a:cubicBezTo>
                <a:cubicBezTo>
                  <a:pt x="216" y="125"/>
                  <a:pt x="211" y="123"/>
                  <a:pt x="206" y="1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9" name="Freeform 10">
            <a:extLst xmlns:a="http://schemas.openxmlformats.org/drawingml/2006/main">
              <a:ext uri="{FF2B5EF4-FFF2-40B4-BE49-F238E27FC236}">
                <a16:creationId xmlns:a16="http://schemas.microsoft.com/office/drawing/2014/main" id="{1F02D012-5197-4F7C-AC1B-665A3720E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8190" y="398363"/>
            <a:ext cx="193882" cy="208139"/>
          </a:xfrm>
          <a:custGeom xmlns:a="http://schemas.openxmlformats.org/drawingml/2006/main">
            <a:gdLst>
              <a:gd name="T0" fmla="*/ 83 w 383"/>
              <a:gd name="T1" fmla="*/ 410 h 411"/>
              <a:gd name="T2" fmla="*/ 111 w 383"/>
              <a:gd name="T3" fmla="*/ 380 h 411"/>
              <a:gd name="T4" fmla="*/ 136 w 383"/>
              <a:gd name="T5" fmla="*/ 371 h 411"/>
              <a:gd name="T6" fmla="*/ 198 w 383"/>
              <a:gd name="T7" fmla="*/ 294 h 411"/>
              <a:gd name="T8" fmla="*/ 201 w 383"/>
              <a:gd name="T9" fmla="*/ 280 h 411"/>
              <a:gd name="T10" fmla="*/ 197 w 383"/>
              <a:gd name="T11" fmla="*/ 274 h 411"/>
              <a:gd name="T12" fmla="*/ 166 w 383"/>
              <a:gd name="T13" fmla="*/ 283 h 411"/>
              <a:gd name="T14" fmla="*/ 144 w 383"/>
              <a:gd name="T15" fmla="*/ 291 h 411"/>
              <a:gd name="T16" fmla="*/ 123 w 383"/>
              <a:gd name="T17" fmla="*/ 305 h 411"/>
              <a:gd name="T18" fmla="*/ 62 w 383"/>
              <a:gd name="T19" fmla="*/ 344 h 411"/>
              <a:gd name="T20" fmla="*/ 34 w 383"/>
              <a:gd name="T21" fmla="*/ 353 h 411"/>
              <a:gd name="T22" fmla="*/ 9 w 383"/>
              <a:gd name="T23" fmla="*/ 344 h 411"/>
              <a:gd name="T24" fmla="*/ 1 w 383"/>
              <a:gd name="T25" fmla="*/ 322 h 411"/>
              <a:gd name="T26" fmla="*/ 0 w 383"/>
              <a:gd name="T27" fmla="*/ 288 h 411"/>
              <a:gd name="T28" fmla="*/ 1 w 383"/>
              <a:gd name="T29" fmla="*/ 283 h 411"/>
              <a:gd name="T30" fmla="*/ 6 w 383"/>
              <a:gd name="T31" fmla="*/ 282 h 411"/>
              <a:gd name="T32" fmla="*/ 8 w 383"/>
              <a:gd name="T33" fmla="*/ 285 h 411"/>
              <a:gd name="T34" fmla="*/ 10 w 383"/>
              <a:gd name="T35" fmla="*/ 290 h 411"/>
              <a:gd name="T36" fmla="*/ 32 w 383"/>
              <a:gd name="T37" fmla="*/ 298 h 411"/>
              <a:gd name="T38" fmla="*/ 46 w 383"/>
              <a:gd name="T39" fmla="*/ 293 h 411"/>
              <a:gd name="T40" fmla="*/ 53 w 383"/>
              <a:gd name="T41" fmla="*/ 291 h 411"/>
              <a:gd name="T42" fmla="*/ 65 w 383"/>
              <a:gd name="T43" fmla="*/ 288 h 411"/>
              <a:gd name="T44" fmla="*/ 100 w 383"/>
              <a:gd name="T45" fmla="*/ 268 h 411"/>
              <a:gd name="T46" fmla="*/ 156 w 383"/>
              <a:gd name="T47" fmla="*/ 244 h 411"/>
              <a:gd name="T48" fmla="*/ 197 w 383"/>
              <a:gd name="T49" fmla="*/ 229 h 411"/>
              <a:gd name="T50" fmla="*/ 203 w 383"/>
              <a:gd name="T51" fmla="*/ 226 h 411"/>
              <a:gd name="T52" fmla="*/ 219 w 383"/>
              <a:gd name="T53" fmla="*/ 204 h 411"/>
              <a:gd name="T54" fmla="*/ 222 w 383"/>
              <a:gd name="T55" fmla="*/ 124 h 411"/>
              <a:gd name="T56" fmla="*/ 210 w 383"/>
              <a:gd name="T57" fmla="*/ 69 h 411"/>
              <a:gd name="T58" fmla="*/ 197 w 383"/>
              <a:gd name="T59" fmla="*/ 36 h 411"/>
              <a:gd name="T60" fmla="*/ 194 w 383"/>
              <a:gd name="T61" fmla="*/ 10 h 411"/>
              <a:gd name="T62" fmla="*/ 205 w 383"/>
              <a:gd name="T63" fmla="*/ 2 h 411"/>
              <a:gd name="T64" fmla="*/ 230 w 383"/>
              <a:gd name="T65" fmla="*/ 7 h 411"/>
              <a:gd name="T66" fmla="*/ 237 w 383"/>
              <a:gd name="T67" fmla="*/ 10 h 411"/>
              <a:gd name="T68" fmla="*/ 248 w 383"/>
              <a:gd name="T69" fmla="*/ 19 h 411"/>
              <a:gd name="T70" fmla="*/ 265 w 383"/>
              <a:gd name="T71" fmla="*/ 29 h 411"/>
              <a:gd name="T72" fmla="*/ 280 w 383"/>
              <a:gd name="T73" fmla="*/ 49 h 411"/>
              <a:gd name="T74" fmla="*/ 278 w 383"/>
              <a:gd name="T75" fmla="*/ 66 h 411"/>
              <a:gd name="T76" fmla="*/ 273 w 383"/>
              <a:gd name="T77" fmla="*/ 72 h 411"/>
              <a:gd name="T78" fmla="*/ 270 w 383"/>
              <a:gd name="T79" fmla="*/ 77 h 411"/>
              <a:gd name="T80" fmla="*/ 271 w 383"/>
              <a:gd name="T81" fmla="*/ 158 h 411"/>
              <a:gd name="T82" fmla="*/ 273 w 383"/>
              <a:gd name="T83" fmla="*/ 179 h 411"/>
              <a:gd name="T84" fmla="*/ 278 w 383"/>
              <a:gd name="T85" fmla="*/ 182 h 411"/>
              <a:gd name="T86" fmla="*/ 313 w 383"/>
              <a:gd name="T87" fmla="*/ 160 h 411"/>
              <a:gd name="T88" fmla="*/ 325 w 383"/>
              <a:gd name="T89" fmla="*/ 144 h 411"/>
              <a:gd name="T90" fmla="*/ 341 w 383"/>
              <a:gd name="T91" fmla="*/ 128 h 411"/>
              <a:gd name="T92" fmla="*/ 369 w 383"/>
              <a:gd name="T93" fmla="*/ 122 h 411"/>
              <a:gd name="T94" fmla="*/ 380 w 383"/>
              <a:gd name="T95" fmla="*/ 141 h 411"/>
              <a:gd name="T96" fmla="*/ 372 w 383"/>
              <a:gd name="T97" fmla="*/ 154 h 411"/>
              <a:gd name="T98" fmla="*/ 355 w 383"/>
              <a:gd name="T99" fmla="*/ 169 h 411"/>
              <a:gd name="T100" fmla="*/ 314 w 383"/>
              <a:gd name="T101" fmla="*/ 199 h 411"/>
              <a:gd name="T102" fmla="*/ 275 w 383"/>
              <a:gd name="T103" fmla="*/ 229 h 411"/>
              <a:gd name="T104" fmla="*/ 271 w 383"/>
              <a:gd name="T105" fmla="*/ 238 h 411"/>
              <a:gd name="T106" fmla="*/ 254 w 383"/>
              <a:gd name="T107" fmla="*/ 310 h 411"/>
              <a:gd name="T108" fmla="*/ 250 w 383"/>
              <a:gd name="T109" fmla="*/ 320 h 411"/>
              <a:gd name="T110" fmla="*/ 247 w 383"/>
              <a:gd name="T111" fmla="*/ 325 h 411"/>
              <a:gd name="T112" fmla="*/ 173 w 383"/>
              <a:gd name="T113" fmla="*/ 386 h 411"/>
              <a:gd name="T114" fmla="*/ 95 w 383"/>
              <a:gd name="T115" fmla="*/ 410 h 411"/>
              <a:gd name="T116" fmla="*/ 88 w 383"/>
              <a:gd name="T117" fmla="*/ 411 h 411"/>
              <a:gd name="T118" fmla="*/ 83 w 383"/>
              <a:gd name="T119" fmla="*/ 410 h 411"/>
            </a:gdLst>
            <a:rect l="0" t="0" r="r" b="b"/>
            <a:pathLst>
              <a:path w="383" h="411">
                <a:moveTo>
                  <a:pt x="83" y="410"/>
                </a:moveTo>
                <a:cubicBezTo>
                  <a:pt x="89" y="396"/>
                  <a:pt x="96" y="385"/>
                  <a:pt x="111" y="380"/>
                </a:cubicBezTo>
                <a:cubicBezTo>
                  <a:pt x="120" y="378"/>
                  <a:pt x="128" y="375"/>
                  <a:pt x="136" y="371"/>
                </a:cubicBezTo>
                <a:cubicBezTo>
                  <a:pt x="168" y="355"/>
                  <a:pt x="188" y="328"/>
                  <a:pt x="198" y="294"/>
                </a:cubicBezTo>
                <a:cubicBezTo>
                  <a:pt x="199" y="289"/>
                  <a:pt x="200" y="284"/>
                  <a:pt x="201" y="280"/>
                </a:cubicBezTo>
                <a:cubicBezTo>
                  <a:pt x="202" y="275"/>
                  <a:pt x="201" y="274"/>
                  <a:pt x="197" y="274"/>
                </a:cubicBezTo>
                <a:cubicBezTo>
                  <a:pt x="186" y="275"/>
                  <a:pt x="176" y="278"/>
                  <a:pt x="166" y="283"/>
                </a:cubicBezTo>
                <a:cubicBezTo>
                  <a:pt x="159" y="286"/>
                  <a:pt x="152" y="289"/>
                  <a:pt x="144" y="291"/>
                </a:cubicBezTo>
                <a:cubicBezTo>
                  <a:pt x="136" y="294"/>
                  <a:pt x="130" y="300"/>
                  <a:pt x="123" y="305"/>
                </a:cubicBezTo>
                <a:cubicBezTo>
                  <a:pt x="105" y="321"/>
                  <a:pt x="84" y="334"/>
                  <a:pt x="62" y="344"/>
                </a:cubicBezTo>
                <a:cubicBezTo>
                  <a:pt x="53" y="348"/>
                  <a:pt x="43" y="351"/>
                  <a:pt x="34" y="353"/>
                </a:cubicBezTo>
                <a:cubicBezTo>
                  <a:pt x="24" y="356"/>
                  <a:pt x="15" y="352"/>
                  <a:pt x="9" y="344"/>
                </a:cubicBezTo>
                <a:cubicBezTo>
                  <a:pt x="4" y="338"/>
                  <a:pt x="1" y="330"/>
                  <a:pt x="1" y="322"/>
                </a:cubicBezTo>
                <a:cubicBezTo>
                  <a:pt x="1" y="310"/>
                  <a:pt x="0" y="299"/>
                  <a:pt x="0" y="288"/>
                </a:cubicBezTo>
                <a:cubicBezTo>
                  <a:pt x="0" y="286"/>
                  <a:pt x="0" y="284"/>
                  <a:pt x="1" y="283"/>
                </a:cubicBezTo>
                <a:cubicBezTo>
                  <a:pt x="1" y="280"/>
                  <a:pt x="4" y="279"/>
                  <a:pt x="6" y="282"/>
                </a:cubicBezTo>
                <a:cubicBezTo>
                  <a:pt x="7" y="283"/>
                  <a:pt x="7" y="284"/>
                  <a:pt x="8" y="285"/>
                </a:cubicBezTo>
                <a:cubicBezTo>
                  <a:pt x="9" y="286"/>
                  <a:pt x="9" y="288"/>
                  <a:pt x="10" y="290"/>
                </a:cubicBezTo>
                <a:cubicBezTo>
                  <a:pt x="16" y="297"/>
                  <a:pt x="23" y="301"/>
                  <a:pt x="32" y="298"/>
                </a:cubicBezTo>
                <a:cubicBezTo>
                  <a:pt x="37" y="297"/>
                  <a:pt x="41" y="295"/>
                  <a:pt x="46" y="293"/>
                </a:cubicBezTo>
                <a:cubicBezTo>
                  <a:pt x="48" y="292"/>
                  <a:pt x="51" y="291"/>
                  <a:pt x="53" y="291"/>
                </a:cubicBezTo>
                <a:cubicBezTo>
                  <a:pt x="58" y="292"/>
                  <a:pt x="61" y="290"/>
                  <a:pt x="65" y="288"/>
                </a:cubicBezTo>
                <a:cubicBezTo>
                  <a:pt x="77" y="282"/>
                  <a:pt x="89" y="275"/>
                  <a:pt x="100" y="268"/>
                </a:cubicBezTo>
                <a:cubicBezTo>
                  <a:pt x="118" y="258"/>
                  <a:pt x="137" y="251"/>
                  <a:pt x="156" y="244"/>
                </a:cubicBezTo>
                <a:cubicBezTo>
                  <a:pt x="169" y="239"/>
                  <a:pt x="183" y="234"/>
                  <a:pt x="197" y="229"/>
                </a:cubicBezTo>
                <a:cubicBezTo>
                  <a:pt x="199" y="228"/>
                  <a:pt x="201" y="227"/>
                  <a:pt x="203" y="226"/>
                </a:cubicBezTo>
                <a:cubicBezTo>
                  <a:pt x="212" y="222"/>
                  <a:pt x="218" y="215"/>
                  <a:pt x="219" y="204"/>
                </a:cubicBezTo>
                <a:cubicBezTo>
                  <a:pt x="221" y="178"/>
                  <a:pt x="223" y="151"/>
                  <a:pt x="222" y="124"/>
                </a:cubicBezTo>
                <a:cubicBezTo>
                  <a:pt x="221" y="105"/>
                  <a:pt x="218" y="87"/>
                  <a:pt x="210" y="69"/>
                </a:cubicBezTo>
                <a:cubicBezTo>
                  <a:pt x="205" y="58"/>
                  <a:pt x="201" y="47"/>
                  <a:pt x="197" y="36"/>
                </a:cubicBezTo>
                <a:cubicBezTo>
                  <a:pt x="194" y="28"/>
                  <a:pt x="193" y="19"/>
                  <a:pt x="194" y="10"/>
                </a:cubicBezTo>
                <a:cubicBezTo>
                  <a:pt x="194" y="4"/>
                  <a:pt x="199" y="0"/>
                  <a:pt x="205" y="2"/>
                </a:cubicBezTo>
                <a:cubicBezTo>
                  <a:pt x="213" y="4"/>
                  <a:pt x="222" y="5"/>
                  <a:pt x="230" y="7"/>
                </a:cubicBezTo>
                <a:cubicBezTo>
                  <a:pt x="233" y="7"/>
                  <a:pt x="235" y="9"/>
                  <a:pt x="237" y="10"/>
                </a:cubicBezTo>
                <a:cubicBezTo>
                  <a:pt x="241" y="13"/>
                  <a:pt x="244" y="16"/>
                  <a:pt x="248" y="19"/>
                </a:cubicBezTo>
                <a:cubicBezTo>
                  <a:pt x="253" y="23"/>
                  <a:pt x="259" y="26"/>
                  <a:pt x="265" y="29"/>
                </a:cubicBezTo>
                <a:cubicBezTo>
                  <a:pt x="274" y="33"/>
                  <a:pt x="279" y="40"/>
                  <a:pt x="280" y="49"/>
                </a:cubicBezTo>
                <a:cubicBezTo>
                  <a:pt x="280" y="55"/>
                  <a:pt x="280" y="60"/>
                  <a:pt x="278" y="66"/>
                </a:cubicBezTo>
                <a:cubicBezTo>
                  <a:pt x="277" y="68"/>
                  <a:pt x="275" y="70"/>
                  <a:pt x="273" y="72"/>
                </a:cubicBezTo>
                <a:cubicBezTo>
                  <a:pt x="271" y="74"/>
                  <a:pt x="270" y="75"/>
                  <a:pt x="270" y="77"/>
                </a:cubicBezTo>
                <a:cubicBezTo>
                  <a:pt x="271" y="104"/>
                  <a:pt x="271" y="131"/>
                  <a:pt x="271" y="158"/>
                </a:cubicBezTo>
                <a:cubicBezTo>
                  <a:pt x="272" y="165"/>
                  <a:pt x="272" y="172"/>
                  <a:pt x="273" y="179"/>
                </a:cubicBezTo>
                <a:cubicBezTo>
                  <a:pt x="274" y="183"/>
                  <a:pt x="275" y="184"/>
                  <a:pt x="278" y="182"/>
                </a:cubicBezTo>
                <a:cubicBezTo>
                  <a:pt x="291" y="176"/>
                  <a:pt x="303" y="170"/>
                  <a:pt x="313" y="160"/>
                </a:cubicBezTo>
                <a:cubicBezTo>
                  <a:pt x="317" y="155"/>
                  <a:pt x="321" y="150"/>
                  <a:pt x="325" y="144"/>
                </a:cubicBezTo>
                <a:cubicBezTo>
                  <a:pt x="330" y="138"/>
                  <a:pt x="335" y="132"/>
                  <a:pt x="341" y="128"/>
                </a:cubicBezTo>
                <a:cubicBezTo>
                  <a:pt x="350" y="122"/>
                  <a:pt x="359" y="120"/>
                  <a:pt x="369" y="122"/>
                </a:cubicBezTo>
                <a:cubicBezTo>
                  <a:pt x="379" y="124"/>
                  <a:pt x="383" y="131"/>
                  <a:pt x="380" y="141"/>
                </a:cubicBezTo>
                <a:cubicBezTo>
                  <a:pt x="379" y="146"/>
                  <a:pt x="376" y="151"/>
                  <a:pt x="372" y="154"/>
                </a:cubicBezTo>
                <a:cubicBezTo>
                  <a:pt x="367" y="160"/>
                  <a:pt x="361" y="165"/>
                  <a:pt x="355" y="169"/>
                </a:cubicBezTo>
                <a:cubicBezTo>
                  <a:pt x="341" y="178"/>
                  <a:pt x="328" y="189"/>
                  <a:pt x="314" y="199"/>
                </a:cubicBezTo>
                <a:cubicBezTo>
                  <a:pt x="301" y="209"/>
                  <a:pt x="289" y="219"/>
                  <a:pt x="275" y="229"/>
                </a:cubicBezTo>
                <a:cubicBezTo>
                  <a:pt x="272" y="232"/>
                  <a:pt x="271" y="234"/>
                  <a:pt x="271" y="238"/>
                </a:cubicBezTo>
                <a:cubicBezTo>
                  <a:pt x="267" y="263"/>
                  <a:pt x="262" y="287"/>
                  <a:pt x="254" y="310"/>
                </a:cubicBezTo>
                <a:cubicBezTo>
                  <a:pt x="253" y="314"/>
                  <a:pt x="251" y="317"/>
                  <a:pt x="250" y="320"/>
                </a:cubicBezTo>
                <a:cubicBezTo>
                  <a:pt x="249" y="322"/>
                  <a:pt x="249" y="324"/>
                  <a:pt x="247" y="325"/>
                </a:cubicBezTo>
                <a:cubicBezTo>
                  <a:pt x="226" y="349"/>
                  <a:pt x="202" y="371"/>
                  <a:pt x="173" y="386"/>
                </a:cubicBezTo>
                <a:cubicBezTo>
                  <a:pt x="149" y="400"/>
                  <a:pt x="123" y="408"/>
                  <a:pt x="95" y="410"/>
                </a:cubicBezTo>
                <a:cubicBezTo>
                  <a:pt x="93" y="410"/>
                  <a:pt x="90" y="411"/>
                  <a:pt x="88" y="411"/>
                </a:cubicBezTo>
                <a:cubicBezTo>
                  <a:pt x="87" y="411"/>
                  <a:pt x="85" y="411"/>
                  <a:pt x="83" y="4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0" name="Freeform 11">
            <a:extLst xmlns:a="http://schemas.openxmlformats.org/drawingml/2006/main">
              <a:ext uri="{FF2B5EF4-FFF2-40B4-BE49-F238E27FC236}">
                <a16:creationId xmlns:a16="http://schemas.microsoft.com/office/drawing/2014/main" id="{E55804E9-892E-48CB-B68A-C8953B381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4135" y="400644"/>
            <a:ext cx="98081" cy="227527"/>
          </a:xfrm>
          <a:custGeom xmlns:a="http://schemas.openxmlformats.org/drawingml/2006/main">
            <a:gdLst>
              <a:gd name="T0" fmla="*/ 127 w 193"/>
              <a:gd name="T1" fmla="*/ 371 h 449"/>
              <a:gd name="T2" fmla="*/ 63 w 193"/>
              <a:gd name="T3" fmla="*/ 417 h 449"/>
              <a:gd name="T4" fmla="*/ 47 w 193"/>
              <a:gd name="T5" fmla="*/ 433 h 449"/>
              <a:gd name="T6" fmla="*/ 7 w 193"/>
              <a:gd name="T7" fmla="*/ 434 h 449"/>
              <a:gd name="T8" fmla="*/ 1 w 193"/>
              <a:gd name="T9" fmla="*/ 383 h 449"/>
              <a:gd name="T10" fmla="*/ 33 w 193"/>
              <a:gd name="T11" fmla="*/ 331 h 449"/>
              <a:gd name="T12" fmla="*/ 49 w 193"/>
              <a:gd name="T13" fmla="*/ 286 h 449"/>
              <a:gd name="T14" fmla="*/ 50 w 193"/>
              <a:gd name="T15" fmla="*/ 233 h 449"/>
              <a:gd name="T16" fmla="*/ 38 w 193"/>
              <a:gd name="T17" fmla="*/ 207 h 449"/>
              <a:gd name="T18" fmla="*/ 54 w 193"/>
              <a:gd name="T19" fmla="*/ 201 h 449"/>
              <a:gd name="T20" fmla="*/ 75 w 193"/>
              <a:gd name="T21" fmla="*/ 209 h 449"/>
              <a:gd name="T22" fmla="*/ 107 w 193"/>
              <a:gd name="T23" fmla="*/ 223 h 449"/>
              <a:gd name="T24" fmla="*/ 126 w 193"/>
              <a:gd name="T25" fmla="*/ 233 h 449"/>
              <a:gd name="T26" fmla="*/ 133 w 193"/>
              <a:gd name="T27" fmla="*/ 231 h 449"/>
              <a:gd name="T28" fmla="*/ 135 w 193"/>
              <a:gd name="T29" fmla="*/ 200 h 449"/>
              <a:gd name="T30" fmla="*/ 133 w 193"/>
              <a:gd name="T31" fmla="*/ 99 h 449"/>
              <a:gd name="T32" fmla="*/ 105 w 193"/>
              <a:gd name="T33" fmla="*/ 55 h 449"/>
              <a:gd name="T34" fmla="*/ 77 w 193"/>
              <a:gd name="T35" fmla="*/ 9 h 449"/>
              <a:gd name="T36" fmla="*/ 95 w 193"/>
              <a:gd name="T37" fmla="*/ 6 h 449"/>
              <a:gd name="T38" fmla="*/ 165 w 193"/>
              <a:gd name="T39" fmla="*/ 52 h 449"/>
              <a:gd name="T40" fmla="*/ 189 w 193"/>
              <a:gd name="T41" fmla="*/ 83 h 449"/>
              <a:gd name="T42" fmla="*/ 189 w 193"/>
              <a:gd name="T43" fmla="*/ 292 h 449"/>
              <a:gd name="T44" fmla="*/ 165 w 193"/>
              <a:gd name="T45" fmla="*/ 409 h 449"/>
              <a:gd name="T46" fmla="*/ 145 w 193"/>
              <a:gd name="T47" fmla="*/ 428 h 449"/>
              <a:gd name="T48" fmla="*/ 134 w 193"/>
              <a:gd name="T49" fmla="*/ 415 h 449"/>
              <a:gd name="T50" fmla="*/ 131 w 193"/>
              <a:gd name="T51" fmla="*/ 367 h 449"/>
              <a:gd name="T52" fmla="*/ 124 w 193"/>
              <a:gd name="T53" fmla="*/ 264 h 449"/>
              <a:gd name="T54" fmla="*/ 102 w 193"/>
              <a:gd name="T55" fmla="*/ 280 h 449"/>
              <a:gd name="T56" fmla="*/ 81 w 193"/>
              <a:gd name="T57" fmla="*/ 296 h 449"/>
              <a:gd name="T58" fmla="*/ 59 w 193"/>
              <a:gd name="T59" fmla="*/ 331 h 449"/>
              <a:gd name="T60" fmla="*/ 31 w 193"/>
              <a:gd name="T61" fmla="*/ 373 h 449"/>
              <a:gd name="T62" fmla="*/ 46 w 193"/>
              <a:gd name="T63" fmla="*/ 382 h 449"/>
              <a:gd name="T64" fmla="*/ 78 w 193"/>
              <a:gd name="T65" fmla="*/ 363 h 449"/>
              <a:gd name="T66" fmla="*/ 114 w 193"/>
              <a:gd name="T67" fmla="*/ 346 h 449"/>
              <a:gd name="T68" fmla="*/ 133 w 193"/>
              <a:gd name="T69" fmla="*/ 325 h 449"/>
              <a:gd name="T70" fmla="*/ 132 w 193"/>
              <a:gd name="T71" fmla="*/ 255 h 449"/>
            </a:gdLst>
            <a:rect l="0" t="0" r="r" b="b"/>
            <a:pathLst>
              <a:path w="193" h="449">
                <a:moveTo>
                  <a:pt x="131" y="367"/>
                </a:moveTo>
                <a:cubicBezTo>
                  <a:pt x="129" y="369"/>
                  <a:pt x="128" y="370"/>
                  <a:pt x="127" y="371"/>
                </a:cubicBezTo>
                <a:cubicBezTo>
                  <a:pt x="112" y="385"/>
                  <a:pt x="97" y="397"/>
                  <a:pt x="80" y="408"/>
                </a:cubicBezTo>
                <a:cubicBezTo>
                  <a:pt x="74" y="411"/>
                  <a:pt x="69" y="414"/>
                  <a:pt x="63" y="417"/>
                </a:cubicBezTo>
                <a:cubicBezTo>
                  <a:pt x="61" y="419"/>
                  <a:pt x="59" y="420"/>
                  <a:pt x="57" y="422"/>
                </a:cubicBezTo>
                <a:cubicBezTo>
                  <a:pt x="54" y="426"/>
                  <a:pt x="50" y="430"/>
                  <a:pt x="47" y="433"/>
                </a:cubicBezTo>
                <a:cubicBezTo>
                  <a:pt x="44" y="436"/>
                  <a:pt x="41" y="439"/>
                  <a:pt x="38" y="441"/>
                </a:cubicBezTo>
                <a:cubicBezTo>
                  <a:pt x="27" y="449"/>
                  <a:pt x="13" y="446"/>
                  <a:pt x="7" y="434"/>
                </a:cubicBezTo>
                <a:cubicBezTo>
                  <a:pt x="4" y="428"/>
                  <a:pt x="2" y="421"/>
                  <a:pt x="1" y="415"/>
                </a:cubicBezTo>
                <a:cubicBezTo>
                  <a:pt x="0" y="404"/>
                  <a:pt x="0" y="394"/>
                  <a:pt x="1" y="383"/>
                </a:cubicBezTo>
                <a:cubicBezTo>
                  <a:pt x="2" y="379"/>
                  <a:pt x="3" y="374"/>
                  <a:pt x="7" y="372"/>
                </a:cubicBezTo>
                <a:cubicBezTo>
                  <a:pt x="20" y="361"/>
                  <a:pt x="28" y="346"/>
                  <a:pt x="33" y="331"/>
                </a:cubicBezTo>
                <a:cubicBezTo>
                  <a:pt x="36" y="325"/>
                  <a:pt x="37" y="319"/>
                  <a:pt x="39" y="313"/>
                </a:cubicBezTo>
                <a:cubicBezTo>
                  <a:pt x="42" y="304"/>
                  <a:pt x="45" y="294"/>
                  <a:pt x="49" y="286"/>
                </a:cubicBezTo>
                <a:cubicBezTo>
                  <a:pt x="56" y="272"/>
                  <a:pt x="56" y="258"/>
                  <a:pt x="53" y="244"/>
                </a:cubicBezTo>
                <a:cubicBezTo>
                  <a:pt x="52" y="240"/>
                  <a:pt x="51" y="237"/>
                  <a:pt x="50" y="233"/>
                </a:cubicBezTo>
                <a:cubicBezTo>
                  <a:pt x="49" y="229"/>
                  <a:pt x="47" y="225"/>
                  <a:pt x="44" y="221"/>
                </a:cubicBezTo>
                <a:cubicBezTo>
                  <a:pt x="42" y="217"/>
                  <a:pt x="39" y="212"/>
                  <a:pt x="38" y="207"/>
                </a:cubicBezTo>
                <a:cubicBezTo>
                  <a:pt x="36" y="202"/>
                  <a:pt x="38" y="199"/>
                  <a:pt x="44" y="199"/>
                </a:cubicBezTo>
                <a:cubicBezTo>
                  <a:pt x="48" y="199"/>
                  <a:pt x="51" y="199"/>
                  <a:pt x="54" y="201"/>
                </a:cubicBezTo>
                <a:cubicBezTo>
                  <a:pt x="55" y="202"/>
                  <a:pt x="56" y="203"/>
                  <a:pt x="57" y="203"/>
                </a:cubicBezTo>
                <a:cubicBezTo>
                  <a:pt x="62" y="208"/>
                  <a:pt x="68" y="209"/>
                  <a:pt x="75" y="209"/>
                </a:cubicBezTo>
                <a:cubicBezTo>
                  <a:pt x="83" y="209"/>
                  <a:pt x="90" y="212"/>
                  <a:pt x="96" y="218"/>
                </a:cubicBezTo>
                <a:cubicBezTo>
                  <a:pt x="99" y="221"/>
                  <a:pt x="103" y="223"/>
                  <a:pt x="107" y="223"/>
                </a:cubicBezTo>
                <a:cubicBezTo>
                  <a:pt x="110" y="223"/>
                  <a:pt x="112" y="224"/>
                  <a:pt x="115" y="225"/>
                </a:cubicBezTo>
                <a:cubicBezTo>
                  <a:pt x="120" y="226"/>
                  <a:pt x="124" y="229"/>
                  <a:pt x="126" y="233"/>
                </a:cubicBezTo>
                <a:cubicBezTo>
                  <a:pt x="126" y="234"/>
                  <a:pt x="127" y="235"/>
                  <a:pt x="128" y="236"/>
                </a:cubicBezTo>
                <a:cubicBezTo>
                  <a:pt x="131" y="236"/>
                  <a:pt x="132" y="234"/>
                  <a:pt x="133" y="231"/>
                </a:cubicBezTo>
                <a:cubicBezTo>
                  <a:pt x="134" y="229"/>
                  <a:pt x="134" y="227"/>
                  <a:pt x="134" y="225"/>
                </a:cubicBezTo>
                <a:cubicBezTo>
                  <a:pt x="134" y="217"/>
                  <a:pt x="134" y="208"/>
                  <a:pt x="135" y="200"/>
                </a:cubicBezTo>
                <a:cubicBezTo>
                  <a:pt x="137" y="176"/>
                  <a:pt x="139" y="151"/>
                  <a:pt x="137" y="127"/>
                </a:cubicBezTo>
                <a:cubicBezTo>
                  <a:pt x="137" y="118"/>
                  <a:pt x="135" y="109"/>
                  <a:pt x="133" y="99"/>
                </a:cubicBezTo>
                <a:cubicBezTo>
                  <a:pt x="132" y="90"/>
                  <a:pt x="127" y="81"/>
                  <a:pt x="121" y="74"/>
                </a:cubicBezTo>
                <a:cubicBezTo>
                  <a:pt x="116" y="67"/>
                  <a:pt x="111" y="61"/>
                  <a:pt x="105" y="55"/>
                </a:cubicBezTo>
                <a:cubicBezTo>
                  <a:pt x="98" y="46"/>
                  <a:pt x="90" y="36"/>
                  <a:pt x="83" y="27"/>
                </a:cubicBezTo>
                <a:cubicBezTo>
                  <a:pt x="79" y="22"/>
                  <a:pt x="77" y="15"/>
                  <a:pt x="77" y="9"/>
                </a:cubicBezTo>
                <a:cubicBezTo>
                  <a:pt x="77" y="3"/>
                  <a:pt x="80" y="0"/>
                  <a:pt x="86" y="2"/>
                </a:cubicBezTo>
                <a:cubicBezTo>
                  <a:pt x="89" y="2"/>
                  <a:pt x="92" y="4"/>
                  <a:pt x="95" y="6"/>
                </a:cubicBezTo>
                <a:cubicBezTo>
                  <a:pt x="105" y="15"/>
                  <a:pt x="116" y="22"/>
                  <a:pt x="128" y="28"/>
                </a:cubicBezTo>
                <a:cubicBezTo>
                  <a:pt x="141" y="35"/>
                  <a:pt x="154" y="43"/>
                  <a:pt x="165" y="52"/>
                </a:cubicBezTo>
                <a:cubicBezTo>
                  <a:pt x="172" y="58"/>
                  <a:pt x="179" y="64"/>
                  <a:pt x="184" y="72"/>
                </a:cubicBezTo>
                <a:cubicBezTo>
                  <a:pt x="186" y="75"/>
                  <a:pt x="188" y="78"/>
                  <a:pt x="189" y="83"/>
                </a:cubicBezTo>
                <a:cubicBezTo>
                  <a:pt x="192" y="122"/>
                  <a:pt x="193" y="162"/>
                  <a:pt x="193" y="202"/>
                </a:cubicBezTo>
                <a:cubicBezTo>
                  <a:pt x="193" y="232"/>
                  <a:pt x="192" y="262"/>
                  <a:pt x="189" y="292"/>
                </a:cubicBezTo>
                <a:cubicBezTo>
                  <a:pt x="186" y="321"/>
                  <a:pt x="183" y="350"/>
                  <a:pt x="176" y="378"/>
                </a:cubicBezTo>
                <a:cubicBezTo>
                  <a:pt x="173" y="388"/>
                  <a:pt x="170" y="399"/>
                  <a:pt x="165" y="409"/>
                </a:cubicBezTo>
                <a:cubicBezTo>
                  <a:pt x="162" y="414"/>
                  <a:pt x="159" y="419"/>
                  <a:pt x="155" y="423"/>
                </a:cubicBezTo>
                <a:cubicBezTo>
                  <a:pt x="152" y="426"/>
                  <a:pt x="149" y="428"/>
                  <a:pt x="145" y="428"/>
                </a:cubicBezTo>
                <a:cubicBezTo>
                  <a:pt x="140" y="429"/>
                  <a:pt x="136" y="427"/>
                  <a:pt x="135" y="422"/>
                </a:cubicBezTo>
                <a:cubicBezTo>
                  <a:pt x="135" y="420"/>
                  <a:pt x="135" y="418"/>
                  <a:pt x="134" y="415"/>
                </a:cubicBezTo>
                <a:cubicBezTo>
                  <a:pt x="134" y="407"/>
                  <a:pt x="135" y="399"/>
                  <a:pt x="135" y="391"/>
                </a:cubicBezTo>
                <a:cubicBezTo>
                  <a:pt x="134" y="383"/>
                  <a:pt x="134" y="375"/>
                  <a:pt x="131" y="367"/>
                </a:cubicBezTo>
                <a:close/>
                <a:moveTo>
                  <a:pt x="132" y="255"/>
                </a:moveTo>
                <a:cubicBezTo>
                  <a:pt x="127" y="257"/>
                  <a:pt x="125" y="260"/>
                  <a:pt x="124" y="264"/>
                </a:cubicBezTo>
                <a:cubicBezTo>
                  <a:pt x="123" y="267"/>
                  <a:pt x="122" y="271"/>
                  <a:pt x="119" y="273"/>
                </a:cubicBezTo>
                <a:cubicBezTo>
                  <a:pt x="114" y="277"/>
                  <a:pt x="108" y="280"/>
                  <a:pt x="102" y="280"/>
                </a:cubicBezTo>
                <a:cubicBezTo>
                  <a:pt x="97" y="280"/>
                  <a:pt x="94" y="282"/>
                  <a:pt x="91" y="285"/>
                </a:cubicBezTo>
                <a:cubicBezTo>
                  <a:pt x="87" y="289"/>
                  <a:pt x="84" y="292"/>
                  <a:pt x="81" y="296"/>
                </a:cubicBezTo>
                <a:cubicBezTo>
                  <a:pt x="78" y="299"/>
                  <a:pt x="76" y="302"/>
                  <a:pt x="75" y="305"/>
                </a:cubicBezTo>
                <a:cubicBezTo>
                  <a:pt x="71" y="315"/>
                  <a:pt x="66" y="323"/>
                  <a:pt x="59" y="331"/>
                </a:cubicBezTo>
                <a:cubicBezTo>
                  <a:pt x="54" y="337"/>
                  <a:pt x="50" y="343"/>
                  <a:pt x="45" y="349"/>
                </a:cubicBezTo>
                <a:cubicBezTo>
                  <a:pt x="39" y="356"/>
                  <a:pt x="34" y="364"/>
                  <a:pt x="31" y="373"/>
                </a:cubicBezTo>
                <a:cubicBezTo>
                  <a:pt x="29" y="377"/>
                  <a:pt x="29" y="379"/>
                  <a:pt x="34" y="381"/>
                </a:cubicBezTo>
                <a:cubicBezTo>
                  <a:pt x="38" y="382"/>
                  <a:pt x="42" y="383"/>
                  <a:pt x="46" y="382"/>
                </a:cubicBezTo>
                <a:cubicBezTo>
                  <a:pt x="53" y="381"/>
                  <a:pt x="59" y="378"/>
                  <a:pt x="64" y="374"/>
                </a:cubicBezTo>
                <a:cubicBezTo>
                  <a:pt x="69" y="371"/>
                  <a:pt x="73" y="367"/>
                  <a:pt x="78" y="363"/>
                </a:cubicBezTo>
                <a:cubicBezTo>
                  <a:pt x="81" y="361"/>
                  <a:pt x="83" y="359"/>
                  <a:pt x="87" y="358"/>
                </a:cubicBezTo>
                <a:cubicBezTo>
                  <a:pt x="97" y="356"/>
                  <a:pt x="106" y="351"/>
                  <a:pt x="114" y="346"/>
                </a:cubicBezTo>
                <a:cubicBezTo>
                  <a:pt x="119" y="343"/>
                  <a:pt x="123" y="340"/>
                  <a:pt x="127" y="338"/>
                </a:cubicBezTo>
                <a:cubicBezTo>
                  <a:pt x="131" y="335"/>
                  <a:pt x="133" y="331"/>
                  <a:pt x="133" y="325"/>
                </a:cubicBezTo>
                <a:cubicBezTo>
                  <a:pt x="132" y="304"/>
                  <a:pt x="132" y="282"/>
                  <a:pt x="132" y="260"/>
                </a:cubicBezTo>
                <a:cubicBezTo>
                  <a:pt x="132" y="259"/>
                  <a:pt x="132" y="257"/>
                  <a:pt x="132" y="25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1" name="Freeform 12">
            <a:extLst xmlns:a="http://schemas.openxmlformats.org/drawingml/2006/main">
              <a:ext uri="{FF2B5EF4-FFF2-40B4-BE49-F238E27FC236}">
                <a16:creationId xmlns:a16="http://schemas.microsoft.com/office/drawing/2014/main" id="{881EBA30-6B5F-4A67-839B-34B8D9003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0994" y="431437"/>
            <a:ext cx="115759" cy="160238"/>
          </a:xfrm>
          <a:custGeom xmlns:a="http://schemas.openxmlformats.org/drawingml/2006/main">
            <a:gdLst>
              <a:gd name="T0" fmla="*/ 34 w 229"/>
              <a:gd name="T1" fmla="*/ 0 h 316"/>
              <a:gd name="T2" fmla="*/ 37 w 229"/>
              <a:gd name="T3" fmla="*/ 2 h 316"/>
              <a:gd name="T4" fmla="*/ 69 w 229"/>
              <a:gd name="T5" fmla="*/ 32 h 316"/>
              <a:gd name="T6" fmla="*/ 73 w 229"/>
              <a:gd name="T7" fmla="*/ 38 h 316"/>
              <a:gd name="T8" fmla="*/ 99 w 229"/>
              <a:gd name="T9" fmla="*/ 117 h 316"/>
              <a:gd name="T10" fmla="*/ 101 w 229"/>
              <a:gd name="T11" fmla="*/ 128 h 316"/>
              <a:gd name="T12" fmla="*/ 112 w 229"/>
              <a:gd name="T13" fmla="*/ 132 h 316"/>
              <a:gd name="T14" fmla="*/ 120 w 229"/>
              <a:gd name="T15" fmla="*/ 127 h 316"/>
              <a:gd name="T16" fmla="*/ 145 w 229"/>
              <a:gd name="T17" fmla="*/ 109 h 316"/>
              <a:gd name="T18" fmla="*/ 148 w 229"/>
              <a:gd name="T19" fmla="*/ 103 h 316"/>
              <a:gd name="T20" fmla="*/ 148 w 229"/>
              <a:gd name="T21" fmla="*/ 80 h 316"/>
              <a:gd name="T22" fmla="*/ 159 w 229"/>
              <a:gd name="T23" fmla="*/ 69 h 316"/>
              <a:gd name="T24" fmla="*/ 162 w 229"/>
              <a:gd name="T25" fmla="*/ 71 h 316"/>
              <a:gd name="T26" fmla="*/ 164 w 229"/>
              <a:gd name="T27" fmla="*/ 75 h 316"/>
              <a:gd name="T28" fmla="*/ 171 w 229"/>
              <a:gd name="T29" fmla="*/ 86 h 316"/>
              <a:gd name="T30" fmla="*/ 204 w 229"/>
              <a:gd name="T31" fmla="*/ 104 h 316"/>
              <a:gd name="T32" fmla="*/ 209 w 229"/>
              <a:gd name="T33" fmla="*/ 112 h 316"/>
              <a:gd name="T34" fmla="*/ 169 w 229"/>
              <a:gd name="T35" fmla="*/ 170 h 316"/>
              <a:gd name="T36" fmla="*/ 128 w 229"/>
              <a:gd name="T37" fmla="*/ 175 h 316"/>
              <a:gd name="T38" fmla="*/ 114 w 229"/>
              <a:gd name="T39" fmla="*/ 190 h 316"/>
              <a:gd name="T40" fmla="*/ 115 w 229"/>
              <a:gd name="T41" fmla="*/ 196 h 316"/>
              <a:gd name="T42" fmla="*/ 115 w 229"/>
              <a:gd name="T43" fmla="*/ 219 h 316"/>
              <a:gd name="T44" fmla="*/ 109 w 229"/>
              <a:gd name="T45" fmla="*/ 226 h 316"/>
              <a:gd name="T46" fmla="*/ 89 w 229"/>
              <a:gd name="T47" fmla="*/ 246 h 316"/>
              <a:gd name="T48" fmla="*/ 95 w 229"/>
              <a:gd name="T49" fmla="*/ 260 h 316"/>
              <a:gd name="T50" fmla="*/ 113 w 229"/>
              <a:gd name="T51" fmla="*/ 259 h 316"/>
              <a:gd name="T52" fmla="*/ 148 w 229"/>
              <a:gd name="T53" fmla="*/ 248 h 316"/>
              <a:gd name="T54" fmla="*/ 170 w 229"/>
              <a:gd name="T55" fmla="*/ 243 h 316"/>
              <a:gd name="T56" fmla="*/ 187 w 229"/>
              <a:gd name="T57" fmla="*/ 237 h 316"/>
              <a:gd name="T58" fmla="*/ 212 w 229"/>
              <a:gd name="T59" fmla="*/ 229 h 316"/>
              <a:gd name="T60" fmla="*/ 220 w 229"/>
              <a:gd name="T61" fmla="*/ 229 h 316"/>
              <a:gd name="T62" fmla="*/ 227 w 229"/>
              <a:gd name="T63" fmla="*/ 241 h 316"/>
              <a:gd name="T64" fmla="*/ 214 w 229"/>
              <a:gd name="T65" fmla="*/ 267 h 316"/>
              <a:gd name="T66" fmla="*/ 203 w 229"/>
              <a:gd name="T67" fmla="*/ 277 h 316"/>
              <a:gd name="T68" fmla="*/ 174 w 229"/>
              <a:gd name="T69" fmla="*/ 289 h 316"/>
              <a:gd name="T70" fmla="*/ 140 w 229"/>
              <a:gd name="T71" fmla="*/ 298 h 316"/>
              <a:gd name="T72" fmla="*/ 127 w 229"/>
              <a:gd name="T73" fmla="*/ 298 h 316"/>
              <a:gd name="T74" fmla="*/ 116 w 229"/>
              <a:gd name="T75" fmla="*/ 301 h 316"/>
              <a:gd name="T76" fmla="*/ 55 w 229"/>
              <a:gd name="T77" fmla="*/ 304 h 316"/>
              <a:gd name="T78" fmla="*/ 44 w 229"/>
              <a:gd name="T79" fmla="*/ 292 h 316"/>
              <a:gd name="T80" fmla="*/ 27 w 229"/>
              <a:gd name="T81" fmla="*/ 257 h 316"/>
              <a:gd name="T82" fmla="*/ 25 w 229"/>
              <a:gd name="T83" fmla="*/ 252 h 316"/>
              <a:gd name="T84" fmla="*/ 18 w 229"/>
              <a:gd name="T85" fmla="*/ 217 h 316"/>
              <a:gd name="T86" fmla="*/ 18 w 229"/>
              <a:gd name="T87" fmla="*/ 210 h 316"/>
              <a:gd name="T88" fmla="*/ 1 w 229"/>
              <a:gd name="T89" fmla="*/ 140 h 316"/>
              <a:gd name="T90" fmla="*/ 0 w 229"/>
              <a:gd name="T91" fmla="*/ 134 h 316"/>
              <a:gd name="T92" fmla="*/ 18 w 229"/>
              <a:gd name="T93" fmla="*/ 50 h 316"/>
              <a:gd name="T94" fmla="*/ 32 w 229"/>
              <a:gd name="T95" fmla="*/ 4 h 316"/>
              <a:gd name="T96" fmla="*/ 34 w 229"/>
              <a:gd name="T97" fmla="*/ 0 h 316"/>
            </a:gdLst>
            <a:rect l="0" t="0" r="r" b="b"/>
            <a:pathLst>
              <a:path w="229" h="316">
                <a:moveTo>
                  <a:pt x="34" y="0"/>
                </a:moveTo>
                <a:cubicBezTo>
                  <a:pt x="35" y="1"/>
                  <a:pt x="36" y="2"/>
                  <a:pt x="37" y="2"/>
                </a:cubicBezTo>
                <a:cubicBezTo>
                  <a:pt x="48" y="12"/>
                  <a:pt x="58" y="22"/>
                  <a:pt x="69" y="32"/>
                </a:cubicBezTo>
                <a:cubicBezTo>
                  <a:pt x="71" y="34"/>
                  <a:pt x="72" y="36"/>
                  <a:pt x="73" y="38"/>
                </a:cubicBezTo>
                <a:cubicBezTo>
                  <a:pt x="86" y="63"/>
                  <a:pt x="94" y="89"/>
                  <a:pt x="99" y="117"/>
                </a:cubicBezTo>
                <a:cubicBezTo>
                  <a:pt x="99" y="120"/>
                  <a:pt x="100" y="124"/>
                  <a:pt x="101" y="128"/>
                </a:cubicBezTo>
                <a:cubicBezTo>
                  <a:pt x="103" y="133"/>
                  <a:pt x="107" y="134"/>
                  <a:pt x="112" y="132"/>
                </a:cubicBezTo>
                <a:cubicBezTo>
                  <a:pt x="115" y="130"/>
                  <a:pt x="117" y="129"/>
                  <a:pt x="120" y="127"/>
                </a:cubicBezTo>
                <a:cubicBezTo>
                  <a:pt x="128" y="121"/>
                  <a:pt x="136" y="115"/>
                  <a:pt x="145" y="109"/>
                </a:cubicBezTo>
                <a:cubicBezTo>
                  <a:pt x="147" y="108"/>
                  <a:pt x="148" y="106"/>
                  <a:pt x="148" y="103"/>
                </a:cubicBezTo>
                <a:cubicBezTo>
                  <a:pt x="148" y="95"/>
                  <a:pt x="148" y="88"/>
                  <a:pt x="148" y="80"/>
                </a:cubicBezTo>
                <a:cubicBezTo>
                  <a:pt x="148" y="75"/>
                  <a:pt x="153" y="69"/>
                  <a:pt x="159" y="69"/>
                </a:cubicBezTo>
                <a:cubicBezTo>
                  <a:pt x="160" y="69"/>
                  <a:pt x="162" y="70"/>
                  <a:pt x="162" y="71"/>
                </a:cubicBezTo>
                <a:cubicBezTo>
                  <a:pt x="163" y="72"/>
                  <a:pt x="164" y="73"/>
                  <a:pt x="164" y="75"/>
                </a:cubicBezTo>
                <a:cubicBezTo>
                  <a:pt x="164" y="79"/>
                  <a:pt x="167" y="83"/>
                  <a:pt x="171" y="86"/>
                </a:cubicBezTo>
                <a:cubicBezTo>
                  <a:pt x="181" y="94"/>
                  <a:pt x="192" y="100"/>
                  <a:pt x="204" y="104"/>
                </a:cubicBezTo>
                <a:cubicBezTo>
                  <a:pt x="208" y="106"/>
                  <a:pt x="209" y="108"/>
                  <a:pt x="209" y="112"/>
                </a:cubicBezTo>
                <a:cubicBezTo>
                  <a:pt x="210" y="140"/>
                  <a:pt x="196" y="160"/>
                  <a:pt x="169" y="170"/>
                </a:cubicBezTo>
                <a:cubicBezTo>
                  <a:pt x="156" y="175"/>
                  <a:pt x="142" y="177"/>
                  <a:pt x="128" y="175"/>
                </a:cubicBezTo>
                <a:cubicBezTo>
                  <a:pt x="119" y="173"/>
                  <a:pt x="112" y="182"/>
                  <a:pt x="114" y="190"/>
                </a:cubicBezTo>
                <a:cubicBezTo>
                  <a:pt x="114" y="192"/>
                  <a:pt x="115" y="194"/>
                  <a:pt x="115" y="196"/>
                </a:cubicBezTo>
                <a:cubicBezTo>
                  <a:pt x="118" y="203"/>
                  <a:pt x="118" y="211"/>
                  <a:pt x="115" y="219"/>
                </a:cubicBezTo>
                <a:cubicBezTo>
                  <a:pt x="114" y="222"/>
                  <a:pt x="112" y="224"/>
                  <a:pt x="109" y="226"/>
                </a:cubicBezTo>
                <a:cubicBezTo>
                  <a:pt x="101" y="231"/>
                  <a:pt x="95" y="238"/>
                  <a:pt x="89" y="246"/>
                </a:cubicBezTo>
                <a:cubicBezTo>
                  <a:pt x="84" y="254"/>
                  <a:pt x="85" y="258"/>
                  <a:pt x="95" y="260"/>
                </a:cubicBezTo>
                <a:cubicBezTo>
                  <a:pt x="101" y="261"/>
                  <a:pt x="107" y="261"/>
                  <a:pt x="113" y="259"/>
                </a:cubicBezTo>
                <a:cubicBezTo>
                  <a:pt x="125" y="256"/>
                  <a:pt x="137" y="252"/>
                  <a:pt x="148" y="248"/>
                </a:cubicBezTo>
                <a:cubicBezTo>
                  <a:pt x="155" y="245"/>
                  <a:pt x="162" y="243"/>
                  <a:pt x="170" y="243"/>
                </a:cubicBezTo>
                <a:cubicBezTo>
                  <a:pt x="176" y="242"/>
                  <a:pt x="182" y="240"/>
                  <a:pt x="187" y="237"/>
                </a:cubicBezTo>
                <a:cubicBezTo>
                  <a:pt x="195" y="234"/>
                  <a:pt x="203" y="230"/>
                  <a:pt x="212" y="229"/>
                </a:cubicBezTo>
                <a:cubicBezTo>
                  <a:pt x="214" y="229"/>
                  <a:pt x="217" y="229"/>
                  <a:pt x="220" y="229"/>
                </a:cubicBezTo>
                <a:cubicBezTo>
                  <a:pt x="226" y="230"/>
                  <a:pt x="229" y="236"/>
                  <a:pt x="227" y="241"/>
                </a:cubicBezTo>
                <a:cubicBezTo>
                  <a:pt x="223" y="250"/>
                  <a:pt x="218" y="259"/>
                  <a:pt x="214" y="267"/>
                </a:cubicBezTo>
                <a:cubicBezTo>
                  <a:pt x="211" y="271"/>
                  <a:pt x="207" y="274"/>
                  <a:pt x="203" y="277"/>
                </a:cubicBezTo>
                <a:cubicBezTo>
                  <a:pt x="194" y="282"/>
                  <a:pt x="184" y="286"/>
                  <a:pt x="174" y="289"/>
                </a:cubicBezTo>
                <a:cubicBezTo>
                  <a:pt x="163" y="292"/>
                  <a:pt x="151" y="295"/>
                  <a:pt x="140" y="298"/>
                </a:cubicBezTo>
                <a:cubicBezTo>
                  <a:pt x="136" y="299"/>
                  <a:pt x="131" y="298"/>
                  <a:pt x="127" y="298"/>
                </a:cubicBezTo>
                <a:cubicBezTo>
                  <a:pt x="122" y="298"/>
                  <a:pt x="119" y="299"/>
                  <a:pt x="116" y="301"/>
                </a:cubicBezTo>
                <a:cubicBezTo>
                  <a:pt x="97" y="315"/>
                  <a:pt x="74" y="316"/>
                  <a:pt x="55" y="304"/>
                </a:cubicBezTo>
                <a:cubicBezTo>
                  <a:pt x="51" y="301"/>
                  <a:pt x="47" y="297"/>
                  <a:pt x="44" y="292"/>
                </a:cubicBezTo>
                <a:cubicBezTo>
                  <a:pt x="37" y="281"/>
                  <a:pt x="32" y="269"/>
                  <a:pt x="27" y="257"/>
                </a:cubicBezTo>
                <a:cubicBezTo>
                  <a:pt x="26" y="255"/>
                  <a:pt x="26" y="254"/>
                  <a:pt x="25" y="252"/>
                </a:cubicBezTo>
                <a:cubicBezTo>
                  <a:pt x="20" y="241"/>
                  <a:pt x="17" y="230"/>
                  <a:pt x="18" y="217"/>
                </a:cubicBezTo>
                <a:cubicBezTo>
                  <a:pt x="19" y="215"/>
                  <a:pt x="18" y="213"/>
                  <a:pt x="18" y="210"/>
                </a:cubicBezTo>
                <a:cubicBezTo>
                  <a:pt x="12" y="187"/>
                  <a:pt x="6" y="163"/>
                  <a:pt x="1" y="140"/>
                </a:cubicBezTo>
                <a:cubicBezTo>
                  <a:pt x="0" y="138"/>
                  <a:pt x="0" y="136"/>
                  <a:pt x="0" y="134"/>
                </a:cubicBezTo>
                <a:cubicBezTo>
                  <a:pt x="6" y="106"/>
                  <a:pt x="12" y="78"/>
                  <a:pt x="18" y="50"/>
                </a:cubicBezTo>
                <a:cubicBezTo>
                  <a:pt x="22" y="35"/>
                  <a:pt x="26" y="19"/>
                  <a:pt x="32" y="4"/>
                </a:cubicBezTo>
                <a:cubicBezTo>
                  <a:pt x="33" y="2"/>
                  <a:pt x="33" y="1"/>
                  <a:pt x="3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2" name="Freeform 13">
            <a:extLst xmlns:a="http://schemas.openxmlformats.org/drawingml/2006/main">
              <a:ext uri="{FF2B5EF4-FFF2-40B4-BE49-F238E27FC236}">
                <a16:creationId xmlns:a16="http://schemas.microsoft.com/office/drawing/2014/main" id="{FCA0D5A2-CEE6-45FA-8691-9DC446094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5489" y="493594"/>
            <a:ext cx="137428" cy="152255"/>
          </a:xfrm>
          <a:custGeom xmlns:a="http://schemas.openxmlformats.org/drawingml/2006/main">
            <a:gdLst>
              <a:gd name="T0" fmla="*/ 194 w 271"/>
              <a:gd name="T1" fmla="*/ 98 h 300"/>
              <a:gd name="T2" fmla="*/ 236 w 271"/>
              <a:gd name="T3" fmla="*/ 96 h 300"/>
              <a:gd name="T4" fmla="*/ 237 w 271"/>
              <a:gd name="T5" fmla="*/ 111 h 300"/>
              <a:gd name="T6" fmla="*/ 175 w 271"/>
              <a:gd name="T7" fmla="*/ 150 h 300"/>
              <a:gd name="T8" fmla="*/ 169 w 271"/>
              <a:gd name="T9" fmla="*/ 195 h 300"/>
              <a:gd name="T10" fmla="*/ 177 w 271"/>
              <a:gd name="T11" fmla="*/ 299 h 300"/>
              <a:gd name="T12" fmla="*/ 159 w 271"/>
              <a:gd name="T13" fmla="*/ 285 h 300"/>
              <a:gd name="T14" fmla="*/ 150 w 271"/>
              <a:gd name="T15" fmla="*/ 266 h 300"/>
              <a:gd name="T16" fmla="*/ 133 w 271"/>
              <a:gd name="T17" fmla="*/ 260 h 300"/>
              <a:gd name="T18" fmla="*/ 132 w 271"/>
              <a:gd name="T19" fmla="*/ 243 h 300"/>
              <a:gd name="T20" fmla="*/ 149 w 271"/>
              <a:gd name="T21" fmla="*/ 232 h 300"/>
              <a:gd name="T22" fmla="*/ 139 w 271"/>
              <a:gd name="T23" fmla="*/ 197 h 300"/>
              <a:gd name="T24" fmla="*/ 117 w 271"/>
              <a:gd name="T25" fmla="*/ 216 h 300"/>
              <a:gd name="T26" fmla="*/ 101 w 271"/>
              <a:gd name="T27" fmla="*/ 235 h 300"/>
              <a:gd name="T28" fmla="*/ 26 w 271"/>
              <a:gd name="T29" fmla="*/ 293 h 300"/>
              <a:gd name="T30" fmla="*/ 0 w 271"/>
              <a:gd name="T31" fmla="*/ 243 h 300"/>
              <a:gd name="T32" fmla="*/ 9 w 271"/>
              <a:gd name="T33" fmla="*/ 237 h 300"/>
              <a:gd name="T34" fmla="*/ 32 w 271"/>
              <a:gd name="T35" fmla="*/ 234 h 300"/>
              <a:gd name="T36" fmla="*/ 59 w 271"/>
              <a:gd name="T37" fmla="*/ 219 h 300"/>
              <a:gd name="T38" fmla="*/ 116 w 271"/>
              <a:gd name="T39" fmla="*/ 185 h 300"/>
              <a:gd name="T40" fmla="*/ 145 w 271"/>
              <a:gd name="T41" fmla="*/ 155 h 300"/>
              <a:gd name="T42" fmla="*/ 133 w 271"/>
              <a:gd name="T43" fmla="*/ 142 h 300"/>
              <a:gd name="T44" fmla="*/ 145 w 271"/>
              <a:gd name="T45" fmla="*/ 112 h 300"/>
              <a:gd name="T46" fmla="*/ 143 w 271"/>
              <a:gd name="T47" fmla="*/ 104 h 300"/>
              <a:gd name="T48" fmla="*/ 124 w 271"/>
              <a:gd name="T49" fmla="*/ 108 h 300"/>
              <a:gd name="T50" fmla="*/ 121 w 271"/>
              <a:gd name="T51" fmla="*/ 140 h 300"/>
              <a:gd name="T52" fmla="*/ 87 w 271"/>
              <a:gd name="T53" fmla="*/ 188 h 300"/>
              <a:gd name="T54" fmla="*/ 73 w 271"/>
              <a:gd name="T55" fmla="*/ 176 h 300"/>
              <a:gd name="T56" fmla="*/ 67 w 271"/>
              <a:gd name="T57" fmla="*/ 159 h 300"/>
              <a:gd name="T58" fmla="*/ 66 w 271"/>
              <a:gd name="T59" fmla="*/ 63 h 300"/>
              <a:gd name="T60" fmla="*/ 72 w 271"/>
              <a:gd name="T61" fmla="*/ 47 h 300"/>
              <a:gd name="T62" fmla="*/ 88 w 271"/>
              <a:gd name="T63" fmla="*/ 55 h 300"/>
              <a:gd name="T64" fmla="*/ 109 w 271"/>
              <a:gd name="T65" fmla="*/ 63 h 300"/>
              <a:gd name="T66" fmla="*/ 160 w 271"/>
              <a:gd name="T67" fmla="*/ 28 h 300"/>
              <a:gd name="T68" fmla="*/ 187 w 271"/>
              <a:gd name="T69" fmla="*/ 16 h 300"/>
              <a:gd name="T70" fmla="*/ 258 w 271"/>
              <a:gd name="T71" fmla="*/ 4 h 300"/>
              <a:gd name="T72" fmla="*/ 271 w 271"/>
              <a:gd name="T73" fmla="*/ 16 h 300"/>
              <a:gd name="T74" fmla="*/ 248 w 271"/>
              <a:gd name="T75" fmla="*/ 37 h 300"/>
              <a:gd name="T76" fmla="*/ 215 w 271"/>
              <a:gd name="T77" fmla="*/ 67 h 300"/>
              <a:gd name="T78" fmla="*/ 186 w 271"/>
              <a:gd name="T79" fmla="*/ 95 h 300"/>
            </a:gdLst>
            <a:rect l="0" t="0" r="r" b="b"/>
            <a:pathLst>
              <a:path w="271" h="300">
                <a:moveTo>
                  <a:pt x="185" y="102"/>
                </a:moveTo>
                <a:cubicBezTo>
                  <a:pt x="188" y="101"/>
                  <a:pt x="191" y="99"/>
                  <a:pt x="194" y="98"/>
                </a:cubicBezTo>
                <a:cubicBezTo>
                  <a:pt x="200" y="94"/>
                  <a:pt x="206" y="91"/>
                  <a:pt x="213" y="90"/>
                </a:cubicBezTo>
                <a:cubicBezTo>
                  <a:pt x="221" y="89"/>
                  <a:pt x="229" y="92"/>
                  <a:pt x="236" y="96"/>
                </a:cubicBezTo>
                <a:cubicBezTo>
                  <a:pt x="237" y="97"/>
                  <a:pt x="238" y="98"/>
                  <a:pt x="239" y="99"/>
                </a:cubicBezTo>
                <a:cubicBezTo>
                  <a:pt x="242" y="103"/>
                  <a:pt x="242" y="108"/>
                  <a:pt x="237" y="111"/>
                </a:cubicBezTo>
                <a:cubicBezTo>
                  <a:pt x="220" y="127"/>
                  <a:pt x="200" y="139"/>
                  <a:pt x="179" y="148"/>
                </a:cubicBezTo>
                <a:cubicBezTo>
                  <a:pt x="178" y="149"/>
                  <a:pt x="176" y="149"/>
                  <a:pt x="175" y="150"/>
                </a:cubicBezTo>
                <a:cubicBezTo>
                  <a:pt x="167" y="153"/>
                  <a:pt x="164" y="159"/>
                  <a:pt x="163" y="168"/>
                </a:cubicBezTo>
                <a:cubicBezTo>
                  <a:pt x="163" y="177"/>
                  <a:pt x="165" y="187"/>
                  <a:pt x="169" y="195"/>
                </a:cubicBezTo>
                <a:cubicBezTo>
                  <a:pt x="182" y="226"/>
                  <a:pt x="186" y="259"/>
                  <a:pt x="185" y="292"/>
                </a:cubicBezTo>
                <a:cubicBezTo>
                  <a:pt x="185" y="298"/>
                  <a:pt x="183" y="300"/>
                  <a:pt x="177" y="299"/>
                </a:cubicBezTo>
                <a:cubicBezTo>
                  <a:pt x="171" y="299"/>
                  <a:pt x="165" y="297"/>
                  <a:pt x="161" y="292"/>
                </a:cubicBezTo>
                <a:cubicBezTo>
                  <a:pt x="159" y="290"/>
                  <a:pt x="159" y="287"/>
                  <a:pt x="159" y="285"/>
                </a:cubicBezTo>
                <a:cubicBezTo>
                  <a:pt x="159" y="284"/>
                  <a:pt x="159" y="282"/>
                  <a:pt x="159" y="281"/>
                </a:cubicBezTo>
                <a:cubicBezTo>
                  <a:pt x="159" y="274"/>
                  <a:pt x="156" y="269"/>
                  <a:pt x="150" y="266"/>
                </a:cubicBezTo>
                <a:cubicBezTo>
                  <a:pt x="146" y="263"/>
                  <a:pt x="141" y="262"/>
                  <a:pt x="136" y="260"/>
                </a:cubicBezTo>
                <a:cubicBezTo>
                  <a:pt x="135" y="260"/>
                  <a:pt x="134" y="260"/>
                  <a:pt x="133" y="260"/>
                </a:cubicBezTo>
                <a:cubicBezTo>
                  <a:pt x="129" y="258"/>
                  <a:pt x="126" y="255"/>
                  <a:pt x="126" y="252"/>
                </a:cubicBezTo>
                <a:cubicBezTo>
                  <a:pt x="125" y="248"/>
                  <a:pt x="128" y="244"/>
                  <a:pt x="132" y="243"/>
                </a:cubicBezTo>
                <a:cubicBezTo>
                  <a:pt x="134" y="242"/>
                  <a:pt x="136" y="242"/>
                  <a:pt x="138" y="242"/>
                </a:cubicBezTo>
                <a:cubicBezTo>
                  <a:pt x="144" y="241"/>
                  <a:pt x="147" y="238"/>
                  <a:pt x="149" y="232"/>
                </a:cubicBezTo>
                <a:cubicBezTo>
                  <a:pt x="153" y="220"/>
                  <a:pt x="151" y="208"/>
                  <a:pt x="144" y="197"/>
                </a:cubicBezTo>
                <a:cubicBezTo>
                  <a:pt x="142" y="195"/>
                  <a:pt x="141" y="195"/>
                  <a:pt x="139" y="197"/>
                </a:cubicBezTo>
                <a:cubicBezTo>
                  <a:pt x="138" y="197"/>
                  <a:pt x="137" y="198"/>
                  <a:pt x="136" y="199"/>
                </a:cubicBezTo>
                <a:cubicBezTo>
                  <a:pt x="129" y="205"/>
                  <a:pt x="123" y="210"/>
                  <a:pt x="117" y="216"/>
                </a:cubicBezTo>
                <a:cubicBezTo>
                  <a:pt x="112" y="220"/>
                  <a:pt x="108" y="225"/>
                  <a:pt x="105" y="231"/>
                </a:cubicBezTo>
                <a:cubicBezTo>
                  <a:pt x="104" y="232"/>
                  <a:pt x="103" y="233"/>
                  <a:pt x="101" y="235"/>
                </a:cubicBezTo>
                <a:cubicBezTo>
                  <a:pt x="84" y="253"/>
                  <a:pt x="66" y="270"/>
                  <a:pt x="48" y="288"/>
                </a:cubicBezTo>
                <a:cubicBezTo>
                  <a:pt x="41" y="296"/>
                  <a:pt x="35" y="297"/>
                  <a:pt x="26" y="293"/>
                </a:cubicBezTo>
                <a:cubicBezTo>
                  <a:pt x="20" y="291"/>
                  <a:pt x="16" y="287"/>
                  <a:pt x="13" y="282"/>
                </a:cubicBezTo>
                <a:cubicBezTo>
                  <a:pt x="4" y="271"/>
                  <a:pt x="1" y="257"/>
                  <a:pt x="0" y="243"/>
                </a:cubicBezTo>
                <a:cubicBezTo>
                  <a:pt x="0" y="240"/>
                  <a:pt x="1" y="239"/>
                  <a:pt x="3" y="239"/>
                </a:cubicBezTo>
                <a:cubicBezTo>
                  <a:pt x="5" y="238"/>
                  <a:pt x="7" y="237"/>
                  <a:pt x="9" y="237"/>
                </a:cubicBezTo>
                <a:cubicBezTo>
                  <a:pt x="13" y="235"/>
                  <a:pt x="16" y="235"/>
                  <a:pt x="20" y="237"/>
                </a:cubicBezTo>
                <a:cubicBezTo>
                  <a:pt x="24" y="239"/>
                  <a:pt x="28" y="238"/>
                  <a:pt x="32" y="234"/>
                </a:cubicBezTo>
                <a:cubicBezTo>
                  <a:pt x="34" y="233"/>
                  <a:pt x="37" y="231"/>
                  <a:pt x="39" y="230"/>
                </a:cubicBezTo>
                <a:cubicBezTo>
                  <a:pt x="46" y="226"/>
                  <a:pt x="52" y="222"/>
                  <a:pt x="59" y="219"/>
                </a:cubicBezTo>
                <a:cubicBezTo>
                  <a:pt x="60" y="218"/>
                  <a:pt x="62" y="217"/>
                  <a:pt x="63" y="216"/>
                </a:cubicBezTo>
                <a:cubicBezTo>
                  <a:pt x="81" y="206"/>
                  <a:pt x="98" y="195"/>
                  <a:pt x="116" y="185"/>
                </a:cubicBezTo>
                <a:cubicBezTo>
                  <a:pt x="122" y="181"/>
                  <a:pt x="128" y="177"/>
                  <a:pt x="134" y="172"/>
                </a:cubicBezTo>
                <a:cubicBezTo>
                  <a:pt x="139" y="168"/>
                  <a:pt x="143" y="163"/>
                  <a:pt x="145" y="155"/>
                </a:cubicBezTo>
                <a:cubicBezTo>
                  <a:pt x="143" y="155"/>
                  <a:pt x="142" y="154"/>
                  <a:pt x="140" y="154"/>
                </a:cubicBezTo>
                <a:cubicBezTo>
                  <a:pt x="134" y="152"/>
                  <a:pt x="132" y="148"/>
                  <a:pt x="133" y="142"/>
                </a:cubicBezTo>
                <a:cubicBezTo>
                  <a:pt x="134" y="140"/>
                  <a:pt x="135" y="137"/>
                  <a:pt x="136" y="135"/>
                </a:cubicBezTo>
                <a:cubicBezTo>
                  <a:pt x="139" y="127"/>
                  <a:pt x="142" y="119"/>
                  <a:pt x="145" y="112"/>
                </a:cubicBezTo>
                <a:cubicBezTo>
                  <a:pt x="145" y="111"/>
                  <a:pt x="146" y="110"/>
                  <a:pt x="146" y="109"/>
                </a:cubicBezTo>
                <a:cubicBezTo>
                  <a:pt x="147" y="105"/>
                  <a:pt x="146" y="104"/>
                  <a:pt x="143" y="104"/>
                </a:cubicBezTo>
                <a:cubicBezTo>
                  <a:pt x="140" y="104"/>
                  <a:pt x="138" y="104"/>
                  <a:pt x="135" y="105"/>
                </a:cubicBezTo>
                <a:cubicBezTo>
                  <a:pt x="132" y="106"/>
                  <a:pt x="128" y="107"/>
                  <a:pt x="124" y="108"/>
                </a:cubicBezTo>
                <a:cubicBezTo>
                  <a:pt x="122" y="109"/>
                  <a:pt x="121" y="111"/>
                  <a:pt x="121" y="113"/>
                </a:cubicBezTo>
                <a:cubicBezTo>
                  <a:pt x="121" y="122"/>
                  <a:pt x="121" y="131"/>
                  <a:pt x="121" y="140"/>
                </a:cubicBezTo>
                <a:cubicBezTo>
                  <a:pt x="121" y="142"/>
                  <a:pt x="120" y="144"/>
                  <a:pt x="119" y="146"/>
                </a:cubicBezTo>
                <a:cubicBezTo>
                  <a:pt x="108" y="160"/>
                  <a:pt x="98" y="174"/>
                  <a:pt x="87" y="188"/>
                </a:cubicBezTo>
                <a:cubicBezTo>
                  <a:pt x="87" y="189"/>
                  <a:pt x="86" y="189"/>
                  <a:pt x="86" y="190"/>
                </a:cubicBezTo>
                <a:cubicBezTo>
                  <a:pt x="81" y="185"/>
                  <a:pt x="77" y="181"/>
                  <a:pt x="73" y="176"/>
                </a:cubicBezTo>
                <a:cubicBezTo>
                  <a:pt x="70" y="173"/>
                  <a:pt x="69" y="170"/>
                  <a:pt x="69" y="166"/>
                </a:cubicBezTo>
                <a:cubicBezTo>
                  <a:pt x="68" y="164"/>
                  <a:pt x="68" y="161"/>
                  <a:pt x="67" y="159"/>
                </a:cubicBezTo>
                <a:cubicBezTo>
                  <a:pt x="58" y="138"/>
                  <a:pt x="57" y="117"/>
                  <a:pt x="63" y="95"/>
                </a:cubicBezTo>
                <a:cubicBezTo>
                  <a:pt x="67" y="84"/>
                  <a:pt x="67" y="74"/>
                  <a:pt x="66" y="63"/>
                </a:cubicBezTo>
                <a:cubicBezTo>
                  <a:pt x="66" y="60"/>
                  <a:pt x="66" y="57"/>
                  <a:pt x="66" y="54"/>
                </a:cubicBezTo>
                <a:cubicBezTo>
                  <a:pt x="66" y="50"/>
                  <a:pt x="68" y="47"/>
                  <a:pt x="72" y="47"/>
                </a:cubicBezTo>
                <a:cubicBezTo>
                  <a:pt x="75" y="46"/>
                  <a:pt x="78" y="47"/>
                  <a:pt x="80" y="48"/>
                </a:cubicBezTo>
                <a:cubicBezTo>
                  <a:pt x="83" y="50"/>
                  <a:pt x="85" y="52"/>
                  <a:pt x="88" y="55"/>
                </a:cubicBezTo>
                <a:cubicBezTo>
                  <a:pt x="90" y="57"/>
                  <a:pt x="91" y="59"/>
                  <a:pt x="93" y="61"/>
                </a:cubicBezTo>
                <a:cubicBezTo>
                  <a:pt x="99" y="66"/>
                  <a:pt x="103" y="67"/>
                  <a:pt x="109" y="63"/>
                </a:cubicBezTo>
                <a:cubicBezTo>
                  <a:pt x="117" y="58"/>
                  <a:pt x="125" y="53"/>
                  <a:pt x="133" y="48"/>
                </a:cubicBezTo>
                <a:cubicBezTo>
                  <a:pt x="142" y="41"/>
                  <a:pt x="151" y="35"/>
                  <a:pt x="160" y="28"/>
                </a:cubicBezTo>
                <a:cubicBezTo>
                  <a:pt x="163" y="25"/>
                  <a:pt x="167" y="24"/>
                  <a:pt x="171" y="23"/>
                </a:cubicBezTo>
                <a:cubicBezTo>
                  <a:pt x="177" y="23"/>
                  <a:pt x="182" y="20"/>
                  <a:pt x="187" y="16"/>
                </a:cubicBezTo>
                <a:cubicBezTo>
                  <a:pt x="196" y="6"/>
                  <a:pt x="208" y="2"/>
                  <a:pt x="221" y="1"/>
                </a:cubicBezTo>
                <a:cubicBezTo>
                  <a:pt x="233" y="0"/>
                  <a:pt x="246" y="0"/>
                  <a:pt x="258" y="4"/>
                </a:cubicBezTo>
                <a:cubicBezTo>
                  <a:pt x="261" y="5"/>
                  <a:pt x="264" y="7"/>
                  <a:pt x="267" y="9"/>
                </a:cubicBezTo>
                <a:cubicBezTo>
                  <a:pt x="270" y="10"/>
                  <a:pt x="271" y="13"/>
                  <a:pt x="271" y="16"/>
                </a:cubicBezTo>
                <a:cubicBezTo>
                  <a:pt x="271" y="18"/>
                  <a:pt x="271" y="19"/>
                  <a:pt x="269" y="21"/>
                </a:cubicBezTo>
                <a:cubicBezTo>
                  <a:pt x="262" y="26"/>
                  <a:pt x="255" y="31"/>
                  <a:pt x="248" y="37"/>
                </a:cubicBezTo>
                <a:cubicBezTo>
                  <a:pt x="240" y="43"/>
                  <a:pt x="232" y="50"/>
                  <a:pt x="226" y="58"/>
                </a:cubicBezTo>
                <a:cubicBezTo>
                  <a:pt x="223" y="62"/>
                  <a:pt x="219" y="65"/>
                  <a:pt x="215" y="67"/>
                </a:cubicBezTo>
                <a:cubicBezTo>
                  <a:pt x="213" y="68"/>
                  <a:pt x="212" y="69"/>
                  <a:pt x="211" y="70"/>
                </a:cubicBezTo>
                <a:cubicBezTo>
                  <a:pt x="202" y="79"/>
                  <a:pt x="194" y="87"/>
                  <a:pt x="186" y="95"/>
                </a:cubicBezTo>
                <a:cubicBezTo>
                  <a:pt x="184" y="97"/>
                  <a:pt x="183" y="99"/>
                  <a:pt x="185" y="10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3" name="Freeform 14">
            <a:extLst xmlns:a="http://schemas.openxmlformats.org/drawingml/2006/main">
              <a:ext uri="{FF2B5EF4-FFF2-40B4-BE49-F238E27FC236}">
                <a16:creationId xmlns:a16="http://schemas.microsoft.com/office/drawing/2014/main" id="{88198672-B916-4682-A280-829F98E93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1601" y="548337"/>
            <a:ext cx="141990" cy="90098"/>
          </a:xfrm>
          <a:custGeom xmlns:a="http://schemas.openxmlformats.org/drawingml/2006/main">
            <a:gdLst>
              <a:gd name="T0" fmla="*/ 16 w 280"/>
              <a:gd name="T1" fmla="*/ 133 h 178"/>
              <a:gd name="T2" fmla="*/ 14 w 280"/>
              <a:gd name="T3" fmla="*/ 124 h 178"/>
              <a:gd name="T4" fmla="*/ 2 w 280"/>
              <a:gd name="T5" fmla="*/ 103 h 178"/>
              <a:gd name="T6" fmla="*/ 6 w 280"/>
              <a:gd name="T7" fmla="*/ 81 h 178"/>
              <a:gd name="T8" fmla="*/ 16 w 280"/>
              <a:gd name="T9" fmla="*/ 77 h 178"/>
              <a:gd name="T10" fmla="*/ 22 w 280"/>
              <a:gd name="T11" fmla="*/ 77 h 178"/>
              <a:gd name="T12" fmla="*/ 40 w 280"/>
              <a:gd name="T13" fmla="*/ 71 h 178"/>
              <a:gd name="T14" fmla="*/ 54 w 280"/>
              <a:gd name="T15" fmla="*/ 64 h 178"/>
              <a:gd name="T16" fmla="*/ 63 w 280"/>
              <a:gd name="T17" fmla="*/ 61 h 178"/>
              <a:gd name="T18" fmla="*/ 144 w 280"/>
              <a:gd name="T19" fmla="*/ 25 h 178"/>
              <a:gd name="T20" fmla="*/ 169 w 280"/>
              <a:gd name="T21" fmla="*/ 16 h 178"/>
              <a:gd name="T22" fmla="*/ 186 w 280"/>
              <a:gd name="T23" fmla="*/ 13 h 178"/>
              <a:gd name="T24" fmla="*/ 209 w 280"/>
              <a:gd name="T25" fmla="*/ 9 h 178"/>
              <a:gd name="T26" fmla="*/ 224 w 280"/>
              <a:gd name="T27" fmla="*/ 3 h 178"/>
              <a:gd name="T28" fmla="*/ 233 w 280"/>
              <a:gd name="T29" fmla="*/ 0 h 178"/>
              <a:gd name="T30" fmla="*/ 265 w 280"/>
              <a:gd name="T31" fmla="*/ 5 h 178"/>
              <a:gd name="T32" fmla="*/ 274 w 280"/>
              <a:gd name="T33" fmla="*/ 29 h 178"/>
              <a:gd name="T34" fmla="*/ 256 w 280"/>
              <a:gd name="T35" fmla="*/ 50 h 178"/>
              <a:gd name="T36" fmla="*/ 245 w 280"/>
              <a:gd name="T37" fmla="*/ 53 h 178"/>
              <a:gd name="T38" fmla="*/ 220 w 280"/>
              <a:gd name="T39" fmla="*/ 56 h 178"/>
              <a:gd name="T40" fmla="*/ 213 w 280"/>
              <a:gd name="T41" fmla="*/ 58 h 178"/>
              <a:gd name="T42" fmla="*/ 208 w 280"/>
              <a:gd name="T43" fmla="*/ 67 h 178"/>
              <a:gd name="T44" fmla="*/ 210 w 280"/>
              <a:gd name="T45" fmla="*/ 76 h 178"/>
              <a:gd name="T46" fmla="*/ 218 w 280"/>
              <a:gd name="T47" fmla="*/ 92 h 178"/>
              <a:gd name="T48" fmla="*/ 224 w 280"/>
              <a:gd name="T49" fmla="*/ 115 h 178"/>
              <a:gd name="T50" fmla="*/ 220 w 280"/>
              <a:gd name="T51" fmla="*/ 146 h 178"/>
              <a:gd name="T52" fmla="*/ 197 w 280"/>
              <a:gd name="T53" fmla="*/ 163 h 178"/>
              <a:gd name="T54" fmla="*/ 189 w 280"/>
              <a:gd name="T55" fmla="*/ 163 h 178"/>
              <a:gd name="T56" fmla="*/ 181 w 280"/>
              <a:gd name="T57" fmla="*/ 167 h 178"/>
              <a:gd name="T58" fmla="*/ 178 w 280"/>
              <a:gd name="T59" fmla="*/ 170 h 178"/>
              <a:gd name="T60" fmla="*/ 156 w 280"/>
              <a:gd name="T61" fmla="*/ 175 h 178"/>
              <a:gd name="T62" fmla="*/ 140 w 280"/>
              <a:gd name="T63" fmla="*/ 166 h 178"/>
              <a:gd name="T64" fmla="*/ 126 w 280"/>
              <a:gd name="T65" fmla="*/ 162 h 178"/>
              <a:gd name="T66" fmla="*/ 119 w 280"/>
              <a:gd name="T67" fmla="*/ 160 h 178"/>
              <a:gd name="T68" fmla="*/ 113 w 280"/>
              <a:gd name="T69" fmla="*/ 150 h 178"/>
              <a:gd name="T70" fmla="*/ 115 w 280"/>
              <a:gd name="T71" fmla="*/ 147 h 178"/>
              <a:gd name="T72" fmla="*/ 122 w 280"/>
              <a:gd name="T73" fmla="*/ 147 h 178"/>
              <a:gd name="T74" fmla="*/ 166 w 280"/>
              <a:gd name="T75" fmla="*/ 141 h 178"/>
              <a:gd name="T76" fmla="*/ 185 w 280"/>
              <a:gd name="T77" fmla="*/ 129 h 178"/>
              <a:gd name="T78" fmla="*/ 188 w 280"/>
              <a:gd name="T79" fmla="*/ 120 h 178"/>
              <a:gd name="T80" fmla="*/ 185 w 280"/>
              <a:gd name="T81" fmla="*/ 92 h 178"/>
              <a:gd name="T82" fmla="*/ 184 w 280"/>
              <a:gd name="T83" fmla="*/ 77 h 178"/>
              <a:gd name="T84" fmla="*/ 179 w 280"/>
              <a:gd name="T85" fmla="*/ 71 h 178"/>
              <a:gd name="T86" fmla="*/ 163 w 280"/>
              <a:gd name="T87" fmla="*/ 75 h 178"/>
              <a:gd name="T88" fmla="*/ 158 w 280"/>
              <a:gd name="T89" fmla="*/ 79 h 178"/>
              <a:gd name="T90" fmla="*/ 145 w 280"/>
              <a:gd name="T91" fmla="*/ 82 h 178"/>
              <a:gd name="T92" fmla="*/ 116 w 280"/>
              <a:gd name="T93" fmla="*/ 91 h 178"/>
              <a:gd name="T94" fmla="*/ 80 w 280"/>
              <a:gd name="T95" fmla="*/ 118 h 178"/>
              <a:gd name="T96" fmla="*/ 52 w 280"/>
              <a:gd name="T97" fmla="*/ 135 h 178"/>
              <a:gd name="T98" fmla="*/ 22 w 280"/>
              <a:gd name="T99" fmla="*/ 136 h 178"/>
              <a:gd name="T100" fmla="*/ 18 w 280"/>
              <a:gd name="T101" fmla="*/ 134 h 178"/>
              <a:gd name="T102" fmla="*/ 16 w 280"/>
              <a:gd name="T103" fmla="*/ 133 h 178"/>
            </a:gdLst>
            <a:rect l="0" t="0" r="r" b="b"/>
            <a:pathLst>
              <a:path w="280" h="178">
                <a:moveTo>
                  <a:pt x="16" y="133"/>
                </a:moveTo>
                <a:cubicBezTo>
                  <a:pt x="18" y="129"/>
                  <a:pt x="16" y="127"/>
                  <a:pt x="14" y="124"/>
                </a:cubicBezTo>
                <a:cubicBezTo>
                  <a:pt x="9" y="118"/>
                  <a:pt x="5" y="111"/>
                  <a:pt x="2" y="103"/>
                </a:cubicBezTo>
                <a:cubicBezTo>
                  <a:pt x="0" y="95"/>
                  <a:pt x="1" y="88"/>
                  <a:pt x="6" y="81"/>
                </a:cubicBezTo>
                <a:cubicBezTo>
                  <a:pt x="9" y="78"/>
                  <a:pt x="12" y="76"/>
                  <a:pt x="16" y="77"/>
                </a:cubicBezTo>
                <a:cubicBezTo>
                  <a:pt x="18" y="77"/>
                  <a:pt x="20" y="76"/>
                  <a:pt x="22" y="77"/>
                </a:cubicBezTo>
                <a:cubicBezTo>
                  <a:pt x="29" y="79"/>
                  <a:pt x="36" y="76"/>
                  <a:pt x="40" y="71"/>
                </a:cubicBezTo>
                <a:cubicBezTo>
                  <a:pt x="44" y="67"/>
                  <a:pt x="49" y="65"/>
                  <a:pt x="54" y="64"/>
                </a:cubicBezTo>
                <a:cubicBezTo>
                  <a:pt x="57" y="64"/>
                  <a:pt x="60" y="62"/>
                  <a:pt x="63" y="61"/>
                </a:cubicBezTo>
                <a:cubicBezTo>
                  <a:pt x="89" y="47"/>
                  <a:pt x="116" y="35"/>
                  <a:pt x="144" y="25"/>
                </a:cubicBezTo>
                <a:cubicBezTo>
                  <a:pt x="152" y="22"/>
                  <a:pt x="161" y="19"/>
                  <a:pt x="169" y="16"/>
                </a:cubicBezTo>
                <a:cubicBezTo>
                  <a:pt x="174" y="14"/>
                  <a:pt x="180" y="14"/>
                  <a:pt x="186" y="13"/>
                </a:cubicBezTo>
                <a:cubicBezTo>
                  <a:pt x="194" y="12"/>
                  <a:pt x="201" y="11"/>
                  <a:pt x="209" y="9"/>
                </a:cubicBezTo>
                <a:cubicBezTo>
                  <a:pt x="214" y="8"/>
                  <a:pt x="219" y="5"/>
                  <a:pt x="224" y="3"/>
                </a:cubicBezTo>
                <a:cubicBezTo>
                  <a:pt x="227" y="1"/>
                  <a:pt x="230" y="0"/>
                  <a:pt x="233" y="0"/>
                </a:cubicBezTo>
                <a:cubicBezTo>
                  <a:pt x="244" y="0"/>
                  <a:pt x="255" y="1"/>
                  <a:pt x="265" y="5"/>
                </a:cubicBezTo>
                <a:cubicBezTo>
                  <a:pt x="276" y="9"/>
                  <a:pt x="280" y="19"/>
                  <a:pt x="274" y="29"/>
                </a:cubicBezTo>
                <a:cubicBezTo>
                  <a:pt x="270" y="38"/>
                  <a:pt x="263" y="45"/>
                  <a:pt x="256" y="50"/>
                </a:cubicBezTo>
                <a:cubicBezTo>
                  <a:pt x="252" y="53"/>
                  <a:pt x="249" y="53"/>
                  <a:pt x="245" y="53"/>
                </a:cubicBezTo>
                <a:cubicBezTo>
                  <a:pt x="236" y="54"/>
                  <a:pt x="228" y="55"/>
                  <a:pt x="220" y="56"/>
                </a:cubicBezTo>
                <a:cubicBezTo>
                  <a:pt x="218" y="57"/>
                  <a:pt x="215" y="57"/>
                  <a:pt x="213" y="58"/>
                </a:cubicBezTo>
                <a:cubicBezTo>
                  <a:pt x="209" y="60"/>
                  <a:pt x="208" y="63"/>
                  <a:pt x="208" y="67"/>
                </a:cubicBezTo>
                <a:cubicBezTo>
                  <a:pt x="208" y="70"/>
                  <a:pt x="209" y="73"/>
                  <a:pt x="210" y="76"/>
                </a:cubicBezTo>
                <a:cubicBezTo>
                  <a:pt x="213" y="82"/>
                  <a:pt x="215" y="87"/>
                  <a:pt x="218" y="92"/>
                </a:cubicBezTo>
                <a:cubicBezTo>
                  <a:pt x="221" y="100"/>
                  <a:pt x="224" y="107"/>
                  <a:pt x="224" y="115"/>
                </a:cubicBezTo>
                <a:cubicBezTo>
                  <a:pt x="224" y="126"/>
                  <a:pt x="223" y="136"/>
                  <a:pt x="220" y="146"/>
                </a:cubicBezTo>
                <a:cubicBezTo>
                  <a:pt x="216" y="157"/>
                  <a:pt x="209" y="162"/>
                  <a:pt x="197" y="163"/>
                </a:cubicBezTo>
                <a:cubicBezTo>
                  <a:pt x="194" y="163"/>
                  <a:pt x="192" y="163"/>
                  <a:pt x="189" y="163"/>
                </a:cubicBezTo>
                <a:cubicBezTo>
                  <a:pt x="186" y="163"/>
                  <a:pt x="183" y="163"/>
                  <a:pt x="181" y="167"/>
                </a:cubicBezTo>
                <a:cubicBezTo>
                  <a:pt x="180" y="168"/>
                  <a:pt x="179" y="169"/>
                  <a:pt x="178" y="170"/>
                </a:cubicBezTo>
                <a:cubicBezTo>
                  <a:pt x="171" y="176"/>
                  <a:pt x="164" y="178"/>
                  <a:pt x="156" y="175"/>
                </a:cubicBezTo>
                <a:cubicBezTo>
                  <a:pt x="151" y="172"/>
                  <a:pt x="145" y="169"/>
                  <a:pt x="140" y="166"/>
                </a:cubicBezTo>
                <a:cubicBezTo>
                  <a:pt x="136" y="163"/>
                  <a:pt x="132" y="162"/>
                  <a:pt x="126" y="162"/>
                </a:cubicBezTo>
                <a:cubicBezTo>
                  <a:pt x="124" y="162"/>
                  <a:pt x="121" y="163"/>
                  <a:pt x="119" y="160"/>
                </a:cubicBezTo>
                <a:cubicBezTo>
                  <a:pt x="116" y="157"/>
                  <a:pt x="114" y="154"/>
                  <a:pt x="113" y="150"/>
                </a:cubicBezTo>
                <a:cubicBezTo>
                  <a:pt x="112" y="148"/>
                  <a:pt x="113" y="147"/>
                  <a:pt x="115" y="147"/>
                </a:cubicBezTo>
                <a:cubicBezTo>
                  <a:pt x="117" y="147"/>
                  <a:pt x="120" y="147"/>
                  <a:pt x="122" y="147"/>
                </a:cubicBezTo>
                <a:cubicBezTo>
                  <a:pt x="137" y="148"/>
                  <a:pt x="152" y="146"/>
                  <a:pt x="166" y="141"/>
                </a:cubicBezTo>
                <a:cubicBezTo>
                  <a:pt x="173" y="138"/>
                  <a:pt x="179" y="134"/>
                  <a:pt x="185" y="129"/>
                </a:cubicBezTo>
                <a:cubicBezTo>
                  <a:pt x="188" y="126"/>
                  <a:pt x="189" y="123"/>
                  <a:pt x="188" y="120"/>
                </a:cubicBezTo>
                <a:cubicBezTo>
                  <a:pt x="187" y="111"/>
                  <a:pt x="186" y="102"/>
                  <a:pt x="185" y="92"/>
                </a:cubicBezTo>
                <a:cubicBezTo>
                  <a:pt x="184" y="87"/>
                  <a:pt x="184" y="82"/>
                  <a:pt x="184" y="77"/>
                </a:cubicBezTo>
                <a:cubicBezTo>
                  <a:pt x="184" y="73"/>
                  <a:pt x="183" y="71"/>
                  <a:pt x="179" y="71"/>
                </a:cubicBezTo>
                <a:cubicBezTo>
                  <a:pt x="173" y="70"/>
                  <a:pt x="168" y="70"/>
                  <a:pt x="163" y="75"/>
                </a:cubicBezTo>
                <a:cubicBezTo>
                  <a:pt x="162" y="76"/>
                  <a:pt x="160" y="77"/>
                  <a:pt x="158" y="79"/>
                </a:cubicBezTo>
                <a:cubicBezTo>
                  <a:pt x="154" y="81"/>
                  <a:pt x="150" y="83"/>
                  <a:pt x="145" y="82"/>
                </a:cubicBezTo>
                <a:cubicBezTo>
                  <a:pt x="134" y="82"/>
                  <a:pt x="124" y="85"/>
                  <a:pt x="116" y="91"/>
                </a:cubicBezTo>
                <a:cubicBezTo>
                  <a:pt x="104" y="100"/>
                  <a:pt x="92" y="109"/>
                  <a:pt x="80" y="118"/>
                </a:cubicBezTo>
                <a:cubicBezTo>
                  <a:pt x="71" y="124"/>
                  <a:pt x="62" y="131"/>
                  <a:pt x="52" y="135"/>
                </a:cubicBezTo>
                <a:cubicBezTo>
                  <a:pt x="42" y="139"/>
                  <a:pt x="32" y="140"/>
                  <a:pt x="22" y="136"/>
                </a:cubicBezTo>
                <a:cubicBezTo>
                  <a:pt x="20" y="136"/>
                  <a:pt x="19" y="135"/>
                  <a:pt x="18" y="134"/>
                </a:cubicBezTo>
                <a:cubicBezTo>
                  <a:pt x="17" y="134"/>
                  <a:pt x="17" y="134"/>
                  <a:pt x="16" y="133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4" name="Freeform 15">
            <a:extLst xmlns:a="http://schemas.openxmlformats.org/drawingml/2006/main">
              <a:ext uri="{FF2B5EF4-FFF2-40B4-BE49-F238E27FC236}">
                <a16:creationId xmlns:a16="http://schemas.microsoft.com/office/drawing/2014/main" id="{9DE24EAE-6E03-4E3D-B2F8-EB0ADB23B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703" y="432578"/>
            <a:ext cx="107776" cy="57594"/>
          </a:xfrm>
          <a:custGeom xmlns:a="http://schemas.openxmlformats.org/drawingml/2006/main">
            <a:gdLst>
              <a:gd name="T0" fmla="*/ 197 w 212"/>
              <a:gd name="T1" fmla="*/ 0 h 114"/>
              <a:gd name="T2" fmla="*/ 205 w 212"/>
              <a:gd name="T3" fmla="*/ 0 h 114"/>
              <a:gd name="T4" fmla="*/ 211 w 212"/>
              <a:gd name="T5" fmla="*/ 9 h 114"/>
              <a:gd name="T6" fmla="*/ 191 w 212"/>
              <a:gd name="T7" fmla="*/ 29 h 114"/>
              <a:gd name="T8" fmla="*/ 187 w 212"/>
              <a:gd name="T9" fmla="*/ 29 h 114"/>
              <a:gd name="T10" fmla="*/ 174 w 212"/>
              <a:gd name="T11" fmla="*/ 33 h 114"/>
              <a:gd name="T12" fmla="*/ 132 w 212"/>
              <a:gd name="T13" fmla="*/ 67 h 114"/>
              <a:gd name="T14" fmla="*/ 109 w 212"/>
              <a:gd name="T15" fmla="*/ 91 h 114"/>
              <a:gd name="T16" fmla="*/ 71 w 212"/>
              <a:gd name="T17" fmla="*/ 112 h 114"/>
              <a:gd name="T18" fmla="*/ 40 w 212"/>
              <a:gd name="T19" fmla="*/ 108 h 114"/>
              <a:gd name="T20" fmla="*/ 9 w 212"/>
              <a:gd name="T21" fmla="*/ 90 h 114"/>
              <a:gd name="T22" fmla="*/ 8 w 212"/>
              <a:gd name="T23" fmla="*/ 89 h 114"/>
              <a:gd name="T24" fmla="*/ 11 w 212"/>
              <a:gd name="T25" fmla="*/ 64 h 114"/>
              <a:gd name="T26" fmla="*/ 15 w 212"/>
              <a:gd name="T27" fmla="*/ 62 h 114"/>
              <a:gd name="T28" fmla="*/ 114 w 212"/>
              <a:gd name="T29" fmla="*/ 23 h 114"/>
              <a:gd name="T30" fmla="*/ 130 w 212"/>
              <a:gd name="T31" fmla="*/ 18 h 114"/>
              <a:gd name="T32" fmla="*/ 164 w 212"/>
              <a:gd name="T33" fmla="*/ 7 h 114"/>
              <a:gd name="T34" fmla="*/ 197 w 212"/>
              <a:gd name="T35" fmla="*/ 0 h 114"/>
            </a:gdLst>
            <a:rect l="0" t="0" r="r" b="b"/>
            <a:pathLst>
              <a:path w="212" h="114">
                <a:moveTo>
                  <a:pt x="197" y="0"/>
                </a:moveTo>
                <a:cubicBezTo>
                  <a:pt x="199" y="0"/>
                  <a:pt x="202" y="0"/>
                  <a:pt x="205" y="0"/>
                </a:cubicBezTo>
                <a:cubicBezTo>
                  <a:pt x="209" y="1"/>
                  <a:pt x="212" y="5"/>
                  <a:pt x="211" y="9"/>
                </a:cubicBezTo>
                <a:cubicBezTo>
                  <a:pt x="207" y="18"/>
                  <a:pt x="200" y="25"/>
                  <a:pt x="191" y="29"/>
                </a:cubicBezTo>
                <a:cubicBezTo>
                  <a:pt x="189" y="29"/>
                  <a:pt x="188" y="29"/>
                  <a:pt x="187" y="29"/>
                </a:cubicBezTo>
                <a:cubicBezTo>
                  <a:pt x="182" y="28"/>
                  <a:pt x="178" y="30"/>
                  <a:pt x="174" y="33"/>
                </a:cubicBezTo>
                <a:cubicBezTo>
                  <a:pt x="158" y="43"/>
                  <a:pt x="144" y="54"/>
                  <a:pt x="132" y="67"/>
                </a:cubicBezTo>
                <a:cubicBezTo>
                  <a:pt x="124" y="75"/>
                  <a:pt x="116" y="83"/>
                  <a:pt x="109" y="91"/>
                </a:cubicBezTo>
                <a:cubicBezTo>
                  <a:pt x="99" y="102"/>
                  <a:pt x="86" y="110"/>
                  <a:pt x="71" y="112"/>
                </a:cubicBezTo>
                <a:cubicBezTo>
                  <a:pt x="61" y="114"/>
                  <a:pt x="50" y="112"/>
                  <a:pt x="40" y="108"/>
                </a:cubicBezTo>
                <a:cubicBezTo>
                  <a:pt x="29" y="104"/>
                  <a:pt x="19" y="98"/>
                  <a:pt x="9" y="90"/>
                </a:cubicBezTo>
                <a:cubicBezTo>
                  <a:pt x="9" y="90"/>
                  <a:pt x="9" y="89"/>
                  <a:pt x="8" y="89"/>
                </a:cubicBezTo>
                <a:cubicBezTo>
                  <a:pt x="0" y="81"/>
                  <a:pt x="2" y="70"/>
                  <a:pt x="11" y="64"/>
                </a:cubicBezTo>
                <a:cubicBezTo>
                  <a:pt x="12" y="63"/>
                  <a:pt x="14" y="63"/>
                  <a:pt x="15" y="62"/>
                </a:cubicBezTo>
                <a:cubicBezTo>
                  <a:pt x="48" y="49"/>
                  <a:pt x="81" y="36"/>
                  <a:pt x="114" y="23"/>
                </a:cubicBezTo>
                <a:cubicBezTo>
                  <a:pt x="119" y="21"/>
                  <a:pt x="125" y="19"/>
                  <a:pt x="130" y="18"/>
                </a:cubicBezTo>
                <a:cubicBezTo>
                  <a:pt x="142" y="15"/>
                  <a:pt x="153" y="12"/>
                  <a:pt x="164" y="7"/>
                </a:cubicBezTo>
                <a:cubicBezTo>
                  <a:pt x="175" y="2"/>
                  <a:pt x="186" y="0"/>
                  <a:pt x="197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5" name="Freeform 16">
            <a:extLst xmlns:a="http://schemas.openxmlformats.org/drawingml/2006/main">
              <a:ext uri="{FF2B5EF4-FFF2-40B4-BE49-F238E27FC236}">
                <a16:creationId xmlns:a16="http://schemas.microsoft.com/office/drawing/2014/main" id="{1D79A074-4FF0-48C0-9FA5-00D87D0E6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5059" y="361297"/>
            <a:ext cx="57594" cy="63867"/>
          </a:xfrm>
          <a:custGeom xmlns:a="http://schemas.openxmlformats.org/drawingml/2006/main">
            <a:gdLst>
              <a:gd name="T0" fmla="*/ 114 w 114"/>
              <a:gd name="T1" fmla="*/ 70 h 126"/>
              <a:gd name="T2" fmla="*/ 101 w 114"/>
              <a:gd name="T3" fmla="*/ 91 h 126"/>
              <a:gd name="T4" fmla="*/ 78 w 114"/>
              <a:gd name="T5" fmla="*/ 97 h 126"/>
              <a:gd name="T6" fmla="*/ 58 w 114"/>
              <a:gd name="T7" fmla="*/ 106 h 126"/>
              <a:gd name="T8" fmla="*/ 40 w 114"/>
              <a:gd name="T9" fmla="*/ 121 h 126"/>
              <a:gd name="T10" fmla="*/ 31 w 114"/>
              <a:gd name="T11" fmla="*/ 125 h 126"/>
              <a:gd name="T12" fmla="*/ 23 w 114"/>
              <a:gd name="T13" fmla="*/ 122 h 126"/>
              <a:gd name="T14" fmla="*/ 23 w 114"/>
              <a:gd name="T15" fmla="*/ 112 h 126"/>
              <a:gd name="T16" fmla="*/ 26 w 114"/>
              <a:gd name="T17" fmla="*/ 68 h 126"/>
              <a:gd name="T18" fmla="*/ 16 w 114"/>
              <a:gd name="T19" fmla="*/ 50 h 126"/>
              <a:gd name="T20" fmla="*/ 11 w 114"/>
              <a:gd name="T21" fmla="*/ 39 h 126"/>
              <a:gd name="T22" fmla="*/ 3 w 114"/>
              <a:gd name="T23" fmla="*/ 21 h 126"/>
              <a:gd name="T24" fmla="*/ 3 w 114"/>
              <a:gd name="T25" fmla="*/ 6 h 126"/>
              <a:gd name="T26" fmla="*/ 12 w 114"/>
              <a:gd name="T27" fmla="*/ 0 h 126"/>
              <a:gd name="T28" fmla="*/ 18 w 114"/>
              <a:gd name="T29" fmla="*/ 1 h 126"/>
              <a:gd name="T30" fmla="*/ 50 w 114"/>
              <a:gd name="T31" fmla="*/ 12 h 126"/>
              <a:gd name="T32" fmla="*/ 86 w 114"/>
              <a:gd name="T33" fmla="*/ 31 h 126"/>
              <a:gd name="T34" fmla="*/ 106 w 114"/>
              <a:gd name="T35" fmla="*/ 48 h 126"/>
              <a:gd name="T36" fmla="*/ 114 w 114"/>
              <a:gd name="T37" fmla="*/ 70 h 126"/>
            </a:gdLst>
            <a:rect l="0" t="0" r="r" b="b"/>
            <a:pathLst>
              <a:path w="114" h="126">
                <a:moveTo>
                  <a:pt x="114" y="70"/>
                </a:moveTo>
                <a:cubicBezTo>
                  <a:pt x="114" y="79"/>
                  <a:pt x="109" y="86"/>
                  <a:pt x="101" y="91"/>
                </a:cubicBezTo>
                <a:cubicBezTo>
                  <a:pt x="94" y="95"/>
                  <a:pt x="86" y="97"/>
                  <a:pt x="78" y="97"/>
                </a:cubicBezTo>
                <a:cubicBezTo>
                  <a:pt x="64" y="97"/>
                  <a:pt x="66" y="98"/>
                  <a:pt x="58" y="106"/>
                </a:cubicBezTo>
                <a:cubicBezTo>
                  <a:pt x="52" y="111"/>
                  <a:pt x="46" y="116"/>
                  <a:pt x="40" y="121"/>
                </a:cubicBezTo>
                <a:cubicBezTo>
                  <a:pt x="38" y="123"/>
                  <a:pt x="35" y="124"/>
                  <a:pt x="31" y="125"/>
                </a:cubicBezTo>
                <a:cubicBezTo>
                  <a:pt x="28" y="126"/>
                  <a:pt x="25" y="125"/>
                  <a:pt x="23" y="122"/>
                </a:cubicBezTo>
                <a:cubicBezTo>
                  <a:pt x="22" y="118"/>
                  <a:pt x="21" y="115"/>
                  <a:pt x="23" y="112"/>
                </a:cubicBezTo>
                <a:cubicBezTo>
                  <a:pt x="33" y="98"/>
                  <a:pt x="33" y="83"/>
                  <a:pt x="26" y="68"/>
                </a:cubicBezTo>
                <a:cubicBezTo>
                  <a:pt x="23" y="61"/>
                  <a:pt x="19" y="56"/>
                  <a:pt x="16" y="50"/>
                </a:cubicBezTo>
                <a:cubicBezTo>
                  <a:pt x="14" y="46"/>
                  <a:pt x="12" y="43"/>
                  <a:pt x="11" y="39"/>
                </a:cubicBezTo>
                <a:cubicBezTo>
                  <a:pt x="9" y="33"/>
                  <a:pt x="7" y="27"/>
                  <a:pt x="3" y="21"/>
                </a:cubicBezTo>
                <a:cubicBezTo>
                  <a:pt x="0" y="17"/>
                  <a:pt x="0" y="12"/>
                  <a:pt x="3" y="6"/>
                </a:cubicBezTo>
                <a:cubicBezTo>
                  <a:pt x="5" y="2"/>
                  <a:pt x="8" y="0"/>
                  <a:pt x="12" y="0"/>
                </a:cubicBezTo>
                <a:cubicBezTo>
                  <a:pt x="14" y="0"/>
                  <a:pt x="16" y="1"/>
                  <a:pt x="18" y="1"/>
                </a:cubicBezTo>
                <a:cubicBezTo>
                  <a:pt x="29" y="3"/>
                  <a:pt x="40" y="7"/>
                  <a:pt x="50" y="12"/>
                </a:cubicBezTo>
                <a:cubicBezTo>
                  <a:pt x="62" y="19"/>
                  <a:pt x="74" y="25"/>
                  <a:pt x="86" y="31"/>
                </a:cubicBezTo>
                <a:cubicBezTo>
                  <a:pt x="94" y="36"/>
                  <a:pt x="101" y="41"/>
                  <a:pt x="106" y="48"/>
                </a:cubicBezTo>
                <a:cubicBezTo>
                  <a:pt x="111" y="54"/>
                  <a:pt x="114" y="61"/>
                  <a:pt x="114" y="7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6" name="Freeform 24">
            <a:extLst xmlns:a="http://schemas.openxmlformats.org/drawingml/2006/main">
              <a:ext uri="{FF2B5EF4-FFF2-40B4-BE49-F238E27FC236}">
                <a16:creationId xmlns:a16="http://schemas.microsoft.com/office/drawing/2014/main" id="{94535A95-A5F0-4B6E-A3CB-BEC30445F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4717" y="420032"/>
            <a:ext cx="56454" cy="76412"/>
          </a:xfrm>
          <a:custGeom xmlns:a="http://schemas.openxmlformats.org/drawingml/2006/main">
            <a:gdLst>
              <a:gd name="T0" fmla="*/ 111 w 111"/>
              <a:gd name="T1" fmla="*/ 118 h 150"/>
              <a:gd name="T2" fmla="*/ 108 w 111"/>
              <a:gd name="T3" fmla="*/ 125 h 150"/>
              <a:gd name="T4" fmla="*/ 94 w 111"/>
              <a:gd name="T5" fmla="*/ 142 h 150"/>
              <a:gd name="T6" fmla="*/ 80 w 111"/>
              <a:gd name="T7" fmla="*/ 149 h 150"/>
              <a:gd name="T8" fmla="*/ 72 w 111"/>
              <a:gd name="T9" fmla="*/ 144 h 150"/>
              <a:gd name="T10" fmla="*/ 66 w 111"/>
              <a:gd name="T11" fmla="*/ 117 h 150"/>
              <a:gd name="T12" fmla="*/ 59 w 111"/>
              <a:gd name="T13" fmla="*/ 90 h 150"/>
              <a:gd name="T14" fmla="*/ 50 w 111"/>
              <a:gd name="T15" fmla="*/ 75 h 150"/>
              <a:gd name="T16" fmla="*/ 19 w 111"/>
              <a:gd name="T17" fmla="*/ 40 h 150"/>
              <a:gd name="T18" fmla="*/ 6 w 111"/>
              <a:gd name="T19" fmla="*/ 27 h 150"/>
              <a:gd name="T20" fmla="*/ 0 w 111"/>
              <a:gd name="T21" fmla="*/ 10 h 150"/>
              <a:gd name="T22" fmla="*/ 0 w 111"/>
              <a:gd name="T23" fmla="*/ 8 h 150"/>
              <a:gd name="T24" fmla="*/ 9 w 111"/>
              <a:gd name="T25" fmla="*/ 2 h 150"/>
              <a:gd name="T26" fmla="*/ 18 w 111"/>
              <a:gd name="T27" fmla="*/ 7 h 150"/>
              <a:gd name="T28" fmla="*/ 27 w 111"/>
              <a:gd name="T29" fmla="*/ 15 h 150"/>
              <a:gd name="T30" fmla="*/ 44 w 111"/>
              <a:gd name="T31" fmla="*/ 26 h 150"/>
              <a:gd name="T32" fmla="*/ 85 w 111"/>
              <a:gd name="T33" fmla="*/ 57 h 150"/>
              <a:gd name="T34" fmla="*/ 110 w 111"/>
              <a:gd name="T35" fmla="*/ 114 h 150"/>
              <a:gd name="T36" fmla="*/ 110 w 111"/>
              <a:gd name="T37" fmla="*/ 117 h 150"/>
              <a:gd name="T38" fmla="*/ 111 w 111"/>
              <a:gd name="T39" fmla="*/ 118 h 150"/>
            </a:gdLst>
            <a:rect l="0" t="0" r="r" b="b"/>
            <a:pathLst>
              <a:path w="111" h="150">
                <a:moveTo>
                  <a:pt x="111" y="118"/>
                </a:moveTo>
                <a:cubicBezTo>
                  <a:pt x="110" y="120"/>
                  <a:pt x="109" y="123"/>
                  <a:pt x="108" y="125"/>
                </a:cubicBezTo>
                <a:cubicBezTo>
                  <a:pt x="103" y="131"/>
                  <a:pt x="99" y="136"/>
                  <a:pt x="94" y="142"/>
                </a:cubicBezTo>
                <a:cubicBezTo>
                  <a:pt x="90" y="146"/>
                  <a:pt x="86" y="148"/>
                  <a:pt x="80" y="149"/>
                </a:cubicBezTo>
                <a:cubicBezTo>
                  <a:pt x="75" y="150"/>
                  <a:pt x="73" y="149"/>
                  <a:pt x="72" y="144"/>
                </a:cubicBezTo>
                <a:cubicBezTo>
                  <a:pt x="70" y="135"/>
                  <a:pt x="68" y="126"/>
                  <a:pt x="66" y="117"/>
                </a:cubicBezTo>
                <a:cubicBezTo>
                  <a:pt x="64" y="108"/>
                  <a:pt x="63" y="99"/>
                  <a:pt x="59" y="90"/>
                </a:cubicBezTo>
                <a:cubicBezTo>
                  <a:pt x="57" y="85"/>
                  <a:pt x="54" y="80"/>
                  <a:pt x="50" y="75"/>
                </a:cubicBezTo>
                <a:cubicBezTo>
                  <a:pt x="40" y="63"/>
                  <a:pt x="29" y="51"/>
                  <a:pt x="19" y="40"/>
                </a:cubicBezTo>
                <a:cubicBezTo>
                  <a:pt x="15" y="35"/>
                  <a:pt x="11" y="31"/>
                  <a:pt x="6" y="27"/>
                </a:cubicBezTo>
                <a:cubicBezTo>
                  <a:pt x="1" y="22"/>
                  <a:pt x="0" y="17"/>
                  <a:pt x="0" y="10"/>
                </a:cubicBezTo>
                <a:cubicBezTo>
                  <a:pt x="0" y="9"/>
                  <a:pt x="0" y="9"/>
                  <a:pt x="0" y="8"/>
                </a:cubicBezTo>
                <a:cubicBezTo>
                  <a:pt x="2" y="1"/>
                  <a:pt x="3" y="0"/>
                  <a:pt x="9" y="2"/>
                </a:cubicBezTo>
                <a:cubicBezTo>
                  <a:pt x="12" y="4"/>
                  <a:pt x="15" y="5"/>
                  <a:pt x="18" y="7"/>
                </a:cubicBezTo>
                <a:cubicBezTo>
                  <a:pt x="21" y="10"/>
                  <a:pt x="24" y="12"/>
                  <a:pt x="27" y="15"/>
                </a:cubicBezTo>
                <a:cubicBezTo>
                  <a:pt x="32" y="20"/>
                  <a:pt x="38" y="24"/>
                  <a:pt x="44" y="26"/>
                </a:cubicBezTo>
                <a:cubicBezTo>
                  <a:pt x="61" y="33"/>
                  <a:pt x="74" y="43"/>
                  <a:pt x="85" y="57"/>
                </a:cubicBezTo>
                <a:cubicBezTo>
                  <a:pt x="98" y="73"/>
                  <a:pt x="107" y="92"/>
                  <a:pt x="110" y="114"/>
                </a:cubicBezTo>
                <a:cubicBezTo>
                  <a:pt x="110" y="115"/>
                  <a:pt x="110" y="116"/>
                  <a:pt x="110" y="117"/>
                </a:cubicBezTo>
                <a:cubicBezTo>
                  <a:pt x="110" y="117"/>
                  <a:pt x="110" y="118"/>
                  <a:pt x="111" y="1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7" name="Freeform 26">
            <a:extLst xmlns:a="http://schemas.openxmlformats.org/drawingml/2006/main">
              <a:ext uri="{FF2B5EF4-FFF2-40B4-BE49-F238E27FC236}">
                <a16:creationId xmlns:a16="http://schemas.microsoft.com/office/drawing/2014/main" id="{F8C250CE-8360-4C2E-86BC-62A752F84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4100" y="564304"/>
            <a:ext cx="41057" cy="50181"/>
          </a:xfrm>
          <a:custGeom xmlns:a="http://schemas.openxmlformats.org/drawingml/2006/main">
            <a:gdLst>
              <a:gd name="T0" fmla="*/ 0 w 81"/>
              <a:gd name="T1" fmla="*/ 18 h 99"/>
              <a:gd name="T2" fmla="*/ 1 w 81"/>
              <a:gd name="T3" fmla="*/ 9 h 99"/>
              <a:gd name="T4" fmla="*/ 11 w 81"/>
              <a:gd name="T5" fmla="*/ 1 h 99"/>
              <a:gd name="T6" fmla="*/ 50 w 81"/>
              <a:gd name="T7" fmla="*/ 12 h 99"/>
              <a:gd name="T8" fmla="*/ 78 w 81"/>
              <a:gd name="T9" fmla="*/ 44 h 99"/>
              <a:gd name="T10" fmla="*/ 80 w 81"/>
              <a:gd name="T11" fmla="*/ 51 h 99"/>
              <a:gd name="T12" fmla="*/ 77 w 81"/>
              <a:gd name="T13" fmla="*/ 79 h 99"/>
              <a:gd name="T14" fmla="*/ 43 w 81"/>
              <a:gd name="T15" fmla="*/ 92 h 99"/>
              <a:gd name="T16" fmla="*/ 30 w 81"/>
              <a:gd name="T17" fmla="*/ 81 h 99"/>
              <a:gd name="T18" fmla="*/ 12 w 81"/>
              <a:gd name="T19" fmla="*/ 60 h 99"/>
              <a:gd name="T20" fmla="*/ 1 w 81"/>
              <a:gd name="T21" fmla="*/ 24 h 99"/>
              <a:gd name="T22" fmla="*/ 1 w 81"/>
              <a:gd name="T23" fmla="*/ 18 h 99"/>
              <a:gd name="T24" fmla="*/ 0 w 81"/>
              <a:gd name="T25" fmla="*/ 18 h 99"/>
            </a:gdLst>
            <a:rect l="0" t="0" r="r" b="b"/>
            <a:pathLst>
              <a:path w="81" h="99">
                <a:moveTo>
                  <a:pt x="0" y="18"/>
                </a:moveTo>
                <a:cubicBezTo>
                  <a:pt x="1" y="15"/>
                  <a:pt x="1" y="12"/>
                  <a:pt x="1" y="9"/>
                </a:cubicBezTo>
                <a:cubicBezTo>
                  <a:pt x="2" y="4"/>
                  <a:pt x="5" y="1"/>
                  <a:pt x="11" y="1"/>
                </a:cubicBezTo>
                <a:cubicBezTo>
                  <a:pt x="25" y="0"/>
                  <a:pt x="39" y="2"/>
                  <a:pt x="50" y="12"/>
                </a:cubicBezTo>
                <a:cubicBezTo>
                  <a:pt x="62" y="21"/>
                  <a:pt x="70" y="32"/>
                  <a:pt x="78" y="44"/>
                </a:cubicBezTo>
                <a:cubicBezTo>
                  <a:pt x="79" y="46"/>
                  <a:pt x="80" y="49"/>
                  <a:pt x="80" y="51"/>
                </a:cubicBezTo>
                <a:cubicBezTo>
                  <a:pt x="81" y="61"/>
                  <a:pt x="80" y="70"/>
                  <a:pt x="77" y="79"/>
                </a:cubicBezTo>
                <a:cubicBezTo>
                  <a:pt x="74" y="89"/>
                  <a:pt x="57" y="99"/>
                  <a:pt x="43" y="92"/>
                </a:cubicBezTo>
                <a:cubicBezTo>
                  <a:pt x="38" y="89"/>
                  <a:pt x="33" y="86"/>
                  <a:pt x="30" y="81"/>
                </a:cubicBezTo>
                <a:cubicBezTo>
                  <a:pt x="24" y="74"/>
                  <a:pt x="18" y="67"/>
                  <a:pt x="12" y="60"/>
                </a:cubicBezTo>
                <a:cubicBezTo>
                  <a:pt x="4" y="49"/>
                  <a:pt x="2" y="37"/>
                  <a:pt x="1" y="24"/>
                </a:cubicBezTo>
                <a:cubicBezTo>
                  <a:pt x="1" y="22"/>
                  <a:pt x="1" y="20"/>
                  <a:pt x="1" y="18"/>
                </a:cubicBezTo>
                <a:cubicBezTo>
                  <a:pt x="1" y="18"/>
                  <a:pt x="1" y="18"/>
                  <a:pt x="0" y="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57FB5589-1543-4DD6-8865-6B5A874F7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7552" y="552329"/>
            <a:ext cx="43908" cy="50751"/>
          </a:xfrm>
          <a:custGeom xmlns:a="http://schemas.openxmlformats.org/drawingml/2006/main">
            <a:gdLst>
              <a:gd name="T0" fmla="*/ 38 w 87"/>
              <a:gd name="T1" fmla="*/ 100 h 100"/>
              <a:gd name="T2" fmla="*/ 27 w 87"/>
              <a:gd name="T3" fmla="*/ 98 h 100"/>
              <a:gd name="T4" fmla="*/ 22 w 87"/>
              <a:gd name="T5" fmla="*/ 91 h 100"/>
              <a:gd name="T6" fmla="*/ 17 w 87"/>
              <a:gd name="T7" fmla="*/ 65 h 100"/>
              <a:gd name="T8" fmla="*/ 1 w 87"/>
              <a:gd name="T9" fmla="*/ 16 h 100"/>
              <a:gd name="T10" fmla="*/ 0 w 87"/>
              <a:gd name="T11" fmla="*/ 4 h 100"/>
              <a:gd name="T12" fmla="*/ 4 w 87"/>
              <a:gd name="T13" fmla="*/ 0 h 100"/>
              <a:gd name="T14" fmla="*/ 12 w 87"/>
              <a:gd name="T15" fmla="*/ 0 h 100"/>
              <a:gd name="T16" fmla="*/ 20 w 87"/>
              <a:gd name="T17" fmla="*/ 4 h 100"/>
              <a:gd name="T18" fmla="*/ 31 w 87"/>
              <a:gd name="T19" fmla="*/ 12 h 100"/>
              <a:gd name="T20" fmla="*/ 65 w 87"/>
              <a:gd name="T21" fmla="*/ 41 h 100"/>
              <a:gd name="T22" fmla="*/ 78 w 87"/>
              <a:gd name="T23" fmla="*/ 56 h 100"/>
              <a:gd name="T24" fmla="*/ 73 w 87"/>
              <a:gd name="T25" fmla="*/ 87 h 100"/>
              <a:gd name="T26" fmla="*/ 38 w 87"/>
              <a:gd name="T27" fmla="*/ 100 h 100"/>
            </a:gdLst>
            <a:rect l="0" t="0" r="r" b="b"/>
            <a:pathLst>
              <a:path w="87" h="100">
                <a:moveTo>
                  <a:pt x="38" y="100"/>
                </a:moveTo>
                <a:cubicBezTo>
                  <a:pt x="34" y="99"/>
                  <a:pt x="31" y="99"/>
                  <a:pt x="27" y="98"/>
                </a:cubicBezTo>
                <a:cubicBezTo>
                  <a:pt x="24" y="97"/>
                  <a:pt x="22" y="94"/>
                  <a:pt x="22" y="91"/>
                </a:cubicBezTo>
                <a:cubicBezTo>
                  <a:pt x="23" y="81"/>
                  <a:pt x="20" y="73"/>
                  <a:pt x="17" y="65"/>
                </a:cubicBezTo>
                <a:cubicBezTo>
                  <a:pt x="11" y="49"/>
                  <a:pt x="4" y="33"/>
                  <a:pt x="1" y="16"/>
                </a:cubicBezTo>
                <a:cubicBezTo>
                  <a:pt x="0" y="12"/>
                  <a:pt x="0" y="8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7" y="0"/>
                  <a:pt x="10" y="0"/>
                  <a:pt x="12" y="0"/>
                </a:cubicBezTo>
                <a:cubicBezTo>
                  <a:pt x="15" y="1"/>
                  <a:pt x="18" y="2"/>
                  <a:pt x="20" y="4"/>
                </a:cubicBezTo>
                <a:cubicBezTo>
                  <a:pt x="24" y="7"/>
                  <a:pt x="28" y="9"/>
                  <a:pt x="31" y="12"/>
                </a:cubicBezTo>
                <a:cubicBezTo>
                  <a:pt x="42" y="22"/>
                  <a:pt x="54" y="31"/>
                  <a:pt x="65" y="41"/>
                </a:cubicBezTo>
                <a:cubicBezTo>
                  <a:pt x="70" y="45"/>
                  <a:pt x="74" y="51"/>
                  <a:pt x="78" y="56"/>
                </a:cubicBezTo>
                <a:cubicBezTo>
                  <a:pt x="87" y="69"/>
                  <a:pt x="85" y="78"/>
                  <a:pt x="73" y="87"/>
                </a:cubicBezTo>
                <a:cubicBezTo>
                  <a:pt x="64" y="95"/>
                  <a:pt x="50" y="100"/>
                  <a:pt x="38" y="1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9" name="Freeform 36">
            <a:extLst xmlns:a="http://schemas.openxmlformats.org/drawingml/2006/main">
              <a:ext uri="{FF2B5EF4-FFF2-40B4-BE49-F238E27FC236}">
                <a16:creationId xmlns:a16="http://schemas.microsoft.com/office/drawing/2014/main" id="{A85F9009-12E5-4360-B12A-91E38DE7F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3006" y="481619"/>
            <a:ext cx="22809" cy="43908"/>
          </a:xfrm>
          <a:custGeom xmlns:a="http://schemas.openxmlformats.org/drawingml/2006/main">
            <a:gdLst>
              <a:gd name="T0" fmla="*/ 6 w 44"/>
              <a:gd name="T1" fmla="*/ 57 h 87"/>
              <a:gd name="T2" fmla="*/ 2 w 44"/>
              <a:gd name="T3" fmla="*/ 8 h 87"/>
              <a:gd name="T4" fmla="*/ 3 w 44"/>
              <a:gd name="T5" fmla="*/ 2 h 87"/>
              <a:gd name="T6" fmla="*/ 10 w 44"/>
              <a:gd name="T7" fmla="*/ 2 h 87"/>
              <a:gd name="T8" fmla="*/ 15 w 44"/>
              <a:gd name="T9" fmla="*/ 6 h 87"/>
              <a:gd name="T10" fmla="*/ 29 w 44"/>
              <a:gd name="T11" fmla="*/ 22 h 87"/>
              <a:gd name="T12" fmla="*/ 39 w 44"/>
              <a:gd name="T13" fmla="*/ 36 h 87"/>
              <a:gd name="T14" fmla="*/ 43 w 44"/>
              <a:gd name="T15" fmla="*/ 52 h 87"/>
              <a:gd name="T16" fmla="*/ 38 w 44"/>
              <a:gd name="T17" fmla="*/ 74 h 87"/>
              <a:gd name="T18" fmla="*/ 16 w 44"/>
              <a:gd name="T19" fmla="*/ 87 h 87"/>
              <a:gd name="T20" fmla="*/ 8 w 44"/>
              <a:gd name="T21" fmla="*/ 81 h 87"/>
              <a:gd name="T22" fmla="*/ 6 w 44"/>
              <a:gd name="T23" fmla="*/ 65 h 87"/>
              <a:gd name="T24" fmla="*/ 6 w 44"/>
              <a:gd name="T25" fmla="*/ 57 h 87"/>
            </a:gdLst>
            <a:rect l="0" t="0" r="r" b="b"/>
            <a:pathLst>
              <a:path w="44" h="87">
                <a:moveTo>
                  <a:pt x="6" y="57"/>
                </a:moveTo>
                <a:cubicBezTo>
                  <a:pt x="7" y="39"/>
                  <a:pt x="5" y="23"/>
                  <a:pt x="2" y="8"/>
                </a:cubicBezTo>
                <a:cubicBezTo>
                  <a:pt x="1" y="6"/>
                  <a:pt x="0" y="3"/>
                  <a:pt x="3" y="2"/>
                </a:cubicBezTo>
                <a:cubicBezTo>
                  <a:pt x="5" y="0"/>
                  <a:pt x="7" y="0"/>
                  <a:pt x="10" y="2"/>
                </a:cubicBezTo>
                <a:cubicBezTo>
                  <a:pt x="12" y="3"/>
                  <a:pt x="14" y="4"/>
                  <a:pt x="15" y="6"/>
                </a:cubicBezTo>
                <a:cubicBezTo>
                  <a:pt x="20" y="11"/>
                  <a:pt x="25" y="17"/>
                  <a:pt x="29" y="22"/>
                </a:cubicBezTo>
                <a:cubicBezTo>
                  <a:pt x="33" y="27"/>
                  <a:pt x="36" y="32"/>
                  <a:pt x="39" y="36"/>
                </a:cubicBezTo>
                <a:cubicBezTo>
                  <a:pt x="42" y="41"/>
                  <a:pt x="44" y="46"/>
                  <a:pt x="43" y="52"/>
                </a:cubicBezTo>
                <a:cubicBezTo>
                  <a:pt x="42" y="59"/>
                  <a:pt x="41" y="67"/>
                  <a:pt x="38" y="74"/>
                </a:cubicBezTo>
                <a:cubicBezTo>
                  <a:pt x="33" y="83"/>
                  <a:pt x="27" y="87"/>
                  <a:pt x="16" y="87"/>
                </a:cubicBezTo>
                <a:cubicBezTo>
                  <a:pt x="12" y="87"/>
                  <a:pt x="10" y="85"/>
                  <a:pt x="8" y="81"/>
                </a:cubicBezTo>
                <a:cubicBezTo>
                  <a:pt x="6" y="76"/>
                  <a:pt x="6" y="71"/>
                  <a:pt x="6" y="65"/>
                </a:cubicBezTo>
                <a:cubicBezTo>
                  <a:pt x="6" y="62"/>
                  <a:pt x="6" y="59"/>
                  <a:pt x="6" y="5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5" name="Freeform 8">
            <a:extLst xmlns:a="http://schemas.openxmlformats.org/drawingml/2006/main">
              <a:ext uri="{FF2B5EF4-FFF2-40B4-BE49-F238E27FC236}">
                <a16:creationId xmlns:a16="http://schemas.microsoft.com/office/drawing/2014/main" id="{E33D6596-ABA4-4E55-8B88-712377586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7780" y="329883"/>
            <a:ext cx="445930" cy="444892"/>
          </a:xfrm>
          <a:custGeom xmlns:a="http://schemas.openxmlformats.org/drawingml/2006/main"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Freeform 42">
            <a:extLst xmlns:a="http://schemas.openxmlformats.org/drawingml/2006/main">
              <a:ext uri="{FF2B5EF4-FFF2-40B4-BE49-F238E27FC236}">
                <a16:creationId xmlns:a16="http://schemas.microsoft.com/office/drawing/2014/main" id="{DD2494BB-16CE-4969-88AB-91ECCDEBE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5990" y="387574"/>
            <a:ext cx="328990" cy="328471"/>
          </a:xfrm>
          <a:custGeom xmlns:a="http://schemas.openxmlformats.org/drawingml/2006/main"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7" name="Freeform 43">
            <a:extLst xmlns:a="http://schemas.openxmlformats.org/drawingml/2006/main">
              <a:ext uri="{FF2B5EF4-FFF2-40B4-BE49-F238E27FC236}">
                <a16:creationId xmlns:a16="http://schemas.microsoft.com/office/drawing/2014/main" id="{4D19006D-EDFB-48E0-AE91-8D6808062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836" y="420317"/>
            <a:ext cx="36381" cy="43657"/>
          </a:xfrm>
          <a:custGeom xmlns:a="http://schemas.openxmlformats.org/drawingml/2006/main"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8" name="Freeform 44">
            <a:extLst xmlns:a="http://schemas.openxmlformats.org/drawingml/2006/main">
              <a:ext uri="{FF2B5EF4-FFF2-40B4-BE49-F238E27FC236}">
                <a16:creationId xmlns:a16="http://schemas.microsoft.com/office/drawing/2014/main" id="{15E5A65F-CFFF-4A3C-B0BF-A6B60A629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451" y="502955"/>
            <a:ext cx="34822" cy="37420"/>
          </a:xfrm>
          <a:custGeom xmlns:a="http://schemas.openxmlformats.org/drawingml/2006/main"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9" name="Freeform 45">
            <a:extLst xmlns:a="http://schemas.openxmlformats.org/drawingml/2006/main">
              <a:ext uri="{FF2B5EF4-FFF2-40B4-BE49-F238E27FC236}">
                <a16:creationId xmlns:a16="http://schemas.microsoft.com/office/drawing/2014/main" id="{1CBAE913-D49B-49EE-94EC-09D45A657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0534" y="383416"/>
            <a:ext cx="37940" cy="40539"/>
          </a:xfrm>
          <a:custGeom xmlns:a="http://schemas.openxmlformats.org/drawingml/2006/main"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0" name="Freeform 46">
            <a:extLst xmlns:a="http://schemas.openxmlformats.org/drawingml/2006/main">
              <a:ext uri="{FF2B5EF4-FFF2-40B4-BE49-F238E27FC236}">
                <a16:creationId xmlns:a16="http://schemas.microsoft.com/office/drawing/2014/main" id="{CBF19A5F-07E1-4CA2-905A-6C83491E2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451" y="561165"/>
            <a:ext cx="32743" cy="31184"/>
          </a:xfrm>
          <a:custGeom xmlns:a="http://schemas.openxmlformats.org/drawingml/2006/main"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1" name="Freeform 47">
            <a:extLst xmlns:a="http://schemas.openxmlformats.org/drawingml/2006/main">
              <a:ext uri="{FF2B5EF4-FFF2-40B4-BE49-F238E27FC236}">
                <a16:creationId xmlns:a16="http://schemas.microsoft.com/office/drawing/2014/main" id="{E83BD843-B6A8-4AAC-85FF-C9C482769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2285" y="723322"/>
            <a:ext cx="22868" cy="32743"/>
          </a:xfrm>
          <a:custGeom xmlns:a="http://schemas.openxmlformats.org/drawingml/2006/main"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2" name="Freeform 48">
            <a:extLst xmlns:a="http://schemas.openxmlformats.org/drawingml/2006/main">
              <a:ext uri="{FF2B5EF4-FFF2-40B4-BE49-F238E27FC236}">
                <a16:creationId xmlns:a16="http://schemas.microsoft.com/office/drawing/2014/main" id="{8E2167A7-35E3-4841-A8C4-BE6103FB7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8444" y="613138"/>
            <a:ext cx="33782" cy="29105"/>
          </a:xfrm>
          <a:custGeom xmlns:a="http://schemas.openxmlformats.org/drawingml/2006/main"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3" name="Freeform 49">
            <a:extLst xmlns:a="http://schemas.openxmlformats.org/drawingml/2006/main">
              <a:ext uri="{FF2B5EF4-FFF2-40B4-BE49-F238E27FC236}">
                <a16:creationId xmlns:a16="http://schemas.microsoft.com/office/drawing/2014/main" id="{1E35502B-540C-4845-8644-9382E6F13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8194" y="415639"/>
            <a:ext cx="40019" cy="43657"/>
          </a:xfrm>
          <a:custGeom xmlns:a="http://schemas.openxmlformats.org/drawingml/2006/main"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4" name="Freeform 50">
            <a:extLst xmlns:a="http://schemas.openxmlformats.org/drawingml/2006/main">
              <a:ext uri="{FF2B5EF4-FFF2-40B4-BE49-F238E27FC236}">
                <a16:creationId xmlns:a16="http://schemas.microsoft.com/office/drawing/2014/main" id="{524F76AE-5D07-440E-B258-38EC92C0F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3113" y="709289"/>
            <a:ext cx="28065" cy="32223"/>
          </a:xfrm>
          <a:custGeom xmlns:a="http://schemas.openxmlformats.org/drawingml/2006/main"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5" name="Freeform 51">
            <a:extLst xmlns:a="http://schemas.openxmlformats.org/drawingml/2006/main">
              <a:ext uri="{FF2B5EF4-FFF2-40B4-BE49-F238E27FC236}">
                <a16:creationId xmlns:a16="http://schemas.microsoft.com/office/drawing/2014/main" id="{664C8E3A-7046-419F-AA35-7640A9CE4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6135" y="379258"/>
            <a:ext cx="37940" cy="36901"/>
          </a:xfrm>
          <a:custGeom xmlns:a="http://schemas.openxmlformats.org/drawingml/2006/main"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6" name="Freeform 52">
            <a:extLst xmlns:a="http://schemas.openxmlformats.org/drawingml/2006/main">
              <a:ext uri="{FF2B5EF4-FFF2-40B4-BE49-F238E27FC236}">
                <a16:creationId xmlns:a16="http://schemas.microsoft.com/office/drawing/2014/main" id="{653A4EBD-4971-4050-88E0-A1249EF5F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8397" y="345475"/>
            <a:ext cx="30144" cy="32743"/>
          </a:xfrm>
          <a:custGeom xmlns:a="http://schemas.openxmlformats.org/drawingml/2006/main"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7" name="Freeform 53">
            <a:extLst xmlns:a="http://schemas.openxmlformats.org/drawingml/2006/main">
              <a:ext uri="{FF2B5EF4-FFF2-40B4-BE49-F238E27FC236}">
                <a16:creationId xmlns:a16="http://schemas.microsoft.com/office/drawing/2014/main" id="{614D17E7-C434-40A4-A08B-E40554172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5298" y="723322"/>
            <a:ext cx="23387" cy="33262"/>
          </a:xfrm>
          <a:custGeom xmlns:a="http://schemas.openxmlformats.org/drawingml/2006/main"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8" name="Freeform 54">
            <a:extLst xmlns:a="http://schemas.openxmlformats.org/drawingml/2006/main">
              <a:ext uri="{FF2B5EF4-FFF2-40B4-BE49-F238E27FC236}">
                <a16:creationId xmlns:a16="http://schemas.microsoft.com/office/drawing/2014/main" id="{D5953F84-F84F-4B88-88DA-C5ACC1DF2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5" y="351712"/>
            <a:ext cx="31183" cy="35341"/>
          </a:xfrm>
          <a:custGeom xmlns:a="http://schemas.openxmlformats.org/drawingml/2006/main"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9" name="Freeform 55">
            <a:extLst xmlns:a="http://schemas.openxmlformats.org/drawingml/2006/main">
              <a:ext uri="{FF2B5EF4-FFF2-40B4-BE49-F238E27FC236}">
                <a16:creationId xmlns:a16="http://schemas.microsoft.com/office/drawing/2014/main" id="{13554BC1-0000-4821-B20C-49FD319B7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303" y="471251"/>
            <a:ext cx="36381" cy="29105"/>
          </a:xfrm>
          <a:custGeom xmlns:a="http://schemas.openxmlformats.org/drawingml/2006/main"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0" name="Freeform 56">
            <a:extLst xmlns:a="http://schemas.openxmlformats.org/drawingml/2006/main">
              <a:ext uri="{FF2B5EF4-FFF2-40B4-BE49-F238E27FC236}">
                <a16:creationId xmlns:a16="http://schemas.microsoft.com/office/drawing/2014/main" id="{D7145DB3-BCAA-42FF-AE10-A72503B56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823" y="607941"/>
            <a:ext cx="35861" cy="33262"/>
          </a:xfrm>
          <a:custGeom xmlns:a="http://schemas.openxmlformats.org/drawingml/2006/main"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1" name="Freeform 57">
            <a:extLst xmlns:a="http://schemas.openxmlformats.org/drawingml/2006/main">
              <a:ext uri="{FF2B5EF4-FFF2-40B4-BE49-F238E27FC236}">
                <a16:creationId xmlns:a16="http://schemas.microsoft.com/office/drawing/2014/main" id="{6FF43A6E-D179-4238-BA7A-1974B2AC2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816" y="556487"/>
            <a:ext cx="31703" cy="28065"/>
          </a:xfrm>
          <a:custGeom xmlns:a="http://schemas.openxmlformats.org/drawingml/2006/main"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2" name="Freeform 58">
            <a:extLst xmlns:a="http://schemas.openxmlformats.org/drawingml/2006/main">
              <a:ext uri="{FF2B5EF4-FFF2-40B4-BE49-F238E27FC236}">
                <a16:creationId xmlns:a16="http://schemas.microsoft.com/office/drawing/2014/main" id="{8CC991DC-E90A-48D1-A3DC-51AD9C55D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8830" y="357949"/>
            <a:ext cx="28585" cy="35861"/>
          </a:xfrm>
          <a:custGeom xmlns:a="http://schemas.openxmlformats.org/drawingml/2006/main"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3" name="Freeform 59">
            <a:extLst xmlns:a="http://schemas.openxmlformats.org/drawingml/2006/main">
              <a:ext uri="{FF2B5EF4-FFF2-40B4-BE49-F238E27FC236}">
                <a16:creationId xmlns:a16="http://schemas.microsoft.com/office/drawing/2014/main" id="{EBE2E455-D454-4D79-874A-D99B53E35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9484" y="461896"/>
            <a:ext cx="32743" cy="28585"/>
          </a:xfrm>
          <a:custGeom xmlns:a="http://schemas.openxmlformats.org/drawingml/2006/main"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4" name="Freeform 60">
            <a:extLst xmlns:a="http://schemas.openxmlformats.org/drawingml/2006/main">
              <a:ext uri="{FF2B5EF4-FFF2-40B4-BE49-F238E27FC236}">
                <a16:creationId xmlns:a16="http://schemas.microsoft.com/office/drawing/2014/main" id="{E294C152-EE22-4A48-8677-E9B898223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297" y="515428"/>
            <a:ext cx="31703" cy="20789"/>
          </a:xfrm>
          <a:custGeom xmlns:a="http://schemas.openxmlformats.org/drawingml/2006/main"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5" name="Freeform 61">
            <a:extLst xmlns:a="http://schemas.openxmlformats.org/drawingml/2006/main">
              <a:ext uri="{FF2B5EF4-FFF2-40B4-BE49-F238E27FC236}">
                <a16:creationId xmlns:a16="http://schemas.microsoft.com/office/drawing/2014/main" id="{CD9310C1-645D-4D8A-A62B-625C94CD1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6212" y="349113"/>
            <a:ext cx="19230" cy="32223"/>
          </a:xfrm>
          <a:custGeom xmlns:a="http://schemas.openxmlformats.org/drawingml/2006/main"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6" name="Freeform 62">
            <a:extLst xmlns:a="http://schemas.openxmlformats.org/drawingml/2006/main">
              <a:ext uri="{FF2B5EF4-FFF2-40B4-BE49-F238E27FC236}">
                <a16:creationId xmlns:a16="http://schemas.microsoft.com/office/drawing/2014/main" id="{B9A7F16C-0726-4612-8D86-EE8991E80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8753" y="711368"/>
            <a:ext cx="23907" cy="31184"/>
          </a:xfrm>
          <a:custGeom xmlns:a="http://schemas.openxmlformats.org/drawingml/2006/main"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7" name="Freeform 71">
            <a:extLst xmlns:a="http://schemas.openxmlformats.org/drawingml/2006/main">
              <a:ext uri="{FF2B5EF4-FFF2-40B4-BE49-F238E27FC236}">
                <a16:creationId xmlns:a16="http://schemas.microsoft.com/office/drawing/2014/main" id="{D8F32B57-6E7B-4767-B847-2F76577E8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0023" y="401606"/>
            <a:ext cx="301445" cy="300925"/>
          </a:xfrm>
          <a:custGeom xmlns:a="http://schemas.openxmlformats.org/drawingml/2006/main"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6" name="标题 1">
            <a:extLst xmlns:a="http://schemas.openxmlformats.org/drawingml/2006/main">
              <a:ext uri="{FF2B5EF4-FFF2-40B4-BE49-F238E27FC236}">
                <a16:creationId xmlns:a16="http://schemas.microsoft.com/office/drawing/2014/main" id="{3CD9B8D8-6E95-4C54-A659-970B07EFC235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42913" y="243569"/>
            <a:ext cx="9056851" cy="61751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400" b="1" kern="1200" baseline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/>
        </p:txBody>
      </p:sp>
      <p:sp>
        <p:nvSpPr>
          <p:cNvPr id="178" name="直接连接符 177">
            <a:extLst xmlns:a="http://schemas.openxmlformats.org/drawingml/2006/main">
              <a:ext uri="{FF2B5EF4-FFF2-40B4-BE49-F238E27FC236}">
                <a16:creationId xmlns:a16="http://schemas.microsoft.com/office/drawing/2014/main" id="{11F977F8-68A6-4348-B1EC-043A4FF0E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06" y="867990"/>
            <a:ext cx="2433027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6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79" name="直接连接符 178">
            <a:extLst xmlns:a="http://schemas.openxmlformats.org/drawingml/2006/main">
              <a:ext uri="{FF2B5EF4-FFF2-40B4-BE49-F238E27FC236}">
                <a16:creationId xmlns:a16="http://schemas.microsoft.com/office/drawing/2014/main" id="{80A0A16A-31FF-4EB8-A10D-60E594F96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06" y="867990"/>
            <a:ext cx="589713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1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7D9E2CDB-9609-49F6-9BE8-918F7FE5D83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9005791" y="6394353"/>
            <a:ext cx="2743200" cy="2921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3" name="文本框 62">
            <a:extLst xmlns:a="http://schemas.openxmlformats.org/drawingml/2006/main">
              <a:ext uri="{FF2B5EF4-FFF2-40B4-BE49-F238E27FC236}">
                <a16:creationId xmlns:a16="http://schemas.microsoft.com/office/drawing/2014/main" id="{5DA612ED-C961-4E41-9DFD-D0F22DC2B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3" y="6394353"/>
            <a:ext cx="1545907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" name="图片占位符 1">
            <a:extLst xmlns:a="http://schemas.openxmlformats.org/drawingml/2006/main">
              <a:ext uri="{FF2B5EF4-FFF2-40B4-BE49-F238E27FC236}">
                <a16:creationId xmlns:a16="http://schemas.microsoft.com/office/drawing/2014/main" id="{6B5C956D-E61E-41A7-BBFB-D6719A93AD3A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0" y="1196753"/>
            <a:ext cx="12192000" cy="3121152"/>
          </a:xfrm>
        </p:spPr>
        <p:txBody>
          <a:bodyPr xmlns:a="http://schemas.openxmlformats.org/drawingml/2006/main" anchor="ctr"/>
          <a:lstStyle xmlns:a="http://schemas.openxmlformats.org/drawingml/2006/main">
            <a:lvl1pPr algn="ctr">
              <a:buNone/>
              <a:defRPr/>
            </a:lvl1pPr>
          </a:lstStyle>
          <a:p xmlns:a="http://schemas.openxmlformats.org/drawingml/2006/main"/>
        </p:txBody>
      </p:sp>
    </p:spTree>
  </p:cSld>
</p:sldLayout>
</file>

<file path=ppt/slideLayouts/slideLayout15.xml><?xml version="1.0" encoding="utf-8"?>
<p:sldLayout xmlns:p="http://schemas.openxmlformats.org/presentationml/2006/main" preserve="1" userDrawn="1">
  <p:cSld name="图片占位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0" name="Freeform 17">
            <a:extLst xmlns:a="http://schemas.openxmlformats.org/drawingml/2006/main">
              <a:ext uri="{FF2B5EF4-FFF2-40B4-BE49-F238E27FC236}">
                <a16:creationId xmlns:a16="http://schemas.microsoft.com/office/drawing/2014/main" id="{21912A85-DFEE-45C6-BB3A-2DD572988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8081" y="688617"/>
            <a:ext cx="64437" cy="68999"/>
          </a:xfrm>
          <a:custGeom xmlns:a="http://schemas.openxmlformats.org/drawingml/2006/main">
            <a:gdLst>
              <a:gd name="T0" fmla="*/ 34 w 127"/>
              <a:gd name="T1" fmla="*/ 71 h 136"/>
              <a:gd name="T2" fmla="*/ 34 w 127"/>
              <a:gd name="T3" fmla="*/ 81 h 136"/>
              <a:gd name="T4" fmla="*/ 34 w 127"/>
              <a:gd name="T5" fmla="*/ 114 h 136"/>
              <a:gd name="T6" fmla="*/ 35 w 127"/>
              <a:gd name="T7" fmla="*/ 122 h 136"/>
              <a:gd name="T8" fmla="*/ 40 w 127"/>
              <a:gd name="T9" fmla="*/ 127 h 136"/>
              <a:gd name="T10" fmla="*/ 49 w 127"/>
              <a:gd name="T11" fmla="*/ 128 h 136"/>
              <a:gd name="T12" fmla="*/ 49 w 127"/>
              <a:gd name="T13" fmla="*/ 135 h 136"/>
              <a:gd name="T14" fmla="*/ 1 w 127"/>
              <a:gd name="T15" fmla="*/ 135 h 136"/>
              <a:gd name="T16" fmla="*/ 0 w 127"/>
              <a:gd name="T17" fmla="*/ 132 h 136"/>
              <a:gd name="T18" fmla="*/ 0 w 127"/>
              <a:gd name="T19" fmla="*/ 128 h 136"/>
              <a:gd name="T20" fmla="*/ 9 w 127"/>
              <a:gd name="T21" fmla="*/ 127 h 136"/>
              <a:gd name="T22" fmla="*/ 16 w 127"/>
              <a:gd name="T23" fmla="*/ 120 h 136"/>
              <a:gd name="T24" fmla="*/ 17 w 127"/>
              <a:gd name="T25" fmla="*/ 111 h 136"/>
              <a:gd name="T26" fmla="*/ 17 w 127"/>
              <a:gd name="T27" fmla="*/ 22 h 136"/>
              <a:gd name="T28" fmla="*/ 16 w 127"/>
              <a:gd name="T29" fmla="*/ 15 h 136"/>
              <a:gd name="T30" fmla="*/ 9 w 127"/>
              <a:gd name="T31" fmla="*/ 9 h 136"/>
              <a:gd name="T32" fmla="*/ 0 w 127"/>
              <a:gd name="T33" fmla="*/ 8 h 136"/>
              <a:gd name="T34" fmla="*/ 0 w 127"/>
              <a:gd name="T35" fmla="*/ 1 h 136"/>
              <a:gd name="T36" fmla="*/ 4 w 127"/>
              <a:gd name="T37" fmla="*/ 0 h 136"/>
              <a:gd name="T38" fmla="*/ 71 w 127"/>
              <a:gd name="T39" fmla="*/ 0 h 136"/>
              <a:gd name="T40" fmla="*/ 94 w 127"/>
              <a:gd name="T41" fmla="*/ 4 h 136"/>
              <a:gd name="T42" fmla="*/ 116 w 127"/>
              <a:gd name="T43" fmla="*/ 32 h 136"/>
              <a:gd name="T44" fmla="*/ 97 w 127"/>
              <a:gd name="T45" fmla="*/ 66 h 136"/>
              <a:gd name="T46" fmla="*/ 80 w 127"/>
              <a:gd name="T47" fmla="*/ 70 h 136"/>
              <a:gd name="T48" fmla="*/ 71 w 127"/>
              <a:gd name="T49" fmla="*/ 71 h 136"/>
              <a:gd name="T50" fmla="*/ 73 w 127"/>
              <a:gd name="T51" fmla="*/ 75 h 136"/>
              <a:gd name="T52" fmla="*/ 104 w 127"/>
              <a:gd name="T53" fmla="*/ 114 h 136"/>
              <a:gd name="T54" fmla="*/ 105 w 127"/>
              <a:gd name="T55" fmla="*/ 116 h 136"/>
              <a:gd name="T56" fmla="*/ 127 w 127"/>
              <a:gd name="T57" fmla="*/ 128 h 136"/>
              <a:gd name="T58" fmla="*/ 127 w 127"/>
              <a:gd name="T59" fmla="*/ 135 h 136"/>
              <a:gd name="T60" fmla="*/ 116 w 127"/>
              <a:gd name="T61" fmla="*/ 135 h 136"/>
              <a:gd name="T62" fmla="*/ 102 w 127"/>
              <a:gd name="T63" fmla="*/ 136 h 136"/>
              <a:gd name="T64" fmla="*/ 96 w 127"/>
              <a:gd name="T65" fmla="*/ 132 h 136"/>
              <a:gd name="T66" fmla="*/ 59 w 127"/>
              <a:gd name="T67" fmla="*/ 82 h 136"/>
              <a:gd name="T68" fmla="*/ 52 w 127"/>
              <a:gd name="T69" fmla="*/ 73 h 136"/>
              <a:gd name="T70" fmla="*/ 49 w 127"/>
              <a:gd name="T71" fmla="*/ 71 h 136"/>
              <a:gd name="T72" fmla="*/ 34 w 127"/>
              <a:gd name="T73" fmla="*/ 71 h 136"/>
              <a:gd name="T74" fmla="*/ 34 w 127"/>
              <a:gd name="T75" fmla="*/ 61 h 136"/>
              <a:gd name="T76" fmla="*/ 36 w 127"/>
              <a:gd name="T77" fmla="*/ 62 h 136"/>
              <a:gd name="T78" fmla="*/ 66 w 127"/>
              <a:gd name="T79" fmla="*/ 62 h 136"/>
              <a:gd name="T80" fmla="*/ 82 w 127"/>
              <a:gd name="T81" fmla="*/ 59 h 136"/>
              <a:gd name="T82" fmla="*/ 96 w 127"/>
              <a:gd name="T83" fmla="*/ 44 h 136"/>
              <a:gd name="T84" fmla="*/ 96 w 127"/>
              <a:gd name="T85" fmla="*/ 29 h 136"/>
              <a:gd name="T86" fmla="*/ 81 w 127"/>
              <a:gd name="T87" fmla="*/ 12 h 136"/>
              <a:gd name="T88" fmla="*/ 70 w 127"/>
              <a:gd name="T89" fmla="*/ 11 h 136"/>
              <a:gd name="T90" fmla="*/ 37 w 127"/>
              <a:gd name="T91" fmla="*/ 11 h 136"/>
              <a:gd name="T92" fmla="*/ 34 w 127"/>
              <a:gd name="T93" fmla="*/ 11 h 136"/>
              <a:gd name="T94" fmla="*/ 34 w 127"/>
              <a:gd name="T95" fmla="*/ 61 h 136"/>
            </a:gdLst>
            <a:rect l="0" t="0" r="r" b="b"/>
            <a:pathLst>
              <a:path w="127" h="136">
                <a:moveTo>
                  <a:pt x="34" y="71"/>
                </a:moveTo>
                <a:cubicBezTo>
                  <a:pt x="34" y="75"/>
                  <a:pt x="34" y="78"/>
                  <a:pt x="34" y="81"/>
                </a:cubicBezTo>
                <a:cubicBezTo>
                  <a:pt x="34" y="92"/>
                  <a:pt x="34" y="103"/>
                  <a:pt x="34" y="114"/>
                </a:cubicBezTo>
                <a:cubicBezTo>
                  <a:pt x="34" y="117"/>
                  <a:pt x="34" y="119"/>
                  <a:pt x="35" y="122"/>
                </a:cubicBezTo>
                <a:cubicBezTo>
                  <a:pt x="35" y="125"/>
                  <a:pt x="37" y="127"/>
                  <a:pt x="40" y="127"/>
                </a:cubicBezTo>
                <a:cubicBezTo>
                  <a:pt x="43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1" y="135"/>
                </a:cubicBezTo>
                <a:cubicBezTo>
                  <a:pt x="0" y="134"/>
                  <a:pt x="0" y="133"/>
                  <a:pt x="0" y="132"/>
                </a:cubicBezTo>
                <a:cubicBezTo>
                  <a:pt x="0" y="131"/>
                  <a:pt x="0" y="130"/>
                  <a:pt x="0" y="128"/>
                </a:cubicBezTo>
                <a:cubicBezTo>
                  <a:pt x="3" y="128"/>
                  <a:pt x="6" y="128"/>
                  <a:pt x="9" y="127"/>
                </a:cubicBezTo>
                <a:cubicBezTo>
                  <a:pt x="14" y="126"/>
                  <a:pt x="15" y="125"/>
                  <a:pt x="16" y="120"/>
                </a:cubicBezTo>
                <a:cubicBezTo>
                  <a:pt x="16" y="117"/>
                  <a:pt x="17" y="114"/>
                  <a:pt x="17" y="111"/>
                </a:cubicBezTo>
                <a:cubicBezTo>
                  <a:pt x="17" y="81"/>
                  <a:pt x="17" y="52"/>
                  <a:pt x="17" y="22"/>
                </a:cubicBezTo>
                <a:cubicBezTo>
                  <a:pt x="17" y="20"/>
                  <a:pt x="16" y="17"/>
                  <a:pt x="16" y="15"/>
                </a:cubicBezTo>
                <a:cubicBezTo>
                  <a:pt x="15" y="11"/>
                  <a:pt x="13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2" y="1"/>
                  <a:pt x="3" y="0"/>
                  <a:pt x="4" y="0"/>
                </a:cubicBezTo>
                <a:cubicBezTo>
                  <a:pt x="26" y="0"/>
                  <a:pt x="49" y="0"/>
                  <a:pt x="71" y="0"/>
                </a:cubicBezTo>
                <a:cubicBezTo>
                  <a:pt x="79" y="0"/>
                  <a:pt x="86" y="1"/>
                  <a:pt x="94" y="4"/>
                </a:cubicBezTo>
                <a:cubicBezTo>
                  <a:pt x="108" y="9"/>
                  <a:pt x="115" y="18"/>
                  <a:pt x="116" y="32"/>
                </a:cubicBezTo>
                <a:cubicBezTo>
                  <a:pt x="117" y="48"/>
                  <a:pt x="110" y="60"/>
                  <a:pt x="97" y="66"/>
                </a:cubicBezTo>
                <a:cubicBezTo>
                  <a:pt x="91" y="68"/>
                  <a:pt x="86" y="70"/>
                  <a:pt x="80" y="70"/>
                </a:cubicBezTo>
                <a:cubicBezTo>
                  <a:pt x="77" y="70"/>
                  <a:pt x="74" y="71"/>
                  <a:pt x="71" y="71"/>
                </a:cubicBezTo>
                <a:cubicBezTo>
                  <a:pt x="72" y="73"/>
                  <a:pt x="73" y="74"/>
                  <a:pt x="73" y="75"/>
                </a:cubicBezTo>
                <a:cubicBezTo>
                  <a:pt x="84" y="88"/>
                  <a:pt x="94" y="101"/>
                  <a:pt x="104" y="114"/>
                </a:cubicBezTo>
                <a:cubicBezTo>
                  <a:pt x="105" y="115"/>
                  <a:pt x="105" y="115"/>
                  <a:pt x="105" y="116"/>
                </a:cubicBezTo>
                <a:cubicBezTo>
                  <a:pt x="111" y="122"/>
                  <a:pt x="117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24" y="135"/>
                  <a:pt x="120" y="135"/>
                  <a:pt x="116" y="135"/>
                </a:cubicBezTo>
                <a:cubicBezTo>
                  <a:pt x="111" y="135"/>
                  <a:pt x="107" y="135"/>
                  <a:pt x="102" y="136"/>
                </a:cubicBezTo>
                <a:cubicBezTo>
                  <a:pt x="99" y="136"/>
                  <a:pt x="97" y="134"/>
                  <a:pt x="96" y="132"/>
                </a:cubicBezTo>
                <a:cubicBezTo>
                  <a:pt x="83" y="115"/>
                  <a:pt x="71" y="99"/>
                  <a:pt x="59" y="82"/>
                </a:cubicBezTo>
                <a:cubicBezTo>
                  <a:pt x="57" y="79"/>
                  <a:pt x="54" y="76"/>
                  <a:pt x="52" y="73"/>
                </a:cubicBezTo>
                <a:cubicBezTo>
                  <a:pt x="51" y="72"/>
                  <a:pt x="50" y="71"/>
                  <a:pt x="49" y="71"/>
                </a:cubicBezTo>
                <a:cubicBezTo>
                  <a:pt x="44" y="71"/>
                  <a:pt x="39" y="71"/>
                  <a:pt x="34" y="71"/>
                </a:cubicBezTo>
                <a:close/>
                <a:moveTo>
                  <a:pt x="34" y="61"/>
                </a:moveTo>
                <a:cubicBezTo>
                  <a:pt x="35" y="62"/>
                  <a:pt x="36" y="62"/>
                  <a:pt x="36" y="62"/>
                </a:cubicBezTo>
                <a:cubicBezTo>
                  <a:pt x="46" y="62"/>
                  <a:pt x="56" y="62"/>
                  <a:pt x="66" y="62"/>
                </a:cubicBezTo>
                <a:cubicBezTo>
                  <a:pt x="72" y="61"/>
                  <a:pt x="77" y="60"/>
                  <a:pt x="82" y="59"/>
                </a:cubicBezTo>
                <a:cubicBezTo>
                  <a:pt x="90" y="56"/>
                  <a:pt x="94" y="51"/>
                  <a:pt x="96" y="44"/>
                </a:cubicBezTo>
                <a:cubicBezTo>
                  <a:pt x="96" y="39"/>
                  <a:pt x="97" y="34"/>
                  <a:pt x="96" y="29"/>
                </a:cubicBezTo>
                <a:cubicBezTo>
                  <a:pt x="95" y="20"/>
                  <a:pt x="90" y="15"/>
                  <a:pt x="81" y="12"/>
                </a:cubicBezTo>
                <a:cubicBezTo>
                  <a:pt x="77" y="11"/>
                  <a:pt x="74" y="11"/>
                  <a:pt x="70" y="11"/>
                </a:cubicBezTo>
                <a:cubicBezTo>
                  <a:pt x="59" y="10"/>
                  <a:pt x="48" y="11"/>
                  <a:pt x="37" y="11"/>
                </a:cubicBezTo>
                <a:cubicBezTo>
                  <a:pt x="36" y="11"/>
                  <a:pt x="35" y="11"/>
                  <a:pt x="34" y="11"/>
                </a:cubicBezTo>
                <a:cubicBezTo>
                  <a:pt x="34" y="28"/>
                  <a:pt x="34" y="44"/>
                  <a:pt x="34" y="61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1" name="Freeform 18">
            <a:extLst xmlns:a="http://schemas.openxmlformats.org/drawingml/2006/main">
              <a:ext uri="{FF2B5EF4-FFF2-40B4-BE49-F238E27FC236}">
                <a16:creationId xmlns:a16="http://schemas.microsoft.com/office/drawing/2014/main" id="{B72C3166-A2D4-4AC5-A2D9-49B99AA07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3581" y="688617"/>
            <a:ext cx="64437" cy="68429"/>
          </a:xfrm>
          <a:custGeom xmlns:a="http://schemas.openxmlformats.org/drawingml/2006/main">
            <a:gdLst>
              <a:gd name="T0" fmla="*/ 50 w 127"/>
              <a:gd name="T1" fmla="*/ 70 h 135"/>
              <a:gd name="T2" fmla="*/ 34 w 127"/>
              <a:gd name="T3" fmla="*/ 87 h 135"/>
              <a:gd name="T4" fmla="*/ 33 w 127"/>
              <a:gd name="T5" fmla="*/ 90 h 135"/>
              <a:gd name="T6" fmla="*/ 33 w 127"/>
              <a:gd name="T7" fmla="*/ 116 h 135"/>
              <a:gd name="T8" fmla="*/ 34 w 127"/>
              <a:gd name="T9" fmla="*/ 120 h 135"/>
              <a:gd name="T10" fmla="*/ 41 w 127"/>
              <a:gd name="T11" fmla="*/ 127 h 135"/>
              <a:gd name="T12" fmla="*/ 49 w 127"/>
              <a:gd name="T13" fmla="*/ 128 h 135"/>
              <a:gd name="T14" fmla="*/ 49 w 127"/>
              <a:gd name="T15" fmla="*/ 135 h 135"/>
              <a:gd name="T16" fmla="*/ 0 w 127"/>
              <a:gd name="T17" fmla="*/ 135 h 135"/>
              <a:gd name="T18" fmla="*/ 0 w 127"/>
              <a:gd name="T19" fmla="*/ 128 h 135"/>
              <a:gd name="T20" fmla="*/ 7 w 127"/>
              <a:gd name="T21" fmla="*/ 128 h 135"/>
              <a:gd name="T22" fmla="*/ 16 w 127"/>
              <a:gd name="T23" fmla="*/ 118 h 135"/>
              <a:gd name="T24" fmla="*/ 16 w 127"/>
              <a:gd name="T25" fmla="*/ 111 h 135"/>
              <a:gd name="T26" fmla="*/ 16 w 127"/>
              <a:gd name="T27" fmla="*/ 24 h 135"/>
              <a:gd name="T28" fmla="*/ 16 w 127"/>
              <a:gd name="T29" fmla="*/ 16 h 135"/>
              <a:gd name="T30" fmla="*/ 8 w 127"/>
              <a:gd name="T31" fmla="*/ 9 h 135"/>
              <a:gd name="T32" fmla="*/ 0 w 127"/>
              <a:gd name="T33" fmla="*/ 8 h 135"/>
              <a:gd name="T34" fmla="*/ 0 w 127"/>
              <a:gd name="T35" fmla="*/ 1 h 135"/>
              <a:gd name="T36" fmla="*/ 49 w 127"/>
              <a:gd name="T37" fmla="*/ 1 h 135"/>
              <a:gd name="T38" fmla="*/ 50 w 127"/>
              <a:gd name="T39" fmla="*/ 8 h 135"/>
              <a:gd name="T40" fmla="*/ 41 w 127"/>
              <a:gd name="T41" fmla="*/ 9 h 135"/>
              <a:gd name="T42" fmla="*/ 34 w 127"/>
              <a:gd name="T43" fmla="*/ 16 h 135"/>
              <a:gd name="T44" fmla="*/ 33 w 127"/>
              <a:gd name="T45" fmla="*/ 23 h 135"/>
              <a:gd name="T46" fmla="*/ 33 w 127"/>
              <a:gd name="T47" fmla="*/ 70 h 135"/>
              <a:gd name="T48" fmla="*/ 33 w 127"/>
              <a:gd name="T49" fmla="*/ 73 h 135"/>
              <a:gd name="T50" fmla="*/ 36 w 127"/>
              <a:gd name="T51" fmla="*/ 71 h 135"/>
              <a:gd name="T52" fmla="*/ 83 w 127"/>
              <a:gd name="T53" fmla="*/ 19 h 135"/>
              <a:gd name="T54" fmla="*/ 86 w 127"/>
              <a:gd name="T55" fmla="*/ 14 h 135"/>
              <a:gd name="T56" fmla="*/ 84 w 127"/>
              <a:gd name="T57" fmla="*/ 9 h 135"/>
              <a:gd name="T58" fmla="*/ 76 w 127"/>
              <a:gd name="T59" fmla="*/ 8 h 135"/>
              <a:gd name="T60" fmla="*/ 76 w 127"/>
              <a:gd name="T61" fmla="*/ 1 h 135"/>
              <a:gd name="T62" fmla="*/ 122 w 127"/>
              <a:gd name="T63" fmla="*/ 1 h 135"/>
              <a:gd name="T64" fmla="*/ 122 w 127"/>
              <a:gd name="T65" fmla="*/ 8 h 135"/>
              <a:gd name="T66" fmla="*/ 118 w 127"/>
              <a:gd name="T67" fmla="*/ 8 h 135"/>
              <a:gd name="T68" fmla="*/ 99 w 127"/>
              <a:gd name="T69" fmla="*/ 18 h 135"/>
              <a:gd name="T70" fmla="*/ 77 w 127"/>
              <a:gd name="T71" fmla="*/ 41 h 135"/>
              <a:gd name="T72" fmla="*/ 62 w 127"/>
              <a:gd name="T73" fmla="*/ 57 h 135"/>
              <a:gd name="T74" fmla="*/ 64 w 127"/>
              <a:gd name="T75" fmla="*/ 61 h 135"/>
              <a:gd name="T76" fmla="*/ 102 w 127"/>
              <a:gd name="T77" fmla="*/ 113 h 135"/>
              <a:gd name="T78" fmla="*/ 108 w 127"/>
              <a:gd name="T79" fmla="*/ 120 h 135"/>
              <a:gd name="T80" fmla="*/ 123 w 127"/>
              <a:gd name="T81" fmla="*/ 127 h 135"/>
              <a:gd name="T82" fmla="*/ 127 w 127"/>
              <a:gd name="T83" fmla="*/ 128 h 135"/>
              <a:gd name="T84" fmla="*/ 127 w 127"/>
              <a:gd name="T85" fmla="*/ 135 h 135"/>
              <a:gd name="T86" fmla="*/ 73 w 127"/>
              <a:gd name="T87" fmla="*/ 135 h 135"/>
              <a:gd name="T88" fmla="*/ 73 w 127"/>
              <a:gd name="T89" fmla="*/ 128 h 135"/>
              <a:gd name="T90" fmla="*/ 80 w 127"/>
              <a:gd name="T91" fmla="*/ 127 h 135"/>
              <a:gd name="T92" fmla="*/ 84 w 127"/>
              <a:gd name="T93" fmla="*/ 120 h 135"/>
              <a:gd name="T94" fmla="*/ 82 w 127"/>
              <a:gd name="T95" fmla="*/ 115 h 135"/>
              <a:gd name="T96" fmla="*/ 51 w 127"/>
              <a:gd name="T97" fmla="*/ 72 h 135"/>
              <a:gd name="T98" fmla="*/ 50 w 127"/>
              <a:gd name="T99" fmla="*/ 70 h 135"/>
            </a:gdLst>
            <a:rect l="0" t="0" r="r" b="b"/>
            <a:pathLst>
              <a:path w="127" h="135">
                <a:moveTo>
                  <a:pt x="50" y="70"/>
                </a:moveTo>
                <a:cubicBezTo>
                  <a:pt x="44" y="76"/>
                  <a:pt x="39" y="81"/>
                  <a:pt x="34" y="87"/>
                </a:cubicBezTo>
                <a:cubicBezTo>
                  <a:pt x="33" y="88"/>
                  <a:pt x="33" y="89"/>
                  <a:pt x="33" y="90"/>
                </a:cubicBezTo>
                <a:cubicBezTo>
                  <a:pt x="33" y="99"/>
                  <a:pt x="33" y="107"/>
                  <a:pt x="33" y="116"/>
                </a:cubicBezTo>
                <a:cubicBezTo>
                  <a:pt x="33" y="117"/>
                  <a:pt x="33" y="118"/>
                  <a:pt x="34" y="120"/>
                </a:cubicBezTo>
                <a:cubicBezTo>
                  <a:pt x="35" y="125"/>
                  <a:pt x="36" y="126"/>
                  <a:pt x="41" y="127"/>
                </a:cubicBezTo>
                <a:cubicBezTo>
                  <a:pt x="44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7" y="128"/>
                </a:cubicBezTo>
                <a:cubicBezTo>
                  <a:pt x="14" y="127"/>
                  <a:pt x="16" y="125"/>
                  <a:pt x="16" y="118"/>
                </a:cubicBezTo>
                <a:cubicBezTo>
                  <a:pt x="16" y="115"/>
                  <a:pt x="16" y="113"/>
                  <a:pt x="16" y="111"/>
                </a:cubicBezTo>
                <a:cubicBezTo>
                  <a:pt x="16" y="82"/>
                  <a:pt x="16" y="53"/>
                  <a:pt x="16" y="24"/>
                </a:cubicBezTo>
                <a:cubicBezTo>
                  <a:pt x="16" y="21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5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4" y="0"/>
                  <a:pt x="40" y="0"/>
                  <a:pt x="49" y="1"/>
                </a:cubicBezTo>
                <a:cubicBezTo>
                  <a:pt x="49" y="3"/>
                  <a:pt x="50" y="5"/>
                  <a:pt x="50" y="8"/>
                </a:cubicBezTo>
                <a:cubicBezTo>
                  <a:pt x="47" y="8"/>
                  <a:pt x="44" y="8"/>
                  <a:pt x="41" y="9"/>
                </a:cubicBezTo>
                <a:cubicBezTo>
                  <a:pt x="37" y="9"/>
                  <a:pt x="34" y="11"/>
                  <a:pt x="34" y="16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39"/>
                  <a:pt x="33" y="54"/>
                  <a:pt x="33" y="70"/>
                </a:cubicBezTo>
                <a:cubicBezTo>
                  <a:pt x="33" y="71"/>
                  <a:pt x="33" y="72"/>
                  <a:pt x="33" y="73"/>
                </a:cubicBezTo>
                <a:cubicBezTo>
                  <a:pt x="35" y="72"/>
                  <a:pt x="36" y="72"/>
                  <a:pt x="36" y="71"/>
                </a:cubicBezTo>
                <a:cubicBezTo>
                  <a:pt x="52" y="54"/>
                  <a:pt x="67" y="37"/>
                  <a:pt x="83" y="19"/>
                </a:cubicBezTo>
                <a:cubicBezTo>
                  <a:pt x="84" y="18"/>
                  <a:pt x="85" y="16"/>
                  <a:pt x="86" y="14"/>
                </a:cubicBezTo>
                <a:cubicBezTo>
                  <a:pt x="88" y="12"/>
                  <a:pt x="87" y="10"/>
                  <a:pt x="84" y="9"/>
                </a:cubicBezTo>
                <a:cubicBezTo>
                  <a:pt x="81" y="8"/>
                  <a:pt x="79" y="8"/>
                  <a:pt x="76" y="8"/>
                </a:cubicBezTo>
                <a:cubicBezTo>
                  <a:pt x="76" y="5"/>
                  <a:pt x="76" y="3"/>
                  <a:pt x="76" y="1"/>
                </a:cubicBezTo>
                <a:cubicBezTo>
                  <a:pt x="79" y="0"/>
                  <a:pt x="114" y="0"/>
                  <a:pt x="122" y="1"/>
                </a:cubicBezTo>
                <a:cubicBezTo>
                  <a:pt x="122" y="3"/>
                  <a:pt x="122" y="5"/>
                  <a:pt x="122" y="8"/>
                </a:cubicBezTo>
                <a:cubicBezTo>
                  <a:pt x="121" y="8"/>
                  <a:pt x="120" y="8"/>
                  <a:pt x="118" y="8"/>
                </a:cubicBezTo>
                <a:cubicBezTo>
                  <a:pt x="111" y="9"/>
                  <a:pt x="104" y="12"/>
                  <a:pt x="99" y="18"/>
                </a:cubicBezTo>
                <a:cubicBezTo>
                  <a:pt x="92" y="25"/>
                  <a:pt x="85" y="33"/>
                  <a:pt x="77" y="41"/>
                </a:cubicBezTo>
                <a:cubicBezTo>
                  <a:pt x="72" y="46"/>
                  <a:pt x="67" y="52"/>
                  <a:pt x="62" y="57"/>
                </a:cubicBezTo>
                <a:cubicBezTo>
                  <a:pt x="63" y="58"/>
                  <a:pt x="64" y="59"/>
                  <a:pt x="64" y="61"/>
                </a:cubicBezTo>
                <a:cubicBezTo>
                  <a:pt x="77" y="78"/>
                  <a:pt x="90" y="95"/>
                  <a:pt x="102" y="113"/>
                </a:cubicBezTo>
                <a:cubicBezTo>
                  <a:pt x="104" y="115"/>
                  <a:pt x="106" y="118"/>
                  <a:pt x="108" y="120"/>
                </a:cubicBezTo>
                <a:cubicBezTo>
                  <a:pt x="112" y="124"/>
                  <a:pt x="117" y="127"/>
                  <a:pt x="123" y="127"/>
                </a:cubicBezTo>
                <a:cubicBezTo>
                  <a:pt x="124" y="128"/>
                  <a:pt x="125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09" y="135"/>
                  <a:pt x="91" y="135"/>
                  <a:pt x="73" y="135"/>
                </a:cubicBezTo>
                <a:cubicBezTo>
                  <a:pt x="73" y="133"/>
                  <a:pt x="73" y="131"/>
                  <a:pt x="73" y="128"/>
                </a:cubicBezTo>
                <a:cubicBezTo>
                  <a:pt x="75" y="128"/>
                  <a:pt x="78" y="128"/>
                  <a:pt x="80" y="127"/>
                </a:cubicBezTo>
                <a:cubicBezTo>
                  <a:pt x="85" y="127"/>
                  <a:pt x="86" y="125"/>
                  <a:pt x="84" y="120"/>
                </a:cubicBezTo>
                <a:cubicBezTo>
                  <a:pt x="84" y="118"/>
                  <a:pt x="83" y="117"/>
                  <a:pt x="82" y="115"/>
                </a:cubicBezTo>
                <a:cubicBezTo>
                  <a:pt x="72" y="101"/>
                  <a:pt x="61" y="86"/>
                  <a:pt x="51" y="72"/>
                </a:cubicBezTo>
                <a:cubicBezTo>
                  <a:pt x="51" y="71"/>
                  <a:pt x="50" y="71"/>
                  <a:pt x="50" y="7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2" name="Freeform 19">
            <a:extLst xmlns:a="http://schemas.openxmlformats.org/drawingml/2006/main">
              <a:ext uri="{FF2B5EF4-FFF2-40B4-BE49-F238E27FC236}">
                <a16:creationId xmlns:a16="http://schemas.microsoft.com/office/drawing/2014/main" id="{B780F55F-B2E2-490F-A87E-7D49A868B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9719" y="688617"/>
            <a:ext cx="63867" cy="68429"/>
          </a:xfrm>
          <a:custGeom xmlns:a="http://schemas.openxmlformats.org/drawingml/2006/main">
            <a:gdLst>
              <a:gd name="T0" fmla="*/ 28 w 126"/>
              <a:gd name="T1" fmla="*/ 16 h 135"/>
              <a:gd name="T2" fmla="*/ 28 w 126"/>
              <a:gd name="T3" fmla="*/ 20 h 135"/>
              <a:gd name="T4" fmla="*/ 28 w 126"/>
              <a:gd name="T5" fmla="*/ 109 h 135"/>
              <a:gd name="T6" fmla="*/ 28 w 126"/>
              <a:gd name="T7" fmla="*/ 119 h 135"/>
              <a:gd name="T8" fmla="*/ 37 w 126"/>
              <a:gd name="T9" fmla="*/ 127 h 135"/>
              <a:gd name="T10" fmla="*/ 44 w 126"/>
              <a:gd name="T11" fmla="*/ 128 h 135"/>
              <a:gd name="T12" fmla="*/ 44 w 126"/>
              <a:gd name="T13" fmla="*/ 135 h 135"/>
              <a:gd name="T14" fmla="*/ 0 w 126"/>
              <a:gd name="T15" fmla="*/ 135 h 135"/>
              <a:gd name="T16" fmla="*/ 0 w 126"/>
              <a:gd name="T17" fmla="*/ 128 h 135"/>
              <a:gd name="T18" fmla="*/ 8 w 126"/>
              <a:gd name="T19" fmla="*/ 127 h 135"/>
              <a:gd name="T20" fmla="*/ 16 w 126"/>
              <a:gd name="T21" fmla="*/ 120 h 135"/>
              <a:gd name="T22" fmla="*/ 16 w 126"/>
              <a:gd name="T23" fmla="*/ 113 h 135"/>
              <a:gd name="T24" fmla="*/ 16 w 126"/>
              <a:gd name="T25" fmla="*/ 19 h 135"/>
              <a:gd name="T26" fmla="*/ 16 w 126"/>
              <a:gd name="T27" fmla="*/ 15 h 135"/>
              <a:gd name="T28" fmla="*/ 9 w 126"/>
              <a:gd name="T29" fmla="*/ 9 h 135"/>
              <a:gd name="T30" fmla="*/ 5 w 126"/>
              <a:gd name="T31" fmla="*/ 8 h 135"/>
              <a:gd name="T32" fmla="*/ 1 w 126"/>
              <a:gd name="T33" fmla="*/ 8 h 135"/>
              <a:gd name="T34" fmla="*/ 1 w 126"/>
              <a:gd name="T35" fmla="*/ 1 h 135"/>
              <a:gd name="T36" fmla="*/ 40 w 126"/>
              <a:gd name="T37" fmla="*/ 1 h 135"/>
              <a:gd name="T38" fmla="*/ 98 w 126"/>
              <a:gd name="T39" fmla="*/ 100 h 135"/>
              <a:gd name="T40" fmla="*/ 99 w 126"/>
              <a:gd name="T41" fmla="*/ 100 h 135"/>
              <a:gd name="T42" fmla="*/ 99 w 126"/>
              <a:gd name="T43" fmla="*/ 96 h 135"/>
              <a:gd name="T44" fmla="*/ 99 w 126"/>
              <a:gd name="T45" fmla="*/ 24 h 135"/>
              <a:gd name="T46" fmla="*/ 98 w 126"/>
              <a:gd name="T47" fmla="*/ 16 h 135"/>
              <a:gd name="T48" fmla="*/ 90 w 126"/>
              <a:gd name="T49" fmla="*/ 9 h 135"/>
              <a:gd name="T50" fmla="*/ 83 w 126"/>
              <a:gd name="T51" fmla="*/ 8 h 135"/>
              <a:gd name="T52" fmla="*/ 83 w 126"/>
              <a:gd name="T53" fmla="*/ 1 h 135"/>
              <a:gd name="T54" fmla="*/ 126 w 126"/>
              <a:gd name="T55" fmla="*/ 1 h 135"/>
              <a:gd name="T56" fmla="*/ 126 w 126"/>
              <a:gd name="T57" fmla="*/ 8 h 135"/>
              <a:gd name="T58" fmla="*/ 119 w 126"/>
              <a:gd name="T59" fmla="*/ 9 h 135"/>
              <a:gd name="T60" fmla="*/ 111 w 126"/>
              <a:gd name="T61" fmla="*/ 16 h 135"/>
              <a:gd name="T62" fmla="*/ 110 w 126"/>
              <a:gd name="T63" fmla="*/ 27 h 135"/>
              <a:gd name="T64" fmla="*/ 110 w 126"/>
              <a:gd name="T65" fmla="*/ 129 h 135"/>
              <a:gd name="T66" fmla="*/ 110 w 126"/>
              <a:gd name="T67" fmla="*/ 135 h 135"/>
              <a:gd name="T68" fmla="*/ 99 w 126"/>
              <a:gd name="T69" fmla="*/ 135 h 135"/>
              <a:gd name="T70" fmla="*/ 29 w 126"/>
              <a:gd name="T71" fmla="*/ 15 h 135"/>
              <a:gd name="T72" fmla="*/ 28 w 126"/>
              <a:gd name="T73" fmla="*/ 16 h 135"/>
            </a:gdLst>
            <a:rect l="0" t="0" r="r" b="b"/>
            <a:pathLst>
              <a:path w="126" h="135">
                <a:moveTo>
                  <a:pt x="28" y="16"/>
                </a:moveTo>
                <a:cubicBezTo>
                  <a:pt x="28" y="17"/>
                  <a:pt x="28" y="19"/>
                  <a:pt x="28" y="20"/>
                </a:cubicBezTo>
                <a:cubicBezTo>
                  <a:pt x="28" y="50"/>
                  <a:pt x="28" y="79"/>
                  <a:pt x="28" y="109"/>
                </a:cubicBezTo>
                <a:cubicBezTo>
                  <a:pt x="28" y="112"/>
                  <a:pt x="28" y="115"/>
                  <a:pt x="28" y="119"/>
                </a:cubicBezTo>
                <a:cubicBezTo>
                  <a:pt x="29" y="124"/>
                  <a:pt x="31" y="126"/>
                  <a:pt x="37" y="127"/>
                </a:cubicBezTo>
                <a:cubicBezTo>
                  <a:pt x="39" y="127"/>
                  <a:pt x="41" y="128"/>
                  <a:pt x="44" y="128"/>
                </a:cubicBezTo>
                <a:cubicBezTo>
                  <a:pt x="44" y="130"/>
                  <a:pt x="44" y="133"/>
                  <a:pt x="44" y="135"/>
                </a:cubicBezTo>
                <a:cubicBezTo>
                  <a:pt x="29" y="135"/>
                  <a:pt x="15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5" y="127"/>
                  <a:pt x="8" y="127"/>
                </a:cubicBezTo>
                <a:cubicBezTo>
                  <a:pt x="12" y="127"/>
                  <a:pt x="15" y="124"/>
                  <a:pt x="16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0"/>
                  <a:pt x="16" y="19"/>
                </a:cubicBezTo>
                <a:cubicBezTo>
                  <a:pt x="16" y="18"/>
                  <a:pt x="16" y="17"/>
                  <a:pt x="16" y="15"/>
                </a:cubicBezTo>
                <a:cubicBezTo>
                  <a:pt x="16" y="11"/>
                  <a:pt x="14" y="9"/>
                  <a:pt x="9" y="9"/>
                </a:cubicBezTo>
                <a:cubicBezTo>
                  <a:pt x="8" y="8"/>
                  <a:pt x="7" y="8"/>
                  <a:pt x="5" y="8"/>
                </a:cubicBezTo>
                <a:cubicBezTo>
                  <a:pt x="4" y="8"/>
                  <a:pt x="2" y="8"/>
                  <a:pt x="1" y="8"/>
                </a:cubicBezTo>
                <a:cubicBezTo>
                  <a:pt x="1" y="5"/>
                  <a:pt x="1" y="3"/>
                  <a:pt x="1" y="1"/>
                </a:cubicBezTo>
                <a:cubicBezTo>
                  <a:pt x="14" y="1"/>
                  <a:pt x="27" y="1"/>
                  <a:pt x="40" y="1"/>
                </a:cubicBezTo>
                <a:cubicBezTo>
                  <a:pt x="59" y="34"/>
                  <a:pt x="79" y="67"/>
                  <a:pt x="98" y="100"/>
                </a:cubicBezTo>
                <a:cubicBezTo>
                  <a:pt x="98" y="100"/>
                  <a:pt x="99" y="100"/>
                  <a:pt x="99" y="100"/>
                </a:cubicBezTo>
                <a:cubicBezTo>
                  <a:pt x="99" y="99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1"/>
                  <a:pt x="99" y="19"/>
                  <a:pt x="98" y="16"/>
                </a:cubicBezTo>
                <a:cubicBezTo>
                  <a:pt x="97" y="12"/>
                  <a:pt x="94" y="9"/>
                  <a:pt x="90" y="9"/>
                </a:cubicBezTo>
                <a:cubicBezTo>
                  <a:pt x="88" y="8"/>
                  <a:pt x="86" y="8"/>
                  <a:pt x="83" y="8"/>
                </a:cubicBezTo>
                <a:cubicBezTo>
                  <a:pt x="83" y="5"/>
                  <a:pt x="83" y="3"/>
                  <a:pt x="83" y="1"/>
                </a:cubicBezTo>
                <a:cubicBezTo>
                  <a:pt x="87" y="0"/>
                  <a:pt x="115" y="0"/>
                  <a:pt x="126" y="1"/>
                </a:cubicBezTo>
                <a:cubicBezTo>
                  <a:pt x="126" y="3"/>
                  <a:pt x="126" y="5"/>
                  <a:pt x="126" y="8"/>
                </a:cubicBezTo>
                <a:cubicBezTo>
                  <a:pt x="124" y="8"/>
                  <a:pt x="122" y="8"/>
                  <a:pt x="119" y="9"/>
                </a:cubicBezTo>
                <a:cubicBezTo>
                  <a:pt x="115" y="9"/>
                  <a:pt x="112" y="12"/>
                  <a:pt x="111" y="16"/>
                </a:cubicBezTo>
                <a:cubicBezTo>
                  <a:pt x="111" y="20"/>
                  <a:pt x="110" y="23"/>
                  <a:pt x="110" y="27"/>
                </a:cubicBezTo>
                <a:cubicBezTo>
                  <a:pt x="110" y="61"/>
                  <a:pt x="110" y="95"/>
                  <a:pt x="110" y="129"/>
                </a:cubicBezTo>
                <a:cubicBezTo>
                  <a:pt x="110" y="131"/>
                  <a:pt x="110" y="133"/>
                  <a:pt x="110" y="135"/>
                </a:cubicBezTo>
                <a:cubicBezTo>
                  <a:pt x="106" y="135"/>
                  <a:pt x="103" y="135"/>
                  <a:pt x="99" y="135"/>
                </a:cubicBezTo>
                <a:cubicBezTo>
                  <a:pt x="76" y="95"/>
                  <a:pt x="52" y="55"/>
                  <a:pt x="29" y="15"/>
                </a:cubicBezTo>
                <a:cubicBezTo>
                  <a:pt x="28" y="15"/>
                  <a:pt x="28" y="15"/>
                  <a:pt x="28" y="16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3" name="Freeform 20">
            <a:extLst xmlns:a="http://schemas.openxmlformats.org/drawingml/2006/main">
              <a:ext uri="{FF2B5EF4-FFF2-40B4-BE49-F238E27FC236}">
                <a16:creationId xmlns:a16="http://schemas.microsoft.com/office/drawing/2014/main" id="{2705CD51-ADBC-41E4-8797-4B6370450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9652" y="688617"/>
            <a:ext cx="62726" cy="68429"/>
          </a:xfrm>
          <a:custGeom xmlns:a="http://schemas.openxmlformats.org/drawingml/2006/main">
            <a:gdLst>
              <a:gd name="T0" fmla="*/ 0 w 124"/>
              <a:gd name="T1" fmla="*/ 8 h 135"/>
              <a:gd name="T2" fmla="*/ 0 w 124"/>
              <a:gd name="T3" fmla="*/ 1 h 135"/>
              <a:gd name="T4" fmla="*/ 105 w 124"/>
              <a:gd name="T5" fmla="*/ 1 h 135"/>
              <a:gd name="T6" fmla="*/ 117 w 124"/>
              <a:gd name="T7" fmla="*/ 35 h 135"/>
              <a:gd name="T8" fmla="*/ 110 w 124"/>
              <a:gd name="T9" fmla="*/ 39 h 135"/>
              <a:gd name="T10" fmla="*/ 107 w 124"/>
              <a:gd name="T11" fmla="*/ 33 h 135"/>
              <a:gd name="T12" fmla="*/ 78 w 124"/>
              <a:gd name="T13" fmla="*/ 11 h 135"/>
              <a:gd name="T14" fmla="*/ 34 w 124"/>
              <a:gd name="T15" fmla="*/ 11 h 135"/>
              <a:gd name="T16" fmla="*/ 34 w 124"/>
              <a:gd name="T17" fmla="*/ 61 h 135"/>
              <a:gd name="T18" fmla="*/ 55 w 124"/>
              <a:gd name="T19" fmla="*/ 60 h 135"/>
              <a:gd name="T20" fmla="*/ 69 w 124"/>
              <a:gd name="T21" fmla="*/ 45 h 135"/>
              <a:gd name="T22" fmla="*/ 70 w 124"/>
              <a:gd name="T23" fmla="*/ 36 h 135"/>
              <a:gd name="T24" fmla="*/ 78 w 124"/>
              <a:gd name="T25" fmla="*/ 36 h 135"/>
              <a:gd name="T26" fmla="*/ 78 w 124"/>
              <a:gd name="T27" fmla="*/ 95 h 135"/>
              <a:gd name="T28" fmla="*/ 74 w 124"/>
              <a:gd name="T29" fmla="*/ 95 h 135"/>
              <a:gd name="T30" fmla="*/ 70 w 124"/>
              <a:gd name="T31" fmla="*/ 95 h 135"/>
              <a:gd name="T32" fmla="*/ 70 w 124"/>
              <a:gd name="T33" fmla="*/ 88 h 135"/>
              <a:gd name="T34" fmla="*/ 68 w 124"/>
              <a:gd name="T35" fmla="*/ 81 h 135"/>
              <a:gd name="T36" fmla="*/ 58 w 124"/>
              <a:gd name="T37" fmla="*/ 71 h 135"/>
              <a:gd name="T38" fmla="*/ 34 w 124"/>
              <a:gd name="T39" fmla="*/ 70 h 135"/>
              <a:gd name="T40" fmla="*/ 33 w 124"/>
              <a:gd name="T41" fmla="*/ 74 h 135"/>
              <a:gd name="T42" fmla="*/ 33 w 124"/>
              <a:gd name="T43" fmla="*/ 115 h 135"/>
              <a:gd name="T44" fmla="*/ 43 w 124"/>
              <a:gd name="T45" fmla="*/ 125 h 135"/>
              <a:gd name="T46" fmla="*/ 69 w 124"/>
              <a:gd name="T47" fmla="*/ 125 h 135"/>
              <a:gd name="T48" fmla="*/ 112 w 124"/>
              <a:gd name="T49" fmla="*/ 97 h 135"/>
              <a:gd name="T50" fmla="*/ 115 w 124"/>
              <a:gd name="T51" fmla="*/ 90 h 135"/>
              <a:gd name="T52" fmla="*/ 124 w 124"/>
              <a:gd name="T53" fmla="*/ 93 h 135"/>
              <a:gd name="T54" fmla="*/ 109 w 124"/>
              <a:gd name="T55" fmla="*/ 135 h 135"/>
              <a:gd name="T56" fmla="*/ 0 w 124"/>
              <a:gd name="T57" fmla="*/ 135 h 135"/>
              <a:gd name="T58" fmla="*/ 0 w 124"/>
              <a:gd name="T59" fmla="*/ 128 h 135"/>
              <a:gd name="T60" fmla="*/ 8 w 124"/>
              <a:gd name="T61" fmla="*/ 127 h 135"/>
              <a:gd name="T62" fmla="*/ 15 w 124"/>
              <a:gd name="T63" fmla="*/ 120 h 135"/>
              <a:gd name="T64" fmla="*/ 16 w 124"/>
              <a:gd name="T65" fmla="*/ 113 h 135"/>
              <a:gd name="T66" fmla="*/ 16 w 124"/>
              <a:gd name="T67" fmla="*/ 21 h 135"/>
              <a:gd name="T68" fmla="*/ 16 w 124"/>
              <a:gd name="T69" fmla="*/ 16 h 135"/>
              <a:gd name="T70" fmla="*/ 8 w 124"/>
              <a:gd name="T71" fmla="*/ 9 h 135"/>
              <a:gd name="T72" fmla="*/ 4 w 124"/>
              <a:gd name="T73" fmla="*/ 8 h 135"/>
              <a:gd name="T74" fmla="*/ 0 w 124"/>
              <a:gd name="T75" fmla="*/ 8 h 135"/>
            </a:gdLst>
            <a:rect l="0" t="0" r="r" b="b"/>
            <a:pathLst>
              <a:path w="124" h="135">
                <a:moveTo>
                  <a:pt x="0" y="8"/>
                </a:moveTo>
                <a:cubicBezTo>
                  <a:pt x="0" y="5"/>
                  <a:pt x="0" y="3"/>
                  <a:pt x="0" y="1"/>
                </a:cubicBezTo>
                <a:cubicBezTo>
                  <a:pt x="3" y="0"/>
                  <a:pt x="98" y="0"/>
                  <a:pt x="105" y="1"/>
                </a:cubicBezTo>
                <a:cubicBezTo>
                  <a:pt x="109" y="12"/>
                  <a:pt x="113" y="24"/>
                  <a:pt x="117" y="35"/>
                </a:cubicBezTo>
                <a:cubicBezTo>
                  <a:pt x="115" y="37"/>
                  <a:pt x="112" y="38"/>
                  <a:pt x="110" y="39"/>
                </a:cubicBezTo>
                <a:cubicBezTo>
                  <a:pt x="109" y="36"/>
                  <a:pt x="108" y="35"/>
                  <a:pt x="107" y="33"/>
                </a:cubicBezTo>
                <a:cubicBezTo>
                  <a:pt x="101" y="20"/>
                  <a:pt x="92" y="13"/>
                  <a:pt x="78" y="11"/>
                </a:cubicBezTo>
                <a:cubicBezTo>
                  <a:pt x="63" y="10"/>
                  <a:pt x="48" y="11"/>
                  <a:pt x="34" y="11"/>
                </a:cubicBezTo>
                <a:cubicBezTo>
                  <a:pt x="33" y="15"/>
                  <a:pt x="33" y="55"/>
                  <a:pt x="34" y="61"/>
                </a:cubicBezTo>
                <a:cubicBezTo>
                  <a:pt x="41" y="61"/>
                  <a:pt x="48" y="61"/>
                  <a:pt x="55" y="60"/>
                </a:cubicBezTo>
                <a:cubicBezTo>
                  <a:pt x="64" y="59"/>
                  <a:pt x="68" y="54"/>
                  <a:pt x="69" y="45"/>
                </a:cubicBezTo>
                <a:cubicBezTo>
                  <a:pt x="70" y="42"/>
                  <a:pt x="70" y="39"/>
                  <a:pt x="70" y="36"/>
                </a:cubicBezTo>
                <a:cubicBezTo>
                  <a:pt x="73" y="36"/>
                  <a:pt x="75" y="36"/>
                  <a:pt x="78" y="36"/>
                </a:cubicBezTo>
                <a:cubicBezTo>
                  <a:pt x="78" y="56"/>
                  <a:pt x="78" y="75"/>
                  <a:pt x="78" y="95"/>
                </a:cubicBezTo>
                <a:cubicBezTo>
                  <a:pt x="77" y="95"/>
                  <a:pt x="76" y="95"/>
                  <a:pt x="74" y="95"/>
                </a:cubicBezTo>
                <a:cubicBezTo>
                  <a:pt x="73" y="95"/>
                  <a:pt x="72" y="95"/>
                  <a:pt x="70" y="95"/>
                </a:cubicBezTo>
                <a:cubicBezTo>
                  <a:pt x="70" y="93"/>
                  <a:pt x="70" y="90"/>
                  <a:pt x="70" y="88"/>
                </a:cubicBezTo>
                <a:cubicBezTo>
                  <a:pt x="69" y="86"/>
                  <a:pt x="69" y="83"/>
                  <a:pt x="68" y="81"/>
                </a:cubicBezTo>
                <a:cubicBezTo>
                  <a:pt x="67" y="75"/>
                  <a:pt x="64" y="72"/>
                  <a:pt x="58" y="71"/>
                </a:cubicBezTo>
                <a:cubicBezTo>
                  <a:pt x="50" y="69"/>
                  <a:pt x="42" y="70"/>
                  <a:pt x="34" y="70"/>
                </a:cubicBezTo>
                <a:cubicBezTo>
                  <a:pt x="33" y="72"/>
                  <a:pt x="33" y="73"/>
                  <a:pt x="33" y="74"/>
                </a:cubicBezTo>
                <a:cubicBezTo>
                  <a:pt x="33" y="88"/>
                  <a:pt x="33" y="102"/>
                  <a:pt x="33" y="115"/>
                </a:cubicBezTo>
                <a:cubicBezTo>
                  <a:pt x="33" y="124"/>
                  <a:pt x="34" y="125"/>
                  <a:pt x="43" y="125"/>
                </a:cubicBezTo>
                <a:cubicBezTo>
                  <a:pt x="52" y="125"/>
                  <a:pt x="60" y="125"/>
                  <a:pt x="69" y="125"/>
                </a:cubicBezTo>
                <a:cubicBezTo>
                  <a:pt x="89" y="125"/>
                  <a:pt x="104" y="115"/>
                  <a:pt x="112" y="97"/>
                </a:cubicBezTo>
                <a:cubicBezTo>
                  <a:pt x="113" y="95"/>
                  <a:pt x="114" y="93"/>
                  <a:pt x="115" y="90"/>
                </a:cubicBezTo>
                <a:cubicBezTo>
                  <a:pt x="118" y="91"/>
                  <a:pt x="121" y="92"/>
                  <a:pt x="124" y="93"/>
                </a:cubicBezTo>
                <a:cubicBezTo>
                  <a:pt x="119" y="108"/>
                  <a:pt x="114" y="121"/>
                  <a:pt x="109" y="135"/>
                </a:cubicBezTo>
                <a:cubicBezTo>
                  <a:pt x="73" y="135"/>
                  <a:pt x="3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6" y="128"/>
                  <a:pt x="8" y="127"/>
                </a:cubicBezTo>
                <a:cubicBezTo>
                  <a:pt x="13" y="126"/>
                  <a:pt x="15" y="125"/>
                  <a:pt x="15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20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7" y="9"/>
                  <a:pt x="6" y="8"/>
                  <a:pt x="4" y="8"/>
                </a:cubicBezTo>
                <a:cubicBezTo>
                  <a:pt x="3" y="8"/>
                  <a:pt x="2" y="8"/>
                  <a:pt x="0" y="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4" name="Freeform 21">
            <a:extLst xmlns:a="http://schemas.openxmlformats.org/drawingml/2006/main">
              <a:ext uri="{FF2B5EF4-FFF2-40B4-BE49-F238E27FC236}">
                <a16:creationId xmlns:a16="http://schemas.microsoft.com/office/drawing/2014/main" id="{F4262B1C-DA58-420B-8757-0DF7E9FC6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5152" y="689187"/>
            <a:ext cx="62726" cy="67859"/>
          </a:xfrm>
          <a:custGeom xmlns:a="http://schemas.openxmlformats.org/drawingml/2006/main">
            <a:gdLst>
              <a:gd name="T0" fmla="*/ 33 w 123"/>
              <a:gd name="T1" fmla="*/ 60 h 134"/>
              <a:gd name="T2" fmla="*/ 55 w 123"/>
              <a:gd name="T3" fmla="*/ 59 h 134"/>
              <a:gd name="T4" fmla="*/ 68 w 123"/>
              <a:gd name="T5" fmla="*/ 45 h 134"/>
              <a:gd name="T6" fmla="*/ 70 w 123"/>
              <a:gd name="T7" fmla="*/ 35 h 134"/>
              <a:gd name="T8" fmla="*/ 77 w 123"/>
              <a:gd name="T9" fmla="*/ 35 h 134"/>
              <a:gd name="T10" fmla="*/ 77 w 123"/>
              <a:gd name="T11" fmla="*/ 94 h 134"/>
              <a:gd name="T12" fmla="*/ 75 w 123"/>
              <a:gd name="T13" fmla="*/ 94 h 134"/>
              <a:gd name="T14" fmla="*/ 70 w 123"/>
              <a:gd name="T15" fmla="*/ 94 h 134"/>
              <a:gd name="T16" fmla="*/ 69 w 123"/>
              <a:gd name="T17" fmla="*/ 83 h 134"/>
              <a:gd name="T18" fmla="*/ 54 w 123"/>
              <a:gd name="T19" fmla="*/ 69 h 134"/>
              <a:gd name="T20" fmla="*/ 33 w 123"/>
              <a:gd name="T21" fmla="*/ 69 h 134"/>
              <a:gd name="T22" fmla="*/ 33 w 123"/>
              <a:gd name="T23" fmla="*/ 73 h 134"/>
              <a:gd name="T24" fmla="*/ 33 w 123"/>
              <a:gd name="T25" fmla="*/ 114 h 134"/>
              <a:gd name="T26" fmla="*/ 43 w 123"/>
              <a:gd name="T27" fmla="*/ 124 h 134"/>
              <a:gd name="T28" fmla="*/ 68 w 123"/>
              <a:gd name="T29" fmla="*/ 124 h 134"/>
              <a:gd name="T30" fmla="*/ 112 w 123"/>
              <a:gd name="T31" fmla="*/ 96 h 134"/>
              <a:gd name="T32" fmla="*/ 115 w 123"/>
              <a:gd name="T33" fmla="*/ 90 h 134"/>
              <a:gd name="T34" fmla="*/ 115 w 123"/>
              <a:gd name="T35" fmla="*/ 90 h 134"/>
              <a:gd name="T36" fmla="*/ 123 w 123"/>
              <a:gd name="T37" fmla="*/ 92 h 134"/>
              <a:gd name="T38" fmla="*/ 109 w 123"/>
              <a:gd name="T39" fmla="*/ 134 h 134"/>
              <a:gd name="T40" fmla="*/ 0 w 123"/>
              <a:gd name="T41" fmla="*/ 134 h 134"/>
              <a:gd name="T42" fmla="*/ 0 w 123"/>
              <a:gd name="T43" fmla="*/ 127 h 134"/>
              <a:gd name="T44" fmla="*/ 8 w 123"/>
              <a:gd name="T45" fmla="*/ 126 h 134"/>
              <a:gd name="T46" fmla="*/ 15 w 123"/>
              <a:gd name="T47" fmla="*/ 120 h 134"/>
              <a:gd name="T48" fmla="*/ 16 w 123"/>
              <a:gd name="T49" fmla="*/ 113 h 134"/>
              <a:gd name="T50" fmla="*/ 16 w 123"/>
              <a:gd name="T51" fmla="*/ 20 h 134"/>
              <a:gd name="T52" fmla="*/ 5 w 123"/>
              <a:gd name="T53" fmla="*/ 7 h 134"/>
              <a:gd name="T54" fmla="*/ 0 w 123"/>
              <a:gd name="T55" fmla="*/ 7 h 134"/>
              <a:gd name="T56" fmla="*/ 0 w 123"/>
              <a:gd name="T57" fmla="*/ 0 h 134"/>
              <a:gd name="T58" fmla="*/ 105 w 123"/>
              <a:gd name="T59" fmla="*/ 0 h 134"/>
              <a:gd name="T60" fmla="*/ 117 w 123"/>
              <a:gd name="T61" fmla="*/ 35 h 134"/>
              <a:gd name="T62" fmla="*/ 109 w 123"/>
              <a:gd name="T63" fmla="*/ 38 h 134"/>
              <a:gd name="T64" fmla="*/ 107 w 123"/>
              <a:gd name="T65" fmla="*/ 34 h 134"/>
              <a:gd name="T66" fmla="*/ 105 w 123"/>
              <a:gd name="T67" fmla="*/ 29 h 134"/>
              <a:gd name="T68" fmla="*/ 78 w 123"/>
              <a:gd name="T69" fmla="*/ 11 h 134"/>
              <a:gd name="T70" fmla="*/ 42 w 123"/>
              <a:gd name="T71" fmla="*/ 10 h 134"/>
              <a:gd name="T72" fmla="*/ 33 w 123"/>
              <a:gd name="T73" fmla="*/ 10 h 134"/>
              <a:gd name="T74" fmla="*/ 33 w 123"/>
              <a:gd name="T75" fmla="*/ 60 h 134"/>
            </a:gdLst>
            <a:rect l="0" t="0" r="r" b="b"/>
            <a:pathLst>
              <a:path w="123" h="134">
                <a:moveTo>
                  <a:pt x="33" y="60"/>
                </a:moveTo>
                <a:cubicBezTo>
                  <a:pt x="41" y="60"/>
                  <a:pt x="48" y="61"/>
                  <a:pt x="55" y="59"/>
                </a:cubicBezTo>
                <a:cubicBezTo>
                  <a:pt x="63" y="57"/>
                  <a:pt x="67" y="53"/>
                  <a:pt x="68" y="45"/>
                </a:cubicBezTo>
                <a:cubicBezTo>
                  <a:pt x="69" y="42"/>
                  <a:pt x="69" y="39"/>
                  <a:pt x="70" y="35"/>
                </a:cubicBezTo>
                <a:cubicBezTo>
                  <a:pt x="72" y="35"/>
                  <a:pt x="75" y="35"/>
                  <a:pt x="77" y="35"/>
                </a:cubicBezTo>
                <a:cubicBezTo>
                  <a:pt x="77" y="55"/>
                  <a:pt x="77" y="74"/>
                  <a:pt x="77" y="94"/>
                </a:cubicBezTo>
                <a:cubicBezTo>
                  <a:pt x="76" y="94"/>
                  <a:pt x="75" y="94"/>
                  <a:pt x="75" y="94"/>
                </a:cubicBezTo>
                <a:cubicBezTo>
                  <a:pt x="73" y="94"/>
                  <a:pt x="71" y="94"/>
                  <a:pt x="70" y="94"/>
                </a:cubicBezTo>
                <a:cubicBezTo>
                  <a:pt x="69" y="90"/>
                  <a:pt x="69" y="86"/>
                  <a:pt x="69" y="83"/>
                </a:cubicBezTo>
                <a:cubicBezTo>
                  <a:pt x="67" y="74"/>
                  <a:pt x="63" y="70"/>
                  <a:pt x="54" y="69"/>
                </a:cubicBezTo>
                <a:cubicBezTo>
                  <a:pt x="47" y="69"/>
                  <a:pt x="40" y="69"/>
                  <a:pt x="33" y="69"/>
                </a:cubicBezTo>
                <a:cubicBezTo>
                  <a:pt x="33" y="71"/>
                  <a:pt x="33" y="72"/>
                  <a:pt x="33" y="73"/>
                </a:cubicBezTo>
                <a:cubicBezTo>
                  <a:pt x="33" y="87"/>
                  <a:pt x="33" y="101"/>
                  <a:pt x="33" y="114"/>
                </a:cubicBezTo>
                <a:cubicBezTo>
                  <a:pt x="33" y="123"/>
                  <a:pt x="34" y="124"/>
                  <a:pt x="43" y="124"/>
                </a:cubicBezTo>
                <a:cubicBezTo>
                  <a:pt x="51" y="124"/>
                  <a:pt x="60" y="124"/>
                  <a:pt x="68" y="124"/>
                </a:cubicBezTo>
                <a:cubicBezTo>
                  <a:pt x="89" y="124"/>
                  <a:pt x="103" y="114"/>
                  <a:pt x="112" y="96"/>
                </a:cubicBezTo>
                <a:cubicBezTo>
                  <a:pt x="113" y="94"/>
                  <a:pt x="114" y="92"/>
                  <a:pt x="115" y="90"/>
                </a:cubicBezTo>
                <a:cubicBezTo>
                  <a:pt x="115" y="90"/>
                  <a:pt x="115" y="90"/>
                  <a:pt x="115" y="90"/>
                </a:cubicBezTo>
                <a:cubicBezTo>
                  <a:pt x="118" y="90"/>
                  <a:pt x="120" y="91"/>
                  <a:pt x="123" y="92"/>
                </a:cubicBezTo>
                <a:cubicBezTo>
                  <a:pt x="118" y="107"/>
                  <a:pt x="113" y="120"/>
                  <a:pt x="109" y="134"/>
                </a:cubicBezTo>
                <a:cubicBezTo>
                  <a:pt x="72" y="134"/>
                  <a:pt x="3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6"/>
                  <a:pt x="8" y="126"/>
                </a:cubicBezTo>
                <a:cubicBezTo>
                  <a:pt x="12" y="126"/>
                  <a:pt x="14" y="124"/>
                  <a:pt x="15" y="120"/>
                </a:cubicBezTo>
                <a:cubicBezTo>
                  <a:pt x="15" y="118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0"/>
                  <a:pt x="14" y="8"/>
                  <a:pt x="5" y="7"/>
                </a:cubicBezTo>
                <a:cubicBezTo>
                  <a:pt x="3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34" y="0"/>
                  <a:pt x="69" y="0"/>
                  <a:pt x="105" y="0"/>
                </a:cubicBezTo>
                <a:cubicBezTo>
                  <a:pt x="109" y="11"/>
                  <a:pt x="112" y="22"/>
                  <a:pt x="117" y="35"/>
                </a:cubicBezTo>
                <a:cubicBezTo>
                  <a:pt x="114" y="36"/>
                  <a:pt x="112" y="37"/>
                  <a:pt x="109" y="38"/>
                </a:cubicBezTo>
                <a:cubicBezTo>
                  <a:pt x="108" y="36"/>
                  <a:pt x="108" y="35"/>
                  <a:pt x="107" y="34"/>
                </a:cubicBezTo>
                <a:cubicBezTo>
                  <a:pt x="107" y="32"/>
                  <a:pt x="106" y="31"/>
                  <a:pt x="105" y="29"/>
                </a:cubicBezTo>
                <a:cubicBezTo>
                  <a:pt x="100" y="18"/>
                  <a:pt x="90" y="11"/>
                  <a:pt x="78" y="11"/>
                </a:cubicBezTo>
                <a:cubicBezTo>
                  <a:pt x="66" y="10"/>
                  <a:pt x="54" y="10"/>
                  <a:pt x="42" y="10"/>
                </a:cubicBezTo>
                <a:cubicBezTo>
                  <a:pt x="39" y="10"/>
                  <a:pt x="36" y="10"/>
                  <a:pt x="33" y="10"/>
                </a:cubicBezTo>
                <a:cubicBezTo>
                  <a:pt x="33" y="26"/>
                  <a:pt x="33" y="43"/>
                  <a:pt x="33" y="6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5" name="Freeform 22">
            <a:extLst xmlns:a="http://schemas.openxmlformats.org/drawingml/2006/main">
              <a:ext uri="{FF2B5EF4-FFF2-40B4-BE49-F238E27FC236}">
                <a16:creationId xmlns:a16="http://schemas.microsoft.com/office/drawing/2014/main" id="{C60EE437-8AC4-4921-995E-17CD3F7A2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3944" y="689187"/>
            <a:ext cx="63867" cy="67859"/>
          </a:xfrm>
          <a:custGeom xmlns:a="http://schemas.openxmlformats.org/drawingml/2006/main">
            <a:gdLst>
              <a:gd name="T0" fmla="*/ 43 w 126"/>
              <a:gd name="T1" fmla="*/ 134 h 134"/>
              <a:gd name="T2" fmla="*/ 0 w 126"/>
              <a:gd name="T3" fmla="*/ 134 h 134"/>
              <a:gd name="T4" fmla="*/ 0 w 126"/>
              <a:gd name="T5" fmla="*/ 127 h 134"/>
              <a:gd name="T6" fmla="*/ 7 w 126"/>
              <a:gd name="T7" fmla="*/ 126 h 134"/>
              <a:gd name="T8" fmla="*/ 16 w 126"/>
              <a:gd name="T9" fmla="*/ 118 h 134"/>
              <a:gd name="T10" fmla="*/ 16 w 126"/>
              <a:gd name="T11" fmla="*/ 110 h 134"/>
              <a:gd name="T12" fmla="*/ 16 w 126"/>
              <a:gd name="T13" fmla="*/ 18 h 134"/>
              <a:gd name="T14" fmla="*/ 5 w 126"/>
              <a:gd name="T15" fmla="*/ 7 h 134"/>
              <a:gd name="T16" fmla="*/ 0 w 126"/>
              <a:gd name="T17" fmla="*/ 7 h 134"/>
              <a:gd name="T18" fmla="*/ 0 w 126"/>
              <a:gd name="T19" fmla="*/ 0 h 134"/>
              <a:gd name="T20" fmla="*/ 40 w 126"/>
              <a:gd name="T21" fmla="*/ 0 h 134"/>
              <a:gd name="T22" fmla="*/ 98 w 126"/>
              <a:gd name="T23" fmla="*/ 100 h 134"/>
              <a:gd name="T24" fmla="*/ 99 w 126"/>
              <a:gd name="T25" fmla="*/ 96 h 134"/>
              <a:gd name="T26" fmla="*/ 99 w 126"/>
              <a:gd name="T27" fmla="*/ 24 h 134"/>
              <a:gd name="T28" fmla="*/ 98 w 126"/>
              <a:gd name="T29" fmla="*/ 17 h 134"/>
              <a:gd name="T30" fmla="*/ 89 w 126"/>
              <a:gd name="T31" fmla="*/ 7 h 134"/>
              <a:gd name="T32" fmla="*/ 83 w 126"/>
              <a:gd name="T33" fmla="*/ 7 h 134"/>
              <a:gd name="T34" fmla="*/ 83 w 126"/>
              <a:gd name="T35" fmla="*/ 4 h 134"/>
              <a:gd name="T36" fmla="*/ 83 w 126"/>
              <a:gd name="T37" fmla="*/ 0 h 134"/>
              <a:gd name="T38" fmla="*/ 125 w 126"/>
              <a:gd name="T39" fmla="*/ 0 h 134"/>
              <a:gd name="T40" fmla="*/ 126 w 126"/>
              <a:gd name="T41" fmla="*/ 3 h 134"/>
              <a:gd name="T42" fmla="*/ 126 w 126"/>
              <a:gd name="T43" fmla="*/ 7 h 134"/>
              <a:gd name="T44" fmla="*/ 120 w 126"/>
              <a:gd name="T45" fmla="*/ 7 h 134"/>
              <a:gd name="T46" fmla="*/ 110 w 126"/>
              <a:gd name="T47" fmla="*/ 16 h 134"/>
              <a:gd name="T48" fmla="*/ 110 w 126"/>
              <a:gd name="T49" fmla="*/ 26 h 134"/>
              <a:gd name="T50" fmla="*/ 110 w 126"/>
              <a:gd name="T51" fmla="*/ 128 h 134"/>
              <a:gd name="T52" fmla="*/ 110 w 126"/>
              <a:gd name="T53" fmla="*/ 134 h 134"/>
              <a:gd name="T54" fmla="*/ 98 w 126"/>
              <a:gd name="T55" fmla="*/ 134 h 134"/>
              <a:gd name="T56" fmla="*/ 28 w 126"/>
              <a:gd name="T57" fmla="*/ 14 h 134"/>
              <a:gd name="T58" fmla="*/ 28 w 126"/>
              <a:gd name="T59" fmla="*/ 14 h 134"/>
              <a:gd name="T60" fmla="*/ 27 w 126"/>
              <a:gd name="T61" fmla="*/ 17 h 134"/>
              <a:gd name="T62" fmla="*/ 27 w 126"/>
              <a:gd name="T63" fmla="*/ 110 h 134"/>
              <a:gd name="T64" fmla="*/ 28 w 126"/>
              <a:gd name="T65" fmla="*/ 118 h 134"/>
              <a:gd name="T66" fmla="*/ 36 w 126"/>
              <a:gd name="T67" fmla="*/ 126 h 134"/>
              <a:gd name="T68" fmla="*/ 43 w 126"/>
              <a:gd name="T69" fmla="*/ 127 h 134"/>
              <a:gd name="T70" fmla="*/ 43 w 126"/>
              <a:gd name="T71" fmla="*/ 134 h 134"/>
            </a:gdLst>
            <a:rect l="0" t="0" r="r" b="b"/>
            <a:pathLst>
              <a:path w="126" h="134">
                <a:moveTo>
                  <a:pt x="43" y="134"/>
                </a:moveTo>
                <a:cubicBezTo>
                  <a:pt x="29" y="134"/>
                  <a:pt x="14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7"/>
                  <a:pt x="7" y="126"/>
                </a:cubicBezTo>
                <a:cubicBezTo>
                  <a:pt x="13" y="125"/>
                  <a:pt x="15" y="123"/>
                  <a:pt x="16" y="118"/>
                </a:cubicBezTo>
                <a:cubicBezTo>
                  <a:pt x="16" y="115"/>
                  <a:pt x="16" y="113"/>
                  <a:pt x="16" y="110"/>
                </a:cubicBezTo>
                <a:cubicBezTo>
                  <a:pt x="16" y="80"/>
                  <a:pt x="16" y="49"/>
                  <a:pt x="16" y="18"/>
                </a:cubicBezTo>
                <a:cubicBezTo>
                  <a:pt x="16" y="9"/>
                  <a:pt x="14" y="8"/>
                  <a:pt x="5" y="7"/>
                </a:cubicBezTo>
                <a:cubicBezTo>
                  <a:pt x="4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3" y="0"/>
                  <a:pt x="26" y="0"/>
                  <a:pt x="40" y="0"/>
                </a:cubicBezTo>
                <a:cubicBezTo>
                  <a:pt x="59" y="33"/>
                  <a:pt x="78" y="66"/>
                  <a:pt x="98" y="100"/>
                </a:cubicBezTo>
                <a:cubicBezTo>
                  <a:pt x="98" y="98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2"/>
                  <a:pt x="99" y="19"/>
                  <a:pt x="98" y="17"/>
                </a:cubicBezTo>
                <a:cubicBezTo>
                  <a:pt x="97" y="11"/>
                  <a:pt x="95" y="8"/>
                  <a:pt x="89" y="7"/>
                </a:cubicBezTo>
                <a:cubicBezTo>
                  <a:pt x="87" y="7"/>
                  <a:pt x="85" y="7"/>
                  <a:pt x="83" y="7"/>
                </a:cubicBezTo>
                <a:cubicBezTo>
                  <a:pt x="83" y="6"/>
                  <a:pt x="83" y="5"/>
                  <a:pt x="83" y="4"/>
                </a:cubicBezTo>
                <a:cubicBezTo>
                  <a:pt x="83" y="2"/>
                  <a:pt x="83" y="1"/>
                  <a:pt x="83" y="0"/>
                </a:cubicBezTo>
                <a:cubicBezTo>
                  <a:pt x="97" y="0"/>
                  <a:pt x="111" y="0"/>
                  <a:pt x="125" y="0"/>
                </a:cubicBezTo>
                <a:cubicBezTo>
                  <a:pt x="125" y="1"/>
                  <a:pt x="126" y="2"/>
                  <a:pt x="126" y="3"/>
                </a:cubicBezTo>
                <a:cubicBezTo>
                  <a:pt x="126" y="4"/>
                  <a:pt x="126" y="5"/>
                  <a:pt x="126" y="7"/>
                </a:cubicBezTo>
                <a:cubicBezTo>
                  <a:pt x="124" y="7"/>
                  <a:pt x="122" y="7"/>
                  <a:pt x="120" y="7"/>
                </a:cubicBezTo>
                <a:cubicBezTo>
                  <a:pt x="114" y="8"/>
                  <a:pt x="111" y="11"/>
                  <a:pt x="110" y="16"/>
                </a:cubicBezTo>
                <a:cubicBezTo>
                  <a:pt x="110" y="20"/>
                  <a:pt x="110" y="23"/>
                  <a:pt x="110" y="26"/>
                </a:cubicBezTo>
                <a:cubicBezTo>
                  <a:pt x="110" y="60"/>
                  <a:pt x="110" y="94"/>
                  <a:pt x="110" y="128"/>
                </a:cubicBezTo>
                <a:cubicBezTo>
                  <a:pt x="110" y="130"/>
                  <a:pt x="110" y="132"/>
                  <a:pt x="110" y="134"/>
                </a:cubicBezTo>
                <a:cubicBezTo>
                  <a:pt x="106" y="134"/>
                  <a:pt x="102" y="134"/>
                  <a:pt x="98" y="134"/>
                </a:cubicBezTo>
                <a:cubicBezTo>
                  <a:pt x="75" y="94"/>
                  <a:pt x="52" y="54"/>
                  <a:pt x="28" y="14"/>
                </a:cubicBezTo>
                <a:cubicBezTo>
                  <a:pt x="28" y="14"/>
                  <a:pt x="28" y="14"/>
                  <a:pt x="28" y="14"/>
                </a:cubicBezTo>
                <a:cubicBezTo>
                  <a:pt x="27" y="15"/>
                  <a:pt x="27" y="16"/>
                  <a:pt x="27" y="17"/>
                </a:cubicBezTo>
                <a:cubicBezTo>
                  <a:pt x="27" y="48"/>
                  <a:pt x="27" y="79"/>
                  <a:pt x="27" y="110"/>
                </a:cubicBezTo>
                <a:cubicBezTo>
                  <a:pt x="27" y="113"/>
                  <a:pt x="27" y="116"/>
                  <a:pt x="28" y="118"/>
                </a:cubicBezTo>
                <a:cubicBezTo>
                  <a:pt x="29" y="123"/>
                  <a:pt x="31" y="125"/>
                  <a:pt x="36" y="126"/>
                </a:cubicBezTo>
                <a:cubicBezTo>
                  <a:pt x="38" y="126"/>
                  <a:pt x="41" y="127"/>
                  <a:pt x="43" y="127"/>
                </a:cubicBezTo>
                <a:cubicBezTo>
                  <a:pt x="43" y="129"/>
                  <a:pt x="43" y="132"/>
                  <a:pt x="43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6" name="Freeform 23">
            <a:extLst xmlns:a="http://schemas.openxmlformats.org/drawingml/2006/main">
              <a:ext uri="{FF2B5EF4-FFF2-40B4-BE49-F238E27FC236}">
                <a16:creationId xmlns:a16="http://schemas.microsoft.com/office/drawing/2014/main" id="{F15B8DC7-F6DA-4EAE-BB72-218A56906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2943" y="686906"/>
            <a:ext cx="70710" cy="72991"/>
          </a:xfrm>
          <a:custGeom xmlns:a="http://schemas.openxmlformats.org/drawingml/2006/main">
            <a:gdLst>
              <a:gd name="T0" fmla="*/ 87 w 139"/>
              <a:gd name="T1" fmla="*/ 79 h 144"/>
              <a:gd name="T2" fmla="*/ 87 w 139"/>
              <a:gd name="T3" fmla="*/ 71 h 144"/>
              <a:gd name="T4" fmla="*/ 139 w 139"/>
              <a:gd name="T5" fmla="*/ 71 h 144"/>
              <a:gd name="T6" fmla="*/ 139 w 139"/>
              <a:gd name="T7" fmla="*/ 79 h 144"/>
              <a:gd name="T8" fmla="*/ 133 w 139"/>
              <a:gd name="T9" fmla="*/ 79 h 144"/>
              <a:gd name="T10" fmla="*/ 124 w 139"/>
              <a:gd name="T11" fmla="*/ 88 h 144"/>
              <a:gd name="T12" fmla="*/ 124 w 139"/>
              <a:gd name="T13" fmla="*/ 95 h 144"/>
              <a:gd name="T14" fmla="*/ 124 w 139"/>
              <a:gd name="T15" fmla="*/ 134 h 144"/>
              <a:gd name="T16" fmla="*/ 124 w 139"/>
              <a:gd name="T17" fmla="*/ 139 h 144"/>
              <a:gd name="T18" fmla="*/ 115 w 139"/>
              <a:gd name="T19" fmla="*/ 139 h 144"/>
              <a:gd name="T20" fmla="*/ 110 w 139"/>
              <a:gd name="T21" fmla="*/ 128 h 144"/>
              <a:gd name="T22" fmla="*/ 105 w 139"/>
              <a:gd name="T23" fmla="*/ 131 h 144"/>
              <a:gd name="T24" fmla="*/ 56 w 139"/>
              <a:gd name="T25" fmla="*/ 141 h 144"/>
              <a:gd name="T26" fmla="*/ 10 w 139"/>
              <a:gd name="T27" fmla="*/ 103 h 144"/>
              <a:gd name="T28" fmla="*/ 15 w 139"/>
              <a:gd name="T29" fmla="*/ 33 h 144"/>
              <a:gd name="T30" fmla="*/ 56 w 139"/>
              <a:gd name="T31" fmla="*/ 3 h 144"/>
              <a:gd name="T32" fmla="*/ 99 w 139"/>
              <a:gd name="T33" fmla="*/ 11 h 144"/>
              <a:gd name="T34" fmla="*/ 102 w 139"/>
              <a:gd name="T35" fmla="*/ 13 h 144"/>
              <a:gd name="T36" fmla="*/ 105 w 139"/>
              <a:gd name="T37" fmla="*/ 5 h 144"/>
              <a:gd name="T38" fmla="*/ 112 w 139"/>
              <a:gd name="T39" fmla="*/ 5 h 144"/>
              <a:gd name="T40" fmla="*/ 122 w 139"/>
              <a:gd name="T41" fmla="*/ 46 h 144"/>
              <a:gd name="T42" fmla="*/ 114 w 139"/>
              <a:gd name="T43" fmla="*/ 49 h 144"/>
              <a:gd name="T44" fmla="*/ 112 w 139"/>
              <a:gd name="T45" fmla="*/ 44 h 144"/>
              <a:gd name="T46" fmla="*/ 100 w 139"/>
              <a:gd name="T47" fmla="*/ 25 h 144"/>
              <a:gd name="T48" fmla="*/ 42 w 139"/>
              <a:gd name="T49" fmla="*/ 23 h 144"/>
              <a:gd name="T50" fmla="*/ 24 w 139"/>
              <a:gd name="T51" fmla="*/ 62 h 144"/>
              <a:gd name="T52" fmla="*/ 34 w 139"/>
              <a:gd name="T53" fmla="*/ 109 h 144"/>
              <a:gd name="T54" fmla="*/ 77 w 139"/>
              <a:gd name="T55" fmla="*/ 131 h 144"/>
              <a:gd name="T56" fmla="*/ 101 w 139"/>
              <a:gd name="T57" fmla="*/ 120 h 144"/>
              <a:gd name="T58" fmla="*/ 106 w 139"/>
              <a:gd name="T59" fmla="*/ 109 h 144"/>
              <a:gd name="T60" fmla="*/ 106 w 139"/>
              <a:gd name="T61" fmla="*/ 90 h 144"/>
              <a:gd name="T62" fmla="*/ 96 w 139"/>
              <a:gd name="T63" fmla="*/ 79 h 144"/>
              <a:gd name="T64" fmla="*/ 87 w 139"/>
              <a:gd name="T65" fmla="*/ 79 h 144"/>
            </a:gdLst>
            <a:rect l="0" t="0" r="r" b="b"/>
            <a:pathLst>
              <a:path w="139" h="144">
                <a:moveTo>
                  <a:pt x="87" y="79"/>
                </a:moveTo>
                <a:cubicBezTo>
                  <a:pt x="87" y="76"/>
                  <a:pt x="87" y="74"/>
                  <a:pt x="87" y="71"/>
                </a:cubicBezTo>
                <a:cubicBezTo>
                  <a:pt x="105" y="71"/>
                  <a:pt x="122" y="71"/>
                  <a:pt x="139" y="71"/>
                </a:cubicBezTo>
                <a:cubicBezTo>
                  <a:pt x="139" y="74"/>
                  <a:pt x="139" y="76"/>
                  <a:pt x="139" y="79"/>
                </a:cubicBezTo>
                <a:cubicBezTo>
                  <a:pt x="137" y="79"/>
                  <a:pt x="135" y="79"/>
                  <a:pt x="133" y="79"/>
                </a:cubicBezTo>
                <a:cubicBezTo>
                  <a:pt x="127" y="79"/>
                  <a:pt x="125" y="81"/>
                  <a:pt x="124" y="88"/>
                </a:cubicBezTo>
                <a:cubicBezTo>
                  <a:pt x="124" y="90"/>
                  <a:pt x="124" y="93"/>
                  <a:pt x="124" y="95"/>
                </a:cubicBezTo>
                <a:cubicBezTo>
                  <a:pt x="124" y="108"/>
                  <a:pt x="124" y="121"/>
                  <a:pt x="124" y="134"/>
                </a:cubicBezTo>
                <a:cubicBezTo>
                  <a:pt x="124" y="135"/>
                  <a:pt x="124" y="137"/>
                  <a:pt x="124" y="139"/>
                </a:cubicBezTo>
                <a:cubicBezTo>
                  <a:pt x="121" y="139"/>
                  <a:pt x="118" y="139"/>
                  <a:pt x="115" y="139"/>
                </a:cubicBezTo>
                <a:cubicBezTo>
                  <a:pt x="113" y="136"/>
                  <a:pt x="112" y="132"/>
                  <a:pt x="110" y="128"/>
                </a:cubicBezTo>
                <a:cubicBezTo>
                  <a:pt x="108" y="129"/>
                  <a:pt x="107" y="130"/>
                  <a:pt x="105" y="131"/>
                </a:cubicBezTo>
                <a:cubicBezTo>
                  <a:pt x="90" y="140"/>
                  <a:pt x="74" y="144"/>
                  <a:pt x="56" y="141"/>
                </a:cubicBezTo>
                <a:cubicBezTo>
                  <a:pt x="34" y="137"/>
                  <a:pt x="18" y="124"/>
                  <a:pt x="10" y="103"/>
                </a:cubicBezTo>
                <a:cubicBezTo>
                  <a:pt x="0" y="79"/>
                  <a:pt x="1" y="55"/>
                  <a:pt x="15" y="33"/>
                </a:cubicBezTo>
                <a:cubicBezTo>
                  <a:pt x="24" y="17"/>
                  <a:pt x="38" y="6"/>
                  <a:pt x="56" y="3"/>
                </a:cubicBezTo>
                <a:cubicBezTo>
                  <a:pt x="71" y="0"/>
                  <a:pt x="86" y="2"/>
                  <a:pt x="99" y="11"/>
                </a:cubicBezTo>
                <a:cubicBezTo>
                  <a:pt x="100" y="12"/>
                  <a:pt x="101" y="12"/>
                  <a:pt x="102" y="13"/>
                </a:cubicBezTo>
                <a:cubicBezTo>
                  <a:pt x="103" y="10"/>
                  <a:pt x="104" y="7"/>
                  <a:pt x="105" y="5"/>
                </a:cubicBezTo>
                <a:cubicBezTo>
                  <a:pt x="107" y="5"/>
                  <a:pt x="109" y="5"/>
                  <a:pt x="112" y="5"/>
                </a:cubicBezTo>
                <a:cubicBezTo>
                  <a:pt x="115" y="18"/>
                  <a:pt x="119" y="32"/>
                  <a:pt x="122" y="46"/>
                </a:cubicBezTo>
                <a:cubicBezTo>
                  <a:pt x="120" y="47"/>
                  <a:pt x="117" y="48"/>
                  <a:pt x="114" y="49"/>
                </a:cubicBezTo>
                <a:cubicBezTo>
                  <a:pt x="114" y="47"/>
                  <a:pt x="113" y="45"/>
                  <a:pt x="112" y="44"/>
                </a:cubicBezTo>
                <a:cubicBezTo>
                  <a:pt x="109" y="37"/>
                  <a:pt x="105" y="30"/>
                  <a:pt x="100" y="25"/>
                </a:cubicBezTo>
                <a:cubicBezTo>
                  <a:pt x="84" y="8"/>
                  <a:pt x="59" y="7"/>
                  <a:pt x="42" y="23"/>
                </a:cubicBezTo>
                <a:cubicBezTo>
                  <a:pt x="31" y="34"/>
                  <a:pt x="25" y="47"/>
                  <a:pt x="24" y="62"/>
                </a:cubicBezTo>
                <a:cubicBezTo>
                  <a:pt x="22" y="79"/>
                  <a:pt x="25" y="95"/>
                  <a:pt x="34" y="109"/>
                </a:cubicBezTo>
                <a:cubicBezTo>
                  <a:pt x="44" y="125"/>
                  <a:pt x="59" y="132"/>
                  <a:pt x="77" y="131"/>
                </a:cubicBezTo>
                <a:cubicBezTo>
                  <a:pt x="86" y="130"/>
                  <a:pt x="94" y="127"/>
                  <a:pt x="101" y="120"/>
                </a:cubicBezTo>
                <a:cubicBezTo>
                  <a:pt x="104" y="117"/>
                  <a:pt x="106" y="114"/>
                  <a:pt x="106" y="109"/>
                </a:cubicBezTo>
                <a:cubicBezTo>
                  <a:pt x="106" y="103"/>
                  <a:pt x="107" y="96"/>
                  <a:pt x="106" y="90"/>
                </a:cubicBezTo>
                <a:cubicBezTo>
                  <a:pt x="106" y="82"/>
                  <a:pt x="104" y="81"/>
                  <a:pt x="96" y="79"/>
                </a:cubicBezTo>
                <a:cubicBezTo>
                  <a:pt x="94" y="79"/>
                  <a:pt x="91" y="79"/>
                  <a:pt x="87" y="79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7" name="Freeform 25">
            <a:extLst xmlns:a="http://schemas.openxmlformats.org/drawingml/2006/main">
              <a:ext uri="{FF2B5EF4-FFF2-40B4-BE49-F238E27FC236}">
                <a16:creationId xmlns:a16="http://schemas.microsoft.com/office/drawing/2014/main" id="{053D05E2-81C5-4BFE-ABBB-262F5CE2A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081" y="688046"/>
            <a:ext cx="57594" cy="70710"/>
          </a:xfrm>
          <a:custGeom xmlns:a="http://schemas.openxmlformats.org/drawingml/2006/main">
            <a:gdLst>
              <a:gd name="T0" fmla="*/ 103 w 113"/>
              <a:gd name="T1" fmla="*/ 44 h 140"/>
              <a:gd name="T2" fmla="*/ 95 w 113"/>
              <a:gd name="T3" fmla="*/ 46 h 140"/>
              <a:gd name="T4" fmla="*/ 92 w 113"/>
              <a:gd name="T5" fmla="*/ 41 h 140"/>
              <a:gd name="T6" fmla="*/ 72 w 113"/>
              <a:gd name="T7" fmla="*/ 18 h 140"/>
              <a:gd name="T8" fmla="*/ 38 w 113"/>
              <a:gd name="T9" fmla="*/ 12 h 140"/>
              <a:gd name="T10" fmla="*/ 25 w 113"/>
              <a:gd name="T11" fmla="*/ 19 h 140"/>
              <a:gd name="T12" fmla="*/ 26 w 113"/>
              <a:gd name="T13" fmla="*/ 44 h 140"/>
              <a:gd name="T14" fmla="*/ 42 w 113"/>
              <a:gd name="T15" fmla="*/ 53 h 140"/>
              <a:gd name="T16" fmla="*/ 70 w 113"/>
              <a:gd name="T17" fmla="*/ 62 h 140"/>
              <a:gd name="T18" fmla="*/ 90 w 113"/>
              <a:gd name="T19" fmla="*/ 70 h 140"/>
              <a:gd name="T20" fmla="*/ 97 w 113"/>
              <a:gd name="T21" fmla="*/ 125 h 140"/>
              <a:gd name="T22" fmla="*/ 56 w 113"/>
              <a:gd name="T23" fmla="*/ 140 h 140"/>
              <a:gd name="T24" fmla="*/ 25 w 113"/>
              <a:gd name="T25" fmla="*/ 128 h 140"/>
              <a:gd name="T26" fmla="*/ 21 w 113"/>
              <a:gd name="T27" fmla="*/ 125 h 140"/>
              <a:gd name="T28" fmla="*/ 16 w 113"/>
              <a:gd name="T29" fmla="*/ 137 h 140"/>
              <a:gd name="T30" fmla="*/ 10 w 113"/>
              <a:gd name="T31" fmla="*/ 137 h 140"/>
              <a:gd name="T32" fmla="*/ 1 w 113"/>
              <a:gd name="T33" fmla="*/ 89 h 140"/>
              <a:gd name="T34" fmla="*/ 10 w 113"/>
              <a:gd name="T35" fmla="*/ 87 h 140"/>
              <a:gd name="T36" fmla="*/ 13 w 113"/>
              <a:gd name="T37" fmla="*/ 95 h 140"/>
              <a:gd name="T38" fmla="*/ 36 w 113"/>
              <a:gd name="T39" fmla="*/ 122 h 140"/>
              <a:gd name="T40" fmla="*/ 69 w 113"/>
              <a:gd name="T41" fmla="*/ 128 h 140"/>
              <a:gd name="T42" fmla="*/ 85 w 113"/>
              <a:gd name="T43" fmla="*/ 119 h 140"/>
              <a:gd name="T44" fmla="*/ 81 w 113"/>
              <a:gd name="T45" fmla="*/ 86 h 140"/>
              <a:gd name="T46" fmla="*/ 63 w 113"/>
              <a:gd name="T47" fmla="*/ 79 h 140"/>
              <a:gd name="T48" fmla="*/ 38 w 113"/>
              <a:gd name="T49" fmla="*/ 71 h 140"/>
              <a:gd name="T50" fmla="*/ 19 w 113"/>
              <a:gd name="T51" fmla="*/ 62 h 140"/>
              <a:gd name="T52" fmla="*/ 15 w 113"/>
              <a:gd name="T53" fmla="*/ 13 h 140"/>
              <a:gd name="T54" fmla="*/ 51 w 113"/>
              <a:gd name="T55" fmla="*/ 0 h 140"/>
              <a:gd name="T56" fmla="*/ 81 w 113"/>
              <a:gd name="T57" fmla="*/ 10 h 140"/>
              <a:gd name="T58" fmla="*/ 82 w 113"/>
              <a:gd name="T59" fmla="*/ 11 h 140"/>
              <a:gd name="T60" fmla="*/ 83 w 113"/>
              <a:gd name="T61" fmla="*/ 11 h 140"/>
              <a:gd name="T62" fmla="*/ 87 w 113"/>
              <a:gd name="T63" fmla="*/ 2 h 140"/>
              <a:gd name="T64" fmla="*/ 93 w 113"/>
              <a:gd name="T65" fmla="*/ 2 h 140"/>
              <a:gd name="T66" fmla="*/ 103 w 113"/>
              <a:gd name="T67" fmla="*/ 44 h 140"/>
            </a:gdLst>
            <a:rect l="0" t="0" r="r" b="b"/>
            <a:pathLst>
              <a:path w="113" h="140">
                <a:moveTo>
                  <a:pt x="103" y="44"/>
                </a:moveTo>
                <a:cubicBezTo>
                  <a:pt x="100" y="45"/>
                  <a:pt x="98" y="45"/>
                  <a:pt x="95" y="46"/>
                </a:cubicBezTo>
                <a:cubicBezTo>
                  <a:pt x="94" y="44"/>
                  <a:pt x="93" y="43"/>
                  <a:pt x="92" y="41"/>
                </a:cubicBezTo>
                <a:cubicBezTo>
                  <a:pt x="87" y="32"/>
                  <a:pt x="81" y="24"/>
                  <a:pt x="72" y="18"/>
                </a:cubicBezTo>
                <a:cubicBezTo>
                  <a:pt x="61" y="11"/>
                  <a:pt x="50" y="9"/>
                  <a:pt x="38" y="12"/>
                </a:cubicBezTo>
                <a:cubicBezTo>
                  <a:pt x="33" y="13"/>
                  <a:pt x="28" y="16"/>
                  <a:pt x="25" y="19"/>
                </a:cubicBezTo>
                <a:cubicBezTo>
                  <a:pt x="18" y="27"/>
                  <a:pt x="19" y="38"/>
                  <a:pt x="26" y="44"/>
                </a:cubicBezTo>
                <a:cubicBezTo>
                  <a:pt x="31" y="49"/>
                  <a:pt x="36" y="51"/>
                  <a:pt x="42" y="53"/>
                </a:cubicBezTo>
                <a:cubicBezTo>
                  <a:pt x="51" y="56"/>
                  <a:pt x="61" y="59"/>
                  <a:pt x="70" y="62"/>
                </a:cubicBezTo>
                <a:cubicBezTo>
                  <a:pt x="77" y="64"/>
                  <a:pt x="84" y="67"/>
                  <a:pt x="90" y="70"/>
                </a:cubicBezTo>
                <a:cubicBezTo>
                  <a:pt x="113" y="83"/>
                  <a:pt x="112" y="111"/>
                  <a:pt x="97" y="125"/>
                </a:cubicBezTo>
                <a:cubicBezTo>
                  <a:pt x="85" y="137"/>
                  <a:pt x="71" y="140"/>
                  <a:pt x="56" y="140"/>
                </a:cubicBezTo>
                <a:cubicBezTo>
                  <a:pt x="44" y="139"/>
                  <a:pt x="34" y="135"/>
                  <a:pt x="25" y="128"/>
                </a:cubicBezTo>
                <a:cubicBezTo>
                  <a:pt x="24" y="127"/>
                  <a:pt x="23" y="126"/>
                  <a:pt x="21" y="125"/>
                </a:cubicBezTo>
                <a:cubicBezTo>
                  <a:pt x="19" y="129"/>
                  <a:pt x="18" y="133"/>
                  <a:pt x="16" y="137"/>
                </a:cubicBezTo>
                <a:cubicBezTo>
                  <a:pt x="14" y="137"/>
                  <a:pt x="12" y="137"/>
                  <a:pt x="10" y="137"/>
                </a:cubicBezTo>
                <a:cubicBezTo>
                  <a:pt x="7" y="121"/>
                  <a:pt x="4" y="105"/>
                  <a:pt x="1" y="89"/>
                </a:cubicBezTo>
                <a:cubicBezTo>
                  <a:pt x="4" y="88"/>
                  <a:pt x="7" y="88"/>
                  <a:pt x="10" y="87"/>
                </a:cubicBezTo>
                <a:cubicBezTo>
                  <a:pt x="11" y="90"/>
                  <a:pt x="12" y="93"/>
                  <a:pt x="13" y="95"/>
                </a:cubicBezTo>
                <a:cubicBezTo>
                  <a:pt x="18" y="106"/>
                  <a:pt x="26" y="116"/>
                  <a:pt x="36" y="122"/>
                </a:cubicBezTo>
                <a:cubicBezTo>
                  <a:pt x="46" y="129"/>
                  <a:pt x="57" y="131"/>
                  <a:pt x="69" y="128"/>
                </a:cubicBezTo>
                <a:cubicBezTo>
                  <a:pt x="75" y="127"/>
                  <a:pt x="80" y="123"/>
                  <a:pt x="85" y="119"/>
                </a:cubicBezTo>
                <a:cubicBezTo>
                  <a:pt x="94" y="110"/>
                  <a:pt x="94" y="93"/>
                  <a:pt x="81" y="86"/>
                </a:cubicBezTo>
                <a:cubicBezTo>
                  <a:pt x="75" y="83"/>
                  <a:pt x="69" y="81"/>
                  <a:pt x="63" y="79"/>
                </a:cubicBezTo>
                <a:cubicBezTo>
                  <a:pt x="55" y="76"/>
                  <a:pt x="46" y="74"/>
                  <a:pt x="38" y="71"/>
                </a:cubicBezTo>
                <a:cubicBezTo>
                  <a:pt x="31" y="69"/>
                  <a:pt x="25" y="66"/>
                  <a:pt x="19" y="62"/>
                </a:cubicBezTo>
                <a:cubicBezTo>
                  <a:pt x="1" y="51"/>
                  <a:pt x="0" y="27"/>
                  <a:pt x="15" y="13"/>
                </a:cubicBezTo>
                <a:cubicBezTo>
                  <a:pt x="25" y="3"/>
                  <a:pt x="37" y="0"/>
                  <a:pt x="51" y="0"/>
                </a:cubicBezTo>
                <a:cubicBezTo>
                  <a:pt x="62" y="0"/>
                  <a:pt x="72" y="3"/>
                  <a:pt x="81" y="10"/>
                </a:cubicBezTo>
                <a:cubicBezTo>
                  <a:pt x="81" y="10"/>
                  <a:pt x="81" y="11"/>
                  <a:pt x="82" y="11"/>
                </a:cubicBezTo>
                <a:cubicBezTo>
                  <a:pt x="82" y="11"/>
                  <a:pt x="82" y="11"/>
                  <a:pt x="83" y="11"/>
                </a:cubicBezTo>
                <a:cubicBezTo>
                  <a:pt x="84" y="8"/>
                  <a:pt x="85" y="5"/>
                  <a:pt x="87" y="2"/>
                </a:cubicBezTo>
                <a:cubicBezTo>
                  <a:pt x="89" y="2"/>
                  <a:pt x="91" y="2"/>
                  <a:pt x="93" y="2"/>
                </a:cubicBezTo>
                <a:cubicBezTo>
                  <a:pt x="96" y="16"/>
                  <a:pt x="100" y="30"/>
                  <a:pt x="103" y="4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8" name="Freeform 27">
            <a:extLst xmlns:a="http://schemas.openxmlformats.org/drawingml/2006/main">
              <a:ext uri="{FF2B5EF4-FFF2-40B4-BE49-F238E27FC236}">
                <a16:creationId xmlns:a16="http://schemas.microsoft.com/office/drawing/2014/main" id="{7DAA9C19-EFC1-4BB0-BD5D-42DBC290D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5846" y="688617"/>
            <a:ext cx="57594" cy="68429"/>
          </a:xfrm>
          <a:custGeom xmlns:a="http://schemas.openxmlformats.org/drawingml/2006/main">
            <a:gdLst>
              <a:gd name="T0" fmla="*/ 33 w 113"/>
              <a:gd name="T1" fmla="*/ 78 h 135"/>
              <a:gd name="T2" fmla="*/ 33 w 113"/>
              <a:gd name="T3" fmla="*/ 82 h 135"/>
              <a:gd name="T4" fmla="*/ 33 w 113"/>
              <a:gd name="T5" fmla="*/ 114 h 135"/>
              <a:gd name="T6" fmla="*/ 33 w 113"/>
              <a:gd name="T7" fmla="*/ 118 h 135"/>
              <a:gd name="T8" fmla="*/ 43 w 113"/>
              <a:gd name="T9" fmla="*/ 128 h 135"/>
              <a:gd name="T10" fmla="*/ 49 w 113"/>
              <a:gd name="T11" fmla="*/ 128 h 135"/>
              <a:gd name="T12" fmla="*/ 49 w 113"/>
              <a:gd name="T13" fmla="*/ 135 h 135"/>
              <a:gd name="T14" fmla="*/ 0 w 113"/>
              <a:gd name="T15" fmla="*/ 135 h 135"/>
              <a:gd name="T16" fmla="*/ 0 w 113"/>
              <a:gd name="T17" fmla="*/ 128 h 135"/>
              <a:gd name="T18" fmla="*/ 8 w 113"/>
              <a:gd name="T19" fmla="*/ 127 h 135"/>
              <a:gd name="T20" fmla="*/ 15 w 113"/>
              <a:gd name="T21" fmla="*/ 120 h 135"/>
              <a:gd name="T22" fmla="*/ 15 w 113"/>
              <a:gd name="T23" fmla="*/ 114 h 135"/>
              <a:gd name="T24" fmla="*/ 15 w 113"/>
              <a:gd name="T25" fmla="*/ 21 h 135"/>
              <a:gd name="T26" fmla="*/ 15 w 113"/>
              <a:gd name="T27" fmla="*/ 14 h 135"/>
              <a:gd name="T28" fmla="*/ 9 w 113"/>
              <a:gd name="T29" fmla="*/ 9 h 135"/>
              <a:gd name="T30" fmla="*/ 0 w 113"/>
              <a:gd name="T31" fmla="*/ 8 h 135"/>
              <a:gd name="T32" fmla="*/ 0 w 113"/>
              <a:gd name="T33" fmla="*/ 1 h 135"/>
              <a:gd name="T34" fmla="*/ 4 w 113"/>
              <a:gd name="T35" fmla="*/ 0 h 135"/>
              <a:gd name="T36" fmla="*/ 56 w 113"/>
              <a:gd name="T37" fmla="*/ 0 h 135"/>
              <a:gd name="T38" fmla="*/ 73 w 113"/>
              <a:gd name="T39" fmla="*/ 1 h 135"/>
              <a:gd name="T40" fmla="*/ 106 w 113"/>
              <a:gd name="T41" fmla="*/ 50 h 135"/>
              <a:gd name="T42" fmla="*/ 78 w 113"/>
              <a:gd name="T43" fmla="*/ 76 h 135"/>
              <a:gd name="T44" fmla="*/ 55 w 113"/>
              <a:gd name="T45" fmla="*/ 78 h 135"/>
              <a:gd name="T46" fmla="*/ 33 w 113"/>
              <a:gd name="T47" fmla="*/ 78 h 135"/>
              <a:gd name="T48" fmla="*/ 33 w 113"/>
              <a:gd name="T49" fmla="*/ 68 h 135"/>
              <a:gd name="T50" fmla="*/ 67 w 113"/>
              <a:gd name="T51" fmla="*/ 67 h 135"/>
              <a:gd name="T52" fmla="*/ 85 w 113"/>
              <a:gd name="T53" fmla="*/ 52 h 135"/>
              <a:gd name="T54" fmla="*/ 87 w 113"/>
              <a:gd name="T55" fmla="*/ 29 h 135"/>
              <a:gd name="T56" fmla="*/ 66 w 113"/>
              <a:gd name="T57" fmla="*/ 11 h 135"/>
              <a:gd name="T58" fmla="*/ 34 w 113"/>
              <a:gd name="T59" fmla="*/ 11 h 135"/>
              <a:gd name="T60" fmla="*/ 33 w 113"/>
              <a:gd name="T61" fmla="*/ 11 h 135"/>
              <a:gd name="T62" fmla="*/ 33 w 113"/>
              <a:gd name="T63" fmla="*/ 68 h 135"/>
            </a:gdLst>
            <a:rect l="0" t="0" r="r" b="b"/>
            <a:pathLst>
              <a:path w="113" h="135">
                <a:moveTo>
                  <a:pt x="33" y="78"/>
                </a:moveTo>
                <a:cubicBezTo>
                  <a:pt x="33" y="80"/>
                  <a:pt x="33" y="81"/>
                  <a:pt x="33" y="82"/>
                </a:cubicBezTo>
                <a:cubicBezTo>
                  <a:pt x="33" y="93"/>
                  <a:pt x="33" y="103"/>
                  <a:pt x="33" y="114"/>
                </a:cubicBezTo>
                <a:cubicBezTo>
                  <a:pt x="33" y="115"/>
                  <a:pt x="33" y="117"/>
                  <a:pt x="33" y="118"/>
                </a:cubicBezTo>
                <a:cubicBezTo>
                  <a:pt x="34" y="125"/>
                  <a:pt x="35" y="127"/>
                  <a:pt x="43" y="128"/>
                </a:cubicBezTo>
                <a:cubicBezTo>
                  <a:pt x="45" y="128"/>
                  <a:pt x="47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6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8" y="127"/>
                </a:cubicBezTo>
                <a:cubicBezTo>
                  <a:pt x="13" y="126"/>
                  <a:pt x="14" y="125"/>
                  <a:pt x="15" y="120"/>
                </a:cubicBezTo>
                <a:cubicBezTo>
                  <a:pt x="15" y="118"/>
                  <a:pt x="15" y="116"/>
                  <a:pt x="15" y="114"/>
                </a:cubicBezTo>
                <a:cubicBezTo>
                  <a:pt x="16" y="83"/>
                  <a:pt x="16" y="52"/>
                  <a:pt x="15" y="21"/>
                </a:cubicBezTo>
                <a:cubicBezTo>
                  <a:pt x="15" y="19"/>
                  <a:pt x="15" y="16"/>
                  <a:pt x="15" y="14"/>
                </a:cubicBezTo>
                <a:cubicBezTo>
                  <a:pt x="14" y="11"/>
                  <a:pt x="12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1" y="0"/>
                  <a:pt x="3" y="0"/>
                  <a:pt x="4" y="0"/>
                </a:cubicBezTo>
                <a:cubicBezTo>
                  <a:pt x="21" y="0"/>
                  <a:pt x="39" y="0"/>
                  <a:pt x="56" y="0"/>
                </a:cubicBezTo>
                <a:cubicBezTo>
                  <a:pt x="62" y="0"/>
                  <a:pt x="68" y="1"/>
                  <a:pt x="73" y="1"/>
                </a:cubicBezTo>
                <a:cubicBezTo>
                  <a:pt x="98" y="4"/>
                  <a:pt x="113" y="26"/>
                  <a:pt x="106" y="50"/>
                </a:cubicBezTo>
                <a:cubicBezTo>
                  <a:pt x="102" y="64"/>
                  <a:pt x="93" y="73"/>
                  <a:pt x="78" y="76"/>
                </a:cubicBezTo>
                <a:cubicBezTo>
                  <a:pt x="70" y="77"/>
                  <a:pt x="63" y="77"/>
                  <a:pt x="55" y="78"/>
                </a:cubicBezTo>
                <a:cubicBezTo>
                  <a:pt x="48" y="78"/>
                  <a:pt x="41" y="78"/>
                  <a:pt x="33" y="78"/>
                </a:cubicBezTo>
                <a:close/>
                <a:moveTo>
                  <a:pt x="33" y="68"/>
                </a:moveTo>
                <a:cubicBezTo>
                  <a:pt x="45" y="67"/>
                  <a:pt x="56" y="68"/>
                  <a:pt x="67" y="67"/>
                </a:cubicBezTo>
                <a:cubicBezTo>
                  <a:pt x="76" y="66"/>
                  <a:pt x="82" y="60"/>
                  <a:pt x="85" y="52"/>
                </a:cubicBezTo>
                <a:cubicBezTo>
                  <a:pt x="89" y="45"/>
                  <a:pt x="89" y="37"/>
                  <a:pt x="87" y="29"/>
                </a:cubicBezTo>
                <a:cubicBezTo>
                  <a:pt x="84" y="19"/>
                  <a:pt x="78" y="12"/>
                  <a:pt x="66" y="11"/>
                </a:cubicBezTo>
                <a:cubicBezTo>
                  <a:pt x="56" y="11"/>
                  <a:pt x="45" y="11"/>
                  <a:pt x="34" y="11"/>
                </a:cubicBezTo>
                <a:cubicBezTo>
                  <a:pt x="34" y="11"/>
                  <a:pt x="34" y="11"/>
                  <a:pt x="33" y="11"/>
                </a:cubicBezTo>
                <a:cubicBezTo>
                  <a:pt x="33" y="30"/>
                  <a:pt x="33" y="48"/>
                  <a:pt x="33" y="6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60F1524C-7B44-41A8-A381-8F8F434BB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5017" y="689187"/>
            <a:ext cx="67859" cy="70140"/>
          </a:xfrm>
          <a:custGeom xmlns:a="http://schemas.openxmlformats.org/drawingml/2006/main">
            <a:gdLst>
              <a:gd name="T0" fmla="*/ 49 w 133"/>
              <a:gd name="T1" fmla="*/ 0 h 138"/>
              <a:gd name="T2" fmla="*/ 49 w 133"/>
              <a:gd name="T3" fmla="*/ 7 h 138"/>
              <a:gd name="T4" fmla="*/ 41 w 133"/>
              <a:gd name="T5" fmla="*/ 8 h 138"/>
              <a:gd name="T6" fmla="*/ 34 w 133"/>
              <a:gd name="T7" fmla="*/ 15 h 138"/>
              <a:gd name="T8" fmla="*/ 33 w 133"/>
              <a:gd name="T9" fmla="*/ 23 h 138"/>
              <a:gd name="T10" fmla="*/ 33 w 133"/>
              <a:gd name="T11" fmla="*/ 83 h 138"/>
              <a:gd name="T12" fmla="*/ 34 w 133"/>
              <a:gd name="T13" fmla="*/ 96 h 138"/>
              <a:gd name="T14" fmla="*/ 60 w 133"/>
              <a:gd name="T15" fmla="*/ 124 h 138"/>
              <a:gd name="T16" fmla="*/ 100 w 133"/>
              <a:gd name="T17" fmla="*/ 110 h 138"/>
              <a:gd name="T18" fmla="*/ 106 w 133"/>
              <a:gd name="T19" fmla="*/ 94 h 138"/>
              <a:gd name="T20" fmla="*/ 107 w 133"/>
              <a:gd name="T21" fmla="*/ 80 h 138"/>
              <a:gd name="T22" fmla="*/ 107 w 133"/>
              <a:gd name="T23" fmla="*/ 24 h 138"/>
              <a:gd name="T24" fmla="*/ 106 w 133"/>
              <a:gd name="T25" fmla="*/ 15 h 138"/>
              <a:gd name="T26" fmla="*/ 97 w 133"/>
              <a:gd name="T27" fmla="*/ 8 h 138"/>
              <a:gd name="T28" fmla="*/ 91 w 133"/>
              <a:gd name="T29" fmla="*/ 7 h 138"/>
              <a:gd name="T30" fmla="*/ 91 w 133"/>
              <a:gd name="T31" fmla="*/ 0 h 138"/>
              <a:gd name="T32" fmla="*/ 133 w 133"/>
              <a:gd name="T33" fmla="*/ 0 h 138"/>
              <a:gd name="T34" fmla="*/ 133 w 133"/>
              <a:gd name="T35" fmla="*/ 7 h 138"/>
              <a:gd name="T36" fmla="*/ 126 w 133"/>
              <a:gd name="T37" fmla="*/ 8 h 138"/>
              <a:gd name="T38" fmla="*/ 118 w 133"/>
              <a:gd name="T39" fmla="*/ 15 h 138"/>
              <a:gd name="T40" fmla="*/ 118 w 133"/>
              <a:gd name="T41" fmla="*/ 25 h 138"/>
              <a:gd name="T42" fmla="*/ 117 w 133"/>
              <a:gd name="T43" fmla="*/ 88 h 138"/>
              <a:gd name="T44" fmla="*/ 114 w 133"/>
              <a:gd name="T45" fmla="*/ 105 h 138"/>
              <a:gd name="T46" fmla="*/ 74 w 133"/>
              <a:gd name="T47" fmla="*/ 136 h 138"/>
              <a:gd name="T48" fmla="*/ 35 w 133"/>
              <a:gd name="T49" fmla="*/ 127 h 138"/>
              <a:gd name="T50" fmla="*/ 17 w 133"/>
              <a:gd name="T51" fmla="*/ 96 h 138"/>
              <a:gd name="T52" fmla="*/ 16 w 133"/>
              <a:gd name="T53" fmla="*/ 83 h 138"/>
              <a:gd name="T54" fmla="*/ 16 w 133"/>
              <a:gd name="T55" fmla="*/ 25 h 138"/>
              <a:gd name="T56" fmla="*/ 16 w 133"/>
              <a:gd name="T57" fmla="*/ 15 h 138"/>
              <a:gd name="T58" fmla="*/ 8 w 133"/>
              <a:gd name="T59" fmla="*/ 8 h 138"/>
              <a:gd name="T60" fmla="*/ 0 w 133"/>
              <a:gd name="T61" fmla="*/ 7 h 138"/>
              <a:gd name="T62" fmla="*/ 0 w 133"/>
              <a:gd name="T63" fmla="*/ 0 h 138"/>
              <a:gd name="T64" fmla="*/ 49 w 133"/>
              <a:gd name="T65" fmla="*/ 0 h 138"/>
            </a:gdLst>
            <a:rect l="0" t="0" r="r" b="b"/>
            <a:pathLst>
              <a:path w="133" h="138">
                <a:moveTo>
                  <a:pt x="49" y="0"/>
                </a:move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1" y="8"/>
                </a:cubicBezTo>
                <a:cubicBezTo>
                  <a:pt x="36" y="8"/>
                  <a:pt x="34" y="10"/>
                  <a:pt x="34" y="15"/>
                </a:cubicBezTo>
                <a:cubicBezTo>
                  <a:pt x="33" y="17"/>
                  <a:pt x="33" y="20"/>
                  <a:pt x="33" y="23"/>
                </a:cubicBezTo>
                <a:cubicBezTo>
                  <a:pt x="33" y="43"/>
                  <a:pt x="33" y="63"/>
                  <a:pt x="33" y="83"/>
                </a:cubicBezTo>
                <a:cubicBezTo>
                  <a:pt x="33" y="87"/>
                  <a:pt x="33" y="92"/>
                  <a:pt x="34" y="96"/>
                </a:cubicBezTo>
                <a:cubicBezTo>
                  <a:pt x="36" y="112"/>
                  <a:pt x="46" y="120"/>
                  <a:pt x="60" y="124"/>
                </a:cubicBezTo>
                <a:cubicBezTo>
                  <a:pt x="76" y="128"/>
                  <a:pt x="89" y="123"/>
                  <a:pt x="100" y="110"/>
                </a:cubicBezTo>
                <a:cubicBezTo>
                  <a:pt x="104" y="106"/>
                  <a:pt x="105" y="100"/>
                  <a:pt x="106" y="94"/>
                </a:cubicBezTo>
                <a:cubicBezTo>
                  <a:pt x="106" y="90"/>
                  <a:pt x="106" y="85"/>
                  <a:pt x="107" y="80"/>
                </a:cubicBezTo>
                <a:cubicBezTo>
                  <a:pt x="107" y="62"/>
                  <a:pt x="107" y="43"/>
                  <a:pt x="107" y="24"/>
                </a:cubicBezTo>
                <a:cubicBezTo>
                  <a:pt x="107" y="21"/>
                  <a:pt x="106" y="18"/>
                  <a:pt x="106" y="15"/>
                </a:cubicBezTo>
                <a:cubicBezTo>
                  <a:pt x="105" y="10"/>
                  <a:pt x="103" y="8"/>
                  <a:pt x="97" y="8"/>
                </a:cubicBezTo>
                <a:cubicBezTo>
                  <a:pt x="95" y="7"/>
                  <a:pt x="93" y="7"/>
                  <a:pt x="91" y="7"/>
                </a:cubicBezTo>
                <a:cubicBezTo>
                  <a:pt x="91" y="4"/>
                  <a:pt x="91" y="2"/>
                  <a:pt x="91" y="0"/>
                </a:cubicBezTo>
                <a:cubicBezTo>
                  <a:pt x="105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1" y="7"/>
                  <a:pt x="128" y="7"/>
                  <a:pt x="126" y="8"/>
                </a:cubicBezTo>
                <a:cubicBezTo>
                  <a:pt x="121" y="8"/>
                  <a:pt x="119" y="11"/>
                  <a:pt x="118" y="15"/>
                </a:cubicBezTo>
                <a:cubicBezTo>
                  <a:pt x="118" y="18"/>
                  <a:pt x="118" y="22"/>
                  <a:pt x="118" y="25"/>
                </a:cubicBezTo>
                <a:cubicBezTo>
                  <a:pt x="117" y="46"/>
                  <a:pt x="118" y="67"/>
                  <a:pt x="117" y="88"/>
                </a:cubicBezTo>
                <a:cubicBezTo>
                  <a:pt x="117" y="94"/>
                  <a:pt x="116" y="99"/>
                  <a:pt x="114" y="105"/>
                </a:cubicBezTo>
                <a:cubicBezTo>
                  <a:pt x="108" y="124"/>
                  <a:pt x="94" y="134"/>
                  <a:pt x="74" y="136"/>
                </a:cubicBezTo>
                <a:cubicBezTo>
                  <a:pt x="60" y="138"/>
                  <a:pt x="47" y="135"/>
                  <a:pt x="35" y="127"/>
                </a:cubicBezTo>
                <a:cubicBezTo>
                  <a:pt x="24" y="120"/>
                  <a:pt x="18" y="109"/>
                  <a:pt x="17" y="96"/>
                </a:cubicBezTo>
                <a:cubicBezTo>
                  <a:pt x="16" y="92"/>
                  <a:pt x="16" y="87"/>
                  <a:pt x="16" y="83"/>
                </a:cubicBezTo>
                <a:cubicBezTo>
                  <a:pt x="16" y="64"/>
                  <a:pt x="16" y="45"/>
                  <a:pt x="16" y="25"/>
                </a:cubicBezTo>
                <a:cubicBezTo>
                  <a:pt x="16" y="22"/>
                  <a:pt x="16" y="18"/>
                  <a:pt x="16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5AAD3D01-7A71-46B5-98B6-A2AEFAAFC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371" y="689187"/>
            <a:ext cx="67288" cy="69569"/>
          </a:xfrm>
          <a:custGeom xmlns:a="http://schemas.openxmlformats.org/drawingml/2006/main">
            <a:gdLst>
              <a:gd name="T0" fmla="*/ 73 w 133"/>
              <a:gd name="T1" fmla="*/ 137 h 137"/>
              <a:gd name="T2" fmla="*/ 64 w 133"/>
              <a:gd name="T3" fmla="*/ 137 h 137"/>
              <a:gd name="T4" fmla="*/ 58 w 133"/>
              <a:gd name="T5" fmla="*/ 133 h 137"/>
              <a:gd name="T6" fmla="*/ 39 w 133"/>
              <a:gd name="T7" fmla="*/ 80 h 137"/>
              <a:gd name="T8" fmla="*/ 17 w 133"/>
              <a:gd name="T9" fmla="*/ 23 h 137"/>
              <a:gd name="T10" fmla="*/ 13 w 133"/>
              <a:gd name="T11" fmla="*/ 14 h 137"/>
              <a:gd name="T12" fmla="*/ 4 w 133"/>
              <a:gd name="T13" fmla="*/ 7 h 137"/>
              <a:gd name="T14" fmla="*/ 0 w 133"/>
              <a:gd name="T15" fmla="*/ 7 h 137"/>
              <a:gd name="T16" fmla="*/ 0 w 133"/>
              <a:gd name="T17" fmla="*/ 0 h 137"/>
              <a:gd name="T18" fmla="*/ 47 w 133"/>
              <a:gd name="T19" fmla="*/ 0 h 137"/>
              <a:gd name="T20" fmla="*/ 47 w 133"/>
              <a:gd name="T21" fmla="*/ 7 h 137"/>
              <a:gd name="T22" fmla="*/ 39 w 133"/>
              <a:gd name="T23" fmla="*/ 8 h 137"/>
              <a:gd name="T24" fmla="*/ 34 w 133"/>
              <a:gd name="T25" fmla="*/ 15 h 137"/>
              <a:gd name="T26" fmla="*/ 35 w 133"/>
              <a:gd name="T27" fmla="*/ 20 h 137"/>
              <a:gd name="T28" fmla="*/ 68 w 133"/>
              <a:gd name="T29" fmla="*/ 112 h 137"/>
              <a:gd name="T30" fmla="*/ 70 w 133"/>
              <a:gd name="T31" fmla="*/ 116 h 137"/>
              <a:gd name="T32" fmla="*/ 72 w 133"/>
              <a:gd name="T33" fmla="*/ 113 h 137"/>
              <a:gd name="T34" fmla="*/ 106 w 133"/>
              <a:gd name="T35" fmla="*/ 18 h 137"/>
              <a:gd name="T36" fmla="*/ 106 w 133"/>
              <a:gd name="T37" fmla="*/ 16 h 137"/>
              <a:gd name="T38" fmla="*/ 101 w 133"/>
              <a:gd name="T39" fmla="*/ 7 h 137"/>
              <a:gd name="T40" fmla="*/ 94 w 133"/>
              <a:gd name="T41" fmla="*/ 7 h 137"/>
              <a:gd name="T42" fmla="*/ 94 w 133"/>
              <a:gd name="T43" fmla="*/ 0 h 137"/>
              <a:gd name="T44" fmla="*/ 133 w 133"/>
              <a:gd name="T45" fmla="*/ 0 h 137"/>
              <a:gd name="T46" fmla="*/ 133 w 133"/>
              <a:gd name="T47" fmla="*/ 7 h 137"/>
              <a:gd name="T48" fmla="*/ 130 w 133"/>
              <a:gd name="T49" fmla="*/ 7 h 137"/>
              <a:gd name="T50" fmla="*/ 119 w 133"/>
              <a:gd name="T51" fmla="*/ 16 h 137"/>
              <a:gd name="T52" fmla="*/ 110 w 133"/>
              <a:gd name="T53" fmla="*/ 38 h 137"/>
              <a:gd name="T54" fmla="*/ 74 w 133"/>
              <a:gd name="T55" fmla="*/ 133 h 137"/>
              <a:gd name="T56" fmla="*/ 73 w 133"/>
              <a:gd name="T57" fmla="*/ 137 h 137"/>
            </a:gdLst>
            <a:rect l="0" t="0" r="r" b="b"/>
            <a:pathLst>
              <a:path w="133" h="137">
                <a:moveTo>
                  <a:pt x="73" y="137"/>
                </a:moveTo>
                <a:cubicBezTo>
                  <a:pt x="69" y="137"/>
                  <a:pt x="66" y="137"/>
                  <a:pt x="64" y="137"/>
                </a:cubicBezTo>
                <a:cubicBezTo>
                  <a:pt x="61" y="137"/>
                  <a:pt x="59" y="136"/>
                  <a:pt x="58" y="133"/>
                </a:cubicBezTo>
                <a:cubicBezTo>
                  <a:pt x="52" y="115"/>
                  <a:pt x="45" y="98"/>
                  <a:pt x="39" y="80"/>
                </a:cubicBezTo>
                <a:cubicBezTo>
                  <a:pt x="31" y="61"/>
                  <a:pt x="24" y="42"/>
                  <a:pt x="17" y="23"/>
                </a:cubicBezTo>
                <a:cubicBezTo>
                  <a:pt x="16" y="20"/>
                  <a:pt x="15" y="17"/>
                  <a:pt x="13" y="14"/>
                </a:cubicBezTo>
                <a:cubicBezTo>
                  <a:pt x="11" y="10"/>
                  <a:pt x="8" y="8"/>
                  <a:pt x="4" y="7"/>
                </a:cubicBezTo>
                <a:cubicBezTo>
                  <a:pt x="3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7" y="0"/>
                </a:cubicBezTo>
                <a:cubicBezTo>
                  <a:pt x="47" y="2"/>
                  <a:pt x="47" y="4"/>
                  <a:pt x="47" y="7"/>
                </a:cubicBezTo>
                <a:cubicBezTo>
                  <a:pt x="44" y="7"/>
                  <a:pt x="42" y="7"/>
                  <a:pt x="39" y="8"/>
                </a:cubicBezTo>
                <a:cubicBezTo>
                  <a:pt x="34" y="8"/>
                  <a:pt x="33" y="10"/>
                  <a:pt x="34" y="15"/>
                </a:cubicBezTo>
                <a:cubicBezTo>
                  <a:pt x="34" y="17"/>
                  <a:pt x="35" y="19"/>
                  <a:pt x="35" y="20"/>
                </a:cubicBezTo>
                <a:cubicBezTo>
                  <a:pt x="46" y="51"/>
                  <a:pt x="57" y="81"/>
                  <a:pt x="68" y="112"/>
                </a:cubicBezTo>
                <a:cubicBezTo>
                  <a:pt x="69" y="113"/>
                  <a:pt x="69" y="114"/>
                  <a:pt x="70" y="116"/>
                </a:cubicBezTo>
                <a:cubicBezTo>
                  <a:pt x="71" y="114"/>
                  <a:pt x="71" y="113"/>
                  <a:pt x="72" y="113"/>
                </a:cubicBezTo>
                <a:cubicBezTo>
                  <a:pt x="83" y="81"/>
                  <a:pt x="94" y="50"/>
                  <a:pt x="106" y="18"/>
                </a:cubicBezTo>
                <a:cubicBezTo>
                  <a:pt x="106" y="17"/>
                  <a:pt x="106" y="17"/>
                  <a:pt x="106" y="16"/>
                </a:cubicBezTo>
                <a:cubicBezTo>
                  <a:pt x="107" y="10"/>
                  <a:pt x="106" y="8"/>
                  <a:pt x="101" y="7"/>
                </a:cubicBezTo>
                <a:cubicBezTo>
                  <a:pt x="98" y="7"/>
                  <a:pt x="96" y="7"/>
                  <a:pt x="94" y="7"/>
                </a:cubicBezTo>
                <a:cubicBezTo>
                  <a:pt x="94" y="4"/>
                  <a:pt x="94" y="2"/>
                  <a:pt x="94" y="0"/>
                </a:cubicBezTo>
                <a:cubicBezTo>
                  <a:pt x="106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2" y="7"/>
                  <a:pt x="131" y="7"/>
                  <a:pt x="130" y="7"/>
                </a:cubicBezTo>
                <a:cubicBezTo>
                  <a:pt x="124" y="8"/>
                  <a:pt x="121" y="11"/>
                  <a:pt x="119" y="16"/>
                </a:cubicBezTo>
                <a:cubicBezTo>
                  <a:pt x="116" y="24"/>
                  <a:pt x="113" y="31"/>
                  <a:pt x="110" y="38"/>
                </a:cubicBezTo>
                <a:cubicBezTo>
                  <a:pt x="98" y="70"/>
                  <a:pt x="86" y="101"/>
                  <a:pt x="74" y="133"/>
                </a:cubicBezTo>
                <a:cubicBezTo>
                  <a:pt x="74" y="134"/>
                  <a:pt x="73" y="135"/>
                  <a:pt x="73" y="13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2427DBEC-C637-484C-8363-5EB3B9894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6484" y="689187"/>
            <a:ext cx="61016" cy="68429"/>
          </a:xfrm>
          <a:custGeom xmlns:a="http://schemas.openxmlformats.org/drawingml/2006/main">
            <a:gdLst>
              <a:gd name="T0" fmla="*/ 85 w 120"/>
              <a:gd name="T1" fmla="*/ 127 h 135"/>
              <a:gd name="T2" fmla="*/ 85 w 120"/>
              <a:gd name="T3" fmla="*/ 134 h 135"/>
              <a:gd name="T4" fmla="*/ 35 w 120"/>
              <a:gd name="T5" fmla="*/ 134 h 135"/>
              <a:gd name="T6" fmla="*/ 35 w 120"/>
              <a:gd name="T7" fmla="*/ 127 h 135"/>
              <a:gd name="T8" fmla="*/ 44 w 120"/>
              <a:gd name="T9" fmla="*/ 126 h 135"/>
              <a:gd name="T10" fmla="*/ 50 w 120"/>
              <a:gd name="T11" fmla="*/ 120 h 135"/>
              <a:gd name="T12" fmla="*/ 51 w 120"/>
              <a:gd name="T13" fmla="*/ 113 h 135"/>
              <a:gd name="T14" fmla="*/ 51 w 120"/>
              <a:gd name="T15" fmla="*/ 85 h 135"/>
              <a:gd name="T16" fmla="*/ 50 w 120"/>
              <a:gd name="T17" fmla="*/ 79 h 135"/>
              <a:gd name="T18" fmla="*/ 17 w 120"/>
              <a:gd name="T19" fmla="*/ 19 h 135"/>
              <a:gd name="T20" fmla="*/ 15 w 120"/>
              <a:gd name="T21" fmla="*/ 15 h 135"/>
              <a:gd name="T22" fmla="*/ 3 w 120"/>
              <a:gd name="T23" fmla="*/ 7 h 135"/>
              <a:gd name="T24" fmla="*/ 0 w 120"/>
              <a:gd name="T25" fmla="*/ 7 h 135"/>
              <a:gd name="T26" fmla="*/ 0 w 120"/>
              <a:gd name="T27" fmla="*/ 0 h 135"/>
              <a:gd name="T28" fmla="*/ 48 w 120"/>
              <a:gd name="T29" fmla="*/ 0 h 135"/>
              <a:gd name="T30" fmla="*/ 48 w 120"/>
              <a:gd name="T31" fmla="*/ 7 h 135"/>
              <a:gd name="T32" fmla="*/ 40 w 120"/>
              <a:gd name="T33" fmla="*/ 7 h 135"/>
              <a:gd name="T34" fmla="*/ 36 w 120"/>
              <a:gd name="T35" fmla="*/ 14 h 135"/>
              <a:gd name="T36" fmla="*/ 37 w 120"/>
              <a:gd name="T37" fmla="*/ 18 h 135"/>
              <a:gd name="T38" fmla="*/ 61 w 120"/>
              <a:gd name="T39" fmla="*/ 64 h 135"/>
              <a:gd name="T40" fmla="*/ 63 w 120"/>
              <a:gd name="T41" fmla="*/ 68 h 135"/>
              <a:gd name="T42" fmla="*/ 66 w 120"/>
              <a:gd name="T43" fmla="*/ 64 h 135"/>
              <a:gd name="T44" fmla="*/ 91 w 120"/>
              <a:gd name="T45" fmla="*/ 18 h 135"/>
              <a:gd name="T46" fmla="*/ 93 w 120"/>
              <a:gd name="T47" fmla="*/ 12 h 135"/>
              <a:gd name="T48" fmla="*/ 90 w 120"/>
              <a:gd name="T49" fmla="*/ 8 h 135"/>
              <a:gd name="T50" fmla="*/ 81 w 120"/>
              <a:gd name="T51" fmla="*/ 7 h 135"/>
              <a:gd name="T52" fmla="*/ 81 w 120"/>
              <a:gd name="T53" fmla="*/ 0 h 135"/>
              <a:gd name="T54" fmla="*/ 120 w 120"/>
              <a:gd name="T55" fmla="*/ 0 h 135"/>
              <a:gd name="T56" fmla="*/ 120 w 120"/>
              <a:gd name="T57" fmla="*/ 7 h 135"/>
              <a:gd name="T58" fmla="*/ 115 w 120"/>
              <a:gd name="T59" fmla="*/ 8 h 135"/>
              <a:gd name="T60" fmla="*/ 108 w 120"/>
              <a:gd name="T61" fmla="*/ 12 h 135"/>
              <a:gd name="T62" fmla="*/ 103 w 120"/>
              <a:gd name="T63" fmla="*/ 19 h 135"/>
              <a:gd name="T64" fmla="*/ 71 w 120"/>
              <a:gd name="T65" fmla="*/ 75 h 135"/>
              <a:gd name="T66" fmla="*/ 69 w 120"/>
              <a:gd name="T67" fmla="*/ 82 h 135"/>
              <a:gd name="T68" fmla="*/ 69 w 120"/>
              <a:gd name="T69" fmla="*/ 111 h 135"/>
              <a:gd name="T70" fmla="*/ 69 w 120"/>
              <a:gd name="T71" fmla="*/ 118 h 135"/>
              <a:gd name="T72" fmla="*/ 77 w 120"/>
              <a:gd name="T73" fmla="*/ 126 h 135"/>
              <a:gd name="T74" fmla="*/ 85 w 120"/>
              <a:gd name="T75" fmla="*/ 127 h 135"/>
            </a:gdLst>
            <a:rect l="0" t="0" r="r" b="b"/>
            <a:pathLst>
              <a:path w="120" h="135">
                <a:moveTo>
                  <a:pt x="85" y="127"/>
                </a:moveTo>
                <a:cubicBezTo>
                  <a:pt x="85" y="130"/>
                  <a:pt x="85" y="132"/>
                  <a:pt x="85" y="134"/>
                </a:cubicBezTo>
                <a:cubicBezTo>
                  <a:pt x="81" y="135"/>
                  <a:pt x="44" y="135"/>
                  <a:pt x="35" y="134"/>
                </a:cubicBezTo>
                <a:cubicBezTo>
                  <a:pt x="35" y="132"/>
                  <a:pt x="35" y="130"/>
                  <a:pt x="35" y="127"/>
                </a:cubicBezTo>
                <a:cubicBezTo>
                  <a:pt x="38" y="127"/>
                  <a:pt x="41" y="126"/>
                  <a:pt x="44" y="126"/>
                </a:cubicBezTo>
                <a:cubicBezTo>
                  <a:pt x="48" y="126"/>
                  <a:pt x="50" y="124"/>
                  <a:pt x="50" y="120"/>
                </a:cubicBezTo>
                <a:cubicBezTo>
                  <a:pt x="51" y="118"/>
                  <a:pt x="51" y="115"/>
                  <a:pt x="51" y="113"/>
                </a:cubicBezTo>
                <a:cubicBezTo>
                  <a:pt x="51" y="104"/>
                  <a:pt x="51" y="95"/>
                  <a:pt x="51" y="85"/>
                </a:cubicBezTo>
                <a:cubicBezTo>
                  <a:pt x="51" y="83"/>
                  <a:pt x="51" y="81"/>
                  <a:pt x="50" y="79"/>
                </a:cubicBezTo>
                <a:cubicBezTo>
                  <a:pt x="39" y="59"/>
                  <a:pt x="28" y="39"/>
                  <a:pt x="17" y="19"/>
                </a:cubicBezTo>
                <a:cubicBezTo>
                  <a:pt x="16" y="17"/>
                  <a:pt x="15" y="16"/>
                  <a:pt x="15" y="15"/>
                </a:cubicBezTo>
                <a:cubicBezTo>
                  <a:pt x="12" y="10"/>
                  <a:pt x="9" y="7"/>
                  <a:pt x="3" y="7"/>
                </a:cubicBezTo>
                <a:cubicBezTo>
                  <a:pt x="2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8" y="0"/>
                </a:cubicBezTo>
                <a:cubicBezTo>
                  <a:pt x="48" y="2"/>
                  <a:pt x="48" y="4"/>
                  <a:pt x="48" y="7"/>
                </a:cubicBezTo>
                <a:cubicBezTo>
                  <a:pt x="45" y="7"/>
                  <a:pt x="42" y="7"/>
                  <a:pt x="40" y="7"/>
                </a:cubicBezTo>
                <a:cubicBezTo>
                  <a:pt x="35" y="8"/>
                  <a:pt x="34" y="10"/>
                  <a:pt x="36" y="14"/>
                </a:cubicBezTo>
                <a:cubicBezTo>
                  <a:pt x="36" y="15"/>
                  <a:pt x="37" y="17"/>
                  <a:pt x="37" y="18"/>
                </a:cubicBezTo>
                <a:cubicBezTo>
                  <a:pt x="45" y="33"/>
                  <a:pt x="53" y="49"/>
                  <a:pt x="61" y="64"/>
                </a:cubicBezTo>
                <a:cubicBezTo>
                  <a:pt x="61" y="65"/>
                  <a:pt x="62" y="66"/>
                  <a:pt x="63" y="68"/>
                </a:cubicBezTo>
                <a:cubicBezTo>
                  <a:pt x="64" y="66"/>
                  <a:pt x="65" y="65"/>
                  <a:pt x="66" y="64"/>
                </a:cubicBezTo>
                <a:cubicBezTo>
                  <a:pt x="74" y="49"/>
                  <a:pt x="82" y="34"/>
                  <a:pt x="91" y="18"/>
                </a:cubicBezTo>
                <a:cubicBezTo>
                  <a:pt x="92" y="16"/>
                  <a:pt x="93" y="14"/>
                  <a:pt x="93" y="12"/>
                </a:cubicBezTo>
                <a:cubicBezTo>
                  <a:pt x="94" y="9"/>
                  <a:pt x="93" y="8"/>
                  <a:pt x="90" y="8"/>
                </a:cubicBezTo>
                <a:cubicBezTo>
                  <a:pt x="87" y="7"/>
                  <a:pt x="85" y="7"/>
                  <a:pt x="81" y="7"/>
                </a:cubicBezTo>
                <a:cubicBezTo>
                  <a:pt x="81" y="4"/>
                  <a:pt x="81" y="2"/>
                  <a:pt x="81" y="0"/>
                </a:cubicBezTo>
                <a:cubicBezTo>
                  <a:pt x="94" y="0"/>
                  <a:pt x="107" y="0"/>
                  <a:pt x="120" y="0"/>
                </a:cubicBezTo>
                <a:cubicBezTo>
                  <a:pt x="120" y="2"/>
                  <a:pt x="120" y="4"/>
                  <a:pt x="120" y="7"/>
                </a:cubicBezTo>
                <a:cubicBezTo>
                  <a:pt x="119" y="7"/>
                  <a:pt x="117" y="7"/>
                  <a:pt x="115" y="8"/>
                </a:cubicBezTo>
                <a:cubicBezTo>
                  <a:pt x="112" y="8"/>
                  <a:pt x="109" y="9"/>
                  <a:pt x="108" y="12"/>
                </a:cubicBezTo>
                <a:cubicBezTo>
                  <a:pt x="106" y="14"/>
                  <a:pt x="104" y="17"/>
                  <a:pt x="103" y="19"/>
                </a:cubicBezTo>
                <a:cubicBezTo>
                  <a:pt x="92" y="38"/>
                  <a:pt x="81" y="56"/>
                  <a:pt x="71" y="75"/>
                </a:cubicBezTo>
                <a:cubicBezTo>
                  <a:pt x="69" y="77"/>
                  <a:pt x="68" y="80"/>
                  <a:pt x="69" y="82"/>
                </a:cubicBezTo>
                <a:cubicBezTo>
                  <a:pt x="69" y="92"/>
                  <a:pt x="69" y="102"/>
                  <a:pt x="69" y="111"/>
                </a:cubicBezTo>
                <a:cubicBezTo>
                  <a:pt x="69" y="114"/>
                  <a:pt x="69" y="116"/>
                  <a:pt x="69" y="118"/>
                </a:cubicBezTo>
                <a:cubicBezTo>
                  <a:pt x="70" y="124"/>
                  <a:pt x="71" y="125"/>
                  <a:pt x="77" y="126"/>
                </a:cubicBezTo>
                <a:cubicBezTo>
                  <a:pt x="80" y="126"/>
                  <a:pt x="82" y="127"/>
                  <a:pt x="85" y="12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46870064-0899-45AA-98F4-4BA9E59BF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749" y="686906"/>
            <a:ext cx="58735" cy="70140"/>
          </a:xfrm>
          <a:custGeom xmlns:a="http://schemas.openxmlformats.org/drawingml/2006/main">
            <a:gdLst>
              <a:gd name="T0" fmla="*/ 108 w 116"/>
              <a:gd name="T1" fmla="*/ 42 h 139"/>
              <a:gd name="T2" fmla="*/ 102 w 116"/>
              <a:gd name="T3" fmla="*/ 29 h 139"/>
              <a:gd name="T4" fmla="*/ 72 w 116"/>
              <a:gd name="T5" fmla="*/ 14 h 139"/>
              <a:gd name="T6" fmla="*/ 67 w 116"/>
              <a:gd name="T7" fmla="*/ 18 h 139"/>
              <a:gd name="T8" fmla="*/ 66 w 116"/>
              <a:gd name="T9" fmla="*/ 24 h 139"/>
              <a:gd name="T10" fmla="*/ 66 w 116"/>
              <a:gd name="T11" fmla="*/ 115 h 139"/>
              <a:gd name="T12" fmla="*/ 67 w 116"/>
              <a:gd name="T13" fmla="*/ 123 h 139"/>
              <a:gd name="T14" fmla="*/ 75 w 116"/>
              <a:gd name="T15" fmla="*/ 131 h 139"/>
              <a:gd name="T16" fmla="*/ 83 w 116"/>
              <a:gd name="T17" fmla="*/ 132 h 139"/>
              <a:gd name="T18" fmla="*/ 83 w 116"/>
              <a:gd name="T19" fmla="*/ 139 h 139"/>
              <a:gd name="T20" fmla="*/ 33 w 116"/>
              <a:gd name="T21" fmla="*/ 139 h 139"/>
              <a:gd name="T22" fmla="*/ 33 w 116"/>
              <a:gd name="T23" fmla="*/ 132 h 139"/>
              <a:gd name="T24" fmla="*/ 41 w 116"/>
              <a:gd name="T25" fmla="*/ 131 h 139"/>
              <a:gd name="T26" fmla="*/ 49 w 116"/>
              <a:gd name="T27" fmla="*/ 123 h 139"/>
              <a:gd name="T28" fmla="*/ 49 w 116"/>
              <a:gd name="T29" fmla="*/ 118 h 139"/>
              <a:gd name="T30" fmla="*/ 49 w 116"/>
              <a:gd name="T31" fmla="*/ 22 h 139"/>
              <a:gd name="T32" fmla="*/ 41 w 116"/>
              <a:gd name="T33" fmla="*/ 14 h 139"/>
              <a:gd name="T34" fmla="*/ 32 w 116"/>
              <a:gd name="T35" fmla="*/ 15 h 139"/>
              <a:gd name="T36" fmla="*/ 18 w 116"/>
              <a:gd name="T37" fmla="*/ 23 h 139"/>
              <a:gd name="T38" fmla="*/ 11 w 116"/>
              <a:gd name="T39" fmla="*/ 36 h 139"/>
              <a:gd name="T40" fmla="*/ 8 w 116"/>
              <a:gd name="T41" fmla="*/ 42 h 139"/>
              <a:gd name="T42" fmla="*/ 0 w 116"/>
              <a:gd name="T43" fmla="*/ 39 h 139"/>
              <a:gd name="T44" fmla="*/ 13 w 116"/>
              <a:gd name="T45" fmla="*/ 0 h 139"/>
              <a:gd name="T46" fmla="*/ 19 w 116"/>
              <a:gd name="T47" fmla="*/ 0 h 139"/>
              <a:gd name="T48" fmla="*/ 21 w 116"/>
              <a:gd name="T49" fmla="*/ 4 h 139"/>
              <a:gd name="T50" fmla="*/ 95 w 116"/>
              <a:gd name="T51" fmla="*/ 4 h 139"/>
              <a:gd name="T52" fmla="*/ 97 w 116"/>
              <a:gd name="T53" fmla="*/ 0 h 139"/>
              <a:gd name="T54" fmla="*/ 103 w 116"/>
              <a:gd name="T55" fmla="*/ 0 h 139"/>
              <a:gd name="T56" fmla="*/ 116 w 116"/>
              <a:gd name="T57" fmla="*/ 39 h 139"/>
              <a:gd name="T58" fmla="*/ 108 w 116"/>
              <a:gd name="T59" fmla="*/ 42 h 139"/>
            </a:gdLst>
            <a:rect l="0" t="0" r="r" b="b"/>
            <a:pathLst>
              <a:path w="116" h="139">
                <a:moveTo>
                  <a:pt x="108" y="42"/>
                </a:moveTo>
                <a:cubicBezTo>
                  <a:pt x="106" y="37"/>
                  <a:pt x="104" y="33"/>
                  <a:pt x="102" y="29"/>
                </a:cubicBezTo>
                <a:cubicBezTo>
                  <a:pt x="96" y="17"/>
                  <a:pt x="85" y="13"/>
                  <a:pt x="72" y="14"/>
                </a:cubicBezTo>
                <a:cubicBezTo>
                  <a:pt x="68" y="14"/>
                  <a:pt x="67" y="15"/>
                  <a:pt x="67" y="18"/>
                </a:cubicBezTo>
                <a:cubicBezTo>
                  <a:pt x="66" y="20"/>
                  <a:pt x="66" y="22"/>
                  <a:pt x="66" y="24"/>
                </a:cubicBezTo>
                <a:cubicBezTo>
                  <a:pt x="66" y="54"/>
                  <a:pt x="66" y="85"/>
                  <a:pt x="66" y="115"/>
                </a:cubicBezTo>
                <a:cubicBezTo>
                  <a:pt x="66" y="118"/>
                  <a:pt x="67" y="120"/>
                  <a:pt x="67" y="123"/>
                </a:cubicBezTo>
                <a:cubicBezTo>
                  <a:pt x="68" y="128"/>
                  <a:pt x="70" y="130"/>
                  <a:pt x="75" y="131"/>
                </a:cubicBezTo>
                <a:cubicBezTo>
                  <a:pt x="78" y="131"/>
                  <a:pt x="80" y="132"/>
                  <a:pt x="83" y="132"/>
                </a:cubicBezTo>
                <a:cubicBezTo>
                  <a:pt x="83" y="134"/>
                  <a:pt x="83" y="137"/>
                  <a:pt x="83" y="139"/>
                </a:cubicBezTo>
                <a:cubicBezTo>
                  <a:pt x="66" y="139"/>
                  <a:pt x="50" y="139"/>
                  <a:pt x="33" y="139"/>
                </a:cubicBezTo>
                <a:cubicBezTo>
                  <a:pt x="33" y="137"/>
                  <a:pt x="33" y="135"/>
                  <a:pt x="33" y="132"/>
                </a:cubicBezTo>
                <a:cubicBezTo>
                  <a:pt x="36" y="132"/>
                  <a:pt x="39" y="131"/>
                  <a:pt x="41" y="131"/>
                </a:cubicBezTo>
                <a:cubicBezTo>
                  <a:pt x="47" y="130"/>
                  <a:pt x="49" y="128"/>
                  <a:pt x="49" y="123"/>
                </a:cubicBezTo>
                <a:cubicBezTo>
                  <a:pt x="49" y="121"/>
                  <a:pt x="49" y="120"/>
                  <a:pt x="49" y="118"/>
                </a:cubicBezTo>
                <a:cubicBezTo>
                  <a:pt x="49" y="86"/>
                  <a:pt x="49" y="54"/>
                  <a:pt x="49" y="22"/>
                </a:cubicBezTo>
                <a:cubicBezTo>
                  <a:pt x="49" y="14"/>
                  <a:pt x="49" y="13"/>
                  <a:pt x="41" y="14"/>
                </a:cubicBezTo>
                <a:cubicBezTo>
                  <a:pt x="38" y="14"/>
                  <a:pt x="35" y="14"/>
                  <a:pt x="32" y="15"/>
                </a:cubicBezTo>
                <a:cubicBezTo>
                  <a:pt x="26" y="16"/>
                  <a:pt x="21" y="18"/>
                  <a:pt x="18" y="23"/>
                </a:cubicBezTo>
                <a:cubicBezTo>
                  <a:pt x="15" y="27"/>
                  <a:pt x="13" y="32"/>
                  <a:pt x="11" y="36"/>
                </a:cubicBezTo>
                <a:cubicBezTo>
                  <a:pt x="10" y="38"/>
                  <a:pt x="9" y="40"/>
                  <a:pt x="8" y="42"/>
                </a:cubicBezTo>
                <a:cubicBezTo>
                  <a:pt x="5" y="41"/>
                  <a:pt x="3" y="40"/>
                  <a:pt x="0" y="39"/>
                </a:cubicBezTo>
                <a:cubicBezTo>
                  <a:pt x="5" y="26"/>
                  <a:pt x="9" y="13"/>
                  <a:pt x="13" y="0"/>
                </a:cubicBezTo>
                <a:cubicBezTo>
                  <a:pt x="15" y="0"/>
                  <a:pt x="17" y="0"/>
                  <a:pt x="19" y="0"/>
                </a:cubicBezTo>
                <a:cubicBezTo>
                  <a:pt x="20" y="1"/>
                  <a:pt x="20" y="3"/>
                  <a:pt x="21" y="4"/>
                </a:cubicBezTo>
                <a:cubicBezTo>
                  <a:pt x="46" y="4"/>
                  <a:pt x="70" y="4"/>
                  <a:pt x="95" y="4"/>
                </a:cubicBezTo>
                <a:cubicBezTo>
                  <a:pt x="95" y="3"/>
                  <a:pt x="96" y="1"/>
                  <a:pt x="97" y="0"/>
                </a:cubicBezTo>
                <a:cubicBezTo>
                  <a:pt x="98" y="0"/>
                  <a:pt x="100" y="0"/>
                  <a:pt x="103" y="0"/>
                </a:cubicBezTo>
                <a:cubicBezTo>
                  <a:pt x="107" y="13"/>
                  <a:pt x="112" y="26"/>
                  <a:pt x="116" y="39"/>
                </a:cubicBezTo>
                <a:cubicBezTo>
                  <a:pt x="113" y="40"/>
                  <a:pt x="111" y="41"/>
                  <a:pt x="108" y="42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3" name="Freeform 33">
            <a:extLst xmlns:a="http://schemas.openxmlformats.org/drawingml/2006/main">
              <a:ext uri="{FF2B5EF4-FFF2-40B4-BE49-F238E27FC236}">
                <a16:creationId xmlns:a16="http://schemas.microsoft.com/office/drawing/2014/main" id="{873EC857-DAB5-4E4F-A214-036544BF6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1440" y="689187"/>
            <a:ext cx="25090" cy="67859"/>
          </a:xfrm>
          <a:custGeom xmlns:a="http://schemas.openxmlformats.org/drawingml/2006/main">
            <a:gdLst>
              <a:gd name="T0" fmla="*/ 0 w 50"/>
              <a:gd name="T1" fmla="*/ 134 h 134"/>
              <a:gd name="T2" fmla="*/ 0 w 50"/>
              <a:gd name="T3" fmla="*/ 127 h 134"/>
              <a:gd name="T4" fmla="*/ 9 w 50"/>
              <a:gd name="T5" fmla="*/ 126 h 134"/>
              <a:gd name="T6" fmla="*/ 16 w 50"/>
              <a:gd name="T7" fmla="*/ 119 h 134"/>
              <a:gd name="T8" fmla="*/ 16 w 50"/>
              <a:gd name="T9" fmla="*/ 113 h 134"/>
              <a:gd name="T10" fmla="*/ 16 w 50"/>
              <a:gd name="T11" fmla="*/ 21 h 134"/>
              <a:gd name="T12" fmla="*/ 16 w 50"/>
              <a:gd name="T13" fmla="*/ 13 h 134"/>
              <a:gd name="T14" fmla="*/ 9 w 50"/>
              <a:gd name="T15" fmla="*/ 8 h 134"/>
              <a:gd name="T16" fmla="*/ 1 w 50"/>
              <a:gd name="T17" fmla="*/ 7 h 134"/>
              <a:gd name="T18" fmla="*/ 1 w 50"/>
              <a:gd name="T19" fmla="*/ 0 h 134"/>
              <a:gd name="T20" fmla="*/ 49 w 50"/>
              <a:gd name="T21" fmla="*/ 0 h 134"/>
              <a:gd name="T22" fmla="*/ 49 w 50"/>
              <a:gd name="T23" fmla="*/ 7 h 134"/>
              <a:gd name="T24" fmla="*/ 42 w 50"/>
              <a:gd name="T25" fmla="*/ 8 h 134"/>
              <a:gd name="T26" fmla="*/ 34 w 50"/>
              <a:gd name="T27" fmla="*/ 15 h 134"/>
              <a:gd name="T28" fmla="*/ 33 w 50"/>
              <a:gd name="T29" fmla="*/ 23 h 134"/>
              <a:gd name="T30" fmla="*/ 33 w 50"/>
              <a:gd name="T31" fmla="*/ 113 h 134"/>
              <a:gd name="T32" fmla="*/ 46 w 50"/>
              <a:gd name="T33" fmla="*/ 127 h 134"/>
              <a:gd name="T34" fmla="*/ 49 w 50"/>
              <a:gd name="T35" fmla="*/ 127 h 134"/>
              <a:gd name="T36" fmla="*/ 50 w 50"/>
              <a:gd name="T37" fmla="*/ 131 h 134"/>
              <a:gd name="T38" fmla="*/ 49 w 50"/>
              <a:gd name="T39" fmla="*/ 134 h 134"/>
              <a:gd name="T40" fmla="*/ 0 w 50"/>
              <a:gd name="T41" fmla="*/ 134 h 134"/>
            </a:gdLst>
            <a:rect l="0" t="0" r="r" b="b"/>
            <a:pathLst>
              <a:path w="50" h="134">
                <a:moveTo>
                  <a:pt x="0" y="134"/>
                </a:move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9" y="126"/>
                </a:cubicBezTo>
                <a:cubicBezTo>
                  <a:pt x="13" y="125"/>
                  <a:pt x="15" y="124"/>
                  <a:pt x="16" y="119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18"/>
                  <a:pt x="16" y="16"/>
                  <a:pt x="16" y="13"/>
                </a:cubicBezTo>
                <a:cubicBezTo>
                  <a:pt x="15" y="10"/>
                  <a:pt x="13" y="8"/>
                  <a:pt x="9" y="8"/>
                </a:cubicBezTo>
                <a:cubicBezTo>
                  <a:pt x="6" y="7"/>
                  <a:pt x="4" y="7"/>
                  <a:pt x="1" y="7"/>
                </a:cubicBezTo>
                <a:cubicBezTo>
                  <a:pt x="1" y="4"/>
                  <a:pt x="1" y="2"/>
                  <a:pt x="1" y="0"/>
                </a:cubicBezTo>
                <a:cubicBezTo>
                  <a:pt x="17" y="0"/>
                  <a:pt x="33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7" y="7"/>
                  <a:pt x="44" y="7"/>
                  <a:pt x="42" y="8"/>
                </a:cubicBezTo>
                <a:cubicBezTo>
                  <a:pt x="38" y="8"/>
                  <a:pt x="35" y="10"/>
                  <a:pt x="34" y="15"/>
                </a:cubicBezTo>
                <a:cubicBezTo>
                  <a:pt x="34" y="17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6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8"/>
                  <a:pt x="50" y="129"/>
                  <a:pt x="50" y="131"/>
                </a:cubicBezTo>
                <a:cubicBezTo>
                  <a:pt x="50" y="132"/>
                  <a:pt x="49" y="133"/>
                  <a:pt x="49" y="134"/>
                </a:cubicBezTo>
                <a:cubicBezTo>
                  <a:pt x="33" y="134"/>
                  <a:pt x="17" y="134"/>
                  <a:pt x="0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4" name="Freeform 34">
            <a:extLst xmlns:a="http://schemas.openxmlformats.org/drawingml/2006/main">
              <a:ext uri="{FF2B5EF4-FFF2-40B4-BE49-F238E27FC236}">
                <a16:creationId xmlns:a16="http://schemas.microsoft.com/office/drawing/2014/main" id="{98609439-41F0-49E4-9003-9BE2B2F27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237" y="689187"/>
            <a:ext cx="24520" cy="68429"/>
          </a:xfrm>
          <a:custGeom xmlns:a="http://schemas.openxmlformats.org/drawingml/2006/main">
            <a:gdLst>
              <a:gd name="T0" fmla="*/ 0 w 49"/>
              <a:gd name="T1" fmla="*/ 7 h 135"/>
              <a:gd name="T2" fmla="*/ 0 w 49"/>
              <a:gd name="T3" fmla="*/ 0 h 135"/>
              <a:gd name="T4" fmla="*/ 49 w 49"/>
              <a:gd name="T5" fmla="*/ 0 h 135"/>
              <a:gd name="T6" fmla="*/ 49 w 49"/>
              <a:gd name="T7" fmla="*/ 7 h 135"/>
              <a:gd name="T8" fmla="*/ 42 w 49"/>
              <a:gd name="T9" fmla="*/ 8 h 135"/>
              <a:gd name="T10" fmla="*/ 34 w 49"/>
              <a:gd name="T11" fmla="*/ 15 h 135"/>
              <a:gd name="T12" fmla="*/ 33 w 49"/>
              <a:gd name="T13" fmla="*/ 23 h 135"/>
              <a:gd name="T14" fmla="*/ 33 w 49"/>
              <a:gd name="T15" fmla="*/ 113 h 135"/>
              <a:gd name="T16" fmla="*/ 46 w 49"/>
              <a:gd name="T17" fmla="*/ 127 h 135"/>
              <a:gd name="T18" fmla="*/ 49 w 49"/>
              <a:gd name="T19" fmla="*/ 127 h 135"/>
              <a:gd name="T20" fmla="*/ 49 w 49"/>
              <a:gd name="T21" fmla="*/ 134 h 135"/>
              <a:gd name="T22" fmla="*/ 0 w 49"/>
              <a:gd name="T23" fmla="*/ 134 h 135"/>
              <a:gd name="T24" fmla="*/ 0 w 49"/>
              <a:gd name="T25" fmla="*/ 127 h 135"/>
              <a:gd name="T26" fmla="*/ 7 w 49"/>
              <a:gd name="T27" fmla="*/ 126 h 135"/>
              <a:gd name="T28" fmla="*/ 16 w 49"/>
              <a:gd name="T29" fmla="*/ 118 h 135"/>
              <a:gd name="T30" fmla="*/ 16 w 49"/>
              <a:gd name="T31" fmla="*/ 113 h 135"/>
              <a:gd name="T32" fmla="*/ 16 w 49"/>
              <a:gd name="T33" fmla="*/ 20 h 135"/>
              <a:gd name="T34" fmla="*/ 15 w 49"/>
              <a:gd name="T35" fmla="*/ 13 h 135"/>
              <a:gd name="T36" fmla="*/ 9 w 49"/>
              <a:gd name="T37" fmla="*/ 8 h 135"/>
              <a:gd name="T38" fmla="*/ 0 w 49"/>
              <a:gd name="T39" fmla="*/ 7 h 135"/>
            </a:gdLst>
            <a:rect l="0" t="0" r="r" b="b"/>
            <a:pathLst>
              <a:path w="49" h="135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5" y="10"/>
                  <a:pt x="34" y="15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5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45" y="135"/>
                  <a:pt x="9" y="135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5" y="127"/>
                  <a:pt x="7" y="126"/>
                </a:cubicBezTo>
                <a:cubicBezTo>
                  <a:pt x="13" y="126"/>
                  <a:pt x="15" y="124"/>
                  <a:pt x="16" y="118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8"/>
                  <a:pt x="15" y="16"/>
                  <a:pt x="15" y="13"/>
                </a:cubicBezTo>
                <a:cubicBezTo>
                  <a:pt x="14" y="10"/>
                  <a:pt x="12" y="8"/>
                  <a:pt x="9" y="8"/>
                </a:cubicBezTo>
                <a:cubicBezTo>
                  <a:pt x="6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5" name="Freeform 35">
            <a:extLst xmlns:a="http://schemas.openxmlformats.org/drawingml/2006/main">
              <a:ext uri="{FF2B5EF4-FFF2-40B4-BE49-F238E27FC236}">
                <a16:creationId xmlns:a16="http://schemas.microsoft.com/office/drawing/2014/main" id="{A41D5860-1121-44BF-9B29-D707B499F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429" y="689187"/>
            <a:ext cx="24520" cy="67859"/>
          </a:xfrm>
          <a:custGeom xmlns:a="http://schemas.openxmlformats.org/drawingml/2006/main">
            <a:gdLst>
              <a:gd name="T0" fmla="*/ 0 w 49"/>
              <a:gd name="T1" fmla="*/ 7 h 134"/>
              <a:gd name="T2" fmla="*/ 0 w 49"/>
              <a:gd name="T3" fmla="*/ 0 h 134"/>
              <a:gd name="T4" fmla="*/ 49 w 49"/>
              <a:gd name="T5" fmla="*/ 0 h 134"/>
              <a:gd name="T6" fmla="*/ 49 w 49"/>
              <a:gd name="T7" fmla="*/ 7 h 134"/>
              <a:gd name="T8" fmla="*/ 42 w 49"/>
              <a:gd name="T9" fmla="*/ 8 h 134"/>
              <a:gd name="T10" fmla="*/ 34 w 49"/>
              <a:gd name="T11" fmla="*/ 15 h 134"/>
              <a:gd name="T12" fmla="*/ 33 w 49"/>
              <a:gd name="T13" fmla="*/ 23 h 134"/>
              <a:gd name="T14" fmla="*/ 33 w 49"/>
              <a:gd name="T15" fmla="*/ 112 h 134"/>
              <a:gd name="T16" fmla="*/ 34 w 49"/>
              <a:gd name="T17" fmla="*/ 120 h 134"/>
              <a:gd name="T18" fmla="*/ 40 w 49"/>
              <a:gd name="T19" fmla="*/ 126 h 134"/>
              <a:gd name="T20" fmla="*/ 49 w 49"/>
              <a:gd name="T21" fmla="*/ 127 h 134"/>
              <a:gd name="T22" fmla="*/ 49 w 49"/>
              <a:gd name="T23" fmla="*/ 134 h 134"/>
              <a:gd name="T24" fmla="*/ 0 w 49"/>
              <a:gd name="T25" fmla="*/ 134 h 134"/>
              <a:gd name="T26" fmla="*/ 0 w 49"/>
              <a:gd name="T27" fmla="*/ 127 h 134"/>
              <a:gd name="T28" fmla="*/ 8 w 49"/>
              <a:gd name="T29" fmla="*/ 126 h 134"/>
              <a:gd name="T30" fmla="*/ 15 w 49"/>
              <a:gd name="T31" fmla="*/ 119 h 134"/>
              <a:gd name="T32" fmla="*/ 16 w 49"/>
              <a:gd name="T33" fmla="*/ 110 h 134"/>
              <a:gd name="T34" fmla="*/ 16 w 49"/>
              <a:gd name="T35" fmla="*/ 25 h 134"/>
              <a:gd name="T36" fmla="*/ 15 w 49"/>
              <a:gd name="T37" fmla="*/ 15 h 134"/>
              <a:gd name="T38" fmla="*/ 8 w 49"/>
              <a:gd name="T39" fmla="*/ 8 h 134"/>
              <a:gd name="T40" fmla="*/ 0 w 49"/>
              <a:gd name="T41" fmla="*/ 7 h 134"/>
            </a:gdLst>
            <a:rect l="0" t="0" r="r" b="b"/>
            <a:pathLst>
              <a:path w="49" h="134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4" y="10"/>
                  <a:pt x="34" y="15"/>
                </a:cubicBezTo>
                <a:cubicBezTo>
                  <a:pt x="33" y="18"/>
                  <a:pt x="33" y="21"/>
                  <a:pt x="33" y="23"/>
                </a:cubicBezTo>
                <a:cubicBezTo>
                  <a:pt x="33" y="53"/>
                  <a:pt x="33" y="83"/>
                  <a:pt x="33" y="112"/>
                </a:cubicBezTo>
                <a:cubicBezTo>
                  <a:pt x="33" y="115"/>
                  <a:pt x="33" y="118"/>
                  <a:pt x="34" y="120"/>
                </a:cubicBezTo>
                <a:cubicBezTo>
                  <a:pt x="34" y="124"/>
                  <a:pt x="36" y="126"/>
                  <a:pt x="40" y="126"/>
                </a:cubicBezTo>
                <a:cubicBezTo>
                  <a:pt x="43" y="126"/>
                  <a:pt x="45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33" y="134"/>
                  <a:pt x="1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8" y="126"/>
                </a:cubicBezTo>
                <a:cubicBezTo>
                  <a:pt x="13" y="125"/>
                  <a:pt x="15" y="123"/>
                  <a:pt x="15" y="119"/>
                </a:cubicBezTo>
                <a:cubicBezTo>
                  <a:pt x="16" y="116"/>
                  <a:pt x="16" y="113"/>
                  <a:pt x="16" y="110"/>
                </a:cubicBezTo>
                <a:cubicBezTo>
                  <a:pt x="16" y="81"/>
                  <a:pt x="16" y="53"/>
                  <a:pt x="16" y="25"/>
                </a:cubicBezTo>
                <a:cubicBezTo>
                  <a:pt x="16" y="21"/>
                  <a:pt x="16" y="18"/>
                  <a:pt x="15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8" name="Freeform 9">
            <a:extLst xmlns:a="http://schemas.openxmlformats.org/drawingml/2006/main">
              <a:ext uri="{FF2B5EF4-FFF2-40B4-BE49-F238E27FC236}">
                <a16:creationId xmlns:a16="http://schemas.microsoft.com/office/drawing/2014/main" id="{4F4CC94B-B347-42EF-ACB4-9780460F1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4981" y="365289"/>
            <a:ext cx="164800" cy="184188"/>
          </a:xfrm>
          <a:custGeom xmlns:a="http://schemas.openxmlformats.org/drawingml/2006/main">
            <a:gdLst>
              <a:gd name="T0" fmla="*/ 324 w 325"/>
              <a:gd name="T1" fmla="*/ 106 h 363"/>
              <a:gd name="T2" fmla="*/ 283 w 325"/>
              <a:gd name="T3" fmla="*/ 179 h 363"/>
              <a:gd name="T4" fmla="*/ 247 w 325"/>
              <a:gd name="T5" fmla="*/ 214 h 363"/>
              <a:gd name="T6" fmla="*/ 241 w 325"/>
              <a:gd name="T7" fmla="*/ 228 h 363"/>
              <a:gd name="T8" fmla="*/ 271 w 325"/>
              <a:gd name="T9" fmla="*/ 230 h 363"/>
              <a:gd name="T10" fmla="*/ 282 w 325"/>
              <a:gd name="T11" fmla="*/ 240 h 363"/>
              <a:gd name="T12" fmla="*/ 269 w 325"/>
              <a:gd name="T13" fmla="*/ 277 h 363"/>
              <a:gd name="T14" fmla="*/ 223 w 325"/>
              <a:gd name="T15" fmla="*/ 316 h 363"/>
              <a:gd name="T16" fmla="*/ 176 w 325"/>
              <a:gd name="T17" fmla="*/ 340 h 363"/>
              <a:gd name="T18" fmla="*/ 160 w 325"/>
              <a:gd name="T19" fmla="*/ 339 h 363"/>
              <a:gd name="T20" fmla="*/ 165 w 325"/>
              <a:gd name="T21" fmla="*/ 329 h 363"/>
              <a:gd name="T22" fmla="*/ 195 w 325"/>
              <a:gd name="T23" fmla="*/ 302 h 363"/>
              <a:gd name="T24" fmla="*/ 214 w 325"/>
              <a:gd name="T25" fmla="*/ 282 h 363"/>
              <a:gd name="T26" fmla="*/ 223 w 325"/>
              <a:gd name="T27" fmla="*/ 265 h 363"/>
              <a:gd name="T28" fmla="*/ 220 w 325"/>
              <a:gd name="T29" fmla="*/ 257 h 363"/>
              <a:gd name="T30" fmla="*/ 179 w 325"/>
              <a:gd name="T31" fmla="*/ 289 h 363"/>
              <a:gd name="T32" fmla="*/ 106 w 325"/>
              <a:gd name="T33" fmla="*/ 335 h 363"/>
              <a:gd name="T34" fmla="*/ 20 w 325"/>
              <a:gd name="T35" fmla="*/ 363 h 363"/>
              <a:gd name="T36" fmla="*/ 4 w 325"/>
              <a:gd name="T37" fmla="*/ 360 h 363"/>
              <a:gd name="T38" fmla="*/ 78 w 325"/>
              <a:gd name="T39" fmla="*/ 306 h 363"/>
              <a:gd name="T40" fmla="*/ 102 w 325"/>
              <a:gd name="T41" fmla="*/ 295 h 363"/>
              <a:gd name="T42" fmla="*/ 208 w 325"/>
              <a:gd name="T43" fmla="*/ 238 h 363"/>
              <a:gd name="T44" fmla="*/ 207 w 325"/>
              <a:gd name="T45" fmla="*/ 232 h 363"/>
              <a:gd name="T46" fmla="*/ 171 w 325"/>
              <a:gd name="T47" fmla="*/ 243 h 363"/>
              <a:gd name="T48" fmla="*/ 163 w 325"/>
              <a:gd name="T49" fmla="*/ 239 h 363"/>
              <a:gd name="T50" fmla="*/ 170 w 325"/>
              <a:gd name="T51" fmla="*/ 226 h 363"/>
              <a:gd name="T52" fmla="*/ 154 w 325"/>
              <a:gd name="T53" fmla="*/ 206 h 363"/>
              <a:gd name="T54" fmla="*/ 122 w 325"/>
              <a:gd name="T55" fmla="*/ 224 h 363"/>
              <a:gd name="T56" fmla="*/ 99 w 325"/>
              <a:gd name="T57" fmla="*/ 236 h 363"/>
              <a:gd name="T58" fmla="*/ 100 w 325"/>
              <a:gd name="T59" fmla="*/ 222 h 363"/>
              <a:gd name="T60" fmla="*/ 116 w 325"/>
              <a:gd name="T61" fmla="*/ 204 h 363"/>
              <a:gd name="T62" fmla="*/ 118 w 325"/>
              <a:gd name="T63" fmla="*/ 183 h 363"/>
              <a:gd name="T64" fmla="*/ 116 w 325"/>
              <a:gd name="T65" fmla="*/ 174 h 363"/>
              <a:gd name="T66" fmla="*/ 143 w 325"/>
              <a:gd name="T67" fmla="*/ 167 h 363"/>
              <a:gd name="T68" fmla="*/ 158 w 325"/>
              <a:gd name="T69" fmla="*/ 145 h 363"/>
              <a:gd name="T70" fmla="*/ 147 w 325"/>
              <a:gd name="T71" fmla="*/ 144 h 363"/>
              <a:gd name="T72" fmla="*/ 132 w 325"/>
              <a:gd name="T73" fmla="*/ 141 h 363"/>
              <a:gd name="T74" fmla="*/ 141 w 325"/>
              <a:gd name="T75" fmla="*/ 129 h 363"/>
              <a:gd name="T76" fmla="*/ 140 w 325"/>
              <a:gd name="T77" fmla="*/ 115 h 363"/>
              <a:gd name="T78" fmla="*/ 112 w 325"/>
              <a:gd name="T79" fmla="*/ 96 h 363"/>
              <a:gd name="T80" fmla="*/ 127 w 325"/>
              <a:gd name="T81" fmla="*/ 92 h 363"/>
              <a:gd name="T82" fmla="*/ 167 w 325"/>
              <a:gd name="T83" fmla="*/ 81 h 363"/>
              <a:gd name="T84" fmla="*/ 203 w 325"/>
              <a:gd name="T85" fmla="*/ 36 h 363"/>
              <a:gd name="T86" fmla="*/ 204 w 325"/>
              <a:gd name="T87" fmla="*/ 10 h 363"/>
              <a:gd name="T88" fmla="*/ 216 w 325"/>
              <a:gd name="T89" fmla="*/ 3 h 363"/>
              <a:gd name="T90" fmla="*/ 224 w 325"/>
              <a:gd name="T91" fmla="*/ 56 h 363"/>
              <a:gd name="T92" fmla="*/ 205 w 325"/>
              <a:gd name="T93" fmla="*/ 91 h 363"/>
              <a:gd name="T94" fmla="*/ 208 w 325"/>
              <a:gd name="T95" fmla="*/ 105 h 363"/>
              <a:gd name="T96" fmla="*/ 267 w 325"/>
              <a:gd name="T97" fmla="*/ 87 h 363"/>
              <a:gd name="T98" fmla="*/ 297 w 325"/>
              <a:gd name="T99" fmla="*/ 85 h 363"/>
              <a:gd name="T100" fmla="*/ 309 w 325"/>
              <a:gd name="T101" fmla="*/ 86 h 363"/>
              <a:gd name="T102" fmla="*/ 325 w 325"/>
              <a:gd name="T103" fmla="*/ 104 h 363"/>
              <a:gd name="T104" fmla="*/ 198 w 325"/>
              <a:gd name="T105" fmla="*/ 126 h 363"/>
              <a:gd name="T106" fmla="*/ 164 w 325"/>
              <a:gd name="T107" fmla="*/ 175 h 363"/>
              <a:gd name="T108" fmla="*/ 181 w 325"/>
              <a:gd name="T109" fmla="*/ 191 h 363"/>
              <a:gd name="T110" fmla="*/ 186 w 325"/>
              <a:gd name="T111" fmla="*/ 173 h 363"/>
              <a:gd name="T112" fmla="*/ 199 w 325"/>
              <a:gd name="T113" fmla="*/ 170 h 363"/>
              <a:gd name="T114" fmla="*/ 206 w 325"/>
              <a:gd name="T115" fmla="*/ 204 h 363"/>
              <a:gd name="T116" fmla="*/ 217 w 325"/>
              <a:gd name="T117" fmla="*/ 206 h 363"/>
              <a:gd name="T118" fmla="*/ 229 w 325"/>
              <a:gd name="T119" fmla="*/ 188 h 363"/>
              <a:gd name="T120" fmla="*/ 261 w 325"/>
              <a:gd name="T121" fmla="*/ 141 h 363"/>
              <a:gd name="T122" fmla="*/ 250 w 325"/>
              <a:gd name="T123" fmla="*/ 134 h 363"/>
              <a:gd name="T124" fmla="*/ 206 w 325"/>
              <a:gd name="T125" fmla="*/ 122 h 363"/>
            </a:gdLst>
            <a:rect l="0" t="0" r="r" b="b"/>
            <a:pathLst>
              <a:path w="325" h="363">
                <a:moveTo>
                  <a:pt x="325" y="104"/>
                </a:moveTo>
                <a:cubicBezTo>
                  <a:pt x="325" y="104"/>
                  <a:pt x="324" y="105"/>
                  <a:pt x="324" y="106"/>
                </a:cubicBezTo>
                <a:cubicBezTo>
                  <a:pt x="323" y="108"/>
                  <a:pt x="323" y="111"/>
                  <a:pt x="322" y="114"/>
                </a:cubicBezTo>
                <a:cubicBezTo>
                  <a:pt x="312" y="138"/>
                  <a:pt x="300" y="160"/>
                  <a:pt x="283" y="179"/>
                </a:cubicBezTo>
                <a:cubicBezTo>
                  <a:pt x="275" y="188"/>
                  <a:pt x="267" y="197"/>
                  <a:pt x="259" y="205"/>
                </a:cubicBezTo>
                <a:cubicBezTo>
                  <a:pt x="255" y="209"/>
                  <a:pt x="251" y="211"/>
                  <a:pt x="247" y="214"/>
                </a:cubicBezTo>
                <a:cubicBezTo>
                  <a:pt x="244" y="217"/>
                  <a:pt x="241" y="219"/>
                  <a:pt x="239" y="223"/>
                </a:cubicBezTo>
                <a:cubicBezTo>
                  <a:pt x="237" y="226"/>
                  <a:pt x="238" y="227"/>
                  <a:pt x="241" y="228"/>
                </a:cubicBezTo>
                <a:cubicBezTo>
                  <a:pt x="243" y="228"/>
                  <a:pt x="245" y="228"/>
                  <a:pt x="246" y="228"/>
                </a:cubicBezTo>
                <a:cubicBezTo>
                  <a:pt x="255" y="229"/>
                  <a:pt x="263" y="230"/>
                  <a:pt x="271" y="230"/>
                </a:cubicBezTo>
                <a:cubicBezTo>
                  <a:pt x="272" y="230"/>
                  <a:pt x="274" y="231"/>
                  <a:pt x="275" y="231"/>
                </a:cubicBezTo>
                <a:cubicBezTo>
                  <a:pt x="280" y="233"/>
                  <a:pt x="282" y="235"/>
                  <a:pt x="282" y="240"/>
                </a:cubicBezTo>
                <a:cubicBezTo>
                  <a:pt x="283" y="247"/>
                  <a:pt x="282" y="253"/>
                  <a:pt x="279" y="259"/>
                </a:cubicBezTo>
                <a:cubicBezTo>
                  <a:pt x="277" y="265"/>
                  <a:pt x="273" y="271"/>
                  <a:pt x="269" y="277"/>
                </a:cubicBezTo>
                <a:cubicBezTo>
                  <a:pt x="260" y="289"/>
                  <a:pt x="248" y="298"/>
                  <a:pt x="237" y="307"/>
                </a:cubicBezTo>
                <a:cubicBezTo>
                  <a:pt x="233" y="311"/>
                  <a:pt x="228" y="314"/>
                  <a:pt x="223" y="316"/>
                </a:cubicBezTo>
                <a:cubicBezTo>
                  <a:pt x="213" y="321"/>
                  <a:pt x="203" y="327"/>
                  <a:pt x="193" y="332"/>
                </a:cubicBezTo>
                <a:cubicBezTo>
                  <a:pt x="187" y="334"/>
                  <a:pt x="182" y="337"/>
                  <a:pt x="176" y="340"/>
                </a:cubicBezTo>
                <a:cubicBezTo>
                  <a:pt x="173" y="341"/>
                  <a:pt x="169" y="341"/>
                  <a:pt x="166" y="342"/>
                </a:cubicBezTo>
                <a:cubicBezTo>
                  <a:pt x="164" y="342"/>
                  <a:pt x="161" y="341"/>
                  <a:pt x="160" y="339"/>
                </a:cubicBezTo>
                <a:cubicBezTo>
                  <a:pt x="159" y="337"/>
                  <a:pt x="160" y="335"/>
                  <a:pt x="162" y="333"/>
                </a:cubicBezTo>
                <a:cubicBezTo>
                  <a:pt x="163" y="332"/>
                  <a:pt x="164" y="330"/>
                  <a:pt x="165" y="329"/>
                </a:cubicBezTo>
                <a:cubicBezTo>
                  <a:pt x="173" y="323"/>
                  <a:pt x="181" y="316"/>
                  <a:pt x="189" y="310"/>
                </a:cubicBezTo>
                <a:cubicBezTo>
                  <a:pt x="192" y="307"/>
                  <a:pt x="194" y="305"/>
                  <a:pt x="195" y="302"/>
                </a:cubicBezTo>
                <a:cubicBezTo>
                  <a:pt x="196" y="300"/>
                  <a:pt x="198" y="297"/>
                  <a:pt x="200" y="295"/>
                </a:cubicBezTo>
                <a:cubicBezTo>
                  <a:pt x="205" y="291"/>
                  <a:pt x="210" y="287"/>
                  <a:pt x="214" y="282"/>
                </a:cubicBezTo>
                <a:cubicBezTo>
                  <a:pt x="217" y="280"/>
                  <a:pt x="218" y="278"/>
                  <a:pt x="219" y="275"/>
                </a:cubicBezTo>
                <a:cubicBezTo>
                  <a:pt x="219" y="271"/>
                  <a:pt x="221" y="268"/>
                  <a:pt x="223" y="265"/>
                </a:cubicBezTo>
                <a:cubicBezTo>
                  <a:pt x="225" y="263"/>
                  <a:pt x="227" y="261"/>
                  <a:pt x="229" y="259"/>
                </a:cubicBezTo>
                <a:cubicBezTo>
                  <a:pt x="227" y="256"/>
                  <a:pt x="224" y="256"/>
                  <a:pt x="220" y="257"/>
                </a:cubicBezTo>
                <a:cubicBezTo>
                  <a:pt x="212" y="260"/>
                  <a:pt x="205" y="264"/>
                  <a:pt x="199" y="270"/>
                </a:cubicBezTo>
                <a:cubicBezTo>
                  <a:pt x="192" y="276"/>
                  <a:pt x="186" y="282"/>
                  <a:pt x="179" y="289"/>
                </a:cubicBezTo>
                <a:cubicBezTo>
                  <a:pt x="169" y="299"/>
                  <a:pt x="157" y="307"/>
                  <a:pt x="144" y="314"/>
                </a:cubicBezTo>
                <a:cubicBezTo>
                  <a:pt x="131" y="320"/>
                  <a:pt x="119" y="328"/>
                  <a:pt x="106" y="335"/>
                </a:cubicBezTo>
                <a:cubicBezTo>
                  <a:pt x="89" y="344"/>
                  <a:pt x="72" y="352"/>
                  <a:pt x="53" y="357"/>
                </a:cubicBezTo>
                <a:cubicBezTo>
                  <a:pt x="43" y="361"/>
                  <a:pt x="32" y="363"/>
                  <a:pt x="20" y="363"/>
                </a:cubicBezTo>
                <a:cubicBezTo>
                  <a:pt x="16" y="362"/>
                  <a:pt x="12" y="361"/>
                  <a:pt x="7" y="361"/>
                </a:cubicBezTo>
                <a:cubicBezTo>
                  <a:pt x="6" y="361"/>
                  <a:pt x="5" y="360"/>
                  <a:pt x="4" y="360"/>
                </a:cubicBezTo>
                <a:cubicBezTo>
                  <a:pt x="0" y="358"/>
                  <a:pt x="0" y="355"/>
                  <a:pt x="4" y="352"/>
                </a:cubicBezTo>
                <a:cubicBezTo>
                  <a:pt x="28" y="337"/>
                  <a:pt x="53" y="321"/>
                  <a:pt x="78" y="306"/>
                </a:cubicBezTo>
                <a:cubicBezTo>
                  <a:pt x="84" y="302"/>
                  <a:pt x="91" y="298"/>
                  <a:pt x="98" y="297"/>
                </a:cubicBezTo>
                <a:cubicBezTo>
                  <a:pt x="100" y="296"/>
                  <a:pt x="101" y="295"/>
                  <a:pt x="102" y="295"/>
                </a:cubicBezTo>
                <a:cubicBezTo>
                  <a:pt x="135" y="275"/>
                  <a:pt x="169" y="257"/>
                  <a:pt x="204" y="241"/>
                </a:cubicBezTo>
                <a:cubicBezTo>
                  <a:pt x="205" y="240"/>
                  <a:pt x="207" y="239"/>
                  <a:pt x="208" y="238"/>
                </a:cubicBezTo>
                <a:cubicBezTo>
                  <a:pt x="209" y="237"/>
                  <a:pt x="210" y="235"/>
                  <a:pt x="210" y="234"/>
                </a:cubicBezTo>
                <a:cubicBezTo>
                  <a:pt x="210" y="233"/>
                  <a:pt x="208" y="232"/>
                  <a:pt x="207" y="232"/>
                </a:cubicBezTo>
                <a:cubicBezTo>
                  <a:pt x="201" y="231"/>
                  <a:pt x="196" y="233"/>
                  <a:pt x="190" y="235"/>
                </a:cubicBezTo>
                <a:cubicBezTo>
                  <a:pt x="184" y="238"/>
                  <a:pt x="178" y="240"/>
                  <a:pt x="171" y="243"/>
                </a:cubicBezTo>
                <a:cubicBezTo>
                  <a:pt x="170" y="243"/>
                  <a:pt x="169" y="244"/>
                  <a:pt x="168" y="244"/>
                </a:cubicBezTo>
                <a:cubicBezTo>
                  <a:pt x="164" y="244"/>
                  <a:pt x="163" y="244"/>
                  <a:pt x="163" y="239"/>
                </a:cubicBezTo>
                <a:cubicBezTo>
                  <a:pt x="163" y="236"/>
                  <a:pt x="164" y="233"/>
                  <a:pt x="166" y="231"/>
                </a:cubicBezTo>
                <a:cubicBezTo>
                  <a:pt x="167" y="229"/>
                  <a:pt x="169" y="228"/>
                  <a:pt x="170" y="226"/>
                </a:cubicBezTo>
                <a:cubicBezTo>
                  <a:pt x="172" y="222"/>
                  <a:pt x="172" y="218"/>
                  <a:pt x="168" y="215"/>
                </a:cubicBezTo>
                <a:cubicBezTo>
                  <a:pt x="164" y="212"/>
                  <a:pt x="159" y="209"/>
                  <a:pt x="154" y="206"/>
                </a:cubicBezTo>
                <a:cubicBezTo>
                  <a:pt x="148" y="203"/>
                  <a:pt x="143" y="205"/>
                  <a:pt x="138" y="210"/>
                </a:cubicBezTo>
                <a:cubicBezTo>
                  <a:pt x="133" y="215"/>
                  <a:pt x="128" y="219"/>
                  <a:pt x="122" y="224"/>
                </a:cubicBezTo>
                <a:cubicBezTo>
                  <a:pt x="118" y="228"/>
                  <a:pt x="112" y="231"/>
                  <a:pt x="107" y="235"/>
                </a:cubicBezTo>
                <a:cubicBezTo>
                  <a:pt x="105" y="236"/>
                  <a:pt x="102" y="238"/>
                  <a:pt x="99" y="236"/>
                </a:cubicBezTo>
                <a:cubicBezTo>
                  <a:pt x="97" y="234"/>
                  <a:pt x="97" y="231"/>
                  <a:pt x="98" y="229"/>
                </a:cubicBezTo>
                <a:cubicBezTo>
                  <a:pt x="98" y="226"/>
                  <a:pt x="99" y="224"/>
                  <a:pt x="100" y="222"/>
                </a:cubicBezTo>
                <a:cubicBezTo>
                  <a:pt x="102" y="219"/>
                  <a:pt x="105" y="217"/>
                  <a:pt x="107" y="214"/>
                </a:cubicBezTo>
                <a:cubicBezTo>
                  <a:pt x="110" y="211"/>
                  <a:pt x="113" y="208"/>
                  <a:pt x="116" y="204"/>
                </a:cubicBezTo>
                <a:cubicBezTo>
                  <a:pt x="118" y="202"/>
                  <a:pt x="119" y="198"/>
                  <a:pt x="120" y="195"/>
                </a:cubicBezTo>
                <a:cubicBezTo>
                  <a:pt x="122" y="191"/>
                  <a:pt x="122" y="187"/>
                  <a:pt x="118" y="183"/>
                </a:cubicBezTo>
                <a:cubicBezTo>
                  <a:pt x="116" y="182"/>
                  <a:pt x="115" y="181"/>
                  <a:pt x="115" y="179"/>
                </a:cubicBezTo>
                <a:cubicBezTo>
                  <a:pt x="113" y="177"/>
                  <a:pt x="113" y="175"/>
                  <a:pt x="116" y="174"/>
                </a:cubicBezTo>
                <a:cubicBezTo>
                  <a:pt x="123" y="173"/>
                  <a:pt x="130" y="171"/>
                  <a:pt x="137" y="170"/>
                </a:cubicBezTo>
                <a:cubicBezTo>
                  <a:pt x="140" y="170"/>
                  <a:pt x="141" y="169"/>
                  <a:pt x="143" y="167"/>
                </a:cubicBezTo>
                <a:cubicBezTo>
                  <a:pt x="146" y="163"/>
                  <a:pt x="150" y="159"/>
                  <a:pt x="153" y="155"/>
                </a:cubicBezTo>
                <a:cubicBezTo>
                  <a:pt x="155" y="152"/>
                  <a:pt x="157" y="149"/>
                  <a:pt x="158" y="145"/>
                </a:cubicBezTo>
                <a:cubicBezTo>
                  <a:pt x="159" y="141"/>
                  <a:pt x="157" y="140"/>
                  <a:pt x="154" y="141"/>
                </a:cubicBezTo>
                <a:cubicBezTo>
                  <a:pt x="151" y="141"/>
                  <a:pt x="149" y="142"/>
                  <a:pt x="147" y="144"/>
                </a:cubicBezTo>
                <a:cubicBezTo>
                  <a:pt x="144" y="146"/>
                  <a:pt x="140" y="146"/>
                  <a:pt x="137" y="145"/>
                </a:cubicBezTo>
                <a:cubicBezTo>
                  <a:pt x="134" y="145"/>
                  <a:pt x="133" y="144"/>
                  <a:pt x="132" y="141"/>
                </a:cubicBezTo>
                <a:cubicBezTo>
                  <a:pt x="132" y="139"/>
                  <a:pt x="132" y="137"/>
                  <a:pt x="134" y="135"/>
                </a:cubicBezTo>
                <a:cubicBezTo>
                  <a:pt x="137" y="133"/>
                  <a:pt x="139" y="131"/>
                  <a:pt x="141" y="129"/>
                </a:cubicBezTo>
                <a:cubicBezTo>
                  <a:pt x="143" y="126"/>
                  <a:pt x="144" y="123"/>
                  <a:pt x="144" y="119"/>
                </a:cubicBezTo>
                <a:cubicBezTo>
                  <a:pt x="144" y="116"/>
                  <a:pt x="143" y="115"/>
                  <a:pt x="140" y="115"/>
                </a:cubicBezTo>
                <a:cubicBezTo>
                  <a:pt x="136" y="115"/>
                  <a:pt x="132" y="115"/>
                  <a:pt x="129" y="114"/>
                </a:cubicBezTo>
                <a:cubicBezTo>
                  <a:pt x="119" y="112"/>
                  <a:pt x="114" y="106"/>
                  <a:pt x="112" y="96"/>
                </a:cubicBezTo>
                <a:cubicBezTo>
                  <a:pt x="112" y="91"/>
                  <a:pt x="113" y="90"/>
                  <a:pt x="118" y="91"/>
                </a:cubicBezTo>
                <a:cubicBezTo>
                  <a:pt x="121" y="91"/>
                  <a:pt x="124" y="91"/>
                  <a:pt x="127" y="92"/>
                </a:cubicBezTo>
                <a:cubicBezTo>
                  <a:pt x="137" y="93"/>
                  <a:pt x="146" y="92"/>
                  <a:pt x="155" y="86"/>
                </a:cubicBezTo>
                <a:cubicBezTo>
                  <a:pt x="158" y="83"/>
                  <a:pt x="163" y="82"/>
                  <a:pt x="167" y="81"/>
                </a:cubicBezTo>
                <a:cubicBezTo>
                  <a:pt x="174" y="79"/>
                  <a:pt x="180" y="76"/>
                  <a:pt x="184" y="70"/>
                </a:cubicBezTo>
                <a:cubicBezTo>
                  <a:pt x="193" y="60"/>
                  <a:pt x="200" y="49"/>
                  <a:pt x="203" y="36"/>
                </a:cubicBezTo>
                <a:cubicBezTo>
                  <a:pt x="204" y="30"/>
                  <a:pt x="205" y="23"/>
                  <a:pt x="205" y="17"/>
                </a:cubicBezTo>
                <a:cubicBezTo>
                  <a:pt x="204" y="15"/>
                  <a:pt x="204" y="13"/>
                  <a:pt x="204" y="10"/>
                </a:cubicBezTo>
                <a:cubicBezTo>
                  <a:pt x="204" y="7"/>
                  <a:pt x="204" y="4"/>
                  <a:pt x="207" y="2"/>
                </a:cubicBezTo>
                <a:cubicBezTo>
                  <a:pt x="211" y="0"/>
                  <a:pt x="213" y="2"/>
                  <a:pt x="216" y="3"/>
                </a:cubicBezTo>
                <a:cubicBezTo>
                  <a:pt x="230" y="11"/>
                  <a:pt x="236" y="28"/>
                  <a:pt x="230" y="43"/>
                </a:cubicBezTo>
                <a:cubicBezTo>
                  <a:pt x="229" y="48"/>
                  <a:pt x="226" y="52"/>
                  <a:pt x="224" y="56"/>
                </a:cubicBezTo>
                <a:cubicBezTo>
                  <a:pt x="219" y="64"/>
                  <a:pt x="214" y="72"/>
                  <a:pt x="209" y="80"/>
                </a:cubicBezTo>
                <a:cubicBezTo>
                  <a:pt x="207" y="83"/>
                  <a:pt x="206" y="87"/>
                  <a:pt x="205" y="91"/>
                </a:cubicBezTo>
                <a:cubicBezTo>
                  <a:pt x="204" y="93"/>
                  <a:pt x="203" y="95"/>
                  <a:pt x="203" y="98"/>
                </a:cubicBezTo>
                <a:cubicBezTo>
                  <a:pt x="203" y="102"/>
                  <a:pt x="205" y="104"/>
                  <a:pt x="208" y="105"/>
                </a:cubicBezTo>
                <a:cubicBezTo>
                  <a:pt x="213" y="106"/>
                  <a:pt x="217" y="105"/>
                  <a:pt x="221" y="104"/>
                </a:cubicBezTo>
                <a:cubicBezTo>
                  <a:pt x="236" y="97"/>
                  <a:pt x="251" y="91"/>
                  <a:pt x="267" y="87"/>
                </a:cubicBezTo>
                <a:cubicBezTo>
                  <a:pt x="274" y="85"/>
                  <a:pt x="280" y="84"/>
                  <a:pt x="287" y="82"/>
                </a:cubicBezTo>
                <a:cubicBezTo>
                  <a:pt x="290" y="82"/>
                  <a:pt x="294" y="82"/>
                  <a:pt x="297" y="85"/>
                </a:cubicBezTo>
                <a:cubicBezTo>
                  <a:pt x="299" y="86"/>
                  <a:pt x="301" y="86"/>
                  <a:pt x="304" y="86"/>
                </a:cubicBezTo>
                <a:cubicBezTo>
                  <a:pt x="305" y="87"/>
                  <a:pt x="307" y="86"/>
                  <a:pt x="309" y="86"/>
                </a:cubicBezTo>
                <a:cubicBezTo>
                  <a:pt x="317" y="86"/>
                  <a:pt x="323" y="89"/>
                  <a:pt x="325" y="97"/>
                </a:cubicBezTo>
                <a:cubicBezTo>
                  <a:pt x="325" y="99"/>
                  <a:pt x="325" y="101"/>
                  <a:pt x="325" y="104"/>
                </a:cubicBezTo>
                <a:close/>
                <a:moveTo>
                  <a:pt x="206" y="122"/>
                </a:moveTo>
                <a:cubicBezTo>
                  <a:pt x="203" y="122"/>
                  <a:pt x="200" y="123"/>
                  <a:pt x="198" y="126"/>
                </a:cubicBezTo>
                <a:cubicBezTo>
                  <a:pt x="189" y="138"/>
                  <a:pt x="179" y="150"/>
                  <a:pt x="169" y="162"/>
                </a:cubicBezTo>
                <a:cubicBezTo>
                  <a:pt x="166" y="166"/>
                  <a:pt x="164" y="170"/>
                  <a:pt x="164" y="175"/>
                </a:cubicBezTo>
                <a:cubicBezTo>
                  <a:pt x="162" y="184"/>
                  <a:pt x="165" y="188"/>
                  <a:pt x="173" y="193"/>
                </a:cubicBezTo>
                <a:cubicBezTo>
                  <a:pt x="176" y="195"/>
                  <a:pt x="179" y="194"/>
                  <a:pt x="181" y="191"/>
                </a:cubicBezTo>
                <a:cubicBezTo>
                  <a:pt x="183" y="188"/>
                  <a:pt x="183" y="186"/>
                  <a:pt x="184" y="183"/>
                </a:cubicBezTo>
                <a:cubicBezTo>
                  <a:pt x="185" y="180"/>
                  <a:pt x="185" y="176"/>
                  <a:pt x="186" y="173"/>
                </a:cubicBezTo>
                <a:cubicBezTo>
                  <a:pt x="187" y="171"/>
                  <a:pt x="188" y="168"/>
                  <a:pt x="190" y="167"/>
                </a:cubicBezTo>
                <a:cubicBezTo>
                  <a:pt x="194" y="164"/>
                  <a:pt x="197" y="165"/>
                  <a:pt x="199" y="170"/>
                </a:cubicBezTo>
                <a:cubicBezTo>
                  <a:pt x="199" y="171"/>
                  <a:pt x="199" y="171"/>
                  <a:pt x="199" y="172"/>
                </a:cubicBezTo>
                <a:cubicBezTo>
                  <a:pt x="202" y="183"/>
                  <a:pt x="205" y="193"/>
                  <a:pt x="206" y="204"/>
                </a:cubicBezTo>
                <a:cubicBezTo>
                  <a:pt x="206" y="206"/>
                  <a:pt x="207" y="209"/>
                  <a:pt x="210" y="210"/>
                </a:cubicBezTo>
                <a:cubicBezTo>
                  <a:pt x="214" y="210"/>
                  <a:pt x="215" y="208"/>
                  <a:pt x="217" y="206"/>
                </a:cubicBezTo>
                <a:cubicBezTo>
                  <a:pt x="217" y="205"/>
                  <a:pt x="217" y="205"/>
                  <a:pt x="218" y="204"/>
                </a:cubicBezTo>
                <a:cubicBezTo>
                  <a:pt x="221" y="199"/>
                  <a:pt x="225" y="193"/>
                  <a:pt x="229" y="188"/>
                </a:cubicBezTo>
                <a:cubicBezTo>
                  <a:pt x="237" y="177"/>
                  <a:pt x="246" y="167"/>
                  <a:pt x="255" y="157"/>
                </a:cubicBezTo>
                <a:cubicBezTo>
                  <a:pt x="259" y="152"/>
                  <a:pt x="261" y="147"/>
                  <a:pt x="261" y="141"/>
                </a:cubicBezTo>
                <a:cubicBezTo>
                  <a:pt x="261" y="137"/>
                  <a:pt x="259" y="135"/>
                  <a:pt x="255" y="134"/>
                </a:cubicBezTo>
                <a:cubicBezTo>
                  <a:pt x="253" y="134"/>
                  <a:pt x="251" y="134"/>
                  <a:pt x="250" y="134"/>
                </a:cubicBezTo>
                <a:cubicBezTo>
                  <a:pt x="240" y="131"/>
                  <a:pt x="231" y="129"/>
                  <a:pt x="221" y="126"/>
                </a:cubicBezTo>
                <a:cubicBezTo>
                  <a:pt x="216" y="125"/>
                  <a:pt x="211" y="123"/>
                  <a:pt x="206" y="1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9" name="Freeform 10">
            <a:extLst xmlns:a="http://schemas.openxmlformats.org/drawingml/2006/main">
              <a:ext uri="{FF2B5EF4-FFF2-40B4-BE49-F238E27FC236}">
                <a16:creationId xmlns:a16="http://schemas.microsoft.com/office/drawing/2014/main" id="{17A57226-DF34-4709-9693-A47493C53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8190" y="398363"/>
            <a:ext cx="193882" cy="208139"/>
          </a:xfrm>
          <a:custGeom xmlns:a="http://schemas.openxmlformats.org/drawingml/2006/main">
            <a:gdLst>
              <a:gd name="T0" fmla="*/ 83 w 383"/>
              <a:gd name="T1" fmla="*/ 410 h 411"/>
              <a:gd name="T2" fmla="*/ 111 w 383"/>
              <a:gd name="T3" fmla="*/ 380 h 411"/>
              <a:gd name="T4" fmla="*/ 136 w 383"/>
              <a:gd name="T5" fmla="*/ 371 h 411"/>
              <a:gd name="T6" fmla="*/ 198 w 383"/>
              <a:gd name="T7" fmla="*/ 294 h 411"/>
              <a:gd name="T8" fmla="*/ 201 w 383"/>
              <a:gd name="T9" fmla="*/ 280 h 411"/>
              <a:gd name="T10" fmla="*/ 197 w 383"/>
              <a:gd name="T11" fmla="*/ 274 h 411"/>
              <a:gd name="T12" fmla="*/ 166 w 383"/>
              <a:gd name="T13" fmla="*/ 283 h 411"/>
              <a:gd name="T14" fmla="*/ 144 w 383"/>
              <a:gd name="T15" fmla="*/ 291 h 411"/>
              <a:gd name="T16" fmla="*/ 123 w 383"/>
              <a:gd name="T17" fmla="*/ 305 h 411"/>
              <a:gd name="T18" fmla="*/ 62 w 383"/>
              <a:gd name="T19" fmla="*/ 344 h 411"/>
              <a:gd name="T20" fmla="*/ 34 w 383"/>
              <a:gd name="T21" fmla="*/ 353 h 411"/>
              <a:gd name="T22" fmla="*/ 9 w 383"/>
              <a:gd name="T23" fmla="*/ 344 h 411"/>
              <a:gd name="T24" fmla="*/ 1 w 383"/>
              <a:gd name="T25" fmla="*/ 322 h 411"/>
              <a:gd name="T26" fmla="*/ 0 w 383"/>
              <a:gd name="T27" fmla="*/ 288 h 411"/>
              <a:gd name="T28" fmla="*/ 1 w 383"/>
              <a:gd name="T29" fmla="*/ 283 h 411"/>
              <a:gd name="T30" fmla="*/ 6 w 383"/>
              <a:gd name="T31" fmla="*/ 282 h 411"/>
              <a:gd name="T32" fmla="*/ 8 w 383"/>
              <a:gd name="T33" fmla="*/ 285 h 411"/>
              <a:gd name="T34" fmla="*/ 10 w 383"/>
              <a:gd name="T35" fmla="*/ 290 h 411"/>
              <a:gd name="T36" fmla="*/ 32 w 383"/>
              <a:gd name="T37" fmla="*/ 298 h 411"/>
              <a:gd name="T38" fmla="*/ 46 w 383"/>
              <a:gd name="T39" fmla="*/ 293 h 411"/>
              <a:gd name="T40" fmla="*/ 53 w 383"/>
              <a:gd name="T41" fmla="*/ 291 h 411"/>
              <a:gd name="T42" fmla="*/ 65 w 383"/>
              <a:gd name="T43" fmla="*/ 288 h 411"/>
              <a:gd name="T44" fmla="*/ 100 w 383"/>
              <a:gd name="T45" fmla="*/ 268 h 411"/>
              <a:gd name="T46" fmla="*/ 156 w 383"/>
              <a:gd name="T47" fmla="*/ 244 h 411"/>
              <a:gd name="T48" fmla="*/ 197 w 383"/>
              <a:gd name="T49" fmla="*/ 229 h 411"/>
              <a:gd name="T50" fmla="*/ 203 w 383"/>
              <a:gd name="T51" fmla="*/ 226 h 411"/>
              <a:gd name="T52" fmla="*/ 219 w 383"/>
              <a:gd name="T53" fmla="*/ 204 h 411"/>
              <a:gd name="T54" fmla="*/ 222 w 383"/>
              <a:gd name="T55" fmla="*/ 124 h 411"/>
              <a:gd name="T56" fmla="*/ 210 w 383"/>
              <a:gd name="T57" fmla="*/ 69 h 411"/>
              <a:gd name="T58" fmla="*/ 197 w 383"/>
              <a:gd name="T59" fmla="*/ 36 h 411"/>
              <a:gd name="T60" fmla="*/ 194 w 383"/>
              <a:gd name="T61" fmla="*/ 10 h 411"/>
              <a:gd name="T62" fmla="*/ 205 w 383"/>
              <a:gd name="T63" fmla="*/ 2 h 411"/>
              <a:gd name="T64" fmla="*/ 230 w 383"/>
              <a:gd name="T65" fmla="*/ 7 h 411"/>
              <a:gd name="T66" fmla="*/ 237 w 383"/>
              <a:gd name="T67" fmla="*/ 10 h 411"/>
              <a:gd name="T68" fmla="*/ 248 w 383"/>
              <a:gd name="T69" fmla="*/ 19 h 411"/>
              <a:gd name="T70" fmla="*/ 265 w 383"/>
              <a:gd name="T71" fmla="*/ 29 h 411"/>
              <a:gd name="T72" fmla="*/ 280 w 383"/>
              <a:gd name="T73" fmla="*/ 49 h 411"/>
              <a:gd name="T74" fmla="*/ 278 w 383"/>
              <a:gd name="T75" fmla="*/ 66 h 411"/>
              <a:gd name="T76" fmla="*/ 273 w 383"/>
              <a:gd name="T77" fmla="*/ 72 h 411"/>
              <a:gd name="T78" fmla="*/ 270 w 383"/>
              <a:gd name="T79" fmla="*/ 77 h 411"/>
              <a:gd name="T80" fmla="*/ 271 w 383"/>
              <a:gd name="T81" fmla="*/ 158 h 411"/>
              <a:gd name="T82" fmla="*/ 273 w 383"/>
              <a:gd name="T83" fmla="*/ 179 h 411"/>
              <a:gd name="T84" fmla="*/ 278 w 383"/>
              <a:gd name="T85" fmla="*/ 182 h 411"/>
              <a:gd name="T86" fmla="*/ 313 w 383"/>
              <a:gd name="T87" fmla="*/ 160 h 411"/>
              <a:gd name="T88" fmla="*/ 325 w 383"/>
              <a:gd name="T89" fmla="*/ 144 h 411"/>
              <a:gd name="T90" fmla="*/ 341 w 383"/>
              <a:gd name="T91" fmla="*/ 128 h 411"/>
              <a:gd name="T92" fmla="*/ 369 w 383"/>
              <a:gd name="T93" fmla="*/ 122 h 411"/>
              <a:gd name="T94" fmla="*/ 380 w 383"/>
              <a:gd name="T95" fmla="*/ 141 h 411"/>
              <a:gd name="T96" fmla="*/ 372 w 383"/>
              <a:gd name="T97" fmla="*/ 154 h 411"/>
              <a:gd name="T98" fmla="*/ 355 w 383"/>
              <a:gd name="T99" fmla="*/ 169 h 411"/>
              <a:gd name="T100" fmla="*/ 314 w 383"/>
              <a:gd name="T101" fmla="*/ 199 h 411"/>
              <a:gd name="T102" fmla="*/ 275 w 383"/>
              <a:gd name="T103" fmla="*/ 229 h 411"/>
              <a:gd name="T104" fmla="*/ 271 w 383"/>
              <a:gd name="T105" fmla="*/ 238 h 411"/>
              <a:gd name="T106" fmla="*/ 254 w 383"/>
              <a:gd name="T107" fmla="*/ 310 h 411"/>
              <a:gd name="T108" fmla="*/ 250 w 383"/>
              <a:gd name="T109" fmla="*/ 320 h 411"/>
              <a:gd name="T110" fmla="*/ 247 w 383"/>
              <a:gd name="T111" fmla="*/ 325 h 411"/>
              <a:gd name="T112" fmla="*/ 173 w 383"/>
              <a:gd name="T113" fmla="*/ 386 h 411"/>
              <a:gd name="T114" fmla="*/ 95 w 383"/>
              <a:gd name="T115" fmla="*/ 410 h 411"/>
              <a:gd name="T116" fmla="*/ 88 w 383"/>
              <a:gd name="T117" fmla="*/ 411 h 411"/>
              <a:gd name="T118" fmla="*/ 83 w 383"/>
              <a:gd name="T119" fmla="*/ 410 h 411"/>
            </a:gdLst>
            <a:rect l="0" t="0" r="r" b="b"/>
            <a:pathLst>
              <a:path w="383" h="411">
                <a:moveTo>
                  <a:pt x="83" y="410"/>
                </a:moveTo>
                <a:cubicBezTo>
                  <a:pt x="89" y="396"/>
                  <a:pt x="96" y="385"/>
                  <a:pt x="111" y="380"/>
                </a:cubicBezTo>
                <a:cubicBezTo>
                  <a:pt x="120" y="378"/>
                  <a:pt x="128" y="375"/>
                  <a:pt x="136" y="371"/>
                </a:cubicBezTo>
                <a:cubicBezTo>
                  <a:pt x="168" y="355"/>
                  <a:pt x="188" y="328"/>
                  <a:pt x="198" y="294"/>
                </a:cubicBezTo>
                <a:cubicBezTo>
                  <a:pt x="199" y="289"/>
                  <a:pt x="200" y="284"/>
                  <a:pt x="201" y="280"/>
                </a:cubicBezTo>
                <a:cubicBezTo>
                  <a:pt x="202" y="275"/>
                  <a:pt x="201" y="274"/>
                  <a:pt x="197" y="274"/>
                </a:cubicBezTo>
                <a:cubicBezTo>
                  <a:pt x="186" y="275"/>
                  <a:pt x="176" y="278"/>
                  <a:pt x="166" y="283"/>
                </a:cubicBezTo>
                <a:cubicBezTo>
                  <a:pt x="159" y="286"/>
                  <a:pt x="152" y="289"/>
                  <a:pt x="144" y="291"/>
                </a:cubicBezTo>
                <a:cubicBezTo>
                  <a:pt x="136" y="294"/>
                  <a:pt x="130" y="300"/>
                  <a:pt x="123" y="305"/>
                </a:cubicBezTo>
                <a:cubicBezTo>
                  <a:pt x="105" y="321"/>
                  <a:pt x="84" y="334"/>
                  <a:pt x="62" y="344"/>
                </a:cubicBezTo>
                <a:cubicBezTo>
                  <a:pt x="53" y="348"/>
                  <a:pt x="43" y="351"/>
                  <a:pt x="34" y="353"/>
                </a:cubicBezTo>
                <a:cubicBezTo>
                  <a:pt x="24" y="356"/>
                  <a:pt x="15" y="352"/>
                  <a:pt x="9" y="344"/>
                </a:cubicBezTo>
                <a:cubicBezTo>
                  <a:pt x="4" y="338"/>
                  <a:pt x="1" y="330"/>
                  <a:pt x="1" y="322"/>
                </a:cubicBezTo>
                <a:cubicBezTo>
                  <a:pt x="1" y="310"/>
                  <a:pt x="0" y="299"/>
                  <a:pt x="0" y="288"/>
                </a:cubicBezTo>
                <a:cubicBezTo>
                  <a:pt x="0" y="286"/>
                  <a:pt x="0" y="284"/>
                  <a:pt x="1" y="283"/>
                </a:cubicBezTo>
                <a:cubicBezTo>
                  <a:pt x="1" y="280"/>
                  <a:pt x="4" y="279"/>
                  <a:pt x="6" y="282"/>
                </a:cubicBezTo>
                <a:cubicBezTo>
                  <a:pt x="7" y="283"/>
                  <a:pt x="7" y="284"/>
                  <a:pt x="8" y="285"/>
                </a:cubicBezTo>
                <a:cubicBezTo>
                  <a:pt x="9" y="286"/>
                  <a:pt x="9" y="288"/>
                  <a:pt x="10" y="290"/>
                </a:cubicBezTo>
                <a:cubicBezTo>
                  <a:pt x="16" y="297"/>
                  <a:pt x="23" y="301"/>
                  <a:pt x="32" y="298"/>
                </a:cubicBezTo>
                <a:cubicBezTo>
                  <a:pt x="37" y="297"/>
                  <a:pt x="41" y="295"/>
                  <a:pt x="46" y="293"/>
                </a:cubicBezTo>
                <a:cubicBezTo>
                  <a:pt x="48" y="292"/>
                  <a:pt x="51" y="291"/>
                  <a:pt x="53" y="291"/>
                </a:cubicBezTo>
                <a:cubicBezTo>
                  <a:pt x="58" y="292"/>
                  <a:pt x="61" y="290"/>
                  <a:pt x="65" y="288"/>
                </a:cubicBezTo>
                <a:cubicBezTo>
                  <a:pt x="77" y="282"/>
                  <a:pt x="89" y="275"/>
                  <a:pt x="100" y="268"/>
                </a:cubicBezTo>
                <a:cubicBezTo>
                  <a:pt x="118" y="258"/>
                  <a:pt x="137" y="251"/>
                  <a:pt x="156" y="244"/>
                </a:cubicBezTo>
                <a:cubicBezTo>
                  <a:pt x="169" y="239"/>
                  <a:pt x="183" y="234"/>
                  <a:pt x="197" y="229"/>
                </a:cubicBezTo>
                <a:cubicBezTo>
                  <a:pt x="199" y="228"/>
                  <a:pt x="201" y="227"/>
                  <a:pt x="203" y="226"/>
                </a:cubicBezTo>
                <a:cubicBezTo>
                  <a:pt x="212" y="222"/>
                  <a:pt x="218" y="215"/>
                  <a:pt x="219" y="204"/>
                </a:cubicBezTo>
                <a:cubicBezTo>
                  <a:pt x="221" y="178"/>
                  <a:pt x="223" y="151"/>
                  <a:pt x="222" y="124"/>
                </a:cubicBezTo>
                <a:cubicBezTo>
                  <a:pt x="221" y="105"/>
                  <a:pt x="218" y="87"/>
                  <a:pt x="210" y="69"/>
                </a:cubicBezTo>
                <a:cubicBezTo>
                  <a:pt x="205" y="58"/>
                  <a:pt x="201" y="47"/>
                  <a:pt x="197" y="36"/>
                </a:cubicBezTo>
                <a:cubicBezTo>
                  <a:pt x="194" y="28"/>
                  <a:pt x="193" y="19"/>
                  <a:pt x="194" y="10"/>
                </a:cubicBezTo>
                <a:cubicBezTo>
                  <a:pt x="194" y="4"/>
                  <a:pt x="199" y="0"/>
                  <a:pt x="205" y="2"/>
                </a:cubicBezTo>
                <a:cubicBezTo>
                  <a:pt x="213" y="4"/>
                  <a:pt x="222" y="5"/>
                  <a:pt x="230" y="7"/>
                </a:cubicBezTo>
                <a:cubicBezTo>
                  <a:pt x="233" y="7"/>
                  <a:pt x="235" y="9"/>
                  <a:pt x="237" y="10"/>
                </a:cubicBezTo>
                <a:cubicBezTo>
                  <a:pt x="241" y="13"/>
                  <a:pt x="244" y="16"/>
                  <a:pt x="248" y="19"/>
                </a:cubicBezTo>
                <a:cubicBezTo>
                  <a:pt x="253" y="23"/>
                  <a:pt x="259" y="26"/>
                  <a:pt x="265" y="29"/>
                </a:cubicBezTo>
                <a:cubicBezTo>
                  <a:pt x="274" y="33"/>
                  <a:pt x="279" y="40"/>
                  <a:pt x="280" y="49"/>
                </a:cubicBezTo>
                <a:cubicBezTo>
                  <a:pt x="280" y="55"/>
                  <a:pt x="280" y="60"/>
                  <a:pt x="278" y="66"/>
                </a:cubicBezTo>
                <a:cubicBezTo>
                  <a:pt x="277" y="68"/>
                  <a:pt x="275" y="70"/>
                  <a:pt x="273" y="72"/>
                </a:cubicBezTo>
                <a:cubicBezTo>
                  <a:pt x="271" y="74"/>
                  <a:pt x="270" y="75"/>
                  <a:pt x="270" y="77"/>
                </a:cubicBezTo>
                <a:cubicBezTo>
                  <a:pt x="271" y="104"/>
                  <a:pt x="271" y="131"/>
                  <a:pt x="271" y="158"/>
                </a:cubicBezTo>
                <a:cubicBezTo>
                  <a:pt x="272" y="165"/>
                  <a:pt x="272" y="172"/>
                  <a:pt x="273" y="179"/>
                </a:cubicBezTo>
                <a:cubicBezTo>
                  <a:pt x="274" y="183"/>
                  <a:pt x="275" y="184"/>
                  <a:pt x="278" y="182"/>
                </a:cubicBezTo>
                <a:cubicBezTo>
                  <a:pt x="291" y="176"/>
                  <a:pt x="303" y="170"/>
                  <a:pt x="313" y="160"/>
                </a:cubicBezTo>
                <a:cubicBezTo>
                  <a:pt x="317" y="155"/>
                  <a:pt x="321" y="150"/>
                  <a:pt x="325" y="144"/>
                </a:cubicBezTo>
                <a:cubicBezTo>
                  <a:pt x="330" y="138"/>
                  <a:pt x="335" y="132"/>
                  <a:pt x="341" y="128"/>
                </a:cubicBezTo>
                <a:cubicBezTo>
                  <a:pt x="350" y="122"/>
                  <a:pt x="359" y="120"/>
                  <a:pt x="369" y="122"/>
                </a:cubicBezTo>
                <a:cubicBezTo>
                  <a:pt x="379" y="124"/>
                  <a:pt x="383" y="131"/>
                  <a:pt x="380" y="141"/>
                </a:cubicBezTo>
                <a:cubicBezTo>
                  <a:pt x="379" y="146"/>
                  <a:pt x="376" y="151"/>
                  <a:pt x="372" y="154"/>
                </a:cubicBezTo>
                <a:cubicBezTo>
                  <a:pt x="367" y="160"/>
                  <a:pt x="361" y="165"/>
                  <a:pt x="355" y="169"/>
                </a:cubicBezTo>
                <a:cubicBezTo>
                  <a:pt x="341" y="178"/>
                  <a:pt x="328" y="189"/>
                  <a:pt x="314" y="199"/>
                </a:cubicBezTo>
                <a:cubicBezTo>
                  <a:pt x="301" y="209"/>
                  <a:pt x="289" y="219"/>
                  <a:pt x="275" y="229"/>
                </a:cubicBezTo>
                <a:cubicBezTo>
                  <a:pt x="272" y="232"/>
                  <a:pt x="271" y="234"/>
                  <a:pt x="271" y="238"/>
                </a:cubicBezTo>
                <a:cubicBezTo>
                  <a:pt x="267" y="263"/>
                  <a:pt x="262" y="287"/>
                  <a:pt x="254" y="310"/>
                </a:cubicBezTo>
                <a:cubicBezTo>
                  <a:pt x="253" y="314"/>
                  <a:pt x="251" y="317"/>
                  <a:pt x="250" y="320"/>
                </a:cubicBezTo>
                <a:cubicBezTo>
                  <a:pt x="249" y="322"/>
                  <a:pt x="249" y="324"/>
                  <a:pt x="247" y="325"/>
                </a:cubicBezTo>
                <a:cubicBezTo>
                  <a:pt x="226" y="349"/>
                  <a:pt x="202" y="371"/>
                  <a:pt x="173" y="386"/>
                </a:cubicBezTo>
                <a:cubicBezTo>
                  <a:pt x="149" y="400"/>
                  <a:pt x="123" y="408"/>
                  <a:pt x="95" y="410"/>
                </a:cubicBezTo>
                <a:cubicBezTo>
                  <a:pt x="93" y="410"/>
                  <a:pt x="90" y="411"/>
                  <a:pt x="88" y="411"/>
                </a:cubicBezTo>
                <a:cubicBezTo>
                  <a:pt x="87" y="411"/>
                  <a:pt x="85" y="411"/>
                  <a:pt x="83" y="4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0" name="Freeform 11">
            <a:extLst xmlns:a="http://schemas.openxmlformats.org/drawingml/2006/main">
              <a:ext uri="{FF2B5EF4-FFF2-40B4-BE49-F238E27FC236}">
                <a16:creationId xmlns:a16="http://schemas.microsoft.com/office/drawing/2014/main" id="{B996C40A-1DDD-4F53-A218-F3A5594FA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4135" y="400644"/>
            <a:ext cx="98081" cy="227527"/>
          </a:xfrm>
          <a:custGeom xmlns:a="http://schemas.openxmlformats.org/drawingml/2006/main">
            <a:gdLst>
              <a:gd name="T0" fmla="*/ 127 w 193"/>
              <a:gd name="T1" fmla="*/ 371 h 449"/>
              <a:gd name="T2" fmla="*/ 63 w 193"/>
              <a:gd name="T3" fmla="*/ 417 h 449"/>
              <a:gd name="T4" fmla="*/ 47 w 193"/>
              <a:gd name="T5" fmla="*/ 433 h 449"/>
              <a:gd name="T6" fmla="*/ 7 w 193"/>
              <a:gd name="T7" fmla="*/ 434 h 449"/>
              <a:gd name="T8" fmla="*/ 1 w 193"/>
              <a:gd name="T9" fmla="*/ 383 h 449"/>
              <a:gd name="T10" fmla="*/ 33 w 193"/>
              <a:gd name="T11" fmla="*/ 331 h 449"/>
              <a:gd name="T12" fmla="*/ 49 w 193"/>
              <a:gd name="T13" fmla="*/ 286 h 449"/>
              <a:gd name="T14" fmla="*/ 50 w 193"/>
              <a:gd name="T15" fmla="*/ 233 h 449"/>
              <a:gd name="T16" fmla="*/ 38 w 193"/>
              <a:gd name="T17" fmla="*/ 207 h 449"/>
              <a:gd name="T18" fmla="*/ 54 w 193"/>
              <a:gd name="T19" fmla="*/ 201 h 449"/>
              <a:gd name="T20" fmla="*/ 75 w 193"/>
              <a:gd name="T21" fmla="*/ 209 h 449"/>
              <a:gd name="T22" fmla="*/ 107 w 193"/>
              <a:gd name="T23" fmla="*/ 223 h 449"/>
              <a:gd name="T24" fmla="*/ 126 w 193"/>
              <a:gd name="T25" fmla="*/ 233 h 449"/>
              <a:gd name="T26" fmla="*/ 133 w 193"/>
              <a:gd name="T27" fmla="*/ 231 h 449"/>
              <a:gd name="T28" fmla="*/ 135 w 193"/>
              <a:gd name="T29" fmla="*/ 200 h 449"/>
              <a:gd name="T30" fmla="*/ 133 w 193"/>
              <a:gd name="T31" fmla="*/ 99 h 449"/>
              <a:gd name="T32" fmla="*/ 105 w 193"/>
              <a:gd name="T33" fmla="*/ 55 h 449"/>
              <a:gd name="T34" fmla="*/ 77 w 193"/>
              <a:gd name="T35" fmla="*/ 9 h 449"/>
              <a:gd name="T36" fmla="*/ 95 w 193"/>
              <a:gd name="T37" fmla="*/ 6 h 449"/>
              <a:gd name="T38" fmla="*/ 165 w 193"/>
              <a:gd name="T39" fmla="*/ 52 h 449"/>
              <a:gd name="T40" fmla="*/ 189 w 193"/>
              <a:gd name="T41" fmla="*/ 83 h 449"/>
              <a:gd name="T42" fmla="*/ 189 w 193"/>
              <a:gd name="T43" fmla="*/ 292 h 449"/>
              <a:gd name="T44" fmla="*/ 165 w 193"/>
              <a:gd name="T45" fmla="*/ 409 h 449"/>
              <a:gd name="T46" fmla="*/ 145 w 193"/>
              <a:gd name="T47" fmla="*/ 428 h 449"/>
              <a:gd name="T48" fmla="*/ 134 w 193"/>
              <a:gd name="T49" fmla="*/ 415 h 449"/>
              <a:gd name="T50" fmla="*/ 131 w 193"/>
              <a:gd name="T51" fmla="*/ 367 h 449"/>
              <a:gd name="T52" fmla="*/ 124 w 193"/>
              <a:gd name="T53" fmla="*/ 264 h 449"/>
              <a:gd name="T54" fmla="*/ 102 w 193"/>
              <a:gd name="T55" fmla="*/ 280 h 449"/>
              <a:gd name="T56" fmla="*/ 81 w 193"/>
              <a:gd name="T57" fmla="*/ 296 h 449"/>
              <a:gd name="T58" fmla="*/ 59 w 193"/>
              <a:gd name="T59" fmla="*/ 331 h 449"/>
              <a:gd name="T60" fmla="*/ 31 w 193"/>
              <a:gd name="T61" fmla="*/ 373 h 449"/>
              <a:gd name="T62" fmla="*/ 46 w 193"/>
              <a:gd name="T63" fmla="*/ 382 h 449"/>
              <a:gd name="T64" fmla="*/ 78 w 193"/>
              <a:gd name="T65" fmla="*/ 363 h 449"/>
              <a:gd name="T66" fmla="*/ 114 w 193"/>
              <a:gd name="T67" fmla="*/ 346 h 449"/>
              <a:gd name="T68" fmla="*/ 133 w 193"/>
              <a:gd name="T69" fmla="*/ 325 h 449"/>
              <a:gd name="T70" fmla="*/ 132 w 193"/>
              <a:gd name="T71" fmla="*/ 255 h 449"/>
            </a:gdLst>
            <a:rect l="0" t="0" r="r" b="b"/>
            <a:pathLst>
              <a:path w="193" h="449">
                <a:moveTo>
                  <a:pt x="131" y="367"/>
                </a:moveTo>
                <a:cubicBezTo>
                  <a:pt x="129" y="369"/>
                  <a:pt x="128" y="370"/>
                  <a:pt x="127" y="371"/>
                </a:cubicBezTo>
                <a:cubicBezTo>
                  <a:pt x="112" y="385"/>
                  <a:pt x="97" y="397"/>
                  <a:pt x="80" y="408"/>
                </a:cubicBezTo>
                <a:cubicBezTo>
                  <a:pt x="74" y="411"/>
                  <a:pt x="69" y="414"/>
                  <a:pt x="63" y="417"/>
                </a:cubicBezTo>
                <a:cubicBezTo>
                  <a:pt x="61" y="419"/>
                  <a:pt x="59" y="420"/>
                  <a:pt x="57" y="422"/>
                </a:cubicBezTo>
                <a:cubicBezTo>
                  <a:pt x="54" y="426"/>
                  <a:pt x="50" y="430"/>
                  <a:pt x="47" y="433"/>
                </a:cubicBezTo>
                <a:cubicBezTo>
                  <a:pt x="44" y="436"/>
                  <a:pt x="41" y="439"/>
                  <a:pt x="38" y="441"/>
                </a:cubicBezTo>
                <a:cubicBezTo>
                  <a:pt x="27" y="449"/>
                  <a:pt x="13" y="446"/>
                  <a:pt x="7" y="434"/>
                </a:cubicBezTo>
                <a:cubicBezTo>
                  <a:pt x="4" y="428"/>
                  <a:pt x="2" y="421"/>
                  <a:pt x="1" y="415"/>
                </a:cubicBezTo>
                <a:cubicBezTo>
                  <a:pt x="0" y="404"/>
                  <a:pt x="0" y="394"/>
                  <a:pt x="1" y="383"/>
                </a:cubicBezTo>
                <a:cubicBezTo>
                  <a:pt x="2" y="379"/>
                  <a:pt x="3" y="374"/>
                  <a:pt x="7" y="372"/>
                </a:cubicBezTo>
                <a:cubicBezTo>
                  <a:pt x="20" y="361"/>
                  <a:pt x="28" y="346"/>
                  <a:pt x="33" y="331"/>
                </a:cubicBezTo>
                <a:cubicBezTo>
                  <a:pt x="36" y="325"/>
                  <a:pt x="37" y="319"/>
                  <a:pt x="39" y="313"/>
                </a:cubicBezTo>
                <a:cubicBezTo>
                  <a:pt x="42" y="304"/>
                  <a:pt x="45" y="294"/>
                  <a:pt x="49" y="286"/>
                </a:cubicBezTo>
                <a:cubicBezTo>
                  <a:pt x="56" y="272"/>
                  <a:pt x="56" y="258"/>
                  <a:pt x="53" y="244"/>
                </a:cubicBezTo>
                <a:cubicBezTo>
                  <a:pt x="52" y="240"/>
                  <a:pt x="51" y="237"/>
                  <a:pt x="50" y="233"/>
                </a:cubicBezTo>
                <a:cubicBezTo>
                  <a:pt x="49" y="229"/>
                  <a:pt x="47" y="225"/>
                  <a:pt x="44" y="221"/>
                </a:cubicBezTo>
                <a:cubicBezTo>
                  <a:pt x="42" y="217"/>
                  <a:pt x="39" y="212"/>
                  <a:pt x="38" y="207"/>
                </a:cubicBezTo>
                <a:cubicBezTo>
                  <a:pt x="36" y="202"/>
                  <a:pt x="38" y="199"/>
                  <a:pt x="44" y="199"/>
                </a:cubicBezTo>
                <a:cubicBezTo>
                  <a:pt x="48" y="199"/>
                  <a:pt x="51" y="199"/>
                  <a:pt x="54" y="201"/>
                </a:cubicBezTo>
                <a:cubicBezTo>
                  <a:pt x="55" y="202"/>
                  <a:pt x="56" y="203"/>
                  <a:pt x="57" y="203"/>
                </a:cubicBezTo>
                <a:cubicBezTo>
                  <a:pt x="62" y="208"/>
                  <a:pt x="68" y="209"/>
                  <a:pt x="75" y="209"/>
                </a:cubicBezTo>
                <a:cubicBezTo>
                  <a:pt x="83" y="209"/>
                  <a:pt x="90" y="212"/>
                  <a:pt x="96" y="218"/>
                </a:cubicBezTo>
                <a:cubicBezTo>
                  <a:pt x="99" y="221"/>
                  <a:pt x="103" y="223"/>
                  <a:pt x="107" y="223"/>
                </a:cubicBezTo>
                <a:cubicBezTo>
                  <a:pt x="110" y="223"/>
                  <a:pt x="112" y="224"/>
                  <a:pt x="115" y="225"/>
                </a:cubicBezTo>
                <a:cubicBezTo>
                  <a:pt x="120" y="226"/>
                  <a:pt x="124" y="229"/>
                  <a:pt x="126" y="233"/>
                </a:cubicBezTo>
                <a:cubicBezTo>
                  <a:pt x="126" y="234"/>
                  <a:pt x="127" y="235"/>
                  <a:pt x="128" y="236"/>
                </a:cubicBezTo>
                <a:cubicBezTo>
                  <a:pt x="131" y="236"/>
                  <a:pt x="132" y="234"/>
                  <a:pt x="133" y="231"/>
                </a:cubicBezTo>
                <a:cubicBezTo>
                  <a:pt x="134" y="229"/>
                  <a:pt x="134" y="227"/>
                  <a:pt x="134" y="225"/>
                </a:cubicBezTo>
                <a:cubicBezTo>
                  <a:pt x="134" y="217"/>
                  <a:pt x="134" y="208"/>
                  <a:pt x="135" y="200"/>
                </a:cubicBezTo>
                <a:cubicBezTo>
                  <a:pt x="137" y="176"/>
                  <a:pt x="139" y="151"/>
                  <a:pt x="137" y="127"/>
                </a:cubicBezTo>
                <a:cubicBezTo>
                  <a:pt x="137" y="118"/>
                  <a:pt x="135" y="109"/>
                  <a:pt x="133" y="99"/>
                </a:cubicBezTo>
                <a:cubicBezTo>
                  <a:pt x="132" y="90"/>
                  <a:pt x="127" y="81"/>
                  <a:pt x="121" y="74"/>
                </a:cubicBezTo>
                <a:cubicBezTo>
                  <a:pt x="116" y="67"/>
                  <a:pt x="111" y="61"/>
                  <a:pt x="105" y="55"/>
                </a:cubicBezTo>
                <a:cubicBezTo>
                  <a:pt x="98" y="46"/>
                  <a:pt x="90" y="36"/>
                  <a:pt x="83" y="27"/>
                </a:cubicBezTo>
                <a:cubicBezTo>
                  <a:pt x="79" y="22"/>
                  <a:pt x="77" y="15"/>
                  <a:pt x="77" y="9"/>
                </a:cubicBezTo>
                <a:cubicBezTo>
                  <a:pt x="77" y="3"/>
                  <a:pt x="80" y="0"/>
                  <a:pt x="86" y="2"/>
                </a:cubicBezTo>
                <a:cubicBezTo>
                  <a:pt x="89" y="2"/>
                  <a:pt x="92" y="4"/>
                  <a:pt x="95" y="6"/>
                </a:cubicBezTo>
                <a:cubicBezTo>
                  <a:pt x="105" y="15"/>
                  <a:pt x="116" y="22"/>
                  <a:pt x="128" y="28"/>
                </a:cubicBezTo>
                <a:cubicBezTo>
                  <a:pt x="141" y="35"/>
                  <a:pt x="154" y="43"/>
                  <a:pt x="165" y="52"/>
                </a:cubicBezTo>
                <a:cubicBezTo>
                  <a:pt x="172" y="58"/>
                  <a:pt x="179" y="64"/>
                  <a:pt x="184" y="72"/>
                </a:cubicBezTo>
                <a:cubicBezTo>
                  <a:pt x="186" y="75"/>
                  <a:pt x="188" y="78"/>
                  <a:pt x="189" y="83"/>
                </a:cubicBezTo>
                <a:cubicBezTo>
                  <a:pt x="192" y="122"/>
                  <a:pt x="193" y="162"/>
                  <a:pt x="193" y="202"/>
                </a:cubicBezTo>
                <a:cubicBezTo>
                  <a:pt x="193" y="232"/>
                  <a:pt x="192" y="262"/>
                  <a:pt x="189" y="292"/>
                </a:cubicBezTo>
                <a:cubicBezTo>
                  <a:pt x="186" y="321"/>
                  <a:pt x="183" y="350"/>
                  <a:pt x="176" y="378"/>
                </a:cubicBezTo>
                <a:cubicBezTo>
                  <a:pt x="173" y="388"/>
                  <a:pt x="170" y="399"/>
                  <a:pt x="165" y="409"/>
                </a:cubicBezTo>
                <a:cubicBezTo>
                  <a:pt x="162" y="414"/>
                  <a:pt x="159" y="419"/>
                  <a:pt x="155" y="423"/>
                </a:cubicBezTo>
                <a:cubicBezTo>
                  <a:pt x="152" y="426"/>
                  <a:pt x="149" y="428"/>
                  <a:pt x="145" y="428"/>
                </a:cubicBezTo>
                <a:cubicBezTo>
                  <a:pt x="140" y="429"/>
                  <a:pt x="136" y="427"/>
                  <a:pt x="135" y="422"/>
                </a:cubicBezTo>
                <a:cubicBezTo>
                  <a:pt x="135" y="420"/>
                  <a:pt x="135" y="418"/>
                  <a:pt x="134" y="415"/>
                </a:cubicBezTo>
                <a:cubicBezTo>
                  <a:pt x="134" y="407"/>
                  <a:pt x="135" y="399"/>
                  <a:pt x="135" y="391"/>
                </a:cubicBezTo>
                <a:cubicBezTo>
                  <a:pt x="134" y="383"/>
                  <a:pt x="134" y="375"/>
                  <a:pt x="131" y="367"/>
                </a:cubicBezTo>
                <a:close/>
                <a:moveTo>
                  <a:pt x="132" y="255"/>
                </a:moveTo>
                <a:cubicBezTo>
                  <a:pt x="127" y="257"/>
                  <a:pt x="125" y="260"/>
                  <a:pt x="124" y="264"/>
                </a:cubicBezTo>
                <a:cubicBezTo>
                  <a:pt x="123" y="267"/>
                  <a:pt x="122" y="271"/>
                  <a:pt x="119" y="273"/>
                </a:cubicBezTo>
                <a:cubicBezTo>
                  <a:pt x="114" y="277"/>
                  <a:pt x="108" y="280"/>
                  <a:pt x="102" y="280"/>
                </a:cubicBezTo>
                <a:cubicBezTo>
                  <a:pt x="97" y="280"/>
                  <a:pt x="94" y="282"/>
                  <a:pt x="91" y="285"/>
                </a:cubicBezTo>
                <a:cubicBezTo>
                  <a:pt x="87" y="289"/>
                  <a:pt x="84" y="292"/>
                  <a:pt x="81" y="296"/>
                </a:cubicBezTo>
                <a:cubicBezTo>
                  <a:pt x="78" y="299"/>
                  <a:pt x="76" y="302"/>
                  <a:pt x="75" y="305"/>
                </a:cubicBezTo>
                <a:cubicBezTo>
                  <a:pt x="71" y="315"/>
                  <a:pt x="66" y="323"/>
                  <a:pt x="59" y="331"/>
                </a:cubicBezTo>
                <a:cubicBezTo>
                  <a:pt x="54" y="337"/>
                  <a:pt x="50" y="343"/>
                  <a:pt x="45" y="349"/>
                </a:cubicBezTo>
                <a:cubicBezTo>
                  <a:pt x="39" y="356"/>
                  <a:pt x="34" y="364"/>
                  <a:pt x="31" y="373"/>
                </a:cubicBezTo>
                <a:cubicBezTo>
                  <a:pt x="29" y="377"/>
                  <a:pt x="29" y="379"/>
                  <a:pt x="34" y="381"/>
                </a:cubicBezTo>
                <a:cubicBezTo>
                  <a:pt x="38" y="382"/>
                  <a:pt x="42" y="383"/>
                  <a:pt x="46" y="382"/>
                </a:cubicBezTo>
                <a:cubicBezTo>
                  <a:pt x="53" y="381"/>
                  <a:pt x="59" y="378"/>
                  <a:pt x="64" y="374"/>
                </a:cubicBezTo>
                <a:cubicBezTo>
                  <a:pt x="69" y="371"/>
                  <a:pt x="73" y="367"/>
                  <a:pt x="78" y="363"/>
                </a:cubicBezTo>
                <a:cubicBezTo>
                  <a:pt x="81" y="361"/>
                  <a:pt x="83" y="359"/>
                  <a:pt x="87" y="358"/>
                </a:cubicBezTo>
                <a:cubicBezTo>
                  <a:pt x="97" y="356"/>
                  <a:pt x="106" y="351"/>
                  <a:pt x="114" y="346"/>
                </a:cubicBezTo>
                <a:cubicBezTo>
                  <a:pt x="119" y="343"/>
                  <a:pt x="123" y="340"/>
                  <a:pt x="127" y="338"/>
                </a:cubicBezTo>
                <a:cubicBezTo>
                  <a:pt x="131" y="335"/>
                  <a:pt x="133" y="331"/>
                  <a:pt x="133" y="325"/>
                </a:cubicBezTo>
                <a:cubicBezTo>
                  <a:pt x="132" y="304"/>
                  <a:pt x="132" y="282"/>
                  <a:pt x="132" y="260"/>
                </a:cubicBezTo>
                <a:cubicBezTo>
                  <a:pt x="132" y="259"/>
                  <a:pt x="132" y="257"/>
                  <a:pt x="132" y="25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1" name="Freeform 12">
            <a:extLst xmlns:a="http://schemas.openxmlformats.org/drawingml/2006/main">
              <a:ext uri="{FF2B5EF4-FFF2-40B4-BE49-F238E27FC236}">
                <a16:creationId xmlns:a16="http://schemas.microsoft.com/office/drawing/2014/main" id="{3C3FB12B-C59D-4800-91EF-D0608F2E7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0994" y="431437"/>
            <a:ext cx="115759" cy="160238"/>
          </a:xfrm>
          <a:custGeom xmlns:a="http://schemas.openxmlformats.org/drawingml/2006/main">
            <a:gdLst>
              <a:gd name="T0" fmla="*/ 34 w 229"/>
              <a:gd name="T1" fmla="*/ 0 h 316"/>
              <a:gd name="T2" fmla="*/ 37 w 229"/>
              <a:gd name="T3" fmla="*/ 2 h 316"/>
              <a:gd name="T4" fmla="*/ 69 w 229"/>
              <a:gd name="T5" fmla="*/ 32 h 316"/>
              <a:gd name="T6" fmla="*/ 73 w 229"/>
              <a:gd name="T7" fmla="*/ 38 h 316"/>
              <a:gd name="T8" fmla="*/ 99 w 229"/>
              <a:gd name="T9" fmla="*/ 117 h 316"/>
              <a:gd name="T10" fmla="*/ 101 w 229"/>
              <a:gd name="T11" fmla="*/ 128 h 316"/>
              <a:gd name="T12" fmla="*/ 112 w 229"/>
              <a:gd name="T13" fmla="*/ 132 h 316"/>
              <a:gd name="T14" fmla="*/ 120 w 229"/>
              <a:gd name="T15" fmla="*/ 127 h 316"/>
              <a:gd name="T16" fmla="*/ 145 w 229"/>
              <a:gd name="T17" fmla="*/ 109 h 316"/>
              <a:gd name="T18" fmla="*/ 148 w 229"/>
              <a:gd name="T19" fmla="*/ 103 h 316"/>
              <a:gd name="T20" fmla="*/ 148 w 229"/>
              <a:gd name="T21" fmla="*/ 80 h 316"/>
              <a:gd name="T22" fmla="*/ 159 w 229"/>
              <a:gd name="T23" fmla="*/ 69 h 316"/>
              <a:gd name="T24" fmla="*/ 162 w 229"/>
              <a:gd name="T25" fmla="*/ 71 h 316"/>
              <a:gd name="T26" fmla="*/ 164 w 229"/>
              <a:gd name="T27" fmla="*/ 75 h 316"/>
              <a:gd name="T28" fmla="*/ 171 w 229"/>
              <a:gd name="T29" fmla="*/ 86 h 316"/>
              <a:gd name="T30" fmla="*/ 204 w 229"/>
              <a:gd name="T31" fmla="*/ 104 h 316"/>
              <a:gd name="T32" fmla="*/ 209 w 229"/>
              <a:gd name="T33" fmla="*/ 112 h 316"/>
              <a:gd name="T34" fmla="*/ 169 w 229"/>
              <a:gd name="T35" fmla="*/ 170 h 316"/>
              <a:gd name="T36" fmla="*/ 128 w 229"/>
              <a:gd name="T37" fmla="*/ 175 h 316"/>
              <a:gd name="T38" fmla="*/ 114 w 229"/>
              <a:gd name="T39" fmla="*/ 190 h 316"/>
              <a:gd name="T40" fmla="*/ 115 w 229"/>
              <a:gd name="T41" fmla="*/ 196 h 316"/>
              <a:gd name="T42" fmla="*/ 115 w 229"/>
              <a:gd name="T43" fmla="*/ 219 h 316"/>
              <a:gd name="T44" fmla="*/ 109 w 229"/>
              <a:gd name="T45" fmla="*/ 226 h 316"/>
              <a:gd name="T46" fmla="*/ 89 w 229"/>
              <a:gd name="T47" fmla="*/ 246 h 316"/>
              <a:gd name="T48" fmla="*/ 95 w 229"/>
              <a:gd name="T49" fmla="*/ 260 h 316"/>
              <a:gd name="T50" fmla="*/ 113 w 229"/>
              <a:gd name="T51" fmla="*/ 259 h 316"/>
              <a:gd name="T52" fmla="*/ 148 w 229"/>
              <a:gd name="T53" fmla="*/ 248 h 316"/>
              <a:gd name="T54" fmla="*/ 170 w 229"/>
              <a:gd name="T55" fmla="*/ 243 h 316"/>
              <a:gd name="T56" fmla="*/ 187 w 229"/>
              <a:gd name="T57" fmla="*/ 237 h 316"/>
              <a:gd name="T58" fmla="*/ 212 w 229"/>
              <a:gd name="T59" fmla="*/ 229 h 316"/>
              <a:gd name="T60" fmla="*/ 220 w 229"/>
              <a:gd name="T61" fmla="*/ 229 h 316"/>
              <a:gd name="T62" fmla="*/ 227 w 229"/>
              <a:gd name="T63" fmla="*/ 241 h 316"/>
              <a:gd name="T64" fmla="*/ 214 w 229"/>
              <a:gd name="T65" fmla="*/ 267 h 316"/>
              <a:gd name="T66" fmla="*/ 203 w 229"/>
              <a:gd name="T67" fmla="*/ 277 h 316"/>
              <a:gd name="T68" fmla="*/ 174 w 229"/>
              <a:gd name="T69" fmla="*/ 289 h 316"/>
              <a:gd name="T70" fmla="*/ 140 w 229"/>
              <a:gd name="T71" fmla="*/ 298 h 316"/>
              <a:gd name="T72" fmla="*/ 127 w 229"/>
              <a:gd name="T73" fmla="*/ 298 h 316"/>
              <a:gd name="T74" fmla="*/ 116 w 229"/>
              <a:gd name="T75" fmla="*/ 301 h 316"/>
              <a:gd name="T76" fmla="*/ 55 w 229"/>
              <a:gd name="T77" fmla="*/ 304 h 316"/>
              <a:gd name="T78" fmla="*/ 44 w 229"/>
              <a:gd name="T79" fmla="*/ 292 h 316"/>
              <a:gd name="T80" fmla="*/ 27 w 229"/>
              <a:gd name="T81" fmla="*/ 257 h 316"/>
              <a:gd name="T82" fmla="*/ 25 w 229"/>
              <a:gd name="T83" fmla="*/ 252 h 316"/>
              <a:gd name="T84" fmla="*/ 18 w 229"/>
              <a:gd name="T85" fmla="*/ 217 h 316"/>
              <a:gd name="T86" fmla="*/ 18 w 229"/>
              <a:gd name="T87" fmla="*/ 210 h 316"/>
              <a:gd name="T88" fmla="*/ 1 w 229"/>
              <a:gd name="T89" fmla="*/ 140 h 316"/>
              <a:gd name="T90" fmla="*/ 0 w 229"/>
              <a:gd name="T91" fmla="*/ 134 h 316"/>
              <a:gd name="T92" fmla="*/ 18 w 229"/>
              <a:gd name="T93" fmla="*/ 50 h 316"/>
              <a:gd name="T94" fmla="*/ 32 w 229"/>
              <a:gd name="T95" fmla="*/ 4 h 316"/>
              <a:gd name="T96" fmla="*/ 34 w 229"/>
              <a:gd name="T97" fmla="*/ 0 h 316"/>
            </a:gdLst>
            <a:rect l="0" t="0" r="r" b="b"/>
            <a:pathLst>
              <a:path w="229" h="316">
                <a:moveTo>
                  <a:pt x="34" y="0"/>
                </a:moveTo>
                <a:cubicBezTo>
                  <a:pt x="35" y="1"/>
                  <a:pt x="36" y="2"/>
                  <a:pt x="37" y="2"/>
                </a:cubicBezTo>
                <a:cubicBezTo>
                  <a:pt x="48" y="12"/>
                  <a:pt x="58" y="22"/>
                  <a:pt x="69" y="32"/>
                </a:cubicBezTo>
                <a:cubicBezTo>
                  <a:pt x="71" y="34"/>
                  <a:pt x="72" y="36"/>
                  <a:pt x="73" y="38"/>
                </a:cubicBezTo>
                <a:cubicBezTo>
                  <a:pt x="86" y="63"/>
                  <a:pt x="94" y="89"/>
                  <a:pt x="99" y="117"/>
                </a:cubicBezTo>
                <a:cubicBezTo>
                  <a:pt x="99" y="120"/>
                  <a:pt x="100" y="124"/>
                  <a:pt x="101" y="128"/>
                </a:cubicBezTo>
                <a:cubicBezTo>
                  <a:pt x="103" y="133"/>
                  <a:pt x="107" y="134"/>
                  <a:pt x="112" y="132"/>
                </a:cubicBezTo>
                <a:cubicBezTo>
                  <a:pt x="115" y="130"/>
                  <a:pt x="117" y="129"/>
                  <a:pt x="120" y="127"/>
                </a:cubicBezTo>
                <a:cubicBezTo>
                  <a:pt x="128" y="121"/>
                  <a:pt x="136" y="115"/>
                  <a:pt x="145" y="109"/>
                </a:cubicBezTo>
                <a:cubicBezTo>
                  <a:pt x="147" y="108"/>
                  <a:pt x="148" y="106"/>
                  <a:pt x="148" y="103"/>
                </a:cubicBezTo>
                <a:cubicBezTo>
                  <a:pt x="148" y="95"/>
                  <a:pt x="148" y="88"/>
                  <a:pt x="148" y="80"/>
                </a:cubicBezTo>
                <a:cubicBezTo>
                  <a:pt x="148" y="75"/>
                  <a:pt x="153" y="69"/>
                  <a:pt x="159" y="69"/>
                </a:cubicBezTo>
                <a:cubicBezTo>
                  <a:pt x="160" y="69"/>
                  <a:pt x="162" y="70"/>
                  <a:pt x="162" y="71"/>
                </a:cubicBezTo>
                <a:cubicBezTo>
                  <a:pt x="163" y="72"/>
                  <a:pt x="164" y="73"/>
                  <a:pt x="164" y="75"/>
                </a:cubicBezTo>
                <a:cubicBezTo>
                  <a:pt x="164" y="79"/>
                  <a:pt x="167" y="83"/>
                  <a:pt x="171" y="86"/>
                </a:cubicBezTo>
                <a:cubicBezTo>
                  <a:pt x="181" y="94"/>
                  <a:pt x="192" y="100"/>
                  <a:pt x="204" y="104"/>
                </a:cubicBezTo>
                <a:cubicBezTo>
                  <a:pt x="208" y="106"/>
                  <a:pt x="209" y="108"/>
                  <a:pt x="209" y="112"/>
                </a:cubicBezTo>
                <a:cubicBezTo>
                  <a:pt x="210" y="140"/>
                  <a:pt x="196" y="160"/>
                  <a:pt x="169" y="170"/>
                </a:cubicBezTo>
                <a:cubicBezTo>
                  <a:pt x="156" y="175"/>
                  <a:pt x="142" y="177"/>
                  <a:pt x="128" y="175"/>
                </a:cubicBezTo>
                <a:cubicBezTo>
                  <a:pt x="119" y="173"/>
                  <a:pt x="112" y="182"/>
                  <a:pt x="114" y="190"/>
                </a:cubicBezTo>
                <a:cubicBezTo>
                  <a:pt x="114" y="192"/>
                  <a:pt x="115" y="194"/>
                  <a:pt x="115" y="196"/>
                </a:cubicBezTo>
                <a:cubicBezTo>
                  <a:pt x="118" y="203"/>
                  <a:pt x="118" y="211"/>
                  <a:pt x="115" y="219"/>
                </a:cubicBezTo>
                <a:cubicBezTo>
                  <a:pt x="114" y="222"/>
                  <a:pt x="112" y="224"/>
                  <a:pt x="109" y="226"/>
                </a:cubicBezTo>
                <a:cubicBezTo>
                  <a:pt x="101" y="231"/>
                  <a:pt x="95" y="238"/>
                  <a:pt x="89" y="246"/>
                </a:cubicBezTo>
                <a:cubicBezTo>
                  <a:pt x="84" y="254"/>
                  <a:pt x="85" y="258"/>
                  <a:pt x="95" y="260"/>
                </a:cubicBezTo>
                <a:cubicBezTo>
                  <a:pt x="101" y="261"/>
                  <a:pt x="107" y="261"/>
                  <a:pt x="113" y="259"/>
                </a:cubicBezTo>
                <a:cubicBezTo>
                  <a:pt x="125" y="256"/>
                  <a:pt x="137" y="252"/>
                  <a:pt x="148" y="248"/>
                </a:cubicBezTo>
                <a:cubicBezTo>
                  <a:pt x="155" y="245"/>
                  <a:pt x="162" y="243"/>
                  <a:pt x="170" y="243"/>
                </a:cubicBezTo>
                <a:cubicBezTo>
                  <a:pt x="176" y="242"/>
                  <a:pt x="182" y="240"/>
                  <a:pt x="187" y="237"/>
                </a:cubicBezTo>
                <a:cubicBezTo>
                  <a:pt x="195" y="234"/>
                  <a:pt x="203" y="230"/>
                  <a:pt x="212" y="229"/>
                </a:cubicBezTo>
                <a:cubicBezTo>
                  <a:pt x="214" y="229"/>
                  <a:pt x="217" y="229"/>
                  <a:pt x="220" y="229"/>
                </a:cubicBezTo>
                <a:cubicBezTo>
                  <a:pt x="226" y="230"/>
                  <a:pt x="229" y="236"/>
                  <a:pt x="227" y="241"/>
                </a:cubicBezTo>
                <a:cubicBezTo>
                  <a:pt x="223" y="250"/>
                  <a:pt x="218" y="259"/>
                  <a:pt x="214" y="267"/>
                </a:cubicBezTo>
                <a:cubicBezTo>
                  <a:pt x="211" y="271"/>
                  <a:pt x="207" y="274"/>
                  <a:pt x="203" y="277"/>
                </a:cubicBezTo>
                <a:cubicBezTo>
                  <a:pt x="194" y="282"/>
                  <a:pt x="184" y="286"/>
                  <a:pt x="174" y="289"/>
                </a:cubicBezTo>
                <a:cubicBezTo>
                  <a:pt x="163" y="292"/>
                  <a:pt x="151" y="295"/>
                  <a:pt x="140" y="298"/>
                </a:cubicBezTo>
                <a:cubicBezTo>
                  <a:pt x="136" y="299"/>
                  <a:pt x="131" y="298"/>
                  <a:pt x="127" y="298"/>
                </a:cubicBezTo>
                <a:cubicBezTo>
                  <a:pt x="122" y="298"/>
                  <a:pt x="119" y="299"/>
                  <a:pt x="116" y="301"/>
                </a:cubicBezTo>
                <a:cubicBezTo>
                  <a:pt x="97" y="315"/>
                  <a:pt x="74" y="316"/>
                  <a:pt x="55" y="304"/>
                </a:cubicBezTo>
                <a:cubicBezTo>
                  <a:pt x="51" y="301"/>
                  <a:pt x="47" y="297"/>
                  <a:pt x="44" y="292"/>
                </a:cubicBezTo>
                <a:cubicBezTo>
                  <a:pt x="37" y="281"/>
                  <a:pt x="32" y="269"/>
                  <a:pt x="27" y="257"/>
                </a:cubicBezTo>
                <a:cubicBezTo>
                  <a:pt x="26" y="255"/>
                  <a:pt x="26" y="254"/>
                  <a:pt x="25" y="252"/>
                </a:cubicBezTo>
                <a:cubicBezTo>
                  <a:pt x="20" y="241"/>
                  <a:pt x="17" y="230"/>
                  <a:pt x="18" y="217"/>
                </a:cubicBezTo>
                <a:cubicBezTo>
                  <a:pt x="19" y="215"/>
                  <a:pt x="18" y="213"/>
                  <a:pt x="18" y="210"/>
                </a:cubicBezTo>
                <a:cubicBezTo>
                  <a:pt x="12" y="187"/>
                  <a:pt x="6" y="163"/>
                  <a:pt x="1" y="140"/>
                </a:cubicBezTo>
                <a:cubicBezTo>
                  <a:pt x="0" y="138"/>
                  <a:pt x="0" y="136"/>
                  <a:pt x="0" y="134"/>
                </a:cubicBezTo>
                <a:cubicBezTo>
                  <a:pt x="6" y="106"/>
                  <a:pt x="12" y="78"/>
                  <a:pt x="18" y="50"/>
                </a:cubicBezTo>
                <a:cubicBezTo>
                  <a:pt x="22" y="35"/>
                  <a:pt x="26" y="19"/>
                  <a:pt x="32" y="4"/>
                </a:cubicBezTo>
                <a:cubicBezTo>
                  <a:pt x="33" y="2"/>
                  <a:pt x="33" y="1"/>
                  <a:pt x="3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2" name="Freeform 13">
            <a:extLst xmlns:a="http://schemas.openxmlformats.org/drawingml/2006/main">
              <a:ext uri="{FF2B5EF4-FFF2-40B4-BE49-F238E27FC236}">
                <a16:creationId xmlns:a16="http://schemas.microsoft.com/office/drawing/2014/main" id="{F612FFD5-829F-4E83-8BC4-8C4B0667E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5489" y="493594"/>
            <a:ext cx="137428" cy="152255"/>
          </a:xfrm>
          <a:custGeom xmlns:a="http://schemas.openxmlformats.org/drawingml/2006/main">
            <a:gdLst>
              <a:gd name="T0" fmla="*/ 194 w 271"/>
              <a:gd name="T1" fmla="*/ 98 h 300"/>
              <a:gd name="T2" fmla="*/ 236 w 271"/>
              <a:gd name="T3" fmla="*/ 96 h 300"/>
              <a:gd name="T4" fmla="*/ 237 w 271"/>
              <a:gd name="T5" fmla="*/ 111 h 300"/>
              <a:gd name="T6" fmla="*/ 175 w 271"/>
              <a:gd name="T7" fmla="*/ 150 h 300"/>
              <a:gd name="T8" fmla="*/ 169 w 271"/>
              <a:gd name="T9" fmla="*/ 195 h 300"/>
              <a:gd name="T10" fmla="*/ 177 w 271"/>
              <a:gd name="T11" fmla="*/ 299 h 300"/>
              <a:gd name="T12" fmla="*/ 159 w 271"/>
              <a:gd name="T13" fmla="*/ 285 h 300"/>
              <a:gd name="T14" fmla="*/ 150 w 271"/>
              <a:gd name="T15" fmla="*/ 266 h 300"/>
              <a:gd name="T16" fmla="*/ 133 w 271"/>
              <a:gd name="T17" fmla="*/ 260 h 300"/>
              <a:gd name="T18" fmla="*/ 132 w 271"/>
              <a:gd name="T19" fmla="*/ 243 h 300"/>
              <a:gd name="T20" fmla="*/ 149 w 271"/>
              <a:gd name="T21" fmla="*/ 232 h 300"/>
              <a:gd name="T22" fmla="*/ 139 w 271"/>
              <a:gd name="T23" fmla="*/ 197 h 300"/>
              <a:gd name="T24" fmla="*/ 117 w 271"/>
              <a:gd name="T25" fmla="*/ 216 h 300"/>
              <a:gd name="T26" fmla="*/ 101 w 271"/>
              <a:gd name="T27" fmla="*/ 235 h 300"/>
              <a:gd name="T28" fmla="*/ 26 w 271"/>
              <a:gd name="T29" fmla="*/ 293 h 300"/>
              <a:gd name="T30" fmla="*/ 0 w 271"/>
              <a:gd name="T31" fmla="*/ 243 h 300"/>
              <a:gd name="T32" fmla="*/ 9 w 271"/>
              <a:gd name="T33" fmla="*/ 237 h 300"/>
              <a:gd name="T34" fmla="*/ 32 w 271"/>
              <a:gd name="T35" fmla="*/ 234 h 300"/>
              <a:gd name="T36" fmla="*/ 59 w 271"/>
              <a:gd name="T37" fmla="*/ 219 h 300"/>
              <a:gd name="T38" fmla="*/ 116 w 271"/>
              <a:gd name="T39" fmla="*/ 185 h 300"/>
              <a:gd name="T40" fmla="*/ 145 w 271"/>
              <a:gd name="T41" fmla="*/ 155 h 300"/>
              <a:gd name="T42" fmla="*/ 133 w 271"/>
              <a:gd name="T43" fmla="*/ 142 h 300"/>
              <a:gd name="T44" fmla="*/ 145 w 271"/>
              <a:gd name="T45" fmla="*/ 112 h 300"/>
              <a:gd name="T46" fmla="*/ 143 w 271"/>
              <a:gd name="T47" fmla="*/ 104 h 300"/>
              <a:gd name="T48" fmla="*/ 124 w 271"/>
              <a:gd name="T49" fmla="*/ 108 h 300"/>
              <a:gd name="T50" fmla="*/ 121 w 271"/>
              <a:gd name="T51" fmla="*/ 140 h 300"/>
              <a:gd name="T52" fmla="*/ 87 w 271"/>
              <a:gd name="T53" fmla="*/ 188 h 300"/>
              <a:gd name="T54" fmla="*/ 73 w 271"/>
              <a:gd name="T55" fmla="*/ 176 h 300"/>
              <a:gd name="T56" fmla="*/ 67 w 271"/>
              <a:gd name="T57" fmla="*/ 159 h 300"/>
              <a:gd name="T58" fmla="*/ 66 w 271"/>
              <a:gd name="T59" fmla="*/ 63 h 300"/>
              <a:gd name="T60" fmla="*/ 72 w 271"/>
              <a:gd name="T61" fmla="*/ 47 h 300"/>
              <a:gd name="T62" fmla="*/ 88 w 271"/>
              <a:gd name="T63" fmla="*/ 55 h 300"/>
              <a:gd name="T64" fmla="*/ 109 w 271"/>
              <a:gd name="T65" fmla="*/ 63 h 300"/>
              <a:gd name="T66" fmla="*/ 160 w 271"/>
              <a:gd name="T67" fmla="*/ 28 h 300"/>
              <a:gd name="T68" fmla="*/ 187 w 271"/>
              <a:gd name="T69" fmla="*/ 16 h 300"/>
              <a:gd name="T70" fmla="*/ 258 w 271"/>
              <a:gd name="T71" fmla="*/ 4 h 300"/>
              <a:gd name="T72" fmla="*/ 271 w 271"/>
              <a:gd name="T73" fmla="*/ 16 h 300"/>
              <a:gd name="T74" fmla="*/ 248 w 271"/>
              <a:gd name="T75" fmla="*/ 37 h 300"/>
              <a:gd name="T76" fmla="*/ 215 w 271"/>
              <a:gd name="T77" fmla="*/ 67 h 300"/>
              <a:gd name="T78" fmla="*/ 186 w 271"/>
              <a:gd name="T79" fmla="*/ 95 h 300"/>
            </a:gdLst>
            <a:rect l="0" t="0" r="r" b="b"/>
            <a:pathLst>
              <a:path w="271" h="300">
                <a:moveTo>
                  <a:pt x="185" y="102"/>
                </a:moveTo>
                <a:cubicBezTo>
                  <a:pt x="188" y="101"/>
                  <a:pt x="191" y="99"/>
                  <a:pt x="194" y="98"/>
                </a:cubicBezTo>
                <a:cubicBezTo>
                  <a:pt x="200" y="94"/>
                  <a:pt x="206" y="91"/>
                  <a:pt x="213" y="90"/>
                </a:cubicBezTo>
                <a:cubicBezTo>
                  <a:pt x="221" y="89"/>
                  <a:pt x="229" y="92"/>
                  <a:pt x="236" y="96"/>
                </a:cubicBezTo>
                <a:cubicBezTo>
                  <a:pt x="237" y="97"/>
                  <a:pt x="238" y="98"/>
                  <a:pt x="239" y="99"/>
                </a:cubicBezTo>
                <a:cubicBezTo>
                  <a:pt x="242" y="103"/>
                  <a:pt x="242" y="108"/>
                  <a:pt x="237" y="111"/>
                </a:cubicBezTo>
                <a:cubicBezTo>
                  <a:pt x="220" y="127"/>
                  <a:pt x="200" y="139"/>
                  <a:pt x="179" y="148"/>
                </a:cubicBezTo>
                <a:cubicBezTo>
                  <a:pt x="178" y="149"/>
                  <a:pt x="176" y="149"/>
                  <a:pt x="175" y="150"/>
                </a:cubicBezTo>
                <a:cubicBezTo>
                  <a:pt x="167" y="153"/>
                  <a:pt x="164" y="159"/>
                  <a:pt x="163" y="168"/>
                </a:cubicBezTo>
                <a:cubicBezTo>
                  <a:pt x="163" y="177"/>
                  <a:pt x="165" y="187"/>
                  <a:pt x="169" y="195"/>
                </a:cubicBezTo>
                <a:cubicBezTo>
                  <a:pt x="182" y="226"/>
                  <a:pt x="186" y="259"/>
                  <a:pt x="185" y="292"/>
                </a:cubicBezTo>
                <a:cubicBezTo>
                  <a:pt x="185" y="298"/>
                  <a:pt x="183" y="300"/>
                  <a:pt x="177" y="299"/>
                </a:cubicBezTo>
                <a:cubicBezTo>
                  <a:pt x="171" y="299"/>
                  <a:pt x="165" y="297"/>
                  <a:pt x="161" y="292"/>
                </a:cubicBezTo>
                <a:cubicBezTo>
                  <a:pt x="159" y="290"/>
                  <a:pt x="159" y="287"/>
                  <a:pt x="159" y="285"/>
                </a:cubicBezTo>
                <a:cubicBezTo>
                  <a:pt x="159" y="284"/>
                  <a:pt x="159" y="282"/>
                  <a:pt x="159" y="281"/>
                </a:cubicBezTo>
                <a:cubicBezTo>
                  <a:pt x="159" y="274"/>
                  <a:pt x="156" y="269"/>
                  <a:pt x="150" y="266"/>
                </a:cubicBezTo>
                <a:cubicBezTo>
                  <a:pt x="146" y="263"/>
                  <a:pt x="141" y="262"/>
                  <a:pt x="136" y="260"/>
                </a:cubicBezTo>
                <a:cubicBezTo>
                  <a:pt x="135" y="260"/>
                  <a:pt x="134" y="260"/>
                  <a:pt x="133" y="260"/>
                </a:cubicBezTo>
                <a:cubicBezTo>
                  <a:pt x="129" y="258"/>
                  <a:pt x="126" y="255"/>
                  <a:pt x="126" y="252"/>
                </a:cubicBezTo>
                <a:cubicBezTo>
                  <a:pt x="125" y="248"/>
                  <a:pt x="128" y="244"/>
                  <a:pt x="132" y="243"/>
                </a:cubicBezTo>
                <a:cubicBezTo>
                  <a:pt x="134" y="242"/>
                  <a:pt x="136" y="242"/>
                  <a:pt x="138" y="242"/>
                </a:cubicBezTo>
                <a:cubicBezTo>
                  <a:pt x="144" y="241"/>
                  <a:pt x="147" y="238"/>
                  <a:pt x="149" y="232"/>
                </a:cubicBezTo>
                <a:cubicBezTo>
                  <a:pt x="153" y="220"/>
                  <a:pt x="151" y="208"/>
                  <a:pt x="144" y="197"/>
                </a:cubicBezTo>
                <a:cubicBezTo>
                  <a:pt x="142" y="195"/>
                  <a:pt x="141" y="195"/>
                  <a:pt x="139" y="197"/>
                </a:cubicBezTo>
                <a:cubicBezTo>
                  <a:pt x="138" y="197"/>
                  <a:pt x="137" y="198"/>
                  <a:pt x="136" y="199"/>
                </a:cubicBezTo>
                <a:cubicBezTo>
                  <a:pt x="129" y="205"/>
                  <a:pt x="123" y="210"/>
                  <a:pt x="117" y="216"/>
                </a:cubicBezTo>
                <a:cubicBezTo>
                  <a:pt x="112" y="220"/>
                  <a:pt x="108" y="225"/>
                  <a:pt x="105" y="231"/>
                </a:cubicBezTo>
                <a:cubicBezTo>
                  <a:pt x="104" y="232"/>
                  <a:pt x="103" y="233"/>
                  <a:pt x="101" y="235"/>
                </a:cubicBezTo>
                <a:cubicBezTo>
                  <a:pt x="84" y="253"/>
                  <a:pt x="66" y="270"/>
                  <a:pt x="48" y="288"/>
                </a:cubicBezTo>
                <a:cubicBezTo>
                  <a:pt x="41" y="296"/>
                  <a:pt x="35" y="297"/>
                  <a:pt x="26" y="293"/>
                </a:cubicBezTo>
                <a:cubicBezTo>
                  <a:pt x="20" y="291"/>
                  <a:pt x="16" y="287"/>
                  <a:pt x="13" y="282"/>
                </a:cubicBezTo>
                <a:cubicBezTo>
                  <a:pt x="4" y="271"/>
                  <a:pt x="1" y="257"/>
                  <a:pt x="0" y="243"/>
                </a:cubicBezTo>
                <a:cubicBezTo>
                  <a:pt x="0" y="240"/>
                  <a:pt x="1" y="239"/>
                  <a:pt x="3" y="239"/>
                </a:cubicBezTo>
                <a:cubicBezTo>
                  <a:pt x="5" y="238"/>
                  <a:pt x="7" y="237"/>
                  <a:pt x="9" y="237"/>
                </a:cubicBezTo>
                <a:cubicBezTo>
                  <a:pt x="13" y="235"/>
                  <a:pt x="16" y="235"/>
                  <a:pt x="20" y="237"/>
                </a:cubicBezTo>
                <a:cubicBezTo>
                  <a:pt x="24" y="239"/>
                  <a:pt x="28" y="238"/>
                  <a:pt x="32" y="234"/>
                </a:cubicBezTo>
                <a:cubicBezTo>
                  <a:pt x="34" y="233"/>
                  <a:pt x="37" y="231"/>
                  <a:pt x="39" y="230"/>
                </a:cubicBezTo>
                <a:cubicBezTo>
                  <a:pt x="46" y="226"/>
                  <a:pt x="52" y="222"/>
                  <a:pt x="59" y="219"/>
                </a:cubicBezTo>
                <a:cubicBezTo>
                  <a:pt x="60" y="218"/>
                  <a:pt x="62" y="217"/>
                  <a:pt x="63" y="216"/>
                </a:cubicBezTo>
                <a:cubicBezTo>
                  <a:pt x="81" y="206"/>
                  <a:pt x="98" y="195"/>
                  <a:pt x="116" y="185"/>
                </a:cubicBezTo>
                <a:cubicBezTo>
                  <a:pt x="122" y="181"/>
                  <a:pt x="128" y="177"/>
                  <a:pt x="134" y="172"/>
                </a:cubicBezTo>
                <a:cubicBezTo>
                  <a:pt x="139" y="168"/>
                  <a:pt x="143" y="163"/>
                  <a:pt x="145" y="155"/>
                </a:cubicBezTo>
                <a:cubicBezTo>
                  <a:pt x="143" y="155"/>
                  <a:pt x="142" y="154"/>
                  <a:pt x="140" y="154"/>
                </a:cubicBezTo>
                <a:cubicBezTo>
                  <a:pt x="134" y="152"/>
                  <a:pt x="132" y="148"/>
                  <a:pt x="133" y="142"/>
                </a:cubicBezTo>
                <a:cubicBezTo>
                  <a:pt x="134" y="140"/>
                  <a:pt x="135" y="137"/>
                  <a:pt x="136" y="135"/>
                </a:cubicBezTo>
                <a:cubicBezTo>
                  <a:pt x="139" y="127"/>
                  <a:pt x="142" y="119"/>
                  <a:pt x="145" y="112"/>
                </a:cubicBezTo>
                <a:cubicBezTo>
                  <a:pt x="145" y="111"/>
                  <a:pt x="146" y="110"/>
                  <a:pt x="146" y="109"/>
                </a:cubicBezTo>
                <a:cubicBezTo>
                  <a:pt x="147" y="105"/>
                  <a:pt x="146" y="104"/>
                  <a:pt x="143" y="104"/>
                </a:cubicBezTo>
                <a:cubicBezTo>
                  <a:pt x="140" y="104"/>
                  <a:pt x="138" y="104"/>
                  <a:pt x="135" y="105"/>
                </a:cubicBezTo>
                <a:cubicBezTo>
                  <a:pt x="132" y="106"/>
                  <a:pt x="128" y="107"/>
                  <a:pt x="124" y="108"/>
                </a:cubicBezTo>
                <a:cubicBezTo>
                  <a:pt x="122" y="109"/>
                  <a:pt x="121" y="111"/>
                  <a:pt x="121" y="113"/>
                </a:cubicBezTo>
                <a:cubicBezTo>
                  <a:pt x="121" y="122"/>
                  <a:pt x="121" y="131"/>
                  <a:pt x="121" y="140"/>
                </a:cubicBezTo>
                <a:cubicBezTo>
                  <a:pt x="121" y="142"/>
                  <a:pt x="120" y="144"/>
                  <a:pt x="119" y="146"/>
                </a:cubicBezTo>
                <a:cubicBezTo>
                  <a:pt x="108" y="160"/>
                  <a:pt x="98" y="174"/>
                  <a:pt x="87" y="188"/>
                </a:cubicBezTo>
                <a:cubicBezTo>
                  <a:pt x="87" y="189"/>
                  <a:pt x="86" y="189"/>
                  <a:pt x="86" y="190"/>
                </a:cubicBezTo>
                <a:cubicBezTo>
                  <a:pt x="81" y="185"/>
                  <a:pt x="77" y="181"/>
                  <a:pt x="73" y="176"/>
                </a:cubicBezTo>
                <a:cubicBezTo>
                  <a:pt x="70" y="173"/>
                  <a:pt x="69" y="170"/>
                  <a:pt x="69" y="166"/>
                </a:cubicBezTo>
                <a:cubicBezTo>
                  <a:pt x="68" y="164"/>
                  <a:pt x="68" y="161"/>
                  <a:pt x="67" y="159"/>
                </a:cubicBezTo>
                <a:cubicBezTo>
                  <a:pt x="58" y="138"/>
                  <a:pt x="57" y="117"/>
                  <a:pt x="63" y="95"/>
                </a:cubicBezTo>
                <a:cubicBezTo>
                  <a:pt x="67" y="84"/>
                  <a:pt x="67" y="74"/>
                  <a:pt x="66" y="63"/>
                </a:cubicBezTo>
                <a:cubicBezTo>
                  <a:pt x="66" y="60"/>
                  <a:pt x="66" y="57"/>
                  <a:pt x="66" y="54"/>
                </a:cubicBezTo>
                <a:cubicBezTo>
                  <a:pt x="66" y="50"/>
                  <a:pt x="68" y="47"/>
                  <a:pt x="72" y="47"/>
                </a:cubicBezTo>
                <a:cubicBezTo>
                  <a:pt x="75" y="46"/>
                  <a:pt x="78" y="47"/>
                  <a:pt x="80" y="48"/>
                </a:cubicBezTo>
                <a:cubicBezTo>
                  <a:pt x="83" y="50"/>
                  <a:pt x="85" y="52"/>
                  <a:pt x="88" y="55"/>
                </a:cubicBezTo>
                <a:cubicBezTo>
                  <a:pt x="90" y="57"/>
                  <a:pt x="91" y="59"/>
                  <a:pt x="93" y="61"/>
                </a:cubicBezTo>
                <a:cubicBezTo>
                  <a:pt x="99" y="66"/>
                  <a:pt x="103" y="67"/>
                  <a:pt x="109" y="63"/>
                </a:cubicBezTo>
                <a:cubicBezTo>
                  <a:pt x="117" y="58"/>
                  <a:pt x="125" y="53"/>
                  <a:pt x="133" y="48"/>
                </a:cubicBezTo>
                <a:cubicBezTo>
                  <a:pt x="142" y="41"/>
                  <a:pt x="151" y="35"/>
                  <a:pt x="160" y="28"/>
                </a:cubicBezTo>
                <a:cubicBezTo>
                  <a:pt x="163" y="25"/>
                  <a:pt x="167" y="24"/>
                  <a:pt x="171" y="23"/>
                </a:cubicBezTo>
                <a:cubicBezTo>
                  <a:pt x="177" y="23"/>
                  <a:pt x="182" y="20"/>
                  <a:pt x="187" y="16"/>
                </a:cubicBezTo>
                <a:cubicBezTo>
                  <a:pt x="196" y="6"/>
                  <a:pt x="208" y="2"/>
                  <a:pt x="221" y="1"/>
                </a:cubicBezTo>
                <a:cubicBezTo>
                  <a:pt x="233" y="0"/>
                  <a:pt x="246" y="0"/>
                  <a:pt x="258" y="4"/>
                </a:cubicBezTo>
                <a:cubicBezTo>
                  <a:pt x="261" y="5"/>
                  <a:pt x="264" y="7"/>
                  <a:pt x="267" y="9"/>
                </a:cubicBezTo>
                <a:cubicBezTo>
                  <a:pt x="270" y="10"/>
                  <a:pt x="271" y="13"/>
                  <a:pt x="271" y="16"/>
                </a:cubicBezTo>
                <a:cubicBezTo>
                  <a:pt x="271" y="18"/>
                  <a:pt x="271" y="19"/>
                  <a:pt x="269" y="21"/>
                </a:cubicBezTo>
                <a:cubicBezTo>
                  <a:pt x="262" y="26"/>
                  <a:pt x="255" y="31"/>
                  <a:pt x="248" y="37"/>
                </a:cubicBezTo>
                <a:cubicBezTo>
                  <a:pt x="240" y="43"/>
                  <a:pt x="232" y="50"/>
                  <a:pt x="226" y="58"/>
                </a:cubicBezTo>
                <a:cubicBezTo>
                  <a:pt x="223" y="62"/>
                  <a:pt x="219" y="65"/>
                  <a:pt x="215" y="67"/>
                </a:cubicBezTo>
                <a:cubicBezTo>
                  <a:pt x="213" y="68"/>
                  <a:pt x="212" y="69"/>
                  <a:pt x="211" y="70"/>
                </a:cubicBezTo>
                <a:cubicBezTo>
                  <a:pt x="202" y="79"/>
                  <a:pt x="194" y="87"/>
                  <a:pt x="186" y="95"/>
                </a:cubicBezTo>
                <a:cubicBezTo>
                  <a:pt x="184" y="97"/>
                  <a:pt x="183" y="99"/>
                  <a:pt x="185" y="10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3" name="Freeform 14">
            <a:extLst xmlns:a="http://schemas.openxmlformats.org/drawingml/2006/main">
              <a:ext uri="{FF2B5EF4-FFF2-40B4-BE49-F238E27FC236}">
                <a16:creationId xmlns:a16="http://schemas.microsoft.com/office/drawing/2014/main" id="{A5B69AE2-3EB0-4756-89E6-01F50F19B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1601" y="548337"/>
            <a:ext cx="141990" cy="90098"/>
          </a:xfrm>
          <a:custGeom xmlns:a="http://schemas.openxmlformats.org/drawingml/2006/main">
            <a:gdLst>
              <a:gd name="T0" fmla="*/ 16 w 280"/>
              <a:gd name="T1" fmla="*/ 133 h 178"/>
              <a:gd name="T2" fmla="*/ 14 w 280"/>
              <a:gd name="T3" fmla="*/ 124 h 178"/>
              <a:gd name="T4" fmla="*/ 2 w 280"/>
              <a:gd name="T5" fmla="*/ 103 h 178"/>
              <a:gd name="T6" fmla="*/ 6 w 280"/>
              <a:gd name="T7" fmla="*/ 81 h 178"/>
              <a:gd name="T8" fmla="*/ 16 w 280"/>
              <a:gd name="T9" fmla="*/ 77 h 178"/>
              <a:gd name="T10" fmla="*/ 22 w 280"/>
              <a:gd name="T11" fmla="*/ 77 h 178"/>
              <a:gd name="T12" fmla="*/ 40 w 280"/>
              <a:gd name="T13" fmla="*/ 71 h 178"/>
              <a:gd name="T14" fmla="*/ 54 w 280"/>
              <a:gd name="T15" fmla="*/ 64 h 178"/>
              <a:gd name="T16" fmla="*/ 63 w 280"/>
              <a:gd name="T17" fmla="*/ 61 h 178"/>
              <a:gd name="T18" fmla="*/ 144 w 280"/>
              <a:gd name="T19" fmla="*/ 25 h 178"/>
              <a:gd name="T20" fmla="*/ 169 w 280"/>
              <a:gd name="T21" fmla="*/ 16 h 178"/>
              <a:gd name="T22" fmla="*/ 186 w 280"/>
              <a:gd name="T23" fmla="*/ 13 h 178"/>
              <a:gd name="T24" fmla="*/ 209 w 280"/>
              <a:gd name="T25" fmla="*/ 9 h 178"/>
              <a:gd name="T26" fmla="*/ 224 w 280"/>
              <a:gd name="T27" fmla="*/ 3 h 178"/>
              <a:gd name="T28" fmla="*/ 233 w 280"/>
              <a:gd name="T29" fmla="*/ 0 h 178"/>
              <a:gd name="T30" fmla="*/ 265 w 280"/>
              <a:gd name="T31" fmla="*/ 5 h 178"/>
              <a:gd name="T32" fmla="*/ 274 w 280"/>
              <a:gd name="T33" fmla="*/ 29 h 178"/>
              <a:gd name="T34" fmla="*/ 256 w 280"/>
              <a:gd name="T35" fmla="*/ 50 h 178"/>
              <a:gd name="T36" fmla="*/ 245 w 280"/>
              <a:gd name="T37" fmla="*/ 53 h 178"/>
              <a:gd name="T38" fmla="*/ 220 w 280"/>
              <a:gd name="T39" fmla="*/ 56 h 178"/>
              <a:gd name="T40" fmla="*/ 213 w 280"/>
              <a:gd name="T41" fmla="*/ 58 h 178"/>
              <a:gd name="T42" fmla="*/ 208 w 280"/>
              <a:gd name="T43" fmla="*/ 67 h 178"/>
              <a:gd name="T44" fmla="*/ 210 w 280"/>
              <a:gd name="T45" fmla="*/ 76 h 178"/>
              <a:gd name="T46" fmla="*/ 218 w 280"/>
              <a:gd name="T47" fmla="*/ 92 h 178"/>
              <a:gd name="T48" fmla="*/ 224 w 280"/>
              <a:gd name="T49" fmla="*/ 115 h 178"/>
              <a:gd name="T50" fmla="*/ 220 w 280"/>
              <a:gd name="T51" fmla="*/ 146 h 178"/>
              <a:gd name="T52" fmla="*/ 197 w 280"/>
              <a:gd name="T53" fmla="*/ 163 h 178"/>
              <a:gd name="T54" fmla="*/ 189 w 280"/>
              <a:gd name="T55" fmla="*/ 163 h 178"/>
              <a:gd name="T56" fmla="*/ 181 w 280"/>
              <a:gd name="T57" fmla="*/ 167 h 178"/>
              <a:gd name="T58" fmla="*/ 178 w 280"/>
              <a:gd name="T59" fmla="*/ 170 h 178"/>
              <a:gd name="T60" fmla="*/ 156 w 280"/>
              <a:gd name="T61" fmla="*/ 175 h 178"/>
              <a:gd name="T62" fmla="*/ 140 w 280"/>
              <a:gd name="T63" fmla="*/ 166 h 178"/>
              <a:gd name="T64" fmla="*/ 126 w 280"/>
              <a:gd name="T65" fmla="*/ 162 h 178"/>
              <a:gd name="T66" fmla="*/ 119 w 280"/>
              <a:gd name="T67" fmla="*/ 160 h 178"/>
              <a:gd name="T68" fmla="*/ 113 w 280"/>
              <a:gd name="T69" fmla="*/ 150 h 178"/>
              <a:gd name="T70" fmla="*/ 115 w 280"/>
              <a:gd name="T71" fmla="*/ 147 h 178"/>
              <a:gd name="T72" fmla="*/ 122 w 280"/>
              <a:gd name="T73" fmla="*/ 147 h 178"/>
              <a:gd name="T74" fmla="*/ 166 w 280"/>
              <a:gd name="T75" fmla="*/ 141 h 178"/>
              <a:gd name="T76" fmla="*/ 185 w 280"/>
              <a:gd name="T77" fmla="*/ 129 h 178"/>
              <a:gd name="T78" fmla="*/ 188 w 280"/>
              <a:gd name="T79" fmla="*/ 120 h 178"/>
              <a:gd name="T80" fmla="*/ 185 w 280"/>
              <a:gd name="T81" fmla="*/ 92 h 178"/>
              <a:gd name="T82" fmla="*/ 184 w 280"/>
              <a:gd name="T83" fmla="*/ 77 h 178"/>
              <a:gd name="T84" fmla="*/ 179 w 280"/>
              <a:gd name="T85" fmla="*/ 71 h 178"/>
              <a:gd name="T86" fmla="*/ 163 w 280"/>
              <a:gd name="T87" fmla="*/ 75 h 178"/>
              <a:gd name="T88" fmla="*/ 158 w 280"/>
              <a:gd name="T89" fmla="*/ 79 h 178"/>
              <a:gd name="T90" fmla="*/ 145 w 280"/>
              <a:gd name="T91" fmla="*/ 82 h 178"/>
              <a:gd name="T92" fmla="*/ 116 w 280"/>
              <a:gd name="T93" fmla="*/ 91 h 178"/>
              <a:gd name="T94" fmla="*/ 80 w 280"/>
              <a:gd name="T95" fmla="*/ 118 h 178"/>
              <a:gd name="T96" fmla="*/ 52 w 280"/>
              <a:gd name="T97" fmla="*/ 135 h 178"/>
              <a:gd name="T98" fmla="*/ 22 w 280"/>
              <a:gd name="T99" fmla="*/ 136 h 178"/>
              <a:gd name="T100" fmla="*/ 18 w 280"/>
              <a:gd name="T101" fmla="*/ 134 h 178"/>
              <a:gd name="T102" fmla="*/ 16 w 280"/>
              <a:gd name="T103" fmla="*/ 133 h 178"/>
            </a:gdLst>
            <a:rect l="0" t="0" r="r" b="b"/>
            <a:pathLst>
              <a:path w="280" h="178">
                <a:moveTo>
                  <a:pt x="16" y="133"/>
                </a:moveTo>
                <a:cubicBezTo>
                  <a:pt x="18" y="129"/>
                  <a:pt x="16" y="127"/>
                  <a:pt x="14" y="124"/>
                </a:cubicBezTo>
                <a:cubicBezTo>
                  <a:pt x="9" y="118"/>
                  <a:pt x="5" y="111"/>
                  <a:pt x="2" y="103"/>
                </a:cubicBezTo>
                <a:cubicBezTo>
                  <a:pt x="0" y="95"/>
                  <a:pt x="1" y="88"/>
                  <a:pt x="6" y="81"/>
                </a:cubicBezTo>
                <a:cubicBezTo>
                  <a:pt x="9" y="78"/>
                  <a:pt x="12" y="76"/>
                  <a:pt x="16" y="77"/>
                </a:cubicBezTo>
                <a:cubicBezTo>
                  <a:pt x="18" y="77"/>
                  <a:pt x="20" y="76"/>
                  <a:pt x="22" y="77"/>
                </a:cubicBezTo>
                <a:cubicBezTo>
                  <a:pt x="29" y="79"/>
                  <a:pt x="36" y="76"/>
                  <a:pt x="40" y="71"/>
                </a:cubicBezTo>
                <a:cubicBezTo>
                  <a:pt x="44" y="67"/>
                  <a:pt x="49" y="65"/>
                  <a:pt x="54" y="64"/>
                </a:cubicBezTo>
                <a:cubicBezTo>
                  <a:pt x="57" y="64"/>
                  <a:pt x="60" y="62"/>
                  <a:pt x="63" y="61"/>
                </a:cubicBezTo>
                <a:cubicBezTo>
                  <a:pt x="89" y="47"/>
                  <a:pt x="116" y="35"/>
                  <a:pt x="144" y="25"/>
                </a:cubicBezTo>
                <a:cubicBezTo>
                  <a:pt x="152" y="22"/>
                  <a:pt x="161" y="19"/>
                  <a:pt x="169" y="16"/>
                </a:cubicBezTo>
                <a:cubicBezTo>
                  <a:pt x="174" y="14"/>
                  <a:pt x="180" y="14"/>
                  <a:pt x="186" y="13"/>
                </a:cubicBezTo>
                <a:cubicBezTo>
                  <a:pt x="194" y="12"/>
                  <a:pt x="201" y="11"/>
                  <a:pt x="209" y="9"/>
                </a:cubicBezTo>
                <a:cubicBezTo>
                  <a:pt x="214" y="8"/>
                  <a:pt x="219" y="5"/>
                  <a:pt x="224" y="3"/>
                </a:cubicBezTo>
                <a:cubicBezTo>
                  <a:pt x="227" y="1"/>
                  <a:pt x="230" y="0"/>
                  <a:pt x="233" y="0"/>
                </a:cubicBezTo>
                <a:cubicBezTo>
                  <a:pt x="244" y="0"/>
                  <a:pt x="255" y="1"/>
                  <a:pt x="265" y="5"/>
                </a:cubicBezTo>
                <a:cubicBezTo>
                  <a:pt x="276" y="9"/>
                  <a:pt x="280" y="19"/>
                  <a:pt x="274" y="29"/>
                </a:cubicBezTo>
                <a:cubicBezTo>
                  <a:pt x="270" y="38"/>
                  <a:pt x="263" y="45"/>
                  <a:pt x="256" y="50"/>
                </a:cubicBezTo>
                <a:cubicBezTo>
                  <a:pt x="252" y="53"/>
                  <a:pt x="249" y="53"/>
                  <a:pt x="245" y="53"/>
                </a:cubicBezTo>
                <a:cubicBezTo>
                  <a:pt x="236" y="54"/>
                  <a:pt x="228" y="55"/>
                  <a:pt x="220" y="56"/>
                </a:cubicBezTo>
                <a:cubicBezTo>
                  <a:pt x="218" y="57"/>
                  <a:pt x="215" y="57"/>
                  <a:pt x="213" y="58"/>
                </a:cubicBezTo>
                <a:cubicBezTo>
                  <a:pt x="209" y="60"/>
                  <a:pt x="208" y="63"/>
                  <a:pt x="208" y="67"/>
                </a:cubicBezTo>
                <a:cubicBezTo>
                  <a:pt x="208" y="70"/>
                  <a:pt x="209" y="73"/>
                  <a:pt x="210" y="76"/>
                </a:cubicBezTo>
                <a:cubicBezTo>
                  <a:pt x="213" y="82"/>
                  <a:pt x="215" y="87"/>
                  <a:pt x="218" y="92"/>
                </a:cubicBezTo>
                <a:cubicBezTo>
                  <a:pt x="221" y="100"/>
                  <a:pt x="224" y="107"/>
                  <a:pt x="224" y="115"/>
                </a:cubicBezTo>
                <a:cubicBezTo>
                  <a:pt x="224" y="126"/>
                  <a:pt x="223" y="136"/>
                  <a:pt x="220" y="146"/>
                </a:cubicBezTo>
                <a:cubicBezTo>
                  <a:pt x="216" y="157"/>
                  <a:pt x="209" y="162"/>
                  <a:pt x="197" y="163"/>
                </a:cubicBezTo>
                <a:cubicBezTo>
                  <a:pt x="194" y="163"/>
                  <a:pt x="192" y="163"/>
                  <a:pt x="189" y="163"/>
                </a:cubicBezTo>
                <a:cubicBezTo>
                  <a:pt x="186" y="163"/>
                  <a:pt x="183" y="163"/>
                  <a:pt x="181" y="167"/>
                </a:cubicBezTo>
                <a:cubicBezTo>
                  <a:pt x="180" y="168"/>
                  <a:pt x="179" y="169"/>
                  <a:pt x="178" y="170"/>
                </a:cubicBezTo>
                <a:cubicBezTo>
                  <a:pt x="171" y="176"/>
                  <a:pt x="164" y="178"/>
                  <a:pt x="156" y="175"/>
                </a:cubicBezTo>
                <a:cubicBezTo>
                  <a:pt x="151" y="172"/>
                  <a:pt x="145" y="169"/>
                  <a:pt x="140" y="166"/>
                </a:cubicBezTo>
                <a:cubicBezTo>
                  <a:pt x="136" y="163"/>
                  <a:pt x="132" y="162"/>
                  <a:pt x="126" y="162"/>
                </a:cubicBezTo>
                <a:cubicBezTo>
                  <a:pt x="124" y="162"/>
                  <a:pt x="121" y="163"/>
                  <a:pt x="119" y="160"/>
                </a:cubicBezTo>
                <a:cubicBezTo>
                  <a:pt x="116" y="157"/>
                  <a:pt x="114" y="154"/>
                  <a:pt x="113" y="150"/>
                </a:cubicBezTo>
                <a:cubicBezTo>
                  <a:pt x="112" y="148"/>
                  <a:pt x="113" y="147"/>
                  <a:pt x="115" y="147"/>
                </a:cubicBezTo>
                <a:cubicBezTo>
                  <a:pt x="117" y="147"/>
                  <a:pt x="120" y="147"/>
                  <a:pt x="122" y="147"/>
                </a:cubicBezTo>
                <a:cubicBezTo>
                  <a:pt x="137" y="148"/>
                  <a:pt x="152" y="146"/>
                  <a:pt x="166" y="141"/>
                </a:cubicBezTo>
                <a:cubicBezTo>
                  <a:pt x="173" y="138"/>
                  <a:pt x="179" y="134"/>
                  <a:pt x="185" y="129"/>
                </a:cubicBezTo>
                <a:cubicBezTo>
                  <a:pt x="188" y="126"/>
                  <a:pt x="189" y="123"/>
                  <a:pt x="188" y="120"/>
                </a:cubicBezTo>
                <a:cubicBezTo>
                  <a:pt x="187" y="111"/>
                  <a:pt x="186" y="102"/>
                  <a:pt x="185" y="92"/>
                </a:cubicBezTo>
                <a:cubicBezTo>
                  <a:pt x="184" y="87"/>
                  <a:pt x="184" y="82"/>
                  <a:pt x="184" y="77"/>
                </a:cubicBezTo>
                <a:cubicBezTo>
                  <a:pt x="184" y="73"/>
                  <a:pt x="183" y="71"/>
                  <a:pt x="179" y="71"/>
                </a:cubicBezTo>
                <a:cubicBezTo>
                  <a:pt x="173" y="70"/>
                  <a:pt x="168" y="70"/>
                  <a:pt x="163" y="75"/>
                </a:cubicBezTo>
                <a:cubicBezTo>
                  <a:pt x="162" y="76"/>
                  <a:pt x="160" y="77"/>
                  <a:pt x="158" y="79"/>
                </a:cubicBezTo>
                <a:cubicBezTo>
                  <a:pt x="154" y="81"/>
                  <a:pt x="150" y="83"/>
                  <a:pt x="145" y="82"/>
                </a:cubicBezTo>
                <a:cubicBezTo>
                  <a:pt x="134" y="82"/>
                  <a:pt x="124" y="85"/>
                  <a:pt x="116" y="91"/>
                </a:cubicBezTo>
                <a:cubicBezTo>
                  <a:pt x="104" y="100"/>
                  <a:pt x="92" y="109"/>
                  <a:pt x="80" y="118"/>
                </a:cubicBezTo>
                <a:cubicBezTo>
                  <a:pt x="71" y="124"/>
                  <a:pt x="62" y="131"/>
                  <a:pt x="52" y="135"/>
                </a:cubicBezTo>
                <a:cubicBezTo>
                  <a:pt x="42" y="139"/>
                  <a:pt x="32" y="140"/>
                  <a:pt x="22" y="136"/>
                </a:cubicBezTo>
                <a:cubicBezTo>
                  <a:pt x="20" y="136"/>
                  <a:pt x="19" y="135"/>
                  <a:pt x="18" y="134"/>
                </a:cubicBezTo>
                <a:cubicBezTo>
                  <a:pt x="17" y="134"/>
                  <a:pt x="17" y="134"/>
                  <a:pt x="16" y="133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4" name="Freeform 15">
            <a:extLst xmlns:a="http://schemas.openxmlformats.org/drawingml/2006/main">
              <a:ext uri="{FF2B5EF4-FFF2-40B4-BE49-F238E27FC236}">
                <a16:creationId xmlns:a16="http://schemas.microsoft.com/office/drawing/2014/main" id="{412D13B3-0592-4926-B793-03F24351A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703" y="432578"/>
            <a:ext cx="107776" cy="57594"/>
          </a:xfrm>
          <a:custGeom xmlns:a="http://schemas.openxmlformats.org/drawingml/2006/main">
            <a:gdLst>
              <a:gd name="T0" fmla="*/ 197 w 212"/>
              <a:gd name="T1" fmla="*/ 0 h 114"/>
              <a:gd name="T2" fmla="*/ 205 w 212"/>
              <a:gd name="T3" fmla="*/ 0 h 114"/>
              <a:gd name="T4" fmla="*/ 211 w 212"/>
              <a:gd name="T5" fmla="*/ 9 h 114"/>
              <a:gd name="T6" fmla="*/ 191 w 212"/>
              <a:gd name="T7" fmla="*/ 29 h 114"/>
              <a:gd name="T8" fmla="*/ 187 w 212"/>
              <a:gd name="T9" fmla="*/ 29 h 114"/>
              <a:gd name="T10" fmla="*/ 174 w 212"/>
              <a:gd name="T11" fmla="*/ 33 h 114"/>
              <a:gd name="T12" fmla="*/ 132 w 212"/>
              <a:gd name="T13" fmla="*/ 67 h 114"/>
              <a:gd name="T14" fmla="*/ 109 w 212"/>
              <a:gd name="T15" fmla="*/ 91 h 114"/>
              <a:gd name="T16" fmla="*/ 71 w 212"/>
              <a:gd name="T17" fmla="*/ 112 h 114"/>
              <a:gd name="T18" fmla="*/ 40 w 212"/>
              <a:gd name="T19" fmla="*/ 108 h 114"/>
              <a:gd name="T20" fmla="*/ 9 w 212"/>
              <a:gd name="T21" fmla="*/ 90 h 114"/>
              <a:gd name="T22" fmla="*/ 8 w 212"/>
              <a:gd name="T23" fmla="*/ 89 h 114"/>
              <a:gd name="T24" fmla="*/ 11 w 212"/>
              <a:gd name="T25" fmla="*/ 64 h 114"/>
              <a:gd name="T26" fmla="*/ 15 w 212"/>
              <a:gd name="T27" fmla="*/ 62 h 114"/>
              <a:gd name="T28" fmla="*/ 114 w 212"/>
              <a:gd name="T29" fmla="*/ 23 h 114"/>
              <a:gd name="T30" fmla="*/ 130 w 212"/>
              <a:gd name="T31" fmla="*/ 18 h 114"/>
              <a:gd name="T32" fmla="*/ 164 w 212"/>
              <a:gd name="T33" fmla="*/ 7 h 114"/>
              <a:gd name="T34" fmla="*/ 197 w 212"/>
              <a:gd name="T35" fmla="*/ 0 h 114"/>
            </a:gdLst>
            <a:rect l="0" t="0" r="r" b="b"/>
            <a:pathLst>
              <a:path w="212" h="114">
                <a:moveTo>
                  <a:pt x="197" y="0"/>
                </a:moveTo>
                <a:cubicBezTo>
                  <a:pt x="199" y="0"/>
                  <a:pt x="202" y="0"/>
                  <a:pt x="205" y="0"/>
                </a:cubicBezTo>
                <a:cubicBezTo>
                  <a:pt x="209" y="1"/>
                  <a:pt x="212" y="5"/>
                  <a:pt x="211" y="9"/>
                </a:cubicBezTo>
                <a:cubicBezTo>
                  <a:pt x="207" y="18"/>
                  <a:pt x="200" y="25"/>
                  <a:pt x="191" y="29"/>
                </a:cubicBezTo>
                <a:cubicBezTo>
                  <a:pt x="189" y="29"/>
                  <a:pt x="188" y="29"/>
                  <a:pt x="187" y="29"/>
                </a:cubicBezTo>
                <a:cubicBezTo>
                  <a:pt x="182" y="28"/>
                  <a:pt x="178" y="30"/>
                  <a:pt x="174" y="33"/>
                </a:cubicBezTo>
                <a:cubicBezTo>
                  <a:pt x="158" y="43"/>
                  <a:pt x="144" y="54"/>
                  <a:pt x="132" y="67"/>
                </a:cubicBezTo>
                <a:cubicBezTo>
                  <a:pt x="124" y="75"/>
                  <a:pt x="116" y="83"/>
                  <a:pt x="109" y="91"/>
                </a:cubicBezTo>
                <a:cubicBezTo>
                  <a:pt x="99" y="102"/>
                  <a:pt x="86" y="110"/>
                  <a:pt x="71" y="112"/>
                </a:cubicBezTo>
                <a:cubicBezTo>
                  <a:pt x="61" y="114"/>
                  <a:pt x="50" y="112"/>
                  <a:pt x="40" y="108"/>
                </a:cubicBezTo>
                <a:cubicBezTo>
                  <a:pt x="29" y="104"/>
                  <a:pt x="19" y="98"/>
                  <a:pt x="9" y="90"/>
                </a:cubicBezTo>
                <a:cubicBezTo>
                  <a:pt x="9" y="90"/>
                  <a:pt x="9" y="89"/>
                  <a:pt x="8" y="89"/>
                </a:cubicBezTo>
                <a:cubicBezTo>
                  <a:pt x="0" y="81"/>
                  <a:pt x="2" y="70"/>
                  <a:pt x="11" y="64"/>
                </a:cubicBezTo>
                <a:cubicBezTo>
                  <a:pt x="12" y="63"/>
                  <a:pt x="14" y="63"/>
                  <a:pt x="15" y="62"/>
                </a:cubicBezTo>
                <a:cubicBezTo>
                  <a:pt x="48" y="49"/>
                  <a:pt x="81" y="36"/>
                  <a:pt x="114" y="23"/>
                </a:cubicBezTo>
                <a:cubicBezTo>
                  <a:pt x="119" y="21"/>
                  <a:pt x="125" y="19"/>
                  <a:pt x="130" y="18"/>
                </a:cubicBezTo>
                <a:cubicBezTo>
                  <a:pt x="142" y="15"/>
                  <a:pt x="153" y="12"/>
                  <a:pt x="164" y="7"/>
                </a:cubicBezTo>
                <a:cubicBezTo>
                  <a:pt x="175" y="2"/>
                  <a:pt x="186" y="0"/>
                  <a:pt x="197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5" name="Freeform 16">
            <a:extLst xmlns:a="http://schemas.openxmlformats.org/drawingml/2006/main">
              <a:ext uri="{FF2B5EF4-FFF2-40B4-BE49-F238E27FC236}">
                <a16:creationId xmlns:a16="http://schemas.microsoft.com/office/drawing/2014/main" id="{83542F21-37F7-4478-8880-216A8DB1A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5059" y="361297"/>
            <a:ext cx="57594" cy="63867"/>
          </a:xfrm>
          <a:custGeom xmlns:a="http://schemas.openxmlformats.org/drawingml/2006/main">
            <a:gdLst>
              <a:gd name="T0" fmla="*/ 114 w 114"/>
              <a:gd name="T1" fmla="*/ 70 h 126"/>
              <a:gd name="T2" fmla="*/ 101 w 114"/>
              <a:gd name="T3" fmla="*/ 91 h 126"/>
              <a:gd name="T4" fmla="*/ 78 w 114"/>
              <a:gd name="T5" fmla="*/ 97 h 126"/>
              <a:gd name="T6" fmla="*/ 58 w 114"/>
              <a:gd name="T7" fmla="*/ 106 h 126"/>
              <a:gd name="T8" fmla="*/ 40 w 114"/>
              <a:gd name="T9" fmla="*/ 121 h 126"/>
              <a:gd name="T10" fmla="*/ 31 w 114"/>
              <a:gd name="T11" fmla="*/ 125 h 126"/>
              <a:gd name="T12" fmla="*/ 23 w 114"/>
              <a:gd name="T13" fmla="*/ 122 h 126"/>
              <a:gd name="T14" fmla="*/ 23 w 114"/>
              <a:gd name="T15" fmla="*/ 112 h 126"/>
              <a:gd name="T16" fmla="*/ 26 w 114"/>
              <a:gd name="T17" fmla="*/ 68 h 126"/>
              <a:gd name="T18" fmla="*/ 16 w 114"/>
              <a:gd name="T19" fmla="*/ 50 h 126"/>
              <a:gd name="T20" fmla="*/ 11 w 114"/>
              <a:gd name="T21" fmla="*/ 39 h 126"/>
              <a:gd name="T22" fmla="*/ 3 w 114"/>
              <a:gd name="T23" fmla="*/ 21 h 126"/>
              <a:gd name="T24" fmla="*/ 3 w 114"/>
              <a:gd name="T25" fmla="*/ 6 h 126"/>
              <a:gd name="T26" fmla="*/ 12 w 114"/>
              <a:gd name="T27" fmla="*/ 0 h 126"/>
              <a:gd name="T28" fmla="*/ 18 w 114"/>
              <a:gd name="T29" fmla="*/ 1 h 126"/>
              <a:gd name="T30" fmla="*/ 50 w 114"/>
              <a:gd name="T31" fmla="*/ 12 h 126"/>
              <a:gd name="T32" fmla="*/ 86 w 114"/>
              <a:gd name="T33" fmla="*/ 31 h 126"/>
              <a:gd name="T34" fmla="*/ 106 w 114"/>
              <a:gd name="T35" fmla="*/ 48 h 126"/>
              <a:gd name="T36" fmla="*/ 114 w 114"/>
              <a:gd name="T37" fmla="*/ 70 h 126"/>
            </a:gdLst>
            <a:rect l="0" t="0" r="r" b="b"/>
            <a:pathLst>
              <a:path w="114" h="126">
                <a:moveTo>
                  <a:pt x="114" y="70"/>
                </a:moveTo>
                <a:cubicBezTo>
                  <a:pt x="114" y="79"/>
                  <a:pt x="109" y="86"/>
                  <a:pt x="101" y="91"/>
                </a:cubicBezTo>
                <a:cubicBezTo>
                  <a:pt x="94" y="95"/>
                  <a:pt x="86" y="97"/>
                  <a:pt x="78" y="97"/>
                </a:cubicBezTo>
                <a:cubicBezTo>
                  <a:pt x="64" y="97"/>
                  <a:pt x="66" y="98"/>
                  <a:pt x="58" y="106"/>
                </a:cubicBezTo>
                <a:cubicBezTo>
                  <a:pt x="52" y="111"/>
                  <a:pt x="46" y="116"/>
                  <a:pt x="40" y="121"/>
                </a:cubicBezTo>
                <a:cubicBezTo>
                  <a:pt x="38" y="123"/>
                  <a:pt x="35" y="124"/>
                  <a:pt x="31" y="125"/>
                </a:cubicBezTo>
                <a:cubicBezTo>
                  <a:pt x="28" y="126"/>
                  <a:pt x="25" y="125"/>
                  <a:pt x="23" y="122"/>
                </a:cubicBezTo>
                <a:cubicBezTo>
                  <a:pt x="22" y="118"/>
                  <a:pt x="21" y="115"/>
                  <a:pt x="23" y="112"/>
                </a:cubicBezTo>
                <a:cubicBezTo>
                  <a:pt x="33" y="98"/>
                  <a:pt x="33" y="83"/>
                  <a:pt x="26" y="68"/>
                </a:cubicBezTo>
                <a:cubicBezTo>
                  <a:pt x="23" y="61"/>
                  <a:pt x="19" y="56"/>
                  <a:pt x="16" y="50"/>
                </a:cubicBezTo>
                <a:cubicBezTo>
                  <a:pt x="14" y="46"/>
                  <a:pt x="12" y="43"/>
                  <a:pt x="11" y="39"/>
                </a:cubicBezTo>
                <a:cubicBezTo>
                  <a:pt x="9" y="33"/>
                  <a:pt x="7" y="27"/>
                  <a:pt x="3" y="21"/>
                </a:cubicBezTo>
                <a:cubicBezTo>
                  <a:pt x="0" y="17"/>
                  <a:pt x="0" y="12"/>
                  <a:pt x="3" y="6"/>
                </a:cubicBezTo>
                <a:cubicBezTo>
                  <a:pt x="5" y="2"/>
                  <a:pt x="8" y="0"/>
                  <a:pt x="12" y="0"/>
                </a:cubicBezTo>
                <a:cubicBezTo>
                  <a:pt x="14" y="0"/>
                  <a:pt x="16" y="1"/>
                  <a:pt x="18" y="1"/>
                </a:cubicBezTo>
                <a:cubicBezTo>
                  <a:pt x="29" y="3"/>
                  <a:pt x="40" y="7"/>
                  <a:pt x="50" y="12"/>
                </a:cubicBezTo>
                <a:cubicBezTo>
                  <a:pt x="62" y="19"/>
                  <a:pt x="74" y="25"/>
                  <a:pt x="86" y="31"/>
                </a:cubicBezTo>
                <a:cubicBezTo>
                  <a:pt x="94" y="36"/>
                  <a:pt x="101" y="41"/>
                  <a:pt x="106" y="48"/>
                </a:cubicBezTo>
                <a:cubicBezTo>
                  <a:pt x="111" y="54"/>
                  <a:pt x="114" y="61"/>
                  <a:pt x="114" y="7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6" name="Freeform 24">
            <a:extLst xmlns:a="http://schemas.openxmlformats.org/drawingml/2006/main">
              <a:ext uri="{FF2B5EF4-FFF2-40B4-BE49-F238E27FC236}">
                <a16:creationId xmlns:a16="http://schemas.microsoft.com/office/drawing/2014/main" id="{B179E647-AAD2-46F2-83F0-E166FF9FE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4717" y="420032"/>
            <a:ext cx="56454" cy="76412"/>
          </a:xfrm>
          <a:custGeom xmlns:a="http://schemas.openxmlformats.org/drawingml/2006/main">
            <a:gdLst>
              <a:gd name="T0" fmla="*/ 111 w 111"/>
              <a:gd name="T1" fmla="*/ 118 h 150"/>
              <a:gd name="T2" fmla="*/ 108 w 111"/>
              <a:gd name="T3" fmla="*/ 125 h 150"/>
              <a:gd name="T4" fmla="*/ 94 w 111"/>
              <a:gd name="T5" fmla="*/ 142 h 150"/>
              <a:gd name="T6" fmla="*/ 80 w 111"/>
              <a:gd name="T7" fmla="*/ 149 h 150"/>
              <a:gd name="T8" fmla="*/ 72 w 111"/>
              <a:gd name="T9" fmla="*/ 144 h 150"/>
              <a:gd name="T10" fmla="*/ 66 w 111"/>
              <a:gd name="T11" fmla="*/ 117 h 150"/>
              <a:gd name="T12" fmla="*/ 59 w 111"/>
              <a:gd name="T13" fmla="*/ 90 h 150"/>
              <a:gd name="T14" fmla="*/ 50 w 111"/>
              <a:gd name="T15" fmla="*/ 75 h 150"/>
              <a:gd name="T16" fmla="*/ 19 w 111"/>
              <a:gd name="T17" fmla="*/ 40 h 150"/>
              <a:gd name="T18" fmla="*/ 6 w 111"/>
              <a:gd name="T19" fmla="*/ 27 h 150"/>
              <a:gd name="T20" fmla="*/ 0 w 111"/>
              <a:gd name="T21" fmla="*/ 10 h 150"/>
              <a:gd name="T22" fmla="*/ 0 w 111"/>
              <a:gd name="T23" fmla="*/ 8 h 150"/>
              <a:gd name="T24" fmla="*/ 9 w 111"/>
              <a:gd name="T25" fmla="*/ 2 h 150"/>
              <a:gd name="T26" fmla="*/ 18 w 111"/>
              <a:gd name="T27" fmla="*/ 7 h 150"/>
              <a:gd name="T28" fmla="*/ 27 w 111"/>
              <a:gd name="T29" fmla="*/ 15 h 150"/>
              <a:gd name="T30" fmla="*/ 44 w 111"/>
              <a:gd name="T31" fmla="*/ 26 h 150"/>
              <a:gd name="T32" fmla="*/ 85 w 111"/>
              <a:gd name="T33" fmla="*/ 57 h 150"/>
              <a:gd name="T34" fmla="*/ 110 w 111"/>
              <a:gd name="T35" fmla="*/ 114 h 150"/>
              <a:gd name="T36" fmla="*/ 110 w 111"/>
              <a:gd name="T37" fmla="*/ 117 h 150"/>
              <a:gd name="T38" fmla="*/ 111 w 111"/>
              <a:gd name="T39" fmla="*/ 118 h 150"/>
            </a:gdLst>
            <a:rect l="0" t="0" r="r" b="b"/>
            <a:pathLst>
              <a:path w="111" h="150">
                <a:moveTo>
                  <a:pt x="111" y="118"/>
                </a:moveTo>
                <a:cubicBezTo>
                  <a:pt x="110" y="120"/>
                  <a:pt x="109" y="123"/>
                  <a:pt x="108" y="125"/>
                </a:cubicBezTo>
                <a:cubicBezTo>
                  <a:pt x="103" y="131"/>
                  <a:pt x="99" y="136"/>
                  <a:pt x="94" y="142"/>
                </a:cubicBezTo>
                <a:cubicBezTo>
                  <a:pt x="90" y="146"/>
                  <a:pt x="86" y="148"/>
                  <a:pt x="80" y="149"/>
                </a:cubicBezTo>
                <a:cubicBezTo>
                  <a:pt x="75" y="150"/>
                  <a:pt x="73" y="149"/>
                  <a:pt x="72" y="144"/>
                </a:cubicBezTo>
                <a:cubicBezTo>
                  <a:pt x="70" y="135"/>
                  <a:pt x="68" y="126"/>
                  <a:pt x="66" y="117"/>
                </a:cubicBezTo>
                <a:cubicBezTo>
                  <a:pt x="64" y="108"/>
                  <a:pt x="63" y="99"/>
                  <a:pt x="59" y="90"/>
                </a:cubicBezTo>
                <a:cubicBezTo>
                  <a:pt x="57" y="85"/>
                  <a:pt x="54" y="80"/>
                  <a:pt x="50" y="75"/>
                </a:cubicBezTo>
                <a:cubicBezTo>
                  <a:pt x="40" y="63"/>
                  <a:pt x="29" y="51"/>
                  <a:pt x="19" y="40"/>
                </a:cubicBezTo>
                <a:cubicBezTo>
                  <a:pt x="15" y="35"/>
                  <a:pt x="11" y="31"/>
                  <a:pt x="6" y="27"/>
                </a:cubicBezTo>
                <a:cubicBezTo>
                  <a:pt x="1" y="22"/>
                  <a:pt x="0" y="17"/>
                  <a:pt x="0" y="10"/>
                </a:cubicBezTo>
                <a:cubicBezTo>
                  <a:pt x="0" y="9"/>
                  <a:pt x="0" y="9"/>
                  <a:pt x="0" y="8"/>
                </a:cubicBezTo>
                <a:cubicBezTo>
                  <a:pt x="2" y="1"/>
                  <a:pt x="3" y="0"/>
                  <a:pt x="9" y="2"/>
                </a:cubicBezTo>
                <a:cubicBezTo>
                  <a:pt x="12" y="4"/>
                  <a:pt x="15" y="5"/>
                  <a:pt x="18" y="7"/>
                </a:cubicBezTo>
                <a:cubicBezTo>
                  <a:pt x="21" y="10"/>
                  <a:pt x="24" y="12"/>
                  <a:pt x="27" y="15"/>
                </a:cubicBezTo>
                <a:cubicBezTo>
                  <a:pt x="32" y="20"/>
                  <a:pt x="38" y="24"/>
                  <a:pt x="44" y="26"/>
                </a:cubicBezTo>
                <a:cubicBezTo>
                  <a:pt x="61" y="33"/>
                  <a:pt x="74" y="43"/>
                  <a:pt x="85" y="57"/>
                </a:cubicBezTo>
                <a:cubicBezTo>
                  <a:pt x="98" y="73"/>
                  <a:pt x="107" y="92"/>
                  <a:pt x="110" y="114"/>
                </a:cubicBezTo>
                <a:cubicBezTo>
                  <a:pt x="110" y="115"/>
                  <a:pt x="110" y="116"/>
                  <a:pt x="110" y="117"/>
                </a:cubicBezTo>
                <a:cubicBezTo>
                  <a:pt x="110" y="117"/>
                  <a:pt x="110" y="118"/>
                  <a:pt x="111" y="1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7" name="Freeform 26">
            <a:extLst xmlns:a="http://schemas.openxmlformats.org/drawingml/2006/main">
              <a:ext uri="{FF2B5EF4-FFF2-40B4-BE49-F238E27FC236}">
                <a16:creationId xmlns:a16="http://schemas.microsoft.com/office/drawing/2014/main" id="{1F5B224F-6F3A-4D68-95BE-F6F11B672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4100" y="564304"/>
            <a:ext cx="41057" cy="50181"/>
          </a:xfrm>
          <a:custGeom xmlns:a="http://schemas.openxmlformats.org/drawingml/2006/main">
            <a:gdLst>
              <a:gd name="T0" fmla="*/ 0 w 81"/>
              <a:gd name="T1" fmla="*/ 18 h 99"/>
              <a:gd name="T2" fmla="*/ 1 w 81"/>
              <a:gd name="T3" fmla="*/ 9 h 99"/>
              <a:gd name="T4" fmla="*/ 11 w 81"/>
              <a:gd name="T5" fmla="*/ 1 h 99"/>
              <a:gd name="T6" fmla="*/ 50 w 81"/>
              <a:gd name="T7" fmla="*/ 12 h 99"/>
              <a:gd name="T8" fmla="*/ 78 w 81"/>
              <a:gd name="T9" fmla="*/ 44 h 99"/>
              <a:gd name="T10" fmla="*/ 80 w 81"/>
              <a:gd name="T11" fmla="*/ 51 h 99"/>
              <a:gd name="T12" fmla="*/ 77 w 81"/>
              <a:gd name="T13" fmla="*/ 79 h 99"/>
              <a:gd name="T14" fmla="*/ 43 w 81"/>
              <a:gd name="T15" fmla="*/ 92 h 99"/>
              <a:gd name="T16" fmla="*/ 30 w 81"/>
              <a:gd name="T17" fmla="*/ 81 h 99"/>
              <a:gd name="T18" fmla="*/ 12 w 81"/>
              <a:gd name="T19" fmla="*/ 60 h 99"/>
              <a:gd name="T20" fmla="*/ 1 w 81"/>
              <a:gd name="T21" fmla="*/ 24 h 99"/>
              <a:gd name="T22" fmla="*/ 1 w 81"/>
              <a:gd name="T23" fmla="*/ 18 h 99"/>
              <a:gd name="T24" fmla="*/ 0 w 81"/>
              <a:gd name="T25" fmla="*/ 18 h 99"/>
            </a:gdLst>
            <a:rect l="0" t="0" r="r" b="b"/>
            <a:pathLst>
              <a:path w="81" h="99">
                <a:moveTo>
                  <a:pt x="0" y="18"/>
                </a:moveTo>
                <a:cubicBezTo>
                  <a:pt x="1" y="15"/>
                  <a:pt x="1" y="12"/>
                  <a:pt x="1" y="9"/>
                </a:cubicBezTo>
                <a:cubicBezTo>
                  <a:pt x="2" y="4"/>
                  <a:pt x="5" y="1"/>
                  <a:pt x="11" y="1"/>
                </a:cubicBezTo>
                <a:cubicBezTo>
                  <a:pt x="25" y="0"/>
                  <a:pt x="39" y="2"/>
                  <a:pt x="50" y="12"/>
                </a:cubicBezTo>
                <a:cubicBezTo>
                  <a:pt x="62" y="21"/>
                  <a:pt x="70" y="32"/>
                  <a:pt x="78" y="44"/>
                </a:cubicBezTo>
                <a:cubicBezTo>
                  <a:pt x="79" y="46"/>
                  <a:pt x="80" y="49"/>
                  <a:pt x="80" y="51"/>
                </a:cubicBezTo>
                <a:cubicBezTo>
                  <a:pt x="81" y="61"/>
                  <a:pt x="80" y="70"/>
                  <a:pt x="77" y="79"/>
                </a:cubicBezTo>
                <a:cubicBezTo>
                  <a:pt x="74" y="89"/>
                  <a:pt x="57" y="99"/>
                  <a:pt x="43" y="92"/>
                </a:cubicBezTo>
                <a:cubicBezTo>
                  <a:pt x="38" y="89"/>
                  <a:pt x="33" y="86"/>
                  <a:pt x="30" y="81"/>
                </a:cubicBezTo>
                <a:cubicBezTo>
                  <a:pt x="24" y="74"/>
                  <a:pt x="18" y="67"/>
                  <a:pt x="12" y="60"/>
                </a:cubicBezTo>
                <a:cubicBezTo>
                  <a:pt x="4" y="49"/>
                  <a:pt x="2" y="37"/>
                  <a:pt x="1" y="24"/>
                </a:cubicBezTo>
                <a:cubicBezTo>
                  <a:pt x="1" y="22"/>
                  <a:pt x="1" y="20"/>
                  <a:pt x="1" y="18"/>
                </a:cubicBezTo>
                <a:cubicBezTo>
                  <a:pt x="1" y="18"/>
                  <a:pt x="1" y="18"/>
                  <a:pt x="0" y="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F6723D0A-47AF-4A48-947B-9F13E9E08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7552" y="552329"/>
            <a:ext cx="43908" cy="50751"/>
          </a:xfrm>
          <a:custGeom xmlns:a="http://schemas.openxmlformats.org/drawingml/2006/main">
            <a:gdLst>
              <a:gd name="T0" fmla="*/ 38 w 87"/>
              <a:gd name="T1" fmla="*/ 100 h 100"/>
              <a:gd name="T2" fmla="*/ 27 w 87"/>
              <a:gd name="T3" fmla="*/ 98 h 100"/>
              <a:gd name="T4" fmla="*/ 22 w 87"/>
              <a:gd name="T5" fmla="*/ 91 h 100"/>
              <a:gd name="T6" fmla="*/ 17 w 87"/>
              <a:gd name="T7" fmla="*/ 65 h 100"/>
              <a:gd name="T8" fmla="*/ 1 w 87"/>
              <a:gd name="T9" fmla="*/ 16 h 100"/>
              <a:gd name="T10" fmla="*/ 0 w 87"/>
              <a:gd name="T11" fmla="*/ 4 h 100"/>
              <a:gd name="T12" fmla="*/ 4 w 87"/>
              <a:gd name="T13" fmla="*/ 0 h 100"/>
              <a:gd name="T14" fmla="*/ 12 w 87"/>
              <a:gd name="T15" fmla="*/ 0 h 100"/>
              <a:gd name="T16" fmla="*/ 20 w 87"/>
              <a:gd name="T17" fmla="*/ 4 h 100"/>
              <a:gd name="T18" fmla="*/ 31 w 87"/>
              <a:gd name="T19" fmla="*/ 12 h 100"/>
              <a:gd name="T20" fmla="*/ 65 w 87"/>
              <a:gd name="T21" fmla="*/ 41 h 100"/>
              <a:gd name="T22" fmla="*/ 78 w 87"/>
              <a:gd name="T23" fmla="*/ 56 h 100"/>
              <a:gd name="T24" fmla="*/ 73 w 87"/>
              <a:gd name="T25" fmla="*/ 87 h 100"/>
              <a:gd name="T26" fmla="*/ 38 w 87"/>
              <a:gd name="T27" fmla="*/ 100 h 100"/>
            </a:gdLst>
            <a:rect l="0" t="0" r="r" b="b"/>
            <a:pathLst>
              <a:path w="87" h="100">
                <a:moveTo>
                  <a:pt x="38" y="100"/>
                </a:moveTo>
                <a:cubicBezTo>
                  <a:pt x="34" y="99"/>
                  <a:pt x="31" y="99"/>
                  <a:pt x="27" y="98"/>
                </a:cubicBezTo>
                <a:cubicBezTo>
                  <a:pt x="24" y="97"/>
                  <a:pt x="22" y="94"/>
                  <a:pt x="22" y="91"/>
                </a:cubicBezTo>
                <a:cubicBezTo>
                  <a:pt x="23" y="81"/>
                  <a:pt x="20" y="73"/>
                  <a:pt x="17" y="65"/>
                </a:cubicBezTo>
                <a:cubicBezTo>
                  <a:pt x="11" y="49"/>
                  <a:pt x="4" y="33"/>
                  <a:pt x="1" y="16"/>
                </a:cubicBezTo>
                <a:cubicBezTo>
                  <a:pt x="0" y="12"/>
                  <a:pt x="0" y="8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7" y="0"/>
                  <a:pt x="10" y="0"/>
                  <a:pt x="12" y="0"/>
                </a:cubicBezTo>
                <a:cubicBezTo>
                  <a:pt x="15" y="1"/>
                  <a:pt x="18" y="2"/>
                  <a:pt x="20" y="4"/>
                </a:cubicBezTo>
                <a:cubicBezTo>
                  <a:pt x="24" y="7"/>
                  <a:pt x="28" y="9"/>
                  <a:pt x="31" y="12"/>
                </a:cubicBezTo>
                <a:cubicBezTo>
                  <a:pt x="42" y="22"/>
                  <a:pt x="54" y="31"/>
                  <a:pt x="65" y="41"/>
                </a:cubicBezTo>
                <a:cubicBezTo>
                  <a:pt x="70" y="45"/>
                  <a:pt x="74" y="51"/>
                  <a:pt x="78" y="56"/>
                </a:cubicBezTo>
                <a:cubicBezTo>
                  <a:pt x="87" y="69"/>
                  <a:pt x="85" y="78"/>
                  <a:pt x="73" y="87"/>
                </a:cubicBezTo>
                <a:cubicBezTo>
                  <a:pt x="64" y="95"/>
                  <a:pt x="50" y="100"/>
                  <a:pt x="38" y="1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9" name="Freeform 36">
            <a:extLst xmlns:a="http://schemas.openxmlformats.org/drawingml/2006/main">
              <a:ext uri="{FF2B5EF4-FFF2-40B4-BE49-F238E27FC236}">
                <a16:creationId xmlns:a16="http://schemas.microsoft.com/office/drawing/2014/main" id="{B51602B5-5FB9-400A-90FC-8F37D6992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3006" y="481619"/>
            <a:ext cx="22809" cy="43908"/>
          </a:xfrm>
          <a:custGeom xmlns:a="http://schemas.openxmlformats.org/drawingml/2006/main">
            <a:gdLst>
              <a:gd name="T0" fmla="*/ 6 w 44"/>
              <a:gd name="T1" fmla="*/ 57 h 87"/>
              <a:gd name="T2" fmla="*/ 2 w 44"/>
              <a:gd name="T3" fmla="*/ 8 h 87"/>
              <a:gd name="T4" fmla="*/ 3 w 44"/>
              <a:gd name="T5" fmla="*/ 2 h 87"/>
              <a:gd name="T6" fmla="*/ 10 w 44"/>
              <a:gd name="T7" fmla="*/ 2 h 87"/>
              <a:gd name="T8" fmla="*/ 15 w 44"/>
              <a:gd name="T9" fmla="*/ 6 h 87"/>
              <a:gd name="T10" fmla="*/ 29 w 44"/>
              <a:gd name="T11" fmla="*/ 22 h 87"/>
              <a:gd name="T12" fmla="*/ 39 w 44"/>
              <a:gd name="T13" fmla="*/ 36 h 87"/>
              <a:gd name="T14" fmla="*/ 43 w 44"/>
              <a:gd name="T15" fmla="*/ 52 h 87"/>
              <a:gd name="T16" fmla="*/ 38 w 44"/>
              <a:gd name="T17" fmla="*/ 74 h 87"/>
              <a:gd name="T18" fmla="*/ 16 w 44"/>
              <a:gd name="T19" fmla="*/ 87 h 87"/>
              <a:gd name="T20" fmla="*/ 8 w 44"/>
              <a:gd name="T21" fmla="*/ 81 h 87"/>
              <a:gd name="T22" fmla="*/ 6 w 44"/>
              <a:gd name="T23" fmla="*/ 65 h 87"/>
              <a:gd name="T24" fmla="*/ 6 w 44"/>
              <a:gd name="T25" fmla="*/ 57 h 87"/>
            </a:gdLst>
            <a:rect l="0" t="0" r="r" b="b"/>
            <a:pathLst>
              <a:path w="44" h="87">
                <a:moveTo>
                  <a:pt x="6" y="57"/>
                </a:moveTo>
                <a:cubicBezTo>
                  <a:pt x="7" y="39"/>
                  <a:pt x="5" y="23"/>
                  <a:pt x="2" y="8"/>
                </a:cubicBezTo>
                <a:cubicBezTo>
                  <a:pt x="1" y="6"/>
                  <a:pt x="0" y="3"/>
                  <a:pt x="3" y="2"/>
                </a:cubicBezTo>
                <a:cubicBezTo>
                  <a:pt x="5" y="0"/>
                  <a:pt x="7" y="0"/>
                  <a:pt x="10" y="2"/>
                </a:cubicBezTo>
                <a:cubicBezTo>
                  <a:pt x="12" y="3"/>
                  <a:pt x="14" y="4"/>
                  <a:pt x="15" y="6"/>
                </a:cubicBezTo>
                <a:cubicBezTo>
                  <a:pt x="20" y="11"/>
                  <a:pt x="25" y="17"/>
                  <a:pt x="29" y="22"/>
                </a:cubicBezTo>
                <a:cubicBezTo>
                  <a:pt x="33" y="27"/>
                  <a:pt x="36" y="32"/>
                  <a:pt x="39" y="36"/>
                </a:cubicBezTo>
                <a:cubicBezTo>
                  <a:pt x="42" y="41"/>
                  <a:pt x="44" y="46"/>
                  <a:pt x="43" y="52"/>
                </a:cubicBezTo>
                <a:cubicBezTo>
                  <a:pt x="42" y="59"/>
                  <a:pt x="41" y="67"/>
                  <a:pt x="38" y="74"/>
                </a:cubicBezTo>
                <a:cubicBezTo>
                  <a:pt x="33" y="83"/>
                  <a:pt x="27" y="87"/>
                  <a:pt x="16" y="87"/>
                </a:cubicBezTo>
                <a:cubicBezTo>
                  <a:pt x="12" y="87"/>
                  <a:pt x="10" y="85"/>
                  <a:pt x="8" y="81"/>
                </a:cubicBezTo>
                <a:cubicBezTo>
                  <a:pt x="6" y="76"/>
                  <a:pt x="6" y="71"/>
                  <a:pt x="6" y="65"/>
                </a:cubicBezTo>
                <a:cubicBezTo>
                  <a:pt x="6" y="62"/>
                  <a:pt x="6" y="59"/>
                  <a:pt x="6" y="5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5" name="Freeform 8">
            <a:extLst xmlns:a="http://schemas.openxmlformats.org/drawingml/2006/main">
              <a:ext uri="{FF2B5EF4-FFF2-40B4-BE49-F238E27FC236}">
                <a16:creationId xmlns:a16="http://schemas.microsoft.com/office/drawing/2014/main" id="{CDA452D8-8435-4A4B-B994-7D4CD8E14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7780" y="329883"/>
            <a:ext cx="445930" cy="444892"/>
          </a:xfrm>
          <a:custGeom xmlns:a="http://schemas.openxmlformats.org/drawingml/2006/main"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Freeform 42">
            <a:extLst xmlns:a="http://schemas.openxmlformats.org/drawingml/2006/main">
              <a:ext uri="{FF2B5EF4-FFF2-40B4-BE49-F238E27FC236}">
                <a16:creationId xmlns:a16="http://schemas.microsoft.com/office/drawing/2014/main" id="{5C453DD4-0A96-45F4-8703-180A0156D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5990" y="387574"/>
            <a:ext cx="328990" cy="328471"/>
          </a:xfrm>
          <a:custGeom xmlns:a="http://schemas.openxmlformats.org/drawingml/2006/main"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7" name="Freeform 43">
            <a:extLst xmlns:a="http://schemas.openxmlformats.org/drawingml/2006/main">
              <a:ext uri="{FF2B5EF4-FFF2-40B4-BE49-F238E27FC236}">
                <a16:creationId xmlns:a16="http://schemas.microsoft.com/office/drawing/2014/main" id="{4242175F-B1EB-49CC-B91B-C6FBC2E10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836" y="420317"/>
            <a:ext cx="36381" cy="43657"/>
          </a:xfrm>
          <a:custGeom xmlns:a="http://schemas.openxmlformats.org/drawingml/2006/main"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8" name="Freeform 44">
            <a:extLst xmlns:a="http://schemas.openxmlformats.org/drawingml/2006/main">
              <a:ext uri="{FF2B5EF4-FFF2-40B4-BE49-F238E27FC236}">
                <a16:creationId xmlns:a16="http://schemas.microsoft.com/office/drawing/2014/main" id="{A414C4BE-6D94-4876-97B8-9AED65E33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451" y="502955"/>
            <a:ext cx="34822" cy="37420"/>
          </a:xfrm>
          <a:custGeom xmlns:a="http://schemas.openxmlformats.org/drawingml/2006/main"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9" name="Freeform 45">
            <a:extLst xmlns:a="http://schemas.openxmlformats.org/drawingml/2006/main">
              <a:ext uri="{FF2B5EF4-FFF2-40B4-BE49-F238E27FC236}">
                <a16:creationId xmlns:a16="http://schemas.microsoft.com/office/drawing/2014/main" id="{3B12A82A-E37F-42CC-886A-03AA91420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0534" y="383416"/>
            <a:ext cx="37940" cy="40539"/>
          </a:xfrm>
          <a:custGeom xmlns:a="http://schemas.openxmlformats.org/drawingml/2006/main"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0" name="Freeform 46">
            <a:extLst xmlns:a="http://schemas.openxmlformats.org/drawingml/2006/main">
              <a:ext uri="{FF2B5EF4-FFF2-40B4-BE49-F238E27FC236}">
                <a16:creationId xmlns:a16="http://schemas.microsoft.com/office/drawing/2014/main" id="{CB126ABA-5491-40E9-9CED-09BEE0ED7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451" y="561165"/>
            <a:ext cx="32743" cy="31184"/>
          </a:xfrm>
          <a:custGeom xmlns:a="http://schemas.openxmlformats.org/drawingml/2006/main"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1" name="Freeform 47">
            <a:extLst xmlns:a="http://schemas.openxmlformats.org/drawingml/2006/main">
              <a:ext uri="{FF2B5EF4-FFF2-40B4-BE49-F238E27FC236}">
                <a16:creationId xmlns:a16="http://schemas.microsoft.com/office/drawing/2014/main" id="{6BF8F90A-57D3-47BC-A00C-A092D86F3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2285" y="723322"/>
            <a:ext cx="22868" cy="32743"/>
          </a:xfrm>
          <a:custGeom xmlns:a="http://schemas.openxmlformats.org/drawingml/2006/main"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2" name="Freeform 48">
            <a:extLst xmlns:a="http://schemas.openxmlformats.org/drawingml/2006/main">
              <a:ext uri="{FF2B5EF4-FFF2-40B4-BE49-F238E27FC236}">
                <a16:creationId xmlns:a16="http://schemas.microsoft.com/office/drawing/2014/main" id="{A3908264-7764-4C08-A4EA-114F5F4F0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8444" y="613138"/>
            <a:ext cx="33782" cy="29105"/>
          </a:xfrm>
          <a:custGeom xmlns:a="http://schemas.openxmlformats.org/drawingml/2006/main"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3" name="Freeform 49">
            <a:extLst xmlns:a="http://schemas.openxmlformats.org/drawingml/2006/main">
              <a:ext uri="{FF2B5EF4-FFF2-40B4-BE49-F238E27FC236}">
                <a16:creationId xmlns:a16="http://schemas.microsoft.com/office/drawing/2014/main" id="{BEBD7FB9-0C51-4D88-8DE9-382595121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8194" y="415639"/>
            <a:ext cx="40019" cy="43657"/>
          </a:xfrm>
          <a:custGeom xmlns:a="http://schemas.openxmlformats.org/drawingml/2006/main"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4" name="Freeform 50">
            <a:extLst xmlns:a="http://schemas.openxmlformats.org/drawingml/2006/main">
              <a:ext uri="{FF2B5EF4-FFF2-40B4-BE49-F238E27FC236}">
                <a16:creationId xmlns:a16="http://schemas.microsoft.com/office/drawing/2014/main" id="{9EF4AAAC-3001-41F6-B3CF-38DD1D013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3113" y="709289"/>
            <a:ext cx="28065" cy="32223"/>
          </a:xfrm>
          <a:custGeom xmlns:a="http://schemas.openxmlformats.org/drawingml/2006/main"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5" name="Freeform 51">
            <a:extLst xmlns:a="http://schemas.openxmlformats.org/drawingml/2006/main">
              <a:ext uri="{FF2B5EF4-FFF2-40B4-BE49-F238E27FC236}">
                <a16:creationId xmlns:a16="http://schemas.microsoft.com/office/drawing/2014/main" id="{D8965D6A-AC8A-4B77-97FA-4DFFB9A62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6135" y="379258"/>
            <a:ext cx="37940" cy="36901"/>
          </a:xfrm>
          <a:custGeom xmlns:a="http://schemas.openxmlformats.org/drawingml/2006/main"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6" name="Freeform 52">
            <a:extLst xmlns:a="http://schemas.openxmlformats.org/drawingml/2006/main">
              <a:ext uri="{FF2B5EF4-FFF2-40B4-BE49-F238E27FC236}">
                <a16:creationId xmlns:a16="http://schemas.microsoft.com/office/drawing/2014/main" id="{F8C4999E-1CE2-4FC3-96E5-7A0C656F4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8397" y="345475"/>
            <a:ext cx="30144" cy="32743"/>
          </a:xfrm>
          <a:custGeom xmlns:a="http://schemas.openxmlformats.org/drawingml/2006/main"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7" name="Freeform 53">
            <a:extLst xmlns:a="http://schemas.openxmlformats.org/drawingml/2006/main">
              <a:ext uri="{FF2B5EF4-FFF2-40B4-BE49-F238E27FC236}">
                <a16:creationId xmlns:a16="http://schemas.microsoft.com/office/drawing/2014/main" id="{35B3B81B-C949-4D6A-8B6B-ED6805B39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5298" y="723322"/>
            <a:ext cx="23387" cy="33262"/>
          </a:xfrm>
          <a:custGeom xmlns:a="http://schemas.openxmlformats.org/drawingml/2006/main"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8" name="Freeform 54">
            <a:extLst xmlns:a="http://schemas.openxmlformats.org/drawingml/2006/main">
              <a:ext uri="{FF2B5EF4-FFF2-40B4-BE49-F238E27FC236}">
                <a16:creationId xmlns:a16="http://schemas.microsoft.com/office/drawing/2014/main" id="{6BC0E537-F33D-4825-88C8-B6DADD96D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5" y="351712"/>
            <a:ext cx="31183" cy="35341"/>
          </a:xfrm>
          <a:custGeom xmlns:a="http://schemas.openxmlformats.org/drawingml/2006/main"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9" name="Freeform 55">
            <a:extLst xmlns:a="http://schemas.openxmlformats.org/drawingml/2006/main">
              <a:ext uri="{FF2B5EF4-FFF2-40B4-BE49-F238E27FC236}">
                <a16:creationId xmlns:a16="http://schemas.microsoft.com/office/drawing/2014/main" id="{1404FC44-8776-4E96-A1BD-A8BA47C44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303" y="471251"/>
            <a:ext cx="36381" cy="29105"/>
          </a:xfrm>
          <a:custGeom xmlns:a="http://schemas.openxmlformats.org/drawingml/2006/main"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0" name="Freeform 56">
            <a:extLst xmlns:a="http://schemas.openxmlformats.org/drawingml/2006/main">
              <a:ext uri="{FF2B5EF4-FFF2-40B4-BE49-F238E27FC236}">
                <a16:creationId xmlns:a16="http://schemas.microsoft.com/office/drawing/2014/main" id="{AD52968F-E67D-4A2E-B388-51CECEA7A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823" y="607941"/>
            <a:ext cx="35861" cy="33262"/>
          </a:xfrm>
          <a:custGeom xmlns:a="http://schemas.openxmlformats.org/drawingml/2006/main"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1" name="Freeform 57">
            <a:extLst xmlns:a="http://schemas.openxmlformats.org/drawingml/2006/main">
              <a:ext uri="{FF2B5EF4-FFF2-40B4-BE49-F238E27FC236}">
                <a16:creationId xmlns:a16="http://schemas.microsoft.com/office/drawing/2014/main" id="{87279E45-CDE6-4A12-8DBD-7586DBF31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816" y="556487"/>
            <a:ext cx="31703" cy="28065"/>
          </a:xfrm>
          <a:custGeom xmlns:a="http://schemas.openxmlformats.org/drawingml/2006/main"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2" name="Freeform 58">
            <a:extLst xmlns:a="http://schemas.openxmlformats.org/drawingml/2006/main">
              <a:ext uri="{FF2B5EF4-FFF2-40B4-BE49-F238E27FC236}">
                <a16:creationId xmlns:a16="http://schemas.microsoft.com/office/drawing/2014/main" id="{31E6EAFE-E17C-4BFA-909C-309250CA0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8830" y="357949"/>
            <a:ext cx="28585" cy="35861"/>
          </a:xfrm>
          <a:custGeom xmlns:a="http://schemas.openxmlformats.org/drawingml/2006/main"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3" name="Freeform 59">
            <a:extLst xmlns:a="http://schemas.openxmlformats.org/drawingml/2006/main">
              <a:ext uri="{FF2B5EF4-FFF2-40B4-BE49-F238E27FC236}">
                <a16:creationId xmlns:a16="http://schemas.microsoft.com/office/drawing/2014/main" id="{4455305D-FEBC-4C0E-9EDD-DD51628AF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9484" y="461896"/>
            <a:ext cx="32743" cy="28585"/>
          </a:xfrm>
          <a:custGeom xmlns:a="http://schemas.openxmlformats.org/drawingml/2006/main"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4" name="Freeform 60">
            <a:extLst xmlns:a="http://schemas.openxmlformats.org/drawingml/2006/main">
              <a:ext uri="{FF2B5EF4-FFF2-40B4-BE49-F238E27FC236}">
                <a16:creationId xmlns:a16="http://schemas.microsoft.com/office/drawing/2014/main" id="{646F1B8D-EB6F-4330-9890-22F27B78D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297" y="515428"/>
            <a:ext cx="31703" cy="20789"/>
          </a:xfrm>
          <a:custGeom xmlns:a="http://schemas.openxmlformats.org/drawingml/2006/main"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5" name="Freeform 61">
            <a:extLst xmlns:a="http://schemas.openxmlformats.org/drawingml/2006/main">
              <a:ext uri="{FF2B5EF4-FFF2-40B4-BE49-F238E27FC236}">
                <a16:creationId xmlns:a16="http://schemas.microsoft.com/office/drawing/2014/main" id="{B95F7532-A154-4259-B7AE-EE85FB882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6212" y="349113"/>
            <a:ext cx="19230" cy="32223"/>
          </a:xfrm>
          <a:custGeom xmlns:a="http://schemas.openxmlformats.org/drawingml/2006/main"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6" name="Freeform 62">
            <a:extLst xmlns:a="http://schemas.openxmlformats.org/drawingml/2006/main">
              <a:ext uri="{FF2B5EF4-FFF2-40B4-BE49-F238E27FC236}">
                <a16:creationId xmlns:a16="http://schemas.microsoft.com/office/drawing/2014/main" id="{056C359A-9830-4C98-9C0E-255E3FA53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8753" y="711368"/>
            <a:ext cx="23907" cy="31184"/>
          </a:xfrm>
          <a:custGeom xmlns:a="http://schemas.openxmlformats.org/drawingml/2006/main"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7" name="Freeform 71">
            <a:extLst xmlns:a="http://schemas.openxmlformats.org/drawingml/2006/main">
              <a:ext uri="{FF2B5EF4-FFF2-40B4-BE49-F238E27FC236}">
                <a16:creationId xmlns:a16="http://schemas.microsoft.com/office/drawing/2014/main" id="{E49A68C8-7343-4E8A-B8F6-04EA9041A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0023" y="401606"/>
            <a:ext cx="301445" cy="300925"/>
          </a:xfrm>
          <a:custGeom xmlns:a="http://schemas.openxmlformats.org/drawingml/2006/main"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8" name="直接连接符 177">
            <a:extLst xmlns:a="http://schemas.openxmlformats.org/drawingml/2006/main">
              <a:ext uri="{FF2B5EF4-FFF2-40B4-BE49-F238E27FC236}">
                <a16:creationId xmlns:a16="http://schemas.microsoft.com/office/drawing/2014/main" id="{C368B5BA-C065-4537-B964-60ABCEA66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06" y="867990"/>
            <a:ext cx="2433027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6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79" name="直接连接符 178">
            <a:extLst xmlns:a="http://schemas.openxmlformats.org/drawingml/2006/main">
              <a:ext uri="{FF2B5EF4-FFF2-40B4-BE49-F238E27FC236}">
                <a16:creationId xmlns:a16="http://schemas.microsoft.com/office/drawing/2014/main" id="{72E0E915-1071-4216-A28D-38A01E360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06" y="867990"/>
            <a:ext cx="589713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1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E14111B2-B3C1-4855-BFFC-21CEE0E45B6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9005791" y="6394353"/>
            <a:ext cx="2743200" cy="2921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3" name="标题 1">
            <a:extLst xmlns:a="http://schemas.openxmlformats.org/drawingml/2006/main">
              <a:ext uri="{FF2B5EF4-FFF2-40B4-BE49-F238E27FC236}">
                <a16:creationId xmlns:a16="http://schemas.microsoft.com/office/drawing/2014/main" id="{AE0E5BD8-634F-412A-A900-CB4D60D09A16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42913" y="243569"/>
            <a:ext cx="9056851" cy="61751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400" b="1" kern="1200" baseline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4A555833-8F0E-40E0-B8FA-B1561A7DE20B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442913" y="944610"/>
            <a:ext cx="9056687" cy="381629"/>
          </a:xfr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marL="342900" marR="0" lvl="0" indent="-342900">
              <a:spcBef>
                <a:spcPct val="0"/>
              </a:spcBef>
              <a:spcAft>
                <a:spcPts val="0"/>
              </a:spcAft>
              <a:buClrTx/>
              <a:buSzTx/>
              <a:buNone/>
            </a:pPr>
          </a:p>
        </p:txBody>
      </p:sp>
      <p:sp>
        <p:nvSpPr>
          <p:cNvPr id="64" name="文本框 63">
            <a:extLst xmlns:a="http://schemas.openxmlformats.org/drawingml/2006/main">
              <a:ext uri="{FF2B5EF4-FFF2-40B4-BE49-F238E27FC236}">
                <a16:creationId xmlns:a16="http://schemas.microsoft.com/office/drawing/2014/main" id="{3CC612D2-7F01-428F-B7F2-B6FDC56F4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3" y="6394353"/>
            <a:ext cx="1545907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6" name="图片占位符 65">
            <a:extLst xmlns:a="http://schemas.openxmlformats.org/drawingml/2006/main">
              <a:ext uri="{FF2B5EF4-FFF2-40B4-BE49-F238E27FC236}">
                <a16:creationId xmlns:a16="http://schemas.microsoft.com/office/drawing/2014/main" id="{6019756C-E8C9-4342-B951-94D0346C64CF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4452445" y="1999139"/>
            <a:ext cx="3287111" cy="3287111"/>
          </a:xfrm>
          <a:custGeom xmlns:a="http://schemas.openxmlformats.org/drawingml/2006/main">
            <a:gdLst>
              <a:gd name="connsiteX0" fmla="*/ 1643556 w 3287111"/>
              <a:gd name="connsiteY0" fmla="*/ 0 h 3287111"/>
              <a:gd name="connsiteX1" fmla="*/ 3278627 w 3287111"/>
              <a:gd name="connsiteY1" fmla="*/ 1475512 h 3287111"/>
              <a:gd name="connsiteX2" fmla="*/ 3287111 w 3287111"/>
              <a:gd name="connsiteY2" fmla="*/ 1643536 h 3287111"/>
              <a:gd name="connsiteX3" fmla="*/ 3287111 w 3287111"/>
              <a:gd name="connsiteY3" fmla="*/ 1643576 h 3287111"/>
              <a:gd name="connsiteX4" fmla="*/ 3278627 w 3287111"/>
              <a:gd name="connsiteY4" fmla="*/ 1811600 h 3287111"/>
              <a:gd name="connsiteX5" fmla="*/ 1811600 w 3287111"/>
              <a:gd name="connsiteY5" fmla="*/ 3278627 h 3287111"/>
              <a:gd name="connsiteX6" fmla="*/ 1643576 w 3287111"/>
              <a:gd name="connsiteY6" fmla="*/ 3287111 h 3287111"/>
              <a:gd name="connsiteX7" fmla="*/ 1643537 w 3287111"/>
              <a:gd name="connsiteY7" fmla="*/ 3287111 h 3287111"/>
              <a:gd name="connsiteX8" fmla="*/ 1475512 w 3287111"/>
              <a:gd name="connsiteY8" fmla="*/ 3278627 h 3287111"/>
              <a:gd name="connsiteX9" fmla="*/ 0 w 3287111"/>
              <a:gd name="connsiteY9" fmla="*/ 1643556 h 3287111"/>
              <a:gd name="connsiteX10" fmla="*/ 1643556 w 3287111"/>
              <a:gd name="connsiteY10" fmla="*/ 0 h 3287111"/>
            </a:gdLst>
            <a:rect l="l" t="t" r="r" b="b"/>
            <a:pathLst>
              <a:path w="3287111" h="3287111">
                <a:moveTo>
                  <a:pt x="1643556" y="0"/>
                </a:moveTo>
                <a:cubicBezTo>
                  <a:pt x="2494535" y="0"/>
                  <a:pt x="3194460" y="646739"/>
                  <a:pt x="3278627" y="1475512"/>
                </a:cubicBezTo>
                <a:lnTo>
                  <a:pt x="3287111" y="1643536"/>
                </a:lnTo>
                <a:lnTo>
                  <a:pt x="3287111" y="1643576"/>
                </a:lnTo>
                <a:lnTo>
                  <a:pt x="3278627" y="1811600"/>
                </a:lnTo>
                <a:cubicBezTo>
                  <a:pt x="3200071" y="2585122"/>
                  <a:pt x="2585122" y="3200071"/>
                  <a:pt x="1811600" y="3278627"/>
                </a:cubicBezTo>
                <a:lnTo>
                  <a:pt x="1643576" y="3287111"/>
                </a:lnTo>
                <a:lnTo>
                  <a:pt x="1643537" y="3287111"/>
                </a:lnTo>
                <a:lnTo>
                  <a:pt x="1475512" y="3278627"/>
                </a:lnTo>
                <a:cubicBezTo>
                  <a:pt x="646739" y="3194460"/>
                  <a:pt x="0" y="2494535"/>
                  <a:pt x="0" y="1643556"/>
                </a:cubicBezTo>
                <a:cubicBezTo>
                  <a:pt x="0" y="735845"/>
                  <a:pt x="735845" y="0"/>
                  <a:pt x="1643556" y="0"/>
                </a:cubicBezTo>
                <a:close/>
              </a:path>
            </a:pathLst>
          </a:custGeom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algn="ctr">
              <a:buNone/>
              <a:defRPr/>
            </a:lvl1pPr>
          </a:lstStyle>
          <a:p xmlns:a="http://schemas.openxmlformats.org/drawingml/2006/main"/>
        </p:txBody>
      </p:sp>
    </p:spTree>
  </p:cSld>
</p:sldLayout>
</file>

<file path=ppt/slideLayouts/slideLayout16.xml><?xml version="1.0" encoding="utf-8"?>
<p:sldLayout xmlns:p="http://schemas.openxmlformats.org/presentationml/2006/main" preserve="1" userDrawn="1">
  <p:cSld name="图片占位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0" name="Freeform 17">
            <a:extLst xmlns:a="http://schemas.openxmlformats.org/drawingml/2006/main">
              <a:ext uri="{FF2B5EF4-FFF2-40B4-BE49-F238E27FC236}">
                <a16:creationId xmlns:a16="http://schemas.microsoft.com/office/drawing/2014/main" id="{90E96D7A-31F0-4D56-BAE2-8B4BD0B48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8081" y="688617"/>
            <a:ext cx="64437" cy="68999"/>
          </a:xfrm>
          <a:custGeom xmlns:a="http://schemas.openxmlformats.org/drawingml/2006/main">
            <a:gdLst>
              <a:gd name="T0" fmla="*/ 34 w 127"/>
              <a:gd name="T1" fmla="*/ 71 h 136"/>
              <a:gd name="T2" fmla="*/ 34 w 127"/>
              <a:gd name="T3" fmla="*/ 81 h 136"/>
              <a:gd name="T4" fmla="*/ 34 w 127"/>
              <a:gd name="T5" fmla="*/ 114 h 136"/>
              <a:gd name="T6" fmla="*/ 35 w 127"/>
              <a:gd name="T7" fmla="*/ 122 h 136"/>
              <a:gd name="T8" fmla="*/ 40 w 127"/>
              <a:gd name="T9" fmla="*/ 127 h 136"/>
              <a:gd name="T10" fmla="*/ 49 w 127"/>
              <a:gd name="T11" fmla="*/ 128 h 136"/>
              <a:gd name="T12" fmla="*/ 49 w 127"/>
              <a:gd name="T13" fmla="*/ 135 h 136"/>
              <a:gd name="T14" fmla="*/ 1 w 127"/>
              <a:gd name="T15" fmla="*/ 135 h 136"/>
              <a:gd name="T16" fmla="*/ 0 w 127"/>
              <a:gd name="T17" fmla="*/ 132 h 136"/>
              <a:gd name="T18" fmla="*/ 0 w 127"/>
              <a:gd name="T19" fmla="*/ 128 h 136"/>
              <a:gd name="T20" fmla="*/ 9 w 127"/>
              <a:gd name="T21" fmla="*/ 127 h 136"/>
              <a:gd name="T22" fmla="*/ 16 w 127"/>
              <a:gd name="T23" fmla="*/ 120 h 136"/>
              <a:gd name="T24" fmla="*/ 17 w 127"/>
              <a:gd name="T25" fmla="*/ 111 h 136"/>
              <a:gd name="T26" fmla="*/ 17 w 127"/>
              <a:gd name="T27" fmla="*/ 22 h 136"/>
              <a:gd name="T28" fmla="*/ 16 w 127"/>
              <a:gd name="T29" fmla="*/ 15 h 136"/>
              <a:gd name="T30" fmla="*/ 9 w 127"/>
              <a:gd name="T31" fmla="*/ 9 h 136"/>
              <a:gd name="T32" fmla="*/ 0 w 127"/>
              <a:gd name="T33" fmla="*/ 8 h 136"/>
              <a:gd name="T34" fmla="*/ 0 w 127"/>
              <a:gd name="T35" fmla="*/ 1 h 136"/>
              <a:gd name="T36" fmla="*/ 4 w 127"/>
              <a:gd name="T37" fmla="*/ 0 h 136"/>
              <a:gd name="T38" fmla="*/ 71 w 127"/>
              <a:gd name="T39" fmla="*/ 0 h 136"/>
              <a:gd name="T40" fmla="*/ 94 w 127"/>
              <a:gd name="T41" fmla="*/ 4 h 136"/>
              <a:gd name="T42" fmla="*/ 116 w 127"/>
              <a:gd name="T43" fmla="*/ 32 h 136"/>
              <a:gd name="T44" fmla="*/ 97 w 127"/>
              <a:gd name="T45" fmla="*/ 66 h 136"/>
              <a:gd name="T46" fmla="*/ 80 w 127"/>
              <a:gd name="T47" fmla="*/ 70 h 136"/>
              <a:gd name="T48" fmla="*/ 71 w 127"/>
              <a:gd name="T49" fmla="*/ 71 h 136"/>
              <a:gd name="T50" fmla="*/ 73 w 127"/>
              <a:gd name="T51" fmla="*/ 75 h 136"/>
              <a:gd name="T52" fmla="*/ 104 w 127"/>
              <a:gd name="T53" fmla="*/ 114 h 136"/>
              <a:gd name="T54" fmla="*/ 105 w 127"/>
              <a:gd name="T55" fmla="*/ 116 h 136"/>
              <a:gd name="T56" fmla="*/ 127 w 127"/>
              <a:gd name="T57" fmla="*/ 128 h 136"/>
              <a:gd name="T58" fmla="*/ 127 w 127"/>
              <a:gd name="T59" fmla="*/ 135 h 136"/>
              <a:gd name="T60" fmla="*/ 116 w 127"/>
              <a:gd name="T61" fmla="*/ 135 h 136"/>
              <a:gd name="T62" fmla="*/ 102 w 127"/>
              <a:gd name="T63" fmla="*/ 136 h 136"/>
              <a:gd name="T64" fmla="*/ 96 w 127"/>
              <a:gd name="T65" fmla="*/ 132 h 136"/>
              <a:gd name="T66" fmla="*/ 59 w 127"/>
              <a:gd name="T67" fmla="*/ 82 h 136"/>
              <a:gd name="T68" fmla="*/ 52 w 127"/>
              <a:gd name="T69" fmla="*/ 73 h 136"/>
              <a:gd name="T70" fmla="*/ 49 w 127"/>
              <a:gd name="T71" fmla="*/ 71 h 136"/>
              <a:gd name="T72" fmla="*/ 34 w 127"/>
              <a:gd name="T73" fmla="*/ 71 h 136"/>
              <a:gd name="T74" fmla="*/ 34 w 127"/>
              <a:gd name="T75" fmla="*/ 61 h 136"/>
              <a:gd name="T76" fmla="*/ 36 w 127"/>
              <a:gd name="T77" fmla="*/ 62 h 136"/>
              <a:gd name="T78" fmla="*/ 66 w 127"/>
              <a:gd name="T79" fmla="*/ 62 h 136"/>
              <a:gd name="T80" fmla="*/ 82 w 127"/>
              <a:gd name="T81" fmla="*/ 59 h 136"/>
              <a:gd name="T82" fmla="*/ 96 w 127"/>
              <a:gd name="T83" fmla="*/ 44 h 136"/>
              <a:gd name="T84" fmla="*/ 96 w 127"/>
              <a:gd name="T85" fmla="*/ 29 h 136"/>
              <a:gd name="T86" fmla="*/ 81 w 127"/>
              <a:gd name="T87" fmla="*/ 12 h 136"/>
              <a:gd name="T88" fmla="*/ 70 w 127"/>
              <a:gd name="T89" fmla="*/ 11 h 136"/>
              <a:gd name="T90" fmla="*/ 37 w 127"/>
              <a:gd name="T91" fmla="*/ 11 h 136"/>
              <a:gd name="T92" fmla="*/ 34 w 127"/>
              <a:gd name="T93" fmla="*/ 11 h 136"/>
              <a:gd name="T94" fmla="*/ 34 w 127"/>
              <a:gd name="T95" fmla="*/ 61 h 136"/>
            </a:gdLst>
            <a:rect l="0" t="0" r="r" b="b"/>
            <a:pathLst>
              <a:path w="127" h="136">
                <a:moveTo>
                  <a:pt x="34" y="71"/>
                </a:moveTo>
                <a:cubicBezTo>
                  <a:pt x="34" y="75"/>
                  <a:pt x="34" y="78"/>
                  <a:pt x="34" y="81"/>
                </a:cubicBezTo>
                <a:cubicBezTo>
                  <a:pt x="34" y="92"/>
                  <a:pt x="34" y="103"/>
                  <a:pt x="34" y="114"/>
                </a:cubicBezTo>
                <a:cubicBezTo>
                  <a:pt x="34" y="117"/>
                  <a:pt x="34" y="119"/>
                  <a:pt x="35" y="122"/>
                </a:cubicBezTo>
                <a:cubicBezTo>
                  <a:pt x="35" y="125"/>
                  <a:pt x="37" y="127"/>
                  <a:pt x="40" y="127"/>
                </a:cubicBezTo>
                <a:cubicBezTo>
                  <a:pt x="43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1" y="135"/>
                </a:cubicBezTo>
                <a:cubicBezTo>
                  <a:pt x="0" y="134"/>
                  <a:pt x="0" y="133"/>
                  <a:pt x="0" y="132"/>
                </a:cubicBezTo>
                <a:cubicBezTo>
                  <a:pt x="0" y="131"/>
                  <a:pt x="0" y="130"/>
                  <a:pt x="0" y="128"/>
                </a:cubicBezTo>
                <a:cubicBezTo>
                  <a:pt x="3" y="128"/>
                  <a:pt x="6" y="128"/>
                  <a:pt x="9" y="127"/>
                </a:cubicBezTo>
                <a:cubicBezTo>
                  <a:pt x="14" y="126"/>
                  <a:pt x="15" y="125"/>
                  <a:pt x="16" y="120"/>
                </a:cubicBezTo>
                <a:cubicBezTo>
                  <a:pt x="16" y="117"/>
                  <a:pt x="17" y="114"/>
                  <a:pt x="17" y="111"/>
                </a:cubicBezTo>
                <a:cubicBezTo>
                  <a:pt x="17" y="81"/>
                  <a:pt x="17" y="52"/>
                  <a:pt x="17" y="22"/>
                </a:cubicBezTo>
                <a:cubicBezTo>
                  <a:pt x="17" y="20"/>
                  <a:pt x="16" y="17"/>
                  <a:pt x="16" y="15"/>
                </a:cubicBezTo>
                <a:cubicBezTo>
                  <a:pt x="15" y="11"/>
                  <a:pt x="13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2" y="1"/>
                  <a:pt x="3" y="0"/>
                  <a:pt x="4" y="0"/>
                </a:cubicBezTo>
                <a:cubicBezTo>
                  <a:pt x="26" y="0"/>
                  <a:pt x="49" y="0"/>
                  <a:pt x="71" y="0"/>
                </a:cubicBezTo>
                <a:cubicBezTo>
                  <a:pt x="79" y="0"/>
                  <a:pt x="86" y="1"/>
                  <a:pt x="94" y="4"/>
                </a:cubicBezTo>
                <a:cubicBezTo>
                  <a:pt x="108" y="9"/>
                  <a:pt x="115" y="18"/>
                  <a:pt x="116" y="32"/>
                </a:cubicBezTo>
                <a:cubicBezTo>
                  <a:pt x="117" y="48"/>
                  <a:pt x="110" y="60"/>
                  <a:pt x="97" y="66"/>
                </a:cubicBezTo>
                <a:cubicBezTo>
                  <a:pt x="91" y="68"/>
                  <a:pt x="86" y="70"/>
                  <a:pt x="80" y="70"/>
                </a:cubicBezTo>
                <a:cubicBezTo>
                  <a:pt x="77" y="70"/>
                  <a:pt x="74" y="71"/>
                  <a:pt x="71" y="71"/>
                </a:cubicBezTo>
                <a:cubicBezTo>
                  <a:pt x="72" y="73"/>
                  <a:pt x="73" y="74"/>
                  <a:pt x="73" y="75"/>
                </a:cubicBezTo>
                <a:cubicBezTo>
                  <a:pt x="84" y="88"/>
                  <a:pt x="94" y="101"/>
                  <a:pt x="104" y="114"/>
                </a:cubicBezTo>
                <a:cubicBezTo>
                  <a:pt x="105" y="115"/>
                  <a:pt x="105" y="115"/>
                  <a:pt x="105" y="116"/>
                </a:cubicBezTo>
                <a:cubicBezTo>
                  <a:pt x="111" y="122"/>
                  <a:pt x="117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24" y="135"/>
                  <a:pt x="120" y="135"/>
                  <a:pt x="116" y="135"/>
                </a:cubicBezTo>
                <a:cubicBezTo>
                  <a:pt x="111" y="135"/>
                  <a:pt x="107" y="135"/>
                  <a:pt x="102" y="136"/>
                </a:cubicBezTo>
                <a:cubicBezTo>
                  <a:pt x="99" y="136"/>
                  <a:pt x="97" y="134"/>
                  <a:pt x="96" y="132"/>
                </a:cubicBezTo>
                <a:cubicBezTo>
                  <a:pt x="83" y="115"/>
                  <a:pt x="71" y="99"/>
                  <a:pt x="59" y="82"/>
                </a:cubicBezTo>
                <a:cubicBezTo>
                  <a:pt x="57" y="79"/>
                  <a:pt x="54" y="76"/>
                  <a:pt x="52" y="73"/>
                </a:cubicBezTo>
                <a:cubicBezTo>
                  <a:pt x="51" y="72"/>
                  <a:pt x="50" y="71"/>
                  <a:pt x="49" y="71"/>
                </a:cubicBezTo>
                <a:cubicBezTo>
                  <a:pt x="44" y="71"/>
                  <a:pt x="39" y="71"/>
                  <a:pt x="34" y="71"/>
                </a:cubicBezTo>
                <a:close/>
                <a:moveTo>
                  <a:pt x="34" y="61"/>
                </a:moveTo>
                <a:cubicBezTo>
                  <a:pt x="35" y="62"/>
                  <a:pt x="36" y="62"/>
                  <a:pt x="36" y="62"/>
                </a:cubicBezTo>
                <a:cubicBezTo>
                  <a:pt x="46" y="62"/>
                  <a:pt x="56" y="62"/>
                  <a:pt x="66" y="62"/>
                </a:cubicBezTo>
                <a:cubicBezTo>
                  <a:pt x="72" y="61"/>
                  <a:pt x="77" y="60"/>
                  <a:pt x="82" y="59"/>
                </a:cubicBezTo>
                <a:cubicBezTo>
                  <a:pt x="90" y="56"/>
                  <a:pt x="94" y="51"/>
                  <a:pt x="96" y="44"/>
                </a:cubicBezTo>
                <a:cubicBezTo>
                  <a:pt x="96" y="39"/>
                  <a:pt x="97" y="34"/>
                  <a:pt x="96" y="29"/>
                </a:cubicBezTo>
                <a:cubicBezTo>
                  <a:pt x="95" y="20"/>
                  <a:pt x="90" y="15"/>
                  <a:pt x="81" y="12"/>
                </a:cubicBezTo>
                <a:cubicBezTo>
                  <a:pt x="77" y="11"/>
                  <a:pt x="74" y="11"/>
                  <a:pt x="70" y="11"/>
                </a:cubicBezTo>
                <a:cubicBezTo>
                  <a:pt x="59" y="10"/>
                  <a:pt x="48" y="11"/>
                  <a:pt x="37" y="11"/>
                </a:cubicBezTo>
                <a:cubicBezTo>
                  <a:pt x="36" y="11"/>
                  <a:pt x="35" y="11"/>
                  <a:pt x="34" y="11"/>
                </a:cubicBezTo>
                <a:cubicBezTo>
                  <a:pt x="34" y="28"/>
                  <a:pt x="34" y="44"/>
                  <a:pt x="34" y="61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1" name="Freeform 18">
            <a:extLst xmlns:a="http://schemas.openxmlformats.org/drawingml/2006/main">
              <a:ext uri="{FF2B5EF4-FFF2-40B4-BE49-F238E27FC236}">
                <a16:creationId xmlns:a16="http://schemas.microsoft.com/office/drawing/2014/main" id="{81489F99-5383-4FDD-8673-48411E696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3581" y="688617"/>
            <a:ext cx="64437" cy="68429"/>
          </a:xfrm>
          <a:custGeom xmlns:a="http://schemas.openxmlformats.org/drawingml/2006/main">
            <a:gdLst>
              <a:gd name="T0" fmla="*/ 50 w 127"/>
              <a:gd name="T1" fmla="*/ 70 h 135"/>
              <a:gd name="T2" fmla="*/ 34 w 127"/>
              <a:gd name="T3" fmla="*/ 87 h 135"/>
              <a:gd name="T4" fmla="*/ 33 w 127"/>
              <a:gd name="T5" fmla="*/ 90 h 135"/>
              <a:gd name="T6" fmla="*/ 33 w 127"/>
              <a:gd name="T7" fmla="*/ 116 h 135"/>
              <a:gd name="T8" fmla="*/ 34 w 127"/>
              <a:gd name="T9" fmla="*/ 120 h 135"/>
              <a:gd name="T10" fmla="*/ 41 w 127"/>
              <a:gd name="T11" fmla="*/ 127 h 135"/>
              <a:gd name="T12" fmla="*/ 49 w 127"/>
              <a:gd name="T13" fmla="*/ 128 h 135"/>
              <a:gd name="T14" fmla="*/ 49 w 127"/>
              <a:gd name="T15" fmla="*/ 135 h 135"/>
              <a:gd name="T16" fmla="*/ 0 w 127"/>
              <a:gd name="T17" fmla="*/ 135 h 135"/>
              <a:gd name="T18" fmla="*/ 0 w 127"/>
              <a:gd name="T19" fmla="*/ 128 h 135"/>
              <a:gd name="T20" fmla="*/ 7 w 127"/>
              <a:gd name="T21" fmla="*/ 128 h 135"/>
              <a:gd name="T22" fmla="*/ 16 w 127"/>
              <a:gd name="T23" fmla="*/ 118 h 135"/>
              <a:gd name="T24" fmla="*/ 16 w 127"/>
              <a:gd name="T25" fmla="*/ 111 h 135"/>
              <a:gd name="T26" fmla="*/ 16 w 127"/>
              <a:gd name="T27" fmla="*/ 24 h 135"/>
              <a:gd name="T28" fmla="*/ 16 w 127"/>
              <a:gd name="T29" fmla="*/ 16 h 135"/>
              <a:gd name="T30" fmla="*/ 8 w 127"/>
              <a:gd name="T31" fmla="*/ 9 h 135"/>
              <a:gd name="T32" fmla="*/ 0 w 127"/>
              <a:gd name="T33" fmla="*/ 8 h 135"/>
              <a:gd name="T34" fmla="*/ 0 w 127"/>
              <a:gd name="T35" fmla="*/ 1 h 135"/>
              <a:gd name="T36" fmla="*/ 49 w 127"/>
              <a:gd name="T37" fmla="*/ 1 h 135"/>
              <a:gd name="T38" fmla="*/ 50 w 127"/>
              <a:gd name="T39" fmla="*/ 8 h 135"/>
              <a:gd name="T40" fmla="*/ 41 w 127"/>
              <a:gd name="T41" fmla="*/ 9 h 135"/>
              <a:gd name="T42" fmla="*/ 34 w 127"/>
              <a:gd name="T43" fmla="*/ 16 h 135"/>
              <a:gd name="T44" fmla="*/ 33 w 127"/>
              <a:gd name="T45" fmla="*/ 23 h 135"/>
              <a:gd name="T46" fmla="*/ 33 w 127"/>
              <a:gd name="T47" fmla="*/ 70 h 135"/>
              <a:gd name="T48" fmla="*/ 33 w 127"/>
              <a:gd name="T49" fmla="*/ 73 h 135"/>
              <a:gd name="T50" fmla="*/ 36 w 127"/>
              <a:gd name="T51" fmla="*/ 71 h 135"/>
              <a:gd name="T52" fmla="*/ 83 w 127"/>
              <a:gd name="T53" fmla="*/ 19 h 135"/>
              <a:gd name="T54" fmla="*/ 86 w 127"/>
              <a:gd name="T55" fmla="*/ 14 h 135"/>
              <a:gd name="T56" fmla="*/ 84 w 127"/>
              <a:gd name="T57" fmla="*/ 9 h 135"/>
              <a:gd name="T58" fmla="*/ 76 w 127"/>
              <a:gd name="T59" fmla="*/ 8 h 135"/>
              <a:gd name="T60" fmla="*/ 76 w 127"/>
              <a:gd name="T61" fmla="*/ 1 h 135"/>
              <a:gd name="T62" fmla="*/ 122 w 127"/>
              <a:gd name="T63" fmla="*/ 1 h 135"/>
              <a:gd name="T64" fmla="*/ 122 w 127"/>
              <a:gd name="T65" fmla="*/ 8 h 135"/>
              <a:gd name="T66" fmla="*/ 118 w 127"/>
              <a:gd name="T67" fmla="*/ 8 h 135"/>
              <a:gd name="T68" fmla="*/ 99 w 127"/>
              <a:gd name="T69" fmla="*/ 18 h 135"/>
              <a:gd name="T70" fmla="*/ 77 w 127"/>
              <a:gd name="T71" fmla="*/ 41 h 135"/>
              <a:gd name="T72" fmla="*/ 62 w 127"/>
              <a:gd name="T73" fmla="*/ 57 h 135"/>
              <a:gd name="T74" fmla="*/ 64 w 127"/>
              <a:gd name="T75" fmla="*/ 61 h 135"/>
              <a:gd name="T76" fmla="*/ 102 w 127"/>
              <a:gd name="T77" fmla="*/ 113 h 135"/>
              <a:gd name="T78" fmla="*/ 108 w 127"/>
              <a:gd name="T79" fmla="*/ 120 h 135"/>
              <a:gd name="T80" fmla="*/ 123 w 127"/>
              <a:gd name="T81" fmla="*/ 127 h 135"/>
              <a:gd name="T82" fmla="*/ 127 w 127"/>
              <a:gd name="T83" fmla="*/ 128 h 135"/>
              <a:gd name="T84" fmla="*/ 127 w 127"/>
              <a:gd name="T85" fmla="*/ 135 h 135"/>
              <a:gd name="T86" fmla="*/ 73 w 127"/>
              <a:gd name="T87" fmla="*/ 135 h 135"/>
              <a:gd name="T88" fmla="*/ 73 w 127"/>
              <a:gd name="T89" fmla="*/ 128 h 135"/>
              <a:gd name="T90" fmla="*/ 80 w 127"/>
              <a:gd name="T91" fmla="*/ 127 h 135"/>
              <a:gd name="T92" fmla="*/ 84 w 127"/>
              <a:gd name="T93" fmla="*/ 120 h 135"/>
              <a:gd name="T94" fmla="*/ 82 w 127"/>
              <a:gd name="T95" fmla="*/ 115 h 135"/>
              <a:gd name="T96" fmla="*/ 51 w 127"/>
              <a:gd name="T97" fmla="*/ 72 h 135"/>
              <a:gd name="T98" fmla="*/ 50 w 127"/>
              <a:gd name="T99" fmla="*/ 70 h 135"/>
            </a:gdLst>
            <a:rect l="0" t="0" r="r" b="b"/>
            <a:pathLst>
              <a:path w="127" h="135">
                <a:moveTo>
                  <a:pt x="50" y="70"/>
                </a:moveTo>
                <a:cubicBezTo>
                  <a:pt x="44" y="76"/>
                  <a:pt x="39" y="81"/>
                  <a:pt x="34" y="87"/>
                </a:cubicBezTo>
                <a:cubicBezTo>
                  <a:pt x="33" y="88"/>
                  <a:pt x="33" y="89"/>
                  <a:pt x="33" y="90"/>
                </a:cubicBezTo>
                <a:cubicBezTo>
                  <a:pt x="33" y="99"/>
                  <a:pt x="33" y="107"/>
                  <a:pt x="33" y="116"/>
                </a:cubicBezTo>
                <a:cubicBezTo>
                  <a:pt x="33" y="117"/>
                  <a:pt x="33" y="118"/>
                  <a:pt x="34" y="120"/>
                </a:cubicBezTo>
                <a:cubicBezTo>
                  <a:pt x="35" y="125"/>
                  <a:pt x="36" y="126"/>
                  <a:pt x="41" y="127"/>
                </a:cubicBezTo>
                <a:cubicBezTo>
                  <a:pt x="44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7" y="128"/>
                </a:cubicBezTo>
                <a:cubicBezTo>
                  <a:pt x="14" y="127"/>
                  <a:pt x="16" y="125"/>
                  <a:pt x="16" y="118"/>
                </a:cubicBezTo>
                <a:cubicBezTo>
                  <a:pt x="16" y="115"/>
                  <a:pt x="16" y="113"/>
                  <a:pt x="16" y="111"/>
                </a:cubicBezTo>
                <a:cubicBezTo>
                  <a:pt x="16" y="82"/>
                  <a:pt x="16" y="53"/>
                  <a:pt x="16" y="24"/>
                </a:cubicBezTo>
                <a:cubicBezTo>
                  <a:pt x="16" y="21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5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4" y="0"/>
                  <a:pt x="40" y="0"/>
                  <a:pt x="49" y="1"/>
                </a:cubicBezTo>
                <a:cubicBezTo>
                  <a:pt x="49" y="3"/>
                  <a:pt x="50" y="5"/>
                  <a:pt x="50" y="8"/>
                </a:cubicBezTo>
                <a:cubicBezTo>
                  <a:pt x="47" y="8"/>
                  <a:pt x="44" y="8"/>
                  <a:pt x="41" y="9"/>
                </a:cubicBezTo>
                <a:cubicBezTo>
                  <a:pt x="37" y="9"/>
                  <a:pt x="34" y="11"/>
                  <a:pt x="34" y="16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39"/>
                  <a:pt x="33" y="54"/>
                  <a:pt x="33" y="70"/>
                </a:cubicBezTo>
                <a:cubicBezTo>
                  <a:pt x="33" y="71"/>
                  <a:pt x="33" y="72"/>
                  <a:pt x="33" y="73"/>
                </a:cubicBezTo>
                <a:cubicBezTo>
                  <a:pt x="35" y="72"/>
                  <a:pt x="36" y="72"/>
                  <a:pt x="36" y="71"/>
                </a:cubicBezTo>
                <a:cubicBezTo>
                  <a:pt x="52" y="54"/>
                  <a:pt x="67" y="37"/>
                  <a:pt x="83" y="19"/>
                </a:cubicBezTo>
                <a:cubicBezTo>
                  <a:pt x="84" y="18"/>
                  <a:pt x="85" y="16"/>
                  <a:pt x="86" y="14"/>
                </a:cubicBezTo>
                <a:cubicBezTo>
                  <a:pt x="88" y="12"/>
                  <a:pt x="87" y="10"/>
                  <a:pt x="84" y="9"/>
                </a:cubicBezTo>
                <a:cubicBezTo>
                  <a:pt x="81" y="8"/>
                  <a:pt x="79" y="8"/>
                  <a:pt x="76" y="8"/>
                </a:cubicBezTo>
                <a:cubicBezTo>
                  <a:pt x="76" y="5"/>
                  <a:pt x="76" y="3"/>
                  <a:pt x="76" y="1"/>
                </a:cubicBezTo>
                <a:cubicBezTo>
                  <a:pt x="79" y="0"/>
                  <a:pt x="114" y="0"/>
                  <a:pt x="122" y="1"/>
                </a:cubicBezTo>
                <a:cubicBezTo>
                  <a:pt x="122" y="3"/>
                  <a:pt x="122" y="5"/>
                  <a:pt x="122" y="8"/>
                </a:cubicBezTo>
                <a:cubicBezTo>
                  <a:pt x="121" y="8"/>
                  <a:pt x="120" y="8"/>
                  <a:pt x="118" y="8"/>
                </a:cubicBezTo>
                <a:cubicBezTo>
                  <a:pt x="111" y="9"/>
                  <a:pt x="104" y="12"/>
                  <a:pt x="99" y="18"/>
                </a:cubicBezTo>
                <a:cubicBezTo>
                  <a:pt x="92" y="25"/>
                  <a:pt x="85" y="33"/>
                  <a:pt x="77" y="41"/>
                </a:cubicBezTo>
                <a:cubicBezTo>
                  <a:pt x="72" y="46"/>
                  <a:pt x="67" y="52"/>
                  <a:pt x="62" y="57"/>
                </a:cubicBezTo>
                <a:cubicBezTo>
                  <a:pt x="63" y="58"/>
                  <a:pt x="64" y="59"/>
                  <a:pt x="64" y="61"/>
                </a:cubicBezTo>
                <a:cubicBezTo>
                  <a:pt x="77" y="78"/>
                  <a:pt x="90" y="95"/>
                  <a:pt x="102" y="113"/>
                </a:cubicBezTo>
                <a:cubicBezTo>
                  <a:pt x="104" y="115"/>
                  <a:pt x="106" y="118"/>
                  <a:pt x="108" y="120"/>
                </a:cubicBezTo>
                <a:cubicBezTo>
                  <a:pt x="112" y="124"/>
                  <a:pt x="117" y="127"/>
                  <a:pt x="123" y="127"/>
                </a:cubicBezTo>
                <a:cubicBezTo>
                  <a:pt x="124" y="128"/>
                  <a:pt x="125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09" y="135"/>
                  <a:pt x="91" y="135"/>
                  <a:pt x="73" y="135"/>
                </a:cubicBezTo>
                <a:cubicBezTo>
                  <a:pt x="73" y="133"/>
                  <a:pt x="73" y="131"/>
                  <a:pt x="73" y="128"/>
                </a:cubicBezTo>
                <a:cubicBezTo>
                  <a:pt x="75" y="128"/>
                  <a:pt x="78" y="128"/>
                  <a:pt x="80" y="127"/>
                </a:cubicBezTo>
                <a:cubicBezTo>
                  <a:pt x="85" y="127"/>
                  <a:pt x="86" y="125"/>
                  <a:pt x="84" y="120"/>
                </a:cubicBezTo>
                <a:cubicBezTo>
                  <a:pt x="84" y="118"/>
                  <a:pt x="83" y="117"/>
                  <a:pt x="82" y="115"/>
                </a:cubicBezTo>
                <a:cubicBezTo>
                  <a:pt x="72" y="101"/>
                  <a:pt x="61" y="86"/>
                  <a:pt x="51" y="72"/>
                </a:cubicBezTo>
                <a:cubicBezTo>
                  <a:pt x="51" y="71"/>
                  <a:pt x="50" y="71"/>
                  <a:pt x="50" y="7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2" name="Freeform 19">
            <a:extLst xmlns:a="http://schemas.openxmlformats.org/drawingml/2006/main">
              <a:ext uri="{FF2B5EF4-FFF2-40B4-BE49-F238E27FC236}">
                <a16:creationId xmlns:a16="http://schemas.microsoft.com/office/drawing/2014/main" id="{5C165EED-F2BA-464A-9476-EE0B442AF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9719" y="688617"/>
            <a:ext cx="63867" cy="68429"/>
          </a:xfrm>
          <a:custGeom xmlns:a="http://schemas.openxmlformats.org/drawingml/2006/main">
            <a:gdLst>
              <a:gd name="T0" fmla="*/ 28 w 126"/>
              <a:gd name="T1" fmla="*/ 16 h 135"/>
              <a:gd name="T2" fmla="*/ 28 w 126"/>
              <a:gd name="T3" fmla="*/ 20 h 135"/>
              <a:gd name="T4" fmla="*/ 28 w 126"/>
              <a:gd name="T5" fmla="*/ 109 h 135"/>
              <a:gd name="T6" fmla="*/ 28 w 126"/>
              <a:gd name="T7" fmla="*/ 119 h 135"/>
              <a:gd name="T8" fmla="*/ 37 w 126"/>
              <a:gd name="T9" fmla="*/ 127 h 135"/>
              <a:gd name="T10" fmla="*/ 44 w 126"/>
              <a:gd name="T11" fmla="*/ 128 h 135"/>
              <a:gd name="T12" fmla="*/ 44 w 126"/>
              <a:gd name="T13" fmla="*/ 135 h 135"/>
              <a:gd name="T14" fmla="*/ 0 w 126"/>
              <a:gd name="T15" fmla="*/ 135 h 135"/>
              <a:gd name="T16" fmla="*/ 0 w 126"/>
              <a:gd name="T17" fmla="*/ 128 h 135"/>
              <a:gd name="T18" fmla="*/ 8 w 126"/>
              <a:gd name="T19" fmla="*/ 127 h 135"/>
              <a:gd name="T20" fmla="*/ 16 w 126"/>
              <a:gd name="T21" fmla="*/ 120 h 135"/>
              <a:gd name="T22" fmla="*/ 16 w 126"/>
              <a:gd name="T23" fmla="*/ 113 h 135"/>
              <a:gd name="T24" fmla="*/ 16 w 126"/>
              <a:gd name="T25" fmla="*/ 19 h 135"/>
              <a:gd name="T26" fmla="*/ 16 w 126"/>
              <a:gd name="T27" fmla="*/ 15 h 135"/>
              <a:gd name="T28" fmla="*/ 9 w 126"/>
              <a:gd name="T29" fmla="*/ 9 h 135"/>
              <a:gd name="T30" fmla="*/ 5 w 126"/>
              <a:gd name="T31" fmla="*/ 8 h 135"/>
              <a:gd name="T32" fmla="*/ 1 w 126"/>
              <a:gd name="T33" fmla="*/ 8 h 135"/>
              <a:gd name="T34" fmla="*/ 1 w 126"/>
              <a:gd name="T35" fmla="*/ 1 h 135"/>
              <a:gd name="T36" fmla="*/ 40 w 126"/>
              <a:gd name="T37" fmla="*/ 1 h 135"/>
              <a:gd name="T38" fmla="*/ 98 w 126"/>
              <a:gd name="T39" fmla="*/ 100 h 135"/>
              <a:gd name="T40" fmla="*/ 99 w 126"/>
              <a:gd name="T41" fmla="*/ 100 h 135"/>
              <a:gd name="T42" fmla="*/ 99 w 126"/>
              <a:gd name="T43" fmla="*/ 96 h 135"/>
              <a:gd name="T44" fmla="*/ 99 w 126"/>
              <a:gd name="T45" fmla="*/ 24 h 135"/>
              <a:gd name="T46" fmla="*/ 98 w 126"/>
              <a:gd name="T47" fmla="*/ 16 h 135"/>
              <a:gd name="T48" fmla="*/ 90 w 126"/>
              <a:gd name="T49" fmla="*/ 9 h 135"/>
              <a:gd name="T50" fmla="*/ 83 w 126"/>
              <a:gd name="T51" fmla="*/ 8 h 135"/>
              <a:gd name="T52" fmla="*/ 83 w 126"/>
              <a:gd name="T53" fmla="*/ 1 h 135"/>
              <a:gd name="T54" fmla="*/ 126 w 126"/>
              <a:gd name="T55" fmla="*/ 1 h 135"/>
              <a:gd name="T56" fmla="*/ 126 w 126"/>
              <a:gd name="T57" fmla="*/ 8 h 135"/>
              <a:gd name="T58" fmla="*/ 119 w 126"/>
              <a:gd name="T59" fmla="*/ 9 h 135"/>
              <a:gd name="T60" fmla="*/ 111 w 126"/>
              <a:gd name="T61" fmla="*/ 16 h 135"/>
              <a:gd name="T62" fmla="*/ 110 w 126"/>
              <a:gd name="T63" fmla="*/ 27 h 135"/>
              <a:gd name="T64" fmla="*/ 110 w 126"/>
              <a:gd name="T65" fmla="*/ 129 h 135"/>
              <a:gd name="T66" fmla="*/ 110 w 126"/>
              <a:gd name="T67" fmla="*/ 135 h 135"/>
              <a:gd name="T68" fmla="*/ 99 w 126"/>
              <a:gd name="T69" fmla="*/ 135 h 135"/>
              <a:gd name="T70" fmla="*/ 29 w 126"/>
              <a:gd name="T71" fmla="*/ 15 h 135"/>
              <a:gd name="T72" fmla="*/ 28 w 126"/>
              <a:gd name="T73" fmla="*/ 16 h 135"/>
            </a:gdLst>
            <a:rect l="0" t="0" r="r" b="b"/>
            <a:pathLst>
              <a:path w="126" h="135">
                <a:moveTo>
                  <a:pt x="28" y="16"/>
                </a:moveTo>
                <a:cubicBezTo>
                  <a:pt x="28" y="17"/>
                  <a:pt x="28" y="19"/>
                  <a:pt x="28" y="20"/>
                </a:cubicBezTo>
                <a:cubicBezTo>
                  <a:pt x="28" y="50"/>
                  <a:pt x="28" y="79"/>
                  <a:pt x="28" y="109"/>
                </a:cubicBezTo>
                <a:cubicBezTo>
                  <a:pt x="28" y="112"/>
                  <a:pt x="28" y="115"/>
                  <a:pt x="28" y="119"/>
                </a:cubicBezTo>
                <a:cubicBezTo>
                  <a:pt x="29" y="124"/>
                  <a:pt x="31" y="126"/>
                  <a:pt x="37" y="127"/>
                </a:cubicBezTo>
                <a:cubicBezTo>
                  <a:pt x="39" y="127"/>
                  <a:pt x="41" y="128"/>
                  <a:pt x="44" y="128"/>
                </a:cubicBezTo>
                <a:cubicBezTo>
                  <a:pt x="44" y="130"/>
                  <a:pt x="44" y="133"/>
                  <a:pt x="44" y="135"/>
                </a:cubicBezTo>
                <a:cubicBezTo>
                  <a:pt x="29" y="135"/>
                  <a:pt x="15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5" y="127"/>
                  <a:pt x="8" y="127"/>
                </a:cubicBezTo>
                <a:cubicBezTo>
                  <a:pt x="12" y="127"/>
                  <a:pt x="15" y="124"/>
                  <a:pt x="16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0"/>
                  <a:pt x="16" y="19"/>
                </a:cubicBezTo>
                <a:cubicBezTo>
                  <a:pt x="16" y="18"/>
                  <a:pt x="16" y="17"/>
                  <a:pt x="16" y="15"/>
                </a:cubicBezTo>
                <a:cubicBezTo>
                  <a:pt x="16" y="11"/>
                  <a:pt x="14" y="9"/>
                  <a:pt x="9" y="9"/>
                </a:cubicBezTo>
                <a:cubicBezTo>
                  <a:pt x="8" y="8"/>
                  <a:pt x="7" y="8"/>
                  <a:pt x="5" y="8"/>
                </a:cubicBezTo>
                <a:cubicBezTo>
                  <a:pt x="4" y="8"/>
                  <a:pt x="2" y="8"/>
                  <a:pt x="1" y="8"/>
                </a:cubicBezTo>
                <a:cubicBezTo>
                  <a:pt x="1" y="5"/>
                  <a:pt x="1" y="3"/>
                  <a:pt x="1" y="1"/>
                </a:cubicBezTo>
                <a:cubicBezTo>
                  <a:pt x="14" y="1"/>
                  <a:pt x="27" y="1"/>
                  <a:pt x="40" y="1"/>
                </a:cubicBezTo>
                <a:cubicBezTo>
                  <a:pt x="59" y="34"/>
                  <a:pt x="79" y="67"/>
                  <a:pt x="98" y="100"/>
                </a:cubicBezTo>
                <a:cubicBezTo>
                  <a:pt x="98" y="100"/>
                  <a:pt x="99" y="100"/>
                  <a:pt x="99" y="100"/>
                </a:cubicBezTo>
                <a:cubicBezTo>
                  <a:pt x="99" y="99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1"/>
                  <a:pt x="99" y="19"/>
                  <a:pt x="98" y="16"/>
                </a:cubicBezTo>
                <a:cubicBezTo>
                  <a:pt x="97" y="12"/>
                  <a:pt x="94" y="9"/>
                  <a:pt x="90" y="9"/>
                </a:cubicBezTo>
                <a:cubicBezTo>
                  <a:pt x="88" y="8"/>
                  <a:pt x="86" y="8"/>
                  <a:pt x="83" y="8"/>
                </a:cubicBezTo>
                <a:cubicBezTo>
                  <a:pt x="83" y="5"/>
                  <a:pt x="83" y="3"/>
                  <a:pt x="83" y="1"/>
                </a:cubicBezTo>
                <a:cubicBezTo>
                  <a:pt x="87" y="0"/>
                  <a:pt x="115" y="0"/>
                  <a:pt x="126" y="1"/>
                </a:cubicBezTo>
                <a:cubicBezTo>
                  <a:pt x="126" y="3"/>
                  <a:pt x="126" y="5"/>
                  <a:pt x="126" y="8"/>
                </a:cubicBezTo>
                <a:cubicBezTo>
                  <a:pt x="124" y="8"/>
                  <a:pt x="122" y="8"/>
                  <a:pt x="119" y="9"/>
                </a:cubicBezTo>
                <a:cubicBezTo>
                  <a:pt x="115" y="9"/>
                  <a:pt x="112" y="12"/>
                  <a:pt x="111" y="16"/>
                </a:cubicBezTo>
                <a:cubicBezTo>
                  <a:pt x="111" y="20"/>
                  <a:pt x="110" y="23"/>
                  <a:pt x="110" y="27"/>
                </a:cubicBezTo>
                <a:cubicBezTo>
                  <a:pt x="110" y="61"/>
                  <a:pt x="110" y="95"/>
                  <a:pt x="110" y="129"/>
                </a:cubicBezTo>
                <a:cubicBezTo>
                  <a:pt x="110" y="131"/>
                  <a:pt x="110" y="133"/>
                  <a:pt x="110" y="135"/>
                </a:cubicBezTo>
                <a:cubicBezTo>
                  <a:pt x="106" y="135"/>
                  <a:pt x="103" y="135"/>
                  <a:pt x="99" y="135"/>
                </a:cubicBezTo>
                <a:cubicBezTo>
                  <a:pt x="76" y="95"/>
                  <a:pt x="52" y="55"/>
                  <a:pt x="29" y="15"/>
                </a:cubicBezTo>
                <a:cubicBezTo>
                  <a:pt x="28" y="15"/>
                  <a:pt x="28" y="15"/>
                  <a:pt x="28" y="16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3" name="Freeform 20">
            <a:extLst xmlns:a="http://schemas.openxmlformats.org/drawingml/2006/main">
              <a:ext uri="{FF2B5EF4-FFF2-40B4-BE49-F238E27FC236}">
                <a16:creationId xmlns:a16="http://schemas.microsoft.com/office/drawing/2014/main" id="{02322E00-B1BA-412A-B106-48AF8D3C6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9652" y="688617"/>
            <a:ext cx="62726" cy="68429"/>
          </a:xfrm>
          <a:custGeom xmlns:a="http://schemas.openxmlformats.org/drawingml/2006/main">
            <a:gdLst>
              <a:gd name="T0" fmla="*/ 0 w 124"/>
              <a:gd name="T1" fmla="*/ 8 h 135"/>
              <a:gd name="T2" fmla="*/ 0 w 124"/>
              <a:gd name="T3" fmla="*/ 1 h 135"/>
              <a:gd name="T4" fmla="*/ 105 w 124"/>
              <a:gd name="T5" fmla="*/ 1 h 135"/>
              <a:gd name="T6" fmla="*/ 117 w 124"/>
              <a:gd name="T7" fmla="*/ 35 h 135"/>
              <a:gd name="T8" fmla="*/ 110 w 124"/>
              <a:gd name="T9" fmla="*/ 39 h 135"/>
              <a:gd name="T10" fmla="*/ 107 w 124"/>
              <a:gd name="T11" fmla="*/ 33 h 135"/>
              <a:gd name="T12" fmla="*/ 78 w 124"/>
              <a:gd name="T13" fmla="*/ 11 h 135"/>
              <a:gd name="T14" fmla="*/ 34 w 124"/>
              <a:gd name="T15" fmla="*/ 11 h 135"/>
              <a:gd name="T16" fmla="*/ 34 w 124"/>
              <a:gd name="T17" fmla="*/ 61 h 135"/>
              <a:gd name="T18" fmla="*/ 55 w 124"/>
              <a:gd name="T19" fmla="*/ 60 h 135"/>
              <a:gd name="T20" fmla="*/ 69 w 124"/>
              <a:gd name="T21" fmla="*/ 45 h 135"/>
              <a:gd name="T22" fmla="*/ 70 w 124"/>
              <a:gd name="T23" fmla="*/ 36 h 135"/>
              <a:gd name="T24" fmla="*/ 78 w 124"/>
              <a:gd name="T25" fmla="*/ 36 h 135"/>
              <a:gd name="T26" fmla="*/ 78 w 124"/>
              <a:gd name="T27" fmla="*/ 95 h 135"/>
              <a:gd name="T28" fmla="*/ 74 w 124"/>
              <a:gd name="T29" fmla="*/ 95 h 135"/>
              <a:gd name="T30" fmla="*/ 70 w 124"/>
              <a:gd name="T31" fmla="*/ 95 h 135"/>
              <a:gd name="T32" fmla="*/ 70 w 124"/>
              <a:gd name="T33" fmla="*/ 88 h 135"/>
              <a:gd name="T34" fmla="*/ 68 w 124"/>
              <a:gd name="T35" fmla="*/ 81 h 135"/>
              <a:gd name="T36" fmla="*/ 58 w 124"/>
              <a:gd name="T37" fmla="*/ 71 h 135"/>
              <a:gd name="T38" fmla="*/ 34 w 124"/>
              <a:gd name="T39" fmla="*/ 70 h 135"/>
              <a:gd name="T40" fmla="*/ 33 w 124"/>
              <a:gd name="T41" fmla="*/ 74 h 135"/>
              <a:gd name="T42" fmla="*/ 33 w 124"/>
              <a:gd name="T43" fmla="*/ 115 h 135"/>
              <a:gd name="T44" fmla="*/ 43 w 124"/>
              <a:gd name="T45" fmla="*/ 125 h 135"/>
              <a:gd name="T46" fmla="*/ 69 w 124"/>
              <a:gd name="T47" fmla="*/ 125 h 135"/>
              <a:gd name="T48" fmla="*/ 112 w 124"/>
              <a:gd name="T49" fmla="*/ 97 h 135"/>
              <a:gd name="T50" fmla="*/ 115 w 124"/>
              <a:gd name="T51" fmla="*/ 90 h 135"/>
              <a:gd name="T52" fmla="*/ 124 w 124"/>
              <a:gd name="T53" fmla="*/ 93 h 135"/>
              <a:gd name="T54" fmla="*/ 109 w 124"/>
              <a:gd name="T55" fmla="*/ 135 h 135"/>
              <a:gd name="T56" fmla="*/ 0 w 124"/>
              <a:gd name="T57" fmla="*/ 135 h 135"/>
              <a:gd name="T58" fmla="*/ 0 w 124"/>
              <a:gd name="T59" fmla="*/ 128 h 135"/>
              <a:gd name="T60" fmla="*/ 8 w 124"/>
              <a:gd name="T61" fmla="*/ 127 h 135"/>
              <a:gd name="T62" fmla="*/ 15 w 124"/>
              <a:gd name="T63" fmla="*/ 120 h 135"/>
              <a:gd name="T64" fmla="*/ 16 w 124"/>
              <a:gd name="T65" fmla="*/ 113 h 135"/>
              <a:gd name="T66" fmla="*/ 16 w 124"/>
              <a:gd name="T67" fmla="*/ 21 h 135"/>
              <a:gd name="T68" fmla="*/ 16 w 124"/>
              <a:gd name="T69" fmla="*/ 16 h 135"/>
              <a:gd name="T70" fmla="*/ 8 w 124"/>
              <a:gd name="T71" fmla="*/ 9 h 135"/>
              <a:gd name="T72" fmla="*/ 4 w 124"/>
              <a:gd name="T73" fmla="*/ 8 h 135"/>
              <a:gd name="T74" fmla="*/ 0 w 124"/>
              <a:gd name="T75" fmla="*/ 8 h 135"/>
            </a:gdLst>
            <a:rect l="0" t="0" r="r" b="b"/>
            <a:pathLst>
              <a:path w="124" h="135">
                <a:moveTo>
                  <a:pt x="0" y="8"/>
                </a:moveTo>
                <a:cubicBezTo>
                  <a:pt x="0" y="5"/>
                  <a:pt x="0" y="3"/>
                  <a:pt x="0" y="1"/>
                </a:cubicBezTo>
                <a:cubicBezTo>
                  <a:pt x="3" y="0"/>
                  <a:pt x="98" y="0"/>
                  <a:pt x="105" y="1"/>
                </a:cubicBezTo>
                <a:cubicBezTo>
                  <a:pt x="109" y="12"/>
                  <a:pt x="113" y="24"/>
                  <a:pt x="117" y="35"/>
                </a:cubicBezTo>
                <a:cubicBezTo>
                  <a:pt x="115" y="37"/>
                  <a:pt x="112" y="38"/>
                  <a:pt x="110" y="39"/>
                </a:cubicBezTo>
                <a:cubicBezTo>
                  <a:pt x="109" y="36"/>
                  <a:pt x="108" y="35"/>
                  <a:pt x="107" y="33"/>
                </a:cubicBezTo>
                <a:cubicBezTo>
                  <a:pt x="101" y="20"/>
                  <a:pt x="92" y="13"/>
                  <a:pt x="78" y="11"/>
                </a:cubicBezTo>
                <a:cubicBezTo>
                  <a:pt x="63" y="10"/>
                  <a:pt x="48" y="11"/>
                  <a:pt x="34" y="11"/>
                </a:cubicBezTo>
                <a:cubicBezTo>
                  <a:pt x="33" y="15"/>
                  <a:pt x="33" y="55"/>
                  <a:pt x="34" y="61"/>
                </a:cubicBezTo>
                <a:cubicBezTo>
                  <a:pt x="41" y="61"/>
                  <a:pt x="48" y="61"/>
                  <a:pt x="55" y="60"/>
                </a:cubicBezTo>
                <a:cubicBezTo>
                  <a:pt x="64" y="59"/>
                  <a:pt x="68" y="54"/>
                  <a:pt x="69" y="45"/>
                </a:cubicBezTo>
                <a:cubicBezTo>
                  <a:pt x="70" y="42"/>
                  <a:pt x="70" y="39"/>
                  <a:pt x="70" y="36"/>
                </a:cubicBezTo>
                <a:cubicBezTo>
                  <a:pt x="73" y="36"/>
                  <a:pt x="75" y="36"/>
                  <a:pt x="78" y="36"/>
                </a:cubicBezTo>
                <a:cubicBezTo>
                  <a:pt x="78" y="56"/>
                  <a:pt x="78" y="75"/>
                  <a:pt x="78" y="95"/>
                </a:cubicBezTo>
                <a:cubicBezTo>
                  <a:pt x="77" y="95"/>
                  <a:pt x="76" y="95"/>
                  <a:pt x="74" y="95"/>
                </a:cubicBezTo>
                <a:cubicBezTo>
                  <a:pt x="73" y="95"/>
                  <a:pt x="72" y="95"/>
                  <a:pt x="70" y="95"/>
                </a:cubicBezTo>
                <a:cubicBezTo>
                  <a:pt x="70" y="93"/>
                  <a:pt x="70" y="90"/>
                  <a:pt x="70" y="88"/>
                </a:cubicBezTo>
                <a:cubicBezTo>
                  <a:pt x="69" y="86"/>
                  <a:pt x="69" y="83"/>
                  <a:pt x="68" y="81"/>
                </a:cubicBezTo>
                <a:cubicBezTo>
                  <a:pt x="67" y="75"/>
                  <a:pt x="64" y="72"/>
                  <a:pt x="58" y="71"/>
                </a:cubicBezTo>
                <a:cubicBezTo>
                  <a:pt x="50" y="69"/>
                  <a:pt x="42" y="70"/>
                  <a:pt x="34" y="70"/>
                </a:cubicBezTo>
                <a:cubicBezTo>
                  <a:pt x="33" y="72"/>
                  <a:pt x="33" y="73"/>
                  <a:pt x="33" y="74"/>
                </a:cubicBezTo>
                <a:cubicBezTo>
                  <a:pt x="33" y="88"/>
                  <a:pt x="33" y="102"/>
                  <a:pt x="33" y="115"/>
                </a:cubicBezTo>
                <a:cubicBezTo>
                  <a:pt x="33" y="124"/>
                  <a:pt x="34" y="125"/>
                  <a:pt x="43" y="125"/>
                </a:cubicBezTo>
                <a:cubicBezTo>
                  <a:pt x="52" y="125"/>
                  <a:pt x="60" y="125"/>
                  <a:pt x="69" y="125"/>
                </a:cubicBezTo>
                <a:cubicBezTo>
                  <a:pt x="89" y="125"/>
                  <a:pt x="104" y="115"/>
                  <a:pt x="112" y="97"/>
                </a:cubicBezTo>
                <a:cubicBezTo>
                  <a:pt x="113" y="95"/>
                  <a:pt x="114" y="93"/>
                  <a:pt x="115" y="90"/>
                </a:cubicBezTo>
                <a:cubicBezTo>
                  <a:pt x="118" y="91"/>
                  <a:pt x="121" y="92"/>
                  <a:pt x="124" y="93"/>
                </a:cubicBezTo>
                <a:cubicBezTo>
                  <a:pt x="119" y="108"/>
                  <a:pt x="114" y="121"/>
                  <a:pt x="109" y="135"/>
                </a:cubicBezTo>
                <a:cubicBezTo>
                  <a:pt x="73" y="135"/>
                  <a:pt x="3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6" y="128"/>
                  <a:pt x="8" y="127"/>
                </a:cubicBezTo>
                <a:cubicBezTo>
                  <a:pt x="13" y="126"/>
                  <a:pt x="15" y="125"/>
                  <a:pt x="15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20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7" y="9"/>
                  <a:pt x="6" y="8"/>
                  <a:pt x="4" y="8"/>
                </a:cubicBezTo>
                <a:cubicBezTo>
                  <a:pt x="3" y="8"/>
                  <a:pt x="2" y="8"/>
                  <a:pt x="0" y="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4" name="Freeform 21">
            <a:extLst xmlns:a="http://schemas.openxmlformats.org/drawingml/2006/main">
              <a:ext uri="{FF2B5EF4-FFF2-40B4-BE49-F238E27FC236}">
                <a16:creationId xmlns:a16="http://schemas.microsoft.com/office/drawing/2014/main" id="{1E7D3AD9-092D-4679-81E8-DC6DA95E9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5152" y="689187"/>
            <a:ext cx="62726" cy="67859"/>
          </a:xfrm>
          <a:custGeom xmlns:a="http://schemas.openxmlformats.org/drawingml/2006/main">
            <a:gdLst>
              <a:gd name="T0" fmla="*/ 33 w 123"/>
              <a:gd name="T1" fmla="*/ 60 h 134"/>
              <a:gd name="T2" fmla="*/ 55 w 123"/>
              <a:gd name="T3" fmla="*/ 59 h 134"/>
              <a:gd name="T4" fmla="*/ 68 w 123"/>
              <a:gd name="T5" fmla="*/ 45 h 134"/>
              <a:gd name="T6" fmla="*/ 70 w 123"/>
              <a:gd name="T7" fmla="*/ 35 h 134"/>
              <a:gd name="T8" fmla="*/ 77 w 123"/>
              <a:gd name="T9" fmla="*/ 35 h 134"/>
              <a:gd name="T10" fmla="*/ 77 w 123"/>
              <a:gd name="T11" fmla="*/ 94 h 134"/>
              <a:gd name="T12" fmla="*/ 75 w 123"/>
              <a:gd name="T13" fmla="*/ 94 h 134"/>
              <a:gd name="T14" fmla="*/ 70 w 123"/>
              <a:gd name="T15" fmla="*/ 94 h 134"/>
              <a:gd name="T16" fmla="*/ 69 w 123"/>
              <a:gd name="T17" fmla="*/ 83 h 134"/>
              <a:gd name="T18" fmla="*/ 54 w 123"/>
              <a:gd name="T19" fmla="*/ 69 h 134"/>
              <a:gd name="T20" fmla="*/ 33 w 123"/>
              <a:gd name="T21" fmla="*/ 69 h 134"/>
              <a:gd name="T22" fmla="*/ 33 w 123"/>
              <a:gd name="T23" fmla="*/ 73 h 134"/>
              <a:gd name="T24" fmla="*/ 33 w 123"/>
              <a:gd name="T25" fmla="*/ 114 h 134"/>
              <a:gd name="T26" fmla="*/ 43 w 123"/>
              <a:gd name="T27" fmla="*/ 124 h 134"/>
              <a:gd name="T28" fmla="*/ 68 w 123"/>
              <a:gd name="T29" fmla="*/ 124 h 134"/>
              <a:gd name="T30" fmla="*/ 112 w 123"/>
              <a:gd name="T31" fmla="*/ 96 h 134"/>
              <a:gd name="T32" fmla="*/ 115 w 123"/>
              <a:gd name="T33" fmla="*/ 90 h 134"/>
              <a:gd name="T34" fmla="*/ 115 w 123"/>
              <a:gd name="T35" fmla="*/ 90 h 134"/>
              <a:gd name="T36" fmla="*/ 123 w 123"/>
              <a:gd name="T37" fmla="*/ 92 h 134"/>
              <a:gd name="T38" fmla="*/ 109 w 123"/>
              <a:gd name="T39" fmla="*/ 134 h 134"/>
              <a:gd name="T40" fmla="*/ 0 w 123"/>
              <a:gd name="T41" fmla="*/ 134 h 134"/>
              <a:gd name="T42" fmla="*/ 0 w 123"/>
              <a:gd name="T43" fmla="*/ 127 h 134"/>
              <a:gd name="T44" fmla="*/ 8 w 123"/>
              <a:gd name="T45" fmla="*/ 126 h 134"/>
              <a:gd name="T46" fmla="*/ 15 w 123"/>
              <a:gd name="T47" fmla="*/ 120 h 134"/>
              <a:gd name="T48" fmla="*/ 16 w 123"/>
              <a:gd name="T49" fmla="*/ 113 h 134"/>
              <a:gd name="T50" fmla="*/ 16 w 123"/>
              <a:gd name="T51" fmla="*/ 20 h 134"/>
              <a:gd name="T52" fmla="*/ 5 w 123"/>
              <a:gd name="T53" fmla="*/ 7 h 134"/>
              <a:gd name="T54" fmla="*/ 0 w 123"/>
              <a:gd name="T55" fmla="*/ 7 h 134"/>
              <a:gd name="T56" fmla="*/ 0 w 123"/>
              <a:gd name="T57" fmla="*/ 0 h 134"/>
              <a:gd name="T58" fmla="*/ 105 w 123"/>
              <a:gd name="T59" fmla="*/ 0 h 134"/>
              <a:gd name="T60" fmla="*/ 117 w 123"/>
              <a:gd name="T61" fmla="*/ 35 h 134"/>
              <a:gd name="T62" fmla="*/ 109 w 123"/>
              <a:gd name="T63" fmla="*/ 38 h 134"/>
              <a:gd name="T64" fmla="*/ 107 w 123"/>
              <a:gd name="T65" fmla="*/ 34 h 134"/>
              <a:gd name="T66" fmla="*/ 105 w 123"/>
              <a:gd name="T67" fmla="*/ 29 h 134"/>
              <a:gd name="T68" fmla="*/ 78 w 123"/>
              <a:gd name="T69" fmla="*/ 11 h 134"/>
              <a:gd name="T70" fmla="*/ 42 w 123"/>
              <a:gd name="T71" fmla="*/ 10 h 134"/>
              <a:gd name="T72" fmla="*/ 33 w 123"/>
              <a:gd name="T73" fmla="*/ 10 h 134"/>
              <a:gd name="T74" fmla="*/ 33 w 123"/>
              <a:gd name="T75" fmla="*/ 60 h 134"/>
            </a:gdLst>
            <a:rect l="0" t="0" r="r" b="b"/>
            <a:pathLst>
              <a:path w="123" h="134">
                <a:moveTo>
                  <a:pt x="33" y="60"/>
                </a:moveTo>
                <a:cubicBezTo>
                  <a:pt x="41" y="60"/>
                  <a:pt x="48" y="61"/>
                  <a:pt x="55" y="59"/>
                </a:cubicBezTo>
                <a:cubicBezTo>
                  <a:pt x="63" y="57"/>
                  <a:pt x="67" y="53"/>
                  <a:pt x="68" y="45"/>
                </a:cubicBezTo>
                <a:cubicBezTo>
                  <a:pt x="69" y="42"/>
                  <a:pt x="69" y="39"/>
                  <a:pt x="70" y="35"/>
                </a:cubicBezTo>
                <a:cubicBezTo>
                  <a:pt x="72" y="35"/>
                  <a:pt x="75" y="35"/>
                  <a:pt x="77" y="35"/>
                </a:cubicBezTo>
                <a:cubicBezTo>
                  <a:pt x="77" y="55"/>
                  <a:pt x="77" y="74"/>
                  <a:pt x="77" y="94"/>
                </a:cubicBezTo>
                <a:cubicBezTo>
                  <a:pt x="76" y="94"/>
                  <a:pt x="75" y="94"/>
                  <a:pt x="75" y="94"/>
                </a:cubicBezTo>
                <a:cubicBezTo>
                  <a:pt x="73" y="94"/>
                  <a:pt x="71" y="94"/>
                  <a:pt x="70" y="94"/>
                </a:cubicBezTo>
                <a:cubicBezTo>
                  <a:pt x="69" y="90"/>
                  <a:pt x="69" y="86"/>
                  <a:pt x="69" y="83"/>
                </a:cubicBezTo>
                <a:cubicBezTo>
                  <a:pt x="67" y="74"/>
                  <a:pt x="63" y="70"/>
                  <a:pt x="54" y="69"/>
                </a:cubicBezTo>
                <a:cubicBezTo>
                  <a:pt x="47" y="69"/>
                  <a:pt x="40" y="69"/>
                  <a:pt x="33" y="69"/>
                </a:cubicBezTo>
                <a:cubicBezTo>
                  <a:pt x="33" y="71"/>
                  <a:pt x="33" y="72"/>
                  <a:pt x="33" y="73"/>
                </a:cubicBezTo>
                <a:cubicBezTo>
                  <a:pt x="33" y="87"/>
                  <a:pt x="33" y="101"/>
                  <a:pt x="33" y="114"/>
                </a:cubicBezTo>
                <a:cubicBezTo>
                  <a:pt x="33" y="123"/>
                  <a:pt x="34" y="124"/>
                  <a:pt x="43" y="124"/>
                </a:cubicBezTo>
                <a:cubicBezTo>
                  <a:pt x="51" y="124"/>
                  <a:pt x="60" y="124"/>
                  <a:pt x="68" y="124"/>
                </a:cubicBezTo>
                <a:cubicBezTo>
                  <a:pt x="89" y="124"/>
                  <a:pt x="103" y="114"/>
                  <a:pt x="112" y="96"/>
                </a:cubicBezTo>
                <a:cubicBezTo>
                  <a:pt x="113" y="94"/>
                  <a:pt x="114" y="92"/>
                  <a:pt x="115" y="90"/>
                </a:cubicBezTo>
                <a:cubicBezTo>
                  <a:pt x="115" y="90"/>
                  <a:pt x="115" y="90"/>
                  <a:pt x="115" y="90"/>
                </a:cubicBezTo>
                <a:cubicBezTo>
                  <a:pt x="118" y="90"/>
                  <a:pt x="120" y="91"/>
                  <a:pt x="123" y="92"/>
                </a:cubicBezTo>
                <a:cubicBezTo>
                  <a:pt x="118" y="107"/>
                  <a:pt x="113" y="120"/>
                  <a:pt x="109" y="134"/>
                </a:cubicBezTo>
                <a:cubicBezTo>
                  <a:pt x="72" y="134"/>
                  <a:pt x="3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6"/>
                  <a:pt x="8" y="126"/>
                </a:cubicBezTo>
                <a:cubicBezTo>
                  <a:pt x="12" y="126"/>
                  <a:pt x="14" y="124"/>
                  <a:pt x="15" y="120"/>
                </a:cubicBezTo>
                <a:cubicBezTo>
                  <a:pt x="15" y="118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0"/>
                  <a:pt x="14" y="8"/>
                  <a:pt x="5" y="7"/>
                </a:cubicBezTo>
                <a:cubicBezTo>
                  <a:pt x="3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34" y="0"/>
                  <a:pt x="69" y="0"/>
                  <a:pt x="105" y="0"/>
                </a:cubicBezTo>
                <a:cubicBezTo>
                  <a:pt x="109" y="11"/>
                  <a:pt x="112" y="22"/>
                  <a:pt x="117" y="35"/>
                </a:cubicBezTo>
                <a:cubicBezTo>
                  <a:pt x="114" y="36"/>
                  <a:pt x="112" y="37"/>
                  <a:pt x="109" y="38"/>
                </a:cubicBezTo>
                <a:cubicBezTo>
                  <a:pt x="108" y="36"/>
                  <a:pt x="108" y="35"/>
                  <a:pt x="107" y="34"/>
                </a:cubicBezTo>
                <a:cubicBezTo>
                  <a:pt x="107" y="32"/>
                  <a:pt x="106" y="31"/>
                  <a:pt x="105" y="29"/>
                </a:cubicBezTo>
                <a:cubicBezTo>
                  <a:pt x="100" y="18"/>
                  <a:pt x="90" y="11"/>
                  <a:pt x="78" y="11"/>
                </a:cubicBezTo>
                <a:cubicBezTo>
                  <a:pt x="66" y="10"/>
                  <a:pt x="54" y="10"/>
                  <a:pt x="42" y="10"/>
                </a:cubicBezTo>
                <a:cubicBezTo>
                  <a:pt x="39" y="10"/>
                  <a:pt x="36" y="10"/>
                  <a:pt x="33" y="10"/>
                </a:cubicBezTo>
                <a:cubicBezTo>
                  <a:pt x="33" y="26"/>
                  <a:pt x="33" y="43"/>
                  <a:pt x="33" y="6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5" name="Freeform 22">
            <a:extLst xmlns:a="http://schemas.openxmlformats.org/drawingml/2006/main">
              <a:ext uri="{FF2B5EF4-FFF2-40B4-BE49-F238E27FC236}">
                <a16:creationId xmlns:a16="http://schemas.microsoft.com/office/drawing/2014/main" id="{11A8F1D6-5A20-4A8D-AE82-B84E07873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3944" y="689187"/>
            <a:ext cx="63867" cy="67859"/>
          </a:xfrm>
          <a:custGeom xmlns:a="http://schemas.openxmlformats.org/drawingml/2006/main">
            <a:gdLst>
              <a:gd name="T0" fmla="*/ 43 w 126"/>
              <a:gd name="T1" fmla="*/ 134 h 134"/>
              <a:gd name="T2" fmla="*/ 0 w 126"/>
              <a:gd name="T3" fmla="*/ 134 h 134"/>
              <a:gd name="T4" fmla="*/ 0 w 126"/>
              <a:gd name="T5" fmla="*/ 127 h 134"/>
              <a:gd name="T6" fmla="*/ 7 w 126"/>
              <a:gd name="T7" fmla="*/ 126 h 134"/>
              <a:gd name="T8" fmla="*/ 16 w 126"/>
              <a:gd name="T9" fmla="*/ 118 h 134"/>
              <a:gd name="T10" fmla="*/ 16 w 126"/>
              <a:gd name="T11" fmla="*/ 110 h 134"/>
              <a:gd name="T12" fmla="*/ 16 w 126"/>
              <a:gd name="T13" fmla="*/ 18 h 134"/>
              <a:gd name="T14" fmla="*/ 5 w 126"/>
              <a:gd name="T15" fmla="*/ 7 h 134"/>
              <a:gd name="T16" fmla="*/ 0 w 126"/>
              <a:gd name="T17" fmla="*/ 7 h 134"/>
              <a:gd name="T18" fmla="*/ 0 w 126"/>
              <a:gd name="T19" fmla="*/ 0 h 134"/>
              <a:gd name="T20" fmla="*/ 40 w 126"/>
              <a:gd name="T21" fmla="*/ 0 h 134"/>
              <a:gd name="T22" fmla="*/ 98 w 126"/>
              <a:gd name="T23" fmla="*/ 100 h 134"/>
              <a:gd name="T24" fmla="*/ 99 w 126"/>
              <a:gd name="T25" fmla="*/ 96 h 134"/>
              <a:gd name="T26" fmla="*/ 99 w 126"/>
              <a:gd name="T27" fmla="*/ 24 h 134"/>
              <a:gd name="T28" fmla="*/ 98 w 126"/>
              <a:gd name="T29" fmla="*/ 17 h 134"/>
              <a:gd name="T30" fmla="*/ 89 w 126"/>
              <a:gd name="T31" fmla="*/ 7 h 134"/>
              <a:gd name="T32" fmla="*/ 83 w 126"/>
              <a:gd name="T33" fmla="*/ 7 h 134"/>
              <a:gd name="T34" fmla="*/ 83 w 126"/>
              <a:gd name="T35" fmla="*/ 4 h 134"/>
              <a:gd name="T36" fmla="*/ 83 w 126"/>
              <a:gd name="T37" fmla="*/ 0 h 134"/>
              <a:gd name="T38" fmla="*/ 125 w 126"/>
              <a:gd name="T39" fmla="*/ 0 h 134"/>
              <a:gd name="T40" fmla="*/ 126 w 126"/>
              <a:gd name="T41" fmla="*/ 3 h 134"/>
              <a:gd name="T42" fmla="*/ 126 w 126"/>
              <a:gd name="T43" fmla="*/ 7 h 134"/>
              <a:gd name="T44" fmla="*/ 120 w 126"/>
              <a:gd name="T45" fmla="*/ 7 h 134"/>
              <a:gd name="T46" fmla="*/ 110 w 126"/>
              <a:gd name="T47" fmla="*/ 16 h 134"/>
              <a:gd name="T48" fmla="*/ 110 w 126"/>
              <a:gd name="T49" fmla="*/ 26 h 134"/>
              <a:gd name="T50" fmla="*/ 110 w 126"/>
              <a:gd name="T51" fmla="*/ 128 h 134"/>
              <a:gd name="T52" fmla="*/ 110 w 126"/>
              <a:gd name="T53" fmla="*/ 134 h 134"/>
              <a:gd name="T54" fmla="*/ 98 w 126"/>
              <a:gd name="T55" fmla="*/ 134 h 134"/>
              <a:gd name="T56" fmla="*/ 28 w 126"/>
              <a:gd name="T57" fmla="*/ 14 h 134"/>
              <a:gd name="T58" fmla="*/ 28 w 126"/>
              <a:gd name="T59" fmla="*/ 14 h 134"/>
              <a:gd name="T60" fmla="*/ 27 w 126"/>
              <a:gd name="T61" fmla="*/ 17 h 134"/>
              <a:gd name="T62" fmla="*/ 27 w 126"/>
              <a:gd name="T63" fmla="*/ 110 h 134"/>
              <a:gd name="T64" fmla="*/ 28 w 126"/>
              <a:gd name="T65" fmla="*/ 118 h 134"/>
              <a:gd name="T66" fmla="*/ 36 w 126"/>
              <a:gd name="T67" fmla="*/ 126 h 134"/>
              <a:gd name="T68" fmla="*/ 43 w 126"/>
              <a:gd name="T69" fmla="*/ 127 h 134"/>
              <a:gd name="T70" fmla="*/ 43 w 126"/>
              <a:gd name="T71" fmla="*/ 134 h 134"/>
            </a:gdLst>
            <a:rect l="0" t="0" r="r" b="b"/>
            <a:pathLst>
              <a:path w="126" h="134">
                <a:moveTo>
                  <a:pt x="43" y="134"/>
                </a:moveTo>
                <a:cubicBezTo>
                  <a:pt x="29" y="134"/>
                  <a:pt x="14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7"/>
                  <a:pt x="7" y="126"/>
                </a:cubicBezTo>
                <a:cubicBezTo>
                  <a:pt x="13" y="125"/>
                  <a:pt x="15" y="123"/>
                  <a:pt x="16" y="118"/>
                </a:cubicBezTo>
                <a:cubicBezTo>
                  <a:pt x="16" y="115"/>
                  <a:pt x="16" y="113"/>
                  <a:pt x="16" y="110"/>
                </a:cubicBezTo>
                <a:cubicBezTo>
                  <a:pt x="16" y="80"/>
                  <a:pt x="16" y="49"/>
                  <a:pt x="16" y="18"/>
                </a:cubicBezTo>
                <a:cubicBezTo>
                  <a:pt x="16" y="9"/>
                  <a:pt x="14" y="8"/>
                  <a:pt x="5" y="7"/>
                </a:cubicBezTo>
                <a:cubicBezTo>
                  <a:pt x="4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3" y="0"/>
                  <a:pt x="26" y="0"/>
                  <a:pt x="40" y="0"/>
                </a:cubicBezTo>
                <a:cubicBezTo>
                  <a:pt x="59" y="33"/>
                  <a:pt x="78" y="66"/>
                  <a:pt x="98" y="100"/>
                </a:cubicBezTo>
                <a:cubicBezTo>
                  <a:pt x="98" y="98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2"/>
                  <a:pt x="99" y="19"/>
                  <a:pt x="98" y="17"/>
                </a:cubicBezTo>
                <a:cubicBezTo>
                  <a:pt x="97" y="11"/>
                  <a:pt x="95" y="8"/>
                  <a:pt x="89" y="7"/>
                </a:cubicBezTo>
                <a:cubicBezTo>
                  <a:pt x="87" y="7"/>
                  <a:pt x="85" y="7"/>
                  <a:pt x="83" y="7"/>
                </a:cubicBezTo>
                <a:cubicBezTo>
                  <a:pt x="83" y="6"/>
                  <a:pt x="83" y="5"/>
                  <a:pt x="83" y="4"/>
                </a:cubicBezTo>
                <a:cubicBezTo>
                  <a:pt x="83" y="2"/>
                  <a:pt x="83" y="1"/>
                  <a:pt x="83" y="0"/>
                </a:cubicBezTo>
                <a:cubicBezTo>
                  <a:pt x="97" y="0"/>
                  <a:pt x="111" y="0"/>
                  <a:pt x="125" y="0"/>
                </a:cubicBezTo>
                <a:cubicBezTo>
                  <a:pt x="125" y="1"/>
                  <a:pt x="126" y="2"/>
                  <a:pt x="126" y="3"/>
                </a:cubicBezTo>
                <a:cubicBezTo>
                  <a:pt x="126" y="4"/>
                  <a:pt x="126" y="5"/>
                  <a:pt x="126" y="7"/>
                </a:cubicBezTo>
                <a:cubicBezTo>
                  <a:pt x="124" y="7"/>
                  <a:pt x="122" y="7"/>
                  <a:pt x="120" y="7"/>
                </a:cubicBezTo>
                <a:cubicBezTo>
                  <a:pt x="114" y="8"/>
                  <a:pt x="111" y="11"/>
                  <a:pt x="110" y="16"/>
                </a:cubicBezTo>
                <a:cubicBezTo>
                  <a:pt x="110" y="20"/>
                  <a:pt x="110" y="23"/>
                  <a:pt x="110" y="26"/>
                </a:cubicBezTo>
                <a:cubicBezTo>
                  <a:pt x="110" y="60"/>
                  <a:pt x="110" y="94"/>
                  <a:pt x="110" y="128"/>
                </a:cubicBezTo>
                <a:cubicBezTo>
                  <a:pt x="110" y="130"/>
                  <a:pt x="110" y="132"/>
                  <a:pt x="110" y="134"/>
                </a:cubicBezTo>
                <a:cubicBezTo>
                  <a:pt x="106" y="134"/>
                  <a:pt x="102" y="134"/>
                  <a:pt x="98" y="134"/>
                </a:cubicBezTo>
                <a:cubicBezTo>
                  <a:pt x="75" y="94"/>
                  <a:pt x="52" y="54"/>
                  <a:pt x="28" y="14"/>
                </a:cubicBezTo>
                <a:cubicBezTo>
                  <a:pt x="28" y="14"/>
                  <a:pt x="28" y="14"/>
                  <a:pt x="28" y="14"/>
                </a:cubicBezTo>
                <a:cubicBezTo>
                  <a:pt x="27" y="15"/>
                  <a:pt x="27" y="16"/>
                  <a:pt x="27" y="17"/>
                </a:cubicBezTo>
                <a:cubicBezTo>
                  <a:pt x="27" y="48"/>
                  <a:pt x="27" y="79"/>
                  <a:pt x="27" y="110"/>
                </a:cubicBezTo>
                <a:cubicBezTo>
                  <a:pt x="27" y="113"/>
                  <a:pt x="27" y="116"/>
                  <a:pt x="28" y="118"/>
                </a:cubicBezTo>
                <a:cubicBezTo>
                  <a:pt x="29" y="123"/>
                  <a:pt x="31" y="125"/>
                  <a:pt x="36" y="126"/>
                </a:cubicBezTo>
                <a:cubicBezTo>
                  <a:pt x="38" y="126"/>
                  <a:pt x="41" y="127"/>
                  <a:pt x="43" y="127"/>
                </a:cubicBezTo>
                <a:cubicBezTo>
                  <a:pt x="43" y="129"/>
                  <a:pt x="43" y="132"/>
                  <a:pt x="43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6" name="Freeform 23">
            <a:extLst xmlns:a="http://schemas.openxmlformats.org/drawingml/2006/main">
              <a:ext uri="{FF2B5EF4-FFF2-40B4-BE49-F238E27FC236}">
                <a16:creationId xmlns:a16="http://schemas.microsoft.com/office/drawing/2014/main" id="{6045BFD2-17AA-49B7-A511-A22D8A1D1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2943" y="686906"/>
            <a:ext cx="70710" cy="72991"/>
          </a:xfrm>
          <a:custGeom xmlns:a="http://schemas.openxmlformats.org/drawingml/2006/main">
            <a:gdLst>
              <a:gd name="T0" fmla="*/ 87 w 139"/>
              <a:gd name="T1" fmla="*/ 79 h 144"/>
              <a:gd name="T2" fmla="*/ 87 w 139"/>
              <a:gd name="T3" fmla="*/ 71 h 144"/>
              <a:gd name="T4" fmla="*/ 139 w 139"/>
              <a:gd name="T5" fmla="*/ 71 h 144"/>
              <a:gd name="T6" fmla="*/ 139 w 139"/>
              <a:gd name="T7" fmla="*/ 79 h 144"/>
              <a:gd name="T8" fmla="*/ 133 w 139"/>
              <a:gd name="T9" fmla="*/ 79 h 144"/>
              <a:gd name="T10" fmla="*/ 124 w 139"/>
              <a:gd name="T11" fmla="*/ 88 h 144"/>
              <a:gd name="T12" fmla="*/ 124 w 139"/>
              <a:gd name="T13" fmla="*/ 95 h 144"/>
              <a:gd name="T14" fmla="*/ 124 w 139"/>
              <a:gd name="T15" fmla="*/ 134 h 144"/>
              <a:gd name="T16" fmla="*/ 124 w 139"/>
              <a:gd name="T17" fmla="*/ 139 h 144"/>
              <a:gd name="T18" fmla="*/ 115 w 139"/>
              <a:gd name="T19" fmla="*/ 139 h 144"/>
              <a:gd name="T20" fmla="*/ 110 w 139"/>
              <a:gd name="T21" fmla="*/ 128 h 144"/>
              <a:gd name="T22" fmla="*/ 105 w 139"/>
              <a:gd name="T23" fmla="*/ 131 h 144"/>
              <a:gd name="T24" fmla="*/ 56 w 139"/>
              <a:gd name="T25" fmla="*/ 141 h 144"/>
              <a:gd name="T26" fmla="*/ 10 w 139"/>
              <a:gd name="T27" fmla="*/ 103 h 144"/>
              <a:gd name="T28" fmla="*/ 15 w 139"/>
              <a:gd name="T29" fmla="*/ 33 h 144"/>
              <a:gd name="T30" fmla="*/ 56 w 139"/>
              <a:gd name="T31" fmla="*/ 3 h 144"/>
              <a:gd name="T32" fmla="*/ 99 w 139"/>
              <a:gd name="T33" fmla="*/ 11 h 144"/>
              <a:gd name="T34" fmla="*/ 102 w 139"/>
              <a:gd name="T35" fmla="*/ 13 h 144"/>
              <a:gd name="T36" fmla="*/ 105 w 139"/>
              <a:gd name="T37" fmla="*/ 5 h 144"/>
              <a:gd name="T38" fmla="*/ 112 w 139"/>
              <a:gd name="T39" fmla="*/ 5 h 144"/>
              <a:gd name="T40" fmla="*/ 122 w 139"/>
              <a:gd name="T41" fmla="*/ 46 h 144"/>
              <a:gd name="T42" fmla="*/ 114 w 139"/>
              <a:gd name="T43" fmla="*/ 49 h 144"/>
              <a:gd name="T44" fmla="*/ 112 w 139"/>
              <a:gd name="T45" fmla="*/ 44 h 144"/>
              <a:gd name="T46" fmla="*/ 100 w 139"/>
              <a:gd name="T47" fmla="*/ 25 h 144"/>
              <a:gd name="T48" fmla="*/ 42 w 139"/>
              <a:gd name="T49" fmla="*/ 23 h 144"/>
              <a:gd name="T50" fmla="*/ 24 w 139"/>
              <a:gd name="T51" fmla="*/ 62 h 144"/>
              <a:gd name="T52" fmla="*/ 34 w 139"/>
              <a:gd name="T53" fmla="*/ 109 h 144"/>
              <a:gd name="T54" fmla="*/ 77 w 139"/>
              <a:gd name="T55" fmla="*/ 131 h 144"/>
              <a:gd name="T56" fmla="*/ 101 w 139"/>
              <a:gd name="T57" fmla="*/ 120 h 144"/>
              <a:gd name="T58" fmla="*/ 106 w 139"/>
              <a:gd name="T59" fmla="*/ 109 h 144"/>
              <a:gd name="T60" fmla="*/ 106 w 139"/>
              <a:gd name="T61" fmla="*/ 90 h 144"/>
              <a:gd name="T62" fmla="*/ 96 w 139"/>
              <a:gd name="T63" fmla="*/ 79 h 144"/>
              <a:gd name="T64" fmla="*/ 87 w 139"/>
              <a:gd name="T65" fmla="*/ 79 h 144"/>
            </a:gdLst>
            <a:rect l="0" t="0" r="r" b="b"/>
            <a:pathLst>
              <a:path w="139" h="144">
                <a:moveTo>
                  <a:pt x="87" y="79"/>
                </a:moveTo>
                <a:cubicBezTo>
                  <a:pt x="87" y="76"/>
                  <a:pt x="87" y="74"/>
                  <a:pt x="87" y="71"/>
                </a:cubicBezTo>
                <a:cubicBezTo>
                  <a:pt x="105" y="71"/>
                  <a:pt x="122" y="71"/>
                  <a:pt x="139" y="71"/>
                </a:cubicBezTo>
                <a:cubicBezTo>
                  <a:pt x="139" y="74"/>
                  <a:pt x="139" y="76"/>
                  <a:pt x="139" y="79"/>
                </a:cubicBezTo>
                <a:cubicBezTo>
                  <a:pt x="137" y="79"/>
                  <a:pt x="135" y="79"/>
                  <a:pt x="133" y="79"/>
                </a:cubicBezTo>
                <a:cubicBezTo>
                  <a:pt x="127" y="79"/>
                  <a:pt x="125" y="81"/>
                  <a:pt x="124" y="88"/>
                </a:cubicBezTo>
                <a:cubicBezTo>
                  <a:pt x="124" y="90"/>
                  <a:pt x="124" y="93"/>
                  <a:pt x="124" y="95"/>
                </a:cubicBezTo>
                <a:cubicBezTo>
                  <a:pt x="124" y="108"/>
                  <a:pt x="124" y="121"/>
                  <a:pt x="124" y="134"/>
                </a:cubicBezTo>
                <a:cubicBezTo>
                  <a:pt x="124" y="135"/>
                  <a:pt x="124" y="137"/>
                  <a:pt x="124" y="139"/>
                </a:cubicBezTo>
                <a:cubicBezTo>
                  <a:pt x="121" y="139"/>
                  <a:pt x="118" y="139"/>
                  <a:pt x="115" y="139"/>
                </a:cubicBezTo>
                <a:cubicBezTo>
                  <a:pt x="113" y="136"/>
                  <a:pt x="112" y="132"/>
                  <a:pt x="110" y="128"/>
                </a:cubicBezTo>
                <a:cubicBezTo>
                  <a:pt x="108" y="129"/>
                  <a:pt x="107" y="130"/>
                  <a:pt x="105" y="131"/>
                </a:cubicBezTo>
                <a:cubicBezTo>
                  <a:pt x="90" y="140"/>
                  <a:pt x="74" y="144"/>
                  <a:pt x="56" y="141"/>
                </a:cubicBezTo>
                <a:cubicBezTo>
                  <a:pt x="34" y="137"/>
                  <a:pt x="18" y="124"/>
                  <a:pt x="10" y="103"/>
                </a:cubicBezTo>
                <a:cubicBezTo>
                  <a:pt x="0" y="79"/>
                  <a:pt x="1" y="55"/>
                  <a:pt x="15" y="33"/>
                </a:cubicBezTo>
                <a:cubicBezTo>
                  <a:pt x="24" y="17"/>
                  <a:pt x="38" y="6"/>
                  <a:pt x="56" y="3"/>
                </a:cubicBezTo>
                <a:cubicBezTo>
                  <a:pt x="71" y="0"/>
                  <a:pt x="86" y="2"/>
                  <a:pt x="99" y="11"/>
                </a:cubicBezTo>
                <a:cubicBezTo>
                  <a:pt x="100" y="12"/>
                  <a:pt x="101" y="12"/>
                  <a:pt x="102" y="13"/>
                </a:cubicBezTo>
                <a:cubicBezTo>
                  <a:pt x="103" y="10"/>
                  <a:pt x="104" y="7"/>
                  <a:pt x="105" y="5"/>
                </a:cubicBezTo>
                <a:cubicBezTo>
                  <a:pt x="107" y="5"/>
                  <a:pt x="109" y="5"/>
                  <a:pt x="112" y="5"/>
                </a:cubicBezTo>
                <a:cubicBezTo>
                  <a:pt x="115" y="18"/>
                  <a:pt x="119" y="32"/>
                  <a:pt x="122" y="46"/>
                </a:cubicBezTo>
                <a:cubicBezTo>
                  <a:pt x="120" y="47"/>
                  <a:pt x="117" y="48"/>
                  <a:pt x="114" y="49"/>
                </a:cubicBezTo>
                <a:cubicBezTo>
                  <a:pt x="114" y="47"/>
                  <a:pt x="113" y="45"/>
                  <a:pt x="112" y="44"/>
                </a:cubicBezTo>
                <a:cubicBezTo>
                  <a:pt x="109" y="37"/>
                  <a:pt x="105" y="30"/>
                  <a:pt x="100" y="25"/>
                </a:cubicBezTo>
                <a:cubicBezTo>
                  <a:pt x="84" y="8"/>
                  <a:pt x="59" y="7"/>
                  <a:pt x="42" y="23"/>
                </a:cubicBezTo>
                <a:cubicBezTo>
                  <a:pt x="31" y="34"/>
                  <a:pt x="25" y="47"/>
                  <a:pt x="24" y="62"/>
                </a:cubicBezTo>
                <a:cubicBezTo>
                  <a:pt x="22" y="79"/>
                  <a:pt x="25" y="95"/>
                  <a:pt x="34" y="109"/>
                </a:cubicBezTo>
                <a:cubicBezTo>
                  <a:pt x="44" y="125"/>
                  <a:pt x="59" y="132"/>
                  <a:pt x="77" y="131"/>
                </a:cubicBezTo>
                <a:cubicBezTo>
                  <a:pt x="86" y="130"/>
                  <a:pt x="94" y="127"/>
                  <a:pt x="101" y="120"/>
                </a:cubicBezTo>
                <a:cubicBezTo>
                  <a:pt x="104" y="117"/>
                  <a:pt x="106" y="114"/>
                  <a:pt x="106" y="109"/>
                </a:cubicBezTo>
                <a:cubicBezTo>
                  <a:pt x="106" y="103"/>
                  <a:pt x="107" y="96"/>
                  <a:pt x="106" y="90"/>
                </a:cubicBezTo>
                <a:cubicBezTo>
                  <a:pt x="106" y="82"/>
                  <a:pt x="104" y="81"/>
                  <a:pt x="96" y="79"/>
                </a:cubicBezTo>
                <a:cubicBezTo>
                  <a:pt x="94" y="79"/>
                  <a:pt x="91" y="79"/>
                  <a:pt x="87" y="79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7" name="Freeform 25">
            <a:extLst xmlns:a="http://schemas.openxmlformats.org/drawingml/2006/main">
              <a:ext uri="{FF2B5EF4-FFF2-40B4-BE49-F238E27FC236}">
                <a16:creationId xmlns:a16="http://schemas.microsoft.com/office/drawing/2014/main" id="{63F4868E-DC42-4EA8-B129-78E5942C2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081" y="688046"/>
            <a:ext cx="57594" cy="70710"/>
          </a:xfrm>
          <a:custGeom xmlns:a="http://schemas.openxmlformats.org/drawingml/2006/main">
            <a:gdLst>
              <a:gd name="T0" fmla="*/ 103 w 113"/>
              <a:gd name="T1" fmla="*/ 44 h 140"/>
              <a:gd name="T2" fmla="*/ 95 w 113"/>
              <a:gd name="T3" fmla="*/ 46 h 140"/>
              <a:gd name="T4" fmla="*/ 92 w 113"/>
              <a:gd name="T5" fmla="*/ 41 h 140"/>
              <a:gd name="T6" fmla="*/ 72 w 113"/>
              <a:gd name="T7" fmla="*/ 18 h 140"/>
              <a:gd name="T8" fmla="*/ 38 w 113"/>
              <a:gd name="T9" fmla="*/ 12 h 140"/>
              <a:gd name="T10" fmla="*/ 25 w 113"/>
              <a:gd name="T11" fmla="*/ 19 h 140"/>
              <a:gd name="T12" fmla="*/ 26 w 113"/>
              <a:gd name="T13" fmla="*/ 44 h 140"/>
              <a:gd name="T14" fmla="*/ 42 w 113"/>
              <a:gd name="T15" fmla="*/ 53 h 140"/>
              <a:gd name="T16" fmla="*/ 70 w 113"/>
              <a:gd name="T17" fmla="*/ 62 h 140"/>
              <a:gd name="T18" fmla="*/ 90 w 113"/>
              <a:gd name="T19" fmla="*/ 70 h 140"/>
              <a:gd name="T20" fmla="*/ 97 w 113"/>
              <a:gd name="T21" fmla="*/ 125 h 140"/>
              <a:gd name="T22" fmla="*/ 56 w 113"/>
              <a:gd name="T23" fmla="*/ 140 h 140"/>
              <a:gd name="T24" fmla="*/ 25 w 113"/>
              <a:gd name="T25" fmla="*/ 128 h 140"/>
              <a:gd name="T26" fmla="*/ 21 w 113"/>
              <a:gd name="T27" fmla="*/ 125 h 140"/>
              <a:gd name="T28" fmla="*/ 16 w 113"/>
              <a:gd name="T29" fmla="*/ 137 h 140"/>
              <a:gd name="T30" fmla="*/ 10 w 113"/>
              <a:gd name="T31" fmla="*/ 137 h 140"/>
              <a:gd name="T32" fmla="*/ 1 w 113"/>
              <a:gd name="T33" fmla="*/ 89 h 140"/>
              <a:gd name="T34" fmla="*/ 10 w 113"/>
              <a:gd name="T35" fmla="*/ 87 h 140"/>
              <a:gd name="T36" fmla="*/ 13 w 113"/>
              <a:gd name="T37" fmla="*/ 95 h 140"/>
              <a:gd name="T38" fmla="*/ 36 w 113"/>
              <a:gd name="T39" fmla="*/ 122 h 140"/>
              <a:gd name="T40" fmla="*/ 69 w 113"/>
              <a:gd name="T41" fmla="*/ 128 h 140"/>
              <a:gd name="T42" fmla="*/ 85 w 113"/>
              <a:gd name="T43" fmla="*/ 119 h 140"/>
              <a:gd name="T44" fmla="*/ 81 w 113"/>
              <a:gd name="T45" fmla="*/ 86 h 140"/>
              <a:gd name="T46" fmla="*/ 63 w 113"/>
              <a:gd name="T47" fmla="*/ 79 h 140"/>
              <a:gd name="T48" fmla="*/ 38 w 113"/>
              <a:gd name="T49" fmla="*/ 71 h 140"/>
              <a:gd name="T50" fmla="*/ 19 w 113"/>
              <a:gd name="T51" fmla="*/ 62 h 140"/>
              <a:gd name="T52" fmla="*/ 15 w 113"/>
              <a:gd name="T53" fmla="*/ 13 h 140"/>
              <a:gd name="T54" fmla="*/ 51 w 113"/>
              <a:gd name="T55" fmla="*/ 0 h 140"/>
              <a:gd name="T56" fmla="*/ 81 w 113"/>
              <a:gd name="T57" fmla="*/ 10 h 140"/>
              <a:gd name="T58" fmla="*/ 82 w 113"/>
              <a:gd name="T59" fmla="*/ 11 h 140"/>
              <a:gd name="T60" fmla="*/ 83 w 113"/>
              <a:gd name="T61" fmla="*/ 11 h 140"/>
              <a:gd name="T62" fmla="*/ 87 w 113"/>
              <a:gd name="T63" fmla="*/ 2 h 140"/>
              <a:gd name="T64" fmla="*/ 93 w 113"/>
              <a:gd name="T65" fmla="*/ 2 h 140"/>
              <a:gd name="T66" fmla="*/ 103 w 113"/>
              <a:gd name="T67" fmla="*/ 44 h 140"/>
            </a:gdLst>
            <a:rect l="0" t="0" r="r" b="b"/>
            <a:pathLst>
              <a:path w="113" h="140">
                <a:moveTo>
                  <a:pt x="103" y="44"/>
                </a:moveTo>
                <a:cubicBezTo>
                  <a:pt x="100" y="45"/>
                  <a:pt x="98" y="45"/>
                  <a:pt x="95" y="46"/>
                </a:cubicBezTo>
                <a:cubicBezTo>
                  <a:pt x="94" y="44"/>
                  <a:pt x="93" y="43"/>
                  <a:pt x="92" y="41"/>
                </a:cubicBezTo>
                <a:cubicBezTo>
                  <a:pt x="87" y="32"/>
                  <a:pt x="81" y="24"/>
                  <a:pt x="72" y="18"/>
                </a:cubicBezTo>
                <a:cubicBezTo>
                  <a:pt x="61" y="11"/>
                  <a:pt x="50" y="9"/>
                  <a:pt x="38" y="12"/>
                </a:cubicBezTo>
                <a:cubicBezTo>
                  <a:pt x="33" y="13"/>
                  <a:pt x="28" y="16"/>
                  <a:pt x="25" y="19"/>
                </a:cubicBezTo>
                <a:cubicBezTo>
                  <a:pt x="18" y="27"/>
                  <a:pt x="19" y="38"/>
                  <a:pt x="26" y="44"/>
                </a:cubicBezTo>
                <a:cubicBezTo>
                  <a:pt x="31" y="49"/>
                  <a:pt x="36" y="51"/>
                  <a:pt x="42" y="53"/>
                </a:cubicBezTo>
                <a:cubicBezTo>
                  <a:pt x="51" y="56"/>
                  <a:pt x="61" y="59"/>
                  <a:pt x="70" y="62"/>
                </a:cubicBezTo>
                <a:cubicBezTo>
                  <a:pt x="77" y="64"/>
                  <a:pt x="84" y="67"/>
                  <a:pt x="90" y="70"/>
                </a:cubicBezTo>
                <a:cubicBezTo>
                  <a:pt x="113" y="83"/>
                  <a:pt x="112" y="111"/>
                  <a:pt x="97" y="125"/>
                </a:cubicBezTo>
                <a:cubicBezTo>
                  <a:pt x="85" y="137"/>
                  <a:pt x="71" y="140"/>
                  <a:pt x="56" y="140"/>
                </a:cubicBezTo>
                <a:cubicBezTo>
                  <a:pt x="44" y="139"/>
                  <a:pt x="34" y="135"/>
                  <a:pt x="25" y="128"/>
                </a:cubicBezTo>
                <a:cubicBezTo>
                  <a:pt x="24" y="127"/>
                  <a:pt x="23" y="126"/>
                  <a:pt x="21" y="125"/>
                </a:cubicBezTo>
                <a:cubicBezTo>
                  <a:pt x="19" y="129"/>
                  <a:pt x="18" y="133"/>
                  <a:pt x="16" y="137"/>
                </a:cubicBezTo>
                <a:cubicBezTo>
                  <a:pt x="14" y="137"/>
                  <a:pt x="12" y="137"/>
                  <a:pt x="10" y="137"/>
                </a:cubicBezTo>
                <a:cubicBezTo>
                  <a:pt x="7" y="121"/>
                  <a:pt x="4" y="105"/>
                  <a:pt x="1" y="89"/>
                </a:cubicBezTo>
                <a:cubicBezTo>
                  <a:pt x="4" y="88"/>
                  <a:pt x="7" y="88"/>
                  <a:pt x="10" y="87"/>
                </a:cubicBezTo>
                <a:cubicBezTo>
                  <a:pt x="11" y="90"/>
                  <a:pt x="12" y="93"/>
                  <a:pt x="13" y="95"/>
                </a:cubicBezTo>
                <a:cubicBezTo>
                  <a:pt x="18" y="106"/>
                  <a:pt x="26" y="116"/>
                  <a:pt x="36" y="122"/>
                </a:cubicBezTo>
                <a:cubicBezTo>
                  <a:pt x="46" y="129"/>
                  <a:pt x="57" y="131"/>
                  <a:pt x="69" y="128"/>
                </a:cubicBezTo>
                <a:cubicBezTo>
                  <a:pt x="75" y="127"/>
                  <a:pt x="80" y="123"/>
                  <a:pt x="85" y="119"/>
                </a:cubicBezTo>
                <a:cubicBezTo>
                  <a:pt x="94" y="110"/>
                  <a:pt x="94" y="93"/>
                  <a:pt x="81" y="86"/>
                </a:cubicBezTo>
                <a:cubicBezTo>
                  <a:pt x="75" y="83"/>
                  <a:pt x="69" y="81"/>
                  <a:pt x="63" y="79"/>
                </a:cubicBezTo>
                <a:cubicBezTo>
                  <a:pt x="55" y="76"/>
                  <a:pt x="46" y="74"/>
                  <a:pt x="38" y="71"/>
                </a:cubicBezTo>
                <a:cubicBezTo>
                  <a:pt x="31" y="69"/>
                  <a:pt x="25" y="66"/>
                  <a:pt x="19" y="62"/>
                </a:cubicBezTo>
                <a:cubicBezTo>
                  <a:pt x="1" y="51"/>
                  <a:pt x="0" y="27"/>
                  <a:pt x="15" y="13"/>
                </a:cubicBezTo>
                <a:cubicBezTo>
                  <a:pt x="25" y="3"/>
                  <a:pt x="37" y="0"/>
                  <a:pt x="51" y="0"/>
                </a:cubicBezTo>
                <a:cubicBezTo>
                  <a:pt x="62" y="0"/>
                  <a:pt x="72" y="3"/>
                  <a:pt x="81" y="10"/>
                </a:cubicBezTo>
                <a:cubicBezTo>
                  <a:pt x="81" y="10"/>
                  <a:pt x="81" y="11"/>
                  <a:pt x="82" y="11"/>
                </a:cubicBezTo>
                <a:cubicBezTo>
                  <a:pt x="82" y="11"/>
                  <a:pt x="82" y="11"/>
                  <a:pt x="83" y="11"/>
                </a:cubicBezTo>
                <a:cubicBezTo>
                  <a:pt x="84" y="8"/>
                  <a:pt x="85" y="5"/>
                  <a:pt x="87" y="2"/>
                </a:cubicBezTo>
                <a:cubicBezTo>
                  <a:pt x="89" y="2"/>
                  <a:pt x="91" y="2"/>
                  <a:pt x="93" y="2"/>
                </a:cubicBezTo>
                <a:cubicBezTo>
                  <a:pt x="96" y="16"/>
                  <a:pt x="100" y="30"/>
                  <a:pt x="103" y="4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8" name="Freeform 27">
            <a:extLst xmlns:a="http://schemas.openxmlformats.org/drawingml/2006/main">
              <a:ext uri="{FF2B5EF4-FFF2-40B4-BE49-F238E27FC236}">
                <a16:creationId xmlns:a16="http://schemas.microsoft.com/office/drawing/2014/main" id="{FC46B35B-5E13-4F0F-A768-197C90A3A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5846" y="688617"/>
            <a:ext cx="57594" cy="68429"/>
          </a:xfrm>
          <a:custGeom xmlns:a="http://schemas.openxmlformats.org/drawingml/2006/main">
            <a:gdLst>
              <a:gd name="T0" fmla="*/ 33 w 113"/>
              <a:gd name="T1" fmla="*/ 78 h 135"/>
              <a:gd name="T2" fmla="*/ 33 w 113"/>
              <a:gd name="T3" fmla="*/ 82 h 135"/>
              <a:gd name="T4" fmla="*/ 33 w 113"/>
              <a:gd name="T5" fmla="*/ 114 h 135"/>
              <a:gd name="T6" fmla="*/ 33 w 113"/>
              <a:gd name="T7" fmla="*/ 118 h 135"/>
              <a:gd name="T8" fmla="*/ 43 w 113"/>
              <a:gd name="T9" fmla="*/ 128 h 135"/>
              <a:gd name="T10" fmla="*/ 49 w 113"/>
              <a:gd name="T11" fmla="*/ 128 h 135"/>
              <a:gd name="T12" fmla="*/ 49 w 113"/>
              <a:gd name="T13" fmla="*/ 135 h 135"/>
              <a:gd name="T14" fmla="*/ 0 w 113"/>
              <a:gd name="T15" fmla="*/ 135 h 135"/>
              <a:gd name="T16" fmla="*/ 0 w 113"/>
              <a:gd name="T17" fmla="*/ 128 h 135"/>
              <a:gd name="T18" fmla="*/ 8 w 113"/>
              <a:gd name="T19" fmla="*/ 127 h 135"/>
              <a:gd name="T20" fmla="*/ 15 w 113"/>
              <a:gd name="T21" fmla="*/ 120 h 135"/>
              <a:gd name="T22" fmla="*/ 15 w 113"/>
              <a:gd name="T23" fmla="*/ 114 h 135"/>
              <a:gd name="T24" fmla="*/ 15 w 113"/>
              <a:gd name="T25" fmla="*/ 21 h 135"/>
              <a:gd name="T26" fmla="*/ 15 w 113"/>
              <a:gd name="T27" fmla="*/ 14 h 135"/>
              <a:gd name="T28" fmla="*/ 9 w 113"/>
              <a:gd name="T29" fmla="*/ 9 h 135"/>
              <a:gd name="T30" fmla="*/ 0 w 113"/>
              <a:gd name="T31" fmla="*/ 8 h 135"/>
              <a:gd name="T32" fmla="*/ 0 w 113"/>
              <a:gd name="T33" fmla="*/ 1 h 135"/>
              <a:gd name="T34" fmla="*/ 4 w 113"/>
              <a:gd name="T35" fmla="*/ 0 h 135"/>
              <a:gd name="T36" fmla="*/ 56 w 113"/>
              <a:gd name="T37" fmla="*/ 0 h 135"/>
              <a:gd name="T38" fmla="*/ 73 w 113"/>
              <a:gd name="T39" fmla="*/ 1 h 135"/>
              <a:gd name="T40" fmla="*/ 106 w 113"/>
              <a:gd name="T41" fmla="*/ 50 h 135"/>
              <a:gd name="T42" fmla="*/ 78 w 113"/>
              <a:gd name="T43" fmla="*/ 76 h 135"/>
              <a:gd name="T44" fmla="*/ 55 w 113"/>
              <a:gd name="T45" fmla="*/ 78 h 135"/>
              <a:gd name="T46" fmla="*/ 33 w 113"/>
              <a:gd name="T47" fmla="*/ 78 h 135"/>
              <a:gd name="T48" fmla="*/ 33 w 113"/>
              <a:gd name="T49" fmla="*/ 68 h 135"/>
              <a:gd name="T50" fmla="*/ 67 w 113"/>
              <a:gd name="T51" fmla="*/ 67 h 135"/>
              <a:gd name="T52" fmla="*/ 85 w 113"/>
              <a:gd name="T53" fmla="*/ 52 h 135"/>
              <a:gd name="T54" fmla="*/ 87 w 113"/>
              <a:gd name="T55" fmla="*/ 29 h 135"/>
              <a:gd name="T56" fmla="*/ 66 w 113"/>
              <a:gd name="T57" fmla="*/ 11 h 135"/>
              <a:gd name="T58" fmla="*/ 34 w 113"/>
              <a:gd name="T59" fmla="*/ 11 h 135"/>
              <a:gd name="T60" fmla="*/ 33 w 113"/>
              <a:gd name="T61" fmla="*/ 11 h 135"/>
              <a:gd name="T62" fmla="*/ 33 w 113"/>
              <a:gd name="T63" fmla="*/ 68 h 135"/>
            </a:gdLst>
            <a:rect l="0" t="0" r="r" b="b"/>
            <a:pathLst>
              <a:path w="113" h="135">
                <a:moveTo>
                  <a:pt x="33" y="78"/>
                </a:moveTo>
                <a:cubicBezTo>
                  <a:pt x="33" y="80"/>
                  <a:pt x="33" y="81"/>
                  <a:pt x="33" y="82"/>
                </a:cubicBezTo>
                <a:cubicBezTo>
                  <a:pt x="33" y="93"/>
                  <a:pt x="33" y="103"/>
                  <a:pt x="33" y="114"/>
                </a:cubicBezTo>
                <a:cubicBezTo>
                  <a:pt x="33" y="115"/>
                  <a:pt x="33" y="117"/>
                  <a:pt x="33" y="118"/>
                </a:cubicBezTo>
                <a:cubicBezTo>
                  <a:pt x="34" y="125"/>
                  <a:pt x="35" y="127"/>
                  <a:pt x="43" y="128"/>
                </a:cubicBezTo>
                <a:cubicBezTo>
                  <a:pt x="45" y="128"/>
                  <a:pt x="47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6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8" y="127"/>
                </a:cubicBezTo>
                <a:cubicBezTo>
                  <a:pt x="13" y="126"/>
                  <a:pt x="14" y="125"/>
                  <a:pt x="15" y="120"/>
                </a:cubicBezTo>
                <a:cubicBezTo>
                  <a:pt x="15" y="118"/>
                  <a:pt x="15" y="116"/>
                  <a:pt x="15" y="114"/>
                </a:cubicBezTo>
                <a:cubicBezTo>
                  <a:pt x="16" y="83"/>
                  <a:pt x="16" y="52"/>
                  <a:pt x="15" y="21"/>
                </a:cubicBezTo>
                <a:cubicBezTo>
                  <a:pt x="15" y="19"/>
                  <a:pt x="15" y="16"/>
                  <a:pt x="15" y="14"/>
                </a:cubicBezTo>
                <a:cubicBezTo>
                  <a:pt x="14" y="11"/>
                  <a:pt x="12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1" y="0"/>
                  <a:pt x="3" y="0"/>
                  <a:pt x="4" y="0"/>
                </a:cubicBezTo>
                <a:cubicBezTo>
                  <a:pt x="21" y="0"/>
                  <a:pt x="39" y="0"/>
                  <a:pt x="56" y="0"/>
                </a:cubicBezTo>
                <a:cubicBezTo>
                  <a:pt x="62" y="0"/>
                  <a:pt x="68" y="1"/>
                  <a:pt x="73" y="1"/>
                </a:cubicBezTo>
                <a:cubicBezTo>
                  <a:pt x="98" y="4"/>
                  <a:pt x="113" y="26"/>
                  <a:pt x="106" y="50"/>
                </a:cubicBezTo>
                <a:cubicBezTo>
                  <a:pt x="102" y="64"/>
                  <a:pt x="93" y="73"/>
                  <a:pt x="78" y="76"/>
                </a:cubicBezTo>
                <a:cubicBezTo>
                  <a:pt x="70" y="77"/>
                  <a:pt x="63" y="77"/>
                  <a:pt x="55" y="78"/>
                </a:cubicBezTo>
                <a:cubicBezTo>
                  <a:pt x="48" y="78"/>
                  <a:pt x="41" y="78"/>
                  <a:pt x="33" y="78"/>
                </a:cubicBezTo>
                <a:close/>
                <a:moveTo>
                  <a:pt x="33" y="68"/>
                </a:moveTo>
                <a:cubicBezTo>
                  <a:pt x="45" y="67"/>
                  <a:pt x="56" y="68"/>
                  <a:pt x="67" y="67"/>
                </a:cubicBezTo>
                <a:cubicBezTo>
                  <a:pt x="76" y="66"/>
                  <a:pt x="82" y="60"/>
                  <a:pt x="85" y="52"/>
                </a:cubicBezTo>
                <a:cubicBezTo>
                  <a:pt x="89" y="45"/>
                  <a:pt x="89" y="37"/>
                  <a:pt x="87" y="29"/>
                </a:cubicBezTo>
                <a:cubicBezTo>
                  <a:pt x="84" y="19"/>
                  <a:pt x="78" y="12"/>
                  <a:pt x="66" y="11"/>
                </a:cubicBezTo>
                <a:cubicBezTo>
                  <a:pt x="56" y="11"/>
                  <a:pt x="45" y="11"/>
                  <a:pt x="34" y="11"/>
                </a:cubicBezTo>
                <a:cubicBezTo>
                  <a:pt x="34" y="11"/>
                  <a:pt x="34" y="11"/>
                  <a:pt x="33" y="11"/>
                </a:cubicBezTo>
                <a:cubicBezTo>
                  <a:pt x="33" y="30"/>
                  <a:pt x="33" y="48"/>
                  <a:pt x="33" y="6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4A03B525-E4B5-400F-B0C4-1C8215416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5017" y="689187"/>
            <a:ext cx="67859" cy="70140"/>
          </a:xfrm>
          <a:custGeom xmlns:a="http://schemas.openxmlformats.org/drawingml/2006/main">
            <a:gdLst>
              <a:gd name="T0" fmla="*/ 49 w 133"/>
              <a:gd name="T1" fmla="*/ 0 h 138"/>
              <a:gd name="T2" fmla="*/ 49 w 133"/>
              <a:gd name="T3" fmla="*/ 7 h 138"/>
              <a:gd name="T4" fmla="*/ 41 w 133"/>
              <a:gd name="T5" fmla="*/ 8 h 138"/>
              <a:gd name="T6" fmla="*/ 34 w 133"/>
              <a:gd name="T7" fmla="*/ 15 h 138"/>
              <a:gd name="T8" fmla="*/ 33 w 133"/>
              <a:gd name="T9" fmla="*/ 23 h 138"/>
              <a:gd name="T10" fmla="*/ 33 w 133"/>
              <a:gd name="T11" fmla="*/ 83 h 138"/>
              <a:gd name="T12" fmla="*/ 34 w 133"/>
              <a:gd name="T13" fmla="*/ 96 h 138"/>
              <a:gd name="T14" fmla="*/ 60 w 133"/>
              <a:gd name="T15" fmla="*/ 124 h 138"/>
              <a:gd name="T16" fmla="*/ 100 w 133"/>
              <a:gd name="T17" fmla="*/ 110 h 138"/>
              <a:gd name="T18" fmla="*/ 106 w 133"/>
              <a:gd name="T19" fmla="*/ 94 h 138"/>
              <a:gd name="T20" fmla="*/ 107 w 133"/>
              <a:gd name="T21" fmla="*/ 80 h 138"/>
              <a:gd name="T22" fmla="*/ 107 w 133"/>
              <a:gd name="T23" fmla="*/ 24 h 138"/>
              <a:gd name="T24" fmla="*/ 106 w 133"/>
              <a:gd name="T25" fmla="*/ 15 h 138"/>
              <a:gd name="T26" fmla="*/ 97 w 133"/>
              <a:gd name="T27" fmla="*/ 8 h 138"/>
              <a:gd name="T28" fmla="*/ 91 w 133"/>
              <a:gd name="T29" fmla="*/ 7 h 138"/>
              <a:gd name="T30" fmla="*/ 91 w 133"/>
              <a:gd name="T31" fmla="*/ 0 h 138"/>
              <a:gd name="T32" fmla="*/ 133 w 133"/>
              <a:gd name="T33" fmla="*/ 0 h 138"/>
              <a:gd name="T34" fmla="*/ 133 w 133"/>
              <a:gd name="T35" fmla="*/ 7 h 138"/>
              <a:gd name="T36" fmla="*/ 126 w 133"/>
              <a:gd name="T37" fmla="*/ 8 h 138"/>
              <a:gd name="T38" fmla="*/ 118 w 133"/>
              <a:gd name="T39" fmla="*/ 15 h 138"/>
              <a:gd name="T40" fmla="*/ 118 w 133"/>
              <a:gd name="T41" fmla="*/ 25 h 138"/>
              <a:gd name="T42" fmla="*/ 117 w 133"/>
              <a:gd name="T43" fmla="*/ 88 h 138"/>
              <a:gd name="T44" fmla="*/ 114 w 133"/>
              <a:gd name="T45" fmla="*/ 105 h 138"/>
              <a:gd name="T46" fmla="*/ 74 w 133"/>
              <a:gd name="T47" fmla="*/ 136 h 138"/>
              <a:gd name="T48" fmla="*/ 35 w 133"/>
              <a:gd name="T49" fmla="*/ 127 h 138"/>
              <a:gd name="T50" fmla="*/ 17 w 133"/>
              <a:gd name="T51" fmla="*/ 96 h 138"/>
              <a:gd name="T52" fmla="*/ 16 w 133"/>
              <a:gd name="T53" fmla="*/ 83 h 138"/>
              <a:gd name="T54" fmla="*/ 16 w 133"/>
              <a:gd name="T55" fmla="*/ 25 h 138"/>
              <a:gd name="T56" fmla="*/ 16 w 133"/>
              <a:gd name="T57" fmla="*/ 15 h 138"/>
              <a:gd name="T58" fmla="*/ 8 w 133"/>
              <a:gd name="T59" fmla="*/ 8 h 138"/>
              <a:gd name="T60" fmla="*/ 0 w 133"/>
              <a:gd name="T61" fmla="*/ 7 h 138"/>
              <a:gd name="T62" fmla="*/ 0 w 133"/>
              <a:gd name="T63" fmla="*/ 0 h 138"/>
              <a:gd name="T64" fmla="*/ 49 w 133"/>
              <a:gd name="T65" fmla="*/ 0 h 138"/>
            </a:gdLst>
            <a:rect l="0" t="0" r="r" b="b"/>
            <a:pathLst>
              <a:path w="133" h="138">
                <a:moveTo>
                  <a:pt x="49" y="0"/>
                </a:move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1" y="8"/>
                </a:cubicBezTo>
                <a:cubicBezTo>
                  <a:pt x="36" y="8"/>
                  <a:pt x="34" y="10"/>
                  <a:pt x="34" y="15"/>
                </a:cubicBezTo>
                <a:cubicBezTo>
                  <a:pt x="33" y="17"/>
                  <a:pt x="33" y="20"/>
                  <a:pt x="33" y="23"/>
                </a:cubicBezTo>
                <a:cubicBezTo>
                  <a:pt x="33" y="43"/>
                  <a:pt x="33" y="63"/>
                  <a:pt x="33" y="83"/>
                </a:cubicBezTo>
                <a:cubicBezTo>
                  <a:pt x="33" y="87"/>
                  <a:pt x="33" y="92"/>
                  <a:pt x="34" y="96"/>
                </a:cubicBezTo>
                <a:cubicBezTo>
                  <a:pt x="36" y="112"/>
                  <a:pt x="46" y="120"/>
                  <a:pt x="60" y="124"/>
                </a:cubicBezTo>
                <a:cubicBezTo>
                  <a:pt x="76" y="128"/>
                  <a:pt x="89" y="123"/>
                  <a:pt x="100" y="110"/>
                </a:cubicBezTo>
                <a:cubicBezTo>
                  <a:pt x="104" y="106"/>
                  <a:pt x="105" y="100"/>
                  <a:pt x="106" y="94"/>
                </a:cubicBezTo>
                <a:cubicBezTo>
                  <a:pt x="106" y="90"/>
                  <a:pt x="106" y="85"/>
                  <a:pt x="107" y="80"/>
                </a:cubicBezTo>
                <a:cubicBezTo>
                  <a:pt x="107" y="62"/>
                  <a:pt x="107" y="43"/>
                  <a:pt x="107" y="24"/>
                </a:cubicBezTo>
                <a:cubicBezTo>
                  <a:pt x="107" y="21"/>
                  <a:pt x="106" y="18"/>
                  <a:pt x="106" y="15"/>
                </a:cubicBezTo>
                <a:cubicBezTo>
                  <a:pt x="105" y="10"/>
                  <a:pt x="103" y="8"/>
                  <a:pt x="97" y="8"/>
                </a:cubicBezTo>
                <a:cubicBezTo>
                  <a:pt x="95" y="7"/>
                  <a:pt x="93" y="7"/>
                  <a:pt x="91" y="7"/>
                </a:cubicBezTo>
                <a:cubicBezTo>
                  <a:pt x="91" y="4"/>
                  <a:pt x="91" y="2"/>
                  <a:pt x="91" y="0"/>
                </a:cubicBezTo>
                <a:cubicBezTo>
                  <a:pt x="105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1" y="7"/>
                  <a:pt x="128" y="7"/>
                  <a:pt x="126" y="8"/>
                </a:cubicBezTo>
                <a:cubicBezTo>
                  <a:pt x="121" y="8"/>
                  <a:pt x="119" y="11"/>
                  <a:pt x="118" y="15"/>
                </a:cubicBezTo>
                <a:cubicBezTo>
                  <a:pt x="118" y="18"/>
                  <a:pt x="118" y="22"/>
                  <a:pt x="118" y="25"/>
                </a:cubicBezTo>
                <a:cubicBezTo>
                  <a:pt x="117" y="46"/>
                  <a:pt x="118" y="67"/>
                  <a:pt x="117" y="88"/>
                </a:cubicBezTo>
                <a:cubicBezTo>
                  <a:pt x="117" y="94"/>
                  <a:pt x="116" y="99"/>
                  <a:pt x="114" y="105"/>
                </a:cubicBezTo>
                <a:cubicBezTo>
                  <a:pt x="108" y="124"/>
                  <a:pt x="94" y="134"/>
                  <a:pt x="74" y="136"/>
                </a:cubicBezTo>
                <a:cubicBezTo>
                  <a:pt x="60" y="138"/>
                  <a:pt x="47" y="135"/>
                  <a:pt x="35" y="127"/>
                </a:cubicBezTo>
                <a:cubicBezTo>
                  <a:pt x="24" y="120"/>
                  <a:pt x="18" y="109"/>
                  <a:pt x="17" y="96"/>
                </a:cubicBezTo>
                <a:cubicBezTo>
                  <a:pt x="16" y="92"/>
                  <a:pt x="16" y="87"/>
                  <a:pt x="16" y="83"/>
                </a:cubicBezTo>
                <a:cubicBezTo>
                  <a:pt x="16" y="64"/>
                  <a:pt x="16" y="45"/>
                  <a:pt x="16" y="25"/>
                </a:cubicBezTo>
                <a:cubicBezTo>
                  <a:pt x="16" y="22"/>
                  <a:pt x="16" y="18"/>
                  <a:pt x="16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299F758F-175C-4CB9-B39F-6DF47C2CB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371" y="689187"/>
            <a:ext cx="67288" cy="69569"/>
          </a:xfrm>
          <a:custGeom xmlns:a="http://schemas.openxmlformats.org/drawingml/2006/main">
            <a:gdLst>
              <a:gd name="T0" fmla="*/ 73 w 133"/>
              <a:gd name="T1" fmla="*/ 137 h 137"/>
              <a:gd name="T2" fmla="*/ 64 w 133"/>
              <a:gd name="T3" fmla="*/ 137 h 137"/>
              <a:gd name="T4" fmla="*/ 58 w 133"/>
              <a:gd name="T5" fmla="*/ 133 h 137"/>
              <a:gd name="T6" fmla="*/ 39 w 133"/>
              <a:gd name="T7" fmla="*/ 80 h 137"/>
              <a:gd name="T8" fmla="*/ 17 w 133"/>
              <a:gd name="T9" fmla="*/ 23 h 137"/>
              <a:gd name="T10" fmla="*/ 13 w 133"/>
              <a:gd name="T11" fmla="*/ 14 h 137"/>
              <a:gd name="T12" fmla="*/ 4 w 133"/>
              <a:gd name="T13" fmla="*/ 7 h 137"/>
              <a:gd name="T14" fmla="*/ 0 w 133"/>
              <a:gd name="T15" fmla="*/ 7 h 137"/>
              <a:gd name="T16" fmla="*/ 0 w 133"/>
              <a:gd name="T17" fmla="*/ 0 h 137"/>
              <a:gd name="T18" fmla="*/ 47 w 133"/>
              <a:gd name="T19" fmla="*/ 0 h 137"/>
              <a:gd name="T20" fmla="*/ 47 w 133"/>
              <a:gd name="T21" fmla="*/ 7 h 137"/>
              <a:gd name="T22" fmla="*/ 39 w 133"/>
              <a:gd name="T23" fmla="*/ 8 h 137"/>
              <a:gd name="T24" fmla="*/ 34 w 133"/>
              <a:gd name="T25" fmla="*/ 15 h 137"/>
              <a:gd name="T26" fmla="*/ 35 w 133"/>
              <a:gd name="T27" fmla="*/ 20 h 137"/>
              <a:gd name="T28" fmla="*/ 68 w 133"/>
              <a:gd name="T29" fmla="*/ 112 h 137"/>
              <a:gd name="T30" fmla="*/ 70 w 133"/>
              <a:gd name="T31" fmla="*/ 116 h 137"/>
              <a:gd name="T32" fmla="*/ 72 w 133"/>
              <a:gd name="T33" fmla="*/ 113 h 137"/>
              <a:gd name="T34" fmla="*/ 106 w 133"/>
              <a:gd name="T35" fmla="*/ 18 h 137"/>
              <a:gd name="T36" fmla="*/ 106 w 133"/>
              <a:gd name="T37" fmla="*/ 16 h 137"/>
              <a:gd name="T38" fmla="*/ 101 w 133"/>
              <a:gd name="T39" fmla="*/ 7 h 137"/>
              <a:gd name="T40" fmla="*/ 94 w 133"/>
              <a:gd name="T41" fmla="*/ 7 h 137"/>
              <a:gd name="T42" fmla="*/ 94 w 133"/>
              <a:gd name="T43" fmla="*/ 0 h 137"/>
              <a:gd name="T44" fmla="*/ 133 w 133"/>
              <a:gd name="T45" fmla="*/ 0 h 137"/>
              <a:gd name="T46" fmla="*/ 133 w 133"/>
              <a:gd name="T47" fmla="*/ 7 h 137"/>
              <a:gd name="T48" fmla="*/ 130 w 133"/>
              <a:gd name="T49" fmla="*/ 7 h 137"/>
              <a:gd name="T50" fmla="*/ 119 w 133"/>
              <a:gd name="T51" fmla="*/ 16 h 137"/>
              <a:gd name="T52" fmla="*/ 110 w 133"/>
              <a:gd name="T53" fmla="*/ 38 h 137"/>
              <a:gd name="T54" fmla="*/ 74 w 133"/>
              <a:gd name="T55" fmla="*/ 133 h 137"/>
              <a:gd name="T56" fmla="*/ 73 w 133"/>
              <a:gd name="T57" fmla="*/ 137 h 137"/>
            </a:gdLst>
            <a:rect l="0" t="0" r="r" b="b"/>
            <a:pathLst>
              <a:path w="133" h="137">
                <a:moveTo>
                  <a:pt x="73" y="137"/>
                </a:moveTo>
                <a:cubicBezTo>
                  <a:pt x="69" y="137"/>
                  <a:pt x="66" y="137"/>
                  <a:pt x="64" y="137"/>
                </a:cubicBezTo>
                <a:cubicBezTo>
                  <a:pt x="61" y="137"/>
                  <a:pt x="59" y="136"/>
                  <a:pt x="58" y="133"/>
                </a:cubicBezTo>
                <a:cubicBezTo>
                  <a:pt x="52" y="115"/>
                  <a:pt x="45" y="98"/>
                  <a:pt x="39" y="80"/>
                </a:cubicBezTo>
                <a:cubicBezTo>
                  <a:pt x="31" y="61"/>
                  <a:pt x="24" y="42"/>
                  <a:pt x="17" y="23"/>
                </a:cubicBezTo>
                <a:cubicBezTo>
                  <a:pt x="16" y="20"/>
                  <a:pt x="15" y="17"/>
                  <a:pt x="13" y="14"/>
                </a:cubicBezTo>
                <a:cubicBezTo>
                  <a:pt x="11" y="10"/>
                  <a:pt x="8" y="8"/>
                  <a:pt x="4" y="7"/>
                </a:cubicBezTo>
                <a:cubicBezTo>
                  <a:pt x="3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7" y="0"/>
                </a:cubicBezTo>
                <a:cubicBezTo>
                  <a:pt x="47" y="2"/>
                  <a:pt x="47" y="4"/>
                  <a:pt x="47" y="7"/>
                </a:cubicBezTo>
                <a:cubicBezTo>
                  <a:pt x="44" y="7"/>
                  <a:pt x="42" y="7"/>
                  <a:pt x="39" y="8"/>
                </a:cubicBezTo>
                <a:cubicBezTo>
                  <a:pt x="34" y="8"/>
                  <a:pt x="33" y="10"/>
                  <a:pt x="34" y="15"/>
                </a:cubicBezTo>
                <a:cubicBezTo>
                  <a:pt x="34" y="17"/>
                  <a:pt x="35" y="19"/>
                  <a:pt x="35" y="20"/>
                </a:cubicBezTo>
                <a:cubicBezTo>
                  <a:pt x="46" y="51"/>
                  <a:pt x="57" y="81"/>
                  <a:pt x="68" y="112"/>
                </a:cubicBezTo>
                <a:cubicBezTo>
                  <a:pt x="69" y="113"/>
                  <a:pt x="69" y="114"/>
                  <a:pt x="70" y="116"/>
                </a:cubicBezTo>
                <a:cubicBezTo>
                  <a:pt x="71" y="114"/>
                  <a:pt x="71" y="113"/>
                  <a:pt x="72" y="113"/>
                </a:cubicBezTo>
                <a:cubicBezTo>
                  <a:pt x="83" y="81"/>
                  <a:pt x="94" y="50"/>
                  <a:pt x="106" y="18"/>
                </a:cubicBezTo>
                <a:cubicBezTo>
                  <a:pt x="106" y="17"/>
                  <a:pt x="106" y="17"/>
                  <a:pt x="106" y="16"/>
                </a:cubicBezTo>
                <a:cubicBezTo>
                  <a:pt x="107" y="10"/>
                  <a:pt x="106" y="8"/>
                  <a:pt x="101" y="7"/>
                </a:cubicBezTo>
                <a:cubicBezTo>
                  <a:pt x="98" y="7"/>
                  <a:pt x="96" y="7"/>
                  <a:pt x="94" y="7"/>
                </a:cubicBezTo>
                <a:cubicBezTo>
                  <a:pt x="94" y="4"/>
                  <a:pt x="94" y="2"/>
                  <a:pt x="94" y="0"/>
                </a:cubicBezTo>
                <a:cubicBezTo>
                  <a:pt x="106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2" y="7"/>
                  <a:pt x="131" y="7"/>
                  <a:pt x="130" y="7"/>
                </a:cubicBezTo>
                <a:cubicBezTo>
                  <a:pt x="124" y="8"/>
                  <a:pt x="121" y="11"/>
                  <a:pt x="119" y="16"/>
                </a:cubicBezTo>
                <a:cubicBezTo>
                  <a:pt x="116" y="24"/>
                  <a:pt x="113" y="31"/>
                  <a:pt x="110" y="38"/>
                </a:cubicBezTo>
                <a:cubicBezTo>
                  <a:pt x="98" y="70"/>
                  <a:pt x="86" y="101"/>
                  <a:pt x="74" y="133"/>
                </a:cubicBezTo>
                <a:cubicBezTo>
                  <a:pt x="74" y="134"/>
                  <a:pt x="73" y="135"/>
                  <a:pt x="73" y="13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F4ADD6D3-6183-419C-B754-48C8D1D36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6484" y="689187"/>
            <a:ext cx="61016" cy="68429"/>
          </a:xfrm>
          <a:custGeom xmlns:a="http://schemas.openxmlformats.org/drawingml/2006/main">
            <a:gdLst>
              <a:gd name="T0" fmla="*/ 85 w 120"/>
              <a:gd name="T1" fmla="*/ 127 h 135"/>
              <a:gd name="T2" fmla="*/ 85 w 120"/>
              <a:gd name="T3" fmla="*/ 134 h 135"/>
              <a:gd name="T4" fmla="*/ 35 w 120"/>
              <a:gd name="T5" fmla="*/ 134 h 135"/>
              <a:gd name="T6" fmla="*/ 35 w 120"/>
              <a:gd name="T7" fmla="*/ 127 h 135"/>
              <a:gd name="T8" fmla="*/ 44 w 120"/>
              <a:gd name="T9" fmla="*/ 126 h 135"/>
              <a:gd name="T10" fmla="*/ 50 w 120"/>
              <a:gd name="T11" fmla="*/ 120 h 135"/>
              <a:gd name="T12" fmla="*/ 51 w 120"/>
              <a:gd name="T13" fmla="*/ 113 h 135"/>
              <a:gd name="T14" fmla="*/ 51 w 120"/>
              <a:gd name="T15" fmla="*/ 85 h 135"/>
              <a:gd name="T16" fmla="*/ 50 w 120"/>
              <a:gd name="T17" fmla="*/ 79 h 135"/>
              <a:gd name="T18" fmla="*/ 17 w 120"/>
              <a:gd name="T19" fmla="*/ 19 h 135"/>
              <a:gd name="T20" fmla="*/ 15 w 120"/>
              <a:gd name="T21" fmla="*/ 15 h 135"/>
              <a:gd name="T22" fmla="*/ 3 w 120"/>
              <a:gd name="T23" fmla="*/ 7 h 135"/>
              <a:gd name="T24" fmla="*/ 0 w 120"/>
              <a:gd name="T25" fmla="*/ 7 h 135"/>
              <a:gd name="T26" fmla="*/ 0 w 120"/>
              <a:gd name="T27" fmla="*/ 0 h 135"/>
              <a:gd name="T28" fmla="*/ 48 w 120"/>
              <a:gd name="T29" fmla="*/ 0 h 135"/>
              <a:gd name="T30" fmla="*/ 48 w 120"/>
              <a:gd name="T31" fmla="*/ 7 h 135"/>
              <a:gd name="T32" fmla="*/ 40 w 120"/>
              <a:gd name="T33" fmla="*/ 7 h 135"/>
              <a:gd name="T34" fmla="*/ 36 w 120"/>
              <a:gd name="T35" fmla="*/ 14 h 135"/>
              <a:gd name="T36" fmla="*/ 37 w 120"/>
              <a:gd name="T37" fmla="*/ 18 h 135"/>
              <a:gd name="T38" fmla="*/ 61 w 120"/>
              <a:gd name="T39" fmla="*/ 64 h 135"/>
              <a:gd name="T40" fmla="*/ 63 w 120"/>
              <a:gd name="T41" fmla="*/ 68 h 135"/>
              <a:gd name="T42" fmla="*/ 66 w 120"/>
              <a:gd name="T43" fmla="*/ 64 h 135"/>
              <a:gd name="T44" fmla="*/ 91 w 120"/>
              <a:gd name="T45" fmla="*/ 18 h 135"/>
              <a:gd name="T46" fmla="*/ 93 w 120"/>
              <a:gd name="T47" fmla="*/ 12 h 135"/>
              <a:gd name="T48" fmla="*/ 90 w 120"/>
              <a:gd name="T49" fmla="*/ 8 h 135"/>
              <a:gd name="T50" fmla="*/ 81 w 120"/>
              <a:gd name="T51" fmla="*/ 7 h 135"/>
              <a:gd name="T52" fmla="*/ 81 w 120"/>
              <a:gd name="T53" fmla="*/ 0 h 135"/>
              <a:gd name="T54" fmla="*/ 120 w 120"/>
              <a:gd name="T55" fmla="*/ 0 h 135"/>
              <a:gd name="T56" fmla="*/ 120 w 120"/>
              <a:gd name="T57" fmla="*/ 7 h 135"/>
              <a:gd name="T58" fmla="*/ 115 w 120"/>
              <a:gd name="T59" fmla="*/ 8 h 135"/>
              <a:gd name="T60" fmla="*/ 108 w 120"/>
              <a:gd name="T61" fmla="*/ 12 h 135"/>
              <a:gd name="T62" fmla="*/ 103 w 120"/>
              <a:gd name="T63" fmla="*/ 19 h 135"/>
              <a:gd name="T64" fmla="*/ 71 w 120"/>
              <a:gd name="T65" fmla="*/ 75 h 135"/>
              <a:gd name="T66" fmla="*/ 69 w 120"/>
              <a:gd name="T67" fmla="*/ 82 h 135"/>
              <a:gd name="T68" fmla="*/ 69 w 120"/>
              <a:gd name="T69" fmla="*/ 111 h 135"/>
              <a:gd name="T70" fmla="*/ 69 w 120"/>
              <a:gd name="T71" fmla="*/ 118 h 135"/>
              <a:gd name="T72" fmla="*/ 77 w 120"/>
              <a:gd name="T73" fmla="*/ 126 h 135"/>
              <a:gd name="T74" fmla="*/ 85 w 120"/>
              <a:gd name="T75" fmla="*/ 127 h 135"/>
            </a:gdLst>
            <a:rect l="0" t="0" r="r" b="b"/>
            <a:pathLst>
              <a:path w="120" h="135">
                <a:moveTo>
                  <a:pt x="85" y="127"/>
                </a:moveTo>
                <a:cubicBezTo>
                  <a:pt x="85" y="130"/>
                  <a:pt x="85" y="132"/>
                  <a:pt x="85" y="134"/>
                </a:cubicBezTo>
                <a:cubicBezTo>
                  <a:pt x="81" y="135"/>
                  <a:pt x="44" y="135"/>
                  <a:pt x="35" y="134"/>
                </a:cubicBezTo>
                <a:cubicBezTo>
                  <a:pt x="35" y="132"/>
                  <a:pt x="35" y="130"/>
                  <a:pt x="35" y="127"/>
                </a:cubicBezTo>
                <a:cubicBezTo>
                  <a:pt x="38" y="127"/>
                  <a:pt x="41" y="126"/>
                  <a:pt x="44" y="126"/>
                </a:cubicBezTo>
                <a:cubicBezTo>
                  <a:pt x="48" y="126"/>
                  <a:pt x="50" y="124"/>
                  <a:pt x="50" y="120"/>
                </a:cubicBezTo>
                <a:cubicBezTo>
                  <a:pt x="51" y="118"/>
                  <a:pt x="51" y="115"/>
                  <a:pt x="51" y="113"/>
                </a:cubicBezTo>
                <a:cubicBezTo>
                  <a:pt x="51" y="104"/>
                  <a:pt x="51" y="95"/>
                  <a:pt x="51" y="85"/>
                </a:cubicBezTo>
                <a:cubicBezTo>
                  <a:pt x="51" y="83"/>
                  <a:pt x="51" y="81"/>
                  <a:pt x="50" y="79"/>
                </a:cubicBezTo>
                <a:cubicBezTo>
                  <a:pt x="39" y="59"/>
                  <a:pt x="28" y="39"/>
                  <a:pt x="17" y="19"/>
                </a:cubicBezTo>
                <a:cubicBezTo>
                  <a:pt x="16" y="17"/>
                  <a:pt x="15" y="16"/>
                  <a:pt x="15" y="15"/>
                </a:cubicBezTo>
                <a:cubicBezTo>
                  <a:pt x="12" y="10"/>
                  <a:pt x="9" y="7"/>
                  <a:pt x="3" y="7"/>
                </a:cubicBezTo>
                <a:cubicBezTo>
                  <a:pt x="2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8" y="0"/>
                </a:cubicBezTo>
                <a:cubicBezTo>
                  <a:pt x="48" y="2"/>
                  <a:pt x="48" y="4"/>
                  <a:pt x="48" y="7"/>
                </a:cubicBezTo>
                <a:cubicBezTo>
                  <a:pt x="45" y="7"/>
                  <a:pt x="42" y="7"/>
                  <a:pt x="40" y="7"/>
                </a:cubicBezTo>
                <a:cubicBezTo>
                  <a:pt x="35" y="8"/>
                  <a:pt x="34" y="10"/>
                  <a:pt x="36" y="14"/>
                </a:cubicBezTo>
                <a:cubicBezTo>
                  <a:pt x="36" y="15"/>
                  <a:pt x="37" y="17"/>
                  <a:pt x="37" y="18"/>
                </a:cubicBezTo>
                <a:cubicBezTo>
                  <a:pt x="45" y="33"/>
                  <a:pt x="53" y="49"/>
                  <a:pt x="61" y="64"/>
                </a:cubicBezTo>
                <a:cubicBezTo>
                  <a:pt x="61" y="65"/>
                  <a:pt x="62" y="66"/>
                  <a:pt x="63" y="68"/>
                </a:cubicBezTo>
                <a:cubicBezTo>
                  <a:pt x="64" y="66"/>
                  <a:pt x="65" y="65"/>
                  <a:pt x="66" y="64"/>
                </a:cubicBezTo>
                <a:cubicBezTo>
                  <a:pt x="74" y="49"/>
                  <a:pt x="82" y="34"/>
                  <a:pt x="91" y="18"/>
                </a:cubicBezTo>
                <a:cubicBezTo>
                  <a:pt x="92" y="16"/>
                  <a:pt x="93" y="14"/>
                  <a:pt x="93" y="12"/>
                </a:cubicBezTo>
                <a:cubicBezTo>
                  <a:pt x="94" y="9"/>
                  <a:pt x="93" y="8"/>
                  <a:pt x="90" y="8"/>
                </a:cubicBezTo>
                <a:cubicBezTo>
                  <a:pt x="87" y="7"/>
                  <a:pt x="85" y="7"/>
                  <a:pt x="81" y="7"/>
                </a:cubicBezTo>
                <a:cubicBezTo>
                  <a:pt x="81" y="4"/>
                  <a:pt x="81" y="2"/>
                  <a:pt x="81" y="0"/>
                </a:cubicBezTo>
                <a:cubicBezTo>
                  <a:pt x="94" y="0"/>
                  <a:pt x="107" y="0"/>
                  <a:pt x="120" y="0"/>
                </a:cubicBezTo>
                <a:cubicBezTo>
                  <a:pt x="120" y="2"/>
                  <a:pt x="120" y="4"/>
                  <a:pt x="120" y="7"/>
                </a:cubicBezTo>
                <a:cubicBezTo>
                  <a:pt x="119" y="7"/>
                  <a:pt x="117" y="7"/>
                  <a:pt x="115" y="8"/>
                </a:cubicBezTo>
                <a:cubicBezTo>
                  <a:pt x="112" y="8"/>
                  <a:pt x="109" y="9"/>
                  <a:pt x="108" y="12"/>
                </a:cubicBezTo>
                <a:cubicBezTo>
                  <a:pt x="106" y="14"/>
                  <a:pt x="104" y="17"/>
                  <a:pt x="103" y="19"/>
                </a:cubicBezTo>
                <a:cubicBezTo>
                  <a:pt x="92" y="38"/>
                  <a:pt x="81" y="56"/>
                  <a:pt x="71" y="75"/>
                </a:cubicBezTo>
                <a:cubicBezTo>
                  <a:pt x="69" y="77"/>
                  <a:pt x="68" y="80"/>
                  <a:pt x="69" y="82"/>
                </a:cubicBezTo>
                <a:cubicBezTo>
                  <a:pt x="69" y="92"/>
                  <a:pt x="69" y="102"/>
                  <a:pt x="69" y="111"/>
                </a:cubicBezTo>
                <a:cubicBezTo>
                  <a:pt x="69" y="114"/>
                  <a:pt x="69" y="116"/>
                  <a:pt x="69" y="118"/>
                </a:cubicBezTo>
                <a:cubicBezTo>
                  <a:pt x="70" y="124"/>
                  <a:pt x="71" y="125"/>
                  <a:pt x="77" y="126"/>
                </a:cubicBezTo>
                <a:cubicBezTo>
                  <a:pt x="80" y="126"/>
                  <a:pt x="82" y="127"/>
                  <a:pt x="85" y="12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E7260CAF-453C-4D67-A75B-F9B8B7127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749" y="686906"/>
            <a:ext cx="58735" cy="70140"/>
          </a:xfrm>
          <a:custGeom xmlns:a="http://schemas.openxmlformats.org/drawingml/2006/main">
            <a:gdLst>
              <a:gd name="T0" fmla="*/ 108 w 116"/>
              <a:gd name="T1" fmla="*/ 42 h 139"/>
              <a:gd name="T2" fmla="*/ 102 w 116"/>
              <a:gd name="T3" fmla="*/ 29 h 139"/>
              <a:gd name="T4" fmla="*/ 72 w 116"/>
              <a:gd name="T5" fmla="*/ 14 h 139"/>
              <a:gd name="T6" fmla="*/ 67 w 116"/>
              <a:gd name="T7" fmla="*/ 18 h 139"/>
              <a:gd name="T8" fmla="*/ 66 w 116"/>
              <a:gd name="T9" fmla="*/ 24 h 139"/>
              <a:gd name="T10" fmla="*/ 66 w 116"/>
              <a:gd name="T11" fmla="*/ 115 h 139"/>
              <a:gd name="T12" fmla="*/ 67 w 116"/>
              <a:gd name="T13" fmla="*/ 123 h 139"/>
              <a:gd name="T14" fmla="*/ 75 w 116"/>
              <a:gd name="T15" fmla="*/ 131 h 139"/>
              <a:gd name="T16" fmla="*/ 83 w 116"/>
              <a:gd name="T17" fmla="*/ 132 h 139"/>
              <a:gd name="T18" fmla="*/ 83 w 116"/>
              <a:gd name="T19" fmla="*/ 139 h 139"/>
              <a:gd name="T20" fmla="*/ 33 w 116"/>
              <a:gd name="T21" fmla="*/ 139 h 139"/>
              <a:gd name="T22" fmla="*/ 33 w 116"/>
              <a:gd name="T23" fmla="*/ 132 h 139"/>
              <a:gd name="T24" fmla="*/ 41 w 116"/>
              <a:gd name="T25" fmla="*/ 131 h 139"/>
              <a:gd name="T26" fmla="*/ 49 w 116"/>
              <a:gd name="T27" fmla="*/ 123 h 139"/>
              <a:gd name="T28" fmla="*/ 49 w 116"/>
              <a:gd name="T29" fmla="*/ 118 h 139"/>
              <a:gd name="T30" fmla="*/ 49 w 116"/>
              <a:gd name="T31" fmla="*/ 22 h 139"/>
              <a:gd name="T32" fmla="*/ 41 w 116"/>
              <a:gd name="T33" fmla="*/ 14 h 139"/>
              <a:gd name="T34" fmla="*/ 32 w 116"/>
              <a:gd name="T35" fmla="*/ 15 h 139"/>
              <a:gd name="T36" fmla="*/ 18 w 116"/>
              <a:gd name="T37" fmla="*/ 23 h 139"/>
              <a:gd name="T38" fmla="*/ 11 w 116"/>
              <a:gd name="T39" fmla="*/ 36 h 139"/>
              <a:gd name="T40" fmla="*/ 8 w 116"/>
              <a:gd name="T41" fmla="*/ 42 h 139"/>
              <a:gd name="T42" fmla="*/ 0 w 116"/>
              <a:gd name="T43" fmla="*/ 39 h 139"/>
              <a:gd name="T44" fmla="*/ 13 w 116"/>
              <a:gd name="T45" fmla="*/ 0 h 139"/>
              <a:gd name="T46" fmla="*/ 19 w 116"/>
              <a:gd name="T47" fmla="*/ 0 h 139"/>
              <a:gd name="T48" fmla="*/ 21 w 116"/>
              <a:gd name="T49" fmla="*/ 4 h 139"/>
              <a:gd name="T50" fmla="*/ 95 w 116"/>
              <a:gd name="T51" fmla="*/ 4 h 139"/>
              <a:gd name="T52" fmla="*/ 97 w 116"/>
              <a:gd name="T53" fmla="*/ 0 h 139"/>
              <a:gd name="T54" fmla="*/ 103 w 116"/>
              <a:gd name="T55" fmla="*/ 0 h 139"/>
              <a:gd name="T56" fmla="*/ 116 w 116"/>
              <a:gd name="T57" fmla="*/ 39 h 139"/>
              <a:gd name="T58" fmla="*/ 108 w 116"/>
              <a:gd name="T59" fmla="*/ 42 h 139"/>
            </a:gdLst>
            <a:rect l="0" t="0" r="r" b="b"/>
            <a:pathLst>
              <a:path w="116" h="139">
                <a:moveTo>
                  <a:pt x="108" y="42"/>
                </a:moveTo>
                <a:cubicBezTo>
                  <a:pt x="106" y="37"/>
                  <a:pt x="104" y="33"/>
                  <a:pt x="102" y="29"/>
                </a:cubicBezTo>
                <a:cubicBezTo>
                  <a:pt x="96" y="17"/>
                  <a:pt x="85" y="13"/>
                  <a:pt x="72" y="14"/>
                </a:cubicBezTo>
                <a:cubicBezTo>
                  <a:pt x="68" y="14"/>
                  <a:pt x="67" y="15"/>
                  <a:pt x="67" y="18"/>
                </a:cubicBezTo>
                <a:cubicBezTo>
                  <a:pt x="66" y="20"/>
                  <a:pt x="66" y="22"/>
                  <a:pt x="66" y="24"/>
                </a:cubicBezTo>
                <a:cubicBezTo>
                  <a:pt x="66" y="54"/>
                  <a:pt x="66" y="85"/>
                  <a:pt x="66" y="115"/>
                </a:cubicBezTo>
                <a:cubicBezTo>
                  <a:pt x="66" y="118"/>
                  <a:pt x="67" y="120"/>
                  <a:pt x="67" y="123"/>
                </a:cubicBezTo>
                <a:cubicBezTo>
                  <a:pt x="68" y="128"/>
                  <a:pt x="70" y="130"/>
                  <a:pt x="75" y="131"/>
                </a:cubicBezTo>
                <a:cubicBezTo>
                  <a:pt x="78" y="131"/>
                  <a:pt x="80" y="132"/>
                  <a:pt x="83" y="132"/>
                </a:cubicBezTo>
                <a:cubicBezTo>
                  <a:pt x="83" y="134"/>
                  <a:pt x="83" y="137"/>
                  <a:pt x="83" y="139"/>
                </a:cubicBezTo>
                <a:cubicBezTo>
                  <a:pt x="66" y="139"/>
                  <a:pt x="50" y="139"/>
                  <a:pt x="33" y="139"/>
                </a:cubicBezTo>
                <a:cubicBezTo>
                  <a:pt x="33" y="137"/>
                  <a:pt x="33" y="135"/>
                  <a:pt x="33" y="132"/>
                </a:cubicBezTo>
                <a:cubicBezTo>
                  <a:pt x="36" y="132"/>
                  <a:pt x="39" y="131"/>
                  <a:pt x="41" y="131"/>
                </a:cubicBezTo>
                <a:cubicBezTo>
                  <a:pt x="47" y="130"/>
                  <a:pt x="49" y="128"/>
                  <a:pt x="49" y="123"/>
                </a:cubicBezTo>
                <a:cubicBezTo>
                  <a:pt x="49" y="121"/>
                  <a:pt x="49" y="120"/>
                  <a:pt x="49" y="118"/>
                </a:cubicBezTo>
                <a:cubicBezTo>
                  <a:pt x="49" y="86"/>
                  <a:pt x="49" y="54"/>
                  <a:pt x="49" y="22"/>
                </a:cubicBezTo>
                <a:cubicBezTo>
                  <a:pt x="49" y="14"/>
                  <a:pt x="49" y="13"/>
                  <a:pt x="41" y="14"/>
                </a:cubicBezTo>
                <a:cubicBezTo>
                  <a:pt x="38" y="14"/>
                  <a:pt x="35" y="14"/>
                  <a:pt x="32" y="15"/>
                </a:cubicBezTo>
                <a:cubicBezTo>
                  <a:pt x="26" y="16"/>
                  <a:pt x="21" y="18"/>
                  <a:pt x="18" y="23"/>
                </a:cubicBezTo>
                <a:cubicBezTo>
                  <a:pt x="15" y="27"/>
                  <a:pt x="13" y="32"/>
                  <a:pt x="11" y="36"/>
                </a:cubicBezTo>
                <a:cubicBezTo>
                  <a:pt x="10" y="38"/>
                  <a:pt x="9" y="40"/>
                  <a:pt x="8" y="42"/>
                </a:cubicBezTo>
                <a:cubicBezTo>
                  <a:pt x="5" y="41"/>
                  <a:pt x="3" y="40"/>
                  <a:pt x="0" y="39"/>
                </a:cubicBezTo>
                <a:cubicBezTo>
                  <a:pt x="5" y="26"/>
                  <a:pt x="9" y="13"/>
                  <a:pt x="13" y="0"/>
                </a:cubicBezTo>
                <a:cubicBezTo>
                  <a:pt x="15" y="0"/>
                  <a:pt x="17" y="0"/>
                  <a:pt x="19" y="0"/>
                </a:cubicBezTo>
                <a:cubicBezTo>
                  <a:pt x="20" y="1"/>
                  <a:pt x="20" y="3"/>
                  <a:pt x="21" y="4"/>
                </a:cubicBezTo>
                <a:cubicBezTo>
                  <a:pt x="46" y="4"/>
                  <a:pt x="70" y="4"/>
                  <a:pt x="95" y="4"/>
                </a:cubicBezTo>
                <a:cubicBezTo>
                  <a:pt x="95" y="3"/>
                  <a:pt x="96" y="1"/>
                  <a:pt x="97" y="0"/>
                </a:cubicBezTo>
                <a:cubicBezTo>
                  <a:pt x="98" y="0"/>
                  <a:pt x="100" y="0"/>
                  <a:pt x="103" y="0"/>
                </a:cubicBezTo>
                <a:cubicBezTo>
                  <a:pt x="107" y="13"/>
                  <a:pt x="112" y="26"/>
                  <a:pt x="116" y="39"/>
                </a:cubicBezTo>
                <a:cubicBezTo>
                  <a:pt x="113" y="40"/>
                  <a:pt x="111" y="41"/>
                  <a:pt x="108" y="42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3" name="Freeform 33">
            <a:extLst xmlns:a="http://schemas.openxmlformats.org/drawingml/2006/main">
              <a:ext uri="{FF2B5EF4-FFF2-40B4-BE49-F238E27FC236}">
                <a16:creationId xmlns:a16="http://schemas.microsoft.com/office/drawing/2014/main" id="{901A5AEF-209C-4C59-AF6E-BB33F2A29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1440" y="689187"/>
            <a:ext cx="25090" cy="67859"/>
          </a:xfrm>
          <a:custGeom xmlns:a="http://schemas.openxmlformats.org/drawingml/2006/main">
            <a:gdLst>
              <a:gd name="T0" fmla="*/ 0 w 50"/>
              <a:gd name="T1" fmla="*/ 134 h 134"/>
              <a:gd name="T2" fmla="*/ 0 w 50"/>
              <a:gd name="T3" fmla="*/ 127 h 134"/>
              <a:gd name="T4" fmla="*/ 9 w 50"/>
              <a:gd name="T5" fmla="*/ 126 h 134"/>
              <a:gd name="T6" fmla="*/ 16 w 50"/>
              <a:gd name="T7" fmla="*/ 119 h 134"/>
              <a:gd name="T8" fmla="*/ 16 w 50"/>
              <a:gd name="T9" fmla="*/ 113 h 134"/>
              <a:gd name="T10" fmla="*/ 16 w 50"/>
              <a:gd name="T11" fmla="*/ 21 h 134"/>
              <a:gd name="T12" fmla="*/ 16 w 50"/>
              <a:gd name="T13" fmla="*/ 13 h 134"/>
              <a:gd name="T14" fmla="*/ 9 w 50"/>
              <a:gd name="T15" fmla="*/ 8 h 134"/>
              <a:gd name="T16" fmla="*/ 1 w 50"/>
              <a:gd name="T17" fmla="*/ 7 h 134"/>
              <a:gd name="T18" fmla="*/ 1 w 50"/>
              <a:gd name="T19" fmla="*/ 0 h 134"/>
              <a:gd name="T20" fmla="*/ 49 w 50"/>
              <a:gd name="T21" fmla="*/ 0 h 134"/>
              <a:gd name="T22" fmla="*/ 49 w 50"/>
              <a:gd name="T23" fmla="*/ 7 h 134"/>
              <a:gd name="T24" fmla="*/ 42 w 50"/>
              <a:gd name="T25" fmla="*/ 8 h 134"/>
              <a:gd name="T26" fmla="*/ 34 w 50"/>
              <a:gd name="T27" fmla="*/ 15 h 134"/>
              <a:gd name="T28" fmla="*/ 33 w 50"/>
              <a:gd name="T29" fmla="*/ 23 h 134"/>
              <a:gd name="T30" fmla="*/ 33 w 50"/>
              <a:gd name="T31" fmla="*/ 113 h 134"/>
              <a:gd name="T32" fmla="*/ 46 w 50"/>
              <a:gd name="T33" fmla="*/ 127 h 134"/>
              <a:gd name="T34" fmla="*/ 49 w 50"/>
              <a:gd name="T35" fmla="*/ 127 h 134"/>
              <a:gd name="T36" fmla="*/ 50 w 50"/>
              <a:gd name="T37" fmla="*/ 131 h 134"/>
              <a:gd name="T38" fmla="*/ 49 w 50"/>
              <a:gd name="T39" fmla="*/ 134 h 134"/>
              <a:gd name="T40" fmla="*/ 0 w 50"/>
              <a:gd name="T41" fmla="*/ 134 h 134"/>
            </a:gdLst>
            <a:rect l="0" t="0" r="r" b="b"/>
            <a:pathLst>
              <a:path w="50" h="134">
                <a:moveTo>
                  <a:pt x="0" y="134"/>
                </a:move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9" y="126"/>
                </a:cubicBezTo>
                <a:cubicBezTo>
                  <a:pt x="13" y="125"/>
                  <a:pt x="15" y="124"/>
                  <a:pt x="16" y="119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18"/>
                  <a:pt x="16" y="16"/>
                  <a:pt x="16" y="13"/>
                </a:cubicBezTo>
                <a:cubicBezTo>
                  <a:pt x="15" y="10"/>
                  <a:pt x="13" y="8"/>
                  <a:pt x="9" y="8"/>
                </a:cubicBezTo>
                <a:cubicBezTo>
                  <a:pt x="6" y="7"/>
                  <a:pt x="4" y="7"/>
                  <a:pt x="1" y="7"/>
                </a:cubicBezTo>
                <a:cubicBezTo>
                  <a:pt x="1" y="4"/>
                  <a:pt x="1" y="2"/>
                  <a:pt x="1" y="0"/>
                </a:cubicBezTo>
                <a:cubicBezTo>
                  <a:pt x="17" y="0"/>
                  <a:pt x="33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7" y="7"/>
                  <a:pt x="44" y="7"/>
                  <a:pt x="42" y="8"/>
                </a:cubicBezTo>
                <a:cubicBezTo>
                  <a:pt x="38" y="8"/>
                  <a:pt x="35" y="10"/>
                  <a:pt x="34" y="15"/>
                </a:cubicBezTo>
                <a:cubicBezTo>
                  <a:pt x="34" y="17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6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8"/>
                  <a:pt x="50" y="129"/>
                  <a:pt x="50" y="131"/>
                </a:cubicBezTo>
                <a:cubicBezTo>
                  <a:pt x="50" y="132"/>
                  <a:pt x="49" y="133"/>
                  <a:pt x="49" y="134"/>
                </a:cubicBezTo>
                <a:cubicBezTo>
                  <a:pt x="33" y="134"/>
                  <a:pt x="17" y="134"/>
                  <a:pt x="0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4" name="Freeform 34">
            <a:extLst xmlns:a="http://schemas.openxmlformats.org/drawingml/2006/main">
              <a:ext uri="{FF2B5EF4-FFF2-40B4-BE49-F238E27FC236}">
                <a16:creationId xmlns:a16="http://schemas.microsoft.com/office/drawing/2014/main" id="{209C1B6F-B935-4491-B230-1E031BAB2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237" y="689187"/>
            <a:ext cx="24520" cy="68429"/>
          </a:xfrm>
          <a:custGeom xmlns:a="http://schemas.openxmlformats.org/drawingml/2006/main">
            <a:gdLst>
              <a:gd name="T0" fmla="*/ 0 w 49"/>
              <a:gd name="T1" fmla="*/ 7 h 135"/>
              <a:gd name="T2" fmla="*/ 0 w 49"/>
              <a:gd name="T3" fmla="*/ 0 h 135"/>
              <a:gd name="T4" fmla="*/ 49 w 49"/>
              <a:gd name="T5" fmla="*/ 0 h 135"/>
              <a:gd name="T6" fmla="*/ 49 w 49"/>
              <a:gd name="T7" fmla="*/ 7 h 135"/>
              <a:gd name="T8" fmla="*/ 42 w 49"/>
              <a:gd name="T9" fmla="*/ 8 h 135"/>
              <a:gd name="T10" fmla="*/ 34 w 49"/>
              <a:gd name="T11" fmla="*/ 15 h 135"/>
              <a:gd name="T12" fmla="*/ 33 w 49"/>
              <a:gd name="T13" fmla="*/ 23 h 135"/>
              <a:gd name="T14" fmla="*/ 33 w 49"/>
              <a:gd name="T15" fmla="*/ 113 h 135"/>
              <a:gd name="T16" fmla="*/ 46 w 49"/>
              <a:gd name="T17" fmla="*/ 127 h 135"/>
              <a:gd name="T18" fmla="*/ 49 w 49"/>
              <a:gd name="T19" fmla="*/ 127 h 135"/>
              <a:gd name="T20" fmla="*/ 49 w 49"/>
              <a:gd name="T21" fmla="*/ 134 h 135"/>
              <a:gd name="T22" fmla="*/ 0 w 49"/>
              <a:gd name="T23" fmla="*/ 134 h 135"/>
              <a:gd name="T24" fmla="*/ 0 w 49"/>
              <a:gd name="T25" fmla="*/ 127 h 135"/>
              <a:gd name="T26" fmla="*/ 7 w 49"/>
              <a:gd name="T27" fmla="*/ 126 h 135"/>
              <a:gd name="T28" fmla="*/ 16 w 49"/>
              <a:gd name="T29" fmla="*/ 118 h 135"/>
              <a:gd name="T30" fmla="*/ 16 w 49"/>
              <a:gd name="T31" fmla="*/ 113 h 135"/>
              <a:gd name="T32" fmla="*/ 16 w 49"/>
              <a:gd name="T33" fmla="*/ 20 h 135"/>
              <a:gd name="T34" fmla="*/ 15 w 49"/>
              <a:gd name="T35" fmla="*/ 13 h 135"/>
              <a:gd name="T36" fmla="*/ 9 w 49"/>
              <a:gd name="T37" fmla="*/ 8 h 135"/>
              <a:gd name="T38" fmla="*/ 0 w 49"/>
              <a:gd name="T39" fmla="*/ 7 h 135"/>
            </a:gdLst>
            <a:rect l="0" t="0" r="r" b="b"/>
            <a:pathLst>
              <a:path w="49" h="135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5" y="10"/>
                  <a:pt x="34" y="15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5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45" y="135"/>
                  <a:pt x="9" y="135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5" y="127"/>
                  <a:pt x="7" y="126"/>
                </a:cubicBezTo>
                <a:cubicBezTo>
                  <a:pt x="13" y="126"/>
                  <a:pt x="15" y="124"/>
                  <a:pt x="16" y="118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8"/>
                  <a:pt x="15" y="16"/>
                  <a:pt x="15" y="13"/>
                </a:cubicBezTo>
                <a:cubicBezTo>
                  <a:pt x="14" y="10"/>
                  <a:pt x="12" y="8"/>
                  <a:pt x="9" y="8"/>
                </a:cubicBezTo>
                <a:cubicBezTo>
                  <a:pt x="6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5" name="Freeform 35">
            <a:extLst xmlns:a="http://schemas.openxmlformats.org/drawingml/2006/main">
              <a:ext uri="{FF2B5EF4-FFF2-40B4-BE49-F238E27FC236}">
                <a16:creationId xmlns:a16="http://schemas.microsoft.com/office/drawing/2014/main" id="{3D5B6654-9F7B-423F-9376-ED638BA50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429" y="689187"/>
            <a:ext cx="24520" cy="67859"/>
          </a:xfrm>
          <a:custGeom xmlns:a="http://schemas.openxmlformats.org/drawingml/2006/main">
            <a:gdLst>
              <a:gd name="T0" fmla="*/ 0 w 49"/>
              <a:gd name="T1" fmla="*/ 7 h 134"/>
              <a:gd name="T2" fmla="*/ 0 w 49"/>
              <a:gd name="T3" fmla="*/ 0 h 134"/>
              <a:gd name="T4" fmla="*/ 49 w 49"/>
              <a:gd name="T5" fmla="*/ 0 h 134"/>
              <a:gd name="T6" fmla="*/ 49 w 49"/>
              <a:gd name="T7" fmla="*/ 7 h 134"/>
              <a:gd name="T8" fmla="*/ 42 w 49"/>
              <a:gd name="T9" fmla="*/ 8 h 134"/>
              <a:gd name="T10" fmla="*/ 34 w 49"/>
              <a:gd name="T11" fmla="*/ 15 h 134"/>
              <a:gd name="T12" fmla="*/ 33 w 49"/>
              <a:gd name="T13" fmla="*/ 23 h 134"/>
              <a:gd name="T14" fmla="*/ 33 w 49"/>
              <a:gd name="T15" fmla="*/ 112 h 134"/>
              <a:gd name="T16" fmla="*/ 34 w 49"/>
              <a:gd name="T17" fmla="*/ 120 h 134"/>
              <a:gd name="T18" fmla="*/ 40 w 49"/>
              <a:gd name="T19" fmla="*/ 126 h 134"/>
              <a:gd name="T20" fmla="*/ 49 w 49"/>
              <a:gd name="T21" fmla="*/ 127 h 134"/>
              <a:gd name="T22" fmla="*/ 49 w 49"/>
              <a:gd name="T23" fmla="*/ 134 h 134"/>
              <a:gd name="T24" fmla="*/ 0 w 49"/>
              <a:gd name="T25" fmla="*/ 134 h 134"/>
              <a:gd name="T26" fmla="*/ 0 w 49"/>
              <a:gd name="T27" fmla="*/ 127 h 134"/>
              <a:gd name="T28" fmla="*/ 8 w 49"/>
              <a:gd name="T29" fmla="*/ 126 h 134"/>
              <a:gd name="T30" fmla="*/ 15 w 49"/>
              <a:gd name="T31" fmla="*/ 119 h 134"/>
              <a:gd name="T32" fmla="*/ 16 w 49"/>
              <a:gd name="T33" fmla="*/ 110 h 134"/>
              <a:gd name="T34" fmla="*/ 16 w 49"/>
              <a:gd name="T35" fmla="*/ 25 h 134"/>
              <a:gd name="T36" fmla="*/ 15 w 49"/>
              <a:gd name="T37" fmla="*/ 15 h 134"/>
              <a:gd name="T38" fmla="*/ 8 w 49"/>
              <a:gd name="T39" fmla="*/ 8 h 134"/>
              <a:gd name="T40" fmla="*/ 0 w 49"/>
              <a:gd name="T41" fmla="*/ 7 h 134"/>
            </a:gdLst>
            <a:rect l="0" t="0" r="r" b="b"/>
            <a:pathLst>
              <a:path w="49" h="134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4" y="10"/>
                  <a:pt x="34" y="15"/>
                </a:cubicBezTo>
                <a:cubicBezTo>
                  <a:pt x="33" y="18"/>
                  <a:pt x="33" y="21"/>
                  <a:pt x="33" y="23"/>
                </a:cubicBezTo>
                <a:cubicBezTo>
                  <a:pt x="33" y="53"/>
                  <a:pt x="33" y="83"/>
                  <a:pt x="33" y="112"/>
                </a:cubicBezTo>
                <a:cubicBezTo>
                  <a:pt x="33" y="115"/>
                  <a:pt x="33" y="118"/>
                  <a:pt x="34" y="120"/>
                </a:cubicBezTo>
                <a:cubicBezTo>
                  <a:pt x="34" y="124"/>
                  <a:pt x="36" y="126"/>
                  <a:pt x="40" y="126"/>
                </a:cubicBezTo>
                <a:cubicBezTo>
                  <a:pt x="43" y="126"/>
                  <a:pt x="45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33" y="134"/>
                  <a:pt x="1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8" y="126"/>
                </a:cubicBezTo>
                <a:cubicBezTo>
                  <a:pt x="13" y="125"/>
                  <a:pt x="15" y="123"/>
                  <a:pt x="15" y="119"/>
                </a:cubicBezTo>
                <a:cubicBezTo>
                  <a:pt x="16" y="116"/>
                  <a:pt x="16" y="113"/>
                  <a:pt x="16" y="110"/>
                </a:cubicBezTo>
                <a:cubicBezTo>
                  <a:pt x="16" y="81"/>
                  <a:pt x="16" y="53"/>
                  <a:pt x="16" y="25"/>
                </a:cubicBezTo>
                <a:cubicBezTo>
                  <a:pt x="16" y="21"/>
                  <a:pt x="16" y="18"/>
                  <a:pt x="15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8" name="Freeform 9">
            <a:extLst xmlns:a="http://schemas.openxmlformats.org/drawingml/2006/main">
              <a:ext uri="{FF2B5EF4-FFF2-40B4-BE49-F238E27FC236}">
                <a16:creationId xmlns:a16="http://schemas.microsoft.com/office/drawing/2014/main" id="{53F7A683-6EB2-402E-B32A-9B81E6A9F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4981" y="365289"/>
            <a:ext cx="164800" cy="184188"/>
          </a:xfrm>
          <a:custGeom xmlns:a="http://schemas.openxmlformats.org/drawingml/2006/main">
            <a:gdLst>
              <a:gd name="T0" fmla="*/ 324 w 325"/>
              <a:gd name="T1" fmla="*/ 106 h 363"/>
              <a:gd name="T2" fmla="*/ 283 w 325"/>
              <a:gd name="T3" fmla="*/ 179 h 363"/>
              <a:gd name="T4" fmla="*/ 247 w 325"/>
              <a:gd name="T5" fmla="*/ 214 h 363"/>
              <a:gd name="T6" fmla="*/ 241 w 325"/>
              <a:gd name="T7" fmla="*/ 228 h 363"/>
              <a:gd name="T8" fmla="*/ 271 w 325"/>
              <a:gd name="T9" fmla="*/ 230 h 363"/>
              <a:gd name="T10" fmla="*/ 282 w 325"/>
              <a:gd name="T11" fmla="*/ 240 h 363"/>
              <a:gd name="T12" fmla="*/ 269 w 325"/>
              <a:gd name="T13" fmla="*/ 277 h 363"/>
              <a:gd name="T14" fmla="*/ 223 w 325"/>
              <a:gd name="T15" fmla="*/ 316 h 363"/>
              <a:gd name="T16" fmla="*/ 176 w 325"/>
              <a:gd name="T17" fmla="*/ 340 h 363"/>
              <a:gd name="T18" fmla="*/ 160 w 325"/>
              <a:gd name="T19" fmla="*/ 339 h 363"/>
              <a:gd name="T20" fmla="*/ 165 w 325"/>
              <a:gd name="T21" fmla="*/ 329 h 363"/>
              <a:gd name="T22" fmla="*/ 195 w 325"/>
              <a:gd name="T23" fmla="*/ 302 h 363"/>
              <a:gd name="T24" fmla="*/ 214 w 325"/>
              <a:gd name="T25" fmla="*/ 282 h 363"/>
              <a:gd name="T26" fmla="*/ 223 w 325"/>
              <a:gd name="T27" fmla="*/ 265 h 363"/>
              <a:gd name="T28" fmla="*/ 220 w 325"/>
              <a:gd name="T29" fmla="*/ 257 h 363"/>
              <a:gd name="T30" fmla="*/ 179 w 325"/>
              <a:gd name="T31" fmla="*/ 289 h 363"/>
              <a:gd name="T32" fmla="*/ 106 w 325"/>
              <a:gd name="T33" fmla="*/ 335 h 363"/>
              <a:gd name="T34" fmla="*/ 20 w 325"/>
              <a:gd name="T35" fmla="*/ 363 h 363"/>
              <a:gd name="T36" fmla="*/ 4 w 325"/>
              <a:gd name="T37" fmla="*/ 360 h 363"/>
              <a:gd name="T38" fmla="*/ 78 w 325"/>
              <a:gd name="T39" fmla="*/ 306 h 363"/>
              <a:gd name="T40" fmla="*/ 102 w 325"/>
              <a:gd name="T41" fmla="*/ 295 h 363"/>
              <a:gd name="T42" fmla="*/ 208 w 325"/>
              <a:gd name="T43" fmla="*/ 238 h 363"/>
              <a:gd name="T44" fmla="*/ 207 w 325"/>
              <a:gd name="T45" fmla="*/ 232 h 363"/>
              <a:gd name="T46" fmla="*/ 171 w 325"/>
              <a:gd name="T47" fmla="*/ 243 h 363"/>
              <a:gd name="T48" fmla="*/ 163 w 325"/>
              <a:gd name="T49" fmla="*/ 239 h 363"/>
              <a:gd name="T50" fmla="*/ 170 w 325"/>
              <a:gd name="T51" fmla="*/ 226 h 363"/>
              <a:gd name="T52" fmla="*/ 154 w 325"/>
              <a:gd name="T53" fmla="*/ 206 h 363"/>
              <a:gd name="T54" fmla="*/ 122 w 325"/>
              <a:gd name="T55" fmla="*/ 224 h 363"/>
              <a:gd name="T56" fmla="*/ 99 w 325"/>
              <a:gd name="T57" fmla="*/ 236 h 363"/>
              <a:gd name="T58" fmla="*/ 100 w 325"/>
              <a:gd name="T59" fmla="*/ 222 h 363"/>
              <a:gd name="T60" fmla="*/ 116 w 325"/>
              <a:gd name="T61" fmla="*/ 204 h 363"/>
              <a:gd name="T62" fmla="*/ 118 w 325"/>
              <a:gd name="T63" fmla="*/ 183 h 363"/>
              <a:gd name="T64" fmla="*/ 116 w 325"/>
              <a:gd name="T65" fmla="*/ 174 h 363"/>
              <a:gd name="T66" fmla="*/ 143 w 325"/>
              <a:gd name="T67" fmla="*/ 167 h 363"/>
              <a:gd name="T68" fmla="*/ 158 w 325"/>
              <a:gd name="T69" fmla="*/ 145 h 363"/>
              <a:gd name="T70" fmla="*/ 147 w 325"/>
              <a:gd name="T71" fmla="*/ 144 h 363"/>
              <a:gd name="T72" fmla="*/ 132 w 325"/>
              <a:gd name="T73" fmla="*/ 141 h 363"/>
              <a:gd name="T74" fmla="*/ 141 w 325"/>
              <a:gd name="T75" fmla="*/ 129 h 363"/>
              <a:gd name="T76" fmla="*/ 140 w 325"/>
              <a:gd name="T77" fmla="*/ 115 h 363"/>
              <a:gd name="T78" fmla="*/ 112 w 325"/>
              <a:gd name="T79" fmla="*/ 96 h 363"/>
              <a:gd name="T80" fmla="*/ 127 w 325"/>
              <a:gd name="T81" fmla="*/ 92 h 363"/>
              <a:gd name="T82" fmla="*/ 167 w 325"/>
              <a:gd name="T83" fmla="*/ 81 h 363"/>
              <a:gd name="T84" fmla="*/ 203 w 325"/>
              <a:gd name="T85" fmla="*/ 36 h 363"/>
              <a:gd name="T86" fmla="*/ 204 w 325"/>
              <a:gd name="T87" fmla="*/ 10 h 363"/>
              <a:gd name="T88" fmla="*/ 216 w 325"/>
              <a:gd name="T89" fmla="*/ 3 h 363"/>
              <a:gd name="T90" fmla="*/ 224 w 325"/>
              <a:gd name="T91" fmla="*/ 56 h 363"/>
              <a:gd name="T92" fmla="*/ 205 w 325"/>
              <a:gd name="T93" fmla="*/ 91 h 363"/>
              <a:gd name="T94" fmla="*/ 208 w 325"/>
              <a:gd name="T95" fmla="*/ 105 h 363"/>
              <a:gd name="T96" fmla="*/ 267 w 325"/>
              <a:gd name="T97" fmla="*/ 87 h 363"/>
              <a:gd name="T98" fmla="*/ 297 w 325"/>
              <a:gd name="T99" fmla="*/ 85 h 363"/>
              <a:gd name="T100" fmla="*/ 309 w 325"/>
              <a:gd name="T101" fmla="*/ 86 h 363"/>
              <a:gd name="T102" fmla="*/ 325 w 325"/>
              <a:gd name="T103" fmla="*/ 104 h 363"/>
              <a:gd name="T104" fmla="*/ 198 w 325"/>
              <a:gd name="T105" fmla="*/ 126 h 363"/>
              <a:gd name="T106" fmla="*/ 164 w 325"/>
              <a:gd name="T107" fmla="*/ 175 h 363"/>
              <a:gd name="T108" fmla="*/ 181 w 325"/>
              <a:gd name="T109" fmla="*/ 191 h 363"/>
              <a:gd name="T110" fmla="*/ 186 w 325"/>
              <a:gd name="T111" fmla="*/ 173 h 363"/>
              <a:gd name="T112" fmla="*/ 199 w 325"/>
              <a:gd name="T113" fmla="*/ 170 h 363"/>
              <a:gd name="T114" fmla="*/ 206 w 325"/>
              <a:gd name="T115" fmla="*/ 204 h 363"/>
              <a:gd name="T116" fmla="*/ 217 w 325"/>
              <a:gd name="T117" fmla="*/ 206 h 363"/>
              <a:gd name="T118" fmla="*/ 229 w 325"/>
              <a:gd name="T119" fmla="*/ 188 h 363"/>
              <a:gd name="T120" fmla="*/ 261 w 325"/>
              <a:gd name="T121" fmla="*/ 141 h 363"/>
              <a:gd name="T122" fmla="*/ 250 w 325"/>
              <a:gd name="T123" fmla="*/ 134 h 363"/>
              <a:gd name="T124" fmla="*/ 206 w 325"/>
              <a:gd name="T125" fmla="*/ 122 h 363"/>
            </a:gdLst>
            <a:rect l="0" t="0" r="r" b="b"/>
            <a:pathLst>
              <a:path w="325" h="363">
                <a:moveTo>
                  <a:pt x="325" y="104"/>
                </a:moveTo>
                <a:cubicBezTo>
                  <a:pt x="325" y="104"/>
                  <a:pt x="324" y="105"/>
                  <a:pt x="324" y="106"/>
                </a:cubicBezTo>
                <a:cubicBezTo>
                  <a:pt x="323" y="108"/>
                  <a:pt x="323" y="111"/>
                  <a:pt x="322" y="114"/>
                </a:cubicBezTo>
                <a:cubicBezTo>
                  <a:pt x="312" y="138"/>
                  <a:pt x="300" y="160"/>
                  <a:pt x="283" y="179"/>
                </a:cubicBezTo>
                <a:cubicBezTo>
                  <a:pt x="275" y="188"/>
                  <a:pt x="267" y="197"/>
                  <a:pt x="259" y="205"/>
                </a:cubicBezTo>
                <a:cubicBezTo>
                  <a:pt x="255" y="209"/>
                  <a:pt x="251" y="211"/>
                  <a:pt x="247" y="214"/>
                </a:cubicBezTo>
                <a:cubicBezTo>
                  <a:pt x="244" y="217"/>
                  <a:pt x="241" y="219"/>
                  <a:pt x="239" y="223"/>
                </a:cubicBezTo>
                <a:cubicBezTo>
                  <a:pt x="237" y="226"/>
                  <a:pt x="238" y="227"/>
                  <a:pt x="241" y="228"/>
                </a:cubicBezTo>
                <a:cubicBezTo>
                  <a:pt x="243" y="228"/>
                  <a:pt x="245" y="228"/>
                  <a:pt x="246" y="228"/>
                </a:cubicBezTo>
                <a:cubicBezTo>
                  <a:pt x="255" y="229"/>
                  <a:pt x="263" y="230"/>
                  <a:pt x="271" y="230"/>
                </a:cubicBezTo>
                <a:cubicBezTo>
                  <a:pt x="272" y="230"/>
                  <a:pt x="274" y="231"/>
                  <a:pt x="275" y="231"/>
                </a:cubicBezTo>
                <a:cubicBezTo>
                  <a:pt x="280" y="233"/>
                  <a:pt x="282" y="235"/>
                  <a:pt x="282" y="240"/>
                </a:cubicBezTo>
                <a:cubicBezTo>
                  <a:pt x="283" y="247"/>
                  <a:pt x="282" y="253"/>
                  <a:pt x="279" y="259"/>
                </a:cubicBezTo>
                <a:cubicBezTo>
                  <a:pt x="277" y="265"/>
                  <a:pt x="273" y="271"/>
                  <a:pt x="269" y="277"/>
                </a:cubicBezTo>
                <a:cubicBezTo>
                  <a:pt x="260" y="289"/>
                  <a:pt x="248" y="298"/>
                  <a:pt x="237" y="307"/>
                </a:cubicBezTo>
                <a:cubicBezTo>
                  <a:pt x="233" y="311"/>
                  <a:pt x="228" y="314"/>
                  <a:pt x="223" y="316"/>
                </a:cubicBezTo>
                <a:cubicBezTo>
                  <a:pt x="213" y="321"/>
                  <a:pt x="203" y="327"/>
                  <a:pt x="193" y="332"/>
                </a:cubicBezTo>
                <a:cubicBezTo>
                  <a:pt x="187" y="334"/>
                  <a:pt x="182" y="337"/>
                  <a:pt x="176" y="340"/>
                </a:cubicBezTo>
                <a:cubicBezTo>
                  <a:pt x="173" y="341"/>
                  <a:pt x="169" y="341"/>
                  <a:pt x="166" y="342"/>
                </a:cubicBezTo>
                <a:cubicBezTo>
                  <a:pt x="164" y="342"/>
                  <a:pt x="161" y="341"/>
                  <a:pt x="160" y="339"/>
                </a:cubicBezTo>
                <a:cubicBezTo>
                  <a:pt x="159" y="337"/>
                  <a:pt x="160" y="335"/>
                  <a:pt x="162" y="333"/>
                </a:cubicBezTo>
                <a:cubicBezTo>
                  <a:pt x="163" y="332"/>
                  <a:pt x="164" y="330"/>
                  <a:pt x="165" y="329"/>
                </a:cubicBezTo>
                <a:cubicBezTo>
                  <a:pt x="173" y="323"/>
                  <a:pt x="181" y="316"/>
                  <a:pt x="189" y="310"/>
                </a:cubicBezTo>
                <a:cubicBezTo>
                  <a:pt x="192" y="307"/>
                  <a:pt x="194" y="305"/>
                  <a:pt x="195" y="302"/>
                </a:cubicBezTo>
                <a:cubicBezTo>
                  <a:pt x="196" y="300"/>
                  <a:pt x="198" y="297"/>
                  <a:pt x="200" y="295"/>
                </a:cubicBezTo>
                <a:cubicBezTo>
                  <a:pt x="205" y="291"/>
                  <a:pt x="210" y="287"/>
                  <a:pt x="214" y="282"/>
                </a:cubicBezTo>
                <a:cubicBezTo>
                  <a:pt x="217" y="280"/>
                  <a:pt x="218" y="278"/>
                  <a:pt x="219" y="275"/>
                </a:cubicBezTo>
                <a:cubicBezTo>
                  <a:pt x="219" y="271"/>
                  <a:pt x="221" y="268"/>
                  <a:pt x="223" y="265"/>
                </a:cubicBezTo>
                <a:cubicBezTo>
                  <a:pt x="225" y="263"/>
                  <a:pt x="227" y="261"/>
                  <a:pt x="229" y="259"/>
                </a:cubicBezTo>
                <a:cubicBezTo>
                  <a:pt x="227" y="256"/>
                  <a:pt x="224" y="256"/>
                  <a:pt x="220" y="257"/>
                </a:cubicBezTo>
                <a:cubicBezTo>
                  <a:pt x="212" y="260"/>
                  <a:pt x="205" y="264"/>
                  <a:pt x="199" y="270"/>
                </a:cubicBezTo>
                <a:cubicBezTo>
                  <a:pt x="192" y="276"/>
                  <a:pt x="186" y="282"/>
                  <a:pt x="179" y="289"/>
                </a:cubicBezTo>
                <a:cubicBezTo>
                  <a:pt x="169" y="299"/>
                  <a:pt x="157" y="307"/>
                  <a:pt x="144" y="314"/>
                </a:cubicBezTo>
                <a:cubicBezTo>
                  <a:pt x="131" y="320"/>
                  <a:pt x="119" y="328"/>
                  <a:pt x="106" y="335"/>
                </a:cubicBezTo>
                <a:cubicBezTo>
                  <a:pt x="89" y="344"/>
                  <a:pt x="72" y="352"/>
                  <a:pt x="53" y="357"/>
                </a:cubicBezTo>
                <a:cubicBezTo>
                  <a:pt x="43" y="361"/>
                  <a:pt x="32" y="363"/>
                  <a:pt x="20" y="363"/>
                </a:cubicBezTo>
                <a:cubicBezTo>
                  <a:pt x="16" y="362"/>
                  <a:pt x="12" y="361"/>
                  <a:pt x="7" y="361"/>
                </a:cubicBezTo>
                <a:cubicBezTo>
                  <a:pt x="6" y="361"/>
                  <a:pt x="5" y="360"/>
                  <a:pt x="4" y="360"/>
                </a:cubicBezTo>
                <a:cubicBezTo>
                  <a:pt x="0" y="358"/>
                  <a:pt x="0" y="355"/>
                  <a:pt x="4" y="352"/>
                </a:cubicBezTo>
                <a:cubicBezTo>
                  <a:pt x="28" y="337"/>
                  <a:pt x="53" y="321"/>
                  <a:pt x="78" y="306"/>
                </a:cubicBezTo>
                <a:cubicBezTo>
                  <a:pt x="84" y="302"/>
                  <a:pt x="91" y="298"/>
                  <a:pt x="98" y="297"/>
                </a:cubicBezTo>
                <a:cubicBezTo>
                  <a:pt x="100" y="296"/>
                  <a:pt x="101" y="295"/>
                  <a:pt x="102" y="295"/>
                </a:cubicBezTo>
                <a:cubicBezTo>
                  <a:pt x="135" y="275"/>
                  <a:pt x="169" y="257"/>
                  <a:pt x="204" y="241"/>
                </a:cubicBezTo>
                <a:cubicBezTo>
                  <a:pt x="205" y="240"/>
                  <a:pt x="207" y="239"/>
                  <a:pt x="208" y="238"/>
                </a:cubicBezTo>
                <a:cubicBezTo>
                  <a:pt x="209" y="237"/>
                  <a:pt x="210" y="235"/>
                  <a:pt x="210" y="234"/>
                </a:cubicBezTo>
                <a:cubicBezTo>
                  <a:pt x="210" y="233"/>
                  <a:pt x="208" y="232"/>
                  <a:pt x="207" y="232"/>
                </a:cubicBezTo>
                <a:cubicBezTo>
                  <a:pt x="201" y="231"/>
                  <a:pt x="196" y="233"/>
                  <a:pt x="190" y="235"/>
                </a:cubicBezTo>
                <a:cubicBezTo>
                  <a:pt x="184" y="238"/>
                  <a:pt x="178" y="240"/>
                  <a:pt x="171" y="243"/>
                </a:cubicBezTo>
                <a:cubicBezTo>
                  <a:pt x="170" y="243"/>
                  <a:pt x="169" y="244"/>
                  <a:pt x="168" y="244"/>
                </a:cubicBezTo>
                <a:cubicBezTo>
                  <a:pt x="164" y="244"/>
                  <a:pt x="163" y="244"/>
                  <a:pt x="163" y="239"/>
                </a:cubicBezTo>
                <a:cubicBezTo>
                  <a:pt x="163" y="236"/>
                  <a:pt x="164" y="233"/>
                  <a:pt x="166" y="231"/>
                </a:cubicBezTo>
                <a:cubicBezTo>
                  <a:pt x="167" y="229"/>
                  <a:pt x="169" y="228"/>
                  <a:pt x="170" y="226"/>
                </a:cubicBezTo>
                <a:cubicBezTo>
                  <a:pt x="172" y="222"/>
                  <a:pt x="172" y="218"/>
                  <a:pt x="168" y="215"/>
                </a:cubicBezTo>
                <a:cubicBezTo>
                  <a:pt x="164" y="212"/>
                  <a:pt x="159" y="209"/>
                  <a:pt x="154" y="206"/>
                </a:cubicBezTo>
                <a:cubicBezTo>
                  <a:pt x="148" y="203"/>
                  <a:pt x="143" y="205"/>
                  <a:pt x="138" y="210"/>
                </a:cubicBezTo>
                <a:cubicBezTo>
                  <a:pt x="133" y="215"/>
                  <a:pt x="128" y="219"/>
                  <a:pt x="122" y="224"/>
                </a:cubicBezTo>
                <a:cubicBezTo>
                  <a:pt x="118" y="228"/>
                  <a:pt x="112" y="231"/>
                  <a:pt x="107" y="235"/>
                </a:cubicBezTo>
                <a:cubicBezTo>
                  <a:pt x="105" y="236"/>
                  <a:pt x="102" y="238"/>
                  <a:pt x="99" y="236"/>
                </a:cubicBezTo>
                <a:cubicBezTo>
                  <a:pt x="97" y="234"/>
                  <a:pt x="97" y="231"/>
                  <a:pt x="98" y="229"/>
                </a:cubicBezTo>
                <a:cubicBezTo>
                  <a:pt x="98" y="226"/>
                  <a:pt x="99" y="224"/>
                  <a:pt x="100" y="222"/>
                </a:cubicBezTo>
                <a:cubicBezTo>
                  <a:pt x="102" y="219"/>
                  <a:pt x="105" y="217"/>
                  <a:pt x="107" y="214"/>
                </a:cubicBezTo>
                <a:cubicBezTo>
                  <a:pt x="110" y="211"/>
                  <a:pt x="113" y="208"/>
                  <a:pt x="116" y="204"/>
                </a:cubicBezTo>
                <a:cubicBezTo>
                  <a:pt x="118" y="202"/>
                  <a:pt x="119" y="198"/>
                  <a:pt x="120" y="195"/>
                </a:cubicBezTo>
                <a:cubicBezTo>
                  <a:pt x="122" y="191"/>
                  <a:pt x="122" y="187"/>
                  <a:pt x="118" y="183"/>
                </a:cubicBezTo>
                <a:cubicBezTo>
                  <a:pt x="116" y="182"/>
                  <a:pt x="115" y="181"/>
                  <a:pt x="115" y="179"/>
                </a:cubicBezTo>
                <a:cubicBezTo>
                  <a:pt x="113" y="177"/>
                  <a:pt x="113" y="175"/>
                  <a:pt x="116" y="174"/>
                </a:cubicBezTo>
                <a:cubicBezTo>
                  <a:pt x="123" y="173"/>
                  <a:pt x="130" y="171"/>
                  <a:pt x="137" y="170"/>
                </a:cubicBezTo>
                <a:cubicBezTo>
                  <a:pt x="140" y="170"/>
                  <a:pt x="141" y="169"/>
                  <a:pt x="143" y="167"/>
                </a:cubicBezTo>
                <a:cubicBezTo>
                  <a:pt x="146" y="163"/>
                  <a:pt x="150" y="159"/>
                  <a:pt x="153" y="155"/>
                </a:cubicBezTo>
                <a:cubicBezTo>
                  <a:pt x="155" y="152"/>
                  <a:pt x="157" y="149"/>
                  <a:pt x="158" y="145"/>
                </a:cubicBezTo>
                <a:cubicBezTo>
                  <a:pt x="159" y="141"/>
                  <a:pt x="157" y="140"/>
                  <a:pt x="154" y="141"/>
                </a:cubicBezTo>
                <a:cubicBezTo>
                  <a:pt x="151" y="141"/>
                  <a:pt x="149" y="142"/>
                  <a:pt x="147" y="144"/>
                </a:cubicBezTo>
                <a:cubicBezTo>
                  <a:pt x="144" y="146"/>
                  <a:pt x="140" y="146"/>
                  <a:pt x="137" y="145"/>
                </a:cubicBezTo>
                <a:cubicBezTo>
                  <a:pt x="134" y="145"/>
                  <a:pt x="133" y="144"/>
                  <a:pt x="132" y="141"/>
                </a:cubicBezTo>
                <a:cubicBezTo>
                  <a:pt x="132" y="139"/>
                  <a:pt x="132" y="137"/>
                  <a:pt x="134" y="135"/>
                </a:cubicBezTo>
                <a:cubicBezTo>
                  <a:pt x="137" y="133"/>
                  <a:pt x="139" y="131"/>
                  <a:pt x="141" y="129"/>
                </a:cubicBezTo>
                <a:cubicBezTo>
                  <a:pt x="143" y="126"/>
                  <a:pt x="144" y="123"/>
                  <a:pt x="144" y="119"/>
                </a:cubicBezTo>
                <a:cubicBezTo>
                  <a:pt x="144" y="116"/>
                  <a:pt x="143" y="115"/>
                  <a:pt x="140" y="115"/>
                </a:cubicBezTo>
                <a:cubicBezTo>
                  <a:pt x="136" y="115"/>
                  <a:pt x="132" y="115"/>
                  <a:pt x="129" y="114"/>
                </a:cubicBezTo>
                <a:cubicBezTo>
                  <a:pt x="119" y="112"/>
                  <a:pt x="114" y="106"/>
                  <a:pt x="112" y="96"/>
                </a:cubicBezTo>
                <a:cubicBezTo>
                  <a:pt x="112" y="91"/>
                  <a:pt x="113" y="90"/>
                  <a:pt x="118" y="91"/>
                </a:cubicBezTo>
                <a:cubicBezTo>
                  <a:pt x="121" y="91"/>
                  <a:pt x="124" y="91"/>
                  <a:pt x="127" y="92"/>
                </a:cubicBezTo>
                <a:cubicBezTo>
                  <a:pt x="137" y="93"/>
                  <a:pt x="146" y="92"/>
                  <a:pt x="155" y="86"/>
                </a:cubicBezTo>
                <a:cubicBezTo>
                  <a:pt x="158" y="83"/>
                  <a:pt x="163" y="82"/>
                  <a:pt x="167" y="81"/>
                </a:cubicBezTo>
                <a:cubicBezTo>
                  <a:pt x="174" y="79"/>
                  <a:pt x="180" y="76"/>
                  <a:pt x="184" y="70"/>
                </a:cubicBezTo>
                <a:cubicBezTo>
                  <a:pt x="193" y="60"/>
                  <a:pt x="200" y="49"/>
                  <a:pt x="203" y="36"/>
                </a:cubicBezTo>
                <a:cubicBezTo>
                  <a:pt x="204" y="30"/>
                  <a:pt x="205" y="23"/>
                  <a:pt x="205" y="17"/>
                </a:cubicBezTo>
                <a:cubicBezTo>
                  <a:pt x="204" y="15"/>
                  <a:pt x="204" y="13"/>
                  <a:pt x="204" y="10"/>
                </a:cubicBezTo>
                <a:cubicBezTo>
                  <a:pt x="204" y="7"/>
                  <a:pt x="204" y="4"/>
                  <a:pt x="207" y="2"/>
                </a:cubicBezTo>
                <a:cubicBezTo>
                  <a:pt x="211" y="0"/>
                  <a:pt x="213" y="2"/>
                  <a:pt x="216" y="3"/>
                </a:cubicBezTo>
                <a:cubicBezTo>
                  <a:pt x="230" y="11"/>
                  <a:pt x="236" y="28"/>
                  <a:pt x="230" y="43"/>
                </a:cubicBezTo>
                <a:cubicBezTo>
                  <a:pt x="229" y="48"/>
                  <a:pt x="226" y="52"/>
                  <a:pt x="224" y="56"/>
                </a:cubicBezTo>
                <a:cubicBezTo>
                  <a:pt x="219" y="64"/>
                  <a:pt x="214" y="72"/>
                  <a:pt x="209" y="80"/>
                </a:cubicBezTo>
                <a:cubicBezTo>
                  <a:pt x="207" y="83"/>
                  <a:pt x="206" y="87"/>
                  <a:pt x="205" y="91"/>
                </a:cubicBezTo>
                <a:cubicBezTo>
                  <a:pt x="204" y="93"/>
                  <a:pt x="203" y="95"/>
                  <a:pt x="203" y="98"/>
                </a:cubicBezTo>
                <a:cubicBezTo>
                  <a:pt x="203" y="102"/>
                  <a:pt x="205" y="104"/>
                  <a:pt x="208" y="105"/>
                </a:cubicBezTo>
                <a:cubicBezTo>
                  <a:pt x="213" y="106"/>
                  <a:pt x="217" y="105"/>
                  <a:pt x="221" y="104"/>
                </a:cubicBezTo>
                <a:cubicBezTo>
                  <a:pt x="236" y="97"/>
                  <a:pt x="251" y="91"/>
                  <a:pt x="267" y="87"/>
                </a:cubicBezTo>
                <a:cubicBezTo>
                  <a:pt x="274" y="85"/>
                  <a:pt x="280" y="84"/>
                  <a:pt x="287" y="82"/>
                </a:cubicBezTo>
                <a:cubicBezTo>
                  <a:pt x="290" y="82"/>
                  <a:pt x="294" y="82"/>
                  <a:pt x="297" y="85"/>
                </a:cubicBezTo>
                <a:cubicBezTo>
                  <a:pt x="299" y="86"/>
                  <a:pt x="301" y="86"/>
                  <a:pt x="304" y="86"/>
                </a:cubicBezTo>
                <a:cubicBezTo>
                  <a:pt x="305" y="87"/>
                  <a:pt x="307" y="86"/>
                  <a:pt x="309" y="86"/>
                </a:cubicBezTo>
                <a:cubicBezTo>
                  <a:pt x="317" y="86"/>
                  <a:pt x="323" y="89"/>
                  <a:pt x="325" y="97"/>
                </a:cubicBezTo>
                <a:cubicBezTo>
                  <a:pt x="325" y="99"/>
                  <a:pt x="325" y="101"/>
                  <a:pt x="325" y="104"/>
                </a:cubicBezTo>
                <a:close/>
                <a:moveTo>
                  <a:pt x="206" y="122"/>
                </a:moveTo>
                <a:cubicBezTo>
                  <a:pt x="203" y="122"/>
                  <a:pt x="200" y="123"/>
                  <a:pt x="198" y="126"/>
                </a:cubicBezTo>
                <a:cubicBezTo>
                  <a:pt x="189" y="138"/>
                  <a:pt x="179" y="150"/>
                  <a:pt x="169" y="162"/>
                </a:cubicBezTo>
                <a:cubicBezTo>
                  <a:pt x="166" y="166"/>
                  <a:pt x="164" y="170"/>
                  <a:pt x="164" y="175"/>
                </a:cubicBezTo>
                <a:cubicBezTo>
                  <a:pt x="162" y="184"/>
                  <a:pt x="165" y="188"/>
                  <a:pt x="173" y="193"/>
                </a:cubicBezTo>
                <a:cubicBezTo>
                  <a:pt x="176" y="195"/>
                  <a:pt x="179" y="194"/>
                  <a:pt x="181" y="191"/>
                </a:cubicBezTo>
                <a:cubicBezTo>
                  <a:pt x="183" y="188"/>
                  <a:pt x="183" y="186"/>
                  <a:pt x="184" y="183"/>
                </a:cubicBezTo>
                <a:cubicBezTo>
                  <a:pt x="185" y="180"/>
                  <a:pt x="185" y="176"/>
                  <a:pt x="186" y="173"/>
                </a:cubicBezTo>
                <a:cubicBezTo>
                  <a:pt x="187" y="171"/>
                  <a:pt x="188" y="168"/>
                  <a:pt x="190" y="167"/>
                </a:cubicBezTo>
                <a:cubicBezTo>
                  <a:pt x="194" y="164"/>
                  <a:pt x="197" y="165"/>
                  <a:pt x="199" y="170"/>
                </a:cubicBezTo>
                <a:cubicBezTo>
                  <a:pt x="199" y="171"/>
                  <a:pt x="199" y="171"/>
                  <a:pt x="199" y="172"/>
                </a:cubicBezTo>
                <a:cubicBezTo>
                  <a:pt x="202" y="183"/>
                  <a:pt x="205" y="193"/>
                  <a:pt x="206" y="204"/>
                </a:cubicBezTo>
                <a:cubicBezTo>
                  <a:pt x="206" y="206"/>
                  <a:pt x="207" y="209"/>
                  <a:pt x="210" y="210"/>
                </a:cubicBezTo>
                <a:cubicBezTo>
                  <a:pt x="214" y="210"/>
                  <a:pt x="215" y="208"/>
                  <a:pt x="217" y="206"/>
                </a:cubicBezTo>
                <a:cubicBezTo>
                  <a:pt x="217" y="205"/>
                  <a:pt x="217" y="205"/>
                  <a:pt x="218" y="204"/>
                </a:cubicBezTo>
                <a:cubicBezTo>
                  <a:pt x="221" y="199"/>
                  <a:pt x="225" y="193"/>
                  <a:pt x="229" y="188"/>
                </a:cubicBezTo>
                <a:cubicBezTo>
                  <a:pt x="237" y="177"/>
                  <a:pt x="246" y="167"/>
                  <a:pt x="255" y="157"/>
                </a:cubicBezTo>
                <a:cubicBezTo>
                  <a:pt x="259" y="152"/>
                  <a:pt x="261" y="147"/>
                  <a:pt x="261" y="141"/>
                </a:cubicBezTo>
                <a:cubicBezTo>
                  <a:pt x="261" y="137"/>
                  <a:pt x="259" y="135"/>
                  <a:pt x="255" y="134"/>
                </a:cubicBezTo>
                <a:cubicBezTo>
                  <a:pt x="253" y="134"/>
                  <a:pt x="251" y="134"/>
                  <a:pt x="250" y="134"/>
                </a:cubicBezTo>
                <a:cubicBezTo>
                  <a:pt x="240" y="131"/>
                  <a:pt x="231" y="129"/>
                  <a:pt x="221" y="126"/>
                </a:cubicBezTo>
                <a:cubicBezTo>
                  <a:pt x="216" y="125"/>
                  <a:pt x="211" y="123"/>
                  <a:pt x="206" y="1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9" name="Freeform 10">
            <a:extLst xmlns:a="http://schemas.openxmlformats.org/drawingml/2006/main">
              <a:ext uri="{FF2B5EF4-FFF2-40B4-BE49-F238E27FC236}">
                <a16:creationId xmlns:a16="http://schemas.microsoft.com/office/drawing/2014/main" id="{8DC73598-D171-402C-BB4E-6F23E38D3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8190" y="398363"/>
            <a:ext cx="193882" cy="208139"/>
          </a:xfrm>
          <a:custGeom xmlns:a="http://schemas.openxmlformats.org/drawingml/2006/main">
            <a:gdLst>
              <a:gd name="T0" fmla="*/ 83 w 383"/>
              <a:gd name="T1" fmla="*/ 410 h 411"/>
              <a:gd name="T2" fmla="*/ 111 w 383"/>
              <a:gd name="T3" fmla="*/ 380 h 411"/>
              <a:gd name="T4" fmla="*/ 136 w 383"/>
              <a:gd name="T5" fmla="*/ 371 h 411"/>
              <a:gd name="T6" fmla="*/ 198 w 383"/>
              <a:gd name="T7" fmla="*/ 294 h 411"/>
              <a:gd name="T8" fmla="*/ 201 w 383"/>
              <a:gd name="T9" fmla="*/ 280 h 411"/>
              <a:gd name="T10" fmla="*/ 197 w 383"/>
              <a:gd name="T11" fmla="*/ 274 h 411"/>
              <a:gd name="T12" fmla="*/ 166 w 383"/>
              <a:gd name="T13" fmla="*/ 283 h 411"/>
              <a:gd name="T14" fmla="*/ 144 w 383"/>
              <a:gd name="T15" fmla="*/ 291 h 411"/>
              <a:gd name="T16" fmla="*/ 123 w 383"/>
              <a:gd name="T17" fmla="*/ 305 h 411"/>
              <a:gd name="T18" fmla="*/ 62 w 383"/>
              <a:gd name="T19" fmla="*/ 344 h 411"/>
              <a:gd name="T20" fmla="*/ 34 w 383"/>
              <a:gd name="T21" fmla="*/ 353 h 411"/>
              <a:gd name="T22" fmla="*/ 9 w 383"/>
              <a:gd name="T23" fmla="*/ 344 h 411"/>
              <a:gd name="T24" fmla="*/ 1 w 383"/>
              <a:gd name="T25" fmla="*/ 322 h 411"/>
              <a:gd name="T26" fmla="*/ 0 w 383"/>
              <a:gd name="T27" fmla="*/ 288 h 411"/>
              <a:gd name="T28" fmla="*/ 1 w 383"/>
              <a:gd name="T29" fmla="*/ 283 h 411"/>
              <a:gd name="T30" fmla="*/ 6 w 383"/>
              <a:gd name="T31" fmla="*/ 282 h 411"/>
              <a:gd name="T32" fmla="*/ 8 w 383"/>
              <a:gd name="T33" fmla="*/ 285 h 411"/>
              <a:gd name="T34" fmla="*/ 10 w 383"/>
              <a:gd name="T35" fmla="*/ 290 h 411"/>
              <a:gd name="T36" fmla="*/ 32 w 383"/>
              <a:gd name="T37" fmla="*/ 298 h 411"/>
              <a:gd name="T38" fmla="*/ 46 w 383"/>
              <a:gd name="T39" fmla="*/ 293 h 411"/>
              <a:gd name="T40" fmla="*/ 53 w 383"/>
              <a:gd name="T41" fmla="*/ 291 h 411"/>
              <a:gd name="T42" fmla="*/ 65 w 383"/>
              <a:gd name="T43" fmla="*/ 288 h 411"/>
              <a:gd name="T44" fmla="*/ 100 w 383"/>
              <a:gd name="T45" fmla="*/ 268 h 411"/>
              <a:gd name="T46" fmla="*/ 156 w 383"/>
              <a:gd name="T47" fmla="*/ 244 h 411"/>
              <a:gd name="T48" fmla="*/ 197 w 383"/>
              <a:gd name="T49" fmla="*/ 229 h 411"/>
              <a:gd name="T50" fmla="*/ 203 w 383"/>
              <a:gd name="T51" fmla="*/ 226 h 411"/>
              <a:gd name="T52" fmla="*/ 219 w 383"/>
              <a:gd name="T53" fmla="*/ 204 h 411"/>
              <a:gd name="T54" fmla="*/ 222 w 383"/>
              <a:gd name="T55" fmla="*/ 124 h 411"/>
              <a:gd name="T56" fmla="*/ 210 w 383"/>
              <a:gd name="T57" fmla="*/ 69 h 411"/>
              <a:gd name="T58" fmla="*/ 197 w 383"/>
              <a:gd name="T59" fmla="*/ 36 h 411"/>
              <a:gd name="T60" fmla="*/ 194 w 383"/>
              <a:gd name="T61" fmla="*/ 10 h 411"/>
              <a:gd name="T62" fmla="*/ 205 w 383"/>
              <a:gd name="T63" fmla="*/ 2 h 411"/>
              <a:gd name="T64" fmla="*/ 230 w 383"/>
              <a:gd name="T65" fmla="*/ 7 h 411"/>
              <a:gd name="T66" fmla="*/ 237 w 383"/>
              <a:gd name="T67" fmla="*/ 10 h 411"/>
              <a:gd name="T68" fmla="*/ 248 w 383"/>
              <a:gd name="T69" fmla="*/ 19 h 411"/>
              <a:gd name="T70" fmla="*/ 265 w 383"/>
              <a:gd name="T71" fmla="*/ 29 h 411"/>
              <a:gd name="T72" fmla="*/ 280 w 383"/>
              <a:gd name="T73" fmla="*/ 49 h 411"/>
              <a:gd name="T74" fmla="*/ 278 w 383"/>
              <a:gd name="T75" fmla="*/ 66 h 411"/>
              <a:gd name="T76" fmla="*/ 273 w 383"/>
              <a:gd name="T77" fmla="*/ 72 h 411"/>
              <a:gd name="T78" fmla="*/ 270 w 383"/>
              <a:gd name="T79" fmla="*/ 77 h 411"/>
              <a:gd name="T80" fmla="*/ 271 w 383"/>
              <a:gd name="T81" fmla="*/ 158 h 411"/>
              <a:gd name="T82" fmla="*/ 273 w 383"/>
              <a:gd name="T83" fmla="*/ 179 h 411"/>
              <a:gd name="T84" fmla="*/ 278 w 383"/>
              <a:gd name="T85" fmla="*/ 182 h 411"/>
              <a:gd name="T86" fmla="*/ 313 w 383"/>
              <a:gd name="T87" fmla="*/ 160 h 411"/>
              <a:gd name="T88" fmla="*/ 325 w 383"/>
              <a:gd name="T89" fmla="*/ 144 h 411"/>
              <a:gd name="T90" fmla="*/ 341 w 383"/>
              <a:gd name="T91" fmla="*/ 128 h 411"/>
              <a:gd name="T92" fmla="*/ 369 w 383"/>
              <a:gd name="T93" fmla="*/ 122 h 411"/>
              <a:gd name="T94" fmla="*/ 380 w 383"/>
              <a:gd name="T95" fmla="*/ 141 h 411"/>
              <a:gd name="T96" fmla="*/ 372 w 383"/>
              <a:gd name="T97" fmla="*/ 154 h 411"/>
              <a:gd name="T98" fmla="*/ 355 w 383"/>
              <a:gd name="T99" fmla="*/ 169 h 411"/>
              <a:gd name="T100" fmla="*/ 314 w 383"/>
              <a:gd name="T101" fmla="*/ 199 h 411"/>
              <a:gd name="T102" fmla="*/ 275 w 383"/>
              <a:gd name="T103" fmla="*/ 229 h 411"/>
              <a:gd name="T104" fmla="*/ 271 w 383"/>
              <a:gd name="T105" fmla="*/ 238 h 411"/>
              <a:gd name="T106" fmla="*/ 254 w 383"/>
              <a:gd name="T107" fmla="*/ 310 h 411"/>
              <a:gd name="T108" fmla="*/ 250 w 383"/>
              <a:gd name="T109" fmla="*/ 320 h 411"/>
              <a:gd name="T110" fmla="*/ 247 w 383"/>
              <a:gd name="T111" fmla="*/ 325 h 411"/>
              <a:gd name="T112" fmla="*/ 173 w 383"/>
              <a:gd name="T113" fmla="*/ 386 h 411"/>
              <a:gd name="T114" fmla="*/ 95 w 383"/>
              <a:gd name="T115" fmla="*/ 410 h 411"/>
              <a:gd name="T116" fmla="*/ 88 w 383"/>
              <a:gd name="T117" fmla="*/ 411 h 411"/>
              <a:gd name="T118" fmla="*/ 83 w 383"/>
              <a:gd name="T119" fmla="*/ 410 h 411"/>
            </a:gdLst>
            <a:rect l="0" t="0" r="r" b="b"/>
            <a:pathLst>
              <a:path w="383" h="411">
                <a:moveTo>
                  <a:pt x="83" y="410"/>
                </a:moveTo>
                <a:cubicBezTo>
                  <a:pt x="89" y="396"/>
                  <a:pt x="96" y="385"/>
                  <a:pt x="111" y="380"/>
                </a:cubicBezTo>
                <a:cubicBezTo>
                  <a:pt x="120" y="378"/>
                  <a:pt x="128" y="375"/>
                  <a:pt x="136" y="371"/>
                </a:cubicBezTo>
                <a:cubicBezTo>
                  <a:pt x="168" y="355"/>
                  <a:pt x="188" y="328"/>
                  <a:pt x="198" y="294"/>
                </a:cubicBezTo>
                <a:cubicBezTo>
                  <a:pt x="199" y="289"/>
                  <a:pt x="200" y="284"/>
                  <a:pt x="201" y="280"/>
                </a:cubicBezTo>
                <a:cubicBezTo>
                  <a:pt x="202" y="275"/>
                  <a:pt x="201" y="274"/>
                  <a:pt x="197" y="274"/>
                </a:cubicBezTo>
                <a:cubicBezTo>
                  <a:pt x="186" y="275"/>
                  <a:pt x="176" y="278"/>
                  <a:pt x="166" y="283"/>
                </a:cubicBezTo>
                <a:cubicBezTo>
                  <a:pt x="159" y="286"/>
                  <a:pt x="152" y="289"/>
                  <a:pt x="144" y="291"/>
                </a:cubicBezTo>
                <a:cubicBezTo>
                  <a:pt x="136" y="294"/>
                  <a:pt x="130" y="300"/>
                  <a:pt x="123" y="305"/>
                </a:cubicBezTo>
                <a:cubicBezTo>
                  <a:pt x="105" y="321"/>
                  <a:pt x="84" y="334"/>
                  <a:pt x="62" y="344"/>
                </a:cubicBezTo>
                <a:cubicBezTo>
                  <a:pt x="53" y="348"/>
                  <a:pt x="43" y="351"/>
                  <a:pt x="34" y="353"/>
                </a:cubicBezTo>
                <a:cubicBezTo>
                  <a:pt x="24" y="356"/>
                  <a:pt x="15" y="352"/>
                  <a:pt x="9" y="344"/>
                </a:cubicBezTo>
                <a:cubicBezTo>
                  <a:pt x="4" y="338"/>
                  <a:pt x="1" y="330"/>
                  <a:pt x="1" y="322"/>
                </a:cubicBezTo>
                <a:cubicBezTo>
                  <a:pt x="1" y="310"/>
                  <a:pt x="0" y="299"/>
                  <a:pt x="0" y="288"/>
                </a:cubicBezTo>
                <a:cubicBezTo>
                  <a:pt x="0" y="286"/>
                  <a:pt x="0" y="284"/>
                  <a:pt x="1" y="283"/>
                </a:cubicBezTo>
                <a:cubicBezTo>
                  <a:pt x="1" y="280"/>
                  <a:pt x="4" y="279"/>
                  <a:pt x="6" y="282"/>
                </a:cubicBezTo>
                <a:cubicBezTo>
                  <a:pt x="7" y="283"/>
                  <a:pt x="7" y="284"/>
                  <a:pt x="8" y="285"/>
                </a:cubicBezTo>
                <a:cubicBezTo>
                  <a:pt x="9" y="286"/>
                  <a:pt x="9" y="288"/>
                  <a:pt x="10" y="290"/>
                </a:cubicBezTo>
                <a:cubicBezTo>
                  <a:pt x="16" y="297"/>
                  <a:pt x="23" y="301"/>
                  <a:pt x="32" y="298"/>
                </a:cubicBezTo>
                <a:cubicBezTo>
                  <a:pt x="37" y="297"/>
                  <a:pt x="41" y="295"/>
                  <a:pt x="46" y="293"/>
                </a:cubicBezTo>
                <a:cubicBezTo>
                  <a:pt x="48" y="292"/>
                  <a:pt x="51" y="291"/>
                  <a:pt x="53" y="291"/>
                </a:cubicBezTo>
                <a:cubicBezTo>
                  <a:pt x="58" y="292"/>
                  <a:pt x="61" y="290"/>
                  <a:pt x="65" y="288"/>
                </a:cubicBezTo>
                <a:cubicBezTo>
                  <a:pt x="77" y="282"/>
                  <a:pt x="89" y="275"/>
                  <a:pt x="100" y="268"/>
                </a:cubicBezTo>
                <a:cubicBezTo>
                  <a:pt x="118" y="258"/>
                  <a:pt x="137" y="251"/>
                  <a:pt x="156" y="244"/>
                </a:cubicBezTo>
                <a:cubicBezTo>
                  <a:pt x="169" y="239"/>
                  <a:pt x="183" y="234"/>
                  <a:pt x="197" y="229"/>
                </a:cubicBezTo>
                <a:cubicBezTo>
                  <a:pt x="199" y="228"/>
                  <a:pt x="201" y="227"/>
                  <a:pt x="203" y="226"/>
                </a:cubicBezTo>
                <a:cubicBezTo>
                  <a:pt x="212" y="222"/>
                  <a:pt x="218" y="215"/>
                  <a:pt x="219" y="204"/>
                </a:cubicBezTo>
                <a:cubicBezTo>
                  <a:pt x="221" y="178"/>
                  <a:pt x="223" y="151"/>
                  <a:pt x="222" y="124"/>
                </a:cubicBezTo>
                <a:cubicBezTo>
                  <a:pt x="221" y="105"/>
                  <a:pt x="218" y="87"/>
                  <a:pt x="210" y="69"/>
                </a:cubicBezTo>
                <a:cubicBezTo>
                  <a:pt x="205" y="58"/>
                  <a:pt x="201" y="47"/>
                  <a:pt x="197" y="36"/>
                </a:cubicBezTo>
                <a:cubicBezTo>
                  <a:pt x="194" y="28"/>
                  <a:pt x="193" y="19"/>
                  <a:pt x="194" y="10"/>
                </a:cubicBezTo>
                <a:cubicBezTo>
                  <a:pt x="194" y="4"/>
                  <a:pt x="199" y="0"/>
                  <a:pt x="205" y="2"/>
                </a:cubicBezTo>
                <a:cubicBezTo>
                  <a:pt x="213" y="4"/>
                  <a:pt x="222" y="5"/>
                  <a:pt x="230" y="7"/>
                </a:cubicBezTo>
                <a:cubicBezTo>
                  <a:pt x="233" y="7"/>
                  <a:pt x="235" y="9"/>
                  <a:pt x="237" y="10"/>
                </a:cubicBezTo>
                <a:cubicBezTo>
                  <a:pt x="241" y="13"/>
                  <a:pt x="244" y="16"/>
                  <a:pt x="248" y="19"/>
                </a:cubicBezTo>
                <a:cubicBezTo>
                  <a:pt x="253" y="23"/>
                  <a:pt x="259" y="26"/>
                  <a:pt x="265" y="29"/>
                </a:cubicBezTo>
                <a:cubicBezTo>
                  <a:pt x="274" y="33"/>
                  <a:pt x="279" y="40"/>
                  <a:pt x="280" y="49"/>
                </a:cubicBezTo>
                <a:cubicBezTo>
                  <a:pt x="280" y="55"/>
                  <a:pt x="280" y="60"/>
                  <a:pt x="278" y="66"/>
                </a:cubicBezTo>
                <a:cubicBezTo>
                  <a:pt x="277" y="68"/>
                  <a:pt x="275" y="70"/>
                  <a:pt x="273" y="72"/>
                </a:cubicBezTo>
                <a:cubicBezTo>
                  <a:pt x="271" y="74"/>
                  <a:pt x="270" y="75"/>
                  <a:pt x="270" y="77"/>
                </a:cubicBezTo>
                <a:cubicBezTo>
                  <a:pt x="271" y="104"/>
                  <a:pt x="271" y="131"/>
                  <a:pt x="271" y="158"/>
                </a:cubicBezTo>
                <a:cubicBezTo>
                  <a:pt x="272" y="165"/>
                  <a:pt x="272" y="172"/>
                  <a:pt x="273" y="179"/>
                </a:cubicBezTo>
                <a:cubicBezTo>
                  <a:pt x="274" y="183"/>
                  <a:pt x="275" y="184"/>
                  <a:pt x="278" y="182"/>
                </a:cubicBezTo>
                <a:cubicBezTo>
                  <a:pt x="291" y="176"/>
                  <a:pt x="303" y="170"/>
                  <a:pt x="313" y="160"/>
                </a:cubicBezTo>
                <a:cubicBezTo>
                  <a:pt x="317" y="155"/>
                  <a:pt x="321" y="150"/>
                  <a:pt x="325" y="144"/>
                </a:cubicBezTo>
                <a:cubicBezTo>
                  <a:pt x="330" y="138"/>
                  <a:pt x="335" y="132"/>
                  <a:pt x="341" y="128"/>
                </a:cubicBezTo>
                <a:cubicBezTo>
                  <a:pt x="350" y="122"/>
                  <a:pt x="359" y="120"/>
                  <a:pt x="369" y="122"/>
                </a:cubicBezTo>
                <a:cubicBezTo>
                  <a:pt x="379" y="124"/>
                  <a:pt x="383" y="131"/>
                  <a:pt x="380" y="141"/>
                </a:cubicBezTo>
                <a:cubicBezTo>
                  <a:pt x="379" y="146"/>
                  <a:pt x="376" y="151"/>
                  <a:pt x="372" y="154"/>
                </a:cubicBezTo>
                <a:cubicBezTo>
                  <a:pt x="367" y="160"/>
                  <a:pt x="361" y="165"/>
                  <a:pt x="355" y="169"/>
                </a:cubicBezTo>
                <a:cubicBezTo>
                  <a:pt x="341" y="178"/>
                  <a:pt x="328" y="189"/>
                  <a:pt x="314" y="199"/>
                </a:cubicBezTo>
                <a:cubicBezTo>
                  <a:pt x="301" y="209"/>
                  <a:pt x="289" y="219"/>
                  <a:pt x="275" y="229"/>
                </a:cubicBezTo>
                <a:cubicBezTo>
                  <a:pt x="272" y="232"/>
                  <a:pt x="271" y="234"/>
                  <a:pt x="271" y="238"/>
                </a:cubicBezTo>
                <a:cubicBezTo>
                  <a:pt x="267" y="263"/>
                  <a:pt x="262" y="287"/>
                  <a:pt x="254" y="310"/>
                </a:cubicBezTo>
                <a:cubicBezTo>
                  <a:pt x="253" y="314"/>
                  <a:pt x="251" y="317"/>
                  <a:pt x="250" y="320"/>
                </a:cubicBezTo>
                <a:cubicBezTo>
                  <a:pt x="249" y="322"/>
                  <a:pt x="249" y="324"/>
                  <a:pt x="247" y="325"/>
                </a:cubicBezTo>
                <a:cubicBezTo>
                  <a:pt x="226" y="349"/>
                  <a:pt x="202" y="371"/>
                  <a:pt x="173" y="386"/>
                </a:cubicBezTo>
                <a:cubicBezTo>
                  <a:pt x="149" y="400"/>
                  <a:pt x="123" y="408"/>
                  <a:pt x="95" y="410"/>
                </a:cubicBezTo>
                <a:cubicBezTo>
                  <a:pt x="93" y="410"/>
                  <a:pt x="90" y="411"/>
                  <a:pt x="88" y="411"/>
                </a:cubicBezTo>
                <a:cubicBezTo>
                  <a:pt x="87" y="411"/>
                  <a:pt x="85" y="411"/>
                  <a:pt x="83" y="4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0" name="Freeform 11">
            <a:extLst xmlns:a="http://schemas.openxmlformats.org/drawingml/2006/main">
              <a:ext uri="{FF2B5EF4-FFF2-40B4-BE49-F238E27FC236}">
                <a16:creationId xmlns:a16="http://schemas.microsoft.com/office/drawing/2014/main" id="{30C4ED07-033F-4C1D-8EC2-0E373D653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4135" y="400644"/>
            <a:ext cx="98081" cy="227527"/>
          </a:xfrm>
          <a:custGeom xmlns:a="http://schemas.openxmlformats.org/drawingml/2006/main">
            <a:gdLst>
              <a:gd name="T0" fmla="*/ 127 w 193"/>
              <a:gd name="T1" fmla="*/ 371 h 449"/>
              <a:gd name="T2" fmla="*/ 63 w 193"/>
              <a:gd name="T3" fmla="*/ 417 h 449"/>
              <a:gd name="T4" fmla="*/ 47 w 193"/>
              <a:gd name="T5" fmla="*/ 433 h 449"/>
              <a:gd name="T6" fmla="*/ 7 w 193"/>
              <a:gd name="T7" fmla="*/ 434 h 449"/>
              <a:gd name="T8" fmla="*/ 1 w 193"/>
              <a:gd name="T9" fmla="*/ 383 h 449"/>
              <a:gd name="T10" fmla="*/ 33 w 193"/>
              <a:gd name="T11" fmla="*/ 331 h 449"/>
              <a:gd name="T12" fmla="*/ 49 w 193"/>
              <a:gd name="T13" fmla="*/ 286 h 449"/>
              <a:gd name="T14" fmla="*/ 50 w 193"/>
              <a:gd name="T15" fmla="*/ 233 h 449"/>
              <a:gd name="T16" fmla="*/ 38 w 193"/>
              <a:gd name="T17" fmla="*/ 207 h 449"/>
              <a:gd name="T18" fmla="*/ 54 w 193"/>
              <a:gd name="T19" fmla="*/ 201 h 449"/>
              <a:gd name="T20" fmla="*/ 75 w 193"/>
              <a:gd name="T21" fmla="*/ 209 h 449"/>
              <a:gd name="T22" fmla="*/ 107 w 193"/>
              <a:gd name="T23" fmla="*/ 223 h 449"/>
              <a:gd name="T24" fmla="*/ 126 w 193"/>
              <a:gd name="T25" fmla="*/ 233 h 449"/>
              <a:gd name="T26" fmla="*/ 133 w 193"/>
              <a:gd name="T27" fmla="*/ 231 h 449"/>
              <a:gd name="T28" fmla="*/ 135 w 193"/>
              <a:gd name="T29" fmla="*/ 200 h 449"/>
              <a:gd name="T30" fmla="*/ 133 w 193"/>
              <a:gd name="T31" fmla="*/ 99 h 449"/>
              <a:gd name="T32" fmla="*/ 105 w 193"/>
              <a:gd name="T33" fmla="*/ 55 h 449"/>
              <a:gd name="T34" fmla="*/ 77 w 193"/>
              <a:gd name="T35" fmla="*/ 9 h 449"/>
              <a:gd name="T36" fmla="*/ 95 w 193"/>
              <a:gd name="T37" fmla="*/ 6 h 449"/>
              <a:gd name="T38" fmla="*/ 165 w 193"/>
              <a:gd name="T39" fmla="*/ 52 h 449"/>
              <a:gd name="T40" fmla="*/ 189 w 193"/>
              <a:gd name="T41" fmla="*/ 83 h 449"/>
              <a:gd name="T42" fmla="*/ 189 w 193"/>
              <a:gd name="T43" fmla="*/ 292 h 449"/>
              <a:gd name="T44" fmla="*/ 165 w 193"/>
              <a:gd name="T45" fmla="*/ 409 h 449"/>
              <a:gd name="T46" fmla="*/ 145 w 193"/>
              <a:gd name="T47" fmla="*/ 428 h 449"/>
              <a:gd name="T48" fmla="*/ 134 w 193"/>
              <a:gd name="T49" fmla="*/ 415 h 449"/>
              <a:gd name="T50" fmla="*/ 131 w 193"/>
              <a:gd name="T51" fmla="*/ 367 h 449"/>
              <a:gd name="T52" fmla="*/ 124 w 193"/>
              <a:gd name="T53" fmla="*/ 264 h 449"/>
              <a:gd name="T54" fmla="*/ 102 w 193"/>
              <a:gd name="T55" fmla="*/ 280 h 449"/>
              <a:gd name="T56" fmla="*/ 81 w 193"/>
              <a:gd name="T57" fmla="*/ 296 h 449"/>
              <a:gd name="T58" fmla="*/ 59 w 193"/>
              <a:gd name="T59" fmla="*/ 331 h 449"/>
              <a:gd name="T60" fmla="*/ 31 w 193"/>
              <a:gd name="T61" fmla="*/ 373 h 449"/>
              <a:gd name="T62" fmla="*/ 46 w 193"/>
              <a:gd name="T63" fmla="*/ 382 h 449"/>
              <a:gd name="T64" fmla="*/ 78 w 193"/>
              <a:gd name="T65" fmla="*/ 363 h 449"/>
              <a:gd name="T66" fmla="*/ 114 w 193"/>
              <a:gd name="T67" fmla="*/ 346 h 449"/>
              <a:gd name="T68" fmla="*/ 133 w 193"/>
              <a:gd name="T69" fmla="*/ 325 h 449"/>
              <a:gd name="T70" fmla="*/ 132 w 193"/>
              <a:gd name="T71" fmla="*/ 255 h 449"/>
            </a:gdLst>
            <a:rect l="0" t="0" r="r" b="b"/>
            <a:pathLst>
              <a:path w="193" h="449">
                <a:moveTo>
                  <a:pt x="131" y="367"/>
                </a:moveTo>
                <a:cubicBezTo>
                  <a:pt x="129" y="369"/>
                  <a:pt x="128" y="370"/>
                  <a:pt x="127" y="371"/>
                </a:cubicBezTo>
                <a:cubicBezTo>
                  <a:pt x="112" y="385"/>
                  <a:pt x="97" y="397"/>
                  <a:pt x="80" y="408"/>
                </a:cubicBezTo>
                <a:cubicBezTo>
                  <a:pt x="74" y="411"/>
                  <a:pt x="69" y="414"/>
                  <a:pt x="63" y="417"/>
                </a:cubicBezTo>
                <a:cubicBezTo>
                  <a:pt x="61" y="419"/>
                  <a:pt x="59" y="420"/>
                  <a:pt x="57" y="422"/>
                </a:cubicBezTo>
                <a:cubicBezTo>
                  <a:pt x="54" y="426"/>
                  <a:pt x="50" y="430"/>
                  <a:pt x="47" y="433"/>
                </a:cubicBezTo>
                <a:cubicBezTo>
                  <a:pt x="44" y="436"/>
                  <a:pt x="41" y="439"/>
                  <a:pt x="38" y="441"/>
                </a:cubicBezTo>
                <a:cubicBezTo>
                  <a:pt x="27" y="449"/>
                  <a:pt x="13" y="446"/>
                  <a:pt x="7" y="434"/>
                </a:cubicBezTo>
                <a:cubicBezTo>
                  <a:pt x="4" y="428"/>
                  <a:pt x="2" y="421"/>
                  <a:pt x="1" y="415"/>
                </a:cubicBezTo>
                <a:cubicBezTo>
                  <a:pt x="0" y="404"/>
                  <a:pt x="0" y="394"/>
                  <a:pt x="1" y="383"/>
                </a:cubicBezTo>
                <a:cubicBezTo>
                  <a:pt x="2" y="379"/>
                  <a:pt x="3" y="374"/>
                  <a:pt x="7" y="372"/>
                </a:cubicBezTo>
                <a:cubicBezTo>
                  <a:pt x="20" y="361"/>
                  <a:pt x="28" y="346"/>
                  <a:pt x="33" y="331"/>
                </a:cubicBezTo>
                <a:cubicBezTo>
                  <a:pt x="36" y="325"/>
                  <a:pt x="37" y="319"/>
                  <a:pt x="39" y="313"/>
                </a:cubicBezTo>
                <a:cubicBezTo>
                  <a:pt x="42" y="304"/>
                  <a:pt x="45" y="294"/>
                  <a:pt x="49" y="286"/>
                </a:cubicBezTo>
                <a:cubicBezTo>
                  <a:pt x="56" y="272"/>
                  <a:pt x="56" y="258"/>
                  <a:pt x="53" y="244"/>
                </a:cubicBezTo>
                <a:cubicBezTo>
                  <a:pt x="52" y="240"/>
                  <a:pt x="51" y="237"/>
                  <a:pt x="50" y="233"/>
                </a:cubicBezTo>
                <a:cubicBezTo>
                  <a:pt x="49" y="229"/>
                  <a:pt x="47" y="225"/>
                  <a:pt x="44" y="221"/>
                </a:cubicBezTo>
                <a:cubicBezTo>
                  <a:pt x="42" y="217"/>
                  <a:pt x="39" y="212"/>
                  <a:pt x="38" y="207"/>
                </a:cubicBezTo>
                <a:cubicBezTo>
                  <a:pt x="36" y="202"/>
                  <a:pt x="38" y="199"/>
                  <a:pt x="44" y="199"/>
                </a:cubicBezTo>
                <a:cubicBezTo>
                  <a:pt x="48" y="199"/>
                  <a:pt x="51" y="199"/>
                  <a:pt x="54" y="201"/>
                </a:cubicBezTo>
                <a:cubicBezTo>
                  <a:pt x="55" y="202"/>
                  <a:pt x="56" y="203"/>
                  <a:pt x="57" y="203"/>
                </a:cubicBezTo>
                <a:cubicBezTo>
                  <a:pt x="62" y="208"/>
                  <a:pt x="68" y="209"/>
                  <a:pt x="75" y="209"/>
                </a:cubicBezTo>
                <a:cubicBezTo>
                  <a:pt x="83" y="209"/>
                  <a:pt x="90" y="212"/>
                  <a:pt x="96" y="218"/>
                </a:cubicBezTo>
                <a:cubicBezTo>
                  <a:pt x="99" y="221"/>
                  <a:pt x="103" y="223"/>
                  <a:pt x="107" y="223"/>
                </a:cubicBezTo>
                <a:cubicBezTo>
                  <a:pt x="110" y="223"/>
                  <a:pt x="112" y="224"/>
                  <a:pt x="115" y="225"/>
                </a:cubicBezTo>
                <a:cubicBezTo>
                  <a:pt x="120" y="226"/>
                  <a:pt x="124" y="229"/>
                  <a:pt x="126" y="233"/>
                </a:cubicBezTo>
                <a:cubicBezTo>
                  <a:pt x="126" y="234"/>
                  <a:pt x="127" y="235"/>
                  <a:pt x="128" y="236"/>
                </a:cubicBezTo>
                <a:cubicBezTo>
                  <a:pt x="131" y="236"/>
                  <a:pt x="132" y="234"/>
                  <a:pt x="133" y="231"/>
                </a:cubicBezTo>
                <a:cubicBezTo>
                  <a:pt x="134" y="229"/>
                  <a:pt x="134" y="227"/>
                  <a:pt x="134" y="225"/>
                </a:cubicBezTo>
                <a:cubicBezTo>
                  <a:pt x="134" y="217"/>
                  <a:pt x="134" y="208"/>
                  <a:pt x="135" y="200"/>
                </a:cubicBezTo>
                <a:cubicBezTo>
                  <a:pt x="137" y="176"/>
                  <a:pt x="139" y="151"/>
                  <a:pt x="137" y="127"/>
                </a:cubicBezTo>
                <a:cubicBezTo>
                  <a:pt x="137" y="118"/>
                  <a:pt x="135" y="109"/>
                  <a:pt x="133" y="99"/>
                </a:cubicBezTo>
                <a:cubicBezTo>
                  <a:pt x="132" y="90"/>
                  <a:pt x="127" y="81"/>
                  <a:pt x="121" y="74"/>
                </a:cubicBezTo>
                <a:cubicBezTo>
                  <a:pt x="116" y="67"/>
                  <a:pt x="111" y="61"/>
                  <a:pt x="105" y="55"/>
                </a:cubicBezTo>
                <a:cubicBezTo>
                  <a:pt x="98" y="46"/>
                  <a:pt x="90" y="36"/>
                  <a:pt x="83" y="27"/>
                </a:cubicBezTo>
                <a:cubicBezTo>
                  <a:pt x="79" y="22"/>
                  <a:pt x="77" y="15"/>
                  <a:pt x="77" y="9"/>
                </a:cubicBezTo>
                <a:cubicBezTo>
                  <a:pt x="77" y="3"/>
                  <a:pt x="80" y="0"/>
                  <a:pt x="86" y="2"/>
                </a:cubicBezTo>
                <a:cubicBezTo>
                  <a:pt x="89" y="2"/>
                  <a:pt x="92" y="4"/>
                  <a:pt x="95" y="6"/>
                </a:cubicBezTo>
                <a:cubicBezTo>
                  <a:pt x="105" y="15"/>
                  <a:pt x="116" y="22"/>
                  <a:pt x="128" y="28"/>
                </a:cubicBezTo>
                <a:cubicBezTo>
                  <a:pt x="141" y="35"/>
                  <a:pt x="154" y="43"/>
                  <a:pt x="165" y="52"/>
                </a:cubicBezTo>
                <a:cubicBezTo>
                  <a:pt x="172" y="58"/>
                  <a:pt x="179" y="64"/>
                  <a:pt x="184" y="72"/>
                </a:cubicBezTo>
                <a:cubicBezTo>
                  <a:pt x="186" y="75"/>
                  <a:pt x="188" y="78"/>
                  <a:pt x="189" y="83"/>
                </a:cubicBezTo>
                <a:cubicBezTo>
                  <a:pt x="192" y="122"/>
                  <a:pt x="193" y="162"/>
                  <a:pt x="193" y="202"/>
                </a:cubicBezTo>
                <a:cubicBezTo>
                  <a:pt x="193" y="232"/>
                  <a:pt x="192" y="262"/>
                  <a:pt x="189" y="292"/>
                </a:cubicBezTo>
                <a:cubicBezTo>
                  <a:pt x="186" y="321"/>
                  <a:pt x="183" y="350"/>
                  <a:pt x="176" y="378"/>
                </a:cubicBezTo>
                <a:cubicBezTo>
                  <a:pt x="173" y="388"/>
                  <a:pt x="170" y="399"/>
                  <a:pt x="165" y="409"/>
                </a:cubicBezTo>
                <a:cubicBezTo>
                  <a:pt x="162" y="414"/>
                  <a:pt x="159" y="419"/>
                  <a:pt x="155" y="423"/>
                </a:cubicBezTo>
                <a:cubicBezTo>
                  <a:pt x="152" y="426"/>
                  <a:pt x="149" y="428"/>
                  <a:pt x="145" y="428"/>
                </a:cubicBezTo>
                <a:cubicBezTo>
                  <a:pt x="140" y="429"/>
                  <a:pt x="136" y="427"/>
                  <a:pt x="135" y="422"/>
                </a:cubicBezTo>
                <a:cubicBezTo>
                  <a:pt x="135" y="420"/>
                  <a:pt x="135" y="418"/>
                  <a:pt x="134" y="415"/>
                </a:cubicBezTo>
                <a:cubicBezTo>
                  <a:pt x="134" y="407"/>
                  <a:pt x="135" y="399"/>
                  <a:pt x="135" y="391"/>
                </a:cubicBezTo>
                <a:cubicBezTo>
                  <a:pt x="134" y="383"/>
                  <a:pt x="134" y="375"/>
                  <a:pt x="131" y="367"/>
                </a:cubicBezTo>
                <a:close/>
                <a:moveTo>
                  <a:pt x="132" y="255"/>
                </a:moveTo>
                <a:cubicBezTo>
                  <a:pt x="127" y="257"/>
                  <a:pt x="125" y="260"/>
                  <a:pt x="124" y="264"/>
                </a:cubicBezTo>
                <a:cubicBezTo>
                  <a:pt x="123" y="267"/>
                  <a:pt x="122" y="271"/>
                  <a:pt x="119" y="273"/>
                </a:cubicBezTo>
                <a:cubicBezTo>
                  <a:pt x="114" y="277"/>
                  <a:pt x="108" y="280"/>
                  <a:pt x="102" y="280"/>
                </a:cubicBezTo>
                <a:cubicBezTo>
                  <a:pt x="97" y="280"/>
                  <a:pt x="94" y="282"/>
                  <a:pt x="91" y="285"/>
                </a:cubicBezTo>
                <a:cubicBezTo>
                  <a:pt x="87" y="289"/>
                  <a:pt x="84" y="292"/>
                  <a:pt x="81" y="296"/>
                </a:cubicBezTo>
                <a:cubicBezTo>
                  <a:pt x="78" y="299"/>
                  <a:pt x="76" y="302"/>
                  <a:pt x="75" y="305"/>
                </a:cubicBezTo>
                <a:cubicBezTo>
                  <a:pt x="71" y="315"/>
                  <a:pt x="66" y="323"/>
                  <a:pt x="59" y="331"/>
                </a:cubicBezTo>
                <a:cubicBezTo>
                  <a:pt x="54" y="337"/>
                  <a:pt x="50" y="343"/>
                  <a:pt x="45" y="349"/>
                </a:cubicBezTo>
                <a:cubicBezTo>
                  <a:pt x="39" y="356"/>
                  <a:pt x="34" y="364"/>
                  <a:pt x="31" y="373"/>
                </a:cubicBezTo>
                <a:cubicBezTo>
                  <a:pt x="29" y="377"/>
                  <a:pt x="29" y="379"/>
                  <a:pt x="34" y="381"/>
                </a:cubicBezTo>
                <a:cubicBezTo>
                  <a:pt x="38" y="382"/>
                  <a:pt x="42" y="383"/>
                  <a:pt x="46" y="382"/>
                </a:cubicBezTo>
                <a:cubicBezTo>
                  <a:pt x="53" y="381"/>
                  <a:pt x="59" y="378"/>
                  <a:pt x="64" y="374"/>
                </a:cubicBezTo>
                <a:cubicBezTo>
                  <a:pt x="69" y="371"/>
                  <a:pt x="73" y="367"/>
                  <a:pt x="78" y="363"/>
                </a:cubicBezTo>
                <a:cubicBezTo>
                  <a:pt x="81" y="361"/>
                  <a:pt x="83" y="359"/>
                  <a:pt x="87" y="358"/>
                </a:cubicBezTo>
                <a:cubicBezTo>
                  <a:pt x="97" y="356"/>
                  <a:pt x="106" y="351"/>
                  <a:pt x="114" y="346"/>
                </a:cubicBezTo>
                <a:cubicBezTo>
                  <a:pt x="119" y="343"/>
                  <a:pt x="123" y="340"/>
                  <a:pt x="127" y="338"/>
                </a:cubicBezTo>
                <a:cubicBezTo>
                  <a:pt x="131" y="335"/>
                  <a:pt x="133" y="331"/>
                  <a:pt x="133" y="325"/>
                </a:cubicBezTo>
                <a:cubicBezTo>
                  <a:pt x="132" y="304"/>
                  <a:pt x="132" y="282"/>
                  <a:pt x="132" y="260"/>
                </a:cubicBezTo>
                <a:cubicBezTo>
                  <a:pt x="132" y="259"/>
                  <a:pt x="132" y="257"/>
                  <a:pt x="132" y="25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1" name="Freeform 12">
            <a:extLst xmlns:a="http://schemas.openxmlformats.org/drawingml/2006/main">
              <a:ext uri="{FF2B5EF4-FFF2-40B4-BE49-F238E27FC236}">
                <a16:creationId xmlns:a16="http://schemas.microsoft.com/office/drawing/2014/main" id="{75D4491A-709B-4F86-8E8B-92B516BB9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0994" y="431437"/>
            <a:ext cx="115759" cy="160238"/>
          </a:xfrm>
          <a:custGeom xmlns:a="http://schemas.openxmlformats.org/drawingml/2006/main">
            <a:gdLst>
              <a:gd name="T0" fmla="*/ 34 w 229"/>
              <a:gd name="T1" fmla="*/ 0 h 316"/>
              <a:gd name="T2" fmla="*/ 37 w 229"/>
              <a:gd name="T3" fmla="*/ 2 h 316"/>
              <a:gd name="T4" fmla="*/ 69 w 229"/>
              <a:gd name="T5" fmla="*/ 32 h 316"/>
              <a:gd name="T6" fmla="*/ 73 w 229"/>
              <a:gd name="T7" fmla="*/ 38 h 316"/>
              <a:gd name="T8" fmla="*/ 99 w 229"/>
              <a:gd name="T9" fmla="*/ 117 h 316"/>
              <a:gd name="T10" fmla="*/ 101 w 229"/>
              <a:gd name="T11" fmla="*/ 128 h 316"/>
              <a:gd name="T12" fmla="*/ 112 w 229"/>
              <a:gd name="T13" fmla="*/ 132 h 316"/>
              <a:gd name="T14" fmla="*/ 120 w 229"/>
              <a:gd name="T15" fmla="*/ 127 h 316"/>
              <a:gd name="T16" fmla="*/ 145 w 229"/>
              <a:gd name="T17" fmla="*/ 109 h 316"/>
              <a:gd name="T18" fmla="*/ 148 w 229"/>
              <a:gd name="T19" fmla="*/ 103 h 316"/>
              <a:gd name="T20" fmla="*/ 148 w 229"/>
              <a:gd name="T21" fmla="*/ 80 h 316"/>
              <a:gd name="T22" fmla="*/ 159 w 229"/>
              <a:gd name="T23" fmla="*/ 69 h 316"/>
              <a:gd name="T24" fmla="*/ 162 w 229"/>
              <a:gd name="T25" fmla="*/ 71 h 316"/>
              <a:gd name="T26" fmla="*/ 164 w 229"/>
              <a:gd name="T27" fmla="*/ 75 h 316"/>
              <a:gd name="T28" fmla="*/ 171 w 229"/>
              <a:gd name="T29" fmla="*/ 86 h 316"/>
              <a:gd name="T30" fmla="*/ 204 w 229"/>
              <a:gd name="T31" fmla="*/ 104 h 316"/>
              <a:gd name="T32" fmla="*/ 209 w 229"/>
              <a:gd name="T33" fmla="*/ 112 h 316"/>
              <a:gd name="T34" fmla="*/ 169 w 229"/>
              <a:gd name="T35" fmla="*/ 170 h 316"/>
              <a:gd name="T36" fmla="*/ 128 w 229"/>
              <a:gd name="T37" fmla="*/ 175 h 316"/>
              <a:gd name="T38" fmla="*/ 114 w 229"/>
              <a:gd name="T39" fmla="*/ 190 h 316"/>
              <a:gd name="T40" fmla="*/ 115 w 229"/>
              <a:gd name="T41" fmla="*/ 196 h 316"/>
              <a:gd name="T42" fmla="*/ 115 w 229"/>
              <a:gd name="T43" fmla="*/ 219 h 316"/>
              <a:gd name="T44" fmla="*/ 109 w 229"/>
              <a:gd name="T45" fmla="*/ 226 h 316"/>
              <a:gd name="T46" fmla="*/ 89 w 229"/>
              <a:gd name="T47" fmla="*/ 246 h 316"/>
              <a:gd name="T48" fmla="*/ 95 w 229"/>
              <a:gd name="T49" fmla="*/ 260 h 316"/>
              <a:gd name="T50" fmla="*/ 113 w 229"/>
              <a:gd name="T51" fmla="*/ 259 h 316"/>
              <a:gd name="T52" fmla="*/ 148 w 229"/>
              <a:gd name="T53" fmla="*/ 248 h 316"/>
              <a:gd name="T54" fmla="*/ 170 w 229"/>
              <a:gd name="T55" fmla="*/ 243 h 316"/>
              <a:gd name="T56" fmla="*/ 187 w 229"/>
              <a:gd name="T57" fmla="*/ 237 h 316"/>
              <a:gd name="T58" fmla="*/ 212 w 229"/>
              <a:gd name="T59" fmla="*/ 229 h 316"/>
              <a:gd name="T60" fmla="*/ 220 w 229"/>
              <a:gd name="T61" fmla="*/ 229 h 316"/>
              <a:gd name="T62" fmla="*/ 227 w 229"/>
              <a:gd name="T63" fmla="*/ 241 h 316"/>
              <a:gd name="T64" fmla="*/ 214 w 229"/>
              <a:gd name="T65" fmla="*/ 267 h 316"/>
              <a:gd name="T66" fmla="*/ 203 w 229"/>
              <a:gd name="T67" fmla="*/ 277 h 316"/>
              <a:gd name="T68" fmla="*/ 174 w 229"/>
              <a:gd name="T69" fmla="*/ 289 h 316"/>
              <a:gd name="T70" fmla="*/ 140 w 229"/>
              <a:gd name="T71" fmla="*/ 298 h 316"/>
              <a:gd name="T72" fmla="*/ 127 w 229"/>
              <a:gd name="T73" fmla="*/ 298 h 316"/>
              <a:gd name="T74" fmla="*/ 116 w 229"/>
              <a:gd name="T75" fmla="*/ 301 h 316"/>
              <a:gd name="T76" fmla="*/ 55 w 229"/>
              <a:gd name="T77" fmla="*/ 304 h 316"/>
              <a:gd name="T78" fmla="*/ 44 w 229"/>
              <a:gd name="T79" fmla="*/ 292 h 316"/>
              <a:gd name="T80" fmla="*/ 27 w 229"/>
              <a:gd name="T81" fmla="*/ 257 h 316"/>
              <a:gd name="T82" fmla="*/ 25 w 229"/>
              <a:gd name="T83" fmla="*/ 252 h 316"/>
              <a:gd name="T84" fmla="*/ 18 w 229"/>
              <a:gd name="T85" fmla="*/ 217 h 316"/>
              <a:gd name="T86" fmla="*/ 18 w 229"/>
              <a:gd name="T87" fmla="*/ 210 h 316"/>
              <a:gd name="T88" fmla="*/ 1 w 229"/>
              <a:gd name="T89" fmla="*/ 140 h 316"/>
              <a:gd name="T90" fmla="*/ 0 w 229"/>
              <a:gd name="T91" fmla="*/ 134 h 316"/>
              <a:gd name="T92" fmla="*/ 18 w 229"/>
              <a:gd name="T93" fmla="*/ 50 h 316"/>
              <a:gd name="T94" fmla="*/ 32 w 229"/>
              <a:gd name="T95" fmla="*/ 4 h 316"/>
              <a:gd name="T96" fmla="*/ 34 w 229"/>
              <a:gd name="T97" fmla="*/ 0 h 316"/>
            </a:gdLst>
            <a:rect l="0" t="0" r="r" b="b"/>
            <a:pathLst>
              <a:path w="229" h="316">
                <a:moveTo>
                  <a:pt x="34" y="0"/>
                </a:moveTo>
                <a:cubicBezTo>
                  <a:pt x="35" y="1"/>
                  <a:pt x="36" y="2"/>
                  <a:pt x="37" y="2"/>
                </a:cubicBezTo>
                <a:cubicBezTo>
                  <a:pt x="48" y="12"/>
                  <a:pt x="58" y="22"/>
                  <a:pt x="69" y="32"/>
                </a:cubicBezTo>
                <a:cubicBezTo>
                  <a:pt x="71" y="34"/>
                  <a:pt x="72" y="36"/>
                  <a:pt x="73" y="38"/>
                </a:cubicBezTo>
                <a:cubicBezTo>
                  <a:pt x="86" y="63"/>
                  <a:pt x="94" y="89"/>
                  <a:pt x="99" y="117"/>
                </a:cubicBezTo>
                <a:cubicBezTo>
                  <a:pt x="99" y="120"/>
                  <a:pt x="100" y="124"/>
                  <a:pt x="101" y="128"/>
                </a:cubicBezTo>
                <a:cubicBezTo>
                  <a:pt x="103" y="133"/>
                  <a:pt x="107" y="134"/>
                  <a:pt x="112" y="132"/>
                </a:cubicBezTo>
                <a:cubicBezTo>
                  <a:pt x="115" y="130"/>
                  <a:pt x="117" y="129"/>
                  <a:pt x="120" y="127"/>
                </a:cubicBezTo>
                <a:cubicBezTo>
                  <a:pt x="128" y="121"/>
                  <a:pt x="136" y="115"/>
                  <a:pt x="145" y="109"/>
                </a:cubicBezTo>
                <a:cubicBezTo>
                  <a:pt x="147" y="108"/>
                  <a:pt x="148" y="106"/>
                  <a:pt x="148" y="103"/>
                </a:cubicBezTo>
                <a:cubicBezTo>
                  <a:pt x="148" y="95"/>
                  <a:pt x="148" y="88"/>
                  <a:pt x="148" y="80"/>
                </a:cubicBezTo>
                <a:cubicBezTo>
                  <a:pt x="148" y="75"/>
                  <a:pt x="153" y="69"/>
                  <a:pt x="159" y="69"/>
                </a:cubicBezTo>
                <a:cubicBezTo>
                  <a:pt x="160" y="69"/>
                  <a:pt x="162" y="70"/>
                  <a:pt x="162" y="71"/>
                </a:cubicBezTo>
                <a:cubicBezTo>
                  <a:pt x="163" y="72"/>
                  <a:pt x="164" y="73"/>
                  <a:pt x="164" y="75"/>
                </a:cubicBezTo>
                <a:cubicBezTo>
                  <a:pt x="164" y="79"/>
                  <a:pt x="167" y="83"/>
                  <a:pt x="171" y="86"/>
                </a:cubicBezTo>
                <a:cubicBezTo>
                  <a:pt x="181" y="94"/>
                  <a:pt x="192" y="100"/>
                  <a:pt x="204" y="104"/>
                </a:cubicBezTo>
                <a:cubicBezTo>
                  <a:pt x="208" y="106"/>
                  <a:pt x="209" y="108"/>
                  <a:pt x="209" y="112"/>
                </a:cubicBezTo>
                <a:cubicBezTo>
                  <a:pt x="210" y="140"/>
                  <a:pt x="196" y="160"/>
                  <a:pt x="169" y="170"/>
                </a:cubicBezTo>
                <a:cubicBezTo>
                  <a:pt x="156" y="175"/>
                  <a:pt x="142" y="177"/>
                  <a:pt x="128" y="175"/>
                </a:cubicBezTo>
                <a:cubicBezTo>
                  <a:pt x="119" y="173"/>
                  <a:pt x="112" y="182"/>
                  <a:pt x="114" y="190"/>
                </a:cubicBezTo>
                <a:cubicBezTo>
                  <a:pt x="114" y="192"/>
                  <a:pt x="115" y="194"/>
                  <a:pt x="115" y="196"/>
                </a:cubicBezTo>
                <a:cubicBezTo>
                  <a:pt x="118" y="203"/>
                  <a:pt x="118" y="211"/>
                  <a:pt x="115" y="219"/>
                </a:cubicBezTo>
                <a:cubicBezTo>
                  <a:pt x="114" y="222"/>
                  <a:pt x="112" y="224"/>
                  <a:pt x="109" y="226"/>
                </a:cubicBezTo>
                <a:cubicBezTo>
                  <a:pt x="101" y="231"/>
                  <a:pt x="95" y="238"/>
                  <a:pt x="89" y="246"/>
                </a:cubicBezTo>
                <a:cubicBezTo>
                  <a:pt x="84" y="254"/>
                  <a:pt x="85" y="258"/>
                  <a:pt x="95" y="260"/>
                </a:cubicBezTo>
                <a:cubicBezTo>
                  <a:pt x="101" y="261"/>
                  <a:pt x="107" y="261"/>
                  <a:pt x="113" y="259"/>
                </a:cubicBezTo>
                <a:cubicBezTo>
                  <a:pt x="125" y="256"/>
                  <a:pt x="137" y="252"/>
                  <a:pt x="148" y="248"/>
                </a:cubicBezTo>
                <a:cubicBezTo>
                  <a:pt x="155" y="245"/>
                  <a:pt x="162" y="243"/>
                  <a:pt x="170" y="243"/>
                </a:cubicBezTo>
                <a:cubicBezTo>
                  <a:pt x="176" y="242"/>
                  <a:pt x="182" y="240"/>
                  <a:pt x="187" y="237"/>
                </a:cubicBezTo>
                <a:cubicBezTo>
                  <a:pt x="195" y="234"/>
                  <a:pt x="203" y="230"/>
                  <a:pt x="212" y="229"/>
                </a:cubicBezTo>
                <a:cubicBezTo>
                  <a:pt x="214" y="229"/>
                  <a:pt x="217" y="229"/>
                  <a:pt x="220" y="229"/>
                </a:cubicBezTo>
                <a:cubicBezTo>
                  <a:pt x="226" y="230"/>
                  <a:pt x="229" y="236"/>
                  <a:pt x="227" y="241"/>
                </a:cubicBezTo>
                <a:cubicBezTo>
                  <a:pt x="223" y="250"/>
                  <a:pt x="218" y="259"/>
                  <a:pt x="214" y="267"/>
                </a:cubicBezTo>
                <a:cubicBezTo>
                  <a:pt x="211" y="271"/>
                  <a:pt x="207" y="274"/>
                  <a:pt x="203" y="277"/>
                </a:cubicBezTo>
                <a:cubicBezTo>
                  <a:pt x="194" y="282"/>
                  <a:pt x="184" y="286"/>
                  <a:pt x="174" y="289"/>
                </a:cubicBezTo>
                <a:cubicBezTo>
                  <a:pt x="163" y="292"/>
                  <a:pt x="151" y="295"/>
                  <a:pt x="140" y="298"/>
                </a:cubicBezTo>
                <a:cubicBezTo>
                  <a:pt x="136" y="299"/>
                  <a:pt x="131" y="298"/>
                  <a:pt x="127" y="298"/>
                </a:cubicBezTo>
                <a:cubicBezTo>
                  <a:pt x="122" y="298"/>
                  <a:pt x="119" y="299"/>
                  <a:pt x="116" y="301"/>
                </a:cubicBezTo>
                <a:cubicBezTo>
                  <a:pt x="97" y="315"/>
                  <a:pt x="74" y="316"/>
                  <a:pt x="55" y="304"/>
                </a:cubicBezTo>
                <a:cubicBezTo>
                  <a:pt x="51" y="301"/>
                  <a:pt x="47" y="297"/>
                  <a:pt x="44" y="292"/>
                </a:cubicBezTo>
                <a:cubicBezTo>
                  <a:pt x="37" y="281"/>
                  <a:pt x="32" y="269"/>
                  <a:pt x="27" y="257"/>
                </a:cubicBezTo>
                <a:cubicBezTo>
                  <a:pt x="26" y="255"/>
                  <a:pt x="26" y="254"/>
                  <a:pt x="25" y="252"/>
                </a:cubicBezTo>
                <a:cubicBezTo>
                  <a:pt x="20" y="241"/>
                  <a:pt x="17" y="230"/>
                  <a:pt x="18" y="217"/>
                </a:cubicBezTo>
                <a:cubicBezTo>
                  <a:pt x="19" y="215"/>
                  <a:pt x="18" y="213"/>
                  <a:pt x="18" y="210"/>
                </a:cubicBezTo>
                <a:cubicBezTo>
                  <a:pt x="12" y="187"/>
                  <a:pt x="6" y="163"/>
                  <a:pt x="1" y="140"/>
                </a:cubicBezTo>
                <a:cubicBezTo>
                  <a:pt x="0" y="138"/>
                  <a:pt x="0" y="136"/>
                  <a:pt x="0" y="134"/>
                </a:cubicBezTo>
                <a:cubicBezTo>
                  <a:pt x="6" y="106"/>
                  <a:pt x="12" y="78"/>
                  <a:pt x="18" y="50"/>
                </a:cubicBezTo>
                <a:cubicBezTo>
                  <a:pt x="22" y="35"/>
                  <a:pt x="26" y="19"/>
                  <a:pt x="32" y="4"/>
                </a:cubicBezTo>
                <a:cubicBezTo>
                  <a:pt x="33" y="2"/>
                  <a:pt x="33" y="1"/>
                  <a:pt x="3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2" name="Freeform 13">
            <a:extLst xmlns:a="http://schemas.openxmlformats.org/drawingml/2006/main">
              <a:ext uri="{FF2B5EF4-FFF2-40B4-BE49-F238E27FC236}">
                <a16:creationId xmlns:a16="http://schemas.microsoft.com/office/drawing/2014/main" id="{67804F22-BCCC-4F33-BC9A-43B9246F2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5489" y="493594"/>
            <a:ext cx="137428" cy="152255"/>
          </a:xfrm>
          <a:custGeom xmlns:a="http://schemas.openxmlformats.org/drawingml/2006/main">
            <a:gdLst>
              <a:gd name="T0" fmla="*/ 194 w 271"/>
              <a:gd name="T1" fmla="*/ 98 h 300"/>
              <a:gd name="T2" fmla="*/ 236 w 271"/>
              <a:gd name="T3" fmla="*/ 96 h 300"/>
              <a:gd name="T4" fmla="*/ 237 w 271"/>
              <a:gd name="T5" fmla="*/ 111 h 300"/>
              <a:gd name="T6" fmla="*/ 175 w 271"/>
              <a:gd name="T7" fmla="*/ 150 h 300"/>
              <a:gd name="T8" fmla="*/ 169 w 271"/>
              <a:gd name="T9" fmla="*/ 195 h 300"/>
              <a:gd name="T10" fmla="*/ 177 w 271"/>
              <a:gd name="T11" fmla="*/ 299 h 300"/>
              <a:gd name="T12" fmla="*/ 159 w 271"/>
              <a:gd name="T13" fmla="*/ 285 h 300"/>
              <a:gd name="T14" fmla="*/ 150 w 271"/>
              <a:gd name="T15" fmla="*/ 266 h 300"/>
              <a:gd name="T16" fmla="*/ 133 w 271"/>
              <a:gd name="T17" fmla="*/ 260 h 300"/>
              <a:gd name="T18" fmla="*/ 132 w 271"/>
              <a:gd name="T19" fmla="*/ 243 h 300"/>
              <a:gd name="T20" fmla="*/ 149 w 271"/>
              <a:gd name="T21" fmla="*/ 232 h 300"/>
              <a:gd name="T22" fmla="*/ 139 w 271"/>
              <a:gd name="T23" fmla="*/ 197 h 300"/>
              <a:gd name="T24" fmla="*/ 117 w 271"/>
              <a:gd name="T25" fmla="*/ 216 h 300"/>
              <a:gd name="T26" fmla="*/ 101 w 271"/>
              <a:gd name="T27" fmla="*/ 235 h 300"/>
              <a:gd name="T28" fmla="*/ 26 w 271"/>
              <a:gd name="T29" fmla="*/ 293 h 300"/>
              <a:gd name="T30" fmla="*/ 0 w 271"/>
              <a:gd name="T31" fmla="*/ 243 h 300"/>
              <a:gd name="T32" fmla="*/ 9 w 271"/>
              <a:gd name="T33" fmla="*/ 237 h 300"/>
              <a:gd name="T34" fmla="*/ 32 w 271"/>
              <a:gd name="T35" fmla="*/ 234 h 300"/>
              <a:gd name="T36" fmla="*/ 59 w 271"/>
              <a:gd name="T37" fmla="*/ 219 h 300"/>
              <a:gd name="T38" fmla="*/ 116 w 271"/>
              <a:gd name="T39" fmla="*/ 185 h 300"/>
              <a:gd name="T40" fmla="*/ 145 w 271"/>
              <a:gd name="T41" fmla="*/ 155 h 300"/>
              <a:gd name="T42" fmla="*/ 133 w 271"/>
              <a:gd name="T43" fmla="*/ 142 h 300"/>
              <a:gd name="T44" fmla="*/ 145 w 271"/>
              <a:gd name="T45" fmla="*/ 112 h 300"/>
              <a:gd name="T46" fmla="*/ 143 w 271"/>
              <a:gd name="T47" fmla="*/ 104 h 300"/>
              <a:gd name="T48" fmla="*/ 124 w 271"/>
              <a:gd name="T49" fmla="*/ 108 h 300"/>
              <a:gd name="T50" fmla="*/ 121 w 271"/>
              <a:gd name="T51" fmla="*/ 140 h 300"/>
              <a:gd name="T52" fmla="*/ 87 w 271"/>
              <a:gd name="T53" fmla="*/ 188 h 300"/>
              <a:gd name="T54" fmla="*/ 73 w 271"/>
              <a:gd name="T55" fmla="*/ 176 h 300"/>
              <a:gd name="T56" fmla="*/ 67 w 271"/>
              <a:gd name="T57" fmla="*/ 159 h 300"/>
              <a:gd name="T58" fmla="*/ 66 w 271"/>
              <a:gd name="T59" fmla="*/ 63 h 300"/>
              <a:gd name="T60" fmla="*/ 72 w 271"/>
              <a:gd name="T61" fmla="*/ 47 h 300"/>
              <a:gd name="T62" fmla="*/ 88 w 271"/>
              <a:gd name="T63" fmla="*/ 55 h 300"/>
              <a:gd name="T64" fmla="*/ 109 w 271"/>
              <a:gd name="T65" fmla="*/ 63 h 300"/>
              <a:gd name="T66" fmla="*/ 160 w 271"/>
              <a:gd name="T67" fmla="*/ 28 h 300"/>
              <a:gd name="T68" fmla="*/ 187 w 271"/>
              <a:gd name="T69" fmla="*/ 16 h 300"/>
              <a:gd name="T70" fmla="*/ 258 w 271"/>
              <a:gd name="T71" fmla="*/ 4 h 300"/>
              <a:gd name="T72" fmla="*/ 271 w 271"/>
              <a:gd name="T73" fmla="*/ 16 h 300"/>
              <a:gd name="T74" fmla="*/ 248 w 271"/>
              <a:gd name="T75" fmla="*/ 37 h 300"/>
              <a:gd name="T76" fmla="*/ 215 w 271"/>
              <a:gd name="T77" fmla="*/ 67 h 300"/>
              <a:gd name="T78" fmla="*/ 186 w 271"/>
              <a:gd name="T79" fmla="*/ 95 h 300"/>
            </a:gdLst>
            <a:rect l="0" t="0" r="r" b="b"/>
            <a:pathLst>
              <a:path w="271" h="300">
                <a:moveTo>
                  <a:pt x="185" y="102"/>
                </a:moveTo>
                <a:cubicBezTo>
                  <a:pt x="188" y="101"/>
                  <a:pt x="191" y="99"/>
                  <a:pt x="194" y="98"/>
                </a:cubicBezTo>
                <a:cubicBezTo>
                  <a:pt x="200" y="94"/>
                  <a:pt x="206" y="91"/>
                  <a:pt x="213" y="90"/>
                </a:cubicBezTo>
                <a:cubicBezTo>
                  <a:pt x="221" y="89"/>
                  <a:pt x="229" y="92"/>
                  <a:pt x="236" y="96"/>
                </a:cubicBezTo>
                <a:cubicBezTo>
                  <a:pt x="237" y="97"/>
                  <a:pt x="238" y="98"/>
                  <a:pt x="239" y="99"/>
                </a:cubicBezTo>
                <a:cubicBezTo>
                  <a:pt x="242" y="103"/>
                  <a:pt x="242" y="108"/>
                  <a:pt x="237" y="111"/>
                </a:cubicBezTo>
                <a:cubicBezTo>
                  <a:pt x="220" y="127"/>
                  <a:pt x="200" y="139"/>
                  <a:pt x="179" y="148"/>
                </a:cubicBezTo>
                <a:cubicBezTo>
                  <a:pt x="178" y="149"/>
                  <a:pt x="176" y="149"/>
                  <a:pt x="175" y="150"/>
                </a:cubicBezTo>
                <a:cubicBezTo>
                  <a:pt x="167" y="153"/>
                  <a:pt x="164" y="159"/>
                  <a:pt x="163" y="168"/>
                </a:cubicBezTo>
                <a:cubicBezTo>
                  <a:pt x="163" y="177"/>
                  <a:pt x="165" y="187"/>
                  <a:pt x="169" y="195"/>
                </a:cubicBezTo>
                <a:cubicBezTo>
                  <a:pt x="182" y="226"/>
                  <a:pt x="186" y="259"/>
                  <a:pt x="185" y="292"/>
                </a:cubicBezTo>
                <a:cubicBezTo>
                  <a:pt x="185" y="298"/>
                  <a:pt x="183" y="300"/>
                  <a:pt x="177" y="299"/>
                </a:cubicBezTo>
                <a:cubicBezTo>
                  <a:pt x="171" y="299"/>
                  <a:pt x="165" y="297"/>
                  <a:pt x="161" y="292"/>
                </a:cubicBezTo>
                <a:cubicBezTo>
                  <a:pt x="159" y="290"/>
                  <a:pt x="159" y="287"/>
                  <a:pt x="159" y="285"/>
                </a:cubicBezTo>
                <a:cubicBezTo>
                  <a:pt x="159" y="284"/>
                  <a:pt x="159" y="282"/>
                  <a:pt x="159" y="281"/>
                </a:cubicBezTo>
                <a:cubicBezTo>
                  <a:pt x="159" y="274"/>
                  <a:pt x="156" y="269"/>
                  <a:pt x="150" y="266"/>
                </a:cubicBezTo>
                <a:cubicBezTo>
                  <a:pt x="146" y="263"/>
                  <a:pt x="141" y="262"/>
                  <a:pt x="136" y="260"/>
                </a:cubicBezTo>
                <a:cubicBezTo>
                  <a:pt x="135" y="260"/>
                  <a:pt x="134" y="260"/>
                  <a:pt x="133" y="260"/>
                </a:cubicBezTo>
                <a:cubicBezTo>
                  <a:pt x="129" y="258"/>
                  <a:pt x="126" y="255"/>
                  <a:pt x="126" y="252"/>
                </a:cubicBezTo>
                <a:cubicBezTo>
                  <a:pt x="125" y="248"/>
                  <a:pt x="128" y="244"/>
                  <a:pt x="132" y="243"/>
                </a:cubicBezTo>
                <a:cubicBezTo>
                  <a:pt x="134" y="242"/>
                  <a:pt x="136" y="242"/>
                  <a:pt x="138" y="242"/>
                </a:cubicBezTo>
                <a:cubicBezTo>
                  <a:pt x="144" y="241"/>
                  <a:pt x="147" y="238"/>
                  <a:pt x="149" y="232"/>
                </a:cubicBezTo>
                <a:cubicBezTo>
                  <a:pt x="153" y="220"/>
                  <a:pt x="151" y="208"/>
                  <a:pt x="144" y="197"/>
                </a:cubicBezTo>
                <a:cubicBezTo>
                  <a:pt x="142" y="195"/>
                  <a:pt x="141" y="195"/>
                  <a:pt x="139" y="197"/>
                </a:cubicBezTo>
                <a:cubicBezTo>
                  <a:pt x="138" y="197"/>
                  <a:pt x="137" y="198"/>
                  <a:pt x="136" y="199"/>
                </a:cubicBezTo>
                <a:cubicBezTo>
                  <a:pt x="129" y="205"/>
                  <a:pt x="123" y="210"/>
                  <a:pt x="117" y="216"/>
                </a:cubicBezTo>
                <a:cubicBezTo>
                  <a:pt x="112" y="220"/>
                  <a:pt x="108" y="225"/>
                  <a:pt x="105" y="231"/>
                </a:cubicBezTo>
                <a:cubicBezTo>
                  <a:pt x="104" y="232"/>
                  <a:pt x="103" y="233"/>
                  <a:pt x="101" y="235"/>
                </a:cubicBezTo>
                <a:cubicBezTo>
                  <a:pt x="84" y="253"/>
                  <a:pt x="66" y="270"/>
                  <a:pt x="48" y="288"/>
                </a:cubicBezTo>
                <a:cubicBezTo>
                  <a:pt x="41" y="296"/>
                  <a:pt x="35" y="297"/>
                  <a:pt x="26" y="293"/>
                </a:cubicBezTo>
                <a:cubicBezTo>
                  <a:pt x="20" y="291"/>
                  <a:pt x="16" y="287"/>
                  <a:pt x="13" y="282"/>
                </a:cubicBezTo>
                <a:cubicBezTo>
                  <a:pt x="4" y="271"/>
                  <a:pt x="1" y="257"/>
                  <a:pt x="0" y="243"/>
                </a:cubicBezTo>
                <a:cubicBezTo>
                  <a:pt x="0" y="240"/>
                  <a:pt x="1" y="239"/>
                  <a:pt x="3" y="239"/>
                </a:cubicBezTo>
                <a:cubicBezTo>
                  <a:pt x="5" y="238"/>
                  <a:pt x="7" y="237"/>
                  <a:pt x="9" y="237"/>
                </a:cubicBezTo>
                <a:cubicBezTo>
                  <a:pt x="13" y="235"/>
                  <a:pt x="16" y="235"/>
                  <a:pt x="20" y="237"/>
                </a:cubicBezTo>
                <a:cubicBezTo>
                  <a:pt x="24" y="239"/>
                  <a:pt x="28" y="238"/>
                  <a:pt x="32" y="234"/>
                </a:cubicBezTo>
                <a:cubicBezTo>
                  <a:pt x="34" y="233"/>
                  <a:pt x="37" y="231"/>
                  <a:pt x="39" y="230"/>
                </a:cubicBezTo>
                <a:cubicBezTo>
                  <a:pt x="46" y="226"/>
                  <a:pt x="52" y="222"/>
                  <a:pt x="59" y="219"/>
                </a:cubicBezTo>
                <a:cubicBezTo>
                  <a:pt x="60" y="218"/>
                  <a:pt x="62" y="217"/>
                  <a:pt x="63" y="216"/>
                </a:cubicBezTo>
                <a:cubicBezTo>
                  <a:pt x="81" y="206"/>
                  <a:pt x="98" y="195"/>
                  <a:pt x="116" y="185"/>
                </a:cubicBezTo>
                <a:cubicBezTo>
                  <a:pt x="122" y="181"/>
                  <a:pt x="128" y="177"/>
                  <a:pt x="134" y="172"/>
                </a:cubicBezTo>
                <a:cubicBezTo>
                  <a:pt x="139" y="168"/>
                  <a:pt x="143" y="163"/>
                  <a:pt x="145" y="155"/>
                </a:cubicBezTo>
                <a:cubicBezTo>
                  <a:pt x="143" y="155"/>
                  <a:pt x="142" y="154"/>
                  <a:pt x="140" y="154"/>
                </a:cubicBezTo>
                <a:cubicBezTo>
                  <a:pt x="134" y="152"/>
                  <a:pt x="132" y="148"/>
                  <a:pt x="133" y="142"/>
                </a:cubicBezTo>
                <a:cubicBezTo>
                  <a:pt x="134" y="140"/>
                  <a:pt x="135" y="137"/>
                  <a:pt x="136" y="135"/>
                </a:cubicBezTo>
                <a:cubicBezTo>
                  <a:pt x="139" y="127"/>
                  <a:pt x="142" y="119"/>
                  <a:pt x="145" y="112"/>
                </a:cubicBezTo>
                <a:cubicBezTo>
                  <a:pt x="145" y="111"/>
                  <a:pt x="146" y="110"/>
                  <a:pt x="146" y="109"/>
                </a:cubicBezTo>
                <a:cubicBezTo>
                  <a:pt x="147" y="105"/>
                  <a:pt x="146" y="104"/>
                  <a:pt x="143" y="104"/>
                </a:cubicBezTo>
                <a:cubicBezTo>
                  <a:pt x="140" y="104"/>
                  <a:pt x="138" y="104"/>
                  <a:pt x="135" y="105"/>
                </a:cubicBezTo>
                <a:cubicBezTo>
                  <a:pt x="132" y="106"/>
                  <a:pt x="128" y="107"/>
                  <a:pt x="124" y="108"/>
                </a:cubicBezTo>
                <a:cubicBezTo>
                  <a:pt x="122" y="109"/>
                  <a:pt x="121" y="111"/>
                  <a:pt x="121" y="113"/>
                </a:cubicBezTo>
                <a:cubicBezTo>
                  <a:pt x="121" y="122"/>
                  <a:pt x="121" y="131"/>
                  <a:pt x="121" y="140"/>
                </a:cubicBezTo>
                <a:cubicBezTo>
                  <a:pt x="121" y="142"/>
                  <a:pt x="120" y="144"/>
                  <a:pt x="119" y="146"/>
                </a:cubicBezTo>
                <a:cubicBezTo>
                  <a:pt x="108" y="160"/>
                  <a:pt x="98" y="174"/>
                  <a:pt x="87" y="188"/>
                </a:cubicBezTo>
                <a:cubicBezTo>
                  <a:pt x="87" y="189"/>
                  <a:pt x="86" y="189"/>
                  <a:pt x="86" y="190"/>
                </a:cubicBezTo>
                <a:cubicBezTo>
                  <a:pt x="81" y="185"/>
                  <a:pt x="77" y="181"/>
                  <a:pt x="73" y="176"/>
                </a:cubicBezTo>
                <a:cubicBezTo>
                  <a:pt x="70" y="173"/>
                  <a:pt x="69" y="170"/>
                  <a:pt x="69" y="166"/>
                </a:cubicBezTo>
                <a:cubicBezTo>
                  <a:pt x="68" y="164"/>
                  <a:pt x="68" y="161"/>
                  <a:pt x="67" y="159"/>
                </a:cubicBezTo>
                <a:cubicBezTo>
                  <a:pt x="58" y="138"/>
                  <a:pt x="57" y="117"/>
                  <a:pt x="63" y="95"/>
                </a:cubicBezTo>
                <a:cubicBezTo>
                  <a:pt x="67" y="84"/>
                  <a:pt x="67" y="74"/>
                  <a:pt x="66" y="63"/>
                </a:cubicBezTo>
                <a:cubicBezTo>
                  <a:pt x="66" y="60"/>
                  <a:pt x="66" y="57"/>
                  <a:pt x="66" y="54"/>
                </a:cubicBezTo>
                <a:cubicBezTo>
                  <a:pt x="66" y="50"/>
                  <a:pt x="68" y="47"/>
                  <a:pt x="72" y="47"/>
                </a:cubicBezTo>
                <a:cubicBezTo>
                  <a:pt x="75" y="46"/>
                  <a:pt x="78" y="47"/>
                  <a:pt x="80" y="48"/>
                </a:cubicBezTo>
                <a:cubicBezTo>
                  <a:pt x="83" y="50"/>
                  <a:pt x="85" y="52"/>
                  <a:pt x="88" y="55"/>
                </a:cubicBezTo>
                <a:cubicBezTo>
                  <a:pt x="90" y="57"/>
                  <a:pt x="91" y="59"/>
                  <a:pt x="93" y="61"/>
                </a:cubicBezTo>
                <a:cubicBezTo>
                  <a:pt x="99" y="66"/>
                  <a:pt x="103" y="67"/>
                  <a:pt x="109" y="63"/>
                </a:cubicBezTo>
                <a:cubicBezTo>
                  <a:pt x="117" y="58"/>
                  <a:pt x="125" y="53"/>
                  <a:pt x="133" y="48"/>
                </a:cubicBezTo>
                <a:cubicBezTo>
                  <a:pt x="142" y="41"/>
                  <a:pt x="151" y="35"/>
                  <a:pt x="160" y="28"/>
                </a:cubicBezTo>
                <a:cubicBezTo>
                  <a:pt x="163" y="25"/>
                  <a:pt x="167" y="24"/>
                  <a:pt x="171" y="23"/>
                </a:cubicBezTo>
                <a:cubicBezTo>
                  <a:pt x="177" y="23"/>
                  <a:pt x="182" y="20"/>
                  <a:pt x="187" y="16"/>
                </a:cubicBezTo>
                <a:cubicBezTo>
                  <a:pt x="196" y="6"/>
                  <a:pt x="208" y="2"/>
                  <a:pt x="221" y="1"/>
                </a:cubicBezTo>
                <a:cubicBezTo>
                  <a:pt x="233" y="0"/>
                  <a:pt x="246" y="0"/>
                  <a:pt x="258" y="4"/>
                </a:cubicBezTo>
                <a:cubicBezTo>
                  <a:pt x="261" y="5"/>
                  <a:pt x="264" y="7"/>
                  <a:pt x="267" y="9"/>
                </a:cubicBezTo>
                <a:cubicBezTo>
                  <a:pt x="270" y="10"/>
                  <a:pt x="271" y="13"/>
                  <a:pt x="271" y="16"/>
                </a:cubicBezTo>
                <a:cubicBezTo>
                  <a:pt x="271" y="18"/>
                  <a:pt x="271" y="19"/>
                  <a:pt x="269" y="21"/>
                </a:cubicBezTo>
                <a:cubicBezTo>
                  <a:pt x="262" y="26"/>
                  <a:pt x="255" y="31"/>
                  <a:pt x="248" y="37"/>
                </a:cubicBezTo>
                <a:cubicBezTo>
                  <a:pt x="240" y="43"/>
                  <a:pt x="232" y="50"/>
                  <a:pt x="226" y="58"/>
                </a:cubicBezTo>
                <a:cubicBezTo>
                  <a:pt x="223" y="62"/>
                  <a:pt x="219" y="65"/>
                  <a:pt x="215" y="67"/>
                </a:cubicBezTo>
                <a:cubicBezTo>
                  <a:pt x="213" y="68"/>
                  <a:pt x="212" y="69"/>
                  <a:pt x="211" y="70"/>
                </a:cubicBezTo>
                <a:cubicBezTo>
                  <a:pt x="202" y="79"/>
                  <a:pt x="194" y="87"/>
                  <a:pt x="186" y="95"/>
                </a:cubicBezTo>
                <a:cubicBezTo>
                  <a:pt x="184" y="97"/>
                  <a:pt x="183" y="99"/>
                  <a:pt x="185" y="10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3" name="Freeform 14">
            <a:extLst xmlns:a="http://schemas.openxmlformats.org/drawingml/2006/main">
              <a:ext uri="{FF2B5EF4-FFF2-40B4-BE49-F238E27FC236}">
                <a16:creationId xmlns:a16="http://schemas.microsoft.com/office/drawing/2014/main" id="{EE061975-6934-47F9-9B0C-7A33EB050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1601" y="548337"/>
            <a:ext cx="141990" cy="90098"/>
          </a:xfrm>
          <a:custGeom xmlns:a="http://schemas.openxmlformats.org/drawingml/2006/main">
            <a:gdLst>
              <a:gd name="T0" fmla="*/ 16 w 280"/>
              <a:gd name="T1" fmla="*/ 133 h 178"/>
              <a:gd name="T2" fmla="*/ 14 w 280"/>
              <a:gd name="T3" fmla="*/ 124 h 178"/>
              <a:gd name="T4" fmla="*/ 2 w 280"/>
              <a:gd name="T5" fmla="*/ 103 h 178"/>
              <a:gd name="T6" fmla="*/ 6 w 280"/>
              <a:gd name="T7" fmla="*/ 81 h 178"/>
              <a:gd name="T8" fmla="*/ 16 w 280"/>
              <a:gd name="T9" fmla="*/ 77 h 178"/>
              <a:gd name="T10" fmla="*/ 22 w 280"/>
              <a:gd name="T11" fmla="*/ 77 h 178"/>
              <a:gd name="T12" fmla="*/ 40 w 280"/>
              <a:gd name="T13" fmla="*/ 71 h 178"/>
              <a:gd name="T14" fmla="*/ 54 w 280"/>
              <a:gd name="T15" fmla="*/ 64 h 178"/>
              <a:gd name="T16" fmla="*/ 63 w 280"/>
              <a:gd name="T17" fmla="*/ 61 h 178"/>
              <a:gd name="T18" fmla="*/ 144 w 280"/>
              <a:gd name="T19" fmla="*/ 25 h 178"/>
              <a:gd name="T20" fmla="*/ 169 w 280"/>
              <a:gd name="T21" fmla="*/ 16 h 178"/>
              <a:gd name="T22" fmla="*/ 186 w 280"/>
              <a:gd name="T23" fmla="*/ 13 h 178"/>
              <a:gd name="T24" fmla="*/ 209 w 280"/>
              <a:gd name="T25" fmla="*/ 9 h 178"/>
              <a:gd name="T26" fmla="*/ 224 w 280"/>
              <a:gd name="T27" fmla="*/ 3 h 178"/>
              <a:gd name="T28" fmla="*/ 233 w 280"/>
              <a:gd name="T29" fmla="*/ 0 h 178"/>
              <a:gd name="T30" fmla="*/ 265 w 280"/>
              <a:gd name="T31" fmla="*/ 5 h 178"/>
              <a:gd name="T32" fmla="*/ 274 w 280"/>
              <a:gd name="T33" fmla="*/ 29 h 178"/>
              <a:gd name="T34" fmla="*/ 256 w 280"/>
              <a:gd name="T35" fmla="*/ 50 h 178"/>
              <a:gd name="T36" fmla="*/ 245 w 280"/>
              <a:gd name="T37" fmla="*/ 53 h 178"/>
              <a:gd name="T38" fmla="*/ 220 w 280"/>
              <a:gd name="T39" fmla="*/ 56 h 178"/>
              <a:gd name="T40" fmla="*/ 213 w 280"/>
              <a:gd name="T41" fmla="*/ 58 h 178"/>
              <a:gd name="T42" fmla="*/ 208 w 280"/>
              <a:gd name="T43" fmla="*/ 67 h 178"/>
              <a:gd name="T44" fmla="*/ 210 w 280"/>
              <a:gd name="T45" fmla="*/ 76 h 178"/>
              <a:gd name="T46" fmla="*/ 218 w 280"/>
              <a:gd name="T47" fmla="*/ 92 h 178"/>
              <a:gd name="T48" fmla="*/ 224 w 280"/>
              <a:gd name="T49" fmla="*/ 115 h 178"/>
              <a:gd name="T50" fmla="*/ 220 w 280"/>
              <a:gd name="T51" fmla="*/ 146 h 178"/>
              <a:gd name="T52" fmla="*/ 197 w 280"/>
              <a:gd name="T53" fmla="*/ 163 h 178"/>
              <a:gd name="T54" fmla="*/ 189 w 280"/>
              <a:gd name="T55" fmla="*/ 163 h 178"/>
              <a:gd name="T56" fmla="*/ 181 w 280"/>
              <a:gd name="T57" fmla="*/ 167 h 178"/>
              <a:gd name="T58" fmla="*/ 178 w 280"/>
              <a:gd name="T59" fmla="*/ 170 h 178"/>
              <a:gd name="T60" fmla="*/ 156 w 280"/>
              <a:gd name="T61" fmla="*/ 175 h 178"/>
              <a:gd name="T62" fmla="*/ 140 w 280"/>
              <a:gd name="T63" fmla="*/ 166 h 178"/>
              <a:gd name="T64" fmla="*/ 126 w 280"/>
              <a:gd name="T65" fmla="*/ 162 h 178"/>
              <a:gd name="T66" fmla="*/ 119 w 280"/>
              <a:gd name="T67" fmla="*/ 160 h 178"/>
              <a:gd name="T68" fmla="*/ 113 w 280"/>
              <a:gd name="T69" fmla="*/ 150 h 178"/>
              <a:gd name="T70" fmla="*/ 115 w 280"/>
              <a:gd name="T71" fmla="*/ 147 h 178"/>
              <a:gd name="T72" fmla="*/ 122 w 280"/>
              <a:gd name="T73" fmla="*/ 147 h 178"/>
              <a:gd name="T74" fmla="*/ 166 w 280"/>
              <a:gd name="T75" fmla="*/ 141 h 178"/>
              <a:gd name="T76" fmla="*/ 185 w 280"/>
              <a:gd name="T77" fmla="*/ 129 h 178"/>
              <a:gd name="T78" fmla="*/ 188 w 280"/>
              <a:gd name="T79" fmla="*/ 120 h 178"/>
              <a:gd name="T80" fmla="*/ 185 w 280"/>
              <a:gd name="T81" fmla="*/ 92 h 178"/>
              <a:gd name="T82" fmla="*/ 184 w 280"/>
              <a:gd name="T83" fmla="*/ 77 h 178"/>
              <a:gd name="T84" fmla="*/ 179 w 280"/>
              <a:gd name="T85" fmla="*/ 71 h 178"/>
              <a:gd name="T86" fmla="*/ 163 w 280"/>
              <a:gd name="T87" fmla="*/ 75 h 178"/>
              <a:gd name="T88" fmla="*/ 158 w 280"/>
              <a:gd name="T89" fmla="*/ 79 h 178"/>
              <a:gd name="T90" fmla="*/ 145 w 280"/>
              <a:gd name="T91" fmla="*/ 82 h 178"/>
              <a:gd name="T92" fmla="*/ 116 w 280"/>
              <a:gd name="T93" fmla="*/ 91 h 178"/>
              <a:gd name="T94" fmla="*/ 80 w 280"/>
              <a:gd name="T95" fmla="*/ 118 h 178"/>
              <a:gd name="T96" fmla="*/ 52 w 280"/>
              <a:gd name="T97" fmla="*/ 135 h 178"/>
              <a:gd name="T98" fmla="*/ 22 w 280"/>
              <a:gd name="T99" fmla="*/ 136 h 178"/>
              <a:gd name="T100" fmla="*/ 18 w 280"/>
              <a:gd name="T101" fmla="*/ 134 h 178"/>
              <a:gd name="T102" fmla="*/ 16 w 280"/>
              <a:gd name="T103" fmla="*/ 133 h 178"/>
            </a:gdLst>
            <a:rect l="0" t="0" r="r" b="b"/>
            <a:pathLst>
              <a:path w="280" h="178">
                <a:moveTo>
                  <a:pt x="16" y="133"/>
                </a:moveTo>
                <a:cubicBezTo>
                  <a:pt x="18" y="129"/>
                  <a:pt x="16" y="127"/>
                  <a:pt x="14" y="124"/>
                </a:cubicBezTo>
                <a:cubicBezTo>
                  <a:pt x="9" y="118"/>
                  <a:pt x="5" y="111"/>
                  <a:pt x="2" y="103"/>
                </a:cubicBezTo>
                <a:cubicBezTo>
                  <a:pt x="0" y="95"/>
                  <a:pt x="1" y="88"/>
                  <a:pt x="6" y="81"/>
                </a:cubicBezTo>
                <a:cubicBezTo>
                  <a:pt x="9" y="78"/>
                  <a:pt x="12" y="76"/>
                  <a:pt x="16" y="77"/>
                </a:cubicBezTo>
                <a:cubicBezTo>
                  <a:pt x="18" y="77"/>
                  <a:pt x="20" y="76"/>
                  <a:pt x="22" y="77"/>
                </a:cubicBezTo>
                <a:cubicBezTo>
                  <a:pt x="29" y="79"/>
                  <a:pt x="36" y="76"/>
                  <a:pt x="40" y="71"/>
                </a:cubicBezTo>
                <a:cubicBezTo>
                  <a:pt x="44" y="67"/>
                  <a:pt x="49" y="65"/>
                  <a:pt x="54" y="64"/>
                </a:cubicBezTo>
                <a:cubicBezTo>
                  <a:pt x="57" y="64"/>
                  <a:pt x="60" y="62"/>
                  <a:pt x="63" y="61"/>
                </a:cubicBezTo>
                <a:cubicBezTo>
                  <a:pt x="89" y="47"/>
                  <a:pt x="116" y="35"/>
                  <a:pt x="144" y="25"/>
                </a:cubicBezTo>
                <a:cubicBezTo>
                  <a:pt x="152" y="22"/>
                  <a:pt x="161" y="19"/>
                  <a:pt x="169" y="16"/>
                </a:cubicBezTo>
                <a:cubicBezTo>
                  <a:pt x="174" y="14"/>
                  <a:pt x="180" y="14"/>
                  <a:pt x="186" y="13"/>
                </a:cubicBezTo>
                <a:cubicBezTo>
                  <a:pt x="194" y="12"/>
                  <a:pt x="201" y="11"/>
                  <a:pt x="209" y="9"/>
                </a:cubicBezTo>
                <a:cubicBezTo>
                  <a:pt x="214" y="8"/>
                  <a:pt x="219" y="5"/>
                  <a:pt x="224" y="3"/>
                </a:cubicBezTo>
                <a:cubicBezTo>
                  <a:pt x="227" y="1"/>
                  <a:pt x="230" y="0"/>
                  <a:pt x="233" y="0"/>
                </a:cubicBezTo>
                <a:cubicBezTo>
                  <a:pt x="244" y="0"/>
                  <a:pt x="255" y="1"/>
                  <a:pt x="265" y="5"/>
                </a:cubicBezTo>
                <a:cubicBezTo>
                  <a:pt x="276" y="9"/>
                  <a:pt x="280" y="19"/>
                  <a:pt x="274" y="29"/>
                </a:cubicBezTo>
                <a:cubicBezTo>
                  <a:pt x="270" y="38"/>
                  <a:pt x="263" y="45"/>
                  <a:pt x="256" y="50"/>
                </a:cubicBezTo>
                <a:cubicBezTo>
                  <a:pt x="252" y="53"/>
                  <a:pt x="249" y="53"/>
                  <a:pt x="245" y="53"/>
                </a:cubicBezTo>
                <a:cubicBezTo>
                  <a:pt x="236" y="54"/>
                  <a:pt x="228" y="55"/>
                  <a:pt x="220" y="56"/>
                </a:cubicBezTo>
                <a:cubicBezTo>
                  <a:pt x="218" y="57"/>
                  <a:pt x="215" y="57"/>
                  <a:pt x="213" y="58"/>
                </a:cubicBezTo>
                <a:cubicBezTo>
                  <a:pt x="209" y="60"/>
                  <a:pt x="208" y="63"/>
                  <a:pt x="208" y="67"/>
                </a:cubicBezTo>
                <a:cubicBezTo>
                  <a:pt x="208" y="70"/>
                  <a:pt x="209" y="73"/>
                  <a:pt x="210" y="76"/>
                </a:cubicBezTo>
                <a:cubicBezTo>
                  <a:pt x="213" y="82"/>
                  <a:pt x="215" y="87"/>
                  <a:pt x="218" y="92"/>
                </a:cubicBezTo>
                <a:cubicBezTo>
                  <a:pt x="221" y="100"/>
                  <a:pt x="224" y="107"/>
                  <a:pt x="224" y="115"/>
                </a:cubicBezTo>
                <a:cubicBezTo>
                  <a:pt x="224" y="126"/>
                  <a:pt x="223" y="136"/>
                  <a:pt x="220" y="146"/>
                </a:cubicBezTo>
                <a:cubicBezTo>
                  <a:pt x="216" y="157"/>
                  <a:pt x="209" y="162"/>
                  <a:pt x="197" y="163"/>
                </a:cubicBezTo>
                <a:cubicBezTo>
                  <a:pt x="194" y="163"/>
                  <a:pt x="192" y="163"/>
                  <a:pt x="189" y="163"/>
                </a:cubicBezTo>
                <a:cubicBezTo>
                  <a:pt x="186" y="163"/>
                  <a:pt x="183" y="163"/>
                  <a:pt x="181" y="167"/>
                </a:cubicBezTo>
                <a:cubicBezTo>
                  <a:pt x="180" y="168"/>
                  <a:pt x="179" y="169"/>
                  <a:pt x="178" y="170"/>
                </a:cubicBezTo>
                <a:cubicBezTo>
                  <a:pt x="171" y="176"/>
                  <a:pt x="164" y="178"/>
                  <a:pt x="156" y="175"/>
                </a:cubicBezTo>
                <a:cubicBezTo>
                  <a:pt x="151" y="172"/>
                  <a:pt x="145" y="169"/>
                  <a:pt x="140" y="166"/>
                </a:cubicBezTo>
                <a:cubicBezTo>
                  <a:pt x="136" y="163"/>
                  <a:pt x="132" y="162"/>
                  <a:pt x="126" y="162"/>
                </a:cubicBezTo>
                <a:cubicBezTo>
                  <a:pt x="124" y="162"/>
                  <a:pt x="121" y="163"/>
                  <a:pt x="119" y="160"/>
                </a:cubicBezTo>
                <a:cubicBezTo>
                  <a:pt x="116" y="157"/>
                  <a:pt x="114" y="154"/>
                  <a:pt x="113" y="150"/>
                </a:cubicBezTo>
                <a:cubicBezTo>
                  <a:pt x="112" y="148"/>
                  <a:pt x="113" y="147"/>
                  <a:pt x="115" y="147"/>
                </a:cubicBezTo>
                <a:cubicBezTo>
                  <a:pt x="117" y="147"/>
                  <a:pt x="120" y="147"/>
                  <a:pt x="122" y="147"/>
                </a:cubicBezTo>
                <a:cubicBezTo>
                  <a:pt x="137" y="148"/>
                  <a:pt x="152" y="146"/>
                  <a:pt x="166" y="141"/>
                </a:cubicBezTo>
                <a:cubicBezTo>
                  <a:pt x="173" y="138"/>
                  <a:pt x="179" y="134"/>
                  <a:pt x="185" y="129"/>
                </a:cubicBezTo>
                <a:cubicBezTo>
                  <a:pt x="188" y="126"/>
                  <a:pt x="189" y="123"/>
                  <a:pt x="188" y="120"/>
                </a:cubicBezTo>
                <a:cubicBezTo>
                  <a:pt x="187" y="111"/>
                  <a:pt x="186" y="102"/>
                  <a:pt x="185" y="92"/>
                </a:cubicBezTo>
                <a:cubicBezTo>
                  <a:pt x="184" y="87"/>
                  <a:pt x="184" y="82"/>
                  <a:pt x="184" y="77"/>
                </a:cubicBezTo>
                <a:cubicBezTo>
                  <a:pt x="184" y="73"/>
                  <a:pt x="183" y="71"/>
                  <a:pt x="179" y="71"/>
                </a:cubicBezTo>
                <a:cubicBezTo>
                  <a:pt x="173" y="70"/>
                  <a:pt x="168" y="70"/>
                  <a:pt x="163" y="75"/>
                </a:cubicBezTo>
                <a:cubicBezTo>
                  <a:pt x="162" y="76"/>
                  <a:pt x="160" y="77"/>
                  <a:pt x="158" y="79"/>
                </a:cubicBezTo>
                <a:cubicBezTo>
                  <a:pt x="154" y="81"/>
                  <a:pt x="150" y="83"/>
                  <a:pt x="145" y="82"/>
                </a:cubicBezTo>
                <a:cubicBezTo>
                  <a:pt x="134" y="82"/>
                  <a:pt x="124" y="85"/>
                  <a:pt x="116" y="91"/>
                </a:cubicBezTo>
                <a:cubicBezTo>
                  <a:pt x="104" y="100"/>
                  <a:pt x="92" y="109"/>
                  <a:pt x="80" y="118"/>
                </a:cubicBezTo>
                <a:cubicBezTo>
                  <a:pt x="71" y="124"/>
                  <a:pt x="62" y="131"/>
                  <a:pt x="52" y="135"/>
                </a:cubicBezTo>
                <a:cubicBezTo>
                  <a:pt x="42" y="139"/>
                  <a:pt x="32" y="140"/>
                  <a:pt x="22" y="136"/>
                </a:cubicBezTo>
                <a:cubicBezTo>
                  <a:pt x="20" y="136"/>
                  <a:pt x="19" y="135"/>
                  <a:pt x="18" y="134"/>
                </a:cubicBezTo>
                <a:cubicBezTo>
                  <a:pt x="17" y="134"/>
                  <a:pt x="17" y="134"/>
                  <a:pt x="16" y="133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4" name="Freeform 15">
            <a:extLst xmlns:a="http://schemas.openxmlformats.org/drawingml/2006/main">
              <a:ext uri="{FF2B5EF4-FFF2-40B4-BE49-F238E27FC236}">
                <a16:creationId xmlns:a16="http://schemas.microsoft.com/office/drawing/2014/main" id="{392D8188-2A4D-450D-9B6C-8B2A2C997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703" y="432578"/>
            <a:ext cx="107776" cy="57594"/>
          </a:xfrm>
          <a:custGeom xmlns:a="http://schemas.openxmlformats.org/drawingml/2006/main">
            <a:gdLst>
              <a:gd name="T0" fmla="*/ 197 w 212"/>
              <a:gd name="T1" fmla="*/ 0 h 114"/>
              <a:gd name="T2" fmla="*/ 205 w 212"/>
              <a:gd name="T3" fmla="*/ 0 h 114"/>
              <a:gd name="T4" fmla="*/ 211 w 212"/>
              <a:gd name="T5" fmla="*/ 9 h 114"/>
              <a:gd name="T6" fmla="*/ 191 w 212"/>
              <a:gd name="T7" fmla="*/ 29 h 114"/>
              <a:gd name="T8" fmla="*/ 187 w 212"/>
              <a:gd name="T9" fmla="*/ 29 h 114"/>
              <a:gd name="T10" fmla="*/ 174 w 212"/>
              <a:gd name="T11" fmla="*/ 33 h 114"/>
              <a:gd name="T12" fmla="*/ 132 w 212"/>
              <a:gd name="T13" fmla="*/ 67 h 114"/>
              <a:gd name="T14" fmla="*/ 109 w 212"/>
              <a:gd name="T15" fmla="*/ 91 h 114"/>
              <a:gd name="T16" fmla="*/ 71 w 212"/>
              <a:gd name="T17" fmla="*/ 112 h 114"/>
              <a:gd name="T18" fmla="*/ 40 w 212"/>
              <a:gd name="T19" fmla="*/ 108 h 114"/>
              <a:gd name="T20" fmla="*/ 9 w 212"/>
              <a:gd name="T21" fmla="*/ 90 h 114"/>
              <a:gd name="T22" fmla="*/ 8 w 212"/>
              <a:gd name="T23" fmla="*/ 89 h 114"/>
              <a:gd name="T24" fmla="*/ 11 w 212"/>
              <a:gd name="T25" fmla="*/ 64 h 114"/>
              <a:gd name="T26" fmla="*/ 15 w 212"/>
              <a:gd name="T27" fmla="*/ 62 h 114"/>
              <a:gd name="T28" fmla="*/ 114 w 212"/>
              <a:gd name="T29" fmla="*/ 23 h 114"/>
              <a:gd name="T30" fmla="*/ 130 w 212"/>
              <a:gd name="T31" fmla="*/ 18 h 114"/>
              <a:gd name="T32" fmla="*/ 164 w 212"/>
              <a:gd name="T33" fmla="*/ 7 h 114"/>
              <a:gd name="T34" fmla="*/ 197 w 212"/>
              <a:gd name="T35" fmla="*/ 0 h 114"/>
            </a:gdLst>
            <a:rect l="0" t="0" r="r" b="b"/>
            <a:pathLst>
              <a:path w="212" h="114">
                <a:moveTo>
                  <a:pt x="197" y="0"/>
                </a:moveTo>
                <a:cubicBezTo>
                  <a:pt x="199" y="0"/>
                  <a:pt x="202" y="0"/>
                  <a:pt x="205" y="0"/>
                </a:cubicBezTo>
                <a:cubicBezTo>
                  <a:pt x="209" y="1"/>
                  <a:pt x="212" y="5"/>
                  <a:pt x="211" y="9"/>
                </a:cubicBezTo>
                <a:cubicBezTo>
                  <a:pt x="207" y="18"/>
                  <a:pt x="200" y="25"/>
                  <a:pt x="191" y="29"/>
                </a:cubicBezTo>
                <a:cubicBezTo>
                  <a:pt x="189" y="29"/>
                  <a:pt x="188" y="29"/>
                  <a:pt x="187" y="29"/>
                </a:cubicBezTo>
                <a:cubicBezTo>
                  <a:pt x="182" y="28"/>
                  <a:pt x="178" y="30"/>
                  <a:pt x="174" y="33"/>
                </a:cubicBezTo>
                <a:cubicBezTo>
                  <a:pt x="158" y="43"/>
                  <a:pt x="144" y="54"/>
                  <a:pt x="132" y="67"/>
                </a:cubicBezTo>
                <a:cubicBezTo>
                  <a:pt x="124" y="75"/>
                  <a:pt x="116" y="83"/>
                  <a:pt x="109" y="91"/>
                </a:cubicBezTo>
                <a:cubicBezTo>
                  <a:pt x="99" y="102"/>
                  <a:pt x="86" y="110"/>
                  <a:pt x="71" y="112"/>
                </a:cubicBezTo>
                <a:cubicBezTo>
                  <a:pt x="61" y="114"/>
                  <a:pt x="50" y="112"/>
                  <a:pt x="40" y="108"/>
                </a:cubicBezTo>
                <a:cubicBezTo>
                  <a:pt x="29" y="104"/>
                  <a:pt x="19" y="98"/>
                  <a:pt x="9" y="90"/>
                </a:cubicBezTo>
                <a:cubicBezTo>
                  <a:pt x="9" y="90"/>
                  <a:pt x="9" y="89"/>
                  <a:pt x="8" y="89"/>
                </a:cubicBezTo>
                <a:cubicBezTo>
                  <a:pt x="0" y="81"/>
                  <a:pt x="2" y="70"/>
                  <a:pt x="11" y="64"/>
                </a:cubicBezTo>
                <a:cubicBezTo>
                  <a:pt x="12" y="63"/>
                  <a:pt x="14" y="63"/>
                  <a:pt x="15" y="62"/>
                </a:cubicBezTo>
                <a:cubicBezTo>
                  <a:pt x="48" y="49"/>
                  <a:pt x="81" y="36"/>
                  <a:pt x="114" y="23"/>
                </a:cubicBezTo>
                <a:cubicBezTo>
                  <a:pt x="119" y="21"/>
                  <a:pt x="125" y="19"/>
                  <a:pt x="130" y="18"/>
                </a:cubicBezTo>
                <a:cubicBezTo>
                  <a:pt x="142" y="15"/>
                  <a:pt x="153" y="12"/>
                  <a:pt x="164" y="7"/>
                </a:cubicBezTo>
                <a:cubicBezTo>
                  <a:pt x="175" y="2"/>
                  <a:pt x="186" y="0"/>
                  <a:pt x="197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5" name="Freeform 16">
            <a:extLst xmlns:a="http://schemas.openxmlformats.org/drawingml/2006/main">
              <a:ext uri="{FF2B5EF4-FFF2-40B4-BE49-F238E27FC236}">
                <a16:creationId xmlns:a16="http://schemas.microsoft.com/office/drawing/2014/main" id="{52B6EB79-3FA4-472C-87E7-104C7C10E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5059" y="361297"/>
            <a:ext cx="57594" cy="63867"/>
          </a:xfrm>
          <a:custGeom xmlns:a="http://schemas.openxmlformats.org/drawingml/2006/main">
            <a:gdLst>
              <a:gd name="T0" fmla="*/ 114 w 114"/>
              <a:gd name="T1" fmla="*/ 70 h 126"/>
              <a:gd name="T2" fmla="*/ 101 w 114"/>
              <a:gd name="T3" fmla="*/ 91 h 126"/>
              <a:gd name="T4" fmla="*/ 78 w 114"/>
              <a:gd name="T5" fmla="*/ 97 h 126"/>
              <a:gd name="T6" fmla="*/ 58 w 114"/>
              <a:gd name="T7" fmla="*/ 106 h 126"/>
              <a:gd name="T8" fmla="*/ 40 w 114"/>
              <a:gd name="T9" fmla="*/ 121 h 126"/>
              <a:gd name="T10" fmla="*/ 31 w 114"/>
              <a:gd name="T11" fmla="*/ 125 h 126"/>
              <a:gd name="T12" fmla="*/ 23 w 114"/>
              <a:gd name="T13" fmla="*/ 122 h 126"/>
              <a:gd name="T14" fmla="*/ 23 w 114"/>
              <a:gd name="T15" fmla="*/ 112 h 126"/>
              <a:gd name="T16" fmla="*/ 26 w 114"/>
              <a:gd name="T17" fmla="*/ 68 h 126"/>
              <a:gd name="T18" fmla="*/ 16 w 114"/>
              <a:gd name="T19" fmla="*/ 50 h 126"/>
              <a:gd name="T20" fmla="*/ 11 w 114"/>
              <a:gd name="T21" fmla="*/ 39 h 126"/>
              <a:gd name="T22" fmla="*/ 3 w 114"/>
              <a:gd name="T23" fmla="*/ 21 h 126"/>
              <a:gd name="T24" fmla="*/ 3 w 114"/>
              <a:gd name="T25" fmla="*/ 6 h 126"/>
              <a:gd name="T26" fmla="*/ 12 w 114"/>
              <a:gd name="T27" fmla="*/ 0 h 126"/>
              <a:gd name="T28" fmla="*/ 18 w 114"/>
              <a:gd name="T29" fmla="*/ 1 h 126"/>
              <a:gd name="T30" fmla="*/ 50 w 114"/>
              <a:gd name="T31" fmla="*/ 12 h 126"/>
              <a:gd name="T32" fmla="*/ 86 w 114"/>
              <a:gd name="T33" fmla="*/ 31 h 126"/>
              <a:gd name="T34" fmla="*/ 106 w 114"/>
              <a:gd name="T35" fmla="*/ 48 h 126"/>
              <a:gd name="T36" fmla="*/ 114 w 114"/>
              <a:gd name="T37" fmla="*/ 70 h 126"/>
            </a:gdLst>
            <a:rect l="0" t="0" r="r" b="b"/>
            <a:pathLst>
              <a:path w="114" h="126">
                <a:moveTo>
                  <a:pt x="114" y="70"/>
                </a:moveTo>
                <a:cubicBezTo>
                  <a:pt x="114" y="79"/>
                  <a:pt x="109" y="86"/>
                  <a:pt x="101" y="91"/>
                </a:cubicBezTo>
                <a:cubicBezTo>
                  <a:pt x="94" y="95"/>
                  <a:pt x="86" y="97"/>
                  <a:pt x="78" y="97"/>
                </a:cubicBezTo>
                <a:cubicBezTo>
                  <a:pt x="64" y="97"/>
                  <a:pt x="66" y="98"/>
                  <a:pt x="58" y="106"/>
                </a:cubicBezTo>
                <a:cubicBezTo>
                  <a:pt x="52" y="111"/>
                  <a:pt x="46" y="116"/>
                  <a:pt x="40" y="121"/>
                </a:cubicBezTo>
                <a:cubicBezTo>
                  <a:pt x="38" y="123"/>
                  <a:pt x="35" y="124"/>
                  <a:pt x="31" y="125"/>
                </a:cubicBezTo>
                <a:cubicBezTo>
                  <a:pt x="28" y="126"/>
                  <a:pt x="25" y="125"/>
                  <a:pt x="23" y="122"/>
                </a:cubicBezTo>
                <a:cubicBezTo>
                  <a:pt x="22" y="118"/>
                  <a:pt x="21" y="115"/>
                  <a:pt x="23" y="112"/>
                </a:cubicBezTo>
                <a:cubicBezTo>
                  <a:pt x="33" y="98"/>
                  <a:pt x="33" y="83"/>
                  <a:pt x="26" y="68"/>
                </a:cubicBezTo>
                <a:cubicBezTo>
                  <a:pt x="23" y="61"/>
                  <a:pt x="19" y="56"/>
                  <a:pt x="16" y="50"/>
                </a:cubicBezTo>
                <a:cubicBezTo>
                  <a:pt x="14" y="46"/>
                  <a:pt x="12" y="43"/>
                  <a:pt x="11" y="39"/>
                </a:cubicBezTo>
                <a:cubicBezTo>
                  <a:pt x="9" y="33"/>
                  <a:pt x="7" y="27"/>
                  <a:pt x="3" y="21"/>
                </a:cubicBezTo>
                <a:cubicBezTo>
                  <a:pt x="0" y="17"/>
                  <a:pt x="0" y="12"/>
                  <a:pt x="3" y="6"/>
                </a:cubicBezTo>
                <a:cubicBezTo>
                  <a:pt x="5" y="2"/>
                  <a:pt x="8" y="0"/>
                  <a:pt x="12" y="0"/>
                </a:cubicBezTo>
                <a:cubicBezTo>
                  <a:pt x="14" y="0"/>
                  <a:pt x="16" y="1"/>
                  <a:pt x="18" y="1"/>
                </a:cubicBezTo>
                <a:cubicBezTo>
                  <a:pt x="29" y="3"/>
                  <a:pt x="40" y="7"/>
                  <a:pt x="50" y="12"/>
                </a:cubicBezTo>
                <a:cubicBezTo>
                  <a:pt x="62" y="19"/>
                  <a:pt x="74" y="25"/>
                  <a:pt x="86" y="31"/>
                </a:cubicBezTo>
                <a:cubicBezTo>
                  <a:pt x="94" y="36"/>
                  <a:pt x="101" y="41"/>
                  <a:pt x="106" y="48"/>
                </a:cubicBezTo>
                <a:cubicBezTo>
                  <a:pt x="111" y="54"/>
                  <a:pt x="114" y="61"/>
                  <a:pt x="114" y="7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6" name="Freeform 24">
            <a:extLst xmlns:a="http://schemas.openxmlformats.org/drawingml/2006/main">
              <a:ext uri="{FF2B5EF4-FFF2-40B4-BE49-F238E27FC236}">
                <a16:creationId xmlns:a16="http://schemas.microsoft.com/office/drawing/2014/main" id="{9DEB3FA8-FC33-47FD-8191-55EED9750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4717" y="420032"/>
            <a:ext cx="56454" cy="76412"/>
          </a:xfrm>
          <a:custGeom xmlns:a="http://schemas.openxmlformats.org/drawingml/2006/main">
            <a:gdLst>
              <a:gd name="T0" fmla="*/ 111 w 111"/>
              <a:gd name="T1" fmla="*/ 118 h 150"/>
              <a:gd name="T2" fmla="*/ 108 w 111"/>
              <a:gd name="T3" fmla="*/ 125 h 150"/>
              <a:gd name="T4" fmla="*/ 94 w 111"/>
              <a:gd name="T5" fmla="*/ 142 h 150"/>
              <a:gd name="T6" fmla="*/ 80 w 111"/>
              <a:gd name="T7" fmla="*/ 149 h 150"/>
              <a:gd name="T8" fmla="*/ 72 w 111"/>
              <a:gd name="T9" fmla="*/ 144 h 150"/>
              <a:gd name="T10" fmla="*/ 66 w 111"/>
              <a:gd name="T11" fmla="*/ 117 h 150"/>
              <a:gd name="T12" fmla="*/ 59 w 111"/>
              <a:gd name="T13" fmla="*/ 90 h 150"/>
              <a:gd name="T14" fmla="*/ 50 w 111"/>
              <a:gd name="T15" fmla="*/ 75 h 150"/>
              <a:gd name="T16" fmla="*/ 19 w 111"/>
              <a:gd name="T17" fmla="*/ 40 h 150"/>
              <a:gd name="T18" fmla="*/ 6 w 111"/>
              <a:gd name="T19" fmla="*/ 27 h 150"/>
              <a:gd name="T20" fmla="*/ 0 w 111"/>
              <a:gd name="T21" fmla="*/ 10 h 150"/>
              <a:gd name="T22" fmla="*/ 0 w 111"/>
              <a:gd name="T23" fmla="*/ 8 h 150"/>
              <a:gd name="T24" fmla="*/ 9 w 111"/>
              <a:gd name="T25" fmla="*/ 2 h 150"/>
              <a:gd name="T26" fmla="*/ 18 w 111"/>
              <a:gd name="T27" fmla="*/ 7 h 150"/>
              <a:gd name="T28" fmla="*/ 27 w 111"/>
              <a:gd name="T29" fmla="*/ 15 h 150"/>
              <a:gd name="T30" fmla="*/ 44 w 111"/>
              <a:gd name="T31" fmla="*/ 26 h 150"/>
              <a:gd name="T32" fmla="*/ 85 w 111"/>
              <a:gd name="T33" fmla="*/ 57 h 150"/>
              <a:gd name="T34" fmla="*/ 110 w 111"/>
              <a:gd name="T35" fmla="*/ 114 h 150"/>
              <a:gd name="T36" fmla="*/ 110 w 111"/>
              <a:gd name="T37" fmla="*/ 117 h 150"/>
              <a:gd name="T38" fmla="*/ 111 w 111"/>
              <a:gd name="T39" fmla="*/ 118 h 150"/>
            </a:gdLst>
            <a:rect l="0" t="0" r="r" b="b"/>
            <a:pathLst>
              <a:path w="111" h="150">
                <a:moveTo>
                  <a:pt x="111" y="118"/>
                </a:moveTo>
                <a:cubicBezTo>
                  <a:pt x="110" y="120"/>
                  <a:pt x="109" y="123"/>
                  <a:pt x="108" y="125"/>
                </a:cubicBezTo>
                <a:cubicBezTo>
                  <a:pt x="103" y="131"/>
                  <a:pt x="99" y="136"/>
                  <a:pt x="94" y="142"/>
                </a:cubicBezTo>
                <a:cubicBezTo>
                  <a:pt x="90" y="146"/>
                  <a:pt x="86" y="148"/>
                  <a:pt x="80" y="149"/>
                </a:cubicBezTo>
                <a:cubicBezTo>
                  <a:pt x="75" y="150"/>
                  <a:pt x="73" y="149"/>
                  <a:pt x="72" y="144"/>
                </a:cubicBezTo>
                <a:cubicBezTo>
                  <a:pt x="70" y="135"/>
                  <a:pt x="68" y="126"/>
                  <a:pt x="66" y="117"/>
                </a:cubicBezTo>
                <a:cubicBezTo>
                  <a:pt x="64" y="108"/>
                  <a:pt x="63" y="99"/>
                  <a:pt x="59" y="90"/>
                </a:cubicBezTo>
                <a:cubicBezTo>
                  <a:pt x="57" y="85"/>
                  <a:pt x="54" y="80"/>
                  <a:pt x="50" y="75"/>
                </a:cubicBezTo>
                <a:cubicBezTo>
                  <a:pt x="40" y="63"/>
                  <a:pt x="29" y="51"/>
                  <a:pt x="19" y="40"/>
                </a:cubicBezTo>
                <a:cubicBezTo>
                  <a:pt x="15" y="35"/>
                  <a:pt x="11" y="31"/>
                  <a:pt x="6" y="27"/>
                </a:cubicBezTo>
                <a:cubicBezTo>
                  <a:pt x="1" y="22"/>
                  <a:pt x="0" y="17"/>
                  <a:pt x="0" y="10"/>
                </a:cubicBezTo>
                <a:cubicBezTo>
                  <a:pt x="0" y="9"/>
                  <a:pt x="0" y="9"/>
                  <a:pt x="0" y="8"/>
                </a:cubicBezTo>
                <a:cubicBezTo>
                  <a:pt x="2" y="1"/>
                  <a:pt x="3" y="0"/>
                  <a:pt x="9" y="2"/>
                </a:cubicBezTo>
                <a:cubicBezTo>
                  <a:pt x="12" y="4"/>
                  <a:pt x="15" y="5"/>
                  <a:pt x="18" y="7"/>
                </a:cubicBezTo>
                <a:cubicBezTo>
                  <a:pt x="21" y="10"/>
                  <a:pt x="24" y="12"/>
                  <a:pt x="27" y="15"/>
                </a:cubicBezTo>
                <a:cubicBezTo>
                  <a:pt x="32" y="20"/>
                  <a:pt x="38" y="24"/>
                  <a:pt x="44" y="26"/>
                </a:cubicBezTo>
                <a:cubicBezTo>
                  <a:pt x="61" y="33"/>
                  <a:pt x="74" y="43"/>
                  <a:pt x="85" y="57"/>
                </a:cubicBezTo>
                <a:cubicBezTo>
                  <a:pt x="98" y="73"/>
                  <a:pt x="107" y="92"/>
                  <a:pt x="110" y="114"/>
                </a:cubicBezTo>
                <a:cubicBezTo>
                  <a:pt x="110" y="115"/>
                  <a:pt x="110" y="116"/>
                  <a:pt x="110" y="117"/>
                </a:cubicBezTo>
                <a:cubicBezTo>
                  <a:pt x="110" y="117"/>
                  <a:pt x="110" y="118"/>
                  <a:pt x="111" y="1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7" name="Freeform 26">
            <a:extLst xmlns:a="http://schemas.openxmlformats.org/drawingml/2006/main">
              <a:ext uri="{FF2B5EF4-FFF2-40B4-BE49-F238E27FC236}">
                <a16:creationId xmlns:a16="http://schemas.microsoft.com/office/drawing/2014/main" id="{5192E05E-5C97-4B6D-9DC5-D5C0C6AC0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4100" y="564304"/>
            <a:ext cx="41057" cy="50181"/>
          </a:xfrm>
          <a:custGeom xmlns:a="http://schemas.openxmlformats.org/drawingml/2006/main">
            <a:gdLst>
              <a:gd name="T0" fmla="*/ 0 w 81"/>
              <a:gd name="T1" fmla="*/ 18 h 99"/>
              <a:gd name="T2" fmla="*/ 1 w 81"/>
              <a:gd name="T3" fmla="*/ 9 h 99"/>
              <a:gd name="T4" fmla="*/ 11 w 81"/>
              <a:gd name="T5" fmla="*/ 1 h 99"/>
              <a:gd name="T6" fmla="*/ 50 w 81"/>
              <a:gd name="T7" fmla="*/ 12 h 99"/>
              <a:gd name="T8" fmla="*/ 78 w 81"/>
              <a:gd name="T9" fmla="*/ 44 h 99"/>
              <a:gd name="T10" fmla="*/ 80 w 81"/>
              <a:gd name="T11" fmla="*/ 51 h 99"/>
              <a:gd name="T12" fmla="*/ 77 w 81"/>
              <a:gd name="T13" fmla="*/ 79 h 99"/>
              <a:gd name="T14" fmla="*/ 43 w 81"/>
              <a:gd name="T15" fmla="*/ 92 h 99"/>
              <a:gd name="T16" fmla="*/ 30 w 81"/>
              <a:gd name="T17" fmla="*/ 81 h 99"/>
              <a:gd name="T18" fmla="*/ 12 w 81"/>
              <a:gd name="T19" fmla="*/ 60 h 99"/>
              <a:gd name="T20" fmla="*/ 1 w 81"/>
              <a:gd name="T21" fmla="*/ 24 h 99"/>
              <a:gd name="T22" fmla="*/ 1 w 81"/>
              <a:gd name="T23" fmla="*/ 18 h 99"/>
              <a:gd name="T24" fmla="*/ 0 w 81"/>
              <a:gd name="T25" fmla="*/ 18 h 99"/>
            </a:gdLst>
            <a:rect l="0" t="0" r="r" b="b"/>
            <a:pathLst>
              <a:path w="81" h="99">
                <a:moveTo>
                  <a:pt x="0" y="18"/>
                </a:moveTo>
                <a:cubicBezTo>
                  <a:pt x="1" y="15"/>
                  <a:pt x="1" y="12"/>
                  <a:pt x="1" y="9"/>
                </a:cubicBezTo>
                <a:cubicBezTo>
                  <a:pt x="2" y="4"/>
                  <a:pt x="5" y="1"/>
                  <a:pt x="11" y="1"/>
                </a:cubicBezTo>
                <a:cubicBezTo>
                  <a:pt x="25" y="0"/>
                  <a:pt x="39" y="2"/>
                  <a:pt x="50" y="12"/>
                </a:cubicBezTo>
                <a:cubicBezTo>
                  <a:pt x="62" y="21"/>
                  <a:pt x="70" y="32"/>
                  <a:pt x="78" y="44"/>
                </a:cubicBezTo>
                <a:cubicBezTo>
                  <a:pt x="79" y="46"/>
                  <a:pt x="80" y="49"/>
                  <a:pt x="80" y="51"/>
                </a:cubicBezTo>
                <a:cubicBezTo>
                  <a:pt x="81" y="61"/>
                  <a:pt x="80" y="70"/>
                  <a:pt x="77" y="79"/>
                </a:cubicBezTo>
                <a:cubicBezTo>
                  <a:pt x="74" y="89"/>
                  <a:pt x="57" y="99"/>
                  <a:pt x="43" y="92"/>
                </a:cubicBezTo>
                <a:cubicBezTo>
                  <a:pt x="38" y="89"/>
                  <a:pt x="33" y="86"/>
                  <a:pt x="30" y="81"/>
                </a:cubicBezTo>
                <a:cubicBezTo>
                  <a:pt x="24" y="74"/>
                  <a:pt x="18" y="67"/>
                  <a:pt x="12" y="60"/>
                </a:cubicBezTo>
                <a:cubicBezTo>
                  <a:pt x="4" y="49"/>
                  <a:pt x="2" y="37"/>
                  <a:pt x="1" y="24"/>
                </a:cubicBezTo>
                <a:cubicBezTo>
                  <a:pt x="1" y="22"/>
                  <a:pt x="1" y="20"/>
                  <a:pt x="1" y="18"/>
                </a:cubicBezTo>
                <a:cubicBezTo>
                  <a:pt x="1" y="18"/>
                  <a:pt x="1" y="18"/>
                  <a:pt x="0" y="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9978384E-FAED-4DCE-9349-F640390A4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7552" y="552329"/>
            <a:ext cx="43908" cy="50751"/>
          </a:xfrm>
          <a:custGeom xmlns:a="http://schemas.openxmlformats.org/drawingml/2006/main">
            <a:gdLst>
              <a:gd name="T0" fmla="*/ 38 w 87"/>
              <a:gd name="T1" fmla="*/ 100 h 100"/>
              <a:gd name="T2" fmla="*/ 27 w 87"/>
              <a:gd name="T3" fmla="*/ 98 h 100"/>
              <a:gd name="T4" fmla="*/ 22 w 87"/>
              <a:gd name="T5" fmla="*/ 91 h 100"/>
              <a:gd name="T6" fmla="*/ 17 w 87"/>
              <a:gd name="T7" fmla="*/ 65 h 100"/>
              <a:gd name="T8" fmla="*/ 1 w 87"/>
              <a:gd name="T9" fmla="*/ 16 h 100"/>
              <a:gd name="T10" fmla="*/ 0 w 87"/>
              <a:gd name="T11" fmla="*/ 4 h 100"/>
              <a:gd name="T12" fmla="*/ 4 w 87"/>
              <a:gd name="T13" fmla="*/ 0 h 100"/>
              <a:gd name="T14" fmla="*/ 12 w 87"/>
              <a:gd name="T15" fmla="*/ 0 h 100"/>
              <a:gd name="T16" fmla="*/ 20 w 87"/>
              <a:gd name="T17" fmla="*/ 4 h 100"/>
              <a:gd name="T18" fmla="*/ 31 w 87"/>
              <a:gd name="T19" fmla="*/ 12 h 100"/>
              <a:gd name="T20" fmla="*/ 65 w 87"/>
              <a:gd name="T21" fmla="*/ 41 h 100"/>
              <a:gd name="T22" fmla="*/ 78 w 87"/>
              <a:gd name="T23" fmla="*/ 56 h 100"/>
              <a:gd name="T24" fmla="*/ 73 w 87"/>
              <a:gd name="T25" fmla="*/ 87 h 100"/>
              <a:gd name="T26" fmla="*/ 38 w 87"/>
              <a:gd name="T27" fmla="*/ 100 h 100"/>
            </a:gdLst>
            <a:rect l="0" t="0" r="r" b="b"/>
            <a:pathLst>
              <a:path w="87" h="100">
                <a:moveTo>
                  <a:pt x="38" y="100"/>
                </a:moveTo>
                <a:cubicBezTo>
                  <a:pt x="34" y="99"/>
                  <a:pt x="31" y="99"/>
                  <a:pt x="27" y="98"/>
                </a:cubicBezTo>
                <a:cubicBezTo>
                  <a:pt x="24" y="97"/>
                  <a:pt x="22" y="94"/>
                  <a:pt x="22" y="91"/>
                </a:cubicBezTo>
                <a:cubicBezTo>
                  <a:pt x="23" y="81"/>
                  <a:pt x="20" y="73"/>
                  <a:pt x="17" y="65"/>
                </a:cubicBezTo>
                <a:cubicBezTo>
                  <a:pt x="11" y="49"/>
                  <a:pt x="4" y="33"/>
                  <a:pt x="1" y="16"/>
                </a:cubicBezTo>
                <a:cubicBezTo>
                  <a:pt x="0" y="12"/>
                  <a:pt x="0" y="8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7" y="0"/>
                  <a:pt x="10" y="0"/>
                  <a:pt x="12" y="0"/>
                </a:cubicBezTo>
                <a:cubicBezTo>
                  <a:pt x="15" y="1"/>
                  <a:pt x="18" y="2"/>
                  <a:pt x="20" y="4"/>
                </a:cubicBezTo>
                <a:cubicBezTo>
                  <a:pt x="24" y="7"/>
                  <a:pt x="28" y="9"/>
                  <a:pt x="31" y="12"/>
                </a:cubicBezTo>
                <a:cubicBezTo>
                  <a:pt x="42" y="22"/>
                  <a:pt x="54" y="31"/>
                  <a:pt x="65" y="41"/>
                </a:cubicBezTo>
                <a:cubicBezTo>
                  <a:pt x="70" y="45"/>
                  <a:pt x="74" y="51"/>
                  <a:pt x="78" y="56"/>
                </a:cubicBezTo>
                <a:cubicBezTo>
                  <a:pt x="87" y="69"/>
                  <a:pt x="85" y="78"/>
                  <a:pt x="73" y="87"/>
                </a:cubicBezTo>
                <a:cubicBezTo>
                  <a:pt x="64" y="95"/>
                  <a:pt x="50" y="100"/>
                  <a:pt x="38" y="1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9" name="Freeform 36">
            <a:extLst xmlns:a="http://schemas.openxmlformats.org/drawingml/2006/main">
              <a:ext uri="{FF2B5EF4-FFF2-40B4-BE49-F238E27FC236}">
                <a16:creationId xmlns:a16="http://schemas.microsoft.com/office/drawing/2014/main" id="{CECCB876-B312-4607-9EF9-214A62FCC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3006" y="481619"/>
            <a:ext cx="22809" cy="43908"/>
          </a:xfrm>
          <a:custGeom xmlns:a="http://schemas.openxmlformats.org/drawingml/2006/main">
            <a:gdLst>
              <a:gd name="T0" fmla="*/ 6 w 44"/>
              <a:gd name="T1" fmla="*/ 57 h 87"/>
              <a:gd name="T2" fmla="*/ 2 w 44"/>
              <a:gd name="T3" fmla="*/ 8 h 87"/>
              <a:gd name="T4" fmla="*/ 3 w 44"/>
              <a:gd name="T5" fmla="*/ 2 h 87"/>
              <a:gd name="T6" fmla="*/ 10 w 44"/>
              <a:gd name="T7" fmla="*/ 2 h 87"/>
              <a:gd name="T8" fmla="*/ 15 w 44"/>
              <a:gd name="T9" fmla="*/ 6 h 87"/>
              <a:gd name="T10" fmla="*/ 29 w 44"/>
              <a:gd name="T11" fmla="*/ 22 h 87"/>
              <a:gd name="T12" fmla="*/ 39 w 44"/>
              <a:gd name="T13" fmla="*/ 36 h 87"/>
              <a:gd name="T14" fmla="*/ 43 w 44"/>
              <a:gd name="T15" fmla="*/ 52 h 87"/>
              <a:gd name="T16" fmla="*/ 38 w 44"/>
              <a:gd name="T17" fmla="*/ 74 h 87"/>
              <a:gd name="T18" fmla="*/ 16 w 44"/>
              <a:gd name="T19" fmla="*/ 87 h 87"/>
              <a:gd name="T20" fmla="*/ 8 w 44"/>
              <a:gd name="T21" fmla="*/ 81 h 87"/>
              <a:gd name="T22" fmla="*/ 6 w 44"/>
              <a:gd name="T23" fmla="*/ 65 h 87"/>
              <a:gd name="T24" fmla="*/ 6 w 44"/>
              <a:gd name="T25" fmla="*/ 57 h 87"/>
            </a:gdLst>
            <a:rect l="0" t="0" r="r" b="b"/>
            <a:pathLst>
              <a:path w="44" h="87">
                <a:moveTo>
                  <a:pt x="6" y="57"/>
                </a:moveTo>
                <a:cubicBezTo>
                  <a:pt x="7" y="39"/>
                  <a:pt x="5" y="23"/>
                  <a:pt x="2" y="8"/>
                </a:cubicBezTo>
                <a:cubicBezTo>
                  <a:pt x="1" y="6"/>
                  <a:pt x="0" y="3"/>
                  <a:pt x="3" y="2"/>
                </a:cubicBezTo>
                <a:cubicBezTo>
                  <a:pt x="5" y="0"/>
                  <a:pt x="7" y="0"/>
                  <a:pt x="10" y="2"/>
                </a:cubicBezTo>
                <a:cubicBezTo>
                  <a:pt x="12" y="3"/>
                  <a:pt x="14" y="4"/>
                  <a:pt x="15" y="6"/>
                </a:cubicBezTo>
                <a:cubicBezTo>
                  <a:pt x="20" y="11"/>
                  <a:pt x="25" y="17"/>
                  <a:pt x="29" y="22"/>
                </a:cubicBezTo>
                <a:cubicBezTo>
                  <a:pt x="33" y="27"/>
                  <a:pt x="36" y="32"/>
                  <a:pt x="39" y="36"/>
                </a:cubicBezTo>
                <a:cubicBezTo>
                  <a:pt x="42" y="41"/>
                  <a:pt x="44" y="46"/>
                  <a:pt x="43" y="52"/>
                </a:cubicBezTo>
                <a:cubicBezTo>
                  <a:pt x="42" y="59"/>
                  <a:pt x="41" y="67"/>
                  <a:pt x="38" y="74"/>
                </a:cubicBezTo>
                <a:cubicBezTo>
                  <a:pt x="33" y="83"/>
                  <a:pt x="27" y="87"/>
                  <a:pt x="16" y="87"/>
                </a:cubicBezTo>
                <a:cubicBezTo>
                  <a:pt x="12" y="87"/>
                  <a:pt x="10" y="85"/>
                  <a:pt x="8" y="81"/>
                </a:cubicBezTo>
                <a:cubicBezTo>
                  <a:pt x="6" y="76"/>
                  <a:pt x="6" y="71"/>
                  <a:pt x="6" y="65"/>
                </a:cubicBezTo>
                <a:cubicBezTo>
                  <a:pt x="6" y="62"/>
                  <a:pt x="6" y="59"/>
                  <a:pt x="6" y="5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5" name="Freeform 8">
            <a:extLst xmlns:a="http://schemas.openxmlformats.org/drawingml/2006/main">
              <a:ext uri="{FF2B5EF4-FFF2-40B4-BE49-F238E27FC236}">
                <a16:creationId xmlns:a16="http://schemas.microsoft.com/office/drawing/2014/main" id="{A790CB63-403A-4CCB-B205-F092C49E5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7780" y="329883"/>
            <a:ext cx="445930" cy="444892"/>
          </a:xfrm>
          <a:custGeom xmlns:a="http://schemas.openxmlformats.org/drawingml/2006/main"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Freeform 42">
            <a:extLst xmlns:a="http://schemas.openxmlformats.org/drawingml/2006/main">
              <a:ext uri="{FF2B5EF4-FFF2-40B4-BE49-F238E27FC236}">
                <a16:creationId xmlns:a16="http://schemas.microsoft.com/office/drawing/2014/main" id="{AC57B6E5-DD5D-42F1-93E3-7F07BA378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5990" y="387574"/>
            <a:ext cx="328990" cy="328471"/>
          </a:xfrm>
          <a:custGeom xmlns:a="http://schemas.openxmlformats.org/drawingml/2006/main"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7" name="Freeform 43">
            <a:extLst xmlns:a="http://schemas.openxmlformats.org/drawingml/2006/main">
              <a:ext uri="{FF2B5EF4-FFF2-40B4-BE49-F238E27FC236}">
                <a16:creationId xmlns:a16="http://schemas.microsoft.com/office/drawing/2014/main" id="{225BA4FD-1708-4DCD-B6E3-773D0E644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836" y="420317"/>
            <a:ext cx="36381" cy="43657"/>
          </a:xfrm>
          <a:custGeom xmlns:a="http://schemas.openxmlformats.org/drawingml/2006/main"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8" name="Freeform 44">
            <a:extLst xmlns:a="http://schemas.openxmlformats.org/drawingml/2006/main">
              <a:ext uri="{FF2B5EF4-FFF2-40B4-BE49-F238E27FC236}">
                <a16:creationId xmlns:a16="http://schemas.microsoft.com/office/drawing/2014/main" id="{CE651ED7-76BC-441C-BB5F-F9FC8C737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451" y="502955"/>
            <a:ext cx="34822" cy="37420"/>
          </a:xfrm>
          <a:custGeom xmlns:a="http://schemas.openxmlformats.org/drawingml/2006/main"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9" name="Freeform 45">
            <a:extLst xmlns:a="http://schemas.openxmlformats.org/drawingml/2006/main">
              <a:ext uri="{FF2B5EF4-FFF2-40B4-BE49-F238E27FC236}">
                <a16:creationId xmlns:a16="http://schemas.microsoft.com/office/drawing/2014/main" id="{FCFA734C-79D7-45C4-8ECB-F70CAA618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0534" y="383416"/>
            <a:ext cx="37940" cy="40539"/>
          </a:xfrm>
          <a:custGeom xmlns:a="http://schemas.openxmlformats.org/drawingml/2006/main"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0" name="Freeform 46">
            <a:extLst xmlns:a="http://schemas.openxmlformats.org/drawingml/2006/main">
              <a:ext uri="{FF2B5EF4-FFF2-40B4-BE49-F238E27FC236}">
                <a16:creationId xmlns:a16="http://schemas.microsoft.com/office/drawing/2014/main" id="{3DE63749-FEB3-4177-A338-562B385B4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451" y="561165"/>
            <a:ext cx="32743" cy="31184"/>
          </a:xfrm>
          <a:custGeom xmlns:a="http://schemas.openxmlformats.org/drawingml/2006/main"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1" name="Freeform 47">
            <a:extLst xmlns:a="http://schemas.openxmlformats.org/drawingml/2006/main">
              <a:ext uri="{FF2B5EF4-FFF2-40B4-BE49-F238E27FC236}">
                <a16:creationId xmlns:a16="http://schemas.microsoft.com/office/drawing/2014/main" id="{EB51F840-59B0-4990-BC29-B0E41FB26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2285" y="723322"/>
            <a:ext cx="22868" cy="32743"/>
          </a:xfrm>
          <a:custGeom xmlns:a="http://schemas.openxmlformats.org/drawingml/2006/main"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2" name="Freeform 48">
            <a:extLst xmlns:a="http://schemas.openxmlformats.org/drawingml/2006/main">
              <a:ext uri="{FF2B5EF4-FFF2-40B4-BE49-F238E27FC236}">
                <a16:creationId xmlns:a16="http://schemas.microsoft.com/office/drawing/2014/main" id="{3EBF8C58-1A72-41A9-A597-147B97A66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8444" y="613138"/>
            <a:ext cx="33782" cy="29105"/>
          </a:xfrm>
          <a:custGeom xmlns:a="http://schemas.openxmlformats.org/drawingml/2006/main"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3" name="Freeform 49">
            <a:extLst xmlns:a="http://schemas.openxmlformats.org/drawingml/2006/main">
              <a:ext uri="{FF2B5EF4-FFF2-40B4-BE49-F238E27FC236}">
                <a16:creationId xmlns:a16="http://schemas.microsoft.com/office/drawing/2014/main" id="{459C297C-C7A9-41EB-95AF-D07AE92E7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8194" y="415639"/>
            <a:ext cx="40019" cy="43657"/>
          </a:xfrm>
          <a:custGeom xmlns:a="http://schemas.openxmlformats.org/drawingml/2006/main"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4" name="Freeform 50">
            <a:extLst xmlns:a="http://schemas.openxmlformats.org/drawingml/2006/main">
              <a:ext uri="{FF2B5EF4-FFF2-40B4-BE49-F238E27FC236}">
                <a16:creationId xmlns:a16="http://schemas.microsoft.com/office/drawing/2014/main" id="{0697B53C-5EF5-4133-B809-35958E9C6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3113" y="709289"/>
            <a:ext cx="28065" cy="32223"/>
          </a:xfrm>
          <a:custGeom xmlns:a="http://schemas.openxmlformats.org/drawingml/2006/main"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5" name="Freeform 51">
            <a:extLst xmlns:a="http://schemas.openxmlformats.org/drawingml/2006/main">
              <a:ext uri="{FF2B5EF4-FFF2-40B4-BE49-F238E27FC236}">
                <a16:creationId xmlns:a16="http://schemas.microsoft.com/office/drawing/2014/main" id="{7EB23A48-0FE0-4D7F-90D9-AFF6BA0D7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6135" y="379258"/>
            <a:ext cx="37940" cy="36901"/>
          </a:xfrm>
          <a:custGeom xmlns:a="http://schemas.openxmlformats.org/drawingml/2006/main"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6" name="Freeform 52">
            <a:extLst xmlns:a="http://schemas.openxmlformats.org/drawingml/2006/main">
              <a:ext uri="{FF2B5EF4-FFF2-40B4-BE49-F238E27FC236}">
                <a16:creationId xmlns:a16="http://schemas.microsoft.com/office/drawing/2014/main" id="{18F25083-0C3E-446C-ABB9-39A09706A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8397" y="345475"/>
            <a:ext cx="30144" cy="32743"/>
          </a:xfrm>
          <a:custGeom xmlns:a="http://schemas.openxmlformats.org/drawingml/2006/main"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7" name="Freeform 53">
            <a:extLst xmlns:a="http://schemas.openxmlformats.org/drawingml/2006/main">
              <a:ext uri="{FF2B5EF4-FFF2-40B4-BE49-F238E27FC236}">
                <a16:creationId xmlns:a16="http://schemas.microsoft.com/office/drawing/2014/main" id="{F24F1745-FD97-4472-9F9A-9CCD527D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5298" y="723322"/>
            <a:ext cx="23387" cy="33262"/>
          </a:xfrm>
          <a:custGeom xmlns:a="http://schemas.openxmlformats.org/drawingml/2006/main"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8" name="Freeform 54">
            <a:extLst xmlns:a="http://schemas.openxmlformats.org/drawingml/2006/main">
              <a:ext uri="{FF2B5EF4-FFF2-40B4-BE49-F238E27FC236}">
                <a16:creationId xmlns:a16="http://schemas.microsoft.com/office/drawing/2014/main" id="{569F62BE-E1B5-4FE6-BA82-3AA5DA794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5" y="351712"/>
            <a:ext cx="31183" cy="35341"/>
          </a:xfrm>
          <a:custGeom xmlns:a="http://schemas.openxmlformats.org/drawingml/2006/main"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9" name="Freeform 55">
            <a:extLst xmlns:a="http://schemas.openxmlformats.org/drawingml/2006/main">
              <a:ext uri="{FF2B5EF4-FFF2-40B4-BE49-F238E27FC236}">
                <a16:creationId xmlns:a16="http://schemas.microsoft.com/office/drawing/2014/main" id="{133740EC-1E48-4D40-8499-68EEC8BEF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303" y="471251"/>
            <a:ext cx="36381" cy="29105"/>
          </a:xfrm>
          <a:custGeom xmlns:a="http://schemas.openxmlformats.org/drawingml/2006/main"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0" name="Freeform 56">
            <a:extLst xmlns:a="http://schemas.openxmlformats.org/drawingml/2006/main">
              <a:ext uri="{FF2B5EF4-FFF2-40B4-BE49-F238E27FC236}">
                <a16:creationId xmlns:a16="http://schemas.microsoft.com/office/drawing/2014/main" id="{BF355A7F-41C3-43E6-8C8A-B764155C7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823" y="607941"/>
            <a:ext cx="35861" cy="33262"/>
          </a:xfrm>
          <a:custGeom xmlns:a="http://schemas.openxmlformats.org/drawingml/2006/main"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1" name="Freeform 57">
            <a:extLst xmlns:a="http://schemas.openxmlformats.org/drawingml/2006/main">
              <a:ext uri="{FF2B5EF4-FFF2-40B4-BE49-F238E27FC236}">
                <a16:creationId xmlns:a16="http://schemas.microsoft.com/office/drawing/2014/main" id="{5B36D2D2-5B90-43D2-AD0B-4939DE0A1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816" y="556487"/>
            <a:ext cx="31703" cy="28065"/>
          </a:xfrm>
          <a:custGeom xmlns:a="http://schemas.openxmlformats.org/drawingml/2006/main"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2" name="Freeform 58">
            <a:extLst xmlns:a="http://schemas.openxmlformats.org/drawingml/2006/main">
              <a:ext uri="{FF2B5EF4-FFF2-40B4-BE49-F238E27FC236}">
                <a16:creationId xmlns:a16="http://schemas.microsoft.com/office/drawing/2014/main" id="{F3CC6061-EAFA-48A6-8A5D-7B8022C62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8830" y="357949"/>
            <a:ext cx="28585" cy="35861"/>
          </a:xfrm>
          <a:custGeom xmlns:a="http://schemas.openxmlformats.org/drawingml/2006/main"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3" name="Freeform 59">
            <a:extLst xmlns:a="http://schemas.openxmlformats.org/drawingml/2006/main">
              <a:ext uri="{FF2B5EF4-FFF2-40B4-BE49-F238E27FC236}">
                <a16:creationId xmlns:a16="http://schemas.microsoft.com/office/drawing/2014/main" id="{2B40C6DE-B15C-4968-AFF4-DEE4AB1E5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9484" y="461896"/>
            <a:ext cx="32743" cy="28585"/>
          </a:xfrm>
          <a:custGeom xmlns:a="http://schemas.openxmlformats.org/drawingml/2006/main"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4" name="Freeform 60">
            <a:extLst xmlns:a="http://schemas.openxmlformats.org/drawingml/2006/main">
              <a:ext uri="{FF2B5EF4-FFF2-40B4-BE49-F238E27FC236}">
                <a16:creationId xmlns:a16="http://schemas.microsoft.com/office/drawing/2014/main" id="{2EE5E4D1-DA92-4571-9541-CFC729D17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297" y="515428"/>
            <a:ext cx="31703" cy="20789"/>
          </a:xfrm>
          <a:custGeom xmlns:a="http://schemas.openxmlformats.org/drawingml/2006/main"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5" name="Freeform 61">
            <a:extLst xmlns:a="http://schemas.openxmlformats.org/drawingml/2006/main">
              <a:ext uri="{FF2B5EF4-FFF2-40B4-BE49-F238E27FC236}">
                <a16:creationId xmlns:a16="http://schemas.microsoft.com/office/drawing/2014/main" id="{21BEB288-14EA-47BA-9D00-75BB05451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6212" y="349113"/>
            <a:ext cx="19230" cy="32223"/>
          </a:xfrm>
          <a:custGeom xmlns:a="http://schemas.openxmlformats.org/drawingml/2006/main"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6" name="Freeform 62">
            <a:extLst xmlns:a="http://schemas.openxmlformats.org/drawingml/2006/main">
              <a:ext uri="{FF2B5EF4-FFF2-40B4-BE49-F238E27FC236}">
                <a16:creationId xmlns:a16="http://schemas.microsoft.com/office/drawing/2014/main" id="{505CF0AE-2A3C-4F84-8944-B65E60757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8753" y="711368"/>
            <a:ext cx="23907" cy="31184"/>
          </a:xfrm>
          <a:custGeom xmlns:a="http://schemas.openxmlformats.org/drawingml/2006/main"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7" name="Freeform 71">
            <a:extLst xmlns:a="http://schemas.openxmlformats.org/drawingml/2006/main">
              <a:ext uri="{FF2B5EF4-FFF2-40B4-BE49-F238E27FC236}">
                <a16:creationId xmlns:a16="http://schemas.microsoft.com/office/drawing/2014/main" id="{8975C577-2484-4958-9033-8FE223531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0023" y="401606"/>
            <a:ext cx="301445" cy="300925"/>
          </a:xfrm>
          <a:custGeom xmlns:a="http://schemas.openxmlformats.org/drawingml/2006/main"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6" name="标题 1">
            <a:extLst xmlns:a="http://schemas.openxmlformats.org/drawingml/2006/main">
              <a:ext uri="{FF2B5EF4-FFF2-40B4-BE49-F238E27FC236}">
                <a16:creationId xmlns:a16="http://schemas.microsoft.com/office/drawing/2014/main" id="{E79128D8-E86C-4F50-ACC0-40C60D6B0DEE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42913" y="243569"/>
            <a:ext cx="9056851" cy="61751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400" b="1" kern="1200" baseline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/>
        </p:txBody>
      </p:sp>
      <p:sp>
        <p:nvSpPr>
          <p:cNvPr id="178" name="直接连接符 177">
            <a:extLst xmlns:a="http://schemas.openxmlformats.org/drawingml/2006/main">
              <a:ext uri="{FF2B5EF4-FFF2-40B4-BE49-F238E27FC236}">
                <a16:creationId xmlns:a16="http://schemas.microsoft.com/office/drawing/2014/main" id="{A2D20E5B-26B4-46B3-A3B3-E97168C44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06" y="867990"/>
            <a:ext cx="2433027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6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79" name="直接连接符 178">
            <a:extLst xmlns:a="http://schemas.openxmlformats.org/drawingml/2006/main">
              <a:ext uri="{FF2B5EF4-FFF2-40B4-BE49-F238E27FC236}">
                <a16:creationId xmlns:a16="http://schemas.microsoft.com/office/drawing/2014/main" id="{B336622B-D96E-4281-8534-B35D72E14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06" y="867990"/>
            <a:ext cx="589713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1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0DDA3651-681E-45B4-A910-ECF3A5FFCDA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9005791" y="6394353"/>
            <a:ext cx="2743200" cy="2921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3" name="文本框 62">
            <a:extLst xmlns:a="http://schemas.openxmlformats.org/drawingml/2006/main">
              <a:ext uri="{FF2B5EF4-FFF2-40B4-BE49-F238E27FC236}">
                <a16:creationId xmlns:a16="http://schemas.microsoft.com/office/drawing/2014/main" id="{1C12DC43-C410-4DCF-B4BF-F22C56475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3" y="6394353"/>
            <a:ext cx="1545907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" name="图片占位符 1">
            <a:extLst xmlns:a="http://schemas.openxmlformats.org/drawingml/2006/main">
              <a:ext uri="{FF2B5EF4-FFF2-40B4-BE49-F238E27FC236}">
                <a16:creationId xmlns:a16="http://schemas.microsoft.com/office/drawing/2014/main" id="{CA69F900-3CAF-4D28-A707-8B22386F65C1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054101" y="1916642"/>
            <a:ext cx="4542217" cy="356806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  <a:effectLst xmlns:a="http://schemas.openxmlformats.org/drawingml/2006/main">
            <a:outerShdw blurRad="190500" algn="tl" rotWithShape="0">
              <a:srgbClr val="000000">
                <a:alpha val="70000"/>
              </a:srgbClr>
            </a:outerShdw>
          </a:effectLst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228600" indent="-228600" algn="ctr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ea"/>
                <a:ea typeface="+mn-ea"/>
                <a:cs typeface="+mn-ea"/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17.xml><?xml version="1.0" encoding="utf-8"?>
<p:sldLayout xmlns:p="http://schemas.openxmlformats.org/presentationml/2006/main" preserve="1" userDrawn="1">
  <p:cSld name="图片占位5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0" name="Freeform 17">
            <a:extLst xmlns:a="http://schemas.openxmlformats.org/drawingml/2006/main">
              <a:ext uri="{FF2B5EF4-FFF2-40B4-BE49-F238E27FC236}">
                <a16:creationId xmlns:a16="http://schemas.microsoft.com/office/drawing/2014/main" id="{A665B5C7-EF7E-438E-ACFC-8CF163D56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8081" y="688617"/>
            <a:ext cx="64437" cy="68999"/>
          </a:xfrm>
          <a:custGeom xmlns:a="http://schemas.openxmlformats.org/drawingml/2006/main">
            <a:gdLst>
              <a:gd name="T0" fmla="*/ 34 w 127"/>
              <a:gd name="T1" fmla="*/ 71 h 136"/>
              <a:gd name="T2" fmla="*/ 34 w 127"/>
              <a:gd name="T3" fmla="*/ 81 h 136"/>
              <a:gd name="T4" fmla="*/ 34 w 127"/>
              <a:gd name="T5" fmla="*/ 114 h 136"/>
              <a:gd name="T6" fmla="*/ 35 w 127"/>
              <a:gd name="T7" fmla="*/ 122 h 136"/>
              <a:gd name="T8" fmla="*/ 40 w 127"/>
              <a:gd name="T9" fmla="*/ 127 h 136"/>
              <a:gd name="T10" fmla="*/ 49 w 127"/>
              <a:gd name="T11" fmla="*/ 128 h 136"/>
              <a:gd name="T12" fmla="*/ 49 w 127"/>
              <a:gd name="T13" fmla="*/ 135 h 136"/>
              <a:gd name="T14" fmla="*/ 1 w 127"/>
              <a:gd name="T15" fmla="*/ 135 h 136"/>
              <a:gd name="T16" fmla="*/ 0 w 127"/>
              <a:gd name="T17" fmla="*/ 132 h 136"/>
              <a:gd name="T18" fmla="*/ 0 w 127"/>
              <a:gd name="T19" fmla="*/ 128 h 136"/>
              <a:gd name="T20" fmla="*/ 9 w 127"/>
              <a:gd name="T21" fmla="*/ 127 h 136"/>
              <a:gd name="T22" fmla="*/ 16 w 127"/>
              <a:gd name="T23" fmla="*/ 120 h 136"/>
              <a:gd name="T24" fmla="*/ 17 w 127"/>
              <a:gd name="T25" fmla="*/ 111 h 136"/>
              <a:gd name="T26" fmla="*/ 17 w 127"/>
              <a:gd name="T27" fmla="*/ 22 h 136"/>
              <a:gd name="T28" fmla="*/ 16 w 127"/>
              <a:gd name="T29" fmla="*/ 15 h 136"/>
              <a:gd name="T30" fmla="*/ 9 w 127"/>
              <a:gd name="T31" fmla="*/ 9 h 136"/>
              <a:gd name="T32" fmla="*/ 0 w 127"/>
              <a:gd name="T33" fmla="*/ 8 h 136"/>
              <a:gd name="T34" fmla="*/ 0 w 127"/>
              <a:gd name="T35" fmla="*/ 1 h 136"/>
              <a:gd name="T36" fmla="*/ 4 w 127"/>
              <a:gd name="T37" fmla="*/ 0 h 136"/>
              <a:gd name="T38" fmla="*/ 71 w 127"/>
              <a:gd name="T39" fmla="*/ 0 h 136"/>
              <a:gd name="T40" fmla="*/ 94 w 127"/>
              <a:gd name="T41" fmla="*/ 4 h 136"/>
              <a:gd name="T42" fmla="*/ 116 w 127"/>
              <a:gd name="T43" fmla="*/ 32 h 136"/>
              <a:gd name="T44" fmla="*/ 97 w 127"/>
              <a:gd name="T45" fmla="*/ 66 h 136"/>
              <a:gd name="T46" fmla="*/ 80 w 127"/>
              <a:gd name="T47" fmla="*/ 70 h 136"/>
              <a:gd name="T48" fmla="*/ 71 w 127"/>
              <a:gd name="T49" fmla="*/ 71 h 136"/>
              <a:gd name="T50" fmla="*/ 73 w 127"/>
              <a:gd name="T51" fmla="*/ 75 h 136"/>
              <a:gd name="T52" fmla="*/ 104 w 127"/>
              <a:gd name="T53" fmla="*/ 114 h 136"/>
              <a:gd name="T54" fmla="*/ 105 w 127"/>
              <a:gd name="T55" fmla="*/ 116 h 136"/>
              <a:gd name="T56" fmla="*/ 127 w 127"/>
              <a:gd name="T57" fmla="*/ 128 h 136"/>
              <a:gd name="T58" fmla="*/ 127 w 127"/>
              <a:gd name="T59" fmla="*/ 135 h 136"/>
              <a:gd name="T60" fmla="*/ 116 w 127"/>
              <a:gd name="T61" fmla="*/ 135 h 136"/>
              <a:gd name="T62" fmla="*/ 102 w 127"/>
              <a:gd name="T63" fmla="*/ 136 h 136"/>
              <a:gd name="T64" fmla="*/ 96 w 127"/>
              <a:gd name="T65" fmla="*/ 132 h 136"/>
              <a:gd name="T66" fmla="*/ 59 w 127"/>
              <a:gd name="T67" fmla="*/ 82 h 136"/>
              <a:gd name="T68" fmla="*/ 52 w 127"/>
              <a:gd name="T69" fmla="*/ 73 h 136"/>
              <a:gd name="T70" fmla="*/ 49 w 127"/>
              <a:gd name="T71" fmla="*/ 71 h 136"/>
              <a:gd name="T72" fmla="*/ 34 w 127"/>
              <a:gd name="T73" fmla="*/ 71 h 136"/>
              <a:gd name="T74" fmla="*/ 34 w 127"/>
              <a:gd name="T75" fmla="*/ 61 h 136"/>
              <a:gd name="T76" fmla="*/ 36 w 127"/>
              <a:gd name="T77" fmla="*/ 62 h 136"/>
              <a:gd name="T78" fmla="*/ 66 w 127"/>
              <a:gd name="T79" fmla="*/ 62 h 136"/>
              <a:gd name="T80" fmla="*/ 82 w 127"/>
              <a:gd name="T81" fmla="*/ 59 h 136"/>
              <a:gd name="T82" fmla="*/ 96 w 127"/>
              <a:gd name="T83" fmla="*/ 44 h 136"/>
              <a:gd name="T84" fmla="*/ 96 w 127"/>
              <a:gd name="T85" fmla="*/ 29 h 136"/>
              <a:gd name="T86" fmla="*/ 81 w 127"/>
              <a:gd name="T87" fmla="*/ 12 h 136"/>
              <a:gd name="T88" fmla="*/ 70 w 127"/>
              <a:gd name="T89" fmla="*/ 11 h 136"/>
              <a:gd name="T90" fmla="*/ 37 w 127"/>
              <a:gd name="T91" fmla="*/ 11 h 136"/>
              <a:gd name="T92" fmla="*/ 34 w 127"/>
              <a:gd name="T93" fmla="*/ 11 h 136"/>
              <a:gd name="T94" fmla="*/ 34 w 127"/>
              <a:gd name="T95" fmla="*/ 61 h 136"/>
            </a:gdLst>
            <a:rect l="0" t="0" r="r" b="b"/>
            <a:pathLst>
              <a:path w="127" h="136">
                <a:moveTo>
                  <a:pt x="34" y="71"/>
                </a:moveTo>
                <a:cubicBezTo>
                  <a:pt x="34" y="75"/>
                  <a:pt x="34" y="78"/>
                  <a:pt x="34" y="81"/>
                </a:cubicBezTo>
                <a:cubicBezTo>
                  <a:pt x="34" y="92"/>
                  <a:pt x="34" y="103"/>
                  <a:pt x="34" y="114"/>
                </a:cubicBezTo>
                <a:cubicBezTo>
                  <a:pt x="34" y="117"/>
                  <a:pt x="34" y="119"/>
                  <a:pt x="35" y="122"/>
                </a:cubicBezTo>
                <a:cubicBezTo>
                  <a:pt x="35" y="125"/>
                  <a:pt x="37" y="127"/>
                  <a:pt x="40" y="127"/>
                </a:cubicBezTo>
                <a:cubicBezTo>
                  <a:pt x="43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1" y="135"/>
                </a:cubicBezTo>
                <a:cubicBezTo>
                  <a:pt x="0" y="134"/>
                  <a:pt x="0" y="133"/>
                  <a:pt x="0" y="132"/>
                </a:cubicBezTo>
                <a:cubicBezTo>
                  <a:pt x="0" y="131"/>
                  <a:pt x="0" y="130"/>
                  <a:pt x="0" y="128"/>
                </a:cubicBezTo>
                <a:cubicBezTo>
                  <a:pt x="3" y="128"/>
                  <a:pt x="6" y="128"/>
                  <a:pt x="9" y="127"/>
                </a:cubicBezTo>
                <a:cubicBezTo>
                  <a:pt x="14" y="126"/>
                  <a:pt x="15" y="125"/>
                  <a:pt x="16" y="120"/>
                </a:cubicBezTo>
                <a:cubicBezTo>
                  <a:pt x="16" y="117"/>
                  <a:pt x="17" y="114"/>
                  <a:pt x="17" y="111"/>
                </a:cubicBezTo>
                <a:cubicBezTo>
                  <a:pt x="17" y="81"/>
                  <a:pt x="17" y="52"/>
                  <a:pt x="17" y="22"/>
                </a:cubicBezTo>
                <a:cubicBezTo>
                  <a:pt x="17" y="20"/>
                  <a:pt x="16" y="17"/>
                  <a:pt x="16" y="15"/>
                </a:cubicBezTo>
                <a:cubicBezTo>
                  <a:pt x="15" y="11"/>
                  <a:pt x="13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2" y="1"/>
                  <a:pt x="3" y="0"/>
                  <a:pt x="4" y="0"/>
                </a:cubicBezTo>
                <a:cubicBezTo>
                  <a:pt x="26" y="0"/>
                  <a:pt x="49" y="0"/>
                  <a:pt x="71" y="0"/>
                </a:cubicBezTo>
                <a:cubicBezTo>
                  <a:pt x="79" y="0"/>
                  <a:pt x="86" y="1"/>
                  <a:pt x="94" y="4"/>
                </a:cubicBezTo>
                <a:cubicBezTo>
                  <a:pt x="108" y="9"/>
                  <a:pt x="115" y="18"/>
                  <a:pt x="116" y="32"/>
                </a:cubicBezTo>
                <a:cubicBezTo>
                  <a:pt x="117" y="48"/>
                  <a:pt x="110" y="60"/>
                  <a:pt x="97" y="66"/>
                </a:cubicBezTo>
                <a:cubicBezTo>
                  <a:pt x="91" y="68"/>
                  <a:pt x="86" y="70"/>
                  <a:pt x="80" y="70"/>
                </a:cubicBezTo>
                <a:cubicBezTo>
                  <a:pt x="77" y="70"/>
                  <a:pt x="74" y="71"/>
                  <a:pt x="71" y="71"/>
                </a:cubicBezTo>
                <a:cubicBezTo>
                  <a:pt x="72" y="73"/>
                  <a:pt x="73" y="74"/>
                  <a:pt x="73" y="75"/>
                </a:cubicBezTo>
                <a:cubicBezTo>
                  <a:pt x="84" y="88"/>
                  <a:pt x="94" y="101"/>
                  <a:pt x="104" y="114"/>
                </a:cubicBezTo>
                <a:cubicBezTo>
                  <a:pt x="105" y="115"/>
                  <a:pt x="105" y="115"/>
                  <a:pt x="105" y="116"/>
                </a:cubicBezTo>
                <a:cubicBezTo>
                  <a:pt x="111" y="122"/>
                  <a:pt x="117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24" y="135"/>
                  <a:pt x="120" y="135"/>
                  <a:pt x="116" y="135"/>
                </a:cubicBezTo>
                <a:cubicBezTo>
                  <a:pt x="111" y="135"/>
                  <a:pt x="107" y="135"/>
                  <a:pt x="102" y="136"/>
                </a:cubicBezTo>
                <a:cubicBezTo>
                  <a:pt x="99" y="136"/>
                  <a:pt x="97" y="134"/>
                  <a:pt x="96" y="132"/>
                </a:cubicBezTo>
                <a:cubicBezTo>
                  <a:pt x="83" y="115"/>
                  <a:pt x="71" y="99"/>
                  <a:pt x="59" y="82"/>
                </a:cubicBezTo>
                <a:cubicBezTo>
                  <a:pt x="57" y="79"/>
                  <a:pt x="54" y="76"/>
                  <a:pt x="52" y="73"/>
                </a:cubicBezTo>
                <a:cubicBezTo>
                  <a:pt x="51" y="72"/>
                  <a:pt x="50" y="71"/>
                  <a:pt x="49" y="71"/>
                </a:cubicBezTo>
                <a:cubicBezTo>
                  <a:pt x="44" y="71"/>
                  <a:pt x="39" y="71"/>
                  <a:pt x="34" y="71"/>
                </a:cubicBezTo>
                <a:close/>
                <a:moveTo>
                  <a:pt x="34" y="61"/>
                </a:moveTo>
                <a:cubicBezTo>
                  <a:pt x="35" y="62"/>
                  <a:pt x="36" y="62"/>
                  <a:pt x="36" y="62"/>
                </a:cubicBezTo>
                <a:cubicBezTo>
                  <a:pt x="46" y="62"/>
                  <a:pt x="56" y="62"/>
                  <a:pt x="66" y="62"/>
                </a:cubicBezTo>
                <a:cubicBezTo>
                  <a:pt x="72" y="61"/>
                  <a:pt x="77" y="60"/>
                  <a:pt x="82" y="59"/>
                </a:cubicBezTo>
                <a:cubicBezTo>
                  <a:pt x="90" y="56"/>
                  <a:pt x="94" y="51"/>
                  <a:pt x="96" y="44"/>
                </a:cubicBezTo>
                <a:cubicBezTo>
                  <a:pt x="96" y="39"/>
                  <a:pt x="97" y="34"/>
                  <a:pt x="96" y="29"/>
                </a:cubicBezTo>
                <a:cubicBezTo>
                  <a:pt x="95" y="20"/>
                  <a:pt x="90" y="15"/>
                  <a:pt x="81" y="12"/>
                </a:cubicBezTo>
                <a:cubicBezTo>
                  <a:pt x="77" y="11"/>
                  <a:pt x="74" y="11"/>
                  <a:pt x="70" y="11"/>
                </a:cubicBezTo>
                <a:cubicBezTo>
                  <a:pt x="59" y="10"/>
                  <a:pt x="48" y="11"/>
                  <a:pt x="37" y="11"/>
                </a:cubicBezTo>
                <a:cubicBezTo>
                  <a:pt x="36" y="11"/>
                  <a:pt x="35" y="11"/>
                  <a:pt x="34" y="11"/>
                </a:cubicBezTo>
                <a:cubicBezTo>
                  <a:pt x="34" y="28"/>
                  <a:pt x="34" y="44"/>
                  <a:pt x="34" y="61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1" name="Freeform 18">
            <a:extLst xmlns:a="http://schemas.openxmlformats.org/drawingml/2006/main">
              <a:ext uri="{FF2B5EF4-FFF2-40B4-BE49-F238E27FC236}">
                <a16:creationId xmlns:a16="http://schemas.microsoft.com/office/drawing/2014/main" id="{26B5C286-1C69-41E1-BA73-19C203F96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3581" y="688617"/>
            <a:ext cx="64437" cy="68429"/>
          </a:xfrm>
          <a:custGeom xmlns:a="http://schemas.openxmlformats.org/drawingml/2006/main">
            <a:gdLst>
              <a:gd name="T0" fmla="*/ 50 w 127"/>
              <a:gd name="T1" fmla="*/ 70 h 135"/>
              <a:gd name="T2" fmla="*/ 34 w 127"/>
              <a:gd name="T3" fmla="*/ 87 h 135"/>
              <a:gd name="T4" fmla="*/ 33 w 127"/>
              <a:gd name="T5" fmla="*/ 90 h 135"/>
              <a:gd name="T6" fmla="*/ 33 w 127"/>
              <a:gd name="T7" fmla="*/ 116 h 135"/>
              <a:gd name="T8" fmla="*/ 34 w 127"/>
              <a:gd name="T9" fmla="*/ 120 h 135"/>
              <a:gd name="T10" fmla="*/ 41 w 127"/>
              <a:gd name="T11" fmla="*/ 127 h 135"/>
              <a:gd name="T12" fmla="*/ 49 w 127"/>
              <a:gd name="T13" fmla="*/ 128 h 135"/>
              <a:gd name="T14" fmla="*/ 49 w 127"/>
              <a:gd name="T15" fmla="*/ 135 h 135"/>
              <a:gd name="T16" fmla="*/ 0 w 127"/>
              <a:gd name="T17" fmla="*/ 135 h 135"/>
              <a:gd name="T18" fmla="*/ 0 w 127"/>
              <a:gd name="T19" fmla="*/ 128 h 135"/>
              <a:gd name="T20" fmla="*/ 7 w 127"/>
              <a:gd name="T21" fmla="*/ 128 h 135"/>
              <a:gd name="T22" fmla="*/ 16 w 127"/>
              <a:gd name="T23" fmla="*/ 118 h 135"/>
              <a:gd name="T24" fmla="*/ 16 w 127"/>
              <a:gd name="T25" fmla="*/ 111 h 135"/>
              <a:gd name="T26" fmla="*/ 16 w 127"/>
              <a:gd name="T27" fmla="*/ 24 h 135"/>
              <a:gd name="T28" fmla="*/ 16 w 127"/>
              <a:gd name="T29" fmla="*/ 16 h 135"/>
              <a:gd name="T30" fmla="*/ 8 w 127"/>
              <a:gd name="T31" fmla="*/ 9 h 135"/>
              <a:gd name="T32" fmla="*/ 0 w 127"/>
              <a:gd name="T33" fmla="*/ 8 h 135"/>
              <a:gd name="T34" fmla="*/ 0 w 127"/>
              <a:gd name="T35" fmla="*/ 1 h 135"/>
              <a:gd name="T36" fmla="*/ 49 w 127"/>
              <a:gd name="T37" fmla="*/ 1 h 135"/>
              <a:gd name="T38" fmla="*/ 50 w 127"/>
              <a:gd name="T39" fmla="*/ 8 h 135"/>
              <a:gd name="T40" fmla="*/ 41 w 127"/>
              <a:gd name="T41" fmla="*/ 9 h 135"/>
              <a:gd name="T42" fmla="*/ 34 w 127"/>
              <a:gd name="T43" fmla="*/ 16 h 135"/>
              <a:gd name="T44" fmla="*/ 33 w 127"/>
              <a:gd name="T45" fmla="*/ 23 h 135"/>
              <a:gd name="T46" fmla="*/ 33 w 127"/>
              <a:gd name="T47" fmla="*/ 70 h 135"/>
              <a:gd name="T48" fmla="*/ 33 w 127"/>
              <a:gd name="T49" fmla="*/ 73 h 135"/>
              <a:gd name="T50" fmla="*/ 36 w 127"/>
              <a:gd name="T51" fmla="*/ 71 h 135"/>
              <a:gd name="T52" fmla="*/ 83 w 127"/>
              <a:gd name="T53" fmla="*/ 19 h 135"/>
              <a:gd name="T54" fmla="*/ 86 w 127"/>
              <a:gd name="T55" fmla="*/ 14 h 135"/>
              <a:gd name="T56" fmla="*/ 84 w 127"/>
              <a:gd name="T57" fmla="*/ 9 h 135"/>
              <a:gd name="T58" fmla="*/ 76 w 127"/>
              <a:gd name="T59" fmla="*/ 8 h 135"/>
              <a:gd name="T60" fmla="*/ 76 w 127"/>
              <a:gd name="T61" fmla="*/ 1 h 135"/>
              <a:gd name="T62" fmla="*/ 122 w 127"/>
              <a:gd name="T63" fmla="*/ 1 h 135"/>
              <a:gd name="T64" fmla="*/ 122 w 127"/>
              <a:gd name="T65" fmla="*/ 8 h 135"/>
              <a:gd name="T66" fmla="*/ 118 w 127"/>
              <a:gd name="T67" fmla="*/ 8 h 135"/>
              <a:gd name="T68" fmla="*/ 99 w 127"/>
              <a:gd name="T69" fmla="*/ 18 h 135"/>
              <a:gd name="T70" fmla="*/ 77 w 127"/>
              <a:gd name="T71" fmla="*/ 41 h 135"/>
              <a:gd name="T72" fmla="*/ 62 w 127"/>
              <a:gd name="T73" fmla="*/ 57 h 135"/>
              <a:gd name="T74" fmla="*/ 64 w 127"/>
              <a:gd name="T75" fmla="*/ 61 h 135"/>
              <a:gd name="T76" fmla="*/ 102 w 127"/>
              <a:gd name="T77" fmla="*/ 113 h 135"/>
              <a:gd name="T78" fmla="*/ 108 w 127"/>
              <a:gd name="T79" fmla="*/ 120 h 135"/>
              <a:gd name="T80" fmla="*/ 123 w 127"/>
              <a:gd name="T81" fmla="*/ 127 h 135"/>
              <a:gd name="T82" fmla="*/ 127 w 127"/>
              <a:gd name="T83" fmla="*/ 128 h 135"/>
              <a:gd name="T84" fmla="*/ 127 w 127"/>
              <a:gd name="T85" fmla="*/ 135 h 135"/>
              <a:gd name="T86" fmla="*/ 73 w 127"/>
              <a:gd name="T87" fmla="*/ 135 h 135"/>
              <a:gd name="T88" fmla="*/ 73 w 127"/>
              <a:gd name="T89" fmla="*/ 128 h 135"/>
              <a:gd name="T90" fmla="*/ 80 w 127"/>
              <a:gd name="T91" fmla="*/ 127 h 135"/>
              <a:gd name="T92" fmla="*/ 84 w 127"/>
              <a:gd name="T93" fmla="*/ 120 h 135"/>
              <a:gd name="T94" fmla="*/ 82 w 127"/>
              <a:gd name="T95" fmla="*/ 115 h 135"/>
              <a:gd name="T96" fmla="*/ 51 w 127"/>
              <a:gd name="T97" fmla="*/ 72 h 135"/>
              <a:gd name="T98" fmla="*/ 50 w 127"/>
              <a:gd name="T99" fmla="*/ 70 h 135"/>
            </a:gdLst>
            <a:rect l="0" t="0" r="r" b="b"/>
            <a:pathLst>
              <a:path w="127" h="135">
                <a:moveTo>
                  <a:pt x="50" y="70"/>
                </a:moveTo>
                <a:cubicBezTo>
                  <a:pt x="44" y="76"/>
                  <a:pt x="39" y="81"/>
                  <a:pt x="34" y="87"/>
                </a:cubicBezTo>
                <a:cubicBezTo>
                  <a:pt x="33" y="88"/>
                  <a:pt x="33" y="89"/>
                  <a:pt x="33" y="90"/>
                </a:cubicBezTo>
                <a:cubicBezTo>
                  <a:pt x="33" y="99"/>
                  <a:pt x="33" y="107"/>
                  <a:pt x="33" y="116"/>
                </a:cubicBezTo>
                <a:cubicBezTo>
                  <a:pt x="33" y="117"/>
                  <a:pt x="33" y="118"/>
                  <a:pt x="34" y="120"/>
                </a:cubicBezTo>
                <a:cubicBezTo>
                  <a:pt x="35" y="125"/>
                  <a:pt x="36" y="126"/>
                  <a:pt x="41" y="127"/>
                </a:cubicBezTo>
                <a:cubicBezTo>
                  <a:pt x="44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7" y="128"/>
                </a:cubicBezTo>
                <a:cubicBezTo>
                  <a:pt x="14" y="127"/>
                  <a:pt x="16" y="125"/>
                  <a:pt x="16" y="118"/>
                </a:cubicBezTo>
                <a:cubicBezTo>
                  <a:pt x="16" y="115"/>
                  <a:pt x="16" y="113"/>
                  <a:pt x="16" y="111"/>
                </a:cubicBezTo>
                <a:cubicBezTo>
                  <a:pt x="16" y="82"/>
                  <a:pt x="16" y="53"/>
                  <a:pt x="16" y="24"/>
                </a:cubicBezTo>
                <a:cubicBezTo>
                  <a:pt x="16" y="21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5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4" y="0"/>
                  <a:pt x="40" y="0"/>
                  <a:pt x="49" y="1"/>
                </a:cubicBezTo>
                <a:cubicBezTo>
                  <a:pt x="49" y="3"/>
                  <a:pt x="50" y="5"/>
                  <a:pt x="50" y="8"/>
                </a:cubicBezTo>
                <a:cubicBezTo>
                  <a:pt x="47" y="8"/>
                  <a:pt x="44" y="8"/>
                  <a:pt x="41" y="9"/>
                </a:cubicBezTo>
                <a:cubicBezTo>
                  <a:pt x="37" y="9"/>
                  <a:pt x="34" y="11"/>
                  <a:pt x="34" y="16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39"/>
                  <a:pt x="33" y="54"/>
                  <a:pt x="33" y="70"/>
                </a:cubicBezTo>
                <a:cubicBezTo>
                  <a:pt x="33" y="71"/>
                  <a:pt x="33" y="72"/>
                  <a:pt x="33" y="73"/>
                </a:cubicBezTo>
                <a:cubicBezTo>
                  <a:pt x="35" y="72"/>
                  <a:pt x="36" y="72"/>
                  <a:pt x="36" y="71"/>
                </a:cubicBezTo>
                <a:cubicBezTo>
                  <a:pt x="52" y="54"/>
                  <a:pt x="67" y="37"/>
                  <a:pt x="83" y="19"/>
                </a:cubicBezTo>
                <a:cubicBezTo>
                  <a:pt x="84" y="18"/>
                  <a:pt x="85" y="16"/>
                  <a:pt x="86" y="14"/>
                </a:cubicBezTo>
                <a:cubicBezTo>
                  <a:pt x="88" y="12"/>
                  <a:pt x="87" y="10"/>
                  <a:pt x="84" y="9"/>
                </a:cubicBezTo>
                <a:cubicBezTo>
                  <a:pt x="81" y="8"/>
                  <a:pt x="79" y="8"/>
                  <a:pt x="76" y="8"/>
                </a:cubicBezTo>
                <a:cubicBezTo>
                  <a:pt x="76" y="5"/>
                  <a:pt x="76" y="3"/>
                  <a:pt x="76" y="1"/>
                </a:cubicBezTo>
                <a:cubicBezTo>
                  <a:pt x="79" y="0"/>
                  <a:pt x="114" y="0"/>
                  <a:pt x="122" y="1"/>
                </a:cubicBezTo>
                <a:cubicBezTo>
                  <a:pt x="122" y="3"/>
                  <a:pt x="122" y="5"/>
                  <a:pt x="122" y="8"/>
                </a:cubicBezTo>
                <a:cubicBezTo>
                  <a:pt x="121" y="8"/>
                  <a:pt x="120" y="8"/>
                  <a:pt x="118" y="8"/>
                </a:cubicBezTo>
                <a:cubicBezTo>
                  <a:pt x="111" y="9"/>
                  <a:pt x="104" y="12"/>
                  <a:pt x="99" y="18"/>
                </a:cubicBezTo>
                <a:cubicBezTo>
                  <a:pt x="92" y="25"/>
                  <a:pt x="85" y="33"/>
                  <a:pt x="77" y="41"/>
                </a:cubicBezTo>
                <a:cubicBezTo>
                  <a:pt x="72" y="46"/>
                  <a:pt x="67" y="52"/>
                  <a:pt x="62" y="57"/>
                </a:cubicBezTo>
                <a:cubicBezTo>
                  <a:pt x="63" y="58"/>
                  <a:pt x="64" y="59"/>
                  <a:pt x="64" y="61"/>
                </a:cubicBezTo>
                <a:cubicBezTo>
                  <a:pt x="77" y="78"/>
                  <a:pt x="90" y="95"/>
                  <a:pt x="102" y="113"/>
                </a:cubicBezTo>
                <a:cubicBezTo>
                  <a:pt x="104" y="115"/>
                  <a:pt x="106" y="118"/>
                  <a:pt x="108" y="120"/>
                </a:cubicBezTo>
                <a:cubicBezTo>
                  <a:pt x="112" y="124"/>
                  <a:pt x="117" y="127"/>
                  <a:pt x="123" y="127"/>
                </a:cubicBezTo>
                <a:cubicBezTo>
                  <a:pt x="124" y="128"/>
                  <a:pt x="125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09" y="135"/>
                  <a:pt x="91" y="135"/>
                  <a:pt x="73" y="135"/>
                </a:cubicBezTo>
                <a:cubicBezTo>
                  <a:pt x="73" y="133"/>
                  <a:pt x="73" y="131"/>
                  <a:pt x="73" y="128"/>
                </a:cubicBezTo>
                <a:cubicBezTo>
                  <a:pt x="75" y="128"/>
                  <a:pt x="78" y="128"/>
                  <a:pt x="80" y="127"/>
                </a:cubicBezTo>
                <a:cubicBezTo>
                  <a:pt x="85" y="127"/>
                  <a:pt x="86" y="125"/>
                  <a:pt x="84" y="120"/>
                </a:cubicBezTo>
                <a:cubicBezTo>
                  <a:pt x="84" y="118"/>
                  <a:pt x="83" y="117"/>
                  <a:pt x="82" y="115"/>
                </a:cubicBezTo>
                <a:cubicBezTo>
                  <a:pt x="72" y="101"/>
                  <a:pt x="61" y="86"/>
                  <a:pt x="51" y="72"/>
                </a:cubicBezTo>
                <a:cubicBezTo>
                  <a:pt x="51" y="71"/>
                  <a:pt x="50" y="71"/>
                  <a:pt x="50" y="7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2" name="Freeform 19">
            <a:extLst xmlns:a="http://schemas.openxmlformats.org/drawingml/2006/main">
              <a:ext uri="{FF2B5EF4-FFF2-40B4-BE49-F238E27FC236}">
                <a16:creationId xmlns:a16="http://schemas.microsoft.com/office/drawing/2014/main" id="{30DB65CD-49CC-4B08-8ABE-638B734F6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9719" y="688617"/>
            <a:ext cx="63867" cy="68429"/>
          </a:xfrm>
          <a:custGeom xmlns:a="http://schemas.openxmlformats.org/drawingml/2006/main">
            <a:gdLst>
              <a:gd name="T0" fmla="*/ 28 w 126"/>
              <a:gd name="T1" fmla="*/ 16 h 135"/>
              <a:gd name="T2" fmla="*/ 28 w 126"/>
              <a:gd name="T3" fmla="*/ 20 h 135"/>
              <a:gd name="T4" fmla="*/ 28 w 126"/>
              <a:gd name="T5" fmla="*/ 109 h 135"/>
              <a:gd name="T6" fmla="*/ 28 w 126"/>
              <a:gd name="T7" fmla="*/ 119 h 135"/>
              <a:gd name="T8" fmla="*/ 37 w 126"/>
              <a:gd name="T9" fmla="*/ 127 h 135"/>
              <a:gd name="T10" fmla="*/ 44 w 126"/>
              <a:gd name="T11" fmla="*/ 128 h 135"/>
              <a:gd name="T12" fmla="*/ 44 w 126"/>
              <a:gd name="T13" fmla="*/ 135 h 135"/>
              <a:gd name="T14" fmla="*/ 0 w 126"/>
              <a:gd name="T15" fmla="*/ 135 h 135"/>
              <a:gd name="T16" fmla="*/ 0 w 126"/>
              <a:gd name="T17" fmla="*/ 128 h 135"/>
              <a:gd name="T18" fmla="*/ 8 w 126"/>
              <a:gd name="T19" fmla="*/ 127 h 135"/>
              <a:gd name="T20" fmla="*/ 16 w 126"/>
              <a:gd name="T21" fmla="*/ 120 h 135"/>
              <a:gd name="T22" fmla="*/ 16 w 126"/>
              <a:gd name="T23" fmla="*/ 113 h 135"/>
              <a:gd name="T24" fmla="*/ 16 w 126"/>
              <a:gd name="T25" fmla="*/ 19 h 135"/>
              <a:gd name="T26" fmla="*/ 16 w 126"/>
              <a:gd name="T27" fmla="*/ 15 h 135"/>
              <a:gd name="T28" fmla="*/ 9 w 126"/>
              <a:gd name="T29" fmla="*/ 9 h 135"/>
              <a:gd name="T30" fmla="*/ 5 w 126"/>
              <a:gd name="T31" fmla="*/ 8 h 135"/>
              <a:gd name="T32" fmla="*/ 1 w 126"/>
              <a:gd name="T33" fmla="*/ 8 h 135"/>
              <a:gd name="T34" fmla="*/ 1 w 126"/>
              <a:gd name="T35" fmla="*/ 1 h 135"/>
              <a:gd name="T36" fmla="*/ 40 w 126"/>
              <a:gd name="T37" fmla="*/ 1 h 135"/>
              <a:gd name="T38" fmla="*/ 98 w 126"/>
              <a:gd name="T39" fmla="*/ 100 h 135"/>
              <a:gd name="T40" fmla="*/ 99 w 126"/>
              <a:gd name="T41" fmla="*/ 100 h 135"/>
              <a:gd name="T42" fmla="*/ 99 w 126"/>
              <a:gd name="T43" fmla="*/ 96 h 135"/>
              <a:gd name="T44" fmla="*/ 99 w 126"/>
              <a:gd name="T45" fmla="*/ 24 h 135"/>
              <a:gd name="T46" fmla="*/ 98 w 126"/>
              <a:gd name="T47" fmla="*/ 16 h 135"/>
              <a:gd name="T48" fmla="*/ 90 w 126"/>
              <a:gd name="T49" fmla="*/ 9 h 135"/>
              <a:gd name="T50" fmla="*/ 83 w 126"/>
              <a:gd name="T51" fmla="*/ 8 h 135"/>
              <a:gd name="T52" fmla="*/ 83 w 126"/>
              <a:gd name="T53" fmla="*/ 1 h 135"/>
              <a:gd name="T54" fmla="*/ 126 w 126"/>
              <a:gd name="T55" fmla="*/ 1 h 135"/>
              <a:gd name="T56" fmla="*/ 126 w 126"/>
              <a:gd name="T57" fmla="*/ 8 h 135"/>
              <a:gd name="T58" fmla="*/ 119 w 126"/>
              <a:gd name="T59" fmla="*/ 9 h 135"/>
              <a:gd name="T60" fmla="*/ 111 w 126"/>
              <a:gd name="T61" fmla="*/ 16 h 135"/>
              <a:gd name="T62" fmla="*/ 110 w 126"/>
              <a:gd name="T63" fmla="*/ 27 h 135"/>
              <a:gd name="T64" fmla="*/ 110 w 126"/>
              <a:gd name="T65" fmla="*/ 129 h 135"/>
              <a:gd name="T66" fmla="*/ 110 w 126"/>
              <a:gd name="T67" fmla="*/ 135 h 135"/>
              <a:gd name="T68" fmla="*/ 99 w 126"/>
              <a:gd name="T69" fmla="*/ 135 h 135"/>
              <a:gd name="T70" fmla="*/ 29 w 126"/>
              <a:gd name="T71" fmla="*/ 15 h 135"/>
              <a:gd name="T72" fmla="*/ 28 w 126"/>
              <a:gd name="T73" fmla="*/ 16 h 135"/>
            </a:gdLst>
            <a:rect l="0" t="0" r="r" b="b"/>
            <a:pathLst>
              <a:path w="126" h="135">
                <a:moveTo>
                  <a:pt x="28" y="16"/>
                </a:moveTo>
                <a:cubicBezTo>
                  <a:pt x="28" y="17"/>
                  <a:pt x="28" y="19"/>
                  <a:pt x="28" y="20"/>
                </a:cubicBezTo>
                <a:cubicBezTo>
                  <a:pt x="28" y="50"/>
                  <a:pt x="28" y="79"/>
                  <a:pt x="28" y="109"/>
                </a:cubicBezTo>
                <a:cubicBezTo>
                  <a:pt x="28" y="112"/>
                  <a:pt x="28" y="115"/>
                  <a:pt x="28" y="119"/>
                </a:cubicBezTo>
                <a:cubicBezTo>
                  <a:pt x="29" y="124"/>
                  <a:pt x="31" y="126"/>
                  <a:pt x="37" y="127"/>
                </a:cubicBezTo>
                <a:cubicBezTo>
                  <a:pt x="39" y="127"/>
                  <a:pt x="41" y="128"/>
                  <a:pt x="44" y="128"/>
                </a:cubicBezTo>
                <a:cubicBezTo>
                  <a:pt x="44" y="130"/>
                  <a:pt x="44" y="133"/>
                  <a:pt x="44" y="135"/>
                </a:cubicBezTo>
                <a:cubicBezTo>
                  <a:pt x="29" y="135"/>
                  <a:pt x="15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5" y="127"/>
                  <a:pt x="8" y="127"/>
                </a:cubicBezTo>
                <a:cubicBezTo>
                  <a:pt x="12" y="127"/>
                  <a:pt x="15" y="124"/>
                  <a:pt x="16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0"/>
                  <a:pt x="16" y="19"/>
                </a:cubicBezTo>
                <a:cubicBezTo>
                  <a:pt x="16" y="18"/>
                  <a:pt x="16" y="17"/>
                  <a:pt x="16" y="15"/>
                </a:cubicBezTo>
                <a:cubicBezTo>
                  <a:pt x="16" y="11"/>
                  <a:pt x="14" y="9"/>
                  <a:pt x="9" y="9"/>
                </a:cubicBezTo>
                <a:cubicBezTo>
                  <a:pt x="8" y="8"/>
                  <a:pt x="7" y="8"/>
                  <a:pt x="5" y="8"/>
                </a:cubicBezTo>
                <a:cubicBezTo>
                  <a:pt x="4" y="8"/>
                  <a:pt x="2" y="8"/>
                  <a:pt x="1" y="8"/>
                </a:cubicBezTo>
                <a:cubicBezTo>
                  <a:pt x="1" y="5"/>
                  <a:pt x="1" y="3"/>
                  <a:pt x="1" y="1"/>
                </a:cubicBezTo>
                <a:cubicBezTo>
                  <a:pt x="14" y="1"/>
                  <a:pt x="27" y="1"/>
                  <a:pt x="40" y="1"/>
                </a:cubicBezTo>
                <a:cubicBezTo>
                  <a:pt x="59" y="34"/>
                  <a:pt x="79" y="67"/>
                  <a:pt x="98" y="100"/>
                </a:cubicBezTo>
                <a:cubicBezTo>
                  <a:pt x="98" y="100"/>
                  <a:pt x="99" y="100"/>
                  <a:pt x="99" y="100"/>
                </a:cubicBezTo>
                <a:cubicBezTo>
                  <a:pt x="99" y="99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1"/>
                  <a:pt x="99" y="19"/>
                  <a:pt x="98" y="16"/>
                </a:cubicBezTo>
                <a:cubicBezTo>
                  <a:pt x="97" y="12"/>
                  <a:pt x="94" y="9"/>
                  <a:pt x="90" y="9"/>
                </a:cubicBezTo>
                <a:cubicBezTo>
                  <a:pt x="88" y="8"/>
                  <a:pt x="86" y="8"/>
                  <a:pt x="83" y="8"/>
                </a:cubicBezTo>
                <a:cubicBezTo>
                  <a:pt x="83" y="5"/>
                  <a:pt x="83" y="3"/>
                  <a:pt x="83" y="1"/>
                </a:cubicBezTo>
                <a:cubicBezTo>
                  <a:pt x="87" y="0"/>
                  <a:pt x="115" y="0"/>
                  <a:pt x="126" y="1"/>
                </a:cubicBezTo>
                <a:cubicBezTo>
                  <a:pt x="126" y="3"/>
                  <a:pt x="126" y="5"/>
                  <a:pt x="126" y="8"/>
                </a:cubicBezTo>
                <a:cubicBezTo>
                  <a:pt x="124" y="8"/>
                  <a:pt x="122" y="8"/>
                  <a:pt x="119" y="9"/>
                </a:cubicBezTo>
                <a:cubicBezTo>
                  <a:pt x="115" y="9"/>
                  <a:pt x="112" y="12"/>
                  <a:pt x="111" y="16"/>
                </a:cubicBezTo>
                <a:cubicBezTo>
                  <a:pt x="111" y="20"/>
                  <a:pt x="110" y="23"/>
                  <a:pt x="110" y="27"/>
                </a:cubicBezTo>
                <a:cubicBezTo>
                  <a:pt x="110" y="61"/>
                  <a:pt x="110" y="95"/>
                  <a:pt x="110" y="129"/>
                </a:cubicBezTo>
                <a:cubicBezTo>
                  <a:pt x="110" y="131"/>
                  <a:pt x="110" y="133"/>
                  <a:pt x="110" y="135"/>
                </a:cubicBezTo>
                <a:cubicBezTo>
                  <a:pt x="106" y="135"/>
                  <a:pt x="103" y="135"/>
                  <a:pt x="99" y="135"/>
                </a:cubicBezTo>
                <a:cubicBezTo>
                  <a:pt x="76" y="95"/>
                  <a:pt x="52" y="55"/>
                  <a:pt x="29" y="15"/>
                </a:cubicBezTo>
                <a:cubicBezTo>
                  <a:pt x="28" y="15"/>
                  <a:pt x="28" y="15"/>
                  <a:pt x="28" y="16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3" name="Freeform 20">
            <a:extLst xmlns:a="http://schemas.openxmlformats.org/drawingml/2006/main">
              <a:ext uri="{FF2B5EF4-FFF2-40B4-BE49-F238E27FC236}">
                <a16:creationId xmlns:a16="http://schemas.microsoft.com/office/drawing/2014/main" id="{DE4E3250-D59E-4537-A703-B47EAA63F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9652" y="688617"/>
            <a:ext cx="62726" cy="68429"/>
          </a:xfrm>
          <a:custGeom xmlns:a="http://schemas.openxmlformats.org/drawingml/2006/main">
            <a:gdLst>
              <a:gd name="T0" fmla="*/ 0 w 124"/>
              <a:gd name="T1" fmla="*/ 8 h 135"/>
              <a:gd name="T2" fmla="*/ 0 w 124"/>
              <a:gd name="T3" fmla="*/ 1 h 135"/>
              <a:gd name="T4" fmla="*/ 105 w 124"/>
              <a:gd name="T5" fmla="*/ 1 h 135"/>
              <a:gd name="T6" fmla="*/ 117 w 124"/>
              <a:gd name="T7" fmla="*/ 35 h 135"/>
              <a:gd name="T8" fmla="*/ 110 w 124"/>
              <a:gd name="T9" fmla="*/ 39 h 135"/>
              <a:gd name="T10" fmla="*/ 107 w 124"/>
              <a:gd name="T11" fmla="*/ 33 h 135"/>
              <a:gd name="T12" fmla="*/ 78 w 124"/>
              <a:gd name="T13" fmla="*/ 11 h 135"/>
              <a:gd name="T14" fmla="*/ 34 w 124"/>
              <a:gd name="T15" fmla="*/ 11 h 135"/>
              <a:gd name="T16" fmla="*/ 34 w 124"/>
              <a:gd name="T17" fmla="*/ 61 h 135"/>
              <a:gd name="T18" fmla="*/ 55 w 124"/>
              <a:gd name="T19" fmla="*/ 60 h 135"/>
              <a:gd name="T20" fmla="*/ 69 w 124"/>
              <a:gd name="T21" fmla="*/ 45 h 135"/>
              <a:gd name="T22" fmla="*/ 70 w 124"/>
              <a:gd name="T23" fmla="*/ 36 h 135"/>
              <a:gd name="T24" fmla="*/ 78 w 124"/>
              <a:gd name="T25" fmla="*/ 36 h 135"/>
              <a:gd name="T26" fmla="*/ 78 w 124"/>
              <a:gd name="T27" fmla="*/ 95 h 135"/>
              <a:gd name="T28" fmla="*/ 74 w 124"/>
              <a:gd name="T29" fmla="*/ 95 h 135"/>
              <a:gd name="T30" fmla="*/ 70 w 124"/>
              <a:gd name="T31" fmla="*/ 95 h 135"/>
              <a:gd name="T32" fmla="*/ 70 w 124"/>
              <a:gd name="T33" fmla="*/ 88 h 135"/>
              <a:gd name="T34" fmla="*/ 68 w 124"/>
              <a:gd name="T35" fmla="*/ 81 h 135"/>
              <a:gd name="T36" fmla="*/ 58 w 124"/>
              <a:gd name="T37" fmla="*/ 71 h 135"/>
              <a:gd name="T38" fmla="*/ 34 w 124"/>
              <a:gd name="T39" fmla="*/ 70 h 135"/>
              <a:gd name="T40" fmla="*/ 33 w 124"/>
              <a:gd name="T41" fmla="*/ 74 h 135"/>
              <a:gd name="T42" fmla="*/ 33 w 124"/>
              <a:gd name="T43" fmla="*/ 115 h 135"/>
              <a:gd name="T44" fmla="*/ 43 w 124"/>
              <a:gd name="T45" fmla="*/ 125 h 135"/>
              <a:gd name="T46" fmla="*/ 69 w 124"/>
              <a:gd name="T47" fmla="*/ 125 h 135"/>
              <a:gd name="T48" fmla="*/ 112 w 124"/>
              <a:gd name="T49" fmla="*/ 97 h 135"/>
              <a:gd name="T50" fmla="*/ 115 w 124"/>
              <a:gd name="T51" fmla="*/ 90 h 135"/>
              <a:gd name="T52" fmla="*/ 124 w 124"/>
              <a:gd name="T53" fmla="*/ 93 h 135"/>
              <a:gd name="T54" fmla="*/ 109 w 124"/>
              <a:gd name="T55" fmla="*/ 135 h 135"/>
              <a:gd name="T56" fmla="*/ 0 w 124"/>
              <a:gd name="T57" fmla="*/ 135 h 135"/>
              <a:gd name="T58" fmla="*/ 0 w 124"/>
              <a:gd name="T59" fmla="*/ 128 h 135"/>
              <a:gd name="T60" fmla="*/ 8 w 124"/>
              <a:gd name="T61" fmla="*/ 127 h 135"/>
              <a:gd name="T62" fmla="*/ 15 w 124"/>
              <a:gd name="T63" fmla="*/ 120 h 135"/>
              <a:gd name="T64" fmla="*/ 16 w 124"/>
              <a:gd name="T65" fmla="*/ 113 h 135"/>
              <a:gd name="T66" fmla="*/ 16 w 124"/>
              <a:gd name="T67" fmla="*/ 21 h 135"/>
              <a:gd name="T68" fmla="*/ 16 w 124"/>
              <a:gd name="T69" fmla="*/ 16 h 135"/>
              <a:gd name="T70" fmla="*/ 8 w 124"/>
              <a:gd name="T71" fmla="*/ 9 h 135"/>
              <a:gd name="T72" fmla="*/ 4 w 124"/>
              <a:gd name="T73" fmla="*/ 8 h 135"/>
              <a:gd name="T74" fmla="*/ 0 w 124"/>
              <a:gd name="T75" fmla="*/ 8 h 135"/>
            </a:gdLst>
            <a:rect l="0" t="0" r="r" b="b"/>
            <a:pathLst>
              <a:path w="124" h="135">
                <a:moveTo>
                  <a:pt x="0" y="8"/>
                </a:moveTo>
                <a:cubicBezTo>
                  <a:pt x="0" y="5"/>
                  <a:pt x="0" y="3"/>
                  <a:pt x="0" y="1"/>
                </a:cubicBezTo>
                <a:cubicBezTo>
                  <a:pt x="3" y="0"/>
                  <a:pt x="98" y="0"/>
                  <a:pt x="105" y="1"/>
                </a:cubicBezTo>
                <a:cubicBezTo>
                  <a:pt x="109" y="12"/>
                  <a:pt x="113" y="24"/>
                  <a:pt x="117" y="35"/>
                </a:cubicBezTo>
                <a:cubicBezTo>
                  <a:pt x="115" y="37"/>
                  <a:pt x="112" y="38"/>
                  <a:pt x="110" y="39"/>
                </a:cubicBezTo>
                <a:cubicBezTo>
                  <a:pt x="109" y="36"/>
                  <a:pt x="108" y="35"/>
                  <a:pt x="107" y="33"/>
                </a:cubicBezTo>
                <a:cubicBezTo>
                  <a:pt x="101" y="20"/>
                  <a:pt x="92" y="13"/>
                  <a:pt x="78" y="11"/>
                </a:cubicBezTo>
                <a:cubicBezTo>
                  <a:pt x="63" y="10"/>
                  <a:pt x="48" y="11"/>
                  <a:pt x="34" y="11"/>
                </a:cubicBezTo>
                <a:cubicBezTo>
                  <a:pt x="33" y="15"/>
                  <a:pt x="33" y="55"/>
                  <a:pt x="34" y="61"/>
                </a:cubicBezTo>
                <a:cubicBezTo>
                  <a:pt x="41" y="61"/>
                  <a:pt x="48" y="61"/>
                  <a:pt x="55" y="60"/>
                </a:cubicBezTo>
                <a:cubicBezTo>
                  <a:pt x="64" y="59"/>
                  <a:pt x="68" y="54"/>
                  <a:pt x="69" y="45"/>
                </a:cubicBezTo>
                <a:cubicBezTo>
                  <a:pt x="70" y="42"/>
                  <a:pt x="70" y="39"/>
                  <a:pt x="70" y="36"/>
                </a:cubicBezTo>
                <a:cubicBezTo>
                  <a:pt x="73" y="36"/>
                  <a:pt x="75" y="36"/>
                  <a:pt x="78" y="36"/>
                </a:cubicBezTo>
                <a:cubicBezTo>
                  <a:pt x="78" y="56"/>
                  <a:pt x="78" y="75"/>
                  <a:pt x="78" y="95"/>
                </a:cubicBezTo>
                <a:cubicBezTo>
                  <a:pt x="77" y="95"/>
                  <a:pt x="76" y="95"/>
                  <a:pt x="74" y="95"/>
                </a:cubicBezTo>
                <a:cubicBezTo>
                  <a:pt x="73" y="95"/>
                  <a:pt x="72" y="95"/>
                  <a:pt x="70" y="95"/>
                </a:cubicBezTo>
                <a:cubicBezTo>
                  <a:pt x="70" y="93"/>
                  <a:pt x="70" y="90"/>
                  <a:pt x="70" y="88"/>
                </a:cubicBezTo>
                <a:cubicBezTo>
                  <a:pt x="69" y="86"/>
                  <a:pt x="69" y="83"/>
                  <a:pt x="68" y="81"/>
                </a:cubicBezTo>
                <a:cubicBezTo>
                  <a:pt x="67" y="75"/>
                  <a:pt x="64" y="72"/>
                  <a:pt x="58" y="71"/>
                </a:cubicBezTo>
                <a:cubicBezTo>
                  <a:pt x="50" y="69"/>
                  <a:pt x="42" y="70"/>
                  <a:pt x="34" y="70"/>
                </a:cubicBezTo>
                <a:cubicBezTo>
                  <a:pt x="33" y="72"/>
                  <a:pt x="33" y="73"/>
                  <a:pt x="33" y="74"/>
                </a:cubicBezTo>
                <a:cubicBezTo>
                  <a:pt x="33" y="88"/>
                  <a:pt x="33" y="102"/>
                  <a:pt x="33" y="115"/>
                </a:cubicBezTo>
                <a:cubicBezTo>
                  <a:pt x="33" y="124"/>
                  <a:pt x="34" y="125"/>
                  <a:pt x="43" y="125"/>
                </a:cubicBezTo>
                <a:cubicBezTo>
                  <a:pt x="52" y="125"/>
                  <a:pt x="60" y="125"/>
                  <a:pt x="69" y="125"/>
                </a:cubicBezTo>
                <a:cubicBezTo>
                  <a:pt x="89" y="125"/>
                  <a:pt x="104" y="115"/>
                  <a:pt x="112" y="97"/>
                </a:cubicBezTo>
                <a:cubicBezTo>
                  <a:pt x="113" y="95"/>
                  <a:pt x="114" y="93"/>
                  <a:pt x="115" y="90"/>
                </a:cubicBezTo>
                <a:cubicBezTo>
                  <a:pt x="118" y="91"/>
                  <a:pt x="121" y="92"/>
                  <a:pt x="124" y="93"/>
                </a:cubicBezTo>
                <a:cubicBezTo>
                  <a:pt x="119" y="108"/>
                  <a:pt x="114" y="121"/>
                  <a:pt x="109" y="135"/>
                </a:cubicBezTo>
                <a:cubicBezTo>
                  <a:pt x="73" y="135"/>
                  <a:pt x="3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6" y="128"/>
                  <a:pt x="8" y="127"/>
                </a:cubicBezTo>
                <a:cubicBezTo>
                  <a:pt x="13" y="126"/>
                  <a:pt x="15" y="125"/>
                  <a:pt x="15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20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7" y="9"/>
                  <a:pt x="6" y="8"/>
                  <a:pt x="4" y="8"/>
                </a:cubicBezTo>
                <a:cubicBezTo>
                  <a:pt x="3" y="8"/>
                  <a:pt x="2" y="8"/>
                  <a:pt x="0" y="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4" name="Freeform 21">
            <a:extLst xmlns:a="http://schemas.openxmlformats.org/drawingml/2006/main">
              <a:ext uri="{FF2B5EF4-FFF2-40B4-BE49-F238E27FC236}">
                <a16:creationId xmlns:a16="http://schemas.microsoft.com/office/drawing/2014/main" id="{9ECC791B-1055-4FD0-9C50-FCBAB65EA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5152" y="689187"/>
            <a:ext cx="62726" cy="67859"/>
          </a:xfrm>
          <a:custGeom xmlns:a="http://schemas.openxmlformats.org/drawingml/2006/main">
            <a:gdLst>
              <a:gd name="T0" fmla="*/ 33 w 123"/>
              <a:gd name="T1" fmla="*/ 60 h 134"/>
              <a:gd name="T2" fmla="*/ 55 w 123"/>
              <a:gd name="T3" fmla="*/ 59 h 134"/>
              <a:gd name="T4" fmla="*/ 68 w 123"/>
              <a:gd name="T5" fmla="*/ 45 h 134"/>
              <a:gd name="T6" fmla="*/ 70 w 123"/>
              <a:gd name="T7" fmla="*/ 35 h 134"/>
              <a:gd name="T8" fmla="*/ 77 w 123"/>
              <a:gd name="T9" fmla="*/ 35 h 134"/>
              <a:gd name="T10" fmla="*/ 77 w 123"/>
              <a:gd name="T11" fmla="*/ 94 h 134"/>
              <a:gd name="T12" fmla="*/ 75 w 123"/>
              <a:gd name="T13" fmla="*/ 94 h 134"/>
              <a:gd name="T14" fmla="*/ 70 w 123"/>
              <a:gd name="T15" fmla="*/ 94 h 134"/>
              <a:gd name="T16" fmla="*/ 69 w 123"/>
              <a:gd name="T17" fmla="*/ 83 h 134"/>
              <a:gd name="T18" fmla="*/ 54 w 123"/>
              <a:gd name="T19" fmla="*/ 69 h 134"/>
              <a:gd name="T20" fmla="*/ 33 w 123"/>
              <a:gd name="T21" fmla="*/ 69 h 134"/>
              <a:gd name="T22" fmla="*/ 33 w 123"/>
              <a:gd name="T23" fmla="*/ 73 h 134"/>
              <a:gd name="T24" fmla="*/ 33 w 123"/>
              <a:gd name="T25" fmla="*/ 114 h 134"/>
              <a:gd name="T26" fmla="*/ 43 w 123"/>
              <a:gd name="T27" fmla="*/ 124 h 134"/>
              <a:gd name="T28" fmla="*/ 68 w 123"/>
              <a:gd name="T29" fmla="*/ 124 h 134"/>
              <a:gd name="T30" fmla="*/ 112 w 123"/>
              <a:gd name="T31" fmla="*/ 96 h 134"/>
              <a:gd name="T32" fmla="*/ 115 w 123"/>
              <a:gd name="T33" fmla="*/ 90 h 134"/>
              <a:gd name="T34" fmla="*/ 115 w 123"/>
              <a:gd name="T35" fmla="*/ 90 h 134"/>
              <a:gd name="T36" fmla="*/ 123 w 123"/>
              <a:gd name="T37" fmla="*/ 92 h 134"/>
              <a:gd name="T38" fmla="*/ 109 w 123"/>
              <a:gd name="T39" fmla="*/ 134 h 134"/>
              <a:gd name="T40" fmla="*/ 0 w 123"/>
              <a:gd name="T41" fmla="*/ 134 h 134"/>
              <a:gd name="T42" fmla="*/ 0 w 123"/>
              <a:gd name="T43" fmla="*/ 127 h 134"/>
              <a:gd name="T44" fmla="*/ 8 w 123"/>
              <a:gd name="T45" fmla="*/ 126 h 134"/>
              <a:gd name="T46" fmla="*/ 15 w 123"/>
              <a:gd name="T47" fmla="*/ 120 h 134"/>
              <a:gd name="T48" fmla="*/ 16 w 123"/>
              <a:gd name="T49" fmla="*/ 113 h 134"/>
              <a:gd name="T50" fmla="*/ 16 w 123"/>
              <a:gd name="T51" fmla="*/ 20 h 134"/>
              <a:gd name="T52" fmla="*/ 5 w 123"/>
              <a:gd name="T53" fmla="*/ 7 h 134"/>
              <a:gd name="T54" fmla="*/ 0 w 123"/>
              <a:gd name="T55" fmla="*/ 7 h 134"/>
              <a:gd name="T56" fmla="*/ 0 w 123"/>
              <a:gd name="T57" fmla="*/ 0 h 134"/>
              <a:gd name="T58" fmla="*/ 105 w 123"/>
              <a:gd name="T59" fmla="*/ 0 h 134"/>
              <a:gd name="T60" fmla="*/ 117 w 123"/>
              <a:gd name="T61" fmla="*/ 35 h 134"/>
              <a:gd name="T62" fmla="*/ 109 w 123"/>
              <a:gd name="T63" fmla="*/ 38 h 134"/>
              <a:gd name="T64" fmla="*/ 107 w 123"/>
              <a:gd name="T65" fmla="*/ 34 h 134"/>
              <a:gd name="T66" fmla="*/ 105 w 123"/>
              <a:gd name="T67" fmla="*/ 29 h 134"/>
              <a:gd name="T68" fmla="*/ 78 w 123"/>
              <a:gd name="T69" fmla="*/ 11 h 134"/>
              <a:gd name="T70" fmla="*/ 42 w 123"/>
              <a:gd name="T71" fmla="*/ 10 h 134"/>
              <a:gd name="T72" fmla="*/ 33 w 123"/>
              <a:gd name="T73" fmla="*/ 10 h 134"/>
              <a:gd name="T74" fmla="*/ 33 w 123"/>
              <a:gd name="T75" fmla="*/ 60 h 134"/>
            </a:gdLst>
            <a:rect l="0" t="0" r="r" b="b"/>
            <a:pathLst>
              <a:path w="123" h="134">
                <a:moveTo>
                  <a:pt x="33" y="60"/>
                </a:moveTo>
                <a:cubicBezTo>
                  <a:pt x="41" y="60"/>
                  <a:pt x="48" y="61"/>
                  <a:pt x="55" y="59"/>
                </a:cubicBezTo>
                <a:cubicBezTo>
                  <a:pt x="63" y="57"/>
                  <a:pt x="67" y="53"/>
                  <a:pt x="68" y="45"/>
                </a:cubicBezTo>
                <a:cubicBezTo>
                  <a:pt x="69" y="42"/>
                  <a:pt x="69" y="39"/>
                  <a:pt x="70" y="35"/>
                </a:cubicBezTo>
                <a:cubicBezTo>
                  <a:pt x="72" y="35"/>
                  <a:pt x="75" y="35"/>
                  <a:pt x="77" y="35"/>
                </a:cubicBezTo>
                <a:cubicBezTo>
                  <a:pt x="77" y="55"/>
                  <a:pt x="77" y="74"/>
                  <a:pt x="77" y="94"/>
                </a:cubicBezTo>
                <a:cubicBezTo>
                  <a:pt x="76" y="94"/>
                  <a:pt x="75" y="94"/>
                  <a:pt x="75" y="94"/>
                </a:cubicBezTo>
                <a:cubicBezTo>
                  <a:pt x="73" y="94"/>
                  <a:pt x="71" y="94"/>
                  <a:pt x="70" y="94"/>
                </a:cubicBezTo>
                <a:cubicBezTo>
                  <a:pt x="69" y="90"/>
                  <a:pt x="69" y="86"/>
                  <a:pt x="69" y="83"/>
                </a:cubicBezTo>
                <a:cubicBezTo>
                  <a:pt x="67" y="74"/>
                  <a:pt x="63" y="70"/>
                  <a:pt x="54" y="69"/>
                </a:cubicBezTo>
                <a:cubicBezTo>
                  <a:pt x="47" y="69"/>
                  <a:pt x="40" y="69"/>
                  <a:pt x="33" y="69"/>
                </a:cubicBezTo>
                <a:cubicBezTo>
                  <a:pt x="33" y="71"/>
                  <a:pt x="33" y="72"/>
                  <a:pt x="33" y="73"/>
                </a:cubicBezTo>
                <a:cubicBezTo>
                  <a:pt x="33" y="87"/>
                  <a:pt x="33" y="101"/>
                  <a:pt x="33" y="114"/>
                </a:cubicBezTo>
                <a:cubicBezTo>
                  <a:pt x="33" y="123"/>
                  <a:pt x="34" y="124"/>
                  <a:pt x="43" y="124"/>
                </a:cubicBezTo>
                <a:cubicBezTo>
                  <a:pt x="51" y="124"/>
                  <a:pt x="60" y="124"/>
                  <a:pt x="68" y="124"/>
                </a:cubicBezTo>
                <a:cubicBezTo>
                  <a:pt x="89" y="124"/>
                  <a:pt x="103" y="114"/>
                  <a:pt x="112" y="96"/>
                </a:cubicBezTo>
                <a:cubicBezTo>
                  <a:pt x="113" y="94"/>
                  <a:pt x="114" y="92"/>
                  <a:pt x="115" y="90"/>
                </a:cubicBezTo>
                <a:cubicBezTo>
                  <a:pt x="115" y="90"/>
                  <a:pt x="115" y="90"/>
                  <a:pt x="115" y="90"/>
                </a:cubicBezTo>
                <a:cubicBezTo>
                  <a:pt x="118" y="90"/>
                  <a:pt x="120" y="91"/>
                  <a:pt x="123" y="92"/>
                </a:cubicBezTo>
                <a:cubicBezTo>
                  <a:pt x="118" y="107"/>
                  <a:pt x="113" y="120"/>
                  <a:pt x="109" y="134"/>
                </a:cubicBezTo>
                <a:cubicBezTo>
                  <a:pt x="72" y="134"/>
                  <a:pt x="3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6"/>
                  <a:pt x="8" y="126"/>
                </a:cubicBezTo>
                <a:cubicBezTo>
                  <a:pt x="12" y="126"/>
                  <a:pt x="14" y="124"/>
                  <a:pt x="15" y="120"/>
                </a:cubicBezTo>
                <a:cubicBezTo>
                  <a:pt x="15" y="118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0"/>
                  <a:pt x="14" y="8"/>
                  <a:pt x="5" y="7"/>
                </a:cubicBezTo>
                <a:cubicBezTo>
                  <a:pt x="3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34" y="0"/>
                  <a:pt x="69" y="0"/>
                  <a:pt x="105" y="0"/>
                </a:cubicBezTo>
                <a:cubicBezTo>
                  <a:pt x="109" y="11"/>
                  <a:pt x="112" y="22"/>
                  <a:pt x="117" y="35"/>
                </a:cubicBezTo>
                <a:cubicBezTo>
                  <a:pt x="114" y="36"/>
                  <a:pt x="112" y="37"/>
                  <a:pt x="109" y="38"/>
                </a:cubicBezTo>
                <a:cubicBezTo>
                  <a:pt x="108" y="36"/>
                  <a:pt x="108" y="35"/>
                  <a:pt x="107" y="34"/>
                </a:cubicBezTo>
                <a:cubicBezTo>
                  <a:pt x="107" y="32"/>
                  <a:pt x="106" y="31"/>
                  <a:pt x="105" y="29"/>
                </a:cubicBezTo>
                <a:cubicBezTo>
                  <a:pt x="100" y="18"/>
                  <a:pt x="90" y="11"/>
                  <a:pt x="78" y="11"/>
                </a:cubicBezTo>
                <a:cubicBezTo>
                  <a:pt x="66" y="10"/>
                  <a:pt x="54" y="10"/>
                  <a:pt x="42" y="10"/>
                </a:cubicBezTo>
                <a:cubicBezTo>
                  <a:pt x="39" y="10"/>
                  <a:pt x="36" y="10"/>
                  <a:pt x="33" y="10"/>
                </a:cubicBezTo>
                <a:cubicBezTo>
                  <a:pt x="33" y="26"/>
                  <a:pt x="33" y="43"/>
                  <a:pt x="33" y="6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5" name="Freeform 22">
            <a:extLst xmlns:a="http://schemas.openxmlformats.org/drawingml/2006/main">
              <a:ext uri="{FF2B5EF4-FFF2-40B4-BE49-F238E27FC236}">
                <a16:creationId xmlns:a16="http://schemas.microsoft.com/office/drawing/2014/main" id="{2B1184FB-23E9-4AB0-B917-2F0B74DA9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3944" y="689187"/>
            <a:ext cx="63867" cy="67859"/>
          </a:xfrm>
          <a:custGeom xmlns:a="http://schemas.openxmlformats.org/drawingml/2006/main">
            <a:gdLst>
              <a:gd name="T0" fmla="*/ 43 w 126"/>
              <a:gd name="T1" fmla="*/ 134 h 134"/>
              <a:gd name="T2" fmla="*/ 0 w 126"/>
              <a:gd name="T3" fmla="*/ 134 h 134"/>
              <a:gd name="T4" fmla="*/ 0 w 126"/>
              <a:gd name="T5" fmla="*/ 127 h 134"/>
              <a:gd name="T6" fmla="*/ 7 w 126"/>
              <a:gd name="T7" fmla="*/ 126 h 134"/>
              <a:gd name="T8" fmla="*/ 16 w 126"/>
              <a:gd name="T9" fmla="*/ 118 h 134"/>
              <a:gd name="T10" fmla="*/ 16 w 126"/>
              <a:gd name="T11" fmla="*/ 110 h 134"/>
              <a:gd name="T12" fmla="*/ 16 w 126"/>
              <a:gd name="T13" fmla="*/ 18 h 134"/>
              <a:gd name="T14" fmla="*/ 5 w 126"/>
              <a:gd name="T15" fmla="*/ 7 h 134"/>
              <a:gd name="T16" fmla="*/ 0 w 126"/>
              <a:gd name="T17" fmla="*/ 7 h 134"/>
              <a:gd name="T18" fmla="*/ 0 w 126"/>
              <a:gd name="T19" fmla="*/ 0 h 134"/>
              <a:gd name="T20" fmla="*/ 40 w 126"/>
              <a:gd name="T21" fmla="*/ 0 h 134"/>
              <a:gd name="T22" fmla="*/ 98 w 126"/>
              <a:gd name="T23" fmla="*/ 100 h 134"/>
              <a:gd name="T24" fmla="*/ 99 w 126"/>
              <a:gd name="T25" fmla="*/ 96 h 134"/>
              <a:gd name="T26" fmla="*/ 99 w 126"/>
              <a:gd name="T27" fmla="*/ 24 h 134"/>
              <a:gd name="T28" fmla="*/ 98 w 126"/>
              <a:gd name="T29" fmla="*/ 17 h 134"/>
              <a:gd name="T30" fmla="*/ 89 w 126"/>
              <a:gd name="T31" fmla="*/ 7 h 134"/>
              <a:gd name="T32" fmla="*/ 83 w 126"/>
              <a:gd name="T33" fmla="*/ 7 h 134"/>
              <a:gd name="T34" fmla="*/ 83 w 126"/>
              <a:gd name="T35" fmla="*/ 4 h 134"/>
              <a:gd name="T36" fmla="*/ 83 w 126"/>
              <a:gd name="T37" fmla="*/ 0 h 134"/>
              <a:gd name="T38" fmla="*/ 125 w 126"/>
              <a:gd name="T39" fmla="*/ 0 h 134"/>
              <a:gd name="T40" fmla="*/ 126 w 126"/>
              <a:gd name="T41" fmla="*/ 3 h 134"/>
              <a:gd name="T42" fmla="*/ 126 w 126"/>
              <a:gd name="T43" fmla="*/ 7 h 134"/>
              <a:gd name="T44" fmla="*/ 120 w 126"/>
              <a:gd name="T45" fmla="*/ 7 h 134"/>
              <a:gd name="T46" fmla="*/ 110 w 126"/>
              <a:gd name="T47" fmla="*/ 16 h 134"/>
              <a:gd name="T48" fmla="*/ 110 w 126"/>
              <a:gd name="T49" fmla="*/ 26 h 134"/>
              <a:gd name="T50" fmla="*/ 110 w 126"/>
              <a:gd name="T51" fmla="*/ 128 h 134"/>
              <a:gd name="T52" fmla="*/ 110 w 126"/>
              <a:gd name="T53" fmla="*/ 134 h 134"/>
              <a:gd name="T54" fmla="*/ 98 w 126"/>
              <a:gd name="T55" fmla="*/ 134 h 134"/>
              <a:gd name="T56" fmla="*/ 28 w 126"/>
              <a:gd name="T57" fmla="*/ 14 h 134"/>
              <a:gd name="T58" fmla="*/ 28 w 126"/>
              <a:gd name="T59" fmla="*/ 14 h 134"/>
              <a:gd name="T60" fmla="*/ 27 w 126"/>
              <a:gd name="T61" fmla="*/ 17 h 134"/>
              <a:gd name="T62" fmla="*/ 27 w 126"/>
              <a:gd name="T63" fmla="*/ 110 h 134"/>
              <a:gd name="T64" fmla="*/ 28 w 126"/>
              <a:gd name="T65" fmla="*/ 118 h 134"/>
              <a:gd name="T66" fmla="*/ 36 w 126"/>
              <a:gd name="T67" fmla="*/ 126 h 134"/>
              <a:gd name="T68" fmla="*/ 43 w 126"/>
              <a:gd name="T69" fmla="*/ 127 h 134"/>
              <a:gd name="T70" fmla="*/ 43 w 126"/>
              <a:gd name="T71" fmla="*/ 134 h 134"/>
            </a:gdLst>
            <a:rect l="0" t="0" r="r" b="b"/>
            <a:pathLst>
              <a:path w="126" h="134">
                <a:moveTo>
                  <a:pt x="43" y="134"/>
                </a:moveTo>
                <a:cubicBezTo>
                  <a:pt x="29" y="134"/>
                  <a:pt x="14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7"/>
                  <a:pt x="7" y="126"/>
                </a:cubicBezTo>
                <a:cubicBezTo>
                  <a:pt x="13" y="125"/>
                  <a:pt x="15" y="123"/>
                  <a:pt x="16" y="118"/>
                </a:cubicBezTo>
                <a:cubicBezTo>
                  <a:pt x="16" y="115"/>
                  <a:pt x="16" y="113"/>
                  <a:pt x="16" y="110"/>
                </a:cubicBezTo>
                <a:cubicBezTo>
                  <a:pt x="16" y="80"/>
                  <a:pt x="16" y="49"/>
                  <a:pt x="16" y="18"/>
                </a:cubicBezTo>
                <a:cubicBezTo>
                  <a:pt x="16" y="9"/>
                  <a:pt x="14" y="8"/>
                  <a:pt x="5" y="7"/>
                </a:cubicBezTo>
                <a:cubicBezTo>
                  <a:pt x="4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3" y="0"/>
                  <a:pt x="26" y="0"/>
                  <a:pt x="40" y="0"/>
                </a:cubicBezTo>
                <a:cubicBezTo>
                  <a:pt x="59" y="33"/>
                  <a:pt x="78" y="66"/>
                  <a:pt x="98" y="100"/>
                </a:cubicBezTo>
                <a:cubicBezTo>
                  <a:pt x="98" y="98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2"/>
                  <a:pt x="99" y="19"/>
                  <a:pt x="98" y="17"/>
                </a:cubicBezTo>
                <a:cubicBezTo>
                  <a:pt x="97" y="11"/>
                  <a:pt x="95" y="8"/>
                  <a:pt x="89" y="7"/>
                </a:cubicBezTo>
                <a:cubicBezTo>
                  <a:pt x="87" y="7"/>
                  <a:pt x="85" y="7"/>
                  <a:pt x="83" y="7"/>
                </a:cubicBezTo>
                <a:cubicBezTo>
                  <a:pt x="83" y="6"/>
                  <a:pt x="83" y="5"/>
                  <a:pt x="83" y="4"/>
                </a:cubicBezTo>
                <a:cubicBezTo>
                  <a:pt x="83" y="2"/>
                  <a:pt x="83" y="1"/>
                  <a:pt x="83" y="0"/>
                </a:cubicBezTo>
                <a:cubicBezTo>
                  <a:pt x="97" y="0"/>
                  <a:pt x="111" y="0"/>
                  <a:pt x="125" y="0"/>
                </a:cubicBezTo>
                <a:cubicBezTo>
                  <a:pt x="125" y="1"/>
                  <a:pt x="126" y="2"/>
                  <a:pt x="126" y="3"/>
                </a:cubicBezTo>
                <a:cubicBezTo>
                  <a:pt x="126" y="4"/>
                  <a:pt x="126" y="5"/>
                  <a:pt x="126" y="7"/>
                </a:cubicBezTo>
                <a:cubicBezTo>
                  <a:pt x="124" y="7"/>
                  <a:pt x="122" y="7"/>
                  <a:pt x="120" y="7"/>
                </a:cubicBezTo>
                <a:cubicBezTo>
                  <a:pt x="114" y="8"/>
                  <a:pt x="111" y="11"/>
                  <a:pt x="110" y="16"/>
                </a:cubicBezTo>
                <a:cubicBezTo>
                  <a:pt x="110" y="20"/>
                  <a:pt x="110" y="23"/>
                  <a:pt x="110" y="26"/>
                </a:cubicBezTo>
                <a:cubicBezTo>
                  <a:pt x="110" y="60"/>
                  <a:pt x="110" y="94"/>
                  <a:pt x="110" y="128"/>
                </a:cubicBezTo>
                <a:cubicBezTo>
                  <a:pt x="110" y="130"/>
                  <a:pt x="110" y="132"/>
                  <a:pt x="110" y="134"/>
                </a:cubicBezTo>
                <a:cubicBezTo>
                  <a:pt x="106" y="134"/>
                  <a:pt x="102" y="134"/>
                  <a:pt x="98" y="134"/>
                </a:cubicBezTo>
                <a:cubicBezTo>
                  <a:pt x="75" y="94"/>
                  <a:pt x="52" y="54"/>
                  <a:pt x="28" y="14"/>
                </a:cubicBezTo>
                <a:cubicBezTo>
                  <a:pt x="28" y="14"/>
                  <a:pt x="28" y="14"/>
                  <a:pt x="28" y="14"/>
                </a:cubicBezTo>
                <a:cubicBezTo>
                  <a:pt x="27" y="15"/>
                  <a:pt x="27" y="16"/>
                  <a:pt x="27" y="17"/>
                </a:cubicBezTo>
                <a:cubicBezTo>
                  <a:pt x="27" y="48"/>
                  <a:pt x="27" y="79"/>
                  <a:pt x="27" y="110"/>
                </a:cubicBezTo>
                <a:cubicBezTo>
                  <a:pt x="27" y="113"/>
                  <a:pt x="27" y="116"/>
                  <a:pt x="28" y="118"/>
                </a:cubicBezTo>
                <a:cubicBezTo>
                  <a:pt x="29" y="123"/>
                  <a:pt x="31" y="125"/>
                  <a:pt x="36" y="126"/>
                </a:cubicBezTo>
                <a:cubicBezTo>
                  <a:pt x="38" y="126"/>
                  <a:pt x="41" y="127"/>
                  <a:pt x="43" y="127"/>
                </a:cubicBezTo>
                <a:cubicBezTo>
                  <a:pt x="43" y="129"/>
                  <a:pt x="43" y="132"/>
                  <a:pt x="43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6" name="Freeform 23">
            <a:extLst xmlns:a="http://schemas.openxmlformats.org/drawingml/2006/main">
              <a:ext uri="{FF2B5EF4-FFF2-40B4-BE49-F238E27FC236}">
                <a16:creationId xmlns:a16="http://schemas.microsoft.com/office/drawing/2014/main" id="{4ADA5452-A51E-426C-A7A8-042989FCE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2943" y="686906"/>
            <a:ext cx="70710" cy="72991"/>
          </a:xfrm>
          <a:custGeom xmlns:a="http://schemas.openxmlformats.org/drawingml/2006/main">
            <a:gdLst>
              <a:gd name="T0" fmla="*/ 87 w 139"/>
              <a:gd name="T1" fmla="*/ 79 h 144"/>
              <a:gd name="T2" fmla="*/ 87 w 139"/>
              <a:gd name="T3" fmla="*/ 71 h 144"/>
              <a:gd name="T4" fmla="*/ 139 w 139"/>
              <a:gd name="T5" fmla="*/ 71 h 144"/>
              <a:gd name="T6" fmla="*/ 139 w 139"/>
              <a:gd name="T7" fmla="*/ 79 h 144"/>
              <a:gd name="T8" fmla="*/ 133 w 139"/>
              <a:gd name="T9" fmla="*/ 79 h 144"/>
              <a:gd name="T10" fmla="*/ 124 w 139"/>
              <a:gd name="T11" fmla="*/ 88 h 144"/>
              <a:gd name="T12" fmla="*/ 124 w 139"/>
              <a:gd name="T13" fmla="*/ 95 h 144"/>
              <a:gd name="T14" fmla="*/ 124 w 139"/>
              <a:gd name="T15" fmla="*/ 134 h 144"/>
              <a:gd name="T16" fmla="*/ 124 w 139"/>
              <a:gd name="T17" fmla="*/ 139 h 144"/>
              <a:gd name="T18" fmla="*/ 115 w 139"/>
              <a:gd name="T19" fmla="*/ 139 h 144"/>
              <a:gd name="T20" fmla="*/ 110 w 139"/>
              <a:gd name="T21" fmla="*/ 128 h 144"/>
              <a:gd name="T22" fmla="*/ 105 w 139"/>
              <a:gd name="T23" fmla="*/ 131 h 144"/>
              <a:gd name="T24" fmla="*/ 56 w 139"/>
              <a:gd name="T25" fmla="*/ 141 h 144"/>
              <a:gd name="T26" fmla="*/ 10 w 139"/>
              <a:gd name="T27" fmla="*/ 103 h 144"/>
              <a:gd name="T28" fmla="*/ 15 w 139"/>
              <a:gd name="T29" fmla="*/ 33 h 144"/>
              <a:gd name="T30" fmla="*/ 56 w 139"/>
              <a:gd name="T31" fmla="*/ 3 h 144"/>
              <a:gd name="T32" fmla="*/ 99 w 139"/>
              <a:gd name="T33" fmla="*/ 11 h 144"/>
              <a:gd name="T34" fmla="*/ 102 w 139"/>
              <a:gd name="T35" fmla="*/ 13 h 144"/>
              <a:gd name="T36" fmla="*/ 105 w 139"/>
              <a:gd name="T37" fmla="*/ 5 h 144"/>
              <a:gd name="T38" fmla="*/ 112 w 139"/>
              <a:gd name="T39" fmla="*/ 5 h 144"/>
              <a:gd name="T40" fmla="*/ 122 w 139"/>
              <a:gd name="T41" fmla="*/ 46 h 144"/>
              <a:gd name="T42" fmla="*/ 114 w 139"/>
              <a:gd name="T43" fmla="*/ 49 h 144"/>
              <a:gd name="T44" fmla="*/ 112 w 139"/>
              <a:gd name="T45" fmla="*/ 44 h 144"/>
              <a:gd name="T46" fmla="*/ 100 w 139"/>
              <a:gd name="T47" fmla="*/ 25 h 144"/>
              <a:gd name="T48" fmla="*/ 42 w 139"/>
              <a:gd name="T49" fmla="*/ 23 h 144"/>
              <a:gd name="T50" fmla="*/ 24 w 139"/>
              <a:gd name="T51" fmla="*/ 62 h 144"/>
              <a:gd name="T52" fmla="*/ 34 w 139"/>
              <a:gd name="T53" fmla="*/ 109 h 144"/>
              <a:gd name="T54" fmla="*/ 77 w 139"/>
              <a:gd name="T55" fmla="*/ 131 h 144"/>
              <a:gd name="T56" fmla="*/ 101 w 139"/>
              <a:gd name="T57" fmla="*/ 120 h 144"/>
              <a:gd name="T58" fmla="*/ 106 w 139"/>
              <a:gd name="T59" fmla="*/ 109 h 144"/>
              <a:gd name="T60" fmla="*/ 106 w 139"/>
              <a:gd name="T61" fmla="*/ 90 h 144"/>
              <a:gd name="T62" fmla="*/ 96 w 139"/>
              <a:gd name="T63" fmla="*/ 79 h 144"/>
              <a:gd name="T64" fmla="*/ 87 w 139"/>
              <a:gd name="T65" fmla="*/ 79 h 144"/>
            </a:gdLst>
            <a:rect l="0" t="0" r="r" b="b"/>
            <a:pathLst>
              <a:path w="139" h="144">
                <a:moveTo>
                  <a:pt x="87" y="79"/>
                </a:moveTo>
                <a:cubicBezTo>
                  <a:pt x="87" y="76"/>
                  <a:pt x="87" y="74"/>
                  <a:pt x="87" y="71"/>
                </a:cubicBezTo>
                <a:cubicBezTo>
                  <a:pt x="105" y="71"/>
                  <a:pt x="122" y="71"/>
                  <a:pt x="139" y="71"/>
                </a:cubicBezTo>
                <a:cubicBezTo>
                  <a:pt x="139" y="74"/>
                  <a:pt x="139" y="76"/>
                  <a:pt x="139" y="79"/>
                </a:cubicBezTo>
                <a:cubicBezTo>
                  <a:pt x="137" y="79"/>
                  <a:pt x="135" y="79"/>
                  <a:pt x="133" y="79"/>
                </a:cubicBezTo>
                <a:cubicBezTo>
                  <a:pt x="127" y="79"/>
                  <a:pt x="125" y="81"/>
                  <a:pt x="124" y="88"/>
                </a:cubicBezTo>
                <a:cubicBezTo>
                  <a:pt x="124" y="90"/>
                  <a:pt x="124" y="93"/>
                  <a:pt x="124" y="95"/>
                </a:cubicBezTo>
                <a:cubicBezTo>
                  <a:pt x="124" y="108"/>
                  <a:pt x="124" y="121"/>
                  <a:pt x="124" y="134"/>
                </a:cubicBezTo>
                <a:cubicBezTo>
                  <a:pt x="124" y="135"/>
                  <a:pt x="124" y="137"/>
                  <a:pt x="124" y="139"/>
                </a:cubicBezTo>
                <a:cubicBezTo>
                  <a:pt x="121" y="139"/>
                  <a:pt x="118" y="139"/>
                  <a:pt x="115" y="139"/>
                </a:cubicBezTo>
                <a:cubicBezTo>
                  <a:pt x="113" y="136"/>
                  <a:pt x="112" y="132"/>
                  <a:pt x="110" y="128"/>
                </a:cubicBezTo>
                <a:cubicBezTo>
                  <a:pt x="108" y="129"/>
                  <a:pt x="107" y="130"/>
                  <a:pt x="105" y="131"/>
                </a:cubicBezTo>
                <a:cubicBezTo>
                  <a:pt x="90" y="140"/>
                  <a:pt x="74" y="144"/>
                  <a:pt x="56" y="141"/>
                </a:cubicBezTo>
                <a:cubicBezTo>
                  <a:pt x="34" y="137"/>
                  <a:pt x="18" y="124"/>
                  <a:pt x="10" y="103"/>
                </a:cubicBezTo>
                <a:cubicBezTo>
                  <a:pt x="0" y="79"/>
                  <a:pt x="1" y="55"/>
                  <a:pt x="15" y="33"/>
                </a:cubicBezTo>
                <a:cubicBezTo>
                  <a:pt x="24" y="17"/>
                  <a:pt x="38" y="6"/>
                  <a:pt x="56" y="3"/>
                </a:cubicBezTo>
                <a:cubicBezTo>
                  <a:pt x="71" y="0"/>
                  <a:pt x="86" y="2"/>
                  <a:pt x="99" y="11"/>
                </a:cubicBezTo>
                <a:cubicBezTo>
                  <a:pt x="100" y="12"/>
                  <a:pt x="101" y="12"/>
                  <a:pt x="102" y="13"/>
                </a:cubicBezTo>
                <a:cubicBezTo>
                  <a:pt x="103" y="10"/>
                  <a:pt x="104" y="7"/>
                  <a:pt x="105" y="5"/>
                </a:cubicBezTo>
                <a:cubicBezTo>
                  <a:pt x="107" y="5"/>
                  <a:pt x="109" y="5"/>
                  <a:pt x="112" y="5"/>
                </a:cubicBezTo>
                <a:cubicBezTo>
                  <a:pt x="115" y="18"/>
                  <a:pt x="119" y="32"/>
                  <a:pt x="122" y="46"/>
                </a:cubicBezTo>
                <a:cubicBezTo>
                  <a:pt x="120" y="47"/>
                  <a:pt x="117" y="48"/>
                  <a:pt x="114" y="49"/>
                </a:cubicBezTo>
                <a:cubicBezTo>
                  <a:pt x="114" y="47"/>
                  <a:pt x="113" y="45"/>
                  <a:pt x="112" y="44"/>
                </a:cubicBezTo>
                <a:cubicBezTo>
                  <a:pt x="109" y="37"/>
                  <a:pt x="105" y="30"/>
                  <a:pt x="100" y="25"/>
                </a:cubicBezTo>
                <a:cubicBezTo>
                  <a:pt x="84" y="8"/>
                  <a:pt x="59" y="7"/>
                  <a:pt x="42" y="23"/>
                </a:cubicBezTo>
                <a:cubicBezTo>
                  <a:pt x="31" y="34"/>
                  <a:pt x="25" y="47"/>
                  <a:pt x="24" y="62"/>
                </a:cubicBezTo>
                <a:cubicBezTo>
                  <a:pt x="22" y="79"/>
                  <a:pt x="25" y="95"/>
                  <a:pt x="34" y="109"/>
                </a:cubicBezTo>
                <a:cubicBezTo>
                  <a:pt x="44" y="125"/>
                  <a:pt x="59" y="132"/>
                  <a:pt x="77" y="131"/>
                </a:cubicBezTo>
                <a:cubicBezTo>
                  <a:pt x="86" y="130"/>
                  <a:pt x="94" y="127"/>
                  <a:pt x="101" y="120"/>
                </a:cubicBezTo>
                <a:cubicBezTo>
                  <a:pt x="104" y="117"/>
                  <a:pt x="106" y="114"/>
                  <a:pt x="106" y="109"/>
                </a:cubicBezTo>
                <a:cubicBezTo>
                  <a:pt x="106" y="103"/>
                  <a:pt x="107" y="96"/>
                  <a:pt x="106" y="90"/>
                </a:cubicBezTo>
                <a:cubicBezTo>
                  <a:pt x="106" y="82"/>
                  <a:pt x="104" y="81"/>
                  <a:pt x="96" y="79"/>
                </a:cubicBezTo>
                <a:cubicBezTo>
                  <a:pt x="94" y="79"/>
                  <a:pt x="91" y="79"/>
                  <a:pt x="87" y="79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7" name="Freeform 25">
            <a:extLst xmlns:a="http://schemas.openxmlformats.org/drawingml/2006/main">
              <a:ext uri="{FF2B5EF4-FFF2-40B4-BE49-F238E27FC236}">
                <a16:creationId xmlns:a16="http://schemas.microsoft.com/office/drawing/2014/main" id="{D8C74D93-5A59-447E-B128-00515D090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081" y="688046"/>
            <a:ext cx="57594" cy="70710"/>
          </a:xfrm>
          <a:custGeom xmlns:a="http://schemas.openxmlformats.org/drawingml/2006/main">
            <a:gdLst>
              <a:gd name="T0" fmla="*/ 103 w 113"/>
              <a:gd name="T1" fmla="*/ 44 h 140"/>
              <a:gd name="T2" fmla="*/ 95 w 113"/>
              <a:gd name="T3" fmla="*/ 46 h 140"/>
              <a:gd name="T4" fmla="*/ 92 w 113"/>
              <a:gd name="T5" fmla="*/ 41 h 140"/>
              <a:gd name="T6" fmla="*/ 72 w 113"/>
              <a:gd name="T7" fmla="*/ 18 h 140"/>
              <a:gd name="T8" fmla="*/ 38 w 113"/>
              <a:gd name="T9" fmla="*/ 12 h 140"/>
              <a:gd name="T10" fmla="*/ 25 w 113"/>
              <a:gd name="T11" fmla="*/ 19 h 140"/>
              <a:gd name="T12" fmla="*/ 26 w 113"/>
              <a:gd name="T13" fmla="*/ 44 h 140"/>
              <a:gd name="T14" fmla="*/ 42 w 113"/>
              <a:gd name="T15" fmla="*/ 53 h 140"/>
              <a:gd name="T16" fmla="*/ 70 w 113"/>
              <a:gd name="T17" fmla="*/ 62 h 140"/>
              <a:gd name="T18" fmla="*/ 90 w 113"/>
              <a:gd name="T19" fmla="*/ 70 h 140"/>
              <a:gd name="T20" fmla="*/ 97 w 113"/>
              <a:gd name="T21" fmla="*/ 125 h 140"/>
              <a:gd name="T22" fmla="*/ 56 w 113"/>
              <a:gd name="T23" fmla="*/ 140 h 140"/>
              <a:gd name="T24" fmla="*/ 25 w 113"/>
              <a:gd name="T25" fmla="*/ 128 h 140"/>
              <a:gd name="T26" fmla="*/ 21 w 113"/>
              <a:gd name="T27" fmla="*/ 125 h 140"/>
              <a:gd name="T28" fmla="*/ 16 w 113"/>
              <a:gd name="T29" fmla="*/ 137 h 140"/>
              <a:gd name="T30" fmla="*/ 10 w 113"/>
              <a:gd name="T31" fmla="*/ 137 h 140"/>
              <a:gd name="T32" fmla="*/ 1 w 113"/>
              <a:gd name="T33" fmla="*/ 89 h 140"/>
              <a:gd name="T34" fmla="*/ 10 w 113"/>
              <a:gd name="T35" fmla="*/ 87 h 140"/>
              <a:gd name="T36" fmla="*/ 13 w 113"/>
              <a:gd name="T37" fmla="*/ 95 h 140"/>
              <a:gd name="T38" fmla="*/ 36 w 113"/>
              <a:gd name="T39" fmla="*/ 122 h 140"/>
              <a:gd name="T40" fmla="*/ 69 w 113"/>
              <a:gd name="T41" fmla="*/ 128 h 140"/>
              <a:gd name="T42" fmla="*/ 85 w 113"/>
              <a:gd name="T43" fmla="*/ 119 h 140"/>
              <a:gd name="T44" fmla="*/ 81 w 113"/>
              <a:gd name="T45" fmla="*/ 86 h 140"/>
              <a:gd name="T46" fmla="*/ 63 w 113"/>
              <a:gd name="T47" fmla="*/ 79 h 140"/>
              <a:gd name="T48" fmla="*/ 38 w 113"/>
              <a:gd name="T49" fmla="*/ 71 h 140"/>
              <a:gd name="T50" fmla="*/ 19 w 113"/>
              <a:gd name="T51" fmla="*/ 62 h 140"/>
              <a:gd name="T52" fmla="*/ 15 w 113"/>
              <a:gd name="T53" fmla="*/ 13 h 140"/>
              <a:gd name="T54" fmla="*/ 51 w 113"/>
              <a:gd name="T55" fmla="*/ 0 h 140"/>
              <a:gd name="T56" fmla="*/ 81 w 113"/>
              <a:gd name="T57" fmla="*/ 10 h 140"/>
              <a:gd name="T58" fmla="*/ 82 w 113"/>
              <a:gd name="T59" fmla="*/ 11 h 140"/>
              <a:gd name="T60" fmla="*/ 83 w 113"/>
              <a:gd name="T61" fmla="*/ 11 h 140"/>
              <a:gd name="T62" fmla="*/ 87 w 113"/>
              <a:gd name="T63" fmla="*/ 2 h 140"/>
              <a:gd name="T64" fmla="*/ 93 w 113"/>
              <a:gd name="T65" fmla="*/ 2 h 140"/>
              <a:gd name="T66" fmla="*/ 103 w 113"/>
              <a:gd name="T67" fmla="*/ 44 h 140"/>
            </a:gdLst>
            <a:rect l="0" t="0" r="r" b="b"/>
            <a:pathLst>
              <a:path w="113" h="140">
                <a:moveTo>
                  <a:pt x="103" y="44"/>
                </a:moveTo>
                <a:cubicBezTo>
                  <a:pt x="100" y="45"/>
                  <a:pt x="98" y="45"/>
                  <a:pt x="95" y="46"/>
                </a:cubicBezTo>
                <a:cubicBezTo>
                  <a:pt x="94" y="44"/>
                  <a:pt x="93" y="43"/>
                  <a:pt x="92" y="41"/>
                </a:cubicBezTo>
                <a:cubicBezTo>
                  <a:pt x="87" y="32"/>
                  <a:pt x="81" y="24"/>
                  <a:pt x="72" y="18"/>
                </a:cubicBezTo>
                <a:cubicBezTo>
                  <a:pt x="61" y="11"/>
                  <a:pt x="50" y="9"/>
                  <a:pt x="38" y="12"/>
                </a:cubicBezTo>
                <a:cubicBezTo>
                  <a:pt x="33" y="13"/>
                  <a:pt x="28" y="16"/>
                  <a:pt x="25" y="19"/>
                </a:cubicBezTo>
                <a:cubicBezTo>
                  <a:pt x="18" y="27"/>
                  <a:pt x="19" y="38"/>
                  <a:pt x="26" y="44"/>
                </a:cubicBezTo>
                <a:cubicBezTo>
                  <a:pt x="31" y="49"/>
                  <a:pt x="36" y="51"/>
                  <a:pt x="42" y="53"/>
                </a:cubicBezTo>
                <a:cubicBezTo>
                  <a:pt x="51" y="56"/>
                  <a:pt x="61" y="59"/>
                  <a:pt x="70" y="62"/>
                </a:cubicBezTo>
                <a:cubicBezTo>
                  <a:pt x="77" y="64"/>
                  <a:pt x="84" y="67"/>
                  <a:pt x="90" y="70"/>
                </a:cubicBezTo>
                <a:cubicBezTo>
                  <a:pt x="113" y="83"/>
                  <a:pt x="112" y="111"/>
                  <a:pt x="97" y="125"/>
                </a:cubicBezTo>
                <a:cubicBezTo>
                  <a:pt x="85" y="137"/>
                  <a:pt x="71" y="140"/>
                  <a:pt x="56" y="140"/>
                </a:cubicBezTo>
                <a:cubicBezTo>
                  <a:pt x="44" y="139"/>
                  <a:pt x="34" y="135"/>
                  <a:pt x="25" y="128"/>
                </a:cubicBezTo>
                <a:cubicBezTo>
                  <a:pt x="24" y="127"/>
                  <a:pt x="23" y="126"/>
                  <a:pt x="21" y="125"/>
                </a:cubicBezTo>
                <a:cubicBezTo>
                  <a:pt x="19" y="129"/>
                  <a:pt x="18" y="133"/>
                  <a:pt x="16" y="137"/>
                </a:cubicBezTo>
                <a:cubicBezTo>
                  <a:pt x="14" y="137"/>
                  <a:pt x="12" y="137"/>
                  <a:pt x="10" y="137"/>
                </a:cubicBezTo>
                <a:cubicBezTo>
                  <a:pt x="7" y="121"/>
                  <a:pt x="4" y="105"/>
                  <a:pt x="1" y="89"/>
                </a:cubicBezTo>
                <a:cubicBezTo>
                  <a:pt x="4" y="88"/>
                  <a:pt x="7" y="88"/>
                  <a:pt x="10" y="87"/>
                </a:cubicBezTo>
                <a:cubicBezTo>
                  <a:pt x="11" y="90"/>
                  <a:pt x="12" y="93"/>
                  <a:pt x="13" y="95"/>
                </a:cubicBezTo>
                <a:cubicBezTo>
                  <a:pt x="18" y="106"/>
                  <a:pt x="26" y="116"/>
                  <a:pt x="36" y="122"/>
                </a:cubicBezTo>
                <a:cubicBezTo>
                  <a:pt x="46" y="129"/>
                  <a:pt x="57" y="131"/>
                  <a:pt x="69" y="128"/>
                </a:cubicBezTo>
                <a:cubicBezTo>
                  <a:pt x="75" y="127"/>
                  <a:pt x="80" y="123"/>
                  <a:pt x="85" y="119"/>
                </a:cubicBezTo>
                <a:cubicBezTo>
                  <a:pt x="94" y="110"/>
                  <a:pt x="94" y="93"/>
                  <a:pt x="81" y="86"/>
                </a:cubicBezTo>
                <a:cubicBezTo>
                  <a:pt x="75" y="83"/>
                  <a:pt x="69" y="81"/>
                  <a:pt x="63" y="79"/>
                </a:cubicBezTo>
                <a:cubicBezTo>
                  <a:pt x="55" y="76"/>
                  <a:pt x="46" y="74"/>
                  <a:pt x="38" y="71"/>
                </a:cubicBezTo>
                <a:cubicBezTo>
                  <a:pt x="31" y="69"/>
                  <a:pt x="25" y="66"/>
                  <a:pt x="19" y="62"/>
                </a:cubicBezTo>
                <a:cubicBezTo>
                  <a:pt x="1" y="51"/>
                  <a:pt x="0" y="27"/>
                  <a:pt x="15" y="13"/>
                </a:cubicBezTo>
                <a:cubicBezTo>
                  <a:pt x="25" y="3"/>
                  <a:pt x="37" y="0"/>
                  <a:pt x="51" y="0"/>
                </a:cubicBezTo>
                <a:cubicBezTo>
                  <a:pt x="62" y="0"/>
                  <a:pt x="72" y="3"/>
                  <a:pt x="81" y="10"/>
                </a:cubicBezTo>
                <a:cubicBezTo>
                  <a:pt x="81" y="10"/>
                  <a:pt x="81" y="11"/>
                  <a:pt x="82" y="11"/>
                </a:cubicBezTo>
                <a:cubicBezTo>
                  <a:pt x="82" y="11"/>
                  <a:pt x="82" y="11"/>
                  <a:pt x="83" y="11"/>
                </a:cubicBezTo>
                <a:cubicBezTo>
                  <a:pt x="84" y="8"/>
                  <a:pt x="85" y="5"/>
                  <a:pt x="87" y="2"/>
                </a:cubicBezTo>
                <a:cubicBezTo>
                  <a:pt x="89" y="2"/>
                  <a:pt x="91" y="2"/>
                  <a:pt x="93" y="2"/>
                </a:cubicBezTo>
                <a:cubicBezTo>
                  <a:pt x="96" y="16"/>
                  <a:pt x="100" y="30"/>
                  <a:pt x="103" y="4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8" name="Freeform 27">
            <a:extLst xmlns:a="http://schemas.openxmlformats.org/drawingml/2006/main">
              <a:ext uri="{FF2B5EF4-FFF2-40B4-BE49-F238E27FC236}">
                <a16:creationId xmlns:a16="http://schemas.microsoft.com/office/drawing/2014/main" id="{464D97A9-60A6-4D08-8747-462DB4023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5846" y="688617"/>
            <a:ext cx="57594" cy="68429"/>
          </a:xfrm>
          <a:custGeom xmlns:a="http://schemas.openxmlformats.org/drawingml/2006/main">
            <a:gdLst>
              <a:gd name="T0" fmla="*/ 33 w 113"/>
              <a:gd name="T1" fmla="*/ 78 h 135"/>
              <a:gd name="T2" fmla="*/ 33 w 113"/>
              <a:gd name="T3" fmla="*/ 82 h 135"/>
              <a:gd name="T4" fmla="*/ 33 w 113"/>
              <a:gd name="T5" fmla="*/ 114 h 135"/>
              <a:gd name="T6" fmla="*/ 33 w 113"/>
              <a:gd name="T7" fmla="*/ 118 h 135"/>
              <a:gd name="T8" fmla="*/ 43 w 113"/>
              <a:gd name="T9" fmla="*/ 128 h 135"/>
              <a:gd name="T10" fmla="*/ 49 w 113"/>
              <a:gd name="T11" fmla="*/ 128 h 135"/>
              <a:gd name="T12" fmla="*/ 49 w 113"/>
              <a:gd name="T13" fmla="*/ 135 h 135"/>
              <a:gd name="T14" fmla="*/ 0 w 113"/>
              <a:gd name="T15" fmla="*/ 135 h 135"/>
              <a:gd name="T16" fmla="*/ 0 w 113"/>
              <a:gd name="T17" fmla="*/ 128 h 135"/>
              <a:gd name="T18" fmla="*/ 8 w 113"/>
              <a:gd name="T19" fmla="*/ 127 h 135"/>
              <a:gd name="T20" fmla="*/ 15 w 113"/>
              <a:gd name="T21" fmla="*/ 120 h 135"/>
              <a:gd name="T22" fmla="*/ 15 w 113"/>
              <a:gd name="T23" fmla="*/ 114 h 135"/>
              <a:gd name="T24" fmla="*/ 15 w 113"/>
              <a:gd name="T25" fmla="*/ 21 h 135"/>
              <a:gd name="T26" fmla="*/ 15 w 113"/>
              <a:gd name="T27" fmla="*/ 14 h 135"/>
              <a:gd name="T28" fmla="*/ 9 w 113"/>
              <a:gd name="T29" fmla="*/ 9 h 135"/>
              <a:gd name="T30" fmla="*/ 0 w 113"/>
              <a:gd name="T31" fmla="*/ 8 h 135"/>
              <a:gd name="T32" fmla="*/ 0 w 113"/>
              <a:gd name="T33" fmla="*/ 1 h 135"/>
              <a:gd name="T34" fmla="*/ 4 w 113"/>
              <a:gd name="T35" fmla="*/ 0 h 135"/>
              <a:gd name="T36" fmla="*/ 56 w 113"/>
              <a:gd name="T37" fmla="*/ 0 h 135"/>
              <a:gd name="T38" fmla="*/ 73 w 113"/>
              <a:gd name="T39" fmla="*/ 1 h 135"/>
              <a:gd name="T40" fmla="*/ 106 w 113"/>
              <a:gd name="T41" fmla="*/ 50 h 135"/>
              <a:gd name="T42" fmla="*/ 78 w 113"/>
              <a:gd name="T43" fmla="*/ 76 h 135"/>
              <a:gd name="T44" fmla="*/ 55 w 113"/>
              <a:gd name="T45" fmla="*/ 78 h 135"/>
              <a:gd name="T46" fmla="*/ 33 w 113"/>
              <a:gd name="T47" fmla="*/ 78 h 135"/>
              <a:gd name="T48" fmla="*/ 33 w 113"/>
              <a:gd name="T49" fmla="*/ 68 h 135"/>
              <a:gd name="T50" fmla="*/ 67 w 113"/>
              <a:gd name="T51" fmla="*/ 67 h 135"/>
              <a:gd name="T52" fmla="*/ 85 w 113"/>
              <a:gd name="T53" fmla="*/ 52 h 135"/>
              <a:gd name="T54" fmla="*/ 87 w 113"/>
              <a:gd name="T55" fmla="*/ 29 h 135"/>
              <a:gd name="T56" fmla="*/ 66 w 113"/>
              <a:gd name="T57" fmla="*/ 11 h 135"/>
              <a:gd name="T58" fmla="*/ 34 w 113"/>
              <a:gd name="T59" fmla="*/ 11 h 135"/>
              <a:gd name="T60" fmla="*/ 33 w 113"/>
              <a:gd name="T61" fmla="*/ 11 h 135"/>
              <a:gd name="T62" fmla="*/ 33 w 113"/>
              <a:gd name="T63" fmla="*/ 68 h 135"/>
            </a:gdLst>
            <a:rect l="0" t="0" r="r" b="b"/>
            <a:pathLst>
              <a:path w="113" h="135">
                <a:moveTo>
                  <a:pt x="33" y="78"/>
                </a:moveTo>
                <a:cubicBezTo>
                  <a:pt x="33" y="80"/>
                  <a:pt x="33" y="81"/>
                  <a:pt x="33" y="82"/>
                </a:cubicBezTo>
                <a:cubicBezTo>
                  <a:pt x="33" y="93"/>
                  <a:pt x="33" y="103"/>
                  <a:pt x="33" y="114"/>
                </a:cubicBezTo>
                <a:cubicBezTo>
                  <a:pt x="33" y="115"/>
                  <a:pt x="33" y="117"/>
                  <a:pt x="33" y="118"/>
                </a:cubicBezTo>
                <a:cubicBezTo>
                  <a:pt x="34" y="125"/>
                  <a:pt x="35" y="127"/>
                  <a:pt x="43" y="128"/>
                </a:cubicBezTo>
                <a:cubicBezTo>
                  <a:pt x="45" y="128"/>
                  <a:pt x="47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6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8" y="127"/>
                </a:cubicBezTo>
                <a:cubicBezTo>
                  <a:pt x="13" y="126"/>
                  <a:pt x="14" y="125"/>
                  <a:pt x="15" y="120"/>
                </a:cubicBezTo>
                <a:cubicBezTo>
                  <a:pt x="15" y="118"/>
                  <a:pt x="15" y="116"/>
                  <a:pt x="15" y="114"/>
                </a:cubicBezTo>
                <a:cubicBezTo>
                  <a:pt x="16" y="83"/>
                  <a:pt x="16" y="52"/>
                  <a:pt x="15" y="21"/>
                </a:cubicBezTo>
                <a:cubicBezTo>
                  <a:pt x="15" y="19"/>
                  <a:pt x="15" y="16"/>
                  <a:pt x="15" y="14"/>
                </a:cubicBezTo>
                <a:cubicBezTo>
                  <a:pt x="14" y="11"/>
                  <a:pt x="12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1" y="0"/>
                  <a:pt x="3" y="0"/>
                  <a:pt x="4" y="0"/>
                </a:cubicBezTo>
                <a:cubicBezTo>
                  <a:pt x="21" y="0"/>
                  <a:pt x="39" y="0"/>
                  <a:pt x="56" y="0"/>
                </a:cubicBezTo>
                <a:cubicBezTo>
                  <a:pt x="62" y="0"/>
                  <a:pt x="68" y="1"/>
                  <a:pt x="73" y="1"/>
                </a:cubicBezTo>
                <a:cubicBezTo>
                  <a:pt x="98" y="4"/>
                  <a:pt x="113" y="26"/>
                  <a:pt x="106" y="50"/>
                </a:cubicBezTo>
                <a:cubicBezTo>
                  <a:pt x="102" y="64"/>
                  <a:pt x="93" y="73"/>
                  <a:pt x="78" y="76"/>
                </a:cubicBezTo>
                <a:cubicBezTo>
                  <a:pt x="70" y="77"/>
                  <a:pt x="63" y="77"/>
                  <a:pt x="55" y="78"/>
                </a:cubicBezTo>
                <a:cubicBezTo>
                  <a:pt x="48" y="78"/>
                  <a:pt x="41" y="78"/>
                  <a:pt x="33" y="78"/>
                </a:cubicBezTo>
                <a:close/>
                <a:moveTo>
                  <a:pt x="33" y="68"/>
                </a:moveTo>
                <a:cubicBezTo>
                  <a:pt x="45" y="67"/>
                  <a:pt x="56" y="68"/>
                  <a:pt x="67" y="67"/>
                </a:cubicBezTo>
                <a:cubicBezTo>
                  <a:pt x="76" y="66"/>
                  <a:pt x="82" y="60"/>
                  <a:pt x="85" y="52"/>
                </a:cubicBezTo>
                <a:cubicBezTo>
                  <a:pt x="89" y="45"/>
                  <a:pt x="89" y="37"/>
                  <a:pt x="87" y="29"/>
                </a:cubicBezTo>
                <a:cubicBezTo>
                  <a:pt x="84" y="19"/>
                  <a:pt x="78" y="12"/>
                  <a:pt x="66" y="11"/>
                </a:cubicBezTo>
                <a:cubicBezTo>
                  <a:pt x="56" y="11"/>
                  <a:pt x="45" y="11"/>
                  <a:pt x="34" y="11"/>
                </a:cubicBezTo>
                <a:cubicBezTo>
                  <a:pt x="34" y="11"/>
                  <a:pt x="34" y="11"/>
                  <a:pt x="33" y="11"/>
                </a:cubicBezTo>
                <a:cubicBezTo>
                  <a:pt x="33" y="30"/>
                  <a:pt x="33" y="48"/>
                  <a:pt x="33" y="6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CB82E6C7-F2E1-49EC-88FC-34936D285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5017" y="689187"/>
            <a:ext cx="67859" cy="70140"/>
          </a:xfrm>
          <a:custGeom xmlns:a="http://schemas.openxmlformats.org/drawingml/2006/main">
            <a:gdLst>
              <a:gd name="T0" fmla="*/ 49 w 133"/>
              <a:gd name="T1" fmla="*/ 0 h 138"/>
              <a:gd name="T2" fmla="*/ 49 w 133"/>
              <a:gd name="T3" fmla="*/ 7 h 138"/>
              <a:gd name="T4" fmla="*/ 41 w 133"/>
              <a:gd name="T5" fmla="*/ 8 h 138"/>
              <a:gd name="T6" fmla="*/ 34 w 133"/>
              <a:gd name="T7" fmla="*/ 15 h 138"/>
              <a:gd name="T8" fmla="*/ 33 w 133"/>
              <a:gd name="T9" fmla="*/ 23 h 138"/>
              <a:gd name="T10" fmla="*/ 33 w 133"/>
              <a:gd name="T11" fmla="*/ 83 h 138"/>
              <a:gd name="T12" fmla="*/ 34 w 133"/>
              <a:gd name="T13" fmla="*/ 96 h 138"/>
              <a:gd name="T14" fmla="*/ 60 w 133"/>
              <a:gd name="T15" fmla="*/ 124 h 138"/>
              <a:gd name="T16" fmla="*/ 100 w 133"/>
              <a:gd name="T17" fmla="*/ 110 h 138"/>
              <a:gd name="T18" fmla="*/ 106 w 133"/>
              <a:gd name="T19" fmla="*/ 94 h 138"/>
              <a:gd name="T20" fmla="*/ 107 w 133"/>
              <a:gd name="T21" fmla="*/ 80 h 138"/>
              <a:gd name="T22" fmla="*/ 107 w 133"/>
              <a:gd name="T23" fmla="*/ 24 h 138"/>
              <a:gd name="T24" fmla="*/ 106 w 133"/>
              <a:gd name="T25" fmla="*/ 15 h 138"/>
              <a:gd name="T26" fmla="*/ 97 w 133"/>
              <a:gd name="T27" fmla="*/ 8 h 138"/>
              <a:gd name="T28" fmla="*/ 91 w 133"/>
              <a:gd name="T29" fmla="*/ 7 h 138"/>
              <a:gd name="T30" fmla="*/ 91 w 133"/>
              <a:gd name="T31" fmla="*/ 0 h 138"/>
              <a:gd name="T32" fmla="*/ 133 w 133"/>
              <a:gd name="T33" fmla="*/ 0 h 138"/>
              <a:gd name="T34" fmla="*/ 133 w 133"/>
              <a:gd name="T35" fmla="*/ 7 h 138"/>
              <a:gd name="T36" fmla="*/ 126 w 133"/>
              <a:gd name="T37" fmla="*/ 8 h 138"/>
              <a:gd name="T38" fmla="*/ 118 w 133"/>
              <a:gd name="T39" fmla="*/ 15 h 138"/>
              <a:gd name="T40" fmla="*/ 118 w 133"/>
              <a:gd name="T41" fmla="*/ 25 h 138"/>
              <a:gd name="T42" fmla="*/ 117 w 133"/>
              <a:gd name="T43" fmla="*/ 88 h 138"/>
              <a:gd name="T44" fmla="*/ 114 w 133"/>
              <a:gd name="T45" fmla="*/ 105 h 138"/>
              <a:gd name="T46" fmla="*/ 74 w 133"/>
              <a:gd name="T47" fmla="*/ 136 h 138"/>
              <a:gd name="T48" fmla="*/ 35 w 133"/>
              <a:gd name="T49" fmla="*/ 127 h 138"/>
              <a:gd name="T50" fmla="*/ 17 w 133"/>
              <a:gd name="T51" fmla="*/ 96 h 138"/>
              <a:gd name="T52" fmla="*/ 16 w 133"/>
              <a:gd name="T53" fmla="*/ 83 h 138"/>
              <a:gd name="T54" fmla="*/ 16 w 133"/>
              <a:gd name="T55" fmla="*/ 25 h 138"/>
              <a:gd name="T56" fmla="*/ 16 w 133"/>
              <a:gd name="T57" fmla="*/ 15 h 138"/>
              <a:gd name="T58" fmla="*/ 8 w 133"/>
              <a:gd name="T59" fmla="*/ 8 h 138"/>
              <a:gd name="T60" fmla="*/ 0 w 133"/>
              <a:gd name="T61" fmla="*/ 7 h 138"/>
              <a:gd name="T62" fmla="*/ 0 w 133"/>
              <a:gd name="T63" fmla="*/ 0 h 138"/>
              <a:gd name="T64" fmla="*/ 49 w 133"/>
              <a:gd name="T65" fmla="*/ 0 h 138"/>
            </a:gdLst>
            <a:rect l="0" t="0" r="r" b="b"/>
            <a:pathLst>
              <a:path w="133" h="138">
                <a:moveTo>
                  <a:pt x="49" y="0"/>
                </a:move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1" y="8"/>
                </a:cubicBezTo>
                <a:cubicBezTo>
                  <a:pt x="36" y="8"/>
                  <a:pt x="34" y="10"/>
                  <a:pt x="34" y="15"/>
                </a:cubicBezTo>
                <a:cubicBezTo>
                  <a:pt x="33" y="17"/>
                  <a:pt x="33" y="20"/>
                  <a:pt x="33" y="23"/>
                </a:cubicBezTo>
                <a:cubicBezTo>
                  <a:pt x="33" y="43"/>
                  <a:pt x="33" y="63"/>
                  <a:pt x="33" y="83"/>
                </a:cubicBezTo>
                <a:cubicBezTo>
                  <a:pt x="33" y="87"/>
                  <a:pt x="33" y="92"/>
                  <a:pt x="34" y="96"/>
                </a:cubicBezTo>
                <a:cubicBezTo>
                  <a:pt x="36" y="112"/>
                  <a:pt x="46" y="120"/>
                  <a:pt x="60" y="124"/>
                </a:cubicBezTo>
                <a:cubicBezTo>
                  <a:pt x="76" y="128"/>
                  <a:pt x="89" y="123"/>
                  <a:pt x="100" y="110"/>
                </a:cubicBezTo>
                <a:cubicBezTo>
                  <a:pt x="104" y="106"/>
                  <a:pt x="105" y="100"/>
                  <a:pt x="106" y="94"/>
                </a:cubicBezTo>
                <a:cubicBezTo>
                  <a:pt x="106" y="90"/>
                  <a:pt x="106" y="85"/>
                  <a:pt x="107" y="80"/>
                </a:cubicBezTo>
                <a:cubicBezTo>
                  <a:pt x="107" y="62"/>
                  <a:pt x="107" y="43"/>
                  <a:pt x="107" y="24"/>
                </a:cubicBezTo>
                <a:cubicBezTo>
                  <a:pt x="107" y="21"/>
                  <a:pt x="106" y="18"/>
                  <a:pt x="106" y="15"/>
                </a:cubicBezTo>
                <a:cubicBezTo>
                  <a:pt x="105" y="10"/>
                  <a:pt x="103" y="8"/>
                  <a:pt x="97" y="8"/>
                </a:cubicBezTo>
                <a:cubicBezTo>
                  <a:pt x="95" y="7"/>
                  <a:pt x="93" y="7"/>
                  <a:pt x="91" y="7"/>
                </a:cubicBezTo>
                <a:cubicBezTo>
                  <a:pt x="91" y="4"/>
                  <a:pt x="91" y="2"/>
                  <a:pt x="91" y="0"/>
                </a:cubicBezTo>
                <a:cubicBezTo>
                  <a:pt x="105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1" y="7"/>
                  <a:pt x="128" y="7"/>
                  <a:pt x="126" y="8"/>
                </a:cubicBezTo>
                <a:cubicBezTo>
                  <a:pt x="121" y="8"/>
                  <a:pt x="119" y="11"/>
                  <a:pt x="118" y="15"/>
                </a:cubicBezTo>
                <a:cubicBezTo>
                  <a:pt x="118" y="18"/>
                  <a:pt x="118" y="22"/>
                  <a:pt x="118" y="25"/>
                </a:cubicBezTo>
                <a:cubicBezTo>
                  <a:pt x="117" y="46"/>
                  <a:pt x="118" y="67"/>
                  <a:pt x="117" y="88"/>
                </a:cubicBezTo>
                <a:cubicBezTo>
                  <a:pt x="117" y="94"/>
                  <a:pt x="116" y="99"/>
                  <a:pt x="114" y="105"/>
                </a:cubicBezTo>
                <a:cubicBezTo>
                  <a:pt x="108" y="124"/>
                  <a:pt x="94" y="134"/>
                  <a:pt x="74" y="136"/>
                </a:cubicBezTo>
                <a:cubicBezTo>
                  <a:pt x="60" y="138"/>
                  <a:pt x="47" y="135"/>
                  <a:pt x="35" y="127"/>
                </a:cubicBezTo>
                <a:cubicBezTo>
                  <a:pt x="24" y="120"/>
                  <a:pt x="18" y="109"/>
                  <a:pt x="17" y="96"/>
                </a:cubicBezTo>
                <a:cubicBezTo>
                  <a:pt x="16" y="92"/>
                  <a:pt x="16" y="87"/>
                  <a:pt x="16" y="83"/>
                </a:cubicBezTo>
                <a:cubicBezTo>
                  <a:pt x="16" y="64"/>
                  <a:pt x="16" y="45"/>
                  <a:pt x="16" y="25"/>
                </a:cubicBezTo>
                <a:cubicBezTo>
                  <a:pt x="16" y="22"/>
                  <a:pt x="16" y="18"/>
                  <a:pt x="16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E9D72143-C2C0-4410-882A-57E1F1C9D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371" y="689187"/>
            <a:ext cx="67288" cy="69569"/>
          </a:xfrm>
          <a:custGeom xmlns:a="http://schemas.openxmlformats.org/drawingml/2006/main">
            <a:gdLst>
              <a:gd name="T0" fmla="*/ 73 w 133"/>
              <a:gd name="T1" fmla="*/ 137 h 137"/>
              <a:gd name="T2" fmla="*/ 64 w 133"/>
              <a:gd name="T3" fmla="*/ 137 h 137"/>
              <a:gd name="T4" fmla="*/ 58 w 133"/>
              <a:gd name="T5" fmla="*/ 133 h 137"/>
              <a:gd name="T6" fmla="*/ 39 w 133"/>
              <a:gd name="T7" fmla="*/ 80 h 137"/>
              <a:gd name="T8" fmla="*/ 17 w 133"/>
              <a:gd name="T9" fmla="*/ 23 h 137"/>
              <a:gd name="T10" fmla="*/ 13 w 133"/>
              <a:gd name="T11" fmla="*/ 14 h 137"/>
              <a:gd name="T12" fmla="*/ 4 w 133"/>
              <a:gd name="T13" fmla="*/ 7 h 137"/>
              <a:gd name="T14" fmla="*/ 0 w 133"/>
              <a:gd name="T15" fmla="*/ 7 h 137"/>
              <a:gd name="T16" fmla="*/ 0 w 133"/>
              <a:gd name="T17" fmla="*/ 0 h 137"/>
              <a:gd name="T18" fmla="*/ 47 w 133"/>
              <a:gd name="T19" fmla="*/ 0 h 137"/>
              <a:gd name="T20" fmla="*/ 47 w 133"/>
              <a:gd name="T21" fmla="*/ 7 h 137"/>
              <a:gd name="T22" fmla="*/ 39 w 133"/>
              <a:gd name="T23" fmla="*/ 8 h 137"/>
              <a:gd name="T24" fmla="*/ 34 w 133"/>
              <a:gd name="T25" fmla="*/ 15 h 137"/>
              <a:gd name="T26" fmla="*/ 35 w 133"/>
              <a:gd name="T27" fmla="*/ 20 h 137"/>
              <a:gd name="T28" fmla="*/ 68 w 133"/>
              <a:gd name="T29" fmla="*/ 112 h 137"/>
              <a:gd name="T30" fmla="*/ 70 w 133"/>
              <a:gd name="T31" fmla="*/ 116 h 137"/>
              <a:gd name="T32" fmla="*/ 72 w 133"/>
              <a:gd name="T33" fmla="*/ 113 h 137"/>
              <a:gd name="T34" fmla="*/ 106 w 133"/>
              <a:gd name="T35" fmla="*/ 18 h 137"/>
              <a:gd name="T36" fmla="*/ 106 w 133"/>
              <a:gd name="T37" fmla="*/ 16 h 137"/>
              <a:gd name="T38" fmla="*/ 101 w 133"/>
              <a:gd name="T39" fmla="*/ 7 h 137"/>
              <a:gd name="T40" fmla="*/ 94 w 133"/>
              <a:gd name="T41" fmla="*/ 7 h 137"/>
              <a:gd name="T42" fmla="*/ 94 w 133"/>
              <a:gd name="T43" fmla="*/ 0 h 137"/>
              <a:gd name="T44" fmla="*/ 133 w 133"/>
              <a:gd name="T45" fmla="*/ 0 h 137"/>
              <a:gd name="T46" fmla="*/ 133 w 133"/>
              <a:gd name="T47" fmla="*/ 7 h 137"/>
              <a:gd name="T48" fmla="*/ 130 w 133"/>
              <a:gd name="T49" fmla="*/ 7 h 137"/>
              <a:gd name="T50" fmla="*/ 119 w 133"/>
              <a:gd name="T51" fmla="*/ 16 h 137"/>
              <a:gd name="T52" fmla="*/ 110 w 133"/>
              <a:gd name="T53" fmla="*/ 38 h 137"/>
              <a:gd name="T54" fmla="*/ 74 w 133"/>
              <a:gd name="T55" fmla="*/ 133 h 137"/>
              <a:gd name="T56" fmla="*/ 73 w 133"/>
              <a:gd name="T57" fmla="*/ 137 h 137"/>
            </a:gdLst>
            <a:rect l="0" t="0" r="r" b="b"/>
            <a:pathLst>
              <a:path w="133" h="137">
                <a:moveTo>
                  <a:pt x="73" y="137"/>
                </a:moveTo>
                <a:cubicBezTo>
                  <a:pt x="69" y="137"/>
                  <a:pt x="66" y="137"/>
                  <a:pt x="64" y="137"/>
                </a:cubicBezTo>
                <a:cubicBezTo>
                  <a:pt x="61" y="137"/>
                  <a:pt x="59" y="136"/>
                  <a:pt x="58" y="133"/>
                </a:cubicBezTo>
                <a:cubicBezTo>
                  <a:pt x="52" y="115"/>
                  <a:pt x="45" y="98"/>
                  <a:pt x="39" y="80"/>
                </a:cubicBezTo>
                <a:cubicBezTo>
                  <a:pt x="31" y="61"/>
                  <a:pt x="24" y="42"/>
                  <a:pt x="17" y="23"/>
                </a:cubicBezTo>
                <a:cubicBezTo>
                  <a:pt x="16" y="20"/>
                  <a:pt x="15" y="17"/>
                  <a:pt x="13" y="14"/>
                </a:cubicBezTo>
                <a:cubicBezTo>
                  <a:pt x="11" y="10"/>
                  <a:pt x="8" y="8"/>
                  <a:pt x="4" y="7"/>
                </a:cubicBezTo>
                <a:cubicBezTo>
                  <a:pt x="3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7" y="0"/>
                </a:cubicBezTo>
                <a:cubicBezTo>
                  <a:pt x="47" y="2"/>
                  <a:pt x="47" y="4"/>
                  <a:pt x="47" y="7"/>
                </a:cubicBezTo>
                <a:cubicBezTo>
                  <a:pt x="44" y="7"/>
                  <a:pt x="42" y="7"/>
                  <a:pt x="39" y="8"/>
                </a:cubicBezTo>
                <a:cubicBezTo>
                  <a:pt x="34" y="8"/>
                  <a:pt x="33" y="10"/>
                  <a:pt x="34" y="15"/>
                </a:cubicBezTo>
                <a:cubicBezTo>
                  <a:pt x="34" y="17"/>
                  <a:pt x="35" y="19"/>
                  <a:pt x="35" y="20"/>
                </a:cubicBezTo>
                <a:cubicBezTo>
                  <a:pt x="46" y="51"/>
                  <a:pt x="57" y="81"/>
                  <a:pt x="68" y="112"/>
                </a:cubicBezTo>
                <a:cubicBezTo>
                  <a:pt x="69" y="113"/>
                  <a:pt x="69" y="114"/>
                  <a:pt x="70" y="116"/>
                </a:cubicBezTo>
                <a:cubicBezTo>
                  <a:pt x="71" y="114"/>
                  <a:pt x="71" y="113"/>
                  <a:pt x="72" y="113"/>
                </a:cubicBezTo>
                <a:cubicBezTo>
                  <a:pt x="83" y="81"/>
                  <a:pt x="94" y="50"/>
                  <a:pt x="106" y="18"/>
                </a:cubicBezTo>
                <a:cubicBezTo>
                  <a:pt x="106" y="17"/>
                  <a:pt x="106" y="17"/>
                  <a:pt x="106" y="16"/>
                </a:cubicBezTo>
                <a:cubicBezTo>
                  <a:pt x="107" y="10"/>
                  <a:pt x="106" y="8"/>
                  <a:pt x="101" y="7"/>
                </a:cubicBezTo>
                <a:cubicBezTo>
                  <a:pt x="98" y="7"/>
                  <a:pt x="96" y="7"/>
                  <a:pt x="94" y="7"/>
                </a:cubicBezTo>
                <a:cubicBezTo>
                  <a:pt x="94" y="4"/>
                  <a:pt x="94" y="2"/>
                  <a:pt x="94" y="0"/>
                </a:cubicBezTo>
                <a:cubicBezTo>
                  <a:pt x="106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2" y="7"/>
                  <a:pt x="131" y="7"/>
                  <a:pt x="130" y="7"/>
                </a:cubicBezTo>
                <a:cubicBezTo>
                  <a:pt x="124" y="8"/>
                  <a:pt x="121" y="11"/>
                  <a:pt x="119" y="16"/>
                </a:cubicBezTo>
                <a:cubicBezTo>
                  <a:pt x="116" y="24"/>
                  <a:pt x="113" y="31"/>
                  <a:pt x="110" y="38"/>
                </a:cubicBezTo>
                <a:cubicBezTo>
                  <a:pt x="98" y="70"/>
                  <a:pt x="86" y="101"/>
                  <a:pt x="74" y="133"/>
                </a:cubicBezTo>
                <a:cubicBezTo>
                  <a:pt x="74" y="134"/>
                  <a:pt x="73" y="135"/>
                  <a:pt x="73" y="13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E7D0FA36-9956-469E-80D6-15637DD68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6484" y="689187"/>
            <a:ext cx="61016" cy="68429"/>
          </a:xfrm>
          <a:custGeom xmlns:a="http://schemas.openxmlformats.org/drawingml/2006/main">
            <a:gdLst>
              <a:gd name="T0" fmla="*/ 85 w 120"/>
              <a:gd name="T1" fmla="*/ 127 h 135"/>
              <a:gd name="T2" fmla="*/ 85 w 120"/>
              <a:gd name="T3" fmla="*/ 134 h 135"/>
              <a:gd name="T4" fmla="*/ 35 w 120"/>
              <a:gd name="T5" fmla="*/ 134 h 135"/>
              <a:gd name="T6" fmla="*/ 35 w 120"/>
              <a:gd name="T7" fmla="*/ 127 h 135"/>
              <a:gd name="T8" fmla="*/ 44 w 120"/>
              <a:gd name="T9" fmla="*/ 126 h 135"/>
              <a:gd name="T10" fmla="*/ 50 w 120"/>
              <a:gd name="T11" fmla="*/ 120 h 135"/>
              <a:gd name="T12" fmla="*/ 51 w 120"/>
              <a:gd name="T13" fmla="*/ 113 h 135"/>
              <a:gd name="T14" fmla="*/ 51 w 120"/>
              <a:gd name="T15" fmla="*/ 85 h 135"/>
              <a:gd name="T16" fmla="*/ 50 w 120"/>
              <a:gd name="T17" fmla="*/ 79 h 135"/>
              <a:gd name="T18" fmla="*/ 17 w 120"/>
              <a:gd name="T19" fmla="*/ 19 h 135"/>
              <a:gd name="T20" fmla="*/ 15 w 120"/>
              <a:gd name="T21" fmla="*/ 15 h 135"/>
              <a:gd name="T22" fmla="*/ 3 w 120"/>
              <a:gd name="T23" fmla="*/ 7 h 135"/>
              <a:gd name="T24" fmla="*/ 0 w 120"/>
              <a:gd name="T25" fmla="*/ 7 h 135"/>
              <a:gd name="T26" fmla="*/ 0 w 120"/>
              <a:gd name="T27" fmla="*/ 0 h 135"/>
              <a:gd name="T28" fmla="*/ 48 w 120"/>
              <a:gd name="T29" fmla="*/ 0 h 135"/>
              <a:gd name="T30" fmla="*/ 48 w 120"/>
              <a:gd name="T31" fmla="*/ 7 h 135"/>
              <a:gd name="T32" fmla="*/ 40 w 120"/>
              <a:gd name="T33" fmla="*/ 7 h 135"/>
              <a:gd name="T34" fmla="*/ 36 w 120"/>
              <a:gd name="T35" fmla="*/ 14 h 135"/>
              <a:gd name="T36" fmla="*/ 37 w 120"/>
              <a:gd name="T37" fmla="*/ 18 h 135"/>
              <a:gd name="T38" fmla="*/ 61 w 120"/>
              <a:gd name="T39" fmla="*/ 64 h 135"/>
              <a:gd name="T40" fmla="*/ 63 w 120"/>
              <a:gd name="T41" fmla="*/ 68 h 135"/>
              <a:gd name="T42" fmla="*/ 66 w 120"/>
              <a:gd name="T43" fmla="*/ 64 h 135"/>
              <a:gd name="T44" fmla="*/ 91 w 120"/>
              <a:gd name="T45" fmla="*/ 18 h 135"/>
              <a:gd name="T46" fmla="*/ 93 w 120"/>
              <a:gd name="T47" fmla="*/ 12 h 135"/>
              <a:gd name="T48" fmla="*/ 90 w 120"/>
              <a:gd name="T49" fmla="*/ 8 h 135"/>
              <a:gd name="T50" fmla="*/ 81 w 120"/>
              <a:gd name="T51" fmla="*/ 7 h 135"/>
              <a:gd name="T52" fmla="*/ 81 w 120"/>
              <a:gd name="T53" fmla="*/ 0 h 135"/>
              <a:gd name="T54" fmla="*/ 120 w 120"/>
              <a:gd name="T55" fmla="*/ 0 h 135"/>
              <a:gd name="T56" fmla="*/ 120 w 120"/>
              <a:gd name="T57" fmla="*/ 7 h 135"/>
              <a:gd name="T58" fmla="*/ 115 w 120"/>
              <a:gd name="T59" fmla="*/ 8 h 135"/>
              <a:gd name="T60" fmla="*/ 108 w 120"/>
              <a:gd name="T61" fmla="*/ 12 h 135"/>
              <a:gd name="T62" fmla="*/ 103 w 120"/>
              <a:gd name="T63" fmla="*/ 19 h 135"/>
              <a:gd name="T64" fmla="*/ 71 w 120"/>
              <a:gd name="T65" fmla="*/ 75 h 135"/>
              <a:gd name="T66" fmla="*/ 69 w 120"/>
              <a:gd name="T67" fmla="*/ 82 h 135"/>
              <a:gd name="T68" fmla="*/ 69 w 120"/>
              <a:gd name="T69" fmla="*/ 111 h 135"/>
              <a:gd name="T70" fmla="*/ 69 w 120"/>
              <a:gd name="T71" fmla="*/ 118 h 135"/>
              <a:gd name="T72" fmla="*/ 77 w 120"/>
              <a:gd name="T73" fmla="*/ 126 h 135"/>
              <a:gd name="T74" fmla="*/ 85 w 120"/>
              <a:gd name="T75" fmla="*/ 127 h 135"/>
            </a:gdLst>
            <a:rect l="0" t="0" r="r" b="b"/>
            <a:pathLst>
              <a:path w="120" h="135">
                <a:moveTo>
                  <a:pt x="85" y="127"/>
                </a:moveTo>
                <a:cubicBezTo>
                  <a:pt x="85" y="130"/>
                  <a:pt x="85" y="132"/>
                  <a:pt x="85" y="134"/>
                </a:cubicBezTo>
                <a:cubicBezTo>
                  <a:pt x="81" y="135"/>
                  <a:pt x="44" y="135"/>
                  <a:pt x="35" y="134"/>
                </a:cubicBezTo>
                <a:cubicBezTo>
                  <a:pt x="35" y="132"/>
                  <a:pt x="35" y="130"/>
                  <a:pt x="35" y="127"/>
                </a:cubicBezTo>
                <a:cubicBezTo>
                  <a:pt x="38" y="127"/>
                  <a:pt x="41" y="126"/>
                  <a:pt x="44" y="126"/>
                </a:cubicBezTo>
                <a:cubicBezTo>
                  <a:pt x="48" y="126"/>
                  <a:pt x="50" y="124"/>
                  <a:pt x="50" y="120"/>
                </a:cubicBezTo>
                <a:cubicBezTo>
                  <a:pt x="51" y="118"/>
                  <a:pt x="51" y="115"/>
                  <a:pt x="51" y="113"/>
                </a:cubicBezTo>
                <a:cubicBezTo>
                  <a:pt x="51" y="104"/>
                  <a:pt x="51" y="95"/>
                  <a:pt x="51" y="85"/>
                </a:cubicBezTo>
                <a:cubicBezTo>
                  <a:pt x="51" y="83"/>
                  <a:pt x="51" y="81"/>
                  <a:pt x="50" y="79"/>
                </a:cubicBezTo>
                <a:cubicBezTo>
                  <a:pt x="39" y="59"/>
                  <a:pt x="28" y="39"/>
                  <a:pt x="17" y="19"/>
                </a:cubicBezTo>
                <a:cubicBezTo>
                  <a:pt x="16" y="17"/>
                  <a:pt x="15" y="16"/>
                  <a:pt x="15" y="15"/>
                </a:cubicBezTo>
                <a:cubicBezTo>
                  <a:pt x="12" y="10"/>
                  <a:pt x="9" y="7"/>
                  <a:pt x="3" y="7"/>
                </a:cubicBezTo>
                <a:cubicBezTo>
                  <a:pt x="2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8" y="0"/>
                </a:cubicBezTo>
                <a:cubicBezTo>
                  <a:pt x="48" y="2"/>
                  <a:pt x="48" y="4"/>
                  <a:pt x="48" y="7"/>
                </a:cubicBezTo>
                <a:cubicBezTo>
                  <a:pt x="45" y="7"/>
                  <a:pt x="42" y="7"/>
                  <a:pt x="40" y="7"/>
                </a:cubicBezTo>
                <a:cubicBezTo>
                  <a:pt x="35" y="8"/>
                  <a:pt x="34" y="10"/>
                  <a:pt x="36" y="14"/>
                </a:cubicBezTo>
                <a:cubicBezTo>
                  <a:pt x="36" y="15"/>
                  <a:pt x="37" y="17"/>
                  <a:pt x="37" y="18"/>
                </a:cubicBezTo>
                <a:cubicBezTo>
                  <a:pt x="45" y="33"/>
                  <a:pt x="53" y="49"/>
                  <a:pt x="61" y="64"/>
                </a:cubicBezTo>
                <a:cubicBezTo>
                  <a:pt x="61" y="65"/>
                  <a:pt x="62" y="66"/>
                  <a:pt x="63" y="68"/>
                </a:cubicBezTo>
                <a:cubicBezTo>
                  <a:pt x="64" y="66"/>
                  <a:pt x="65" y="65"/>
                  <a:pt x="66" y="64"/>
                </a:cubicBezTo>
                <a:cubicBezTo>
                  <a:pt x="74" y="49"/>
                  <a:pt x="82" y="34"/>
                  <a:pt x="91" y="18"/>
                </a:cubicBezTo>
                <a:cubicBezTo>
                  <a:pt x="92" y="16"/>
                  <a:pt x="93" y="14"/>
                  <a:pt x="93" y="12"/>
                </a:cubicBezTo>
                <a:cubicBezTo>
                  <a:pt x="94" y="9"/>
                  <a:pt x="93" y="8"/>
                  <a:pt x="90" y="8"/>
                </a:cubicBezTo>
                <a:cubicBezTo>
                  <a:pt x="87" y="7"/>
                  <a:pt x="85" y="7"/>
                  <a:pt x="81" y="7"/>
                </a:cubicBezTo>
                <a:cubicBezTo>
                  <a:pt x="81" y="4"/>
                  <a:pt x="81" y="2"/>
                  <a:pt x="81" y="0"/>
                </a:cubicBezTo>
                <a:cubicBezTo>
                  <a:pt x="94" y="0"/>
                  <a:pt x="107" y="0"/>
                  <a:pt x="120" y="0"/>
                </a:cubicBezTo>
                <a:cubicBezTo>
                  <a:pt x="120" y="2"/>
                  <a:pt x="120" y="4"/>
                  <a:pt x="120" y="7"/>
                </a:cubicBezTo>
                <a:cubicBezTo>
                  <a:pt x="119" y="7"/>
                  <a:pt x="117" y="7"/>
                  <a:pt x="115" y="8"/>
                </a:cubicBezTo>
                <a:cubicBezTo>
                  <a:pt x="112" y="8"/>
                  <a:pt x="109" y="9"/>
                  <a:pt x="108" y="12"/>
                </a:cubicBezTo>
                <a:cubicBezTo>
                  <a:pt x="106" y="14"/>
                  <a:pt x="104" y="17"/>
                  <a:pt x="103" y="19"/>
                </a:cubicBezTo>
                <a:cubicBezTo>
                  <a:pt x="92" y="38"/>
                  <a:pt x="81" y="56"/>
                  <a:pt x="71" y="75"/>
                </a:cubicBezTo>
                <a:cubicBezTo>
                  <a:pt x="69" y="77"/>
                  <a:pt x="68" y="80"/>
                  <a:pt x="69" y="82"/>
                </a:cubicBezTo>
                <a:cubicBezTo>
                  <a:pt x="69" y="92"/>
                  <a:pt x="69" y="102"/>
                  <a:pt x="69" y="111"/>
                </a:cubicBezTo>
                <a:cubicBezTo>
                  <a:pt x="69" y="114"/>
                  <a:pt x="69" y="116"/>
                  <a:pt x="69" y="118"/>
                </a:cubicBezTo>
                <a:cubicBezTo>
                  <a:pt x="70" y="124"/>
                  <a:pt x="71" y="125"/>
                  <a:pt x="77" y="126"/>
                </a:cubicBezTo>
                <a:cubicBezTo>
                  <a:pt x="80" y="126"/>
                  <a:pt x="82" y="127"/>
                  <a:pt x="85" y="12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68367253-EFCA-4F6E-9D7C-6C6AFDCAB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749" y="686906"/>
            <a:ext cx="58735" cy="70140"/>
          </a:xfrm>
          <a:custGeom xmlns:a="http://schemas.openxmlformats.org/drawingml/2006/main">
            <a:gdLst>
              <a:gd name="T0" fmla="*/ 108 w 116"/>
              <a:gd name="T1" fmla="*/ 42 h 139"/>
              <a:gd name="T2" fmla="*/ 102 w 116"/>
              <a:gd name="T3" fmla="*/ 29 h 139"/>
              <a:gd name="T4" fmla="*/ 72 w 116"/>
              <a:gd name="T5" fmla="*/ 14 h 139"/>
              <a:gd name="T6" fmla="*/ 67 w 116"/>
              <a:gd name="T7" fmla="*/ 18 h 139"/>
              <a:gd name="T8" fmla="*/ 66 w 116"/>
              <a:gd name="T9" fmla="*/ 24 h 139"/>
              <a:gd name="T10" fmla="*/ 66 w 116"/>
              <a:gd name="T11" fmla="*/ 115 h 139"/>
              <a:gd name="T12" fmla="*/ 67 w 116"/>
              <a:gd name="T13" fmla="*/ 123 h 139"/>
              <a:gd name="T14" fmla="*/ 75 w 116"/>
              <a:gd name="T15" fmla="*/ 131 h 139"/>
              <a:gd name="T16" fmla="*/ 83 w 116"/>
              <a:gd name="T17" fmla="*/ 132 h 139"/>
              <a:gd name="T18" fmla="*/ 83 w 116"/>
              <a:gd name="T19" fmla="*/ 139 h 139"/>
              <a:gd name="T20" fmla="*/ 33 w 116"/>
              <a:gd name="T21" fmla="*/ 139 h 139"/>
              <a:gd name="T22" fmla="*/ 33 w 116"/>
              <a:gd name="T23" fmla="*/ 132 h 139"/>
              <a:gd name="T24" fmla="*/ 41 w 116"/>
              <a:gd name="T25" fmla="*/ 131 h 139"/>
              <a:gd name="T26" fmla="*/ 49 w 116"/>
              <a:gd name="T27" fmla="*/ 123 h 139"/>
              <a:gd name="T28" fmla="*/ 49 w 116"/>
              <a:gd name="T29" fmla="*/ 118 h 139"/>
              <a:gd name="T30" fmla="*/ 49 w 116"/>
              <a:gd name="T31" fmla="*/ 22 h 139"/>
              <a:gd name="T32" fmla="*/ 41 w 116"/>
              <a:gd name="T33" fmla="*/ 14 h 139"/>
              <a:gd name="T34" fmla="*/ 32 w 116"/>
              <a:gd name="T35" fmla="*/ 15 h 139"/>
              <a:gd name="T36" fmla="*/ 18 w 116"/>
              <a:gd name="T37" fmla="*/ 23 h 139"/>
              <a:gd name="T38" fmla="*/ 11 w 116"/>
              <a:gd name="T39" fmla="*/ 36 h 139"/>
              <a:gd name="T40" fmla="*/ 8 w 116"/>
              <a:gd name="T41" fmla="*/ 42 h 139"/>
              <a:gd name="T42" fmla="*/ 0 w 116"/>
              <a:gd name="T43" fmla="*/ 39 h 139"/>
              <a:gd name="T44" fmla="*/ 13 w 116"/>
              <a:gd name="T45" fmla="*/ 0 h 139"/>
              <a:gd name="T46" fmla="*/ 19 w 116"/>
              <a:gd name="T47" fmla="*/ 0 h 139"/>
              <a:gd name="T48" fmla="*/ 21 w 116"/>
              <a:gd name="T49" fmla="*/ 4 h 139"/>
              <a:gd name="T50" fmla="*/ 95 w 116"/>
              <a:gd name="T51" fmla="*/ 4 h 139"/>
              <a:gd name="T52" fmla="*/ 97 w 116"/>
              <a:gd name="T53" fmla="*/ 0 h 139"/>
              <a:gd name="T54" fmla="*/ 103 w 116"/>
              <a:gd name="T55" fmla="*/ 0 h 139"/>
              <a:gd name="T56" fmla="*/ 116 w 116"/>
              <a:gd name="T57" fmla="*/ 39 h 139"/>
              <a:gd name="T58" fmla="*/ 108 w 116"/>
              <a:gd name="T59" fmla="*/ 42 h 139"/>
            </a:gdLst>
            <a:rect l="0" t="0" r="r" b="b"/>
            <a:pathLst>
              <a:path w="116" h="139">
                <a:moveTo>
                  <a:pt x="108" y="42"/>
                </a:moveTo>
                <a:cubicBezTo>
                  <a:pt x="106" y="37"/>
                  <a:pt x="104" y="33"/>
                  <a:pt x="102" y="29"/>
                </a:cubicBezTo>
                <a:cubicBezTo>
                  <a:pt x="96" y="17"/>
                  <a:pt x="85" y="13"/>
                  <a:pt x="72" y="14"/>
                </a:cubicBezTo>
                <a:cubicBezTo>
                  <a:pt x="68" y="14"/>
                  <a:pt x="67" y="15"/>
                  <a:pt x="67" y="18"/>
                </a:cubicBezTo>
                <a:cubicBezTo>
                  <a:pt x="66" y="20"/>
                  <a:pt x="66" y="22"/>
                  <a:pt x="66" y="24"/>
                </a:cubicBezTo>
                <a:cubicBezTo>
                  <a:pt x="66" y="54"/>
                  <a:pt x="66" y="85"/>
                  <a:pt x="66" y="115"/>
                </a:cubicBezTo>
                <a:cubicBezTo>
                  <a:pt x="66" y="118"/>
                  <a:pt x="67" y="120"/>
                  <a:pt x="67" y="123"/>
                </a:cubicBezTo>
                <a:cubicBezTo>
                  <a:pt x="68" y="128"/>
                  <a:pt x="70" y="130"/>
                  <a:pt x="75" y="131"/>
                </a:cubicBezTo>
                <a:cubicBezTo>
                  <a:pt x="78" y="131"/>
                  <a:pt x="80" y="132"/>
                  <a:pt x="83" y="132"/>
                </a:cubicBezTo>
                <a:cubicBezTo>
                  <a:pt x="83" y="134"/>
                  <a:pt x="83" y="137"/>
                  <a:pt x="83" y="139"/>
                </a:cubicBezTo>
                <a:cubicBezTo>
                  <a:pt x="66" y="139"/>
                  <a:pt x="50" y="139"/>
                  <a:pt x="33" y="139"/>
                </a:cubicBezTo>
                <a:cubicBezTo>
                  <a:pt x="33" y="137"/>
                  <a:pt x="33" y="135"/>
                  <a:pt x="33" y="132"/>
                </a:cubicBezTo>
                <a:cubicBezTo>
                  <a:pt x="36" y="132"/>
                  <a:pt x="39" y="131"/>
                  <a:pt x="41" y="131"/>
                </a:cubicBezTo>
                <a:cubicBezTo>
                  <a:pt x="47" y="130"/>
                  <a:pt x="49" y="128"/>
                  <a:pt x="49" y="123"/>
                </a:cubicBezTo>
                <a:cubicBezTo>
                  <a:pt x="49" y="121"/>
                  <a:pt x="49" y="120"/>
                  <a:pt x="49" y="118"/>
                </a:cubicBezTo>
                <a:cubicBezTo>
                  <a:pt x="49" y="86"/>
                  <a:pt x="49" y="54"/>
                  <a:pt x="49" y="22"/>
                </a:cubicBezTo>
                <a:cubicBezTo>
                  <a:pt x="49" y="14"/>
                  <a:pt x="49" y="13"/>
                  <a:pt x="41" y="14"/>
                </a:cubicBezTo>
                <a:cubicBezTo>
                  <a:pt x="38" y="14"/>
                  <a:pt x="35" y="14"/>
                  <a:pt x="32" y="15"/>
                </a:cubicBezTo>
                <a:cubicBezTo>
                  <a:pt x="26" y="16"/>
                  <a:pt x="21" y="18"/>
                  <a:pt x="18" y="23"/>
                </a:cubicBezTo>
                <a:cubicBezTo>
                  <a:pt x="15" y="27"/>
                  <a:pt x="13" y="32"/>
                  <a:pt x="11" y="36"/>
                </a:cubicBezTo>
                <a:cubicBezTo>
                  <a:pt x="10" y="38"/>
                  <a:pt x="9" y="40"/>
                  <a:pt x="8" y="42"/>
                </a:cubicBezTo>
                <a:cubicBezTo>
                  <a:pt x="5" y="41"/>
                  <a:pt x="3" y="40"/>
                  <a:pt x="0" y="39"/>
                </a:cubicBezTo>
                <a:cubicBezTo>
                  <a:pt x="5" y="26"/>
                  <a:pt x="9" y="13"/>
                  <a:pt x="13" y="0"/>
                </a:cubicBezTo>
                <a:cubicBezTo>
                  <a:pt x="15" y="0"/>
                  <a:pt x="17" y="0"/>
                  <a:pt x="19" y="0"/>
                </a:cubicBezTo>
                <a:cubicBezTo>
                  <a:pt x="20" y="1"/>
                  <a:pt x="20" y="3"/>
                  <a:pt x="21" y="4"/>
                </a:cubicBezTo>
                <a:cubicBezTo>
                  <a:pt x="46" y="4"/>
                  <a:pt x="70" y="4"/>
                  <a:pt x="95" y="4"/>
                </a:cubicBezTo>
                <a:cubicBezTo>
                  <a:pt x="95" y="3"/>
                  <a:pt x="96" y="1"/>
                  <a:pt x="97" y="0"/>
                </a:cubicBezTo>
                <a:cubicBezTo>
                  <a:pt x="98" y="0"/>
                  <a:pt x="100" y="0"/>
                  <a:pt x="103" y="0"/>
                </a:cubicBezTo>
                <a:cubicBezTo>
                  <a:pt x="107" y="13"/>
                  <a:pt x="112" y="26"/>
                  <a:pt x="116" y="39"/>
                </a:cubicBezTo>
                <a:cubicBezTo>
                  <a:pt x="113" y="40"/>
                  <a:pt x="111" y="41"/>
                  <a:pt x="108" y="42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3" name="Freeform 33">
            <a:extLst xmlns:a="http://schemas.openxmlformats.org/drawingml/2006/main">
              <a:ext uri="{FF2B5EF4-FFF2-40B4-BE49-F238E27FC236}">
                <a16:creationId xmlns:a16="http://schemas.microsoft.com/office/drawing/2014/main" id="{961D55BF-50F4-4628-80B0-A9EAE396D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1440" y="689187"/>
            <a:ext cx="25090" cy="67859"/>
          </a:xfrm>
          <a:custGeom xmlns:a="http://schemas.openxmlformats.org/drawingml/2006/main">
            <a:gdLst>
              <a:gd name="T0" fmla="*/ 0 w 50"/>
              <a:gd name="T1" fmla="*/ 134 h 134"/>
              <a:gd name="T2" fmla="*/ 0 w 50"/>
              <a:gd name="T3" fmla="*/ 127 h 134"/>
              <a:gd name="T4" fmla="*/ 9 w 50"/>
              <a:gd name="T5" fmla="*/ 126 h 134"/>
              <a:gd name="T6" fmla="*/ 16 w 50"/>
              <a:gd name="T7" fmla="*/ 119 h 134"/>
              <a:gd name="T8" fmla="*/ 16 w 50"/>
              <a:gd name="T9" fmla="*/ 113 h 134"/>
              <a:gd name="T10" fmla="*/ 16 w 50"/>
              <a:gd name="T11" fmla="*/ 21 h 134"/>
              <a:gd name="T12" fmla="*/ 16 w 50"/>
              <a:gd name="T13" fmla="*/ 13 h 134"/>
              <a:gd name="T14" fmla="*/ 9 w 50"/>
              <a:gd name="T15" fmla="*/ 8 h 134"/>
              <a:gd name="T16" fmla="*/ 1 w 50"/>
              <a:gd name="T17" fmla="*/ 7 h 134"/>
              <a:gd name="T18" fmla="*/ 1 w 50"/>
              <a:gd name="T19" fmla="*/ 0 h 134"/>
              <a:gd name="T20" fmla="*/ 49 w 50"/>
              <a:gd name="T21" fmla="*/ 0 h 134"/>
              <a:gd name="T22" fmla="*/ 49 w 50"/>
              <a:gd name="T23" fmla="*/ 7 h 134"/>
              <a:gd name="T24" fmla="*/ 42 w 50"/>
              <a:gd name="T25" fmla="*/ 8 h 134"/>
              <a:gd name="T26" fmla="*/ 34 w 50"/>
              <a:gd name="T27" fmla="*/ 15 h 134"/>
              <a:gd name="T28" fmla="*/ 33 w 50"/>
              <a:gd name="T29" fmla="*/ 23 h 134"/>
              <a:gd name="T30" fmla="*/ 33 w 50"/>
              <a:gd name="T31" fmla="*/ 113 h 134"/>
              <a:gd name="T32" fmla="*/ 46 w 50"/>
              <a:gd name="T33" fmla="*/ 127 h 134"/>
              <a:gd name="T34" fmla="*/ 49 w 50"/>
              <a:gd name="T35" fmla="*/ 127 h 134"/>
              <a:gd name="T36" fmla="*/ 50 w 50"/>
              <a:gd name="T37" fmla="*/ 131 h 134"/>
              <a:gd name="T38" fmla="*/ 49 w 50"/>
              <a:gd name="T39" fmla="*/ 134 h 134"/>
              <a:gd name="T40" fmla="*/ 0 w 50"/>
              <a:gd name="T41" fmla="*/ 134 h 134"/>
            </a:gdLst>
            <a:rect l="0" t="0" r="r" b="b"/>
            <a:pathLst>
              <a:path w="50" h="134">
                <a:moveTo>
                  <a:pt x="0" y="134"/>
                </a:move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9" y="126"/>
                </a:cubicBezTo>
                <a:cubicBezTo>
                  <a:pt x="13" y="125"/>
                  <a:pt x="15" y="124"/>
                  <a:pt x="16" y="119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18"/>
                  <a:pt x="16" y="16"/>
                  <a:pt x="16" y="13"/>
                </a:cubicBezTo>
                <a:cubicBezTo>
                  <a:pt x="15" y="10"/>
                  <a:pt x="13" y="8"/>
                  <a:pt x="9" y="8"/>
                </a:cubicBezTo>
                <a:cubicBezTo>
                  <a:pt x="6" y="7"/>
                  <a:pt x="4" y="7"/>
                  <a:pt x="1" y="7"/>
                </a:cubicBezTo>
                <a:cubicBezTo>
                  <a:pt x="1" y="4"/>
                  <a:pt x="1" y="2"/>
                  <a:pt x="1" y="0"/>
                </a:cubicBezTo>
                <a:cubicBezTo>
                  <a:pt x="17" y="0"/>
                  <a:pt x="33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7" y="7"/>
                  <a:pt x="44" y="7"/>
                  <a:pt x="42" y="8"/>
                </a:cubicBezTo>
                <a:cubicBezTo>
                  <a:pt x="38" y="8"/>
                  <a:pt x="35" y="10"/>
                  <a:pt x="34" y="15"/>
                </a:cubicBezTo>
                <a:cubicBezTo>
                  <a:pt x="34" y="17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6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8"/>
                  <a:pt x="50" y="129"/>
                  <a:pt x="50" y="131"/>
                </a:cubicBezTo>
                <a:cubicBezTo>
                  <a:pt x="50" y="132"/>
                  <a:pt x="49" y="133"/>
                  <a:pt x="49" y="134"/>
                </a:cubicBezTo>
                <a:cubicBezTo>
                  <a:pt x="33" y="134"/>
                  <a:pt x="17" y="134"/>
                  <a:pt x="0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4" name="Freeform 34">
            <a:extLst xmlns:a="http://schemas.openxmlformats.org/drawingml/2006/main">
              <a:ext uri="{FF2B5EF4-FFF2-40B4-BE49-F238E27FC236}">
                <a16:creationId xmlns:a16="http://schemas.microsoft.com/office/drawing/2014/main" id="{9841C5ED-A9FC-4298-98C5-9688D027A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237" y="689187"/>
            <a:ext cx="24520" cy="68429"/>
          </a:xfrm>
          <a:custGeom xmlns:a="http://schemas.openxmlformats.org/drawingml/2006/main">
            <a:gdLst>
              <a:gd name="T0" fmla="*/ 0 w 49"/>
              <a:gd name="T1" fmla="*/ 7 h 135"/>
              <a:gd name="T2" fmla="*/ 0 w 49"/>
              <a:gd name="T3" fmla="*/ 0 h 135"/>
              <a:gd name="T4" fmla="*/ 49 w 49"/>
              <a:gd name="T5" fmla="*/ 0 h 135"/>
              <a:gd name="T6" fmla="*/ 49 w 49"/>
              <a:gd name="T7" fmla="*/ 7 h 135"/>
              <a:gd name="T8" fmla="*/ 42 w 49"/>
              <a:gd name="T9" fmla="*/ 8 h 135"/>
              <a:gd name="T10" fmla="*/ 34 w 49"/>
              <a:gd name="T11" fmla="*/ 15 h 135"/>
              <a:gd name="T12" fmla="*/ 33 w 49"/>
              <a:gd name="T13" fmla="*/ 23 h 135"/>
              <a:gd name="T14" fmla="*/ 33 w 49"/>
              <a:gd name="T15" fmla="*/ 113 h 135"/>
              <a:gd name="T16" fmla="*/ 46 w 49"/>
              <a:gd name="T17" fmla="*/ 127 h 135"/>
              <a:gd name="T18" fmla="*/ 49 w 49"/>
              <a:gd name="T19" fmla="*/ 127 h 135"/>
              <a:gd name="T20" fmla="*/ 49 w 49"/>
              <a:gd name="T21" fmla="*/ 134 h 135"/>
              <a:gd name="T22" fmla="*/ 0 w 49"/>
              <a:gd name="T23" fmla="*/ 134 h 135"/>
              <a:gd name="T24" fmla="*/ 0 w 49"/>
              <a:gd name="T25" fmla="*/ 127 h 135"/>
              <a:gd name="T26" fmla="*/ 7 w 49"/>
              <a:gd name="T27" fmla="*/ 126 h 135"/>
              <a:gd name="T28" fmla="*/ 16 w 49"/>
              <a:gd name="T29" fmla="*/ 118 h 135"/>
              <a:gd name="T30" fmla="*/ 16 w 49"/>
              <a:gd name="T31" fmla="*/ 113 h 135"/>
              <a:gd name="T32" fmla="*/ 16 w 49"/>
              <a:gd name="T33" fmla="*/ 20 h 135"/>
              <a:gd name="T34" fmla="*/ 15 w 49"/>
              <a:gd name="T35" fmla="*/ 13 h 135"/>
              <a:gd name="T36" fmla="*/ 9 w 49"/>
              <a:gd name="T37" fmla="*/ 8 h 135"/>
              <a:gd name="T38" fmla="*/ 0 w 49"/>
              <a:gd name="T39" fmla="*/ 7 h 135"/>
            </a:gdLst>
            <a:rect l="0" t="0" r="r" b="b"/>
            <a:pathLst>
              <a:path w="49" h="135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5" y="10"/>
                  <a:pt x="34" y="15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5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45" y="135"/>
                  <a:pt x="9" y="135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5" y="127"/>
                  <a:pt x="7" y="126"/>
                </a:cubicBezTo>
                <a:cubicBezTo>
                  <a:pt x="13" y="126"/>
                  <a:pt x="15" y="124"/>
                  <a:pt x="16" y="118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8"/>
                  <a:pt x="15" y="16"/>
                  <a:pt x="15" y="13"/>
                </a:cubicBezTo>
                <a:cubicBezTo>
                  <a:pt x="14" y="10"/>
                  <a:pt x="12" y="8"/>
                  <a:pt x="9" y="8"/>
                </a:cubicBezTo>
                <a:cubicBezTo>
                  <a:pt x="6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5" name="Freeform 35">
            <a:extLst xmlns:a="http://schemas.openxmlformats.org/drawingml/2006/main">
              <a:ext uri="{FF2B5EF4-FFF2-40B4-BE49-F238E27FC236}">
                <a16:creationId xmlns:a16="http://schemas.microsoft.com/office/drawing/2014/main" id="{79EC8A07-B486-410D-B0DD-BC92A267F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429" y="689187"/>
            <a:ext cx="24520" cy="67859"/>
          </a:xfrm>
          <a:custGeom xmlns:a="http://schemas.openxmlformats.org/drawingml/2006/main">
            <a:gdLst>
              <a:gd name="T0" fmla="*/ 0 w 49"/>
              <a:gd name="T1" fmla="*/ 7 h 134"/>
              <a:gd name="T2" fmla="*/ 0 w 49"/>
              <a:gd name="T3" fmla="*/ 0 h 134"/>
              <a:gd name="T4" fmla="*/ 49 w 49"/>
              <a:gd name="T5" fmla="*/ 0 h 134"/>
              <a:gd name="T6" fmla="*/ 49 w 49"/>
              <a:gd name="T7" fmla="*/ 7 h 134"/>
              <a:gd name="T8" fmla="*/ 42 w 49"/>
              <a:gd name="T9" fmla="*/ 8 h 134"/>
              <a:gd name="T10" fmla="*/ 34 w 49"/>
              <a:gd name="T11" fmla="*/ 15 h 134"/>
              <a:gd name="T12" fmla="*/ 33 w 49"/>
              <a:gd name="T13" fmla="*/ 23 h 134"/>
              <a:gd name="T14" fmla="*/ 33 w 49"/>
              <a:gd name="T15" fmla="*/ 112 h 134"/>
              <a:gd name="T16" fmla="*/ 34 w 49"/>
              <a:gd name="T17" fmla="*/ 120 h 134"/>
              <a:gd name="T18" fmla="*/ 40 w 49"/>
              <a:gd name="T19" fmla="*/ 126 h 134"/>
              <a:gd name="T20" fmla="*/ 49 w 49"/>
              <a:gd name="T21" fmla="*/ 127 h 134"/>
              <a:gd name="T22" fmla="*/ 49 w 49"/>
              <a:gd name="T23" fmla="*/ 134 h 134"/>
              <a:gd name="T24" fmla="*/ 0 w 49"/>
              <a:gd name="T25" fmla="*/ 134 h 134"/>
              <a:gd name="T26" fmla="*/ 0 w 49"/>
              <a:gd name="T27" fmla="*/ 127 h 134"/>
              <a:gd name="T28" fmla="*/ 8 w 49"/>
              <a:gd name="T29" fmla="*/ 126 h 134"/>
              <a:gd name="T30" fmla="*/ 15 w 49"/>
              <a:gd name="T31" fmla="*/ 119 h 134"/>
              <a:gd name="T32" fmla="*/ 16 w 49"/>
              <a:gd name="T33" fmla="*/ 110 h 134"/>
              <a:gd name="T34" fmla="*/ 16 w 49"/>
              <a:gd name="T35" fmla="*/ 25 h 134"/>
              <a:gd name="T36" fmla="*/ 15 w 49"/>
              <a:gd name="T37" fmla="*/ 15 h 134"/>
              <a:gd name="T38" fmla="*/ 8 w 49"/>
              <a:gd name="T39" fmla="*/ 8 h 134"/>
              <a:gd name="T40" fmla="*/ 0 w 49"/>
              <a:gd name="T41" fmla="*/ 7 h 134"/>
            </a:gdLst>
            <a:rect l="0" t="0" r="r" b="b"/>
            <a:pathLst>
              <a:path w="49" h="134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4" y="10"/>
                  <a:pt x="34" y="15"/>
                </a:cubicBezTo>
                <a:cubicBezTo>
                  <a:pt x="33" y="18"/>
                  <a:pt x="33" y="21"/>
                  <a:pt x="33" y="23"/>
                </a:cubicBezTo>
                <a:cubicBezTo>
                  <a:pt x="33" y="53"/>
                  <a:pt x="33" y="83"/>
                  <a:pt x="33" y="112"/>
                </a:cubicBezTo>
                <a:cubicBezTo>
                  <a:pt x="33" y="115"/>
                  <a:pt x="33" y="118"/>
                  <a:pt x="34" y="120"/>
                </a:cubicBezTo>
                <a:cubicBezTo>
                  <a:pt x="34" y="124"/>
                  <a:pt x="36" y="126"/>
                  <a:pt x="40" y="126"/>
                </a:cubicBezTo>
                <a:cubicBezTo>
                  <a:pt x="43" y="126"/>
                  <a:pt x="45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33" y="134"/>
                  <a:pt x="1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8" y="126"/>
                </a:cubicBezTo>
                <a:cubicBezTo>
                  <a:pt x="13" y="125"/>
                  <a:pt x="15" y="123"/>
                  <a:pt x="15" y="119"/>
                </a:cubicBezTo>
                <a:cubicBezTo>
                  <a:pt x="16" y="116"/>
                  <a:pt x="16" y="113"/>
                  <a:pt x="16" y="110"/>
                </a:cubicBezTo>
                <a:cubicBezTo>
                  <a:pt x="16" y="81"/>
                  <a:pt x="16" y="53"/>
                  <a:pt x="16" y="25"/>
                </a:cubicBezTo>
                <a:cubicBezTo>
                  <a:pt x="16" y="21"/>
                  <a:pt x="16" y="18"/>
                  <a:pt x="15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8" name="Freeform 9">
            <a:extLst xmlns:a="http://schemas.openxmlformats.org/drawingml/2006/main">
              <a:ext uri="{FF2B5EF4-FFF2-40B4-BE49-F238E27FC236}">
                <a16:creationId xmlns:a16="http://schemas.microsoft.com/office/drawing/2014/main" id="{2118D471-6694-49ED-BCDF-BE4408FFA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4981" y="365289"/>
            <a:ext cx="164800" cy="184188"/>
          </a:xfrm>
          <a:custGeom xmlns:a="http://schemas.openxmlformats.org/drawingml/2006/main">
            <a:gdLst>
              <a:gd name="T0" fmla="*/ 324 w 325"/>
              <a:gd name="T1" fmla="*/ 106 h 363"/>
              <a:gd name="T2" fmla="*/ 283 w 325"/>
              <a:gd name="T3" fmla="*/ 179 h 363"/>
              <a:gd name="T4" fmla="*/ 247 w 325"/>
              <a:gd name="T5" fmla="*/ 214 h 363"/>
              <a:gd name="T6" fmla="*/ 241 w 325"/>
              <a:gd name="T7" fmla="*/ 228 h 363"/>
              <a:gd name="T8" fmla="*/ 271 w 325"/>
              <a:gd name="T9" fmla="*/ 230 h 363"/>
              <a:gd name="T10" fmla="*/ 282 w 325"/>
              <a:gd name="T11" fmla="*/ 240 h 363"/>
              <a:gd name="T12" fmla="*/ 269 w 325"/>
              <a:gd name="T13" fmla="*/ 277 h 363"/>
              <a:gd name="T14" fmla="*/ 223 w 325"/>
              <a:gd name="T15" fmla="*/ 316 h 363"/>
              <a:gd name="T16" fmla="*/ 176 w 325"/>
              <a:gd name="T17" fmla="*/ 340 h 363"/>
              <a:gd name="T18" fmla="*/ 160 w 325"/>
              <a:gd name="T19" fmla="*/ 339 h 363"/>
              <a:gd name="T20" fmla="*/ 165 w 325"/>
              <a:gd name="T21" fmla="*/ 329 h 363"/>
              <a:gd name="T22" fmla="*/ 195 w 325"/>
              <a:gd name="T23" fmla="*/ 302 h 363"/>
              <a:gd name="T24" fmla="*/ 214 w 325"/>
              <a:gd name="T25" fmla="*/ 282 h 363"/>
              <a:gd name="T26" fmla="*/ 223 w 325"/>
              <a:gd name="T27" fmla="*/ 265 h 363"/>
              <a:gd name="T28" fmla="*/ 220 w 325"/>
              <a:gd name="T29" fmla="*/ 257 h 363"/>
              <a:gd name="T30" fmla="*/ 179 w 325"/>
              <a:gd name="T31" fmla="*/ 289 h 363"/>
              <a:gd name="T32" fmla="*/ 106 w 325"/>
              <a:gd name="T33" fmla="*/ 335 h 363"/>
              <a:gd name="T34" fmla="*/ 20 w 325"/>
              <a:gd name="T35" fmla="*/ 363 h 363"/>
              <a:gd name="T36" fmla="*/ 4 w 325"/>
              <a:gd name="T37" fmla="*/ 360 h 363"/>
              <a:gd name="T38" fmla="*/ 78 w 325"/>
              <a:gd name="T39" fmla="*/ 306 h 363"/>
              <a:gd name="T40" fmla="*/ 102 w 325"/>
              <a:gd name="T41" fmla="*/ 295 h 363"/>
              <a:gd name="T42" fmla="*/ 208 w 325"/>
              <a:gd name="T43" fmla="*/ 238 h 363"/>
              <a:gd name="T44" fmla="*/ 207 w 325"/>
              <a:gd name="T45" fmla="*/ 232 h 363"/>
              <a:gd name="T46" fmla="*/ 171 w 325"/>
              <a:gd name="T47" fmla="*/ 243 h 363"/>
              <a:gd name="T48" fmla="*/ 163 w 325"/>
              <a:gd name="T49" fmla="*/ 239 h 363"/>
              <a:gd name="T50" fmla="*/ 170 w 325"/>
              <a:gd name="T51" fmla="*/ 226 h 363"/>
              <a:gd name="T52" fmla="*/ 154 w 325"/>
              <a:gd name="T53" fmla="*/ 206 h 363"/>
              <a:gd name="T54" fmla="*/ 122 w 325"/>
              <a:gd name="T55" fmla="*/ 224 h 363"/>
              <a:gd name="T56" fmla="*/ 99 w 325"/>
              <a:gd name="T57" fmla="*/ 236 h 363"/>
              <a:gd name="T58" fmla="*/ 100 w 325"/>
              <a:gd name="T59" fmla="*/ 222 h 363"/>
              <a:gd name="T60" fmla="*/ 116 w 325"/>
              <a:gd name="T61" fmla="*/ 204 h 363"/>
              <a:gd name="T62" fmla="*/ 118 w 325"/>
              <a:gd name="T63" fmla="*/ 183 h 363"/>
              <a:gd name="T64" fmla="*/ 116 w 325"/>
              <a:gd name="T65" fmla="*/ 174 h 363"/>
              <a:gd name="T66" fmla="*/ 143 w 325"/>
              <a:gd name="T67" fmla="*/ 167 h 363"/>
              <a:gd name="T68" fmla="*/ 158 w 325"/>
              <a:gd name="T69" fmla="*/ 145 h 363"/>
              <a:gd name="T70" fmla="*/ 147 w 325"/>
              <a:gd name="T71" fmla="*/ 144 h 363"/>
              <a:gd name="T72" fmla="*/ 132 w 325"/>
              <a:gd name="T73" fmla="*/ 141 h 363"/>
              <a:gd name="T74" fmla="*/ 141 w 325"/>
              <a:gd name="T75" fmla="*/ 129 h 363"/>
              <a:gd name="T76" fmla="*/ 140 w 325"/>
              <a:gd name="T77" fmla="*/ 115 h 363"/>
              <a:gd name="T78" fmla="*/ 112 w 325"/>
              <a:gd name="T79" fmla="*/ 96 h 363"/>
              <a:gd name="T80" fmla="*/ 127 w 325"/>
              <a:gd name="T81" fmla="*/ 92 h 363"/>
              <a:gd name="T82" fmla="*/ 167 w 325"/>
              <a:gd name="T83" fmla="*/ 81 h 363"/>
              <a:gd name="T84" fmla="*/ 203 w 325"/>
              <a:gd name="T85" fmla="*/ 36 h 363"/>
              <a:gd name="T86" fmla="*/ 204 w 325"/>
              <a:gd name="T87" fmla="*/ 10 h 363"/>
              <a:gd name="T88" fmla="*/ 216 w 325"/>
              <a:gd name="T89" fmla="*/ 3 h 363"/>
              <a:gd name="T90" fmla="*/ 224 w 325"/>
              <a:gd name="T91" fmla="*/ 56 h 363"/>
              <a:gd name="T92" fmla="*/ 205 w 325"/>
              <a:gd name="T93" fmla="*/ 91 h 363"/>
              <a:gd name="T94" fmla="*/ 208 w 325"/>
              <a:gd name="T95" fmla="*/ 105 h 363"/>
              <a:gd name="T96" fmla="*/ 267 w 325"/>
              <a:gd name="T97" fmla="*/ 87 h 363"/>
              <a:gd name="T98" fmla="*/ 297 w 325"/>
              <a:gd name="T99" fmla="*/ 85 h 363"/>
              <a:gd name="T100" fmla="*/ 309 w 325"/>
              <a:gd name="T101" fmla="*/ 86 h 363"/>
              <a:gd name="T102" fmla="*/ 325 w 325"/>
              <a:gd name="T103" fmla="*/ 104 h 363"/>
              <a:gd name="T104" fmla="*/ 198 w 325"/>
              <a:gd name="T105" fmla="*/ 126 h 363"/>
              <a:gd name="T106" fmla="*/ 164 w 325"/>
              <a:gd name="T107" fmla="*/ 175 h 363"/>
              <a:gd name="T108" fmla="*/ 181 w 325"/>
              <a:gd name="T109" fmla="*/ 191 h 363"/>
              <a:gd name="T110" fmla="*/ 186 w 325"/>
              <a:gd name="T111" fmla="*/ 173 h 363"/>
              <a:gd name="T112" fmla="*/ 199 w 325"/>
              <a:gd name="T113" fmla="*/ 170 h 363"/>
              <a:gd name="T114" fmla="*/ 206 w 325"/>
              <a:gd name="T115" fmla="*/ 204 h 363"/>
              <a:gd name="T116" fmla="*/ 217 w 325"/>
              <a:gd name="T117" fmla="*/ 206 h 363"/>
              <a:gd name="T118" fmla="*/ 229 w 325"/>
              <a:gd name="T119" fmla="*/ 188 h 363"/>
              <a:gd name="T120" fmla="*/ 261 w 325"/>
              <a:gd name="T121" fmla="*/ 141 h 363"/>
              <a:gd name="T122" fmla="*/ 250 w 325"/>
              <a:gd name="T123" fmla="*/ 134 h 363"/>
              <a:gd name="T124" fmla="*/ 206 w 325"/>
              <a:gd name="T125" fmla="*/ 122 h 363"/>
            </a:gdLst>
            <a:rect l="0" t="0" r="r" b="b"/>
            <a:pathLst>
              <a:path w="325" h="363">
                <a:moveTo>
                  <a:pt x="325" y="104"/>
                </a:moveTo>
                <a:cubicBezTo>
                  <a:pt x="325" y="104"/>
                  <a:pt x="324" y="105"/>
                  <a:pt x="324" y="106"/>
                </a:cubicBezTo>
                <a:cubicBezTo>
                  <a:pt x="323" y="108"/>
                  <a:pt x="323" y="111"/>
                  <a:pt x="322" y="114"/>
                </a:cubicBezTo>
                <a:cubicBezTo>
                  <a:pt x="312" y="138"/>
                  <a:pt x="300" y="160"/>
                  <a:pt x="283" y="179"/>
                </a:cubicBezTo>
                <a:cubicBezTo>
                  <a:pt x="275" y="188"/>
                  <a:pt x="267" y="197"/>
                  <a:pt x="259" y="205"/>
                </a:cubicBezTo>
                <a:cubicBezTo>
                  <a:pt x="255" y="209"/>
                  <a:pt x="251" y="211"/>
                  <a:pt x="247" y="214"/>
                </a:cubicBezTo>
                <a:cubicBezTo>
                  <a:pt x="244" y="217"/>
                  <a:pt x="241" y="219"/>
                  <a:pt x="239" y="223"/>
                </a:cubicBezTo>
                <a:cubicBezTo>
                  <a:pt x="237" y="226"/>
                  <a:pt x="238" y="227"/>
                  <a:pt x="241" y="228"/>
                </a:cubicBezTo>
                <a:cubicBezTo>
                  <a:pt x="243" y="228"/>
                  <a:pt x="245" y="228"/>
                  <a:pt x="246" y="228"/>
                </a:cubicBezTo>
                <a:cubicBezTo>
                  <a:pt x="255" y="229"/>
                  <a:pt x="263" y="230"/>
                  <a:pt x="271" y="230"/>
                </a:cubicBezTo>
                <a:cubicBezTo>
                  <a:pt x="272" y="230"/>
                  <a:pt x="274" y="231"/>
                  <a:pt x="275" y="231"/>
                </a:cubicBezTo>
                <a:cubicBezTo>
                  <a:pt x="280" y="233"/>
                  <a:pt x="282" y="235"/>
                  <a:pt x="282" y="240"/>
                </a:cubicBezTo>
                <a:cubicBezTo>
                  <a:pt x="283" y="247"/>
                  <a:pt x="282" y="253"/>
                  <a:pt x="279" y="259"/>
                </a:cubicBezTo>
                <a:cubicBezTo>
                  <a:pt x="277" y="265"/>
                  <a:pt x="273" y="271"/>
                  <a:pt x="269" y="277"/>
                </a:cubicBezTo>
                <a:cubicBezTo>
                  <a:pt x="260" y="289"/>
                  <a:pt x="248" y="298"/>
                  <a:pt x="237" y="307"/>
                </a:cubicBezTo>
                <a:cubicBezTo>
                  <a:pt x="233" y="311"/>
                  <a:pt x="228" y="314"/>
                  <a:pt x="223" y="316"/>
                </a:cubicBezTo>
                <a:cubicBezTo>
                  <a:pt x="213" y="321"/>
                  <a:pt x="203" y="327"/>
                  <a:pt x="193" y="332"/>
                </a:cubicBezTo>
                <a:cubicBezTo>
                  <a:pt x="187" y="334"/>
                  <a:pt x="182" y="337"/>
                  <a:pt x="176" y="340"/>
                </a:cubicBezTo>
                <a:cubicBezTo>
                  <a:pt x="173" y="341"/>
                  <a:pt x="169" y="341"/>
                  <a:pt x="166" y="342"/>
                </a:cubicBezTo>
                <a:cubicBezTo>
                  <a:pt x="164" y="342"/>
                  <a:pt x="161" y="341"/>
                  <a:pt x="160" y="339"/>
                </a:cubicBezTo>
                <a:cubicBezTo>
                  <a:pt x="159" y="337"/>
                  <a:pt x="160" y="335"/>
                  <a:pt x="162" y="333"/>
                </a:cubicBezTo>
                <a:cubicBezTo>
                  <a:pt x="163" y="332"/>
                  <a:pt x="164" y="330"/>
                  <a:pt x="165" y="329"/>
                </a:cubicBezTo>
                <a:cubicBezTo>
                  <a:pt x="173" y="323"/>
                  <a:pt x="181" y="316"/>
                  <a:pt x="189" y="310"/>
                </a:cubicBezTo>
                <a:cubicBezTo>
                  <a:pt x="192" y="307"/>
                  <a:pt x="194" y="305"/>
                  <a:pt x="195" y="302"/>
                </a:cubicBezTo>
                <a:cubicBezTo>
                  <a:pt x="196" y="300"/>
                  <a:pt x="198" y="297"/>
                  <a:pt x="200" y="295"/>
                </a:cubicBezTo>
                <a:cubicBezTo>
                  <a:pt x="205" y="291"/>
                  <a:pt x="210" y="287"/>
                  <a:pt x="214" y="282"/>
                </a:cubicBezTo>
                <a:cubicBezTo>
                  <a:pt x="217" y="280"/>
                  <a:pt x="218" y="278"/>
                  <a:pt x="219" y="275"/>
                </a:cubicBezTo>
                <a:cubicBezTo>
                  <a:pt x="219" y="271"/>
                  <a:pt x="221" y="268"/>
                  <a:pt x="223" y="265"/>
                </a:cubicBezTo>
                <a:cubicBezTo>
                  <a:pt x="225" y="263"/>
                  <a:pt x="227" y="261"/>
                  <a:pt x="229" y="259"/>
                </a:cubicBezTo>
                <a:cubicBezTo>
                  <a:pt x="227" y="256"/>
                  <a:pt x="224" y="256"/>
                  <a:pt x="220" y="257"/>
                </a:cubicBezTo>
                <a:cubicBezTo>
                  <a:pt x="212" y="260"/>
                  <a:pt x="205" y="264"/>
                  <a:pt x="199" y="270"/>
                </a:cubicBezTo>
                <a:cubicBezTo>
                  <a:pt x="192" y="276"/>
                  <a:pt x="186" y="282"/>
                  <a:pt x="179" y="289"/>
                </a:cubicBezTo>
                <a:cubicBezTo>
                  <a:pt x="169" y="299"/>
                  <a:pt x="157" y="307"/>
                  <a:pt x="144" y="314"/>
                </a:cubicBezTo>
                <a:cubicBezTo>
                  <a:pt x="131" y="320"/>
                  <a:pt x="119" y="328"/>
                  <a:pt x="106" y="335"/>
                </a:cubicBezTo>
                <a:cubicBezTo>
                  <a:pt x="89" y="344"/>
                  <a:pt x="72" y="352"/>
                  <a:pt x="53" y="357"/>
                </a:cubicBezTo>
                <a:cubicBezTo>
                  <a:pt x="43" y="361"/>
                  <a:pt x="32" y="363"/>
                  <a:pt x="20" y="363"/>
                </a:cubicBezTo>
                <a:cubicBezTo>
                  <a:pt x="16" y="362"/>
                  <a:pt x="12" y="361"/>
                  <a:pt x="7" y="361"/>
                </a:cubicBezTo>
                <a:cubicBezTo>
                  <a:pt x="6" y="361"/>
                  <a:pt x="5" y="360"/>
                  <a:pt x="4" y="360"/>
                </a:cubicBezTo>
                <a:cubicBezTo>
                  <a:pt x="0" y="358"/>
                  <a:pt x="0" y="355"/>
                  <a:pt x="4" y="352"/>
                </a:cubicBezTo>
                <a:cubicBezTo>
                  <a:pt x="28" y="337"/>
                  <a:pt x="53" y="321"/>
                  <a:pt x="78" y="306"/>
                </a:cubicBezTo>
                <a:cubicBezTo>
                  <a:pt x="84" y="302"/>
                  <a:pt x="91" y="298"/>
                  <a:pt x="98" y="297"/>
                </a:cubicBezTo>
                <a:cubicBezTo>
                  <a:pt x="100" y="296"/>
                  <a:pt x="101" y="295"/>
                  <a:pt x="102" y="295"/>
                </a:cubicBezTo>
                <a:cubicBezTo>
                  <a:pt x="135" y="275"/>
                  <a:pt x="169" y="257"/>
                  <a:pt x="204" y="241"/>
                </a:cubicBezTo>
                <a:cubicBezTo>
                  <a:pt x="205" y="240"/>
                  <a:pt x="207" y="239"/>
                  <a:pt x="208" y="238"/>
                </a:cubicBezTo>
                <a:cubicBezTo>
                  <a:pt x="209" y="237"/>
                  <a:pt x="210" y="235"/>
                  <a:pt x="210" y="234"/>
                </a:cubicBezTo>
                <a:cubicBezTo>
                  <a:pt x="210" y="233"/>
                  <a:pt x="208" y="232"/>
                  <a:pt x="207" y="232"/>
                </a:cubicBezTo>
                <a:cubicBezTo>
                  <a:pt x="201" y="231"/>
                  <a:pt x="196" y="233"/>
                  <a:pt x="190" y="235"/>
                </a:cubicBezTo>
                <a:cubicBezTo>
                  <a:pt x="184" y="238"/>
                  <a:pt x="178" y="240"/>
                  <a:pt x="171" y="243"/>
                </a:cubicBezTo>
                <a:cubicBezTo>
                  <a:pt x="170" y="243"/>
                  <a:pt x="169" y="244"/>
                  <a:pt x="168" y="244"/>
                </a:cubicBezTo>
                <a:cubicBezTo>
                  <a:pt x="164" y="244"/>
                  <a:pt x="163" y="244"/>
                  <a:pt x="163" y="239"/>
                </a:cubicBezTo>
                <a:cubicBezTo>
                  <a:pt x="163" y="236"/>
                  <a:pt x="164" y="233"/>
                  <a:pt x="166" y="231"/>
                </a:cubicBezTo>
                <a:cubicBezTo>
                  <a:pt x="167" y="229"/>
                  <a:pt x="169" y="228"/>
                  <a:pt x="170" y="226"/>
                </a:cubicBezTo>
                <a:cubicBezTo>
                  <a:pt x="172" y="222"/>
                  <a:pt x="172" y="218"/>
                  <a:pt x="168" y="215"/>
                </a:cubicBezTo>
                <a:cubicBezTo>
                  <a:pt x="164" y="212"/>
                  <a:pt x="159" y="209"/>
                  <a:pt x="154" y="206"/>
                </a:cubicBezTo>
                <a:cubicBezTo>
                  <a:pt x="148" y="203"/>
                  <a:pt x="143" y="205"/>
                  <a:pt x="138" y="210"/>
                </a:cubicBezTo>
                <a:cubicBezTo>
                  <a:pt x="133" y="215"/>
                  <a:pt x="128" y="219"/>
                  <a:pt x="122" y="224"/>
                </a:cubicBezTo>
                <a:cubicBezTo>
                  <a:pt x="118" y="228"/>
                  <a:pt x="112" y="231"/>
                  <a:pt x="107" y="235"/>
                </a:cubicBezTo>
                <a:cubicBezTo>
                  <a:pt x="105" y="236"/>
                  <a:pt x="102" y="238"/>
                  <a:pt x="99" y="236"/>
                </a:cubicBezTo>
                <a:cubicBezTo>
                  <a:pt x="97" y="234"/>
                  <a:pt x="97" y="231"/>
                  <a:pt x="98" y="229"/>
                </a:cubicBezTo>
                <a:cubicBezTo>
                  <a:pt x="98" y="226"/>
                  <a:pt x="99" y="224"/>
                  <a:pt x="100" y="222"/>
                </a:cubicBezTo>
                <a:cubicBezTo>
                  <a:pt x="102" y="219"/>
                  <a:pt x="105" y="217"/>
                  <a:pt x="107" y="214"/>
                </a:cubicBezTo>
                <a:cubicBezTo>
                  <a:pt x="110" y="211"/>
                  <a:pt x="113" y="208"/>
                  <a:pt x="116" y="204"/>
                </a:cubicBezTo>
                <a:cubicBezTo>
                  <a:pt x="118" y="202"/>
                  <a:pt x="119" y="198"/>
                  <a:pt x="120" y="195"/>
                </a:cubicBezTo>
                <a:cubicBezTo>
                  <a:pt x="122" y="191"/>
                  <a:pt x="122" y="187"/>
                  <a:pt x="118" y="183"/>
                </a:cubicBezTo>
                <a:cubicBezTo>
                  <a:pt x="116" y="182"/>
                  <a:pt x="115" y="181"/>
                  <a:pt x="115" y="179"/>
                </a:cubicBezTo>
                <a:cubicBezTo>
                  <a:pt x="113" y="177"/>
                  <a:pt x="113" y="175"/>
                  <a:pt x="116" y="174"/>
                </a:cubicBezTo>
                <a:cubicBezTo>
                  <a:pt x="123" y="173"/>
                  <a:pt x="130" y="171"/>
                  <a:pt x="137" y="170"/>
                </a:cubicBezTo>
                <a:cubicBezTo>
                  <a:pt x="140" y="170"/>
                  <a:pt x="141" y="169"/>
                  <a:pt x="143" y="167"/>
                </a:cubicBezTo>
                <a:cubicBezTo>
                  <a:pt x="146" y="163"/>
                  <a:pt x="150" y="159"/>
                  <a:pt x="153" y="155"/>
                </a:cubicBezTo>
                <a:cubicBezTo>
                  <a:pt x="155" y="152"/>
                  <a:pt x="157" y="149"/>
                  <a:pt x="158" y="145"/>
                </a:cubicBezTo>
                <a:cubicBezTo>
                  <a:pt x="159" y="141"/>
                  <a:pt x="157" y="140"/>
                  <a:pt x="154" y="141"/>
                </a:cubicBezTo>
                <a:cubicBezTo>
                  <a:pt x="151" y="141"/>
                  <a:pt x="149" y="142"/>
                  <a:pt x="147" y="144"/>
                </a:cubicBezTo>
                <a:cubicBezTo>
                  <a:pt x="144" y="146"/>
                  <a:pt x="140" y="146"/>
                  <a:pt x="137" y="145"/>
                </a:cubicBezTo>
                <a:cubicBezTo>
                  <a:pt x="134" y="145"/>
                  <a:pt x="133" y="144"/>
                  <a:pt x="132" y="141"/>
                </a:cubicBezTo>
                <a:cubicBezTo>
                  <a:pt x="132" y="139"/>
                  <a:pt x="132" y="137"/>
                  <a:pt x="134" y="135"/>
                </a:cubicBezTo>
                <a:cubicBezTo>
                  <a:pt x="137" y="133"/>
                  <a:pt x="139" y="131"/>
                  <a:pt x="141" y="129"/>
                </a:cubicBezTo>
                <a:cubicBezTo>
                  <a:pt x="143" y="126"/>
                  <a:pt x="144" y="123"/>
                  <a:pt x="144" y="119"/>
                </a:cubicBezTo>
                <a:cubicBezTo>
                  <a:pt x="144" y="116"/>
                  <a:pt x="143" y="115"/>
                  <a:pt x="140" y="115"/>
                </a:cubicBezTo>
                <a:cubicBezTo>
                  <a:pt x="136" y="115"/>
                  <a:pt x="132" y="115"/>
                  <a:pt x="129" y="114"/>
                </a:cubicBezTo>
                <a:cubicBezTo>
                  <a:pt x="119" y="112"/>
                  <a:pt x="114" y="106"/>
                  <a:pt x="112" y="96"/>
                </a:cubicBezTo>
                <a:cubicBezTo>
                  <a:pt x="112" y="91"/>
                  <a:pt x="113" y="90"/>
                  <a:pt x="118" y="91"/>
                </a:cubicBezTo>
                <a:cubicBezTo>
                  <a:pt x="121" y="91"/>
                  <a:pt x="124" y="91"/>
                  <a:pt x="127" y="92"/>
                </a:cubicBezTo>
                <a:cubicBezTo>
                  <a:pt x="137" y="93"/>
                  <a:pt x="146" y="92"/>
                  <a:pt x="155" y="86"/>
                </a:cubicBezTo>
                <a:cubicBezTo>
                  <a:pt x="158" y="83"/>
                  <a:pt x="163" y="82"/>
                  <a:pt x="167" y="81"/>
                </a:cubicBezTo>
                <a:cubicBezTo>
                  <a:pt x="174" y="79"/>
                  <a:pt x="180" y="76"/>
                  <a:pt x="184" y="70"/>
                </a:cubicBezTo>
                <a:cubicBezTo>
                  <a:pt x="193" y="60"/>
                  <a:pt x="200" y="49"/>
                  <a:pt x="203" y="36"/>
                </a:cubicBezTo>
                <a:cubicBezTo>
                  <a:pt x="204" y="30"/>
                  <a:pt x="205" y="23"/>
                  <a:pt x="205" y="17"/>
                </a:cubicBezTo>
                <a:cubicBezTo>
                  <a:pt x="204" y="15"/>
                  <a:pt x="204" y="13"/>
                  <a:pt x="204" y="10"/>
                </a:cubicBezTo>
                <a:cubicBezTo>
                  <a:pt x="204" y="7"/>
                  <a:pt x="204" y="4"/>
                  <a:pt x="207" y="2"/>
                </a:cubicBezTo>
                <a:cubicBezTo>
                  <a:pt x="211" y="0"/>
                  <a:pt x="213" y="2"/>
                  <a:pt x="216" y="3"/>
                </a:cubicBezTo>
                <a:cubicBezTo>
                  <a:pt x="230" y="11"/>
                  <a:pt x="236" y="28"/>
                  <a:pt x="230" y="43"/>
                </a:cubicBezTo>
                <a:cubicBezTo>
                  <a:pt x="229" y="48"/>
                  <a:pt x="226" y="52"/>
                  <a:pt x="224" y="56"/>
                </a:cubicBezTo>
                <a:cubicBezTo>
                  <a:pt x="219" y="64"/>
                  <a:pt x="214" y="72"/>
                  <a:pt x="209" y="80"/>
                </a:cubicBezTo>
                <a:cubicBezTo>
                  <a:pt x="207" y="83"/>
                  <a:pt x="206" y="87"/>
                  <a:pt x="205" y="91"/>
                </a:cubicBezTo>
                <a:cubicBezTo>
                  <a:pt x="204" y="93"/>
                  <a:pt x="203" y="95"/>
                  <a:pt x="203" y="98"/>
                </a:cubicBezTo>
                <a:cubicBezTo>
                  <a:pt x="203" y="102"/>
                  <a:pt x="205" y="104"/>
                  <a:pt x="208" y="105"/>
                </a:cubicBezTo>
                <a:cubicBezTo>
                  <a:pt x="213" y="106"/>
                  <a:pt x="217" y="105"/>
                  <a:pt x="221" y="104"/>
                </a:cubicBezTo>
                <a:cubicBezTo>
                  <a:pt x="236" y="97"/>
                  <a:pt x="251" y="91"/>
                  <a:pt x="267" y="87"/>
                </a:cubicBezTo>
                <a:cubicBezTo>
                  <a:pt x="274" y="85"/>
                  <a:pt x="280" y="84"/>
                  <a:pt x="287" y="82"/>
                </a:cubicBezTo>
                <a:cubicBezTo>
                  <a:pt x="290" y="82"/>
                  <a:pt x="294" y="82"/>
                  <a:pt x="297" y="85"/>
                </a:cubicBezTo>
                <a:cubicBezTo>
                  <a:pt x="299" y="86"/>
                  <a:pt x="301" y="86"/>
                  <a:pt x="304" y="86"/>
                </a:cubicBezTo>
                <a:cubicBezTo>
                  <a:pt x="305" y="87"/>
                  <a:pt x="307" y="86"/>
                  <a:pt x="309" y="86"/>
                </a:cubicBezTo>
                <a:cubicBezTo>
                  <a:pt x="317" y="86"/>
                  <a:pt x="323" y="89"/>
                  <a:pt x="325" y="97"/>
                </a:cubicBezTo>
                <a:cubicBezTo>
                  <a:pt x="325" y="99"/>
                  <a:pt x="325" y="101"/>
                  <a:pt x="325" y="104"/>
                </a:cubicBezTo>
                <a:close/>
                <a:moveTo>
                  <a:pt x="206" y="122"/>
                </a:moveTo>
                <a:cubicBezTo>
                  <a:pt x="203" y="122"/>
                  <a:pt x="200" y="123"/>
                  <a:pt x="198" y="126"/>
                </a:cubicBezTo>
                <a:cubicBezTo>
                  <a:pt x="189" y="138"/>
                  <a:pt x="179" y="150"/>
                  <a:pt x="169" y="162"/>
                </a:cubicBezTo>
                <a:cubicBezTo>
                  <a:pt x="166" y="166"/>
                  <a:pt x="164" y="170"/>
                  <a:pt x="164" y="175"/>
                </a:cubicBezTo>
                <a:cubicBezTo>
                  <a:pt x="162" y="184"/>
                  <a:pt x="165" y="188"/>
                  <a:pt x="173" y="193"/>
                </a:cubicBezTo>
                <a:cubicBezTo>
                  <a:pt x="176" y="195"/>
                  <a:pt x="179" y="194"/>
                  <a:pt x="181" y="191"/>
                </a:cubicBezTo>
                <a:cubicBezTo>
                  <a:pt x="183" y="188"/>
                  <a:pt x="183" y="186"/>
                  <a:pt x="184" y="183"/>
                </a:cubicBezTo>
                <a:cubicBezTo>
                  <a:pt x="185" y="180"/>
                  <a:pt x="185" y="176"/>
                  <a:pt x="186" y="173"/>
                </a:cubicBezTo>
                <a:cubicBezTo>
                  <a:pt x="187" y="171"/>
                  <a:pt x="188" y="168"/>
                  <a:pt x="190" y="167"/>
                </a:cubicBezTo>
                <a:cubicBezTo>
                  <a:pt x="194" y="164"/>
                  <a:pt x="197" y="165"/>
                  <a:pt x="199" y="170"/>
                </a:cubicBezTo>
                <a:cubicBezTo>
                  <a:pt x="199" y="171"/>
                  <a:pt x="199" y="171"/>
                  <a:pt x="199" y="172"/>
                </a:cubicBezTo>
                <a:cubicBezTo>
                  <a:pt x="202" y="183"/>
                  <a:pt x="205" y="193"/>
                  <a:pt x="206" y="204"/>
                </a:cubicBezTo>
                <a:cubicBezTo>
                  <a:pt x="206" y="206"/>
                  <a:pt x="207" y="209"/>
                  <a:pt x="210" y="210"/>
                </a:cubicBezTo>
                <a:cubicBezTo>
                  <a:pt x="214" y="210"/>
                  <a:pt x="215" y="208"/>
                  <a:pt x="217" y="206"/>
                </a:cubicBezTo>
                <a:cubicBezTo>
                  <a:pt x="217" y="205"/>
                  <a:pt x="217" y="205"/>
                  <a:pt x="218" y="204"/>
                </a:cubicBezTo>
                <a:cubicBezTo>
                  <a:pt x="221" y="199"/>
                  <a:pt x="225" y="193"/>
                  <a:pt x="229" y="188"/>
                </a:cubicBezTo>
                <a:cubicBezTo>
                  <a:pt x="237" y="177"/>
                  <a:pt x="246" y="167"/>
                  <a:pt x="255" y="157"/>
                </a:cubicBezTo>
                <a:cubicBezTo>
                  <a:pt x="259" y="152"/>
                  <a:pt x="261" y="147"/>
                  <a:pt x="261" y="141"/>
                </a:cubicBezTo>
                <a:cubicBezTo>
                  <a:pt x="261" y="137"/>
                  <a:pt x="259" y="135"/>
                  <a:pt x="255" y="134"/>
                </a:cubicBezTo>
                <a:cubicBezTo>
                  <a:pt x="253" y="134"/>
                  <a:pt x="251" y="134"/>
                  <a:pt x="250" y="134"/>
                </a:cubicBezTo>
                <a:cubicBezTo>
                  <a:pt x="240" y="131"/>
                  <a:pt x="231" y="129"/>
                  <a:pt x="221" y="126"/>
                </a:cubicBezTo>
                <a:cubicBezTo>
                  <a:pt x="216" y="125"/>
                  <a:pt x="211" y="123"/>
                  <a:pt x="206" y="1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9" name="Freeform 10">
            <a:extLst xmlns:a="http://schemas.openxmlformats.org/drawingml/2006/main">
              <a:ext uri="{FF2B5EF4-FFF2-40B4-BE49-F238E27FC236}">
                <a16:creationId xmlns:a16="http://schemas.microsoft.com/office/drawing/2014/main" id="{858EC682-D0D5-4E41-A85D-6C46755FD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8190" y="398363"/>
            <a:ext cx="193882" cy="208139"/>
          </a:xfrm>
          <a:custGeom xmlns:a="http://schemas.openxmlformats.org/drawingml/2006/main">
            <a:gdLst>
              <a:gd name="T0" fmla="*/ 83 w 383"/>
              <a:gd name="T1" fmla="*/ 410 h 411"/>
              <a:gd name="T2" fmla="*/ 111 w 383"/>
              <a:gd name="T3" fmla="*/ 380 h 411"/>
              <a:gd name="T4" fmla="*/ 136 w 383"/>
              <a:gd name="T5" fmla="*/ 371 h 411"/>
              <a:gd name="T6" fmla="*/ 198 w 383"/>
              <a:gd name="T7" fmla="*/ 294 h 411"/>
              <a:gd name="T8" fmla="*/ 201 w 383"/>
              <a:gd name="T9" fmla="*/ 280 h 411"/>
              <a:gd name="T10" fmla="*/ 197 w 383"/>
              <a:gd name="T11" fmla="*/ 274 h 411"/>
              <a:gd name="T12" fmla="*/ 166 w 383"/>
              <a:gd name="T13" fmla="*/ 283 h 411"/>
              <a:gd name="T14" fmla="*/ 144 w 383"/>
              <a:gd name="T15" fmla="*/ 291 h 411"/>
              <a:gd name="T16" fmla="*/ 123 w 383"/>
              <a:gd name="T17" fmla="*/ 305 h 411"/>
              <a:gd name="T18" fmla="*/ 62 w 383"/>
              <a:gd name="T19" fmla="*/ 344 h 411"/>
              <a:gd name="T20" fmla="*/ 34 w 383"/>
              <a:gd name="T21" fmla="*/ 353 h 411"/>
              <a:gd name="T22" fmla="*/ 9 w 383"/>
              <a:gd name="T23" fmla="*/ 344 h 411"/>
              <a:gd name="T24" fmla="*/ 1 w 383"/>
              <a:gd name="T25" fmla="*/ 322 h 411"/>
              <a:gd name="T26" fmla="*/ 0 w 383"/>
              <a:gd name="T27" fmla="*/ 288 h 411"/>
              <a:gd name="T28" fmla="*/ 1 w 383"/>
              <a:gd name="T29" fmla="*/ 283 h 411"/>
              <a:gd name="T30" fmla="*/ 6 w 383"/>
              <a:gd name="T31" fmla="*/ 282 h 411"/>
              <a:gd name="T32" fmla="*/ 8 w 383"/>
              <a:gd name="T33" fmla="*/ 285 h 411"/>
              <a:gd name="T34" fmla="*/ 10 w 383"/>
              <a:gd name="T35" fmla="*/ 290 h 411"/>
              <a:gd name="T36" fmla="*/ 32 w 383"/>
              <a:gd name="T37" fmla="*/ 298 h 411"/>
              <a:gd name="T38" fmla="*/ 46 w 383"/>
              <a:gd name="T39" fmla="*/ 293 h 411"/>
              <a:gd name="T40" fmla="*/ 53 w 383"/>
              <a:gd name="T41" fmla="*/ 291 h 411"/>
              <a:gd name="T42" fmla="*/ 65 w 383"/>
              <a:gd name="T43" fmla="*/ 288 h 411"/>
              <a:gd name="T44" fmla="*/ 100 w 383"/>
              <a:gd name="T45" fmla="*/ 268 h 411"/>
              <a:gd name="T46" fmla="*/ 156 w 383"/>
              <a:gd name="T47" fmla="*/ 244 h 411"/>
              <a:gd name="T48" fmla="*/ 197 w 383"/>
              <a:gd name="T49" fmla="*/ 229 h 411"/>
              <a:gd name="T50" fmla="*/ 203 w 383"/>
              <a:gd name="T51" fmla="*/ 226 h 411"/>
              <a:gd name="T52" fmla="*/ 219 w 383"/>
              <a:gd name="T53" fmla="*/ 204 h 411"/>
              <a:gd name="T54" fmla="*/ 222 w 383"/>
              <a:gd name="T55" fmla="*/ 124 h 411"/>
              <a:gd name="T56" fmla="*/ 210 w 383"/>
              <a:gd name="T57" fmla="*/ 69 h 411"/>
              <a:gd name="T58" fmla="*/ 197 w 383"/>
              <a:gd name="T59" fmla="*/ 36 h 411"/>
              <a:gd name="T60" fmla="*/ 194 w 383"/>
              <a:gd name="T61" fmla="*/ 10 h 411"/>
              <a:gd name="T62" fmla="*/ 205 w 383"/>
              <a:gd name="T63" fmla="*/ 2 h 411"/>
              <a:gd name="T64" fmla="*/ 230 w 383"/>
              <a:gd name="T65" fmla="*/ 7 h 411"/>
              <a:gd name="T66" fmla="*/ 237 w 383"/>
              <a:gd name="T67" fmla="*/ 10 h 411"/>
              <a:gd name="T68" fmla="*/ 248 w 383"/>
              <a:gd name="T69" fmla="*/ 19 h 411"/>
              <a:gd name="T70" fmla="*/ 265 w 383"/>
              <a:gd name="T71" fmla="*/ 29 h 411"/>
              <a:gd name="T72" fmla="*/ 280 w 383"/>
              <a:gd name="T73" fmla="*/ 49 h 411"/>
              <a:gd name="T74" fmla="*/ 278 w 383"/>
              <a:gd name="T75" fmla="*/ 66 h 411"/>
              <a:gd name="T76" fmla="*/ 273 w 383"/>
              <a:gd name="T77" fmla="*/ 72 h 411"/>
              <a:gd name="T78" fmla="*/ 270 w 383"/>
              <a:gd name="T79" fmla="*/ 77 h 411"/>
              <a:gd name="T80" fmla="*/ 271 w 383"/>
              <a:gd name="T81" fmla="*/ 158 h 411"/>
              <a:gd name="T82" fmla="*/ 273 w 383"/>
              <a:gd name="T83" fmla="*/ 179 h 411"/>
              <a:gd name="T84" fmla="*/ 278 w 383"/>
              <a:gd name="T85" fmla="*/ 182 h 411"/>
              <a:gd name="T86" fmla="*/ 313 w 383"/>
              <a:gd name="T87" fmla="*/ 160 h 411"/>
              <a:gd name="T88" fmla="*/ 325 w 383"/>
              <a:gd name="T89" fmla="*/ 144 h 411"/>
              <a:gd name="T90" fmla="*/ 341 w 383"/>
              <a:gd name="T91" fmla="*/ 128 h 411"/>
              <a:gd name="T92" fmla="*/ 369 w 383"/>
              <a:gd name="T93" fmla="*/ 122 h 411"/>
              <a:gd name="T94" fmla="*/ 380 w 383"/>
              <a:gd name="T95" fmla="*/ 141 h 411"/>
              <a:gd name="T96" fmla="*/ 372 w 383"/>
              <a:gd name="T97" fmla="*/ 154 h 411"/>
              <a:gd name="T98" fmla="*/ 355 w 383"/>
              <a:gd name="T99" fmla="*/ 169 h 411"/>
              <a:gd name="T100" fmla="*/ 314 w 383"/>
              <a:gd name="T101" fmla="*/ 199 h 411"/>
              <a:gd name="T102" fmla="*/ 275 w 383"/>
              <a:gd name="T103" fmla="*/ 229 h 411"/>
              <a:gd name="T104" fmla="*/ 271 w 383"/>
              <a:gd name="T105" fmla="*/ 238 h 411"/>
              <a:gd name="T106" fmla="*/ 254 w 383"/>
              <a:gd name="T107" fmla="*/ 310 h 411"/>
              <a:gd name="T108" fmla="*/ 250 w 383"/>
              <a:gd name="T109" fmla="*/ 320 h 411"/>
              <a:gd name="T110" fmla="*/ 247 w 383"/>
              <a:gd name="T111" fmla="*/ 325 h 411"/>
              <a:gd name="T112" fmla="*/ 173 w 383"/>
              <a:gd name="T113" fmla="*/ 386 h 411"/>
              <a:gd name="T114" fmla="*/ 95 w 383"/>
              <a:gd name="T115" fmla="*/ 410 h 411"/>
              <a:gd name="T116" fmla="*/ 88 w 383"/>
              <a:gd name="T117" fmla="*/ 411 h 411"/>
              <a:gd name="T118" fmla="*/ 83 w 383"/>
              <a:gd name="T119" fmla="*/ 410 h 411"/>
            </a:gdLst>
            <a:rect l="0" t="0" r="r" b="b"/>
            <a:pathLst>
              <a:path w="383" h="411">
                <a:moveTo>
                  <a:pt x="83" y="410"/>
                </a:moveTo>
                <a:cubicBezTo>
                  <a:pt x="89" y="396"/>
                  <a:pt x="96" y="385"/>
                  <a:pt x="111" y="380"/>
                </a:cubicBezTo>
                <a:cubicBezTo>
                  <a:pt x="120" y="378"/>
                  <a:pt x="128" y="375"/>
                  <a:pt x="136" y="371"/>
                </a:cubicBezTo>
                <a:cubicBezTo>
                  <a:pt x="168" y="355"/>
                  <a:pt x="188" y="328"/>
                  <a:pt x="198" y="294"/>
                </a:cubicBezTo>
                <a:cubicBezTo>
                  <a:pt x="199" y="289"/>
                  <a:pt x="200" y="284"/>
                  <a:pt x="201" y="280"/>
                </a:cubicBezTo>
                <a:cubicBezTo>
                  <a:pt x="202" y="275"/>
                  <a:pt x="201" y="274"/>
                  <a:pt x="197" y="274"/>
                </a:cubicBezTo>
                <a:cubicBezTo>
                  <a:pt x="186" y="275"/>
                  <a:pt x="176" y="278"/>
                  <a:pt x="166" y="283"/>
                </a:cubicBezTo>
                <a:cubicBezTo>
                  <a:pt x="159" y="286"/>
                  <a:pt x="152" y="289"/>
                  <a:pt x="144" y="291"/>
                </a:cubicBezTo>
                <a:cubicBezTo>
                  <a:pt x="136" y="294"/>
                  <a:pt x="130" y="300"/>
                  <a:pt x="123" y="305"/>
                </a:cubicBezTo>
                <a:cubicBezTo>
                  <a:pt x="105" y="321"/>
                  <a:pt x="84" y="334"/>
                  <a:pt x="62" y="344"/>
                </a:cubicBezTo>
                <a:cubicBezTo>
                  <a:pt x="53" y="348"/>
                  <a:pt x="43" y="351"/>
                  <a:pt x="34" y="353"/>
                </a:cubicBezTo>
                <a:cubicBezTo>
                  <a:pt x="24" y="356"/>
                  <a:pt x="15" y="352"/>
                  <a:pt x="9" y="344"/>
                </a:cubicBezTo>
                <a:cubicBezTo>
                  <a:pt x="4" y="338"/>
                  <a:pt x="1" y="330"/>
                  <a:pt x="1" y="322"/>
                </a:cubicBezTo>
                <a:cubicBezTo>
                  <a:pt x="1" y="310"/>
                  <a:pt x="0" y="299"/>
                  <a:pt x="0" y="288"/>
                </a:cubicBezTo>
                <a:cubicBezTo>
                  <a:pt x="0" y="286"/>
                  <a:pt x="0" y="284"/>
                  <a:pt x="1" y="283"/>
                </a:cubicBezTo>
                <a:cubicBezTo>
                  <a:pt x="1" y="280"/>
                  <a:pt x="4" y="279"/>
                  <a:pt x="6" y="282"/>
                </a:cubicBezTo>
                <a:cubicBezTo>
                  <a:pt x="7" y="283"/>
                  <a:pt x="7" y="284"/>
                  <a:pt x="8" y="285"/>
                </a:cubicBezTo>
                <a:cubicBezTo>
                  <a:pt x="9" y="286"/>
                  <a:pt x="9" y="288"/>
                  <a:pt x="10" y="290"/>
                </a:cubicBezTo>
                <a:cubicBezTo>
                  <a:pt x="16" y="297"/>
                  <a:pt x="23" y="301"/>
                  <a:pt x="32" y="298"/>
                </a:cubicBezTo>
                <a:cubicBezTo>
                  <a:pt x="37" y="297"/>
                  <a:pt x="41" y="295"/>
                  <a:pt x="46" y="293"/>
                </a:cubicBezTo>
                <a:cubicBezTo>
                  <a:pt x="48" y="292"/>
                  <a:pt x="51" y="291"/>
                  <a:pt x="53" y="291"/>
                </a:cubicBezTo>
                <a:cubicBezTo>
                  <a:pt x="58" y="292"/>
                  <a:pt x="61" y="290"/>
                  <a:pt x="65" y="288"/>
                </a:cubicBezTo>
                <a:cubicBezTo>
                  <a:pt x="77" y="282"/>
                  <a:pt x="89" y="275"/>
                  <a:pt x="100" y="268"/>
                </a:cubicBezTo>
                <a:cubicBezTo>
                  <a:pt x="118" y="258"/>
                  <a:pt x="137" y="251"/>
                  <a:pt x="156" y="244"/>
                </a:cubicBezTo>
                <a:cubicBezTo>
                  <a:pt x="169" y="239"/>
                  <a:pt x="183" y="234"/>
                  <a:pt x="197" y="229"/>
                </a:cubicBezTo>
                <a:cubicBezTo>
                  <a:pt x="199" y="228"/>
                  <a:pt x="201" y="227"/>
                  <a:pt x="203" y="226"/>
                </a:cubicBezTo>
                <a:cubicBezTo>
                  <a:pt x="212" y="222"/>
                  <a:pt x="218" y="215"/>
                  <a:pt x="219" y="204"/>
                </a:cubicBezTo>
                <a:cubicBezTo>
                  <a:pt x="221" y="178"/>
                  <a:pt x="223" y="151"/>
                  <a:pt x="222" y="124"/>
                </a:cubicBezTo>
                <a:cubicBezTo>
                  <a:pt x="221" y="105"/>
                  <a:pt x="218" y="87"/>
                  <a:pt x="210" y="69"/>
                </a:cubicBezTo>
                <a:cubicBezTo>
                  <a:pt x="205" y="58"/>
                  <a:pt x="201" y="47"/>
                  <a:pt x="197" y="36"/>
                </a:cubicBezTo>
                <a:cubicBezTo>
                  <a:pt x="194" y="28"/>
                  <a:pt x="193" y="19"/>
                  <a:pt x="194" y="10"/>
                </a:cubicBezTo>
                <a:cubicBezTo>
                  <a:pt x="194" y="4"/>
                  <a:pt x="199" y="0"/>
                  <a:pt x="205" y="2"/>
                </a:cubicBezTo>
                <a:cubicBezTo>
                  <a:pt x="213" y="4"/>
                  <a:pt x="222" y="5"/>
                  <a:pt x="230" y="7"/>
                </a:cubicBezTo>
                <a:cubicBezTo>
                  <a:pt x="233" y="7"/>
                  <a:pt x="235" y="9"/>
                  <a:pt x="237" y="10"/>
                </a:cubicBezTo>
                <a:cubicBezTo>
                  <a:pt x="241" y="13"/>
                  <a:pt x="244" y="16"/>
                  <a:pt x="248" y="19"/>
                </a:cubicBezTo>
                <a:cubicBezTo>
                  <a:pt x="253" y="23"/>
                  <a:pt x="259" y="26"/>
                  <a:pt x="265" y="29"/>
                </a:cubicBezTo>
                <a:cubicBezTo>
                  <a:pt x="274" y="33"/>
                  <a:pt x="279" y="40"/>
                  <a:pt x="280" y="49"/>
                </a:cubicBezTo>
                <a:cubicBezTo>
                  <a:pt x="280" y="55"/>
                  <a:pt x="280" y="60"/>
                  <a:pt x="278" y="66"/>
                </a:cubicBezTo>
                <a:cubicBezTo>
                  <a:pt x="277" y="68"/>
                  <a:pt x="275" y="70"/>
                  <a:pt x="273" y="72"/>
                </a:cubicBezTo>
                <a:cubicBezTo>
                  <a:pt x="271" y="74"/>
                  <a:pt x="270" y="75"/>
                  <a:pt x="270" y="77"/>
                </a:cubicBezTo>
                <a:cubicBezTo>
                  <a:pt x="271" y="104"/>
                  <a:pt x="271" y="131"/>
                  <a:pt x="271" y="158"/>
                </a:cubicBezTo>
                <a:cubicBezTo>
                  <a:pt x="272" y="165"/>
                  <a:pt x="272" y="172"/>
                  <a:pt x="273" y="179"/>
                </a:cubicBezTo>
                <a:cubicBezTo>
                  <a:pt x="274" y="183"/>
                  <a:pt x="275" y="184"/>
                  <a:pt x="278" y="182"/>
                </a:cubicBezTo>
                <a:cubicBezTo>
                  <a:pt x="291" y="176"/>
                  <a:pt x="303" y="170"/>
                  <a:pt x="313" y="160"/>
                </a:cubicBezTo>
                <a:cubicBezTo>
                  <a:pt x="317" y="155"/>
                  <a:pt x="321" y="150"/>
                  <a:pt x="325" y="144"/>
                </a:cubicBezTo>
                <a:cubicBezTo>
                  <a:pt x="330" y="138"/>
                  <a:pt x="335" y="132"/>
                  <a:pt x="341" y="128"/>
                </a:cubicBezTo>
                <a:cubicBezTo>
                  <a:pt x="350" y="122"/>
                  <a:pt x="359" y="120"/>
                  <a:pt x="369" y="122"/>
                </a:cubicBezTo>
                <a:cubicBezTo>
                  <a:pt x="379" y="124"/>
                  <a:pt x="383" y="131"/>
                  <a:pt x="380" y="141"/>
                </a:cubicBezTo>
                <a:cubicBezTo>
                  <a:pt x="379" y="146"/>
                  <a:pt x="376" y="151"/>
                  <a:pt x="372" y="154"/>
                </a:cubicBezTo>
                <a:cubicBezTo>
                  <a:pt x="367" y="160"/>
                  <a:pt x="361" y="165"/>
                  <a:pt x="355" y="169"/>
                </a:cubicBezTo>
                <a:cubicBezTo>
                  <a:pt x="341" y="178"/>
                  <a:pt x="328" y="189"/>
                  <a:pt x="314" y="199"/>
                </a:cubicBezTo>
                <a:cubicBezTo>
                  <a:pt x="301" y="209"/>
                  <a:pt x="289" y="219"/>
                  <a:pt x="275" y="229"/>
                </a:cubicBezTo>
                <a:cubicBezTo>
                  <a:pt x="272" y="232"/>
                  <a:pt x="271" y="234"/>
                  <a:pt x="271" y="238"/>
                </a:cubicBezTo>
                <a:cubicBezTo>
                  <a:pt x="267" y="263"/>
                  <a:pt x="262" y="287"/>
                  <a:pt x="254" y="310"/>
                </a:cubicBezTo>
                <a:cubicBezTo>
                  <a:pt x="253" y="314"/>
                  <a:pt x="251" y="317"/>
                  <a:pt x="250" y="320"/>
                </a:cubicBezTo>
                <a:cubicBezTo>
                  <a:pt x="249" y="322"/>
                  <a:pt x="249" y="324"/>
                  <a:pt x="247" y="325"/>
                </a:cubicBezTo>
                <a:cubicBezTo>
                  <a:pt x="226" y="349"/>
                  <a:pt x="202" y="371"/>
                  <a:pt x="173" y="386"/>
                </a:cubicBezTo>
                <a:cubicBezTo>
                  <a:pt x="149" y="400"/>
                  <a:pt x="123" y="408"/>
                  <a:pt x="95" y="410"/>
                </a:cubicBezTo>
                <a:cubicBezTo>
                  <a:pt x="93" y="410"/>
                  <a:pt x="90" y="411"/>
                  <a:pt x="88" y="411"/>
                </a:cubicBezTo>
                <a:cubicBezTo>
                  <a:pt x="87" y="411"/>
                  <a:pt x="85" y="411"/>
                  <a:pt x="83" y="4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0" name="Freeform 11">
            <a:extLst xmlns:a="http://schemas.openxmlformats.org/drawingml/2006/main">
              <a:ext uri="{FF2B5EF4-FFF2-40B4-BE49-F238E27FC236}">
                <a16:creationId xmlns:a16="http://schemas.microsoft.com/office/drawing/2014/main" id="{97201D9F-3295-4668-B311-ED04B5904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4135" y="400644"/>
            <a:ext cx="98081" cy="227527"/>
          </a:xfrm>
          <a:custGeom xmlns:a="http://schemas.openxmlformats.org/drawingml/2006/main">
            <a:gdLst>
              <a:gd name="T0" fmla="*/ 127 w 193"/>
              <a:gd name="T1" fmla="*/ 371 h 449"/>
              <a:gd name="T2" fmla="*/ 63 w 193"/>
              <a:gd name="T3" fmla="*/ 417 h 449"/>
              <a:gd name="T4" fmla="*/ 47 w 193"/>
              <a:gd name="T5" fmla="*/ 433 h 449"/>
              <a:gd name="T6" fmla="*/ 7 w 193"/>
              <a:gd name="T7" fmla="*/ 434 h 449"/>
              <a:gd name="T8" fmla="*/ 1 w 193"/>
              <a:gd name="T9" fmla="*/ 383 h 449"/>
              <a:gd name="T10" fmla="*/ 33 w 193"/>
              <a:gd name="T11" fmla="*/ 331 h 449"/>
              <a:gd name="T12" fmla="*/ 49 w 193"/>
              <a:gd name="T13" fmla="*/ 286 h 449"/>
              <a:gd name="T14" fmla="*/ 50 w 193"/>
              <a:gd name="T15" fmla="*/ 233 h 449"/>
              <a:gd name="T16" fmla="*/ 38 w 193"/>
              <a:gd name="T17" fmla="*/ 207 h 449"/>
              <a:gd name="T18" fmla="*/ 54 w 193"/>
              <a:gd name="T19" fmla="*/ 201 h 449"/>
              <a:gd name="T20" fmla="*/ 75 w 193"/>
              <a:gd name="T21" fmla="*/ 209 h 449"/>
              <a:gd name="T22" fmla="*/ 107 w 193"/>
              <a:gd name="T23" fmla="*/ 223 h 449"/>
              <a:gd name="T24" fmla="*/ 126 w 193"/>
              <a:gd name="T25" fmla="*/ 233 h 449"/>
              <a:gd name="T26" fmla="*/ 133 w 193"/>
              <a:gd name="T27" fmla="*/ 231 h 449"/>
              <a:gd name="T28" fmla="*/ 135 w 193"/>
              <a:gd name="T29" fmla="*/ 200 h 449"/>
              <a:gd name="T30" fmla="*/ 133 w 193"/>
              <a:gd name="T31" fmla="*/ 99 h 449"/>
              <a:gd name="T32" fmla="*/ 105 w 193"/>
              <a:gd name="T33" fmla="*/ 55 h 449"/>
              <a:gd name="T34" fmla="*/ 77 w 193"/>
              <a:gd name="T35" fmla="*/ 9 h 449"/>
              <a:gd name="T36" fmla="*/ 95 w 193"/>
              <a:gd name="T37" fmla="*/ 6 h 449"/>
              <a:gd name="T38" fmla="*/ 165 w 193"/>
              <a:gd name="T39" fmla="*/ 52 h 449"/>
              <a:gd name="T40" fmla="*/ 189 w 193"/>
              <a:gd name="T41" fmla="*/ 83 h 449"/>
              <a:gd name="T42" fmla="*/ 189 w 193"/>
              <a:gd name="T43" fmla="*/ 292 h 449"/>
              <a:gd name="T44" fmla="*/ 165 w 193"/>
              <a:gd name="T45" fmla="*/ 409 h 449"/>
              <a:gd name="T46" fmla="*/ 145 w 193"/>
              <a:gd name="T47" fmla="*/ 428 h 449"/>
              <a:gd name="T48" fmla="*/ 134 w 193"/>
              <a:gd name="T49" fmla="*/ 415 h 449"/>
              <a:gd name="T50" fmla="*/ 131 w 193"/>
              <a:gd name="T51" fmla="*/ 367 h 449"/>
              <a:gd name="T52" fmla="*/ 124 w 193"/>
              <a:gd name="T53" fmla="*/ 264 h 449"/>
              <a:gd name="T54" fmla="*/ 102 w 193"/>
              <a:gd name="T55" fmla="*/ 280 h 449"/>
              <a:gd name="T56" fmla="*/ 81 w 193"/>
              <a:gd name="T57" fmla="*/ 296 h 449"/>
              <a:gd name="T58" fmla="*/ 59 w 193"/>
              <a:gd name="T59" fmla="*/ 331 h 449"/>
              <a:gd name="T60" fmla="*/ 31 w 193"/>
              <a:gd name="T61" fmla="*/ 373 h 449"/>
              <a:gd name="T62" fmla="*/ 46 w 193"/>
              <a:gd name="T63" fmla="*/ 382 h 449"/>
              <a:gd name="T64" fmla="*/ 78 w 193"/>
              <a:gd name="T65" fmla="*/ 363 h 449"/>
              <a:gd name="T66" fmla="*/ 114 w 193"/>
              <a:gd name="T67" fmla="*/ 346 h 449"/>
              <a:gd name="T68" fmla="*/ 133 w 193"/>
              <a:gd name="T69" fmla="*/ 325 h 449"/>
              <a:gd name="T70" fmla="*/ 132 w 193"/>
              <a:gd name="T71" fmla="*/ 255 h 449"/>
            </a:gdLst>
            <a:rect l="0" t="0" r="r" b="b"/>
            <a:pathLst>
              <a:path w="193" h="449">
                <a:moveTo>
                  <a:pt x="131" y="367"/>
                </a:moveTo>
                <a:cubicBezTo>
                  <a:pt x="129" y="369"/>
                  <a:pt x="128" y="370"/>
                  <a:pt x="127" y="371"/>
                </a:cubicBezTo>
                <a:cubicBezTo>
                  <a:pt x="112" y="385"/>
                  <a:pt x="97" y="397"/>
                  <a:pt x="80" y="408"/>
                </a:cubicBezTo>
                <a:cubicBezTo>
                  <a:pt x="74" y="411"/>
                  <a:pt x="69" y="414"/>
                  <a:pt x="63" y="417"/>
                </a:cubicBezTo>
                <a:cubicBezTo>
                  <a:pt x="61" y="419"/>
                  <a:pt x="59" y="420"/>
                  <a:pt x="57" y="422"/>
                </a:cubicBezTo>
                <a:cubicBezTo>
                  <a:pt x="54" y="426"/>
                  <a:pt x="50" y="430"/>
                  <a:pt x="47" y="433"/>
                </a:cubicBezTo>
                <a:cubicBezTo>
                  <a:pt x="44" y="436"/>
                  <a:pt x="41" y="439"/>
                  <a:pt x="38" y="441"/>
                </a:cubicBezTo>
                <a:cubicBezTo>
                  <a:pt x="27" y="449"/>
                  <a:pt x="13" y="446"/>
                  <a:pt x="7" y="434"/>
                </a:cubicBezTo>
                <a:cubicBezTo>
                  <a:pt x="4" y="428"/>
                  <a:pt x="2" y="421"/>
                  <a:pt x="1" y="415"/>
                </a:cubicBezTo>
                <a:cubicBezTo>
                  <a:pt x="0" y="404"/>
                  <a:pt x="0" y="394"/>
                  <a:pt x="1" y="383"/>
                </a:cubicBezTo>
                <a:cubicBezTo>
                  <a:pt x="2" y="379"/>
                  <a:pt x="3" y="374"/>
                  <a:pt x="7" y="372"/>
                </a:cubicBezTo>
                <a:cubicBezTo>
                  <a:pt x="20" y="361"/>
                  <a:pt x="28" y="346"/>
                  <a:pt x="33" y="331"/>
                </a:cubicBezTo>
                <a:cubicBezTo>
                  <a:pt x="36" y="325"/>
                  <a:pt x="37" y="319"/>
                  <a:pt x="39" y="313"/>
                </a:cubicBezTo>
                <a:cubicBezTo>
                  <a:pt x="42" y="304"/>
                  <a:pt x="45" y="294"/>
                  <a:pt x="49" y="286"/>
                </a:cubicBezTo>
                <a:cubicBezTo>
                  <a:pt x="56" y="272"/>
                  <a:pt x="56" y="258"/>
                  <a:pt x="53" y="244"/>
                </a:cubicBezTo>
                <a:cubicBezTo>
                  <a:pt x="52" y="240"/>
                  <a:pt x="51" y="237"/>
                  <a:pt x="50" y="233"/>
                </a:cubicBezTo>
                <a:cubicBezTo>
                  <a:pt x="49" y="229"/>
                  <a:pt x="47" y="225"/>
                  <a:pt x="44" y="221"/>
                </a:cubicBezTo>
                <a:cubicBezTo>
                  <a:pt x="42" y="217"/>
                  <a:pt x="39" y="212"/>
                  <a:pt x="38" y="207"/>
                </a:cubicBezTo>
                <a:cubicBezTo>
                  <a:pt x="36" y="202"/>
                  <a:pt x="38" y="199"/>
                  <a:pt x="44" y="199"/>
                </a:cubicBezTo>
                <a:cubicBezTo>
                  <a:pt x="48" y="199"/>
                  <a:pt x="51" y="199"/>
                  <a:pt x="54" y="201"/>
                </a:cubicBezTo>
                <a:cubicBezTo>
                  <a:pt x="55" y="202"/>
                  <a:pt x="56" y="203"/>
                  <a:pt x="57" y="203"/>
                </a:cubicBezTo>
                <a:cubicBezTo>
                  <a:pt x="62" y="208"/>
                  <a:pt x="68" y="209"/>
                  <a:pt x="75" y="209"/>
                </a:cubicBezTo>
                <a:cubicBezTo>
                  <a:pt x="83" y="209"/>
                  <a:pt x="90" y="212"/>
                  <a:pt x="96" y="218"/>
                </a:cubicBezTo>
                <a:cubicBezTo>
                  <a:pt x="99" y="221"/>
                  <a:pt x="103" y="223"/>
                  <a:pt x="107" y="223"/>
                </a:cubicBezTo>
                <a:cubicBezTo>
                  <a:pt x="110" y="223"/>
                  <a:pt x="112" y="224"/>
                  <a:pt x="115" y="225"/>
                </a:cubicBezTo>
                <a:cubicBezTo>
                  <a:pt x="120" y="226"/>
                  <a:pt x="124" y="229"/>
                  <a:pt x="126" y="233"/>
                </a:cubicBezTo>
                <a:cubicBezTo>
                  <a:pt x="126" y="234"/>
                  <a:pt x="127" y="235"/>
                  <a:pt x="128" y="236"/>
                </a:cubicBezTo>
                <a:cubicBezTo>
                  <a:pt x="131" y="236"/>
                  <a:pt x="132" y="234"/>
                  <a:pt x="133" y="231"/>
                </a:cubicBezTo>
                <a:cubicBezTo>
                  <a:pt x="134" y="229"/>
                  <a:pt x="134" y="227"/>
                  <a:pt x="134" y="225"/>
                </a:cubicBezTo>
                <a:cubicBezTo>
                  <a:pt x="134" y="217"/>
                  <a:pt x="134" y="208"/>
                  <a:pt x="135" y="200"/>
                </a:cubicBezTo>
                <a:cubicBezTo>
                  <a:pt x="137" y="176"/>
                  <a:pt x="139" y="151"/>
                  <a:pt x="137" y="127"/>
                </a:cubicBezTo>
                <a:cubicBezTo>
                  <a:pt x="137" y="118"/>
                  <a:pt x="135" y="109"/>
                  <a:pt x="133" y="99"/>
                </a:cubicBezTo>
                <a:cubicBezTo>
                  <a:pt x="132" y="90"/>
                  <a:pt x="127" y="81"/>
                  <a:pt x="121" y="74"/>
                </a:cubicBezTo>
                <a:cubicBezTo>
                  <a:pt x="116" y="67"/>
                  <a:pt x="111" y="61"/>
                  <a:pt x="105" y="55"/>
                </a:cubicBezTo>
                <a:cubicBezTo>
                  <a:pt x="98" y="46"/>
                  <a:pt x="90" y="36"/>
                  <a:pt x="83" y="27"/>
                </a:cubicBezTo>
                <a:cubicBezTo>
                  <a:pt x="79" y="22"/>
                  <a:pt x="77" y="15"/>
                  <a:pt x="77" y="9"/>
                </a:cubicBezTo>
                <a:cubicBezTo>
                  <a:pt x="77" y="3"/>
                  <a:pt x="80" y="0"/>
                  <a:pt x="86" y="2"/>
                </a:cubicBezTo>
                <a:cubicBezTo>
                  <a:pt x="89" y="2"/>
                  <a:pt x="92" y="4"/>
                  <a:pt x="95" y="6"/>
                </a:cubicBezTo>
                <a:cubicBezTo>
                  <a:pt x="105" y="15"/>
                  <a:pt x="116" y="22"/>
                  <a:pt x="128" y="28"/>
                </a:cubicBezTo>
                <a:cubicBezTo>
                  <a:pt x="141" y="35"/>
                  <a:pt x="154" y="43"/>
                  <a:pt x="165" y="52"/>
                </a:cubicBezTo>
                <a:cubicBezTo>
                  <a:pt x="172" y="58"/>
                  <a:pt x="179" y="64"/>
                  <a:pt x="184" y="72"/>
                </a:cubicBezTo>
                <a:cubicBezTo>
                  <a:pt x="186" y="75"/>
                  <a:pt x="188" y="78"/>
                  <a:pt x="189" y="83"/>
                </a:cubicBezTo>
                <a:cubicBezTo>
                  <a:pt x="192" y="122"/>
                  <a:pt x="193" y="162"/>
                  <a:pt x="193" y="202"/>
                </a:cubicBezTo>
                <a:cubicBezTo>
                  <a:pt x="193" y="232"/>
                  <a:pt x="192" y="262"/>
                  <a:pt x="189" y="292"/>
                </a:cubicBezTo>
                <a:cubicBezTo>
                  <a:pt x="186" y="321"/>
                  <a:pt x="183" y="350"/>
                  <a:pt x="176" y="378"/>
                </a:cubicBezTo>
                <a:cubicBezTo>
                  <a:pt x="173" y="388"/>
                  <a:pt x="170" y="399"/>
                  <a:pt x="165" y="409"/>
                </a:cubicBezTo>
                <a:cubicBezTo>
                  <a:pt x="162" y="414"/>
                  <a:pt x="159" y="419"/>
                  <a:pt x="155" y="423"/>
                </a:cubicBezTo>
                <a:cubicBezTo>
                  <a:pt x="152" y="426"/>
                  <a:pt x="149" y="428"/>
                  <a:pt x="145" y="428"/>
                </a:cubicBezTo>
                <a:cubicBezTo>
                  <a:pt x="140" y="429"/>
                  <a:pt x="136" y="427"/>
                  <a:pt x="135" y="422"/>
                </a:cubicBezTo>
                <a:cubicBezTo>
                  <a:pt x="135" y="420"/>
                  <a:pt x="135" y="418"/>
                  <a:pt x="134" y="415"/>
                </a:cubicBezTo>
                <a:cubicBezTo>
                  <a:pt x="134" y="407"/>
                  <a:pt x="135" y="399"/>
                  <a:pt x="135" y="391"/>
                </a:cubicBezTo>
                <a:cubicBezTo>
                  <a:pt x="134" y="383"/>
                  <a:pt x="134" y="375"/>
                  <a:pt x="131" y="367"/>
                </a:cubicBezTo>
                <a:close/>
                <a:moveTo>
                  <a:pt x="132" y="255"/>
                </a:moveTo>
                <a:cubicBezTo>
                  <a:pt x="127" y="257"/>
                  <a:pt x="125" y="260"/>
                  <a:pt x="124" y="264"/>
                </a:cubicBezTo>
                <a:cubicBezTo>
                  <a:pt x="123" y="267"/>
                  <a:pt x="122" y="271"/>
                  <a:pt x="119" y="273"/>
                </a:cubicBezTo>
                <a:cubicBezTo>
                  <a:pt x="114" y="277"/>
                  <a:pt x="108" y="280"/>
                  <a:pt x="102" y="280"/>
                </a:cubicBezTo>
                <a:cubicBezTo>
                  <a:pt x="97" y="280"/>
                  <a:pt x="94" y="282"/>
                  <a:pt x="91" y="285"/>
                </a:cubicBezTo>
                <a:cubicBezTo>
                  <a:pt x="87" y="289"/>
                  <a:pt x="84" y="292"/>
                  <a:pt x="81" y="296"/>
                </a:cubicBezTo>
                <a:cubicBezTo>
                  <a:pt x="78" y="299"/>
                  <a:pt x="76" y="302"/>
                  <a:pt x="75" y="305"/>
                </a:cubicBezTo>
                <a:cubicBezTo>
                  <a:pt x="71" y="315"/>
                  <a:pt x="66" y="323"/>
                  <a:pt x="59" y="331"/>
                </a:cubicBezTo>
                <a:cubicBezTo>
                  <a:pt x="54" y="337"/>
                  <a:pt x="50" y="343"/>
                  <a:pt x="45" y="349"/>
                </a:cubicBezTo>
                <a:cubicBezTo>
                  <a:pt x="39" y="356"/>
                  <a:pt x="34" y="364"/>
                  <a:pt x="31" y="373"/>
                </a:cubicBezTo>
                <a:cubicBezTo>
                  <a:pt x="29" y="377"/>
                  <a:pt x="29" y="379"/>
                  <a:pt x="34" y="381"/>
                </a:cubicBezTo>
                <a:cubicBezTo>
                  <a:pt x="38" y="382"/>
                  <a:pt x="42" y="383"/>
                  <a:pt x="46" y="382"/>
                </a:cubicBezTo>
                <a:cubicBezTo>
                  <a:pt x="53" y="381"/>
                  <a:pt x="59" y="378"/>
                  <a:pt x="64" y="374"/>
                </a:cubicBezTo>
                <a:cubicBezTo>
                  <a:pt x="69" y="371"/>
                  <a:pt x="73" y="367"/>
                  <a:pt x="78" y="363"/>
                </a:cubicBezTo>
                <a:cubicBezTo>
                  <a:pt x="81" y="361"/>
                  <a:pt x="83" y="359"/>
                  <a:pt x="87" y="358"/>
                </a:cubicBezTo>
                <a:cubicBezTo>
                  <a:pt x="97" y="356"/>
                  <a:pt x="106" y="351"/>
                  <a:pt x="114" y="346"/>
                </a:cubicBezTo>
                <a:cubicBezTo>
                  <a:pt x="119" y="343"/>
                  <a:pt x="123" y="340"/>
                  <a:pt x="127" y="338"/>
                </a:cubicBezTo>
                <a:cubicBezTo>
                  <a:pt x="131" y="335"/>
                  <a:pt x="133" y="331"/>
                  <a:pt x="133" y="325"/>
                </a:cubicBezTo>
                <a:cubicBezTo>
                  <a:pt x="132" y="304"/>
                  <a:pt x="132" y="282"/>
                  <a:pt x="132" y="260"/>
                </a:cubicBezTo>
                <a:cubicBezTo>
                  <a:pt x="132" y="259"/>
                  <a:pt x="132" y="257"/>
                  <a:pt x="132" y="25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1" name="Freeform 12">
            <a:extLst xmlns:a="http://schemas.openxmlformats.org/drawingml/2006/main">
              <a:ext uri="{FF2B5EF4-FFF2-40B4-BE49-F238E27FC236}">
                <a16:creationId xmlns:a16="http://schemas.microsoft.com/office/drawing/2014/main" id="{DEED9E6A-CC1D-4EDF-806C-2AA54F761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0994" y="431437"/>
            <a:ext cx="115759" cy="160238"/>
          </a:xfrm>
          <a:custGeom xmlns:a="http://schemas.openxmlformats.org/drawingml/2006/main">
            <a:gdLst>
              <a:gd name="T0" fmla="*/ 34 w 229"/>
              <a:gd name="T1" fmla="*/ 0 h 316"/>
              <a:gd name="T2" fmla="*/ 37 w 229"/>
              <a:gd name="T3" fmla="*/ 2 h 316"/>
              <a:gd name="T4" fmla="*/ 69 w 229"/>
              <a:gd name="T5" fmla="*/ 32 h 316"/>
              <a:gd name="T6" fmla="*/ 73 w 229"/>
              <a:gd name="T7" fmla="*/ 38 h 316"/>
              <a:gd name="T8" fmla="*/ 99 w 229"/>
              <a:gd name="T9" fmla="*/ 117 h 316"/>
              <a:gd name="T10" fmla="*/ 101 w 229"/>
              <a:gd name="T11" fmla="*/ 128 h 316"/>
              <a:gd name="T12" fmla="*/ 112 w 229"/>
              <a:gd name="T13" fmla="*/ 132 h 316"/>
              <a:gd name="T14" fmla="*/ 120 w 229"/>
              <a:gd name="T15" fmla="*/ 127 h 316"/>
              <a:gd name="T16" fmla="*/ 145 w 229"/>
              <a:gd name="T17" fmla="*/ 109 h 316"/>
              <a:gd name="T18" fmla="*/ 148 w 229"/>
              <a:gd name="T19" fmla="*/ 103 h 316"/>
              <a:gd name="T20" fmla="*/ 148 w 229"/>
              <a:gd name="T21" fmla="*/ 80 h 316"/>
              <a:gd name="T22" fmla="*/ 159 w 229"/>
              <a:gd name="T23" fmla="*/ 69 h 316"/>
              <a:gd name="T24" fmla="*/ 162 w 229"/>
              <a:gd name="T25" fmla="*/ 71 h 316"/>
              <a:gd name="T26" fmla="*/ 164 w 229"/>
              <a:gd name="T27" fmla="*/ 75 h 316"/>
              <a:gd name="T28" fmla="*/ 171 w 229"/>
              <a:gd name="T29" fmla="*/ 86 h 316"/>
              <a:gd name="T30" fmla="*/ 204 w 229"/>
              <a:gd name="T31" fmla="*/ 104 h 316"/>
              <a:gd name="T32" fmla="*/ 209 w 229"/>
              <a:gd name="T33" fmla="*/ 112 h 316"/>
              <a:gd name="T34" fmla="*/ 169 w 229"/>
              <a:gd name="T35" fmla="*/ 170 h 316"/>
              <a:gd name="T36" fmla="*/ 128 w 229"/>
              <a:gd name="T37" fmla="*/ 175 h 316"/>
              <a:gd name="T38" fmla="*/ 114 w 229"/>
              <a:gd name="T39" fmla="*/ 190 h 316"/>
              <a:gd name="T40" fmla="*/ 115 w 229"/>
              <a:gd name="T41" fmla="*/ 196 h 316"/>
              <a:gd name="T42" fmla="*/ 115 w 229"/>
              <a:gd name="T43" fmla="*/ 219 h 316"/>
              <a:gd name="T44" fmla="*/ 109 w 229"/>
              <a:gd name="T45" fmla="*/ 226 h 316"/>
              <a:gd name="T46" fmla="*/ 89 w 229"/>
              <a:gd name="T47" fmla="*/ 246 h 316"/>
              <a:gd name="T48" fmla="*/ 95 w 229"/>
              <a:gd name="T49" fmla="*/ 260 h 316"/>
              <a:gd name="T50" fmla="*/ 113 w 229"/>
              <a:gd name="T51" fmla="*/ 259 h 316"/>
              <a:gd name="T52" fmla="*/ 148 w 229"/>
              <a:gd name="T53" fmla="*/ 248 h 316"/>
              <a:gd name="T54" fmla="*/ 170 w 229"/>
              <a:gd name="T55" fmla="*/ 243 h 316"/>
              <a:gd name="T56" fmla="*/ 187 w 229"/>
              <a:gd name="T57" fmla="*/ 237 h 316"/>
              <a:gd name="T58" fmla="*/ 212 w 229"/>
              <a:gd name="T59" fmla="*/ 229 h 316"/>
              <a:gd name="T60" fmla="*/ 220 w 229"/>
              <a:gd name="T61" fmla="*/ 229 h 316"/>
              <a:gd name="T62" fmla="*/ 227 w 229"/>
              <a:gd name="T63" fmla="*/ 241 h 316"/>
              <a:gd name="T64" fmla="*/ 214 w 229"/>
              <a:gd name="T65" fmla="*/ 267 h 316"/>
              <a:gd name="T66" fmla="*/ 203 w 229"/>
              <a:gd name="T67" fmla="*/ 277 h 316"/>
              <a:gd name="T68" fmla="*/ 174 w 229"/>
              <a:gd name="T69" fmla="*/ 289 h 316"/>
              <a:gd name="T70" fmla="*/ 140 w 229"/>
              <a:gd name="T71" fmla="*/ 298 h 316"/>
              <a:gd name="T72" fmla="*/ 127 w 229"/>
              <a:gd name="T73" fmla="*/ 298 h 316"/>
              <a:gd name="T74" fmla="*/ 116 w 229"/>
              <a:gd name="T75" fmla="*/ 301 h 316"/>
              <a:gd name="T76" fmla="*/ 55 w 229"/>
              <a:gd name="T77" fmla="*/ 304 h 316"/>
              <a:gd name="T78" fmla="*/ 44 w 229"/>
              <a:gd name="T79" fmla="*/ 292 h 316"/>
              <a:gd name="T80" fmla="*/ 27 w 229"/>
              <a:gd name="T81" fmla="*/ 257 h 316"/>
              <a:gd name="T82" fmla="*/ 25 w 229"/>
              <a:gd name="T83" fmla="*/ 252 h 316"/>
              <a:gd name="T84" fmla="*/ 18 w 229"/>
              <a:gd name="T85" fmla="*/ 217 h 316"/>
              <a:gd name="T86" fmla="*/ 18 w 229"/>
              <a:gd name="T87" fmla="*/ 210 h 316"/>
              <a:gd name="T88" fmla="*/ 1 w 229"/>
              <a:gd name="T89" fmla="*/ 140 h 316"/>
              <a:gd name="T90" fmla="*/ 0 w 229"/>
              <a:gd name="T91" fmla="*/ 134 h 316"/>
              <a:gd name="T92" fmla="*/ 18 w 229"/>
              <a:gd name="T93" fmla="*/ 50 h 316"/>
              <a:gd name="T94" fmla="*/ 32 w 229"/>
              <a:gd name="T95" fmla="*/ 4 h 316"/>
              <a:gd name="T96" fmla="*/ 34 w 229"/>
              <a:gd name="T97" fmla="*/ 0 h 316"/>
            </a:gdLst>
            <a:rect l="0" t="0" r="r" b="b"/>
            <a:pathLst>
              <a:path w="229" h="316">
                <a:moveTo>
                  <a:pt x="34" y="0"/>
                </a:moveTo>
                <a:cubicBezTo>
                  <a:pt x="35" y="1"/>
                  <a:pt x="36" y="2"/>
                  <a:pt x="37" y="2"/>
                </a:cubicBezTo>
                <a:cubicBezTo>
                  <a:pt x="48" y="12"/>
                  <a:pt x="58" y="22"/>
                  <a:pt x="69" y="32"/>
                </a:cubicBezTo>
                <a:cubicBezTo>
                  <a:pt x="71" y="34"/>
                  <a:pt x="72" y="36"/>
                  <a:pt x="73" y="38"/>
                </a:cubicBezTo>
                <a:cubicBezTo>
                  <a:pt x="86" y="63"/>
                  <a:pt x="94" y="89"/>
                  <a:pt x="99" y="117"/>
                </a:cubicBezTo>
                <a:cubicBezTo>
                  <a:pt x="99" y="120"/>
                  <a:pt x="100" y="124"/>
                  <a:pt x="101" y="128"/>
                </a:cubicBezTo>
                <a:cubicBezTo>
                  <a:pt x="103" y="133"/>
                  <a:pt x="107" y="134"/>
                  <a:pt x="112" y="132"/>
                </a:cubicBezTo>
                <a:cubicBezTo>
                  <a:pt x="115" y="130"/>
                  <a:pt x="117" y="129"/>
                  <a:pt x="120" y="127"/>
                </a:cubicBezTo>
                <a:cubicBezTo>
                  <a:pt x="128" y="121"/>
                  <a:pt x="136" y="115"/>
                  <a:pt x="145" y="109"/>
                </a:cubicBezTo>
                <a:cubicBezTo>
                  <a:pt x="147" y="108"/>
                  <a:pt x="148" y="106"/>
                  <a:pt x="148" y="103"/>
                </a:cubicBezTo>
                <a:cubicBezTo>
                  <a:pt x="148" y="95"/>
                  <a:pt x="148" y="88"/>
                  <a:pt x="148" y="80"/>
                </a:cubicBezTo>
                <a:cubicBezTo>
                  <a:pt x="148" y="75"/>
                  <a:pt x="153" y="69"/>
                  <a:pt x="159" y="69"/>
                </a:cubicBezTo>
                <a:cubicBezTo>
                  <a:pt x="160" y="69"/>
                  <a:pt x="162" y="70"/>
                  <a:pt x="162" y="71"/>
                </a:cubicBezTo>
                <a:cubicBezTo>
                  <a:pt x="163" y="72"/>
                  <a:pt x="164" y="73"/>
                  <a:pt x="164" y="75"/>
                </a:cubicBezTo>
                <a:cubicBezTo>
                  <a:pt x="164" y="79"/>
                  <a:pt x="167" y="83"/>
                  <a:pt x="171" y="86"/>
                </a:cubicBezTo>
                <a:cubicBezTo>
                  <a:pt x="181" y="94"/>
                  <a:pt x="192" y="100"/>
                  <a:pt x="204" y="104"/>
                </a:cubicBezTo>
                <a:cubicBezTo>
                  <a:pt x="208" y="106"/>
                  <a:pt x="209" y="108"/>
                  <a:pt x="209" y="112"/>
                </a:cubicBezTo>
                <a:cubicBezTo>
                  <a:pt x="210" y="140"/>
                  <a:pt x="196" y="160"/>
                  <a:pt x="169" y="170"/>
                </a:cubicBezTo>
                <a:cubicBezTo>
                  <a:pt x="156" y="175"/>
                  <a:pt x="142" y="177"/>
                  <a:pt x="128" y="175"/>
                </a:cubicBezTo>
                <a:cubicBezTo>
                  <a:pt x="119" y="173"/>
                  <a:pt x="112" y="182"/>
                  <a:pt x="114" y="190"/>
                </a:cubicBezTo>
                <a:cubicBezTo>
                  <a:pt x="114" y="192"/>
                  <a:pt x="115" y="194"/>
                  <a:pt x="115" y="196"/>
                </a:cubicBezTo>
                <a:cubicBezTo>
                  <a:pt x="118" y="203"/>
                  <a:pt x="118" y="211"/>
                  <a:pt x="115" y="219"/>
                </a:cubicBezTo>
                <a:cubicBezTo>
                  <a:pt x="114" y="222"/>
                  <a:pt x="112" y="224"/>
                  <a:pt x="109" y="226"/>
                </a:cubicBezTo>
                <a:cubicBezTo>
                  <a:pt x="101" y="231"/>
                  <a:pt x="95" y="238"/>
                  <a:pt x="89" y="246"/>
                </a:cubicBezTo>
                <a:cubicBezTo>
                  <a:pt x="84" y="254"/>
                  <a:pt x="85" y="258"/>
                  <a:pt x="95" y="260"/>
                </a:cubicBezTo>
                <a:cubicBezTo>
                  <a:pt x="101" y="261"/>
                  <a:pt x="107" y="261"/>
                  <a:pt x="113" y="259"/>
                </a:cubicBezTo>
                <a:cubicBezTo>
                  <a:pt x="125" y="256"/>
                  <a:pt x="137" y="252"/>
                  <a:pt x="148" y="248"/>
                </a:cubicBezTo>
                <a:cubicBezTo>
                  <a:pt x="155" y="245"/>
                  <a:pt x="162" y="243"/>
                  <a:pt x="170" y="243"/>
                </a:cubicBezTo>
                <a:cubicBezTo>
                  <a:pt x="176" y="242"/>
                  <a:pt x="182" y="240"/>
                  <a:pt x="187" y="237"/>
                </a:cubicBezTo>
                <a:cubicBezTo>
                  <a:pt x="195" y="234"/>
                  <a:pt x="203" y="230"/>
                  <a:pt x="212" y="229"/>
                </a:cubicBezTo>
                <a:cubicBezTo>
                  <a:pt x="214" y="229"/>
                  <a:pt x="217" y="229"/>
                  <a:pt x="220" y="229"/>
                </a:cubicBezTo>
                <a:cubicBezTo>
                  <a:pt x="226" y="230"/>
                  <a:pt x="229" y="236"/>
                  <a:pt x="227" y="241"/>
                </a:cubicBezTo>
                <a:cubicBezTo>
                  <a:pt x="223" y="250"/>
                  <a:pt x="218" y="259"/>
                  <a:pt x="214" y="267"/>
                </a:cubicBezTo>
                <a:cubicBezTo>
                  <a:pt x="211" y="271"/>
                  <a:pt x="207" y="274"/>
                  <a:pt x="203" y="277"/>
                </a:cubicBezTo>
                <a:cubicBezTo>
                  <a:pt x="194" y="282"/>
                  <a:pt x="184" y="286"/>
                  <a:pt x="174" y="289"/>
                </a:cubicBezTo>
                <a:cubicBezTo>
                  <a:pt x="163" y="292"/>
                  <a:pt x="151" y="295"/>
                  <a:pt x="140" y="298"/>
                </a:cubicBezTo>
                <a:cubicBezTo>
                  <a:pt x="136" y="299"/>
                  <a:pt x="131" y="298"/>
                  <a:pt x="127" y="298"/>
                </a:cubicBezTo>
                <a:cubicBezTo>
                  <a:pt x="122" y="298"/>
                  <a:pt x="119" y="299"/>
                  <a:pt x="116" y="301"/>
                </a:cubicBezTo>
                <a:cubicBezTo>
                  <a:pt x="97" y="315"/>
                  <a:pt x="74" y="316"/>
                  <a:pt x="55" y="304"/>
                </a:cubicBezTo>
                <a:cubicBezTo>
                  <a:pt x="51" y="301"/>
                  <a:pt x="47" y="297"/>
                  <a:pt x="44" y="292"/>
                </a:cubicBezTo>
                <a:cubicBezTo>
                  <a:pt x="37" y="281"/>
                  <a:pt x="32" y="269"/>
                  <a:pt x="27" y="257"/>
                </a:cubicBezTo>
                <a:cubicBezTo>
                  <a:pt x="26" y="255"/>
                  <a:pt x="26" y="254"/>
                  <a:pt x="25" y="252"/>
                </a:cubicBezTo>
                <a:cubicBezTo>
                  <a:pt x="20" y="241"/>
                  <a:pt x="17" y="230"/>
                  <a:pt x="18" y="217"/>
                </a:cubicBezTo>
                <a:cubicBezTo>
                  <a:pt x="19" y="215"/>
                  <a:pt x="18" y="213"/>
                  <a:pt x="18" y="210"/>
                </a:cubicBezTo>
                <a:cubicBezTo>
                  <a:pt x="12" y="187"/>
                  <a:pt x="6" y="163"/>
                  <a:pt x="1" y="140"/>
                </a:cubicBezTo>
                <a:cubicBezTo>
                  <a:pt x="0" y="138"/>
                  <a:pt x="0" y="136"/>
                  <a:pt x="0" y="134"/>
                </a:cubicBezTo>
                <a:cubicBezTo>
                  <a:pt x="6" y="106"/>
                  <a:pt x="12" y="78"/>
                  <a:pt x="18" y="50"/>
                </a:cubicBezTo>
                <a:cubicBezTo>
                  <a:pt x="22" y="35"/>
                  <a:pt x="26" y="19"/>
                  <a:pt x="32" y="4"/>
                </a:cubicBezTo>
                <a:cubicBezTo>
                  <a:pt x="33" y="2"/>
                  <a:pt x="33" y="1"/>
                  <a:pt x="3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2" name="Freeform 13">
            <a:extLst xmlns:a="http://schemas.openxmlformats.org/drawingml/2006/main">
              <a:ext uri="{FF2B5EF4-FFF2-40B4-BE49-F238E27FC236}">
                <a16:creationId xmlns:a16="http://schemas.microsoft.com/office/drawing/2014/main" id="{992014DC-BB3E-43A2-942A-B374EA207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5489" y="493594"/>
            <a:ext cx="137428" cy="152255"/>
          </a:xfrm>
          <a:custGeom xmlns:a="http://schemas.openxmlformats.org/drawingml/2006/main">
            <a:gdLst>
              <a:gd name="T0" fmla="*/ 194 w 271"/>
              <a:gd name="T1" fmla="*/ 98 h 300"/>
              <a:gd name="T2" fmla="*/ 236 w 271"/>
              <a:gd name="T3" fmla="*/ 96 h 300"/>
              <a:gd name="T4" fmla="*/ 237 w 271"/>
              <a:gd name="T5" fmla="*/ 111 h 300"/>
              <a:gd name="T6" fmla="*/ 175 w 271"/>
              <a:gd name="T7" fmla="*/ 150 h 300"/>
              <a:gd name="T8" fmla="*/ 169 w 271"/>
              <a:gd name="T9" fmla="*/ 195 h 300"/>
              <a:gd name="T10" fmla="*/ 177 w 271"/>
              <a:gd name="T11" fmla="*/ 299 h 300"/>
              <a:gd name="T12" fmla="*/ 159 w 271"/>
              <a:gd name="T13" fmla="*/ 285 h 300"/>
              <a:gd name="T14" fmla="*/ 150 w 271"/>
              <a:gd name="T15" fmla="*/ 266 h 300"/>
              <a:gd name="T16" fmla="*/ 133 w 271"/>
              <a:gd name="T17" fmla="*/ 260 h 300"/>
              <a:gd name="T18" fmla="*/ 132 w 271"/>
              <a:gd name="T19" fmla="*/ 243 h 300"/>
              <a:gd name="T20" fmla="*/ 149 w 271"/>
              <a:gd name="T21" fmla="*/ 232 h 300"/>
              <a:gd name="T22" fmla="*/ 139 w 271"/>
              <a:gd name="T23" fmla="*/ 197 h 300"/>
              <a:gd name="T24" fmla="*/ 117 w 271"/>
              <a:gd name="T25" fmla="*/ 216 h 300"/>
              <a:gd name="T26" fmla="*/ 101 w 271"/>
              <a:gd name="T27" fmla="*/ 235 h 300"/>
              <a:gd name="T28" fmla="*/ 26 w 271"/>
              <a:gd name="T29" fmla="*/ 293 h 300"/>
              <a:gd name="T30" fmla="*/ 0 w 271"/>
              <a:gd name="T31" fmla="*/ 243 h 300"/>
              <a:gd name="T32" fmla="*/ 9 w 271"/>
              <a:gd name="T33" fmla="*/ 237 h 300"/>
              <a:gd name="T34" fmla="*/ 32 w 271"/>
              <a:gd name="T35" fmla="*/ 234 h 300"/>
              <a:gd name="T36" fmla="*/ 59 w 271"/>
              <a:gd name="T37" fmla="*/ 219 h 300"/>
              <a:gd name="T38" fmla="*/ 116 w 271"/>
              <a:gd name="T39" fmla="*/ 185 h 300"/>
              <a:gd name="T40" fmla="*/ 145 w 271"/>
              <a:gd name="T41" fmla="*/ 155 h 300"/>
              <a:gd name="T42" fmla="*/ 133 w 271"/>
              <a:gd name="T43" fmla="*/ 142 h 300"/>
              <a:gd name="T44" fmla="*/ 145 w 271"/>
              <a:gd name="T45" fmla="*/ 112 h 300"/>
              <a:gd name="T46" fmla="*/ 143 w 271"/>
              <a:gd name="T47" fmla="*/ 104 h 300"/>
              <a:gd name="T48" fmla="*/ 124 w 271"/>
              <a:gd name="T49" fmla="*/ 108 h 300"/>
              <a:gd name="T50" fmla="*/ 121 w 271"/>
              <a:gd name="T51" fmla="*/ 140 h 300"/>
              <a:gd name="T52" fmla="*/ 87 w 271"/>
              <a:gd name="T53" fmla="*/ 188 h 300"/>
              <a:gd name="T54" fmla="*/ 73 w 271"/>
              <a:gd name="T55" fmla="*/ 176 h 300"/>
              <a:gd name="T56" fmla="*/ 67 w 271"/>
              <a:gd name="T57" fmla="*/ 159 h 300"/>
              <a:gd name="T58" fmla="*/ 66 w 271"/>
              <a:gd name="T59" fmla="*/ 63 h 300"/>
              <a:gd name="T60" fmla="*/ 72 w 271"/>
              <a:gd name="T61" fmla="*/ 47 h 300"/>
              <a:gd name="T62" fmla="*/ 88 w 271"/>
              <a:gd name="T63" fmla="*/ 55 h 300"/>
              <a:gd name="T64" fmla="*/ 109 w 271"/>
              <a:gd name="T65" fmla="*/ 63 h 300"/>
              <a:gd name="T66" fmla="*/ 160 w 271"/>
              <a:gd name="T67" fmla="*/ 28 h 300"/>
              <a:gd name="T68" fmla="*/ 187 w 271"/>
              <a:gd name="T69" fmla="*/ 16 h 300"/>
              <a:gd name="T70" fmla="*/ 258 w 271"/>
              <a:gd name="T71" fmla="*/ 4 h 300"/>
              <a:gd name="T72" fmla="*/ 271 w 271"/>
              <a:gd name="T73" fmla="*/ 16 h 300"/>
              <a:gd name="T74" fmla="*/ 248 w 271"/>
              <a:gd name="T75" fmla="*/ 37 h 300"/>
              <a:gd name="T76" fmla="*/ 215 w 271"/>
              <a:gd name="T77" fmla="*/ 67 h 300"/>
              <a:gd name="T78" fmla="*/ 186 w 271"/>
              <a:gd name="T79" fmla="*/ 95 h 300"/>
            </a:gdLst>
            <a:rect l="0" t="0" r="r" b="b"/>
            <a:pathLst>
              <a:path w="271" h="300">
                <a:moveTo>
                  <a:pt x="185" y="102"/>
                </a:moveTo>
                <a:cubicBezTo>
                  <a:pt x="188" y="101"/>
                  <a:pt x="191" y="99"/>
                  <a:pt x="194" y="98"/>
                </a:cubicBezTo>
                <a:cubicBezTo>
                  <a:pt x="200" y="94"/>
                  <a:pt x="206" y="91"/>
                  <a:pt x="213" y="90"/>
                </a:cubicBezTo>
                <a:cubicBezTo>
                  <a:pt x="221" y="89"/>
                  <a:pt x="229" y="92"/>
                  <a:pt x="236" y="96"/>
                </a:cubicBezTo>
                <a:cubicBezTo>
                  <a:pt x="237" y="97"/>
                  <a:pt x="238" y="98"/>
                  <a:pt x="239" y="99"/>
                </a:cubicBezTo>
                <a:cubicBezTo>
                  <a:pt x="242" y="103"/>
                  <a:pt x="242" y="108"/>
                  <a:pt x="237" y="111"/>
                </a:cubicBezTo>
                <a:cubicBezTo>
                  <a:pt x="220" y="127"/>
                  <a:pt x="200" y="139"/>
                  <a:pt x="179" y="148"/>
                </a:cubicBezTo>
                <a:cubicBezTo>
                  <a:pt x="178" y="149"/>
                  <a:pt x="176" y="149"/>
                  <a:pt x="175" y="150"/>
                </a:cubicBezTo>
                <a:cubicBezTo>
                  <a:pt x="167" y="153"/>
                  <a:pt x="164" y="159"/>
                  <a:pt x="163" y="168"/>
                </a:cubicBezTo>
                <a:cubicBezTo>
                  <a:pt x="163" y="177"/>
                  <a:pt x="165" y="187"/>
                  <a:pt x="169" y="195"/>
                </a:cubicBezTo>
                <a:cubicBezTo>
                  <a:pt x="182" y="226"/>
                  <a:pt x="186" y="259"/>
                  <a:pt x="185" y="292"/>
                </a:cubicBezTo>
                <a:cubicBezTo>
                  <a:pt x="185" y="298"/>
                  <a:pt x="183" y="300"/>
                  <a:pt x="177" y="299"/>
                </a:cubicBezTo>
                <a:cubicBezTo>
                  <a:pt x="171" y="299"/>
                  <a:pt x="165" y="297"/>
                  <a:pt x="161" y="292"/>
                </a:cubicBezTo>
                <a:cubicBezTo>
                  <a:pt x="159" y="290"/>
                  <a:pt x="159" y="287"/>
                  <a:pt x="159" y="285"/>
                </a:cubicBezTo>
                <a:cubicBezTo>
                  <a:pt x="159" y="284"/>
                  <a:pt x="159" y="282"/>
                  <a:pt x="159" y="281"/>
                </a:cubicBezTo>
                <a:cubicBezTo>
                  <a:pt x="159" y="274"/>
                  <a:pt x="156" y="269"/>
                  <a:pt x="150" y="266"/>
                </a:cubicBezTo>
                <a:cubicBezTo>
                  <a:pt x="146" y="263"/>
                  <a:pt x="141" y="262"/>
                  <a:pt x="136" y="260"/>
                </a:cubicBezTo>
                <a:cubicBezTo>
                  <a:pt x="135" y="260"/>
                  <a:pt x="134" y="260"/>
                  <a:pt x="133" y="260"/>
                </a:cubicBezTo>
                <a:cubicBezTo>
                  <a:pt x="129" y="258"/>
                  <a:pt x="126" y="255"/>
                  <a:pt x="126" y="252"/>
                </a:cubicBezTo>
                <a:cubicBezTo>
                  <a:pt x="125" y="248"/>
                  <a:pt x="128" y="244"/>
                  <a:pt x="132" y="243"/>
                </a:cubicBezTo>
                <a:cubicBezTo>
                  <a:pt x="134" y="242"/>
                  <a:pt x="136" y="242"/>
                  <a:pt x="138" y="242"/>
                </a:cubicBezTo>
                <a:cubicBezTo>
                  <a:pt x="144" y="241"/>
                  <a:pt x="147" y="238"/>
                  <a:pt x="149" y="232"/>
                </a:cubicBezTo>
                <a:cubicBezTo>
                  <a:pt x="153" y="220"/>
                  <a:pt x="151" y="208"/>
                  <a:pt x="144" y="197"/>
                </a:cubicBezTo>
                <a:cubicBezTo>
                  <a:pt x="142" y="195"/>
                  <a:pt x="141" y="195"/>
                  <a:pt x="139" y="197"/>
                </a:cubicBezTo>
                <a:cubicBezTo>
                  <a:pt x="138" y="197"/>
                  <a:pt x="137" y="198"/>
                  <a:pt x="136" y="199"/>
                </a:cubicBezTo>
                <a:cubicBezTo>
                  <a:pt x="129" y="205"/>
                  <a:pt x="123" y="210"/>
                  <a:pt x="117" y="216"/>
                </a:cubicBezTo>
                <a:cubicBezTo>
                  <a:pt x="112" y="220"/>
                  <a:pt x="108" y="225"/>
                  <a:pt x="105" y="231"/>
                </a:cubicBezTo>
                <a:cubicBezTo>
                  <a:pt x="104" y="232"/>
                  <a:pt x="103" y="233"/>
                  <a:pt x="101" y="235"/>
                </a:cubicBezTo>
                <a:cubicBezTo>
                  <a:pt x="84" y="253"/>
                  <a:pt x="66" y="270"/>
                  <a:pt x="48" y="288"/>
                </a:cubicBezTo>
                <a:cubicBezTo>
                  <a:pt x="41" y="296"/>
                  <a:pt x="35" y="297"/>
                  <a:pt x="26" y="293"/>
                </a:cubicBezTo>
                <a:cubicBezTo>
                  <a:pt x="20" y="291"/>
                  <a:pt x="16" y="287"/>
                  <a:pt x="13" y="282"/>
                </a:cubicBezTo>
                <a:cubicBezTo>
                  <a:pt x="4" y="271"/>
                  <a:pt x="1" y="257"/>
                  <a:pt x="0" y="243"/>
                </a:cubicBezTo>
                <a:cubicBezTo>
                  <a:pt x="0" y="240"/>
                  <a:pt x="1" y="239"/>
                  <a:pt x="3" y="239"/>
                </a:cubicBezTo>
                <a:cubicBezTo>
                  <a:pt x="5" y="238"/>
                  <a:pt x="7" y="237"/>
                  <a:pt x="9" y="237"/>
                </a:cubicBezTo>
                <a:cubicBezTo>
                  <a:pt x="13" y="235"/>
                  <a:pt x="16" y="235"/>
                  <a:pt x="20" y="237"/>
                </a:cubicBezTo>
                <a:cubicBezTo>
                  <a:pt x="24" y="239"/>
                  <a:pt x="28" y="238"/>
                  <a:pt x="32" y="234"/>
                </a:cubicBezTo>
                <a:cubicBezTo>
                  <a:pt x="34" y="233"/>
                  <a:pt x="37" y="231"/>
                  <a:pt x="39" y="230"/>
                </a:cubicBezTo>
                <a:cubicBezTo>
                  <a:pt x="46" y="226"/>
                  <a:pt x="52" y="222"/>
                  <a:pt x="59" y="219"/>
                </a:cubicBezTo>
                <a:cubicBezTo>
                  <a:pt x="60" y="218"/>
                  <a:pt x="62" y="217"/>
                  <a:pt x="63" y="216"/>
                </a:cubicBezTo>
                <a:cubicBezTo>
                  <a:pt x="81" y="206"/>
                  <a:pt x="98" y="195"/>
                  <a:pt x="116" y="185"/>
                </a:cubicBezTo>
                <a:cubicBezTo>
                  <a:pt x="122" y="181"/>
                  <a:pt x="128" y="177"/>
                  <a:pt x="134" y="172"/>
                </a:cubicBezTo>
                <a:cubicBezTo>
                  <a:pt x="139" y="168"/>
                  <a:pt x="143" y="163"/>
                  <a:pt x="145" y="155"/>
                </a:cubicBezTo>
                <a:cubicBezTo>
                  <a:pt x="143" y="155"/>
                  <a:pt x="142" y="154"/>
                  <a:pt x="140" y="154"/>
                </a:cubicBezTo>
                <a:cubicBezTo>
                  <a:pt x="134" y="152"/>
                  <a:pt x="132" y="148"/>
                  <a:pt x="133" y="142"/>
                </a:cubicBezTo>
                <a:cubicBezTo>
                  <a:pt x="134" y="140"/>
                  <a:pt x="135" y="137"/>
                  <a:pt x="136" y="135"/>
                </a:cubicBezTo>
                <a:cubicBezTo>
                  <a:pt x="139" y="127"/>
                  <a:pt x="142" y="119"/>
                  <a:pt x="145" y="112"/>
                </a:cubicBezTo>
                <a:cubicBezTo>
                  <a:pt x="145" y="111"/>
                  <a:pt x="146" y="110"/>
                  <a:pt x="146" y="109"/>
                </a:cubicBezTo>
                <a:cubicBezTo>
                  <a:pt x="147" y="105"/>
                  <a:pt x="146" y="104"/>
                  <a:pt x="143" y="104"/>
                </a:cubicBezTo>
                <a:cubicBezTo>
                  <a:pt x="140" y="104"/>
                  <a:pt x="138" y="104"/>
                  <a:pt x="135" y="105"/>
                </a:cubicBezTo>
                <a:cubicBezTo>
                  <a:pt x="132" y="106"/>
                  <a:pt x="128" y="107"/>
                  <a:pt x="124" y="108"/>
                </a:cubicBezTo>
                <a:cubicBezTo>
                  <a:pt x="122" y="109"/>
                  <a:pt x="121" y="111"/>
                  <a:pt x="121" y="113"/>
                </a:cubicBezTo>
                <a:cubicBezTo>
                  <a:pt x="121" y="122"/>
                  <a:pt x="121" y="131"/>
                  <a:pt x="121" y="140"/>
                </a:cubicBezTo>
                <a:cubicBezTo>
                  <a:pt x="121" y="142"/>
                  <a:pt x="120" y="144"/>
                  <a:pt x="119" y="146"/>
                </a:cubicBezTo>
                <a:cubicBezTo>
                  <a:pt x="108" y="160"/>
                  <a:pt x="98" y="174"/>
                  <a:pt x="87" y="188"/>
                </a:cubicBezTo>
                <a:cubicBezTo>
                  <a:pt x="87" y="189"/>
                  <a:pt x="86" y="189"/>
                  <a:pt x="86" y="190"/>
                </a:cubicBezTo>
                <a:cubicBezTo>
                  <a:pt x="81" y="185"/>
                  <a:pt x="77" y="181"/>
                  <a:pt x="73" y="176"/>
                </a:cubicBezTo>
                <a:cubicBezTo>
                  <a:pt x="70" y="173"/>
                  <a:pt x="69" y="170"/>
                  <a:pt x="69" y="166"/>
                </a:cubicBezTo>
                <a:cubicBezTo>
                  <a:pt x="68" y="164"/>
                  <a:pt x="68" y="161"/>
                  <a:pt x="67" y="159"/>
                </a:cubicBezTo>
                <a:cubicBezTo>
                  <a:pt x="58" y="138"/>
                  <a:pt x="57" y="117"/>
                  <a:pt x="63" y="95"/>
                </a:cubicBezTo>
                <a:cubicBezTo>
                  <a:pt x="67" y="84"/>
                  <a:pt x="67" y="74"/>
                  <a:pt x="66" y="63"/>
                </a:cubicBezTo>
                <a:cubicBezTo>
                  <a:pt x="66" y="60"/>
                  <a:pt x="66" y="57"/>
                  <a:pt x="66" y="54"/>
                </a:cubicBezTo>
                <a:cubicBezTo>
                  <a:pt x="66" y="50"/>
                  <a:pt x="68" y="47"/>
                  <a:pt x="72" y="47"/>
                </a:cubicBezTo>
                <a:cubicBezTo>
                  <a:pt x="75" y="46"/>
                  <a:pt x="78" y="47"/>
                  <a:pt x="80" y="48"/>
                </a:cubicBezTo>
                <a:cubicBezTo>
                  <a:pt x="83" y="50"/>
                  <a:pt x="85" y="52"/>
                  <a:pt x="88" y="55"/>
                </a:cubicBezTo>
                <a:cubicBezTo>
                  <a:pt x="90" y="57"/>
                  <a:pt x="91" y="59"/>
                  <a:pt x="93" y="61"/>
                </a:cubicBezTo>
                <a:cubicBezTo>
                  <a:pt x="99" y="66"/>
                  <a:pt x="103" y="67"/>
                  <a:pt x="109" y="63"/>
                </a:cubicBezTo>
                <a:cubicBezTo>
                  <a:pt x="117" y="58"/>
                  <a:pt x="125" y="53"/>
                  <a:pt x="133" y="48"/>
                </a:cubicBezTo>
                <a:cubicBezTo>
                  <a:pt x="142" y="41"/>
                  <a:pt x="151" y="35"/>
                  <a:pt x="160" y="28"/>
                </a:cubicBezTo>
                <a:cubicBezTo>
                  <a:pt x="163" y="25"/>
                  <a:pt x="167" y="24"/>
                  <a:pt x="171" y="23"/>
                </a:cubicBezTo>
                <a:cubicBezTo>
                  <a:pt x="177" y="23"/>
                  <a:pt x="182" y="20"/>
                  <a:pt x="187" y="16"/>
                </a:cubicBezTo>
                <a:cubicBezTo>
                  <a:pt x="196" y="6"/>
                  <a:pt x="208" y="2"/>
                  <a:pt x="221" y="1"/>
                </a:cubicBezTo>
                <a:cubicBezTo>
                  <a:pt x="233" y="0"/>
                  <a:pt x="246" y="0"/>
                  <a:pt x="258" y="4"/>
                </a:cubicBezTo>
                <a:cubicBezTo>
                  <a:pt x="261" y="5"/>
                  <a:pt x="264" y="7"/>
                  <a:pt x="267" y="9"/>
                </a:cubicBezTo>
                <a:cubicBezTo>
                  <a:pt x="270" y="10"/>
                  <a:pt x="271" y="13"/>
                  <a:pt x="271" y="16"/>
                </a:cubicBezTo>
                <a:cubicBezTo>
                  <a:pt x="271" y="18"/>
                  <a:pt x="271" y="19"/>
                  <a:pt x="269" y="21"/>
                </a:cubicBezTo>
                <a:cubicBezTo>
                  <a:pt x="262" y="26"/>
                  <a:pt x="255" y="31"/>
                  <a:pt x="248" y="37"/>
                </a:cubicBezTo>
                <a:cubicBezTo>
                  <a:pt x="240" y="43"/>
                  <a:pt x="232" y="50"/>
                  <a:pt x="226" y="58"/>
                </a:cubicBezTo>
                <a:cubicBezTo>
                  <a:pt x="223" y="62"/>
                  <a:pt x="219" y="65"/>
                  <a:pt x="215" y="67"/>
                </a:cubicBezTo>
                <a:cubicBezTo>
                  <a:pt x="213" y="68"/>
                  <a:pt x="212" y="69"/>
                  <a:pt x="211" y="70"/>
                </a:cubicBezTo>
                <a:cubicBezTo>
                  <a:pt x="202" y="79"/>
                  <a:pt x="194" y="87"/>
                  <a:pt x="186" y="95"/>
                </a:cubicBezTo>
                <a:cubicBezTo>
                  <a:pt x="184" y="97"/>
                  <a:pt x="183" y="99"/>
                  <a:pt x="185" y="10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3" name="Freeform 14">
            <a:extLst xmlns:a="http://schemas.openxmlformats.org/drawingml/2006/main">
              <a:ext uri="{FF2B5EF4-FFF2-40B4-BE49-F238E27FC236}">
                <a16:creationId xmlns:a16="http://schemas.microsoft.com/office/drawing/2014/main" id="{978232E2-B0FB-43E4-B612-F9250359F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1601" y="548337"/>
            <a:ext cx="141990" cy="90098"/>
          </a:xfrm>
          <a:custGeom xmlns:a="http://schemas.openxmlformats.org/drawingml/2006/main">
            <a:gdLst>
              <a:gd name="T0" fmla="*/ 16 w 280"/>
              <a:gd name="T1" fmla="*/ 133 h 178"/>
              <a:gd name="T2" fmla="*/ 14 w 280"/>
              <a:gd name="T3" fmla="*/ 124 h 178"/>
              <a:gd name="T4" fmla="*/ 2 w 280"/>
              <a:gd name="T5" fmla="*/ 103 h 178"/>
              <a:gd name="T6" fmla="*/ 6 w 280"/>
              <a:gd name="T7" fmla="*/ 81 h 178"/>
              <a:gd name="T8" fmla="*/ 16 w 280"/>
              <a:gd name="T9" fmla="*/ 77 h 178"/>
              <a:gd name="T10" fmla="*/ 22 w 280"/>
              <a:gd name="T11" fmla="*/ 77 h 178"/>
              <a:gd name="T12" fmla="*/ 40 w 280"/>
              <a:gd name="T13" fmla="*/ 71 h 178"/>
              <a:gd name="T14" fmla="*/ 54 w 280"/>
              <a:gd name="T15" fmla="*/ 64 h 178"/>
              <a:gd name="T16" fmla="*/ 63 w 280"/>
              <a:gd name="T17" fmla="*/ 61 h 178"/>
              <a:gd name="T18" fmla="*/ 144 w 280"/>
              <a:gd name="T19" fmla="*/ 25 h 178"/>
              <a:gd name="T20" fmla="*/ 169 w 280"/>
              <a:gd name="T21" fmla="*/ 16 h 178"/>
              <a:gd name="T22" fmla="*/ 186 w 280"/>
              <a:gd name="T23" fmla="*/ 13 h 178"/>
              <a:gd name="T24" fmla="*/ 209 w 280"/>
              <a:gd name="T25" fmla="*/ 9 h 178"/>
              <a:gd name="T26" fmla="*/ 224 w 280"/>
              <a:gd name="T27" fmla="*/ 3 h 178"/>
              <a:gd name="T28" fmla="*/ 233 w 280"/>
              <a:gd name="T29" fmla="*/ 0 h 178"/>
              <a:gd name="T30" fmla="*/ 265 w 280"/>
              <a:gd name="T31" fmla="*/ 5 h 178"/>
              <a:gd name="T32" fmla="*/ 274 w 280"/>
              <a:gd name="T33" fmla="*/ 29 h 178"/>
              <a:gd name="T34" fmla="*/ 256 w 280"/>
              <a:gd name="T35" fmla="*/ 50 h 178"/>
              <a:gd name="T36" fmla="*/ 245 w 280"/>
              <a:gd name="T37" fmla="*/ 53 h 178"/>
              <a:gd name="T38" fmla="*/ 220 w 280"/>
              <a:gd name="T39" fmla="*/ 56 h 178"/>
              <a:gd name="T40" fmla="*/ 213 w 280"/>
              <a:gd name="T41" fmla="*/ 58 h 178"/>
              <a:gd name="T42" fmla="*/ 208 w 280"/>
              <a:gd name="T43" fmla="*/ 67 h 178"/>
              <a:gd name="T44" fmla="*/ 210 w 280"/>
              <a:gd name="T45" fmla="*/ 76 h 178"/>
              <a:gd name="T46" fmla="*/ 218 w 280"/>
              <a:gd name="T47" fmla="*/ 92 h 178"/>
              <a:gd name="T48" fmla="*/ 224 w 280"/>
              <a:gd name="T49" fmla="*/ 115 h 178"/>
              <a:gd name="T50" fmla="*/ 220 w 280"/>
              <a:gd name="T51" fmla="*/ 146 h 178"/>
              <a:gd name="T52" fmla="*/ 197 w 280"/>
              <a:gd name="T53" fmla="*/ 163 h 178"/>
              <a:gd name="T54" fmla="*/ 189 w 280"/>
              <a:gd name="T55" fmla="*/ 163 h 178"/>
              <a:gd name="T56" fmla="*/ 181 w 280"/>
              <a:gd name="T57" fmla="*/ 167 h 178"/>
              <a:gd name="T58" fmla="*/ 178 w 280"/>
              <a:gd name="T59" fmla="*/ 170 h 178"/>
              <a:gd name="T60" fmla="*/ 156 w 280"/>
              <a:gd name="T61" fmla="*/ 175 h 178"/>
              <a:gd name="T62" fmla="*/ 140 w 280"/>
              <a:gd name="T63" fmla="*/ 166 h 178"/>
              <a:gd name="T64" fmla="*/ 126 w 280"/>
              <a:gd name="T65" fmla="*/ 162 h 178"/>
              <a:gd name="T66" fmla="*/ 119 w 280"/>
              <a:gd name="T67" fmla="*/ 160 h 178"/>
              <a:gd name="T68" fmla="*/ 113 w 280"/>
              <a:gd name="T69" fmla="*/ 150 h 178"/>
              <a:gd name="T70" fmla="*/ 115 w 280"/>
              <a:gd name="T71" fmla="*/ 147 h 178"/>
              <a:gd name="T72" fmla="*/ 122 w 280"/>
              <a:gd name="T73" fmla="*/ 147 h 178"/>
              <a:gd name="T74" fmla="*/ 166 w 280"/>
              <a:gd name="T75" fmla="*/ 141 h 178"/>
              <a:gd name="T76" fmla="*/ 185 w 280"/>
              <a:gd name="T77" fmla="*/ 129 h 178"/>
              <a:gd name="T78" fmla="*/ 188 w 280"/>
              <a:gd name="T79" fmla="*/ 120 h 178"/>
              <a:gd name="T80" fmla="*/ 185 w 280"/>
              <a:gd name="T81" fmla="*/ 92 h 178"/>
              <a:gd name="T82" fmla="*/ 184 w 280"/>
              <a:gd name="T83" fmla="*/ 77 h 178"/>
              <a:gd name="T84" fmla="*/ 179 w 280"/>
              <a:gd name="T85" fmla="*/ 71 h 178"/>
              <a:gd name="T86" fmla="*/ 163 w 280"/>
              <a:gd name="T87" fmla="*/ 75 h 178"/>
              <a:gd name="T88" fmla="*/ 158 w 280"/>
              <a:gd name="T89" fmla="*/ 79 h 178"/>
              <a:gd name="T90" fmla="*/ 145 w 280"/>
              <a:gd name="T91" fmla="*/ 82 h 178"/>
              <a:gd name="T92" fmla="*/ 116 w 280"/>
              <a:gd name="T93" fmla="*/ 91 h 178"/>
              <a:gd name="T94" fmla="*/ 80 w 280"/>
              <a:gd name="T95" fmla="*/ 118 h 178"/>
              <a:gd name="T96" fmla="*/ 52 w 280"/>
              <a:gd name="T97" fmla="*/ 135 h 178"/>
              <a:gd name="T98" fmla="*/ 22 w 280"/>
              <a:gd name="T99" fmla="*/ 136 h 178"/>
              <a:gd name="T100" fmla="*/ 18 w 280"/>
              <a:gd name="T101" fmla="*/ 134 h 178"/>
              <a:gd name="T102" fmla="*/ 16 w 280"/>
              <a:gd name="T103" fmla="*/ 133 h 178"/>
            </a:gdLst>
            <a:rect l="0" t="0" r="r" b="b"/>
            <a:pathLst>
              <a:path w="280" h="178">
                <a:moveTo>
                  <a:pt x="16" y="133"/>
                </a:moveTo>
                <a:cubicBezTo>
                  <a:pt x="18" y="129"/>
                  <a:pt x="16" y="127"/>
                  <a:pt x="14" y="124"/>
                </a:cubicBezTo>
                <a:cubicBezTo>
                  <a:pt x="9" y="118"/>
                  <a:pt x="5" y="111"/>
                  <a:pt x="2" y="103"/>
                </a:cubicBezTo>
                <a:cubicBezTo>
                  <a:pt x="0" y="95"/>
                  <a:pt x="1" y="88"/>
                  <a:pt x="6" y="81"/>
                </a:cubicBezTo>
                <a:cubicBezTo>
                  <a:pt x="9" y="78"/>
                  <a:pt x="12" y="76"/>
                  <a:pt x="16" y="77"/>
                </a:cubicBezTo>
                <a:cubicBezTo>
                  <a:pt x="18" y="77"/>
                  <a:pt x="20" y="76"/>
                  <a:pt x="22" y="77"/>
                </a:cubicBezTo>
                <a:cubicBezTo>
                  <a:pt x="29" y="79"/>
                  <a:pt x="36" y="76"/>
                  <a:pt x="40" y="71"/>
                </a:cubicBezTo>
                <a:cubicBezTo>
                  <a:pt x="44" y="67"/>
                  <a:pt x="49" y="65"/>
                  <a:pt x="54" y="64"/>
                </a:cubicBezTo>
                <a:cubicBezTo>
                  <a:pt x="57" y="64"/>
                  <a:pt x="60" y="62"/>
                  <a:pt x="63" y="61"/>
                </a:cubicBezTo>
                <a:cubicBezTo>
                  <a:pt x="89" y="47"/>
                  <a:pt x="116" y="35"/>
                  <a:pt x="144" y="25"/>
                </a:cubicBezTo>
                <a:cubicBezTo>
                  <a:pt x="152" y="22"/>
                  <a:pt x="161" y="19"/>
                  <a:pt x="169" y="16"/>
                </a:cubicBezTo>
                <a:cubicBezTo>
                  <a:pt x="174" y="14"/>
                  <a:pt x="180" y="14"/>
                  <a:pt x="186" y="13"/>
                </a:cubicBezTo>
                <a:cubicBezTo>
                  <a:pt x="194" y="12"/>
                  <a:pt x="201" y="11"/>
                  <a:pt x="209" y="9"/>
                </a:cubicBezTo>
                <a:cubicBezTo>
                  <a:pt x="214" y="8"/>
                  <a:pt x="219" y="5"/>
                  <a:pt x="224" y="3"/>
                </a:cubicBezTo>
                <a:cubicBezTo>
                  <a:pt x="227" y="1"/>
                  <a:pt x="230" y="0"/>
                  <a:pt x="233" y="0"/>
                </a:cubicBezTo>
                <a:cubicBezTo>
                  <a:pt x="244" y="0"/>
                  <a:pt x="255" y="1"/>
                  <a:pt x="265" y="5"/>
                </a:cubicBezTo>
                <a:cubicBezTo>
                  <a:pt x="276" y="9"/>
                  <a:pt x="280" y="19"/>
                  <a:pt x="274" y="29"/>
                </a:cubicBezTo>
                <a:cubicBezTo>
                  <a:pt x="270" y="38"/>
                  <a:pt x="263" y="45"/>
                  <a:pt x="256" y="50"/>
                </a:cubicBezTo>
                <a:cubicBezTo>
                  <a:pt x="252" y="53"/>
                  <a:pt x="249" y="53"/>
                  <a:pt x="245" y="53"/>
                </a:cubicBezTo>
                <a:cubicBezTo>
                  <a:pt x="236" y="54"/>
                  <a:pt x="228" y="55"/>
                  <a:pt x="220" y="56"/>
                </a:cubicBezTo>
                <a:cubicBezTo>
                  <a:pt x="218" y="57"/>
                  <a:pt x="215" y="57"/>
                  <a:pt x="213" y="58"/>
                </a:cubicBezTo>
                <a:cubicBezTo>
                  <a:pt x="209" y="60"/>
                  <a:pt x="208" y="63"/>
                  <a:pt x="208" y="67"/>
                </a:cubicBezTo>
                <a:cubicBezTo>
                  <a:pt x="208" y="70"/>
                  <a:pt x="209" y="73"/>
                  <a:pt x="210" y="76"/>
                </a:cubicBezTo>
                <a:cubicBezTo>
                  <a:pt x="213" y="82"/>
                  <a:pt x="215" y="87"/>
                  <a:pt x="218" y="92"/>
                </a:cubicBezTo>
                <a:cubicBezTo>
                  <a:pt x="221" y="100"/>
                  <a:pt x="224" y="107"/>
                  <a:pt x="224" y="115"/>
                </a:cubicBezTo>
                <a:cubicBezTo>
                  <a:pt x="224" y="126"/>
                  <a:pt x="223" y="136"/>
                  <a:pt x="220" y="146"/>
                </a:cubicBezTo>
                <a:cubicBezTo>
                  <a:pt x="216" y="157"/>
                  <a:pt x="209" y="162"/>
                  <a:pt x="197" y="163"/>
                </a:cubicBezTo>
                <a:cubicBezTo>
                  <a:pt x="194" y="163"/>
                  <a:pt x="192" y="163"/>
                  <a:pt x="189" y="163"/>
                </a:cubicBezTo>
                <a:cubicBezTo>
                  <a:pt x="186" y="163"/>
                  <a:pt x="183" y="163"/>
                  <a:pt x="181" y="167"/>
                </a:cubicBezTo>
                <a:cubicBezTo>
                  <a:pt x="180" y="168"/>
                  <a:pt x="179" y="169"/>
                  <a:pt x="178" y="170"/>
                </a:cubicBezTo>
                <a:cubicBezTo>
                  <a:pt x="171" y="176"/>
                  <a:pt x="164" y="178"/>
                  <a:pt x="156" y="175"/>
                </a:cubicBezTo>
                <a:cubicBezTo>
                  <a:pt x="151" y="172"/>
                  <a:pt x="145" y="169"/>
                  <a:pt x="140" y="166"/>
                </a:cubicBezTo>
                <a:cubicBezTo>
                  <a:pt x="136" y="163"/>
                  <a:pt x="132" y="162"/>
                  <a:pt x="126" y="162"/>
                </a:cubicBezTo>
                <a:cubicBezTo>
                  <a:pt x="124" y="162"/>
                  <a:pt x="121" y="163"/>
                  <a:pt x="119" y="160"/>
                </a:cubicBezTo>
                <a:cubicBezTo>
                  <a:pt x="116" y="157"/>
                  <a:pt x="114" y="154"/>
                  <a:pt x="113" y="150"/>
                </a:cubicBezTo>
                <a:cubicBezTo>
                  <a:pt x="112" y="148"/>
                  <a:pt x="113" y="147"/>
                  <a:pt x="115" y="147"/>
                </a:cubicBezTo>
                <a:cubicBezTo>
                  <a:pt x="117" y="147"/>
                  <a:pt x="120" y="147"/>
                  <a:pt x="122" y="147"/>
                </a:cubicBezTo>
                <a:cubicBezTo>
                  <a:pt x="137" y="148"/>
                  <a:pt x="152" y="146"/>
                  <a:pt x="166" y="141"/>
                </a:cubicBezTo>
                <a:cubicBezTo>
                  <a:pt x="173" y="138"/>
                  <a:pt x="179" y="134"/>
                  <a:pt x="185" y="129"/>
                </a:cubicBezTo>
                <a:cubicBezTo>
                  <a:pt x="188" y="126"/>
                  <a:pt x="189" y="123"/>
                  <a:pt x="188" y="120"/>
                </a:cubicBezTo>
                <a:cubicBezTo>
                  <a:pt x="187" y="111"/>
                  <a:pt x="186" y="102"/>
                  <a:pt x="185" y="92"/>
                </a:cubicBezTo>
                <a:cubicBezTo>
                  <a:pt x="184" y="87"/>
                  <a:pt x="184" y="82"/>
                  <a:pt x="184" y="77"/>
                </a:cubicBezTo>
                <a:cubicBezTo>
                  <a:pt x="184" y="73"/>
                  <a:pt x="183" y="71"/>
                  <a:pt x="179" y="71"/>
                </a:cubicBezTo>
                <a:cubicBezTo>
                  <a:pt x="173" y="70"/>
                  <a:pt x="168" y="70"/>
                  <a:pt x="163" y="75"/>
                </a:cubicBezTo>
                <a:cubicBezTo>
                  <a:pt x="162" y="76"/>
                  <a:pt x="160" y="77"/>
                  <a:pt x="158" y="79"/>
                </a:cubicBezTo>
                <a:cubicBezTo>
                  <a:pt x="154" y="81"/>
                  <a:pt x="150" y="83"/>
                  <a:pt x="145" y="82"/>
                </a:cubicBezTo>
                <a:cubicBezTo>
                  <a:pt x="134" y="82"/>
                  <a:pt x="124" y="85"/>
                  <a:pt x="116" y="91"/>
                </a:cubicBezTo>
                <a:cubicBezTo>
                  <a:pt x="104" y="100"/>
                  <a:pt x="92" y="109"/>
                  <a:pt x="80" y="118"/>
                </a:cubicBezTo>
                <a:cubicBezTo>
                  <a:pt x="71" y="124"/>
                  <a:pt x="62" y="131"/>
                  <a:pt x="52" y="135"/>
                </a:cubicBezTo>
                <a:cubicBezTo>
                  <a:pt x="42" y="139"/>
                  <a:pt x="32" y="140"/>
                  <a:pt x="22" y="136"/>
                </a:cubicBezTo>
                <a:cubicBezTo>
                  <a:pt x="20" y="136"/>
                  <a:pt x="19" y="135"/>
                  <a:pt x="18" y="134"/>
                </a:cubicBezTo>
                <a:cubicBezTo>
                  <a:pt x="17" y="134"/>
                  <a:pt x="17" y="134"/>
                  <a:pt x="16" y="133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4" name="Freeform 15">
            <a:extLst xmlns:a="http://schemas.openxmlformats.org/drawingml/2006/main">
              <a:ext uri="{FF2B5EF4-FFF2-40B4-BE49-F238E27FC236}">
                <a16:creationId xmlns:a16="http://schemas.microsoft.com/office/drawing/2014/main" id="{2420771A-145C-4605-BCA5-5392A5983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703" y="432578"/>
            <a:ext cx="107776" cy="57594"/>
          </a:xfrm>
          <a:custGeom xmlns:a="http://schemas.openxmlformats.org/drawingml/2006/main">
            <a:gdLst>
              <a:gd name="T0" fmla="*/ 197 w 212"/>
              <a:gd name="T1" fmla="*/ 0 h 114"/>
              <a:gd name="T2" fmla="*/ 205 w 212"/>
              <a:gd name="T3" fmla="*/ 0 h 114"/>
              <a:gd name="T4" fmla="*/ 211 w 212"/>
              <a:gd name="T5" fmla="*/ 9 h 114"/>
              <a:gd name="T6" fmla="*/ 191 w 212"/>
              <a:gd name="T7" fmla="*/ 29 h 114"/>
              <a:gd name="T8" fmla="*/ 187 w 212"/>
              <a:gd name="T9" fmla="*/ 29 h 114"/>
              <a:gd name="T10" fmla="*/ 174 w 212"/>
              <a:gd name="T11" fmla="*/ 33 h 114"/>
              <a:gd name="T12" fmla="*/ 132 w 212"/>
              <a:gd name="T13" fmla="*/ 67 h 114"/>
              <a:gd name="T14" fmla="*/ 109 w 212"/>
              <a:gd name="T15" fmla="*/ 91 h 114"/>
              <a:gd name="T16" fmla="*/ 71 w 212"/>
              <a:gd name="T17" fmla="*/ 112 h 114"/>
              <a:gd name="T18" fmla="*/ 40 w 212"/>
              <a:gd name="T19" fmla="*/ 108 h 114"/>
              <a:gd name="T20" fmla="*/ 9 w 212"/>
              <a:gd name="T21" fmla="*/ 90 h 114"/>
              <a:gd name="T22" fmla="*/ 8 w 212"/>
              <a:gd name="T23" fmla="*/ 89 h 114"/>
              <a:gd name="T24" fmla="*/ 11 w 212"/>
              <a:gd name="T25" fmla="*/ 64 h 114"/>
              <a:gd name="T26" fmla="*/ 15 w 212"/>
              <a:gd name="T27" fmla="*/ 62 h 114"/>
              <a:gd name="T28" fmla="*/ 114 w 212"/>
              <a:gd name="T29" fmla="*/ 23 h 114"/>
              <a:gd name="T30" fmla="*/ 130 w 212"/>
              <a:gd name="T31" fmla="*/ 18 h 114"/>
              <a:gd name="T32" fmla="*/ 164 w 212"/>
              <a:gd name="T33" fmla="*/ 7 h 114"/>
              <a:gd name="T34" fmla="*/ 197 w 212"/>
              <a:gd name="T35" fmla="*/ 0 h 114"/>
            </a:gdLst>
            <a:rect l="0" t="0" r="r" b="b"/>
            <a:pathLst>
              <a:path w="212" h="114">
                <a:moveTo>
                  <a:pt x="197" y="0"/>
                </a:moveTo>
                <a:cubicBezTo>
                  <a:pt x="199" y="0"/>
                  <a:pt x="202" y="0"/>
                  <a:pt x="205" y="0"/>
                </a:cubicBezTo>
                <a:cubicBezTo>
                  <a:pt x="209" y="1"/>
                  <a:pt x="212" y="5"/>
                  <a:pt x="211" y="9"/>
                </a:cubicBezTo>
                <a:cubicBezTo>
                  <a:pt x="207" y="18"/>
                  <a:pt x="200" y="25"/>
                  <a:pt x="191" y="29"/>
                </a:cubicBezTo>
                <a:cubicBezTo>
                  <a:pt x="189" y="29"/>
                  <a:pt x="188" y="29"/>
                  <a:pt x="187" y="29"/>
                </a:cubicBezTo>
                <a:cubicBezTo>
                  <a:pt x="182" y="28"/>
                  <a:pt x="178" y="30"/>
                  <a:pt x="174" y="33"/>
                </a:cubicBezTo>
                <a:cubicBezTo>
                  <a:pt x="158" y="43"/>
                  <a:pt x="144" y="54"/>
                  <a:pt x="132" y="67"/>
                </a:cubicBezTo>
                <a:cubicBezTo>
                  <a:pt x="124" y="75"/>
                  <a:pt x="116" y="83"/>
                  <a:pt x="109" y="91"/>
                </a:cubicBezTo>
                <a:cubicBezTo>
                  <a:pt x="99" y="102"/>
                  <a:pt x="86" y="110"/>
                  <a:pt x="71" y="112"/>
                </a:cubicBezTo>
                <a:cubicBezTo>
                  <a:pt x="61" y="114"/>
                  <a:pt x="50" y="112"/>
                  <a:pt x="40" y="108"/>
                </a:cubicBezTo>
                <a:cubicBezTo>
                  <a:pt x="29" y="104"/>
                  <a:pt x="19" y="98"/>
                  <a:pt x="9" y="90"/>
                </a:cubicBezTo>
                <a:cubicBezTo>
                  <a:pt x="9" y="90"/>
                  <a:pt x="9" y="89"/>
                  <a:pt x="8" y="89"/>
                </a:cubicBezTo>
                <a:cubicBezTo>
                  <a:pt x="0" y="81"/>
                  <a:pt x="2" y="70"/>
                  <a:pt x="11" y="64"/>
                </a:cubicBezTo>
                <a:cubicBezTo>
                  <a:pt x="12" y="63"/>
                  <a:pt x="14" y="63"/>
                  <a:pt x="15" y="62"/>
                </a:cubicBezTo>
                <a:cubicBezTo>
                  <a:pt x="48" y="49"/>
                  <a:pt x="81" y="36"/>
                  <a:pt x="114" y="23"/>
                </a:cubicBezTo>
                <a:cubicBezTo>
                  <a:pt x="119" y="21"/>
                  <a:pt x="125" y="19"/>
                  <a:pt x="130" y="18"/>
                </a:cubicBezTo>
                <a:cubicBezTo>
                  <a:pt x="142" y="15"/>
                  <a:pt x="153" y="12"/>
                  <a:pt x="164" y="7"/>
                </a:cubicBezTo>
                <a:cubicBezTo>
                  <a:pt x="175" y="2"/>
                  <a:pt x="186" y="0"/>
                  <a:pt x="197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5" name="Freeform 16">
            <a:extLst xmlns:a="http://schemas.openxmlformats.org/drawingml/2006/main">
              <a:ext uri="{FF2B5EF4-FFF2-40B4-BE49-F238E27FC236}">
                <a16:creationId xmlns:a16="http://schemas.microsoft.com/office/drawing/2014/main" id="{4CE45B84-CB80-4007-BEF3-877D38D66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5059" y="361297"/>
            <a:ext cx="57594" cy="63867"/>
          </a:xfrm>
          <a:custGeom xmlns:a="http://schemas.openxmlformats.org/drawingml/2006/main">
            <a:gdLst>
              <a:gd name="T0" fmla="*/ 114 w 114"/>
              <a:gd name="T1" fmla="*/ 70 h 126"/>
              <a:gd name="T2" fmla="*/ 101 w 114"/>
              <a:gd name="T3" fmla="*/ 91 h 126"/>
              <a:gd name="T4" fmla="*/ 78 w 114"/>
              <a:gd name="T5" fmla="*/ 97 h 126"/>
              <a:gd name="T6" fmla="*/ 58 w 114"/>
              <a:gd name="T7" fmla="*/ 106 h 126"/>
              <a:gd name="T8" fmla="*/ 40 w 114"/>
              <a:gd name="T9" fmla="*/ 121 h 126"/>
              <a:gd name="T10" fmla="*/ 31 w 114"/>
              <a:gd name="T11" fmla="*/ 125 h 126"/>
              <a:gd name="T12" fmla="*/ 23 w 114"/>
              <a:gd name="T13" fmla="*/ 122 h 126"/>
              <a:gd name="T14" fmla="*/ 23 w 114"/>
              <a:gd name="T15" fmla="*/ 112 h 126"/>
              <a:gd name="T16" fmla="*/ 26 w 114"/>
              <a:gd name="T17" fmla="*/ 68 h 126"/>
              <a:gd name="T18" fmla="*/ 16 w 114"/>
              <a:gd name="T19" fmla="*/ 50 h 126"/>
              <a:gd name="T20" fmla="*/ 11 w 114"/>
              <a:gd name="T21" fmla="*/ 39 h 126"/>
              <a:gd name="T22" fmla="*/ 3 w 114"/>
              <a:gd name="T23" fmla="*/ 21 h 126"/>
              <a:gd name="T24" fmla="*/ 3 w 114"/>
              <a:gd name="T25" fmla="*/ 6 h 126"/>
              <a:gd name="T26" fmla="*/ 12 w 114"/>
              <a:gd name="T27" fmla="*/ 0 h 126"/>
              <a:gd name="T28" fmla="*/ 18 w 114"/>
              <a:gd name="T29" fmla="*/ 1 h 126"/>
              <a:gd name="T30" fmla="*/ 50 w 114"/>
              <a:gd name="T31" fmla="*/ 12 h 126"/>
              <a:gd name="T32" fmla="*/ 86 w 114"/>
              <a:gd name="T33" fmla="*/ 31 h 126"/>
              <a:gd name="T34" fmla="*/ 106 w 114"/>
              <a:gd name="T35" fmla="*/ 48 h 126"/>
              <a:gd name="T36" fmla="*/ 114 w 114"/>
              <a:gd name="T37" fmla="*/ 70 h 126"/>
            </a:gdLst>
            <a:rect l="0" t="0" r="r" b="b"/>
            <a:pathLst>
              <a:path w="114" h="126">
                <a:moveTo>
                  <a:pt x="114" y="70"/>
                </a:moveTo>
                <a:cubicBezTo>
                  <a:pt x="114" y="79"/>
                  <a:pt x="109" y="86"/>
                  <a:pt x="101" y="91"/>
                </a:cubicBezTo>
                <a:cubicBezTo>
                  <a:pt x="94" y="95"/>
                  <a:pt x="86" y="97"/>
                  <a:pt x="78" y="97"/>
                </a:cubicBezTo>
                <a:cubicBezTo>
                  <a:pt x="64" y="97"/>
                  <a:pt x="66" y="98"/>
                  <a:pt x="58" y="106"/>
                </a:cubicBezTo>
                <a:cubicBezTo>
                  <a:pt x="52" y="111"/>
                  <a:pt x="46" y="116"/>
                  <a:pt x="40" y="121"/>
                </a:cubicBezTo>
                <a:cubicBezTo>
                  <a:pt x="38" y="123"/>
                  <a:pt x="35" y="124"/>
                  <a:pt x="31" y="125"/>
                </a:cubicBezTo>
                <a:cubicBezTo>
                  <a:pt x="28" y="126"/>
                  <a:pt x="25" y="125"/>
                  <a:pt x="23" y="122"/>
                </a:cubicBezTo>
                <a:cubicBezTo>
                  <a:pt x="22" y="118"/>
                  <a:pt x="21" y="115"/>
                  <a:pt x="23" y="112"/>
                </a:cubicBezTo>
                <a:cubicBezTo>
                  <a:pt x="33" y="98"/>
                  <a:pt x="33" y="83"/>
                  <a:pt x="26" y="68"/>
                </a:cubicBezTo>
                <a:cubicBezTo>
                  <a:pt x="23" y="61"/>
                  <a:pt x="19" y="56"/>
                  <a:pt x="16" y="50"/>
                </a:cubicBezTo>
                <a:cubicBezTo>
                  <a:pt x="14" y="46"/>
                  <a:pt x="12" y="43"/>
                  <a:pt x="11" y="39"/>
                </a:cubicBezTo>
                <a:cubicBezTo>
                  <a:pt x="9" y="33"/>
                  <a:pt x="7" y="27"/>
                  <a:pt x="3" y="21"/>
                </a:cubicBezTo>
                <a:cubicBezTo>
                  <a:pt x="0" y="17"/>
                  <a:pt x="0" y="12"/>
                  <a:pt x="3" y="6"/>
                </a:cubicBezTo>
                <a:cubicBezTo>
                  <a:pt x="5" y="2"/>
                  <a:pt x="8" y="0"/>
                  <a:pt x="12" y="0"/>
                </a:cubicBezTo>
                <a:cubicBezTo>
                  <a:pt x="14" y="0"/>
                  <a:pt x="16" y="1"/>
                  <a:pt x="18" y="1"/>
                </a:cubicBezTo>
                <a:cubicBezTo>
                  <a:pt x="29" y="3"/>
                  <a:pt x="40" y="7"/>
                  <a:pt x="50" y="12"/>
                </a:cubicBezTo>
                <a:cubicBezTo>
                  <a:pt x="62" y="19"/>
                  <a:pt x="74" y="25"/>
                  <a:pt x="86" y="31"/>
                </a:cubicBezTo>
                <a:cubicBezTo>
                  <a:pt x="94" y="36"/>
                  <a:pt x="101" y="41"/>
                  <a:pt x="106" y="48"/>
                </a:cubicBezTo>
                <a:cubicBezTo>
                  <a:pt x="111" y="54"/>
                  <a:pt x="114" y="61"/>
                  <a:pt x="114" y="7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6" name="Freeform 24">
            <a:extLst xmlns:a="http://schemas.openxmlformats.org/drawingml/2006/main">
              <a:ext uri="{FF2B5EF4-FFF2-40B4-BE49-F238E27FC236}">
                <a16:creationId xmlns:a16="http://schemas.microsoft.com/office/drawing/2014/main" id="{C62DE2DB-CA20-4799-BC59-0E010B837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4717" y="420032"/>
            <a:ext cx="56454" cy="76412"/>
          </a:xfrm>
          <a:custGeom xmlns:a="http://schemas.openxmlformats.org/drawingml/2006/main">
            <a:gdLst>
              <a:gd name="T0" fmla="*/ 111 w 111"/>
              <a:gd name="T1" fmla="*/ 118 h 150"/>
              <a:gd name="T2" fmla="*/ 108 w 111"/>
              <a:gd name="T3" fmla="*/ 125 h 150"/>
              <a:gd name="T4" fmla="*/ 94 w 111"/>
              <a:gd name="T5" fmla="*/ 142 h 150"/>
              <a:gd name="T6" fmla="*/ 80 w 111"/>
              <a:gd name="T7" fmla="*/ 149 h 150"/>
              <a:gd name="T8" fmla="*/ 72 w 111"/>
              <a:gd name="T9" fmla="*/ 144 h 150"/>
              <a:gd name="T10" fmla="*/ 66 w 111"/>
              <a:gd name="T11" fmla="*/ 117 h 150"/>
              <a:gd name="T12" fmla="*/ 59 w 111"/>
              <a:gd name="T13" fmla="*/ 90 h 150"/>
              <a:gd name="T14" fmla="*/ 50 w 111"/>
              <a:gd name="T15" fmla="*/ 75 h 150"/>
              <a:gd name="T16" fmla="*/ 19 w 111"/>
              <a:gd name="T17" fmla="*/ 40 h 150"/>
              <a:gd name="T18" fmla="*/ 6 w 111"/>
              <a:gd name="T19" fmla="*/ 27 h 150"/>
              <a:gd name="T20" fmla="*/ 0 w 111"/>
              <a:gd name="T21" fmla="*/ 10 h 150"/>
              <a:gd name="T22" fmla="*/ 0 w 111"/>
              <a:gd name="T23" fmla="*/ 8 h 150"/>
              <a:gd name="T24" fmla="*/ 9 w 111"/>
              <a:gd name="T25" fmla="*/ 2 h 150"/>
              <a:gd name="T26" fmla="*/ 18 w 111"/>
              <a:gd name="T27" fmla="*/ 7 h 150"/>
              <a:gd name="T28" fmla="*/ 27 w 111"/>
              <a:gd name="T29" fmla="*/ 15 h 150"/>
              <a:gd name="T30" fmla="*/ 44 w 111"/>
              <a:gd name="T31" fmla="*/ 26 h 150"/>
              <a:gd name="T32" fmla="*/ 85 w 111"/>
              <a:gd name="T33" fmla="*/ 57 h 150"/>
              <a:gd name="T34" fmla="*/ 110 w 111"/>
              <a:gd name="T35" fmla="*/ 114 h 150"/>
              <a:gd name="T36" fmla="*/ 110 w 111"/>
              <a:gd name="T37" fmla="*/ 117 h 150"/>
              <a:gd name="T38" fmla="*/ 111 w 111"/>
              <a:gd name="T39" fmla="*/ 118 h 150"/>
            </a:gdLst>
            <a:rect l="0" t="0" r="r" b="b"/>
            <a:pathLst>
              <a:path w="111" h="150">
                <a:moveTo>
                  <a:pt x="111" y="118"/>
                </a:moveTo>
                <a:cubicBezTo>
                  <a:pt x="110" y="120"/>
                  <a:pt x="109" y="123"/>
                  <a:pt x="108" y="125"/>
                </a:cubicBezTo>
                <a:cubicBezTo>
                  <a:pt x="103" y="131"/>
                  <a:pt x="99" y="136"/>
                  <a:pt x="94" y="142"/>
                </a:cubicBezTo>
                <a:cubicBezTo>
                  <a:pt x="90" y="146"/>
                  <a:pt x="86" y="148"/>
                  <a:pt x="80" y="149"/>
                </a:cubicBezTo>
                <a:cubicBezTo>
                  <a:pt x="75" y="150"/>
                  <a:pt x="73" y="149"/>
                  <a:pt x="72" y="144"/>
                </a:cubicBezTo>
                <a:cubicBezTo>
                  <a:pt x="70" y="135"/>
                  <a:pt x="68" y="126"/>
                  <a:pt x="66" y="117"/>
                </a:cubicBezTo>
                <a:cubicBezTo>
                  <a:pt x="64" y="108"/>
                  <a:pt x="63" y="99"/>
                  <a:pt x="59" y="90"/>
                </a:cubicBezTo>
                <a:cubicBezTo>
                  <a:pt x="57" y="85"/>
                  <a:pt x="54" y="80"/>
                  <a:pt x="50" y="75"/>
                </a:cubicBezTo>
                <a:cubicBezTo>
                  <a:pt x="40" y="63"/>
                  <a:pt x="29" y="51"/>
                  <a:pt x="19" y="40"/>
                </a:cubicBezTo>
                <a:cubicBezTo>
                  <a:pt x="15" y="35"/>
                  <a:pt x="11" y="31"/>
                  <a:pt x="6" y="27"/>
                </a:cubicBezTo>
                <a:cubicBezTo>
                  <a:pt x="1" y="22"/>
                  <a:pt x="0" y="17"/>
                  <a:pt x="0" y="10"/>
                </a:cubicBezTo>
                <a:cubicBezTo>
                  <a:pt x="0" y="9"/>
                  <a:pt x="0" y="9"/>
                  <a:pt x="0" y="8"/>
                </a:cubicBezTo>
                <a:cubicBezTo>
                  <a:pt x="2" y="1"/>
                  <a:pt x="3" y="0"/>
                  <a:pt x="9" y="2"/>
                </a:cubicBezTo>
                <a:cubicBezTo>
                  <a:pt x="12" y="4"/>
                  <a:pt x="15" y="5"/>
                  <a:pt x="18" y="7"/>
                </a:cubicBezTo>
                <a:cubicBezTo>
                  <a:pt x="21" y="10"/>
                  <a:pt x="24" y="12"/>
                  <a:pt x="27" y="15"/>
                </a:cubicBezTo>
                <a:cubicBezTo>
                  <a:pt x="32" y="20"/>
                  <a:pt x="38" y="24"/>
                  <a:pt x="44" y="26"/>
                </a:cubicBezTo>
                <a:cubicBezTo>
                  <a:pt x="61" y="33"/>
                  <a:pt x="74" y="43"/>
                  <a:pt x="85" y="57"/>
                </a:cubicBezTo>
                <a:cubicBezTo>
                  <a:pt x="98" y="73"/>
                  <a:pt x="107" y="92"/>
                  <a:pt x="110" y="114"/>
                </a:cubicBezTo>
                <a:cubicBezTo>
                  <a:pt x="110" y="115"/>
                  <a:pt x="110" y="116"/>
                  <a:pt x="110" y="117"/>
                </a:cubicBezTo>
                <a:cubicBezTo>
                  <a:pt x="110" y="117"/>
                  <a:pt x="110" y="118"/>
                  <a:pt x="111" y="1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7" name="Freeform 26">
            <a:extLst xmlns:a="http://schemas.openxmlformats.org/drawingml/2006/main">
              <a:ext uri="{FF2B5EF4-FFF2-40B4-BE49-F238E27FC236}">
                <a16:creationId xmlns:a16="http://schemas.microsoft.com/office/drawing/2014/main" id="{8C0A2774-AFAE-45AA-9BAE-B5A387BBA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4100" y="564304"/>
            <a:ext cx="41057" cy="50181"/>
          </a:xfrm>
          <a:custGeom xmlns:a="http://schemas.openxmlformats.org/drawingml/2006/main">
            <a:gdLst>
              <a:gd name="T0" fmla="*/ 0 w 81"/>
              <a:gd name="T1" fmla="*/ 18 h 99"/>
              <a:gd name="T2" fmla="*/ 1 w 81"/>
              <a:gd name="T3" fmla="*/ 9 h 99"/>
              <a:gd name="T4" fmla="*/ 11 w 81"/>
              <a:gd name="T5" fmla="*/ 1 h 99"/>
              <a:gd name="T6" fmla="*/ 50 w 81"/>
              <a:gd name="T7" fmla="*/ 12 h 99"/>
              <a:gd name="T8" fmla="*/ 78 w 81"/>
              <a:gd name="T9" fmla="*/ 44 h 99"/>
              <a:gd name="T10" fmla="*/ 80 w 81"/>
              <a:gd name="T11" fmla="*/ 51 h 99"/>
              <a:gd name="T12" fmla="*/ 77 w 81"/>
              <a:gd name="T13" fmla="*/ 79 h 99"/>
              <a:gd name="T14" fmla="*/ 43 w 81"/>
              <a:gd name="T15" fmla="*/ 92 h 99"/>
              <a:gd name="T16" fmla="*/ 30 w 81"/>
              <a:gd name="T17" fmla="*/ 81 h 99"/>
              <a:gd name="T18" fmla="*/ 12 w 81"/>
              <a:gd name="T19" fmla="*/ 60 h 99"/>
              <a:gd name="T20" fmla="*/ 1 w 81"/>
              <a:gd name="T21" fmla="*/ 24 h 99"/>
              <a:gd name="T22" fmla="*/ 1 w 81"/>
              <a:gd name="T23" fmla="*/ 18 h 99"/>
              <a:gd name="T24" fmla="*/ 0 w 81"/>
              <a:gd name="T25" fmla="*/ 18 h 99"/>
            </a:gdLst>
            <a:rect l="0" t="0" r="r" b="b"/>
            <a:pathLst>
              <a:path w="81" h="99">
                <a:moveTo>
                  <a:pt x="0" y="18"/>
                </a:moveTo>
                <a:cubicBezTo>
                  <a:pt x="1" y="15"/>
                  <a:pt x="1" y="12"/>
                  <a:pt x="1" y="9"/>
                </a:cubicBezTo>
                <a:cubicBezTo>
                  <a:pt x="2" y="4"/>
                  <a:pt x="5" y="1"/>
                  <a:pt x="11" y="1"/>
                </a:cubicBezTo>
                <a:cubicBezTo>
                  <a:pt x="25" y="0"/>
                  <a:pt x="39" y="2"/>
                  <a:pt x="50" y="12"/>
                </a:cubicBezTo>
                <a:cubicBezTo>
                  <a:pt x="62" y="21"/>
                  <a:pt x="70" y="32"/>
                  <a:pt x="78" y="44"/>
                </a:cubicBezTo>
                <a:cubicBezTo>
                  <a:pt x="79" y="46"/>
                  <a:pt x="80" y="49"/>
                  <a:pt x="80" y="51"/>
                </a:cubicBezTo>
                <a:cubicBezTo>
                  <a:pt x="81" y="61"/>
                  <a:pt x="80" y="70"/>
                  <a:pt x="77" y="79"/>
                </a:cubicBezTo>
                <a:cubicBezTo>
                  <a:pt x="74" y="89"/>
                  <a:pt x="57" y="99"/>
                  <a:pt x="43" y="92"/>
                </a:cubicBezTo>
                <a:cubicBezTo>
                  <a:pt x="38" y="89"/>
                  <a:pt x="33" y="86"/>
                  <a:pt x="30" y="81"/>
                </a:cubicBezTo>
                <a:cubicBezTo>
                  <a:pt x="24" y="74"/>
                  <a:pt x="18" y="67"/>
                  <a:pt x="12" y="60"/>
                </a:cubicBezTo>
                <a:cubicBezTo>
                  <a:pt x="4" y="49"/>
                  <a:pt x="2" y="37"/>
                  <a:pt x="1" y="24"/>
                </a:cubicBezTo>
                <a:cubicBezTo>
                  <a:pt x="1" y="22"/>
                  <a:pt x="1" y="20"/>
                  <a:pt x="1" y="18"/>
                </a:cubicBezTo>
                <a:cubicBezTo>
                  <a:pt x="1" y="18"/>
                  <a:pt x="1" y="18"/>
                  <a:pt x="0" y="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B20705BE-D3AB-4D16-8C22-73C192308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7552" y="552329"/>
            <a:ext cx="43908" cy="50751"/>
          </a:xfrm>
          <a:custGeom xmlns:a="http://schemas.openxmlformats.org/drawingml/2006/main">
            <a:gdLst>
              <a:gd name="T0" fmla="*/ 38 w 87"/>
              <a:gd name="T1" fmla="*/ 100 h 100"/>
              <a:gd name="T2" fmla="*/ 27 w 87"/>
              <a:gd name="T3" fmla="*/ 98 h 100"/>
              <a:gd name="T4" fmla="*/ 22 w 87"/>
              <a:gd name="T5" fmla="*/ 91 h 100"/>
              <a:gd name="T6" fmla="*/ 17 w 87"/>
              <a:gd name="T7" fmla="*/ 65 h 100"/>
              <a:gd name="T8" fmla="*/ 1 w 87"/>
              <a:gd name="T9" fmla="*/ 16 h 100"/>
              <a:gd name="T10" fmla="*/ 0 w 87"/>
              <a:gd name="T11" fmla="*/ 4 h 100"/>
              <a:gd name="T12" fmla="*/ 4 w 87"/>
              <a:gd name="T13" fmla="*/ 0 h 100"/>
              <a:gd name="T14" fmla="*/ 12 w 87"/>
              <a:gd name="T15" fmla="*/ 0 h 100"/>
              <a:gd name="T16" fmla="*/ 20 w 87"/>
              <a:gd name="T17" fmla="*/ 4 h 100"/>
              <a:gd name="T18" fmla="*/ 31 w 87"/>
              <a:gd name="T19" fmla="*/ 12 h 100"/>
              <a:gd name="T20" fmla="*/ 65 w 87"/>
              <a:gd name="T21" fmla="*/ 41 h 100"/>
              <a:gd name="T22" fmla="*/ 78 w 87"/>
              <a:gd name="T23" fmla="*/ 56 h 100"/>
              <a:gd name="T24" fmla="*/ 73 w 87"/>
              <a:gd name="T25" fmla="*/ 87 h 100"/>
              <a:gd name="T26" fmla="*/ 38 w 87"/>
              <a:gd name="T27" fmla="*/ 100 h 100"/>
            </a:gdLst>
            <a:rect l="0" t="0" r="r" b="b"/>
            <a:pathLst>
              <a:path w="87" h="100">
                <a:moveTo>
                  <a:pt x="38" y="100"/>
                </a:moveTo>
                <a:cubicBezTo>
                  <a:pt x="34" y="99"/>
                  <a:pt x="31" y="99"/>
                  <a:pt x="27" y="98"/>
                </a:cubicBezTo>
                <a:cubicBezTo>
                  <a:pt x="24" y="97"/>
                  <a:pt x="22" y="94"/>
                  <a:pt x="22" y="91"/>
                </a:cubicBezTo>
                <a:cubicBezTo>
                  <a:pt x="23" y="81"/>
                  <a:pt x="20" y="73"/>
                  <a:pt x="17" y="65"/>
                </a:cubicBezTo>
                <a:cubicBezTo>
                  <a:pt x="11" y="49"/>
                  <a:pt x="4" y="33"/>
                  <a:pt x="1" y="16"/>
                </a:cubicBezTo>
                <a:cubicBezTo>
                  <a:pt x="0" y="12"/>
                  <a:pt x="0" y="8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7" y="0"/>
                  <a:pt x="10" y="0"/>
                  <a:pt x="12" y="0"/>
                </a:cubicBezTo>
                <a:cubicBezTo>
                  <a:pt x="15" y="1"/>
                  <a:pt x="18" y="2"/>
                  <a:pt x="20" y="4"/>
                </a:cubicBezTo>
                <a:cubicBezTo>
                  <a:pt x="24" y="7"/>
                  <a:pt x="28" y="9"/>
                  <a:pt x="31" y="12"/>
                </a:cubicBezTo>
                <a:cubicBezTo>
                  <a:pt x="42" y="22"/>
                  <a:pt x="54" y="31"/>
                  <a:pt x="65" y="41"/>
                </a:cubicBezTo>
                <a:cubicBezTo>
                  <a:pt x="70" y="45"/>
                  <a:pt x="74" y="51"/>
                  <a:pt x="78" y="56"/>
                </a:cubicBezTo>
                <a:cubicBezTo>
                  <a:pt x="87" y="69"/>
                  <a:pt x="85" y="78"/>
                  <a:pt x="73" y="87"/>
                </a:cubicBezTo>
                <a:cubicBezTo>
                  <a:pt x="64" y="95"/>
                  <a:pt x="50" y="100"/>
                  <a:pt x="38" y="1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9" name="Freeform 36">
            <a:extLst xmlns:a="http://schemas.openxmlformats.org/drawingml/2006/main">
              <a:ext uri="{FF2B5EF4-FFF2-40B4-BE49-F238E27FC236}">
                <a16:creationId xmlns:a16="http://schemas.microsoft.com/office/drawing/2014/main" id="{2AF5E2DA-63E8-4861-BC6F-02E162D12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3006" y="481619"/>
            <a:ext cx="22809" cy="43908"/>
          </a:xfrm>
          <a:custGeom xmlns:a="http://schemas.openxmlformats.org/drawingml/2006/main">
            <a:gdLst>
              <a:gd name="T0" fmla="*/ 6 w 44"/>
              <a:gd name="T1" fmla="*/ 57 h 87"/>
              <a:gd name="T2" fmla="*/ 2 w 44"/>
              <a:gd name="T3" fmla="*/ 8 h 87"/>
              <a:gd name="T4" fmla="*/ 3 w 44"/>
              <a:gd name="T5" fmla="*/ 2 h 87"/>
              <a:gd name="T6" fmla="*/ 10 w 44"/>
              <a:gd name="T7" fmla="*/ 2 h 87"/>
              <a:gd name="T8" fmla="*/ 15 w 44"/>
              <a:gd name="T9" fmla="*/ 6 h 87"/>
              <a:gd name="T10" fmla="*/ 29 w 44"/>
              <a:gd name="T11" fmla="*/ 22 h 87"/>
              <a:gd name="T12" fmla="*/ 39 w 44"/>
              <a:gd name="T13" fmla="*/ 36 h 87"/>
              <a:gd name="T14" fmla="*/ 43 w 44"/>
              <a:gd name="T15" fmla="*/ 52 h 87"/>
              <a:gd name="T16" fmla="*/ 38 w 44"/>
              <a:gd name="T17" fmla="*/ 74 h 87"/>
              <a:gd name="T18" fmla="*/ 16 w 44"/>
              <a:gd name="T19" fmla="*/ 87 h 87"/>
              <a:gd name="T20" fmla="*/ 8 w 44"/>
              <a:gd name="T21" fmla="*/ 81 h 87"/>
              <a:gd name="T22" fmla="*/ 6 w 44"/>
              <a:gd name="T23" fmla="*/ 65 h 87"/>
              <a:gd name="T24" fmla="*/ 6 w 44"/>
              <a:gd name="T25" fmla="*/ 57 h 87"/>
            </a:gdLst>
            <a:rect l="0" t="0" r="r" b="b"/>
            <a:pathLst>
              <a:path w="44" h="87">
                <a:moveTo>
                  <a:pt x="6" y="57"/>
                </a:moveTo>
                <a:cubicBezTo>
                  <a:pt x="7" y="39"/>
                  <a:pt x="5" y="23"/>
                  <a:pt x="2" y="8"/>
                </a:cubicBezTo>
                <a:cubicBezTo>
                  <a:pt x="1" y="6"/>
                  <a:pt x="0" y="3"/>
                  <a:pt x="3" y="2"/>
                </a:cubicBezTo>
                <a:cubicBezTo>
                  <a:pt x="5" y="0"/>
                  <a:pt x="7" y="0"/>
                  <a:pt x="10" y="2"/>
                </a:cubicBezTo>
                <a:cubicBezTo>
                  <a:pt x="12" y="3"/>
                  <a:pt x="14" y="4"/>
                  <a:pt x="15" y="6"/>
                </a:cubicBezTo>
                <a:cubicBezTo>
                  <a:pt x="20" y="11"/>
                  <a:pt x="25" y="17"/>
                  <a:pt x="29" y="22"/>
                </a:cubicBezTo>
                <a:cubicBezTo>
                  <a:pt x="33" y="27"/>
                  <a:pt x="36" y="32"/>
                  <a:pt x="39" y="36"/>
                </a:cubicBezTo>
                <a:cubicBezTo>
                  <a:pt x="42" y="41"/>
                  <a:pt x="44" y="46"/>
                  <a:pt x="43" y="52"/>
                </a:cubicBezTo>
                <a:cubicBezTo>
                  <a:pt x="42" y="59"/>
                  <a:pt x="41" y="67"/>
                  <a:pt x="38" y="74"/>
                </a:cubicBezTo>
                <a:cubicBezTo>
                  <a:pt x="33" y="83"/>
                  <a:pt x="27" y="87"/>
                  <a:pt x="16" y="87"/>
                </a:cubicBezTo>
                <a:cubicBezTo>
                  <a:pt x="12" y="87"/>
                  <a:pt x="10" y="85"/>
                  <a:pt x="8" y="81"/>
                </a:cubicBezTo>
                <a:cubicBezTo>
                  <a:pt x="6" y="76"/>
                  <a:pt x="6" y="71"/>
                  <a:pt x="6" y="65"/>
                </a:cubicBezTo>
                <a:cubicBezTo>
                  <a:pt x="6" y="62"/>
                  <a:pt x="6" y="59"/>
                  <a:pt x="6" y="5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5" name="Freeform 8">
            <a:extLst xmlns:a="http://schemas.openxmlformats.org/drawingml/2006/main">
              <a:ext uri="{FF2B5EF4-FFF2-40B4-BE49-F238E27FC236}">
                <a16:creationId xmlns:a16="http://schemas.microsoft.com/office/drawing/2014/main" id="{67F41C0C-B1BD-4CC6-8C71-5E6ECAB56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7780" y="329883"/>
            <a:ext cx="445930" cy="444892"/>
          </a:xfrm>
          <a:custGeom xmlns:a="http://schemas.openxmlformats.org/drawingml/2006/main"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Freeform 42">
            <a:extLst xmlns:a="http://schemas.openxmlformats.org/drawingml/2006/main">
              <a:ext uri="{FF2B5EF4-FFF2-40B4-BE49-F238E27FC236}">
                <a16:creationId xmlns:a16="http://schemas.microsoft.com/office/drawing/2014/main" id="{98872BD2-F7DB-40D5-8648-C5AFAF2D6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5990" y="387574"/>
            <a:ext cx="328990" cy="328471"/>
          </a:xfrm>
          <a:custGeom xmlns:a="http://schemas.openxmlformats.org/drawingml/2006/main"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7" name="Freeform 43">
            <a:extLst xmlns:a="http://schemas.openxmlformats.org/drawingml/2006/main">
              <a:ext uri="{FF2B5EF4-FFF2-40B4-BE49-F238E27FC236}">
                <a16:creationId xmlns:a16="http://schemas.microsoft.com/office/drawing/2014/main" id="{6B59DF14-45FB-4CFE-A8F2-A99960276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836" y="420317"/>
            <a:ext cx="36381" cy="43657"/>
          </a:xfrm>
          <a:custGeom xmlns:a="http://schemas.openxmlformats.org/drawingml/2006/main"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8" name="Freeform 44">
            <a:extLst xmlns:a="http://schemas.openxmlformats.org/drawingml/2006/main">
              <a:ext uri="{FF2B5EF4-FFF2-40B4-BE49-F238E27FC236}">
                <a16:creationId xmlns:a16="http://schemas.microsoft.com/office/drawing/2014/main" id="{0CFB74FB-B362-4963-8BAA-C250F569F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451" y="502955"/>
            <a:ext cx="34822" cy="37420"/>
          </a:xfrm>
          <a:custGeom xmlns:a="http://schemas.openxmlformats.org/drawingml/2006/main"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9" name="Freeform 45">
            <a:extLst xmlns:a="http://schemas.openxmlformats.org/drawingml/2006/main">
              <a:ext uri="{FF2B5EF4-FFF2-40B4-BE49-F238E27FC236}">
                <a16:creationId xmlns:a16="http://schemas.microsoft.com/office/drawing/2014/main" id="{059EFFDC-31F1-4FD2-A926-C0E4E0434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0534" y="383416"/>
            <a:ext cx="37940" cy="40539"/>
          </a:xfrm>
          <a:custGeom xmlns:a="http://schemas.openxmlformats.org/drawingml/2006/main"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0" name="Freeform 46">
            <a:extLst xmlns:a="http://schemas.openxmlformats.org/drawingml/2006/main">
              <a:ext uri="{FF2B5EF4-FFF2-40B4-BE49-F238E27FC236}">
                <a16:creationId xmlns:a16="http://schemas.microsoft.com/office/drawing/2014/main" id="{CAF19CC1-10B3-49E1-8B1A-809199F34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451" y="561165"/>
            <a:ext cx="32743" cy="31184"/>
          </a:xfrm>
          <a:custGeom xmlns:a="http://schemas.openxmlformats.org/drawingml/2006/main"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1" name="Freeform 47">
            <a:extLst xmlns:a="http://schemas.openxmlformats.org/drawingml/2006/main">
              <a:ext uri="{FF2B5EF4-FFF2-40B4-BE49-F238E27FC236}">
                <a16:creationId xmlns:a16="http://schemas.microsoft.com/office/drawing/2014/main" id="{80534124-5166-4254-A780-ADEEBD18A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2285" y="723322"/>
            <a:ext cx="22868" cy="32743"/>
          </a:xfrm>
          <a:custGeom xmlns:a="http://schemas.openxmlformats.org/drawingml/2006/main"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2" name="Freeform 48">
            <a:extLst xmlns:a="http://schemas.openxmlformats.org/drawingml/2006/main">
              <a:ext uri="{FF2B5EF4-FFF2-40B4-BE49-F238E27FC236}">
                <a16:creationId xmlns:a16="http://schemas.microsoft.com/office/drawing/2014/main" id="{043310AA-22F8-44A6-9314-FC09A60FB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8444" y="613138"/>
            <a:ext cx="33782" cy="29105"/>
          </a:xfrm>
          <a:custGeom xmlns:a="http://schemas.openxmlformats.org/drawingml/2006/main"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3" name="Freeform 49">
            <a:extLst xmlns:a="http://schemas.openxmlformats.org/drawingml/2006/main">
              <a:ext uri="{FF2B5EF4-FFF2-40B4-BE49-F238E27FC236}">
                <a16:creationId xmlns:a16="http://schemas.microsoft.com/office/drawing/2014/main" id="{B956A1E3-1821-4B57-8BA1-468A623CF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8194" y="415639"/>
            <a:ext cx="40019" cy="43657"/>
          </a:xfrm>
          <a:custGeom xmlns:a="http://schemas.openxmlformats.org/drawingml/2006/main"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4" name="Freeform 50">
            <a:extLst xmlns:a="http://schemas.openxmlformats.org/drawingml/2006/main">
              <a:ext uri="{FF2B5EF4-FFF2-40B4-BE49-F238E27FC236}">
                <a16:creationId xmlns:a16="http://schemas.microsoft.com/office/drawing/2014/main" id="{6F82D449-2CAC-4DBC-84C1-B860CC8BE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3113" y="709289"/>
            <a:ext cx="28065" cy="32223"/>
          </a:xfrm>
          <a:custGeom xmlns:a="http://schemas.openxmlformats.org/drawingml/2006/main"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5" name="Freeform 51">
            <a:extLst xmlns:a="http://schemas.openxmlformats.org/drawingml/2006/main">
              <a:ext uri="{FF2B5EF4-FFF2-40B4-BE49-F238E27FC236}">
                <a16:creationId xmlns:a16="http://schemas.microsoft.com/office/drawing/2014/main" id="{88248FBB-1991-4DBA-9EDC-F33213D52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6135" y="379258"/>
            <a:ext cx="37940" cy="36901"/>
          </a:xfrm>
          <a:custGeom xmlns:a="http://schemas.openxmlformats.org/drawingml/2006/main"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6" name="Freeform 52">
            <a:extLst xmlns:a="http://schemas.openxmlformats.org/drawingml/2006/main">
              <a:ext uri="{FF2B5EF4-FFF2-40B4-BE49-F238E27FC236}">
                <a16:creationId xmlns:a16="http://schemas.microsoft.com/office/drawing/2014/main" id="{DA5077F7-701E-475C-8EB1-41A68DF39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8397" y="345475"/>
            <a:ext cx="30144" cy="32743"/>
          </a:xfrm>
          <a:custGeom xmlns:a="http://schemas.openxmlformats.org/drawingml/2006/main"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7" name="Freeform 53">
            <a:extLst xmlns:a="http://schemas.openxmlformats.org/drawingml/2006/main">
              <a:ext uri="{FF2B5EF4-FFF2-40B4-BE49-F238E27FC236}">
                <a16:creationId xmlns:a16="http://schemas.microsoft.com/office/drawing/2014/main" id="{B1A1289A-AB19-42EA-B19A-6AA9D51DC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5298" y="723322"/>
            <a:ext cx="23387" cy="33262"/>
          </a:xfrm>
          <a:custGeom xmlns:a="http://schemas.openxmlformats.org/drawingml/2006/main"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8" name="Freeform 54">
            <a:extLst xmlns:a="http://schemas.openxmlformats.org/drawingml/2006/main">
              <a:ext uri="{FF2B5EF4-FFF2-40B4-BE49-F238E27FC236}">
                <a16:creationId xmlns:a16="http://schemas.microsoft.com/office/drawing/2014/main" id="{D0275831-E0B4-4819-A4A7-CB4D4DE89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5" y="351712"/>
            <a:ext cx="31183" cy="35341"/>
          </a:xfrm>
          <a:custGeom xmlns:a="http://schemas.openxmlformats.org/drawingml/2006/main"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9" name="Freeform 55">
            <a:extLst xmlns:a="http://schemas.openxmlformats.org/drawingml/2006/main">
              <a:ext uri="{FF2B5EF4-FFF2-40B4-BE49-F238E27FC236}">
                <a16:creationId xmlns:a16="http://schemas.microsoft.com/office/drawing/2014/main" id="{011A18CD-0B1E-45AA-8654-8D86CC6E0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303" y="471251"/>
            <a:ext cx="36381" cy="29105"/>
          </a:xfrm>
          <a:custGeom xmlns:a="http://schemas.openxmlformats.org/drawingml/2006/main"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0" name="Freeform 56">
            <a:extLst xmlns:a="http://schemas.openxmlformats.org/drawingml/2006/main">
              <a:ext uri="{FF2B5EF4-FFF2-40B4-BE49-F238E27FC236}">
                <a16:creationId xmlns:a16="http://schemas.microsoft.com/office/drawing/2014/main" id="{C32F57E5-E32A-44EB-9DC5-04F41C4F8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823" y="607941"/>
            <a:ext cx="35861" cy="33262"/>
          </a:xfrm>
          <a:custGeom xmlns:a="http://schemas.openxmlformats.org/drawingml/2006/main"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1" name="Freeform 57">
            <a:extLst xmlns:a="http://schemas.openxmlformats.org/drawingml/2006/main">
              <a:ext uri="{FF2B5EF4-FFF2-40B4-BE49-F238E27FC236}">
                <a16:creationId xmlns:a16="http://schemas.microsoft.com/office/drawing/2014/main" id="{CC505BC5-AAB4-44D9-B65B-123F14160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816" y="556487"/>
            <a:ext cx="31703" cy="28065"/>
          </a:xfrm>
          <a:custGeom xmlns:a="http://schemas.openxmlformats.org/drawingml/2006/main"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2" name="Freeform 58">
            <a:extLst xmlns:a="http://schemas.openxmlformats.org/drawingml/2006/main">
              <a:ext uri="{FF2B5EF4-FFF2-40B4-BE49-F238E27FC236}">
                <a16:creationId xmlns:a16="http://schemas.microsoft.com/office/drawing/2014/main" id="{E1F4213B-FD4E-4CDC-BE42-2782DF2B6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8830" y="357949"/>
            <a:ext cx="28585" cy="35861"/>
          </a:xfrm>
          <a:custGeom xmlns:a="http://schemas.openxmlformats.org/drawingml/2006/main"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3" name="Freeform 59">
            <a:extLst xmlns:a="http://schemas.openxmlformats.org/drawingml/2006/main">
              <a:ext uri="{FF2B5EF4-FFF2-40B4-BE49-F238E27FC236}">
                <a16:creationId xmlns:a16="http://schemas.microsoft.com/office/drawing/2014/main" id="{480B0CB3-0424-48E6-96F5-A54D83273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9484" y="461896"/>
            <a:ext cx="32743" cy="28585"/>
          </a:xfrm>
          <a:custGeom xmlns:a="http://schemas.openxmlformats.org/drawingml/2006/main"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4" name="Freeform 60">
            <a:extLst xmlns:a="http://schemas.openxmlformats.org/drawingml/2006/main">
              <a:ext uri="{FF2B5EF4-FFF2-40B4-BE49-F238E27FC236}">
                <a16:creationId xmlns:a16="http://schemas.microsoft.com/office/drawing/2014/main" id="{BBF6AD1B-D650-457A-9DE2-C7E81B6A0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297" y="515428"/>
            <a:ext cx="31703" cy="20789"/>
          </a:xfrm>
          <a:custGeom xmlns:a="http://schemas.openxmlformats.org/drawingml/2006/main"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5" name="Freeform 61">
            <a:extLst xmlns:a="http://schemas.openxmlformats.org/drawingml/2006/main">
              <a:ext uri="{FF2B5EF4-FFF2-40B4-BE49-F238E27FC236}">
                <a16:creationId xmlns:a16="http://schemas.microsoft.com/office/drawing/2014/main" id="{EBE4B9DD-2FF1-43F2-B253-C138DAB7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6212" y="349113"/>
            <a:ext cx="19230" cy="32223"/>
          </a:xfrm>
          <a:custGeom xmlns:a="http://schemas.openxmlformats.org/drawingml/2006/main"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6" name="Freeform 62">
            <a:extLst xmlns:a="http://schemas.openxmlformats.org/drawingml/2006/main">
              <a:ext uri="{FF2B5EF4-FFF2-40B4-BE49-F238E27FC236}">
                <a16:creationId xmlns:a16="http://schemas.microsoft.com/office/drawing/2014/main" id="{29590085-6971-49CF-9A4C-497C27D3B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8753" y="711368"/>
            <a:ext cx="23907" cy="31184"/>
          </a:xfrm>
          <a:custGeom xmlns:a="http://schemas.openxmlformats.org/drawingml/2006/main"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7" name="Freeform 71">
            <a:extLst xmlns:a="http://schemas.openxmlformats.org/drawingml/2006/main">
              <a:ext uri="{FF2B5EF4-FFF2-40B4-BE49-F238E27FC236}">
                <a16:creationId xmlns:a16="http://schemas.microsoft.com/office/drawing/2014/main" id="{3F61275F-85E1-48DB-8C02-408EFFAA2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0023" y="401606"/>
            <a:ext cx="301445" cy="300925"/>
          </a:xfrm>
          <a:custGeom xmlns:a="http://schemas.openxmlformats.org/drawingml/2006/main"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6" name="标题 1">
            <a:extLst xmlns:a="http://schemas.openxmlformats.org/drawingml/2006/main">
              <a:ext uri="{FF2B5EF4-FFF2-40B4-BE49-F238E27FC236}">
                <a16:creationId xmlns:a16="http://schemas.microsoft.com/office/drawing/2014/main" id="{32E8EC4C-84E1-4A41-948A-B6D87C0E68AD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42913" y="243569"/>
            <a:ext cx="9056851" cy="61751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400" b="1" kern="1200" baseline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/>
        </p:txBody>
      </p:sp>
      <p:sp>
        <p:nvSpPr>
          <p:cNvPr id="178" name="直接连接符 177">
            <a:extLst xmlns:a="http://schemas.openxmlformats.org/drawingml/2006/main">
              <a:ext uri="{FF2B5EF4-FFF2-40B4-BE49-F238E27FC236}">
                <a16:creationId xmlns:a16="http://schemas.microsoft.com/office/drawing/2014/main" id="{E80EA4AF-303C-48F4-9A0B-E3DA578D6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06" y="867990"/>
            <a:ext cx="2433027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6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79" name="直接连接符 178">
            <a:extLst xmlns:a="http://schemas.openxmlformats.org/drawingml/2006/main">
              <a:ext uri="{FF2B5EF4-FFF2-40B4-BE49-F238E27FC236}">
                <a16:creationId xmlns:a16="http://schemas.microsoft.com/office/drawing/2014/main" id="{6DBC9B66-6A9C-43B9-96BE-686DC29A4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06" y="867990"/>
            <a:ext cx="589713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1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751CCBAB-4773-410C-8188-E3AD1D2E8BC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9005791" y="6394353"/>
            <a:ext cx="2743200" cy="2921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3" name="文本框 62">
            <a:extLst xmlns:a="http://schemas.openxmlformats.org/drawingml/2006/main">
              <a:ext uri="{FF2B5EF4-FFF2-40B4-BE49-F238E27FC236}">
                <a16:creationId xmlns:a16="http://schemas.microsoft.com/office/drawing/2014/main" id="{16BB9EEC-DCB3-47D5-A543-51D1BE6BE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3" y="6394353"/>
            <a:ext cx="1545907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" name="图片占位符 1">
            <a:extLst xmlns:a="http://schemas.openxmlformats.org/drawingml/2006/main">
              <a:ext uri="{FF2B5EF4-FFF2-40B4-BE49-F238E27FC236}">
                <a16:creationId xmlns:a16="http://schemas.microsoft.com/office/drawing/2014/main" id="{146EA784-7D65-41E5-835E-11479DF76373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977935" y="1396022"/>
            <a:ext cx="1960330" cy="1957820"/>
          </a:xfr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>
              <a:buNone/>
              <a:defRPr sz="2000"/>
            </a:lvl1pPr>
          </a:lstStyle>
          <a:p xmlns:a="http://schemas.openxmlformats.org/drawingml/2006/main">
            <a:pPr lvl="0" algn="ctr">
              <a:buNone/>
            </a:pP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7C3BA440-0FFD-4A48-8F79-EFECEC991E9C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3741006" y="1396022"/>
            <a:ext cx="1951941" cy="19578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>
              <a:buNone/>
              <a:defRPr sz="2000"/>
            </a:lvl1pPr>
          </a:lstStyle>
          <a:p xmlns:a="http://schemas.openxmlformats.org/drawingml/2006/main">
            <a:pPr lvl="0" algn="ctr">
              <a:buNone/>
            </a:pPr>
          </a:p>
        </p:txBody>
      </p:sp>
      <p:sp>
        <p:nvSpPr>
          <p:cNvPr id="4" name="图片占位符 3">
            <a:extLst xmlns:a="http://schemas.openxmlformats.org/drawingml/2006/main">
              <a:ext uri="{FF2B5EF4-FFF2-40B4-BE49-F238E27FC236}">
                <a16:creationId xmlns:a16="http://schemas.microsoft.com/office/drawing/2014/main" id="{68320F48-E35C-4193-B9C9-C0F34BECC3B4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6495686" y="1396022"/>
            <a:ext cx="1957818" cy="19578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>
              <a:buNone/>
              <a:defRPr sz="2000"/>
            </a:lvl1pPr>
          </a:lstStyle>
          <a:p xmlns:a="http://schemas.openxmlformats.org/drawingml/2006/main">
            <a:pPr lvl="0" algn="ctr">
              <a:buNone/>
            </a:pPr>
          </a:p>
        </p:txBody>
      </p:sp>
      <p:sp>
        <p:nvSpPr>
          <p:cNvPr id="5" name="图片占位符 4">
            <a:extLst xmlns:a="http://schemas.openxmlformats.org/drawingml/2006/main">
              <a:ext uri="{FF2B5EF4-FFF2-40B4-BE49-F238E27FC236}">
                <a16:creationId xmlns:a16="http://schemas.microsoft.com/office/drawing/2014/main" id="{731A5F27-F90E-4CD2-B07D-C181EC138910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9256243" y="1396022"/>
            <a:ext cx="1957820" cy="19578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>
              <a:buNone/>
              <a:defRPr sz="2000"/>
            </a:lvl1pPr>
          </a:lstStyle>
          <a:p xmlns:a="http://schemas.openxmlformats.org/drawingml/2006/main">
            <a:pPr lvl="0" algn="ctr">
              <a:buNone/>
            </a:pPr>
          </a:p>
        </p:txBody>
      </p:sp>
    </p:spTree>
  </p:cSld>
</p:sldLayout>
</file>

<file path=ppt/slideLayouts/slideLayout18.xml><?xml version="1.0" encoding="utf-8"?>
<p:sldLayout xmlns:p="http://schemas.openxmlformats.org/presentationml/2006/main" preserve="1" userDrawn="1">
  <p:cSld name="图片占位6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0" name="Freeform 17">
            <a:extLst xmlns:a="http://schemas.openxmlformats.org/drawingml/2006/main">
              <a:ext uri="{FF2B5EF4-FFF2-40B4-BE49-F238E27FC236}">
                <a16:creationId xmlns:a16="http://schemas.microsoft.com/office/drawing/2014/main" id="{87F6A931-5FC1-43FA-AE62-9D4019311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8081" y="688617"/>
            <a:ext cx="64437" cy="68999"/>
          </a:xfrm>
          <a:custGeom xmlns:a="http://schemas.openxmlformats.org/drawingml/2006/main">
            <a:gdLst>
              <a:gd name="T0" fmla="*/ 34 w 127"/>
              <a:gd name="T1" fmla="*/ 71 h 136"/>
              <a:gd name="T2" fmla="*/ 34 w 127"/>
              <a:gd name="T3" fmla="*/ 81 h 136"/>
              <a:gd name="T4" fmla="*/ 34 w 127"/>
              <a:gd name="T5" fmla="*/ 114 h 136"/>
              <a:gd name="T6" fmla="*/ 35 w 127"/>
              <a:gd name="T7" fmla="*/ 122 h 136"/>
              <a:gd name="T8" fmla="*/ 40 w 127"/>
              <a:gd name="T9" fmla="*/ 127 h 136"/>
              <a:gd name="T10" fmla="*/ 49 w 127"/>
              <a:gd name="T11" fmla="*/ 128 h 136"/>
              <a:gd name="T12" fmla="*/ 49 w 127"/>
              <a:gd name="T13" fmla="*/ 135 h 136"/>
              <a:gd name="T14" fmla="*/ 1 w 127"/>
              <a:gd name="T15" fmla="*/ 135 h 136"/>
              <a:gd name="T16" fmla="*/ 0 w 127"/>
              <a:gd name="T17" fmla="*/ 132 h 136"/>
              <a:gd name="T18" fmla="*/ 0 w 127"/>
              <a:gd name="T19" fmla="*/ 128 h 136"/>
              <a:gd name="T20" fmla="*/ 9 w 127"/>
              <a:gd name="T21" fmla="*/ 127 h 136"/>
              <a:gd name="T22" fmla="*/ 16 w 127"/>
              <a:gd name="T23" fmla="*/ 120 h 136"/>
              <a:gd name="T24" fmla="*/ 17 w 127"/>
              <a:gd name="T25" fmla="*/ 111 h 136"/>
              <a:gd name="T26" fmla="*/ 17 w 127"/>
              <a:gd name="T27" fmla="*/ 22 h 136"/>
              <a:gd name="T28" fmla="*/ 16 w 127"/>
              <a:gd name="T29" fmla="*/ 15 h 136"/>
              <a:gd name="T30" fmla="*/ 9 w 127"/>
              <a:gd name="T31" fmla="*/ 9 h 136"/>
              <a:gd name="T32" fmla="*/ 0 w 127"/>
              <a:gd name="T33" fmla="*/ 8 h 136"/>
              <a:gd name="T34" fmla="*/ 0 w 127"/>
              <a:gd name="T35" fmla="*/ 1 h 136"/>
              <a:gd name="T36" fmla="*/ 4 w 127"/>
              <a:gd name="T37" fmla="*/ 0 h 136"/>
              <a:gd name="T38" fmla="*/ 71 w 127"/>
              <a:gd name="T39" fmla="*/ 0 h 136"/>
              <a:gd name="T40" fmla="*/ 94 w 127"/>
              <a:gd name="T41" fmla="*/ 4 h 136"/>
              <a:gd name="T42" fmla="*/ 116 w 127"/>
              <a:gd name="T43" fmla="*/ 32 h 136"/>
              <a:gd name="T44" fmla="*/ 97 w 127"/>
              <a:gd name="T45" fmla="*/ 66 h 136"/>
              <a:gd name="T46" fmla="*/ 80 w 127"/>
              <a:gd name="T47" fmla="*/ 70 h 136"/>
              <a:gd name="T48" fmla="*/ 71 w 127"/>
              <a:gd name="T49" fmla="*/ 71 h 136"/>
              <a:gd name="T50" fmla="*/ 73 w 127"/>
              <a:gd name="T51" fmla="*/ 75 h 136"/>
              <a:gd name="T52" fmla="*/ 104 w 127"/>
              <a:gd name="T53" fmla="*/ 114 h 136"/>
              <a:gd name="T54" fmla="*/ 105 w 127"/>
              <a:gd name="T55" fmla="*/ 116 h 136"/>
              <a:gd name="T56" fmla="*/ 127 w 127"/>
              <a:gd name="T57" fmla="*/ 128 h 136"/>
              <a:gd name="T58" fmla="*/ 127 w 127"/>
              <a:gd name="T59" fmla="*/ 135 h 136"/>
              <a:gd name="T60" fmla="*/ 116 w 127"/>
              <a:gd name="T61" fmla="*/ 135 h 136"/>
              <a:gd name="T62" fmla="*/ 102 w 127"/>
              <a:gd name="T63" fmla="*/ 136 h 136"/>
              <a:gd name="T64" fmla="*/ 96 w 127"/>
              <a:gd name="T65" fmla="*/ 132 h 136"/>
              <a:gd name="T66" fmla="*/ 59 w 127"/>
              <a:gd name="T67" fmla="*/ 82 h 136"/>
              <a:gd name="T68" fmla="*/ 52 w 127"/>
              <a:gd name="T69" fmla="*/ 73 h 136"/>
              <a:gd name="T70" fmla="*/ 49 w 127"/>
              <a:gd name="T71" fmla="*/ 71 h 136"/>
              <a:gd name="T72" fmla="*/ 34 w 127"/>
              <a:gd name="T73" fmla="*/ 71 h 136"/>
              <a:gd name="T74" fmla="*/ 34 w 127"/>
              <a:gd name="T75" fmla="*/ 61 h 136"/>
              <a:gd name="T76" fmla="*/ 36 w 127"/>
              <a:gd name="T77" fmla="*/ 62 h 136"/>
              <a:gd name="T78" fmla="*/ 66 w 127"/>
              <a:gd name="T79" fmla="*/ 62 h 136"/>
              <a:gd name="T80" fmla="*/ 82 w 127"/>
              <a:gd name="T81" fmla="*/ 59 h 136"/>
              <a:gd name="T82" fmla="*/ 96 w 127"/>
              <a:gd name="T83" fmla="*/ 44 h 136"/>
              <a:gd name="T84" fmla="*/ 96 w 127"/>
              <a:gd name="T85" fmla="*/ 29 h 136"/>
              <a:gd name="T86" fmla="*/ 81 w 127"/>
              <a:gd name="T87" fmla="*/ 12 h 136"/>
              <a:gd name="T88" fmla="*/ 70 w 127"/>
              <a:gd name="T89" fmla="*/ 11 h 136"/>
              <a:gd name="T90" fmla="*/ 37 w 127"/>
              <a:gd name="T91" fmla="*/ 11 h 136"/>
              <a:gd name="T92" fmla="*/ 34 w 127"/>
              <a:gd name="T93" fmla="*/ 11 h 136"/>
              <a:gd name="T94" fmla="*/ 34 w 127"/>
              <a:gd name="T95" fmla="*/ 61 h 136"/>
            </a:gdLst>
            <a:rect l="0" t="0" r="r" b="b"/>
            <a:pathLst>
              <a:path w="127" h="136">
                <a:moveTo>
                  <a:pt x="34" y="71"/>
                </a:moveTo>
                <a:cubicBezTo>
                  <a:pt x="34" y="75"/>
                  <a:pt x="34" y="78"/>
                  <a:pt x="34" y="81"/>
                </a:cubicBezTo>
                <a:cubicBezTo>
                  <a:pt x="34" y="92"/>
                  <a:pt x="34" y="103"/>
                  <a:pt x="34" y="114"/>
                </a:cubicBezTo>
                <a:cubicBezTo>
                  <a:pt x="34" y="117"/>
                  <a:pt x="34" y="119"/>
                  <a:pt x="35" y="122"/>
                </a:cubicBezTo>
                <a:cubicBezTo>
                  <a:pt x="35" y="125"/>
                  <a:pt x="37" y="127"/>
                  <a:pt x="40" y="127"/>
                </a:cubicBezTo>
                <a:cubicBezTo>
                  <a:pt x="43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1" y="135"/>
                </a:cubicBezTo>
                <a:cubicBezTo>
                  <a:pt x="0" y="134"/>
                  <a:pt x="0" y="133"/>
                  <a:pt x="0" y="132"/>
                </a:cubicBezTo>
                <a:cubicBezTo>
                  <a:pt x="0" y="131"/>
                  <a:pt x="0" y="130"/>
                  <a:pt x="0" y="128"/>
                </a:cubicBezTo>
                <a:cubicBezTo>
                  <a:pt x="3" y="128"/>
                  <a:pt x="6" y="128"/>
                  <a:pt x="9" y="127"/>
                </a:cubicBezTo>
                <a:cubicBezTo>
                  <a:pt x="14" y="126"/>
                  <a:pt x="15" y="125"/>
                  <a:pt x="16" y="120"/>
                </a:cubicBezTo>
                <a:cubicBezTo>
                  <a:pt x="16" y="117"/>
                  <a:pt x="17" y="114"/>
                  <a:pt x="17" y="111"/>
                </a:cubicBezTo>
                <a:cubicBezTo>
                  <a:pt x="17" y="81"/>
                  <a:pt x="17" y="52"/>
                  <a:pt x="17" y="22"/>
                </a:cubicBezTo>
                <a:cubicBezTo>
                  <a:pt x="17" y="20"/>
                  <a:pt x="16" y="17"/>
                  <a:pt x="16" y="15"/>
                </a:cubicBezTo>
                <a:cubicBezTo>
                  <a:pt x="15" y="11"/>
                  <a:pt x="13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2" y="1"/>
                  <a:pt x="3" y="0"/>
                  <a:pt x="4" y="0"/>
                </a:cubicBezTo>
                <a:cubicBezTo>
                  <a:pt x="26" y="0"/>
                  <a:pt x="49" y="0"/>
                  <a:pt x="71" y="0"/>
                </a:cubicBezTo>
                <a:cubicBezTo>
                  <a:pt x="79" y="0"/>
                  <a:pt x="86" y="1"/>
                  <a:pt x="94" y="4"/>
                </a:cubicBezTo>
                <a:cubicBezTo>
                  <a:pt x="108" y="9"/>
                  <a:pt x="115" y="18"/>
                  <a:pt x="116" y="32"/>
                </a:cubicBezTo>
                <a:cubicBezTo>
                  <a:pt x="117" y="48"/>
                  <a:pt x="110" y="60"/>
                  <a:pt x="97" y="66"/>
                </a:cubicBezTo>
                <a:cubicBezTo>
                  <a:pt x="91" y="68"/>
                  <a:pt x="86" y="70"/>
                  <a:pt x="80" y="70"/>
                </a:cubicBezTo>
                <a:cubicBezTo>
                  <a:pt x="77" y="70"/>
                  <a:pt x="74" y="71"/>
                  <a:pt x="71" y="71"/>
                </a:cubicBezTo>
                <a:cubicBezTo>
                  <a:pt x="72" y="73"/>
                  <a:pt x="73" y="74"/>
                  <a:pt x="73" y="75"/>
                </a:cubicBezTo>
                <a:cubicBezTo>
                  <a:pt x="84" y="88"/>
                  <a:pt x="94" y="101"/>
                  <a:pt x="104" y="114"/>
                </a:cubicBezTo>
                <a:cubicBezTo>
                  <a:pt x="105" y="115"/>
                  <a:pt x="105" y="115"/>
                  <a:pt x="105" y="116"/>
                </a:cubicBezTo>
                <a:cubicBezTo>
                  <a:pt x="111" y="122"/>
                  <a:pt x="117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24" y="135"/>
                  <a:pt x="120" y="135"/>
                  <a:pt x="116" y="135"/>
                </a:cubicBezTo>
                <a:cubicBezTo>
                  <a:pt x="111" y="135"/>
                  <a:pt x="107" y="135"/>
                  <a:pt x="102" y="136"/>
                </a:cubicBezTo>
                <a:cubicBezTo>
                  <a:pt x="99" y="136"/>
                  <a:pt x="97" y="134"/>
                  <a:pt x="96" y="132"/>
                </a:cubicBezTo>
                <a:cubicBezTo>
                  <a:pt x="83" y="115"/>
                  <a:pt x="71" y="99"/>
                  <a:pt x="59" y="82"/>
                </a:cubicBezTo>
                <a:cubicBezTo>
                  <a:pt x="57" y="79"/>
                  <a:pt x="54" y="76"/>
                  <a:pt x="52" y="73"/>
                </a:cubicBezTo>
                <a:cubicBezTo>
                  <a:pt x="51" y="72"/>
                  <a:pt x="50" y="71"/>
                  <a:pt x="49" y="71"/>
                </a:cubicBezTo>
                <a:cubicBezTo>
                  <a:pt x="44" y="71"/>
                  <a:pt x="39" y="71"/>
                  <a:pt x="34" y="71"/>
                </a:cubicBezTo>
                <a:close/>
                <a:moveTo>
                  <a:pt x="34" y="61"/>
                </a:moveTo>
                <a:cubicBezTo>
                  <a:pt x="35" y="62"/>
                  <a:pt x="36" y="62"/>
                  <a:pt x="36" y="62"/>
                </a:cubicBezTo>
                <a:cubicBezTo>
                  <a:pt x="46" y="62"/>
                  <a:pt x="56" y="62"/>
                  <a:pt x="66" y="62"/>
                </a:cubicBezTo>
                <a:cubicBezTo>
                  <a:pt x="72" y="61"/>
                  <a:pt x="77" y="60"/>
                  <a:pt x="82" y="59"/>
                </a:cubicBezTo>
                <a:cubicBezTo>
                  <a:pt x="90" y="56"/>
                  <a:pt x="94" y="51"/>
                  <a:pt x="96" y="44"/>
                </a:cubicBezTo>
                <a:cubicBezTo>
                  <a:pt x="96" y="39"/>
                  <a:pt x="97" y="34"/>
                  <a:pt x="96" y="29"/>
                </a:cubicBezTo>
                <a:cubicBezTo>
                  <a:pt x="95" y="20"/>
                  <a:pt x="90" y="15"/>
                  <a:pt x="81" y="12"/>
                </a:cubicBezTo>
                <a:cubicBezTo>
                  <a:pt x="77" y="11"/>
                  <a:pt x="74" y="11"/>
                  <a:pt x="70" y="11"/>
                </a:cubicBezTo>
                <a:cubicBezTo>
                  <a:pt x="59" y="10"/>
                  <a:pt x="48" y="11"/>
                  <a:pt x="37" y="11"/>
                </a:cubicBezTo>
                <a:cubicBezTo>
                  <a:pt x="36" y="11"/>
                  <a:pt x="35" y="11"/>
                  <a:pt x="34" y="11"/>
                </a:cubicBezTo>
                <a:cubicBezTo>
                  <a:pt x="34" y="28"/>
                  <a:pt x="34" y="44"/>
                  <a:pt x="34" y="61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1" name="Freeform 18">
            <a:extLst xmlns:a="http://schemas.openxmlformats.org/drawingml/2006/main">
              <a:ext uri="{FF2B5EF4-FFF2-40B4-BE49-F238E27FC236}">
                <a16:creationId xmlns:a16="http://schemas.microsoft.com/office/drawing/2014/main" id="{64709FF5-45B4-4B52-8BE0-ED7A0FB4F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3581" y="688617"/>
            <a:ext cx="64437" cy="68429"/>
          </a:xfrm>
          <a:custGeom xmlns:a="http://schemas.openxmlformats.org/drawingml/2006/main">
            <a:gdLst>
              <a:gd name="T0" fmla="*/ 50 w 127"/>
              <a:gd name="T1" fmla="*/ 70 h 135"/>
              <a:gd name="T2" fmla="*/ 34 w 127"/>
              <a:gd name="T3" fmla="*/ 87 h 135"/>
              <a:gd name="T4" fmla="*/ 33 w 127"/>
              <a:gd name="T5" fmla="*/ 90 h 135"/>
              <a:gd name="T6" fmla="*/ 33 w 127"/>
              <a:gd name="T7" fmla="*/ 116 h 135"/>
              <a:gd name="T8" fmla="*/ 34 w 127"/>
              <a:gd name="T9" fmla="*/ 120 h 135"/>
              <a:gd name="T10" fmla="*/ 41 w 127"/>
              <a:gd name="T11" fmla="*/ 127 h 135"/>
              <a:gd name="T12" fmla="*/ 49 w 127"/>
              <a:gd name="T13" fmla="*/ 128 h 135"/>
              <a:gd name="T14" fmla="*/ 49 w 127"/>
              <a:gd name="T15" fmla="*/ 135 h 135"/>
              <a:gd name="T16" fmla="*/ 0 w 127"/>
              <a:gd name="T17" fmla="*/ 135 h 135"/>
              <a:gd name="T18" fmla="*/ 0 w 127"/>
              <a:gd name="T19" fmla="*/ 128 h 135"/>
              <a:gd name="T20" fmla="*/ 7 w 127"/>
              <a:gd name="T21" fmla="*/ 128 h 135"/>
              <a:gd name="T22" fmla="*/ 16 w 127"/>
              <a:gd name="T23" fmla="*/ 118 h 135"/>
              <a:gd name="T24" fmla="*/ 16 w 127"/>
              <a:gd name="T25" fmla="*/ 111 h 135"/>
              <a:gd name="T26" fmla="*/ 16 w 127"/>
              <a:gd name="T27" fmla="*/ 24 h 135"/>
              <a:gd name="T28" fmla="*/ 16 w 127"/>
              <a:gd name="T29" fmla="*/ 16 h 135"/>
              <a:gd name="T30" fmla="*/ 8 w 127"/>
              <a:gd name="T31" fmla="*/ 9 h 135"/>
              <a:gd name="T32" fmla="*/ 0 w 127"/>
              <a:gd name="T33" fmla="*/ 8 h 135"/>
              <a:gd name="T34" fmla="*/ 0 w 127"/>
              <a:gd name="T35" fmla="*/ 1 h 135"/>
              <a:gd name="T36" fmla="*/ 49 w 127"/>
              <a:gd name="T37" fmla="*/ 1 h 135"/>
              <a:gd name="T38" fmla="*/ 50 w 127"/>
              <a:gd name="T39" fmla="*/ 8 h 135"/>
              <a:gd name="T40" fmla="*/ 41 w 127"/>
              <a:gd name="T41" fmla="*/ 9 h 135"/>
              <a:gd name="T42" fmla="*/ 34 w 127"/>
              <a:gd name="T43" fmla="*/ 16 h 135"/>
              <a:gd name="T44" fmla="*/ 33 w 127"/>
              <a:gd name="T45" fmla="*/ 23 h 135"/>
              <a:gd name="T46" fmla="*/ 33 w 127"/>
              <a:gd name="T47" fmla="*/ 70 h 135"/>
              <a:gd name="T48" fmla="*/ 33 w 127"/>
              <a:gd name="T49" fmla="*/ 73 h 135"/>
              <a:gd name="T50" fmla="*/ 36 w 127"/>
              <a:gd name="T51" fmla="*/ 71 h 135"/>
              <a:gd name="T52" fmla="*/ 83 w 127"/>
              <a:gd name="T53" fmla="*/ 19 h 135"/>
              <a:gd name="T54" fmla="*/ 86 w 127"/>
              <a:gd name="T55" fmla="*/ 14 h 135"/>
              <a:gd name="T56" fmla="*/ 84 w 127"/>
              <a:gd name="T57" fmla="*/ 9 h 135"/>
              <a:gd name="T58" fmla="*/ 76 w 127"/>
              <a:gd name="T59" fmla="*/ 8 h 135"/>
              <a:gd name="T60" fmla="*/ 76 w 127"/>
              <a:gd name="T61" fmla="*/ 1 h 135"/>
              <a:gd name="T62" fmla="*/ 122 w 127"/>
              <a:gd name="T63" fmla="*/ 1 h 135"/>
              <a:gd name="T64" fmla="*/ 122 w 127"/>
              <a:gd name="T65" fmla="*/ 8 h 135"/>
              <a:gd name="T66" fmla="*/ 118 w 127"/>
              <a:gd name="T67" fmla="*/ 8 h 135"/>
              <a:gd name="T68" fmla="*/ 99 w 127"/>
              <a:gd name="T69" fmla="*/ 18 h 135"/>
              <a:gd name="T70" fmla="*/ 77 w 127"/>
              <a:gd name="T71" fmla="*/ 41 h 135"/>
              <a:gd name="T72" fmla="*/ 62 w 127"/>
              <a:gd name="T73" fmla="*/ 57 h 135"/>
              <a:gd name="T74" fmla="*/ 64 w 127"/>
              <a:gd name="T75" fmla="*/ 61 h 135"/>
              <a:gd name="T76" fmla="*/ 102 w 127"/>
              <a:gd name="T77" fmla="*/ 113 h 135"/>
              <a:gd name="T78" fmla="*/ 108 w 127"/>
              <a:gd name="T79" fmla="*/ 120 h 135"/>
              <a:gd name="T80" fmla="*/ 123 w 127"/>
              <a:gd name="T81" fmla="*/ 127 h 135"/>
              <a:gd name="T82" fmla="*/ 127 w 127"/>
              <a:gd name="T83" fmla="*/ 128 h 135"/>
              <a:gd name="T84" fmla="*/ 127 w 127"/>
              <a:gd name="T85" fmla="*/ 135 h 135"/>
              <a:gd name="T86" fmla="*/ 73 w 127"/>
              <a:gd name="T87" fmla="*/ 135 h 135"/>
              <a:gd name="T88" fmla="*/ 73 w 127"/>
              <a:gd name="T89" fmla="*/ 128 h 135"/>
              <a:gd name="T90" fmla="*/ 80 w 127"/>
              <a:gd name="T91" fmla="*/ 127 h 135"/>
              <a:gd name="T92" fmla="*/ 84 w 127"/>
              <a:gd name="T93" fmla="*/ 120 h 135"/>
              <a:gd name="T94" fmla="*/ 82 w 127"/>
              <a:gd name="T95" fmla="*/ 115 h 135"/>
              <a:gd name="T96" fmla="*/ 51 w 127"/>
              <a:gd name="T97" fmla="*/ 72 h 135"/>
              <a:gd name="T98" fmla="*/ 50 w 127"/>
              <a:gd name="T99" fmla="*/ 70 h 135"/>
            </a:gdLst>
            <a:rect l="0" t="0" r="r" b="b"/>
            <a:pathLst>
              <a:path w="127" h="135">
                <a:moveTo>
                  <a:pt x="50" y="70"/>
                </a:moveTo>
                <a:cubicBezTo>
                  <a:pt x="44" y="76"/>
                  <a:pt x="39" y="81"/>
                  <a:pt x="34" y="87"/>
                </a:cubicBezTo>
                <a:cubicBezTo>
                  <a:pt x="33" y="88"/>
                  <a:pt x="33" y="89"/>
                  <a:pt x="33" y="90"/>
                </a:cubicBezTo>
                <a:cubicBezTo>
                  <a:pt x="33" y="99"/>
                  <a:pt x="33" y="107"/>
                  <a:pt x="33" y="116"/>
                </a:cubicBezTo>
                <a:cubicBezTo>
                  <a:pt x="33" y="117"/>
                  <a:pt x="33" y="118"/>
                  <a:pt x="34" y="120"/>
                </a:cubicBezTo>
                <a:cubicBezTo>
                  <a:pt x="35" y="125"/>
                  <a:pt x="36" y="126"/>
                  <a:pt x="41" y="127"/>
                </a:cubicBezTo>
                <a:cubicBezTo>
                  <a:pt x="44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7" y="128"/>
                </a:cubicBezTo>
                <a:cubicBezTo>
                  <a:pt x="14" y="127"/>
                  <a:pt x="16" y="125"/>
                  <a:pt x="16" y="118"/>
                </a:cubicBezTo>
                <a:cubicBezTo>
                  <a:pt x="16" y="115"/>
                  <a:pt x="16" y="113"/>
                  <a:pt x="16" y="111"/>
                </a:cubicBezTo>
                <a:cubicBezTo>
                  <a:pt x="16" y="82"/>
                  <a:pt x="16" y="53"/>
                  <a:pt x="16" y="24"/>
                </a:cubicBezTo>
                <a:cubicBezTo>
                  <a:pt x="16" y="21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5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4" y="0"/>
                  <a:pt x="40" y="0"/>
                  <a:pt x="49" y="1"/>
                </a:cubicBezTo>
                <a:cubicBezTo>
                  <a:pt x="49" y="3"/>
                  <a:pt x="50" y="5"/>
                  <a:pt x="50" y="8"/>
                </a:cubicBezTo>
                <a:cubicBezTo>
                  <a:pt x="47" y="8"/>
                  <a:pt x="44" y="8"/>
                  <a:pt x="41" y="9"/>
                </a:cubicBezTo>
                <a:cubicBezTo>
                  <a:pt x="37" y="9"/>
                  <a:pt x="34" y="11"/>
                  <a:pt x="34" y="16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39"/>
                  <a:pt x="33" y="54"/>
                  <a:pt x="33" y="70"/>
                </a:cubicBezTo>
                <a:cubicBezTo>
                  <a:pt x="33" y="71"/>
                  <a:pt x="33" y="72"/>
                  <a:pt x="33" y="73"/>
                </a:cubicBezTo>
                <a:cubicBezTo>
                  <a:pt x="35" y="72"/>
                  <a:pt x="36" y="72"/>
                  <a:pt x="36" y="71"/>
                </a:cubicBezTo>
                <a:cubicBezTo>
                  <a:pt x="52" y="54"/>
                  <a:pt x="67" y="37"/>
                  <a:pt x="83" y="19"/>
                </a:cubicBezTo>
                <a:cubicBezTo>
                  <a:pt x="84" y="18"/>
                  <a:pt x="85" y="16"/>
                  <a:pt x="86" y="14"/>
                </a:cubicBezTo>
                <a:cubicBezTo>
                  <a:pt x="88" y="12"/>
                  <a:pt x="87" y="10"/>
                  <a:pt x="84" y="9"/>
                </a:cubicBezTo>
                <a:cubicBezTo>
                  <a:pt x="81" y="8"/>
                  <a:pt x="79" y="8"/>
                  <a:pt x="76" y="8"/>
                </a:cubicBezTo>
                <a:cubicBezTo>
                  <a:pt x="76" y="5"/>
                  <a:pt x="76" y="3"/>
                  <a:pt x="76" y="1"/>
                </a:cubicBezTo>
                <a:cubicBezTo>
                  <a:pt x="79" y="0"/>
                  <a:pt x="114" y="0"/>
                  <a:pt x="122" y="1"/>
                </a:cubicBezTo>
                <a:cubicBezTo>
                  <a:pt x="122" y="3"/>
                  <a:pt x="122" y="5"/>
                  <a:pt x="122" y="8"/>
                </a:cubicBezTo>
                <a:cubicBezTo>
                  <a:pt x="121" y="8"/>
                  <a:pt x="120" y="8"/>
                  <a:pt x="118" y="8"/>
                </a:cubicBezTo>
                <a:cubicBezTo>
                  <a:pt x="111" y="9"/>
                  <a:pt x="104" y="12"/>
                  <a:pt x="99" y="18"/>
                </a:cubicBezTo>
                <a:cubicBezTo>
                  <a:pt x="92" y="25"/>
                  <a:pt x="85" y="33"/>
                  <a:pt x="77" y="41"/>
                </a:cubicBezTo>
                <a:cubicBezTo>
                  <a:pt x="72" y="46"/>
                  <a:pt x="67" y="52"/>
                  <a:pt x="62" y="57"/>
                </a:cubicBezTo>
                <a:cubicBezTo>
                  <a:pt x="63" y="58"/>
                  <a:pt x="64" y="59"/>
                  <a:pt x="64" y="61"/>
                </a:cubicBezTo>
                <a:cubicBezTo>
                  <a:pt x="77" y="78"/>
                  <a:pt x="90" y="95"/>
                  <a:pt x="102" y="113"/>
                </a:cubicBezTo>
                <a:cubicBezTo>
                  <a:pt x="104" y="115"/>
                  <a:pt x="106" y="118"/>
                  <a:pt x="108" y="120"/>
                </a:cubicBezTo>
                <a:cubicBezTo>
                  <a:pt x="112" y="124"/>
                  <a:pt x="117" y="127"/>
                  <a:pt x="123" y="127"/>
                </a:cubicBezTo>
                <a:cubicBezTo>
                  <a:pt x="124" y="128"/>
                  <a:pt x="125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09" y="135"/>
                  <a:pt x="91" y="135"/>
                  <a:pt x="73" y="135"/>
                </a:cubicBezTo>
                <a:cubicBezTo>
                  <a:pt x="73" y="133"/>
                  <a:pt x="73" y="131"/>
                  <a:pt x="73" y="128"/>
                </a:cubicBezTo>
                <a:cubicBezTo>
                  <a:pt x="75" y="128"/>
                  <a:pt x="78" y="128"/>
                  <a:pt x="80" y="127"/>
                </a:cubicBezTo>
                <a:cubicBezTo>
                  <a:pt x="85" y="127"/>
                  <a:pt x="86" y="125"/>
                  <a:pt x="84" y="120"/>
                </a:cubicBezTo>
                <a:cubicBezTo>
                  <a:pt x="84" y="118"/>
                  <a:pt x="83" y="117"/>
                  <a:pt x="82" y="115"/>
                </a:cubicBezTo>
                <a:cubicBezTo>
                  <a:pt x="72" y="101"/>
                  <a:pt x="61" y="86"/>
                  <a:pt x="51" y="72"/>
                </a:cubicBezTo>
                <a:cubicBezTo>
                  <a:pt x="51" y="71"/>
                  <a:pt x="50" y="71"/>
                  <a:pt x="50" y="7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2" name="Freeform 19">
            <a:extLst xmlns:a="http://schemas.openxmlformats.org/drawingml/2006/main">
              <a:ext uri="{FF2B5EF4-FFF2-40B4-BE49-F238E27FC236}">
                <a16:creationId xmlns:a16="http://schemas.microsoft.com/office/drawing/2014/main" id="{72D589C3-402B-4428-ABF6-0ADFBB1AB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9719" y="688617"/>
            <a:ext cx="63867" cy="68429"/>
          </a:xfrm>
          <a:custGeom xmlns:a="http://schemas.openxmlformats.org/drawingml/2006/main">
            <a:gdLst>
              <a:gd name="T0" fmla="*/ 28 w 126"/>
              <a:gd name="T1" fmla="*/ 16 h 135"/>
              <a:gd name="T2" fmla="*/ 28 w 126"/>
              <a:gd name="T3" fmla="*/ 20 h 135"/>
              <a:gd name="T4" fmla="*/ 28 w 126"/>
              <a:gd name="T5" fmla="*/ 109 h 135"/>
              <a:gd name="T6" fmla="*/ 28 w 126"/>
              <a:gd name="T7" fmla="*/ 119 h 135"/>
              <a:gd name="T8" fmla="*/ 37 w 126"/>
              <a:gd name="T9" fmla="*/ 127 h 135"/>
              <a:gd name="T10" fmla="*/ 44 w 126"/>
              <a:gd name="T11" fmla="*/ 128 h 135"/>
              <a:gd name="T12" fmla="*/ 44 w 126"/>
              <a:gd name="T13" fmla="*/ 135 h 135"/>
              <a:gd name="T14" fmla="*/ 0 w 126"/>
              <a:gd name="T15" fmla="*/ 135 h 135"/>
              <a:gd name="T16" fmla="*/ 0 w 126"/>
              <a:gd name="T17" fmla="*/ 128 h 135"/>
              <a:gd name="T18" fmla="*/ 8 w 126"/>
              <a:gd name="T19" fmla="*/ 127 h 135"/>
              <a:gd name="T20" fmla="*/ 16 w 126"/>
              <a:gd name="T21" fmla="*/ 120 h 135"/>
              <a:gd name="T22" fmla="*/ 16 w 126"/>
              <a:gd name="T23" fmla="*/ 113 h 135"/>
              <a:gd name="T24" fmla="*/ 16 w 126"/>
              <a:gd name="T25" fmla="*/ 19 h 135"/>
              <a:gd name="T26" fmla="*/ 16 w 126"/>
              <a:gd name="T27" fmla="*/ 15 h 135"/>
              <a:gd name="T28" fmla="*/ 9 w 126"/>
              <a:gd name="T29" fmla="*/ 9 h 135"/>
              <a:gd name="T30" fmla="*/ 5 w 126"/>
              <a:gd name="T31" fmla="*/ 8 h 135"/>
              <a:gd name="T32" fmla="*/ 1 w 126"/>
              <a:gd name="T33" fmla="*/ 8 h 135"/>
              <a:gd name="T34" fmla="*/ 1 w 126"/>
              <a:gd name="T35" fmla="*/ 1 h 135"/>
              <a:gd name="T36" fmla="*/ 40 w 126"/>
              <a:gd name="T37" fmla="*/ 1 h 135"/>
              <a:gd name="T38" fmla="*/ 98 w 126"/>
              <a:gd name="T39" fmla="*/ 100 h 135"/>
              <a:gd name="T40" fmla="*/ 99 w 126"/>
              <a:gd name="T41" fmla="*/ 100 h 135"/>
              <a:gd name="T42" fmla="*/ 99 w 126"/>
              <a:gd name="T43" fmla="*/ 96 h 135"/>
              <a:gd name="T44" fmla="*/ 99 w 126"/>
              <a:gd name="T45" fmla="*/ 24 h 135"/>
              <a:gd name="T46" fmla="*/ 98 w 126"/>
              <a:gd name="T47" fmla="*/ 16 h 135"/>
              <a:gd name="T48" fmla="*/ 90 w 126"/>
              <a:gd name="T49" fmla="*/ 9 h 135"/>
              <a:gd name="T50" fmla="*/ 83 w 126"/>
              <a:gd name="T51" fmla="*/ 8 h 135"/>
              <a:gd name="T52" fmla="*/ 83 w 126"/>
              <a:gd name="T53" fmla="*/ 1 h 135"/>
              <a:gd name="T54" fmla="*/ 126 w 126"/>
              <a:gd name="T55" fmla="*/ 1 h 135"/>
              <a:gd name="T56" fmla="*/ 126 w 126"/>
              <a:gd name="T57" fmla="*/ 8 h 135"/>
              <a:gd name="T58" fmla="*/ 119 w 126"/>
              <a:gd name="T59" fmla="*/ 9 h 135"/>
              <a:gd name="T60" fmla="*/ 111 w 126"/>
              <a:gd name="T61" fmla="*/ 16 h 135"/>
              <a:gd name="T62" fmla="*/ 110 w 126"/>
              <a:gd name="T63" fmla="*/ 27 h 135"/>
              <a:gd name="T64" fmla="*/ 110 w 126"/>
              <a:gd name="T65" fmla="*/ 129 h 135"/>
              <a:gd name="T66" fmla="*/ 110 w 126"/>
              <a:gd name="T67" fmla="*/ 135 h 135"/>
              <a:gd name="T68" fmla="*/ 99 w 126"/>
              <a:gd name="T69" fmla="*/ 135 h 135"/>
              <a:gd name="T70" fmla="*/ 29 w 126"/>
              <a:gd name="T71" fmla="*/ 15 h 135"/>
              <a:gd name="T72" fmla="*/ 28 w 126"/>
              <a:gd name="T73" fmla="*/ 16 h 135"/>
            </a:gdLst>
            <a:rect l="0" t="0" r="r" b="b"/>
            <a:pathLst>
              <a:path w="126" h="135">
                <a:moveTo>
                  <a:pt x="28" y="16"/>
                </a:moveTo>
                <a:cubicBezTo>
                  <a:pt x="28" y="17"/>
                  <a:pt x="28" y="19"/>
                  <a:pt x="28" y="20"/>
                </a:cubicBezTo>
                <a:cubicBezTo>
                  <a:pt x="28" y="50"/>
                  <a:pt x="28" y="79"/>
                  <a:pt x="28" y="109"/>
                </a:cubicBezTo>
                <a:cubicBezTo>
                  <a:pt x="28" y="112"/>
                  <a:pt x="28" y="115"/>
                  <a:pt x="28" y="119"/>
                </a:cubicBezTo>
                <a:cubicBezTo>
                  <a:pt x="29" y="124"/>
                  <a:pt x="31" y="126"/>
                  <a:pt x="37" y="127"/>
                </a:cubicBezTo>
                <a:cubicBezTo>
                  <a:pt x="39" y="127"/>
                  <a:pt x="41" y="128"/>
                  <a:pt x="44" y="128"/>
                </a:cubicBezTo>
                <a:cubicBezTo>
                  <a:pt x="44" y="130"/>
                  <a:pt x="44" y="133"/>
                  <a:pt x="44" y="135"/>
                </a:cubicBezTo>
                <a:cubicBezTo>
                  <a:pt x="29" y="135"/>
                  <a:pt x="15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5" y="127"/>
                  <a:pt x="8" y="127"/>
                </a:cubicBezTo>
                <a:cubicBezTo>
                  <a:pt x="12" y="127"/>
                  <a:pt x="15" y="124"/>
                  <a:pt x="16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0"/>
                  <a:pt x="16" y="19"/>
                </a:cubicBezTo>
                <a:cubicBezTo>
                  <a:pt x="16" y="18"/>
                  <a:pt x="16" y="17"/>
                  <a:pt x="16" y="15"/>
                </a:cubicBezTo>
                <a:cubicBezTo>
                  <a:pt x="16" y="11"/>
                  <a:pt x="14" y="9"/>
                  <a:pt x="9" y="9"/>
                </a:cubicBezTo>
                <a:cubicBezTo>
                  <a:pt x="8" y="8"/>
                  <a:pt x="7" y="8"/>
                  <a:pt x="5" y="8"/>
                </a:cubicBezTo>
                <a:cubicBezTo>
                  <a:pt x="4" y="8"/>
                  <a:pt x="2" y="8"/>
                  <a:pt x="1" y="8"/>
                </a:cubicBezTo>
                <a:cubicBezTo>
                  <a:pt x="1" y="5"/>
                  <a:pt x="1" y="3"/>
                  <a:pt x="1" y="1"/>
                </a:cubicBezTo>
                <a:cubicBezTo>
                  <a:pt x="14" y="1"/>
                  <a:pt x="27" y="1"/>
                  <a:pt x="40" y="1"/>
                </a:cubicBezTo>
                <a:cubicBezTo>
                  <a:pt x="59" y="34"/>
                  <a:pt x="79" y="67"/>
                  <a:pt x="98" y="100"/>
                </a:cubicBezTo>
                <a:cubicBezTo>
                  <a:pt x="98" y="100"/>
                  <a:pt x="99" y="100"/>
                  <a:pt x="99" y="100"/>
                </a:cubicBezTo>
                <a:cubicBezTo>
                  <a:pt x="99" y="99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1"/>
                  <a:pt x="99" y="19"/>
                  <a:pt x="98" y="16"/>
                </a:cubicBezTo>
                <a:cubicBezTo>
                  <a:pt x="97" y="12"/>
                  <a:pt x="94" y="9"/>
                  <a:pt x="90" y="9"/>
                </a:cubicBezTo>
                <a:cubicBezTo>
                  <a:pt x="88" y="8"/>
                  <a:pt x="86" y="8"/>
                  <a:pt x="83" y="8"/>
                </a:cubicBezTo>
                <a:cubicBezTo>
                  <a:pt x="83" y="5"/>
                  <a:pt x="83" y="3"/>
                  <a:pt x="83" y="1"/>
                </a:cubicBezTo>
                <a:cubicBezTo>
                  <a:pt x="87" y="0"/>
                  <a:pt x="115" y="0"/>
                  <a:pt x="126" y="1"/>
                </a:cubicBezTo>
                <a:cubicBezTo>
                  <a:pt x="126" y="3"/>
                  <a:pt x="126" y="5"/>
                  <a:pt x="126" y="8"/>
                </a:cubicBezTo>
                <a:cubicBezTo>
                  <a:pt x="124" y="8"/>
                  <a:pt x="122" y="8"/>
                  <a:pt x="119" y="9"/>
                </a:cubicBezTo>
                <a:cubicBezTo>
                  <a:pt x="115" y="9"/>
                  <a:pt x="112" y="12"/>
                  <a:pt x="111" y="16"/>
                </a:cubicBezTo>
                <a:cubicBezTo>
                  <a:pt x="111" y="20"/>
                  <a:pt x="110" y="23"/>
                  <a:pt x="110" y="27"/>
                </a:cubicBezTo>
                <a:cubicBezTo>
                  <a:pt x="110" y="61"/>
                  <a:pt x="110" y="95"/>
                  <a:pt x="110" y="129"/>
                </a:cubicBezTo>
                <a:cubicBezTo>
                  <a:pt x="110" y="131"/>
                  <a:pt x="110" y="133"/>
                  <a:pt x="110" y="135"/>
                </a:cubicBezTo>
                <a:cubicBezTo>
                  <a:pt x="106" y="135"/>
                  <a:pt x="103" y="135"/>
                  <a:pt x="99" y="135"/>
                </a:cubicBezTo>
                <a:cubicBezTo>
                  <a:pt x="76" y="95"/>
                  <a:pt x="52" y="55"/>
                  <a:pt x="29" y="15"/>
                </a:cubicBezTo>
                <a:cubicBezTo>
                  <a:pt x="28" y="15"/>
                  <a:pt x="28" y="15"/>
                  <a:pt x="28" y="16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3" name="Freeform 20">
            <a:extLst xmlns:a="http://schemas.openxmlformats.org/drawingml/2006/main">
              <a:ext uri="{FF2B5EF4-FFF2-40B4-BE49-F238E27FC236}">
                <a16:creationId xmlns:a16="http://schemas.microsoft.com/office/drawing/2014/main" id="{0DF7A06D-D627-4DE2-B4ED-FD4A2E919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9652" y="688617"/>
            <a:ext cx="62726" cy="68429"/>
          </a:xfrm>
          <a:custGeom xmlns:a="http://schemas.openxmlformats.org/drawingml/2006/main">
            <a:gdLst>
              <a:gd name="T0" fmla="*/ 0 w 124"/>
              <a:gd name="T1" fmla="*/ 8 h 135"/>
              <a:gd name="T2" fmla="*/ 0 w 124"/>
              <a:gd name="T3" fmla="*/ 1 h 135"/>
              <a:gd name="T4" fmla="*/ 105 w 124"/>
              <a:gd name="T5" fmla="*/ 1 h 135"/>
              <a:gd name="T6" fmla="*/ 117 w 124"/>
              <a:gd name="T7" fmla="*/ 35 h 135"/>
              <a:gd name="T8" fmla="*/ 110 w 124"/>
              <a:gd name="T9" fmla="*/ 39 h 135"/>
              <a:gd name="T10" fmla="*/ 107 w 124"/>
              <a:gd name="T11" fmla="*/ 33 h 135"/>
              <a:gd name="T12" fmla="*/ 78 w 124"/>
              <a:gd name="T13" fmla="*/ 11 h 135"/>
              <a:gd name="T14" fmla="*/ 34 w 124"/>
              <a:gd name="T15" fmla="*/ 11 h 135"/>
              <a:gd name="T16" fmla="*/ 34 w 124"/>
              <a:gd name="T17" fmla="*/ 61 h 135"/>
              <a:gd name="T18" fmla="*/ 55 w 124"/>
              <a:gd name="T19" fmla="*/ 60 h 135"/>
              <a:gd name="T20" fmla="*/ 69 w 124"/>
              <a:gd name="T21" fmla="*/ 45 h 135"/>
              <a:gd name="T22" fmla="*/ 70 w 124"/>
              <a:gd name="T23" fmla="*/ 36 h 135"/>
              <a:gd name="T24" fmla="*/ 78 w 124"/>
              <a:gd name="T25" fmla="*/ 36 h 135"/>
              <a:gd name="T26" fmla="*/ 78 w 124"/>
              <a:gd name="T27" fmla="*/ 95 h 135"/>
              <a:gd name="T28" fmla="*/ 74 w 124"/>
              <a:gd name="T29" fmla="*/ 95 h 135"/>
              <a:gd name="T30" fmla="*/ 70 w 124"/>
              <a:gd name="T31" fmla="*/ 95 h 135"/>
              <a:gd name="T32" fmla="*/ 70 w 124"/>
              <a:gd name="T33" fmla="*/ 88 h 135"/>
              <a:gd name="T34" fmla="*/ 68 w 124"/>
              <a:gd name="T35" fmla="*/ 81 h 135"/>
              <a:gd name="T36" fmla="*/ 58 w 124"/>
              <a:gd name="T37" fmla="*/ 71 h 135"/>
              <a:gd name="T38" fmla="*/ 34 w 124"/>
              <a:gd name="T39" fmla="*/ 70 h 135"/>
              <a:gd name="T40" fmla="*/ 33 w 124"/>
              <a:gd name="T41" fmla="*/ 74 h 135"/>
              <a:gd name="T42" fmla="*/ 33 w 124"/>
              <a:gd name="T43" fmla="*/ 115 h 135"/>
              <a:gd name="T44" fmla="*/ 43 w 124"/>
              <a:gd name="T45" fmla="*/ 125 h 135"/>
              <a:gd name="T46" fmla="*/ 69 w 124"/>
              <a:gd name="T47" fmla="*/ 125 h 135"/>
              <a:gd name="T48" fmla="*/ 112 w 124"/>
              <a:gd name="T49" fmla="*/ 97 h 135"/>
              <a:gd name="T50" fmla="*/ 115 w 124"/>
              <a:gd name="T51" fmla="*/ 90 h 135"/>
              <a:gd name="T52" fmla="*/ 124 w 124"/>
              <a:gd name="T53" fmla="*/ 93 h 135"/>
              <a:gd name="T54" fmla="*/ 109 w 124"/>
              <a:gd name="T55" fmla="*/ 135 h 135"/>
              <a:gd name="T56" fmla="*/ 0 w 124"/>
              <a:gd name="T57" fmla="*/ 135 h 135"/>
              <a:gd name="T58" fmla="*/ 0 w 124"/>
              <a:gd name="T59" fmla="*/ 128 h 135"/>
              <a:gd name="T60" fmla="*/ 8 w 124"/>
              <a:gd name="T61" fmla="*/ 127 h 135"/>
              <a:gd name="T62" fmla="*/ 15 w 124"/>
              <a:gd name="T63" fmla="*/ 120 h 135"/>
              <a:gd name="T64" fmla="*/ 16 w 124"/>
              <a:gd name="T65" fmla="*/ 113 h 135"/>
              <a:gd name="T66" fmla="*/ 16 w 124"/>
              <a:gd name="T67" fmla="*/ 21 h 135"/>
              <a:gd name="T68" fmla="*/ 16 w 124"/>
              <a:gd name="T69" fmla="*/ 16 h 135"/>
              <a:gd name="T70" fmla="*/ 8 w 124"/>
              <a:gd name="T71" fmla="*/ 9 h 135"/>
              <a:gd name="T72" fmla="*/ 4 w 124"/>
              <a:gd name="T73" fmla="*/ 8 h 135"/>
              <a:gd name="T74" fmla="*/ 0 w 124"/>
              <a:gd name="T75" fmla="*/ 8 h 135"/>
            </a:gdLst>
            <a:rect l="0" t="0" r="r" b="b"/>
            <a:pathLst>
              <a:path w="124" h="135">
                <a:moveTo>
                  <a:pt x="0" y="8"/>
                </a:moveTo>
                <a:cubicBezTo>
                  <a:pt x="0" y="5"/>
                  <a:pt x="0" y="3"/>
                  <a:pt x="0" y="1"/>
                </a:cubicBezTo>
                <a:cubicBezTo>
                  <a:pt x="3" y="0"/>
                  <a:pt x="98" y="0"/>
                  <a:pt x="105" y="1"/>
                </a:cubicBezTo>
                <a:cubicBezTo>
                  <a:pt x="109" y="12"/>
                  <a:pt x="113" y="24"/>
                  <a:pt x="117" y="35"/>
                </a:cubicBezTo>
                <a:cubicBezTo>
                  <a:pt x="115" y="37"/>
                  <a:pt x="112" y="38"/>
                  <a:pt x="110" y="39"/>
                </a:cubicBezTo>
                <a:cubicBezTo>
                  <a:pt x="109" y="36"/>
                  <a:pt x="108" y="35"/>
                  <a:pt x="107" y="33"/>
                </a:cubicBezTo>
                <a:cubicBezTo>
                  <a:pt x="101" y="20"/>
                  <a:pt x="92" y="13"/>
                  <a:pt x="78" y="11"/>
                </a:cubicBezTo>
                <a:cubicBezTo>
                  <a:pt x="63" y="10"/>
                  <a:pt x="48" y="11"/>
                  <a:pt x="34" y="11"/>
                </a:cubicBezTo>
                <a:cubicBezTo>
                  <a:pt x="33" y="15"/>
                  <a:pt x="33" y="55"/>
                  <a:pt x="34" y="61"/>
                </a:cubicBezTo>
                <a:cubicBezTo>
                  <a:pt x="41" y="61"/>
                  <a:pt x="48" y="61"/>
                  <a:pt x="55" y="60"/>
                </a:cubicBezTo>
                <a:cubicBezTo>
                  <a:pt x="64" y="59"/>
                  <a:pt x="68" y="54"/>
                  <a:pt x="69" y="45"/>
                </a:cubicBezTo>
                <a:cubicBezTo>
                  <a:pt x="70" y="42"/>
                  <a:pt x="70" y="39"/>
                  <a:pt x="70" y="36"/>
                </a:cubicBezTo>
                <a:cubicBezTo>
                  <a:pt x="73" y="36"/>
                  <a:pt x="75" y="36"/>
                  <a:pt x="78" y="36"/>
                </a:cubicBezTo>
                <a:cubicBezTo>
                  <a:pt x="78" y="56"/>
                  <a:pt x="78" y="75"/>
                  <a:pt x="78" y="95"/>
                </a:cubicBezTo>
                <a:cubicBezTo>
                  <a:pt x="77" y="95"/>
                  <a:pt x="76" y="95"/>
                  <a:pt x="74" y="95"/>
                </a:cubicBezTo>
                <a:cubicBezTo>
                  <a:pt x="73" y="95"/>
                  <a:pt x="72" y="95"/>
                  <a:pt x="70" y="95"/>
                </a:cubicBezTo>
                <a:cubicBezTo>
                  <a:pt x="70" y="93"/>
                  <a:pt x="70" y="90"/>
                  <a:pt x="70" y="88"/>
                </a:cubicBezTo>
                <a:cubicBezTo>
                  <a:pt x="69" y="86"/>
                  <a:pt x="69" y="83"/>
                  <a:pt x="68" y="81"/>
                </a:cubicBezTo>
                <a:cubicBezTo>
                  <a:pt x="67" y="75"/>
                  <a:pt x="64" y="72"/>
                  <a:pt x="58" y="71"/>
                </a:cubicBezTo>
                <a:cubicBezTo>
                  <a:pt x="50" y="69"/>
                  <a:pt x="42" y="70"/>
                  <a:pt x="34" y="70"/>
                </a:cubicBezTo>
                <a:cubicBezTo>
                  <a:pt x="33" y="72"/>
                  <a:pt x="33" y="73"/>
                  <a:pt x="33" y="74"/>
                </a:cubicBezTo>
                <a:cubicBezTo>
                  <a:pt x="33" y="88"/>
                  <a:pt x="33" y="102"/>
                  <a:pt x="33" y="115"/>
                </a:cubicBezTo>
                <a:cubicBezTo>
                  <a:pt x="33" y="124"/>
                  <a:pt x="34" y="125"/>
                  <a:pt x="43" y="125"/>
                </a:cubicBezTo>
                <a:cubicBezTo>
                  <a:pt x="52" y="125"/>
                  <a:pt x="60" y="125"/>
                  <a:pt x="69" y="125"/>
                </a:cubicBezTo>
                <a:cubicBezTo>
                  <a:pt x="89" y="125"/>
                  <a:pt x="104" y="115"/>
                  <a:pt x="112" y="97"/>
                </a:cubicBezTo>
                <a:cubicBezTo>
                  <a:pt x="113" y="95"/>
                  <a:pt x="114" y="93"/>
                  <a:pt x="115" y="90"/>
                </a:cubicBezTo>
                <a:cubicBezTo>
                  <a:pt x="118" y="91"/>
                  <a:pt x="121" y="92"/>
                  <a:pt x="124" y="93"/>
                </a:cubicBezTo>
                <a:cubicBezTo>
                  <a:pt x="119" y="108"/>
                  <a:pt x="114" y="121"/>
                  <a:pt x="109" y="135"/>
                </a:cubicBezTo>
                <a:cubicBezTo>
                  <a:pt x="73" y="135"/>
                  <a:pt x="3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6" y="128"/>
                  <a:pt x="8" y="127"/>
                </a:cubicBezTo>
                <a:cubicBezTo>
                  <a:pt x="13" y="126"/>
                  <a:pt x="15" y="125"/>
                  <a:pt x="15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20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7" y="9"/>
                  <a:pt x="6" y="8"/>
                  <a:pt x="4" y="8"/>
                </a:cubicBezTo>
                <a:cubicBezTo>
                  <a:pt x="3" y="8"/>
                  <a:pt x="2" y="8"/>
                  <a:pt x="0" y="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4" name="Freeform 21">
            <a:extLst xmlns:a="http://schemas.openxmlformats.org/drawingml/2006/main">
              <a:ext uri="{FF2B5EF4-FFF2-40B4-BE49-F238E27FC236}">
                <a16:creationId xmlns:a16="http://schemas.microsoft.com/office/drawing/2014/main" id="{4F62CA3E-8FF0-42AF-BDF4-A2E1334C1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5152" y="689187"/>
            <a:ext cx="62726" cy="67859"/>
          </a:xfrm>
          <a:custGeom xmlns:a="http://schemas.openxmlformats.org/drawingml/2006/main">
            <a:gdLst>
              <a:gd name="T0" fmla="*/ 33 w 123"/>
              <a:gd name="T1" fmla="*/ 60 h 134"/>
              <a:gd name="T2" fmla="*/ 55 w 123"/>
              <a:gd name="T3" fmla="*/ 59 h 134"/>
              <a:gd name="T4" fmla="*/ 68 w 123"/>
              <a:gd name="T5" fmla="*/ 45 h 134"/>
              <a:gd name="T6" fmla="*/ 70 w 123"/>
              <a:gd name="T7" fmla="*/ 35 h 134"/>
              <a:gd name="T8" fmla="*/ 77 w 123"/>
              <a:gd name="T9" fmla="*/ 35 h 134"/>
              <a:gd name="T10" fmla="*/ 77 w 123"/>
              <a:gd name="T11" fmla="*/ 94 h 134"/>
              <a:gd name="T12" fmla="*/ 75 w 123"/>
              <a:gd name="T13" fmla="*/ 94 h 134"/>
              <a:gd name="T14" fmla="*/ 70 w 123"/>
              <a:gd name="T15" fmla="*/ 94 h 134"/>
              <a:gd name="T16" fmla="*/ 69 w 123"/>
              <a:gd name="T17" fmla="*/ 83 h 134"/>
              <a:gd name="T18" fmla="*/ 54 w 123"/>
              <a:gd name="T19" fmla="*/ 69 h 134"/>
              <a:gd name="T20" fmla="*/ 33 w 123"/>
              <a:gd name="T21" fmla="*/ 69 h 134"/>
              <a:gd name="T22" fmla="*/ 33 w 123"/>
              <a:gd name="T23" fmla="*/ 73 h 134"/>
              <a:gd name="T24" fmla="*/ 33 w 123"/>
              <a:gd name="T25" fmla="*/ 114 h 134"/>
              <a:gd name="T26" fmla="*/ 43 w 123"/>
              <a:gd name="T27" fmla="*/ 124 h 134"/>
              <a:gd name="T28" fmla="*/ 68 w 123"/>
              <a:gd name="T29" fmla="*/ 124 h 134"/>
              <a:gd name="T30" fmla="*/ 112 w 123"/>
              <a:gd name="T31" fmla="*/ 96 h 134"/>
              <a:gd name="T32" fmla="*/ 115 w 123"/>
              <a:gd name="T33" fmla="*/ 90 h 134"/>
              <a:gd name="T34" fmla="*/ 115 w 123"/>
              <a:gd name="T35" fmla="*/ 90 h 134"/>
              <a:gd name="T36" fmla="*/ 123 w 123"/>
              <a:gd name="T37" fmla="*/ 92 h 134"/>
              <a:gd name="T38" fmla="*/ 109 w 123"/>
              <a:gd name="T39" fmla="*/ 134 h 134"/>
              <a:gd name="T40" fmla="*/ 0 w 123"/>
              <a:gd name="T41" fmla="*/ 134 h 134"/>
              <a:gd name="T42" fmla="*/ 0 w 123"/>
              <a:gd name="T43" fmla="*/ 127 h 134"/>
              <a:gd name="T44" fmla="*/ 8 w 123"/>
              <a:gd name="T45" fmla="*/ 126 h 134"/>
              <a:gd name="T46" fmla="*/ 15 w 123"/>
              <a:gd name="T47" fmla="*/ 120 h 134"/>
              <a:gd name="T48" fmla="*/ 16 w 123"/>
              <a:gd name="T49" fmla="*/ 113 h 134"/>
              <a:gd name="T50" fmla="*/ 16 w 123"/>
              <a:gd name="T51" fmla="*/ 20 h 134"/>
              <a:gd name="T52" fmla="*/ 5 w 123"/>
              <a:gd name="T53" fmla="*/ 7 h 134"/>
              <a:gd name="T54" fmla="*/ 0 w 123"/>
              <a:gd name="T55" fmla="*/ 7 h 134"/>
              <a:gd name="T56" fmla="*/ 0 w 123"/>
              <a:gd name="T57" fmla="*/ 0 h 134"/>
              <a:gd name="T58" fmla="*/ 105 w 123"/>
              <a:gd name="T59" fmla="*/ 0 h 134"/>
              <a:gd name="T60" fmla="*/ 117 w 123"/>
              <a:gd name="T61" fmla="*/ 35 h 134"/>
              <a:gd name="T62" fmla="*/ 109 w 123"/>
              <a:gd name="T63" fmla="*/ 38 h 134"/>
              <a:gd name="T64" fmla="*/ 107 w 123"/>
              <a:gd name="T65" fmla="*/ 34 h 134"/>
              <a:gd name="T66" fmla="*/ 105 w 123"/>
              <a:gd name="T67" fmla="*/ 29 h 134"/>
              <a:gd name="T68" fmla="*/ 78 w 123"/>
              <a:gd name="T69" fmla="*/ 11 h 134"/>
              <a:gd name="T70" fmla="*/ 42 w 123"/>
              <a:gd name="T71" fmla="*/ 10 h 134"/>
              <a:gd name="T72" fmla="*/ 33 w 123"/>
              <a:gd name="T73" fmla="*/ 10 h 134"/>
              <a:gd name="T74" fmla="*/ 33 w 123"/>
              <a:gd name="T75" fmla="*/ 60 h 134"/>
            </a:gdLst>
            <a:rect l="0" t="0" r="r" b="b"/>
            <a:pathLst>
              <a:path w="123" h="134">
                <a:moveTo>
                  <a:pt x="33" y="60"/>
                </a:moveTo>
                <a:cubicBezTo>
                  <a:pt x="41" y="60"/>
                  <a:pt x="48" y="61"/>
                  <a:pt x="55" y="59"/>
                </a:cubicBezTo>
                <a:cubicBezTo>
                  <a:pt x="63" y="57"/>
                  <a:pt x="67" y="53"/>
                  <a:pt x="68" y="45"/>
                </a:cubicBezTo>
                <a:cubicBezTo>
                  <a:pt x="69" y="42"/>
                  <a:pt x="69" y="39"/>
                  <a:pt x="70" y="35"/>
                </a:cubicBezTo>
                <a:cubicBezTo>
                  <a:pt x="72" y="35"/>
                  <a:pt x="75" y="35"/>
                  <a:pt x="77" y="35"/>
                </a:cubicBezTo>
                <a:cubicBezTo>
                  <a:pt x="77" y="55"/>
                  <a:pt x="77" y="74"/>
                  <a:pt x="77" y="94"/>
                </a:cubicBezTo>
                <a:cubicBezTo>
                  <a:pt x="76" y="94"/>
                  <a:pt x="75" y="94"/>
                  <a:pt x="75" y="94"/>
                </a:cubicBezTo>
                <a:cubicBezTo>
                  <a:pt x="73" y="94"/>
                  <a:pt x="71" y="94"/>
                  <a:pt x="70" y="94"/>
                </a:cubicBezTo>
                <a:cubicBezTo>
                  <a:pt x="69" y="90"/>
                  <a:pt x="69" y="86"/>
                  <a:pt x="69" y="83"/>
                </a:cubicBezTo>
                <a:cubicBezTo>
                  <a:pt x="67" y="74"/>
                  <a:pt x="63" y="70"/>
                  <a:pt x="54" y="69"/>
                </a:cubicBezTo>
                <a:cubicBezTo>
                  <a:pt x="47" y="69"/>
                  <a:pt x="40" y="69"/>
                  <a:pt x="33" y="69"/>
                </a:cubicBezTo>
                <a:cubicBezTo>
                  <a:pt x="33" y="71"/>
                  <a:pt x="33" y="72"/>
                  <a:pt x="33" y="73"/>
                </a:cubicBezTo>
                <a:cubicBezTo>
                  <a:pt x="33" y="87"/>
                  <a:pt x="33" y="101"/>
                  <a:pt x="33" y="114"/>
                </a:cubicBezTo>
                <a:cubicBezTo>
                  <a:pt x="33" y="123"/>
                  <a:pt x="34" y="124"/>
                  <a:pt x="43" y="124"/>
                </a:cubicBezTo>
                <a:cubicBezTo>
                  <a:pt x="51" y="124"/>
                  <a:pt x="60" y="124"/>
                  <a:pt x="68" y="124"/>
                </a:cubicBezTo>
                <a:cubicBezTo>
                  <a:pt x="89" y="124"/>
                  <a:pt x="103" y="114"/>
                  <a:pt x="112" y="96"/>
                </a:cubicBezTo>
                <a:cubicBezTo>
                  <a:pt x="113" y="94"/>
                  <a:pt x="114" y="92"/>
                  <a:pt x="115" y="90"/>
                </a:cubicBezTo>
                <a:cubicBezTo>
                  <a:pt x="115" y="90"/>
                  <a:pt x="115" y="90"/>
                  <a:pt x="115" y="90"/>
                </a:cubicBezTo>
                <a:cubicBezTo>
                  <a:pt x="118" y="90"/>
                  <a:pt x="120" y="91"/>
                  <a:pt x="123" y="92"/>
                </a:cubicBezTo>
                <a:cubicBezTo>
                  <a:pt x="118" y="107"/>
                  <a:pt x="113" y="120"/>
                  <a:pt x="109" y="134"/>
                </a:cubicBezTo>
                <a:cubicBezTo>
                  <a:pt x="72" y="134"/>
                  <a:pt x="3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6"/>
                  <a:pt x="8" y="126"/>
                </a:cubicBezTo>
                <a:cubicBezTo>
                  <a:pt x="12" y="126"/>
                  <a:pt x="14" y="124"/>
                  <a:pt x="15" y="120"/>
                </a:cubicBezTo>
                <a:cubicBezTo>
                  <a:pt x="15" y="118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0"/>
                  <a:pt x="14" y="8"/>
                  <a:pt x="5" y="7"/>
                </a:cubicBezTo>
                <a:cubicBezTo>
                  <a:pt x="3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34" y="0"/>
                  <a:pt x="69" y="0"/>
                  <a:pt x="105" y="0"/>
                </a:cubicBezTo>
                <a:cubicBezTo>
                  <a:pt x="109" y="11"/>
                  <a:pt x="112" y="22"/>
                  <a:pt x="117" y="35"/>
                </a:cubicBezTo>
                <a:cubicBezTo>
                  <a:pt x="114" y="36"/>
                  <a:pt x="112" y="37"/>
                  <a:pt x="109" y="38"/>
                </a:cubicBezTo>
                <a:cubicBezTo>
                  <a:pt x="108" y="36"/>
                  <a:pt x="108" y="35"/>
                  <a:pt x="107" y="34"/>
                </a:cubicBezTo>
                <a:cubicBezTo>
                  <a:pt x="107" y="32"/>
                  <a:pt x="106" y="31"/>
                  <a:pt x="105" y="29"/>
                </a:cubicBezTo>
                <a:cubicBezTo>
                  <a:pt x="100" y="18"/>
                  <a:pt x="90" y="11"/>
                  <a:pt x="78" y="11"/>
                </a:cubicBezTo>
                <a:cubicBezTo>
                  <a:pt x="66" y="10"/>
                  <a:pt x="54" y="10"/>
                  <a:pt x="42" y="10"/>
                </a:cubicBezTo>
                <a:cubicBezTo>
                  <a:pt x="39" y="10"/>
                  <a:pt x="36" y="10"/>
                  <a:pt x="33" y="10"/>
                </a:cubicBezTo>
                <a:cubicBezTo>
                  <a:pt x="33" y="26"/>
                  <a:pt x="33" y="43"/>
                  <a:pt x="33" y="6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5" name="Freeform 22">
            <a:extLst xmlns:a="http://schemas.openxmlformats.org/drawingml/2006/main">
              <a:ext uri="{FF2B5EF4-FFF2-40B4-BE49-F238E27FC236}">
                <a16:creationId xmlns:a16="http://schemas.microsoft.com/office/drawing/2014/main" id="{68B7389E-8E37-404B-9747-E625596E3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3944" y="689187"/>
            <a:ext cx="63867" cy="67859"/>
          </a:xfrm>
          <a:custGeom xmlns:a="http://schemas.openxmlformats.org/drawingml/2006/main">
            <a:gdLst>
              <a:gd name="T0" fmla="*/ 43 w 126"/>
              <a:gd name="T1" fmla="*/ 134 h 134"/>
              <a:gd name="T2" fmla="*/ 0 w 126"/>
              <a:gd name="T3" fmla="*/ 134 h 134"/>
              <a:gd name="T4" fmla="*/ 0 w 126"/>
              <a:gd name="T5" fmla="*/ 127 h 134"/>
              <a:gd name="T6" fmla="*/ 7 w 126"/>
              <a:gd name="T7" fmla="*/ 126 h 134"/>
              <a:gd name="T8" fmla="*/ 16 w 126"/>
              <a:gd name="T9" fmla="*/ 118 h 134"/>
              <a:gd name="T10" fmla="*/ 16 w 126"/>
              <a:gd name="T11" fmla="*/ 110 h 134"/>
              <a:gd name="T12" fmla="*/ 16 w 126"/>
              <a:gd name="T13" fmla="*/ 18 h 134"/>
              <a:gd name="T14" fmla="*/ 5 w 126"/>
              <a:gd name="T15" fmla="*/ 7 h 134"/>
              <a:gd name="T16" fmla="*/ 0 w 126"/>
              <a:gd name="T17" fmla="*/ 7 h 134"/>
              <a:gd name="T18" fmla="*/ 0 w 126"/>
              <a:gd name="T19" fmla="*/ 0 h 134"/>
              <a:gd name="T20" fmla="*/ 40 w 126"/>
              <a:gd name="T21" fmla="*/ 0 h 134"/>
              <a:gd name="T22" fmla="*/ 98 w 126"/>
              <a:gd name="T23" fmla="*/ 100 h 134"/>
              <a:gd name="T24" fmla="*/ 99 w 126"/>
              <a:gd name="T25" fmla="*/ 96 h 134"/>
              <a:gd name="T26" fmla="*/ 99 w 126"/>
              <a:gd name="T27" fmla="*/ 24 h 134"/>
              <a:gd name="T28" fmla="*/ 98 w 126"/>
              <a:gd name="T29" fmla="*/ 17 h 134"/>
              <a:gd name="T30" fmla="*/ 89 w 126"/>
              <a:gd name="T31" fmla="*/ 7 h 134"/>
              <a:gd name="T32" fmla="*/ 83 w 126"/>
              <a:gd name="T33" fmla="*/ 7 h 134"/>
              <a:gd name="T34" fmla="*/ 83 w 126"/>
              <a:gd name="T35" fmla="*/ 4 h 134"/>
              <a:gd name="T36" fmla="*/ 83 w 126"/>
              <a:gd name="T37" fmla="*/ 0 h 134"/>
              <a:gd name="T38" fmla="*/ 125 w 126"/>
              <a:gd name="T39" fmla="*/ 0 h 134"/>
              <a:gd name="T40" fmla="*/ 126 w 126"/>
              <a:gd name="T41" fmla="*/ 3 h 134"/>
              <a:gd name="T42" fmla="*/ 126 w 126"/>
              <a:gd name="T43" fmla="*/ 7 h 134"/>
              <a:gd name="T44" fmla="*/ 120 w 126"/>
              <a:gd name="T45" fmla="*/ 7 h 134"/>
              <a:gd name="T46" fmla="*/ 110 w 126"/>
              <a:gd name="T47" fmla="*/ 16 h 134"/>
              <a:gd name="T48" fmla="*/ 110 w 126"/>
              <a:gd name="T49" fmla="*/ 26 h 134"/>
              <a:gd name="T50" fmla="*/ 110 w 126"/>
              <a:gd name="T51" fmla="*/ 128 h 134"/>
              <a:gd name="T52" fmla="*/ 110 w 126"/>
              <a:gd name="T53" fmla="*/ 134 h 134"/>
              <a:gd name="T54" fmla="*/ 98 w 126"/>
              <a:gd name="T55" fmla="*/ 134 h 134"/>
              <a:gd name="T56" fmla="*/ 28 w 126"/>
              <a:gd name="T57" fmla="*/ 14 h 134"/>
              <a:gd name="T58" fmla="*/ 28 w 126"/>
              <a:gd name="T59" fmla="*/ 14 h 134"/>
              <a:gd name="T60" fmla="*/ 27 w 126"/>
              <a:gd name="T61" fmla="*/ 17 h 134"/>
              <a:gd name="T62" fmla="*/ 27 w 126"/>
              <a:gd name="T63" fmla="*/ 110 h 134"/>
              <a:gd name="T64" fmla="*/ 28 w 126"/>
              <a:gd name="T65" fmla="*/ 118 h 134"/>
              <a:gd name="T66" fmla="*/ 36 w 126"/>
              <a:gd name="T67" fmla="*/ 126 h 134"/>
              <a:gd name="T68" fmla="*/ 43 w 126"/>
              <a:gd name="T69" fmla="*/ 127 h 134"/>
              <a:gd name="T70" fmla="*/ 43 w 126"/>
              <a:gd name="T71" fmla="*/ 134 h 134"/>
            </a:gdLst>
            <a:rect l="0" t="0" r="r" b="b"/>
            <a:pathLst>
              <a:path w="126" h="134">
                <a:moveTo>
                  <a:pt x="43" y="134"/>
                </a:moveTo>
                <a:cubicBezTo>
                  <a:pt x="29" y="134"/>
                  <a:pt x="14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7"/>
                  <a:pt x="7" y="126"/>
                </a:cubicBezTo>
                <a:cubicBezTo>
                  <a:pt x="13" y="125"/>
                  <a:pt x="15" y="123"/>
                  <a:pt x="16" y="118"/>
                </a:cubicBezTo>
                <a:cubicBezTo>
                  <a:pt x="16" y="115"/>
                  <a:pt x="16" y="113"/>
                  <a:pt x="16" y="110"/>
                </a:cubicBezTo>
                <a:cubicBezTo>
                  <a:pt x="16" y="80"/>
                  <a:pt x="16" y="49"/>
                  <a:pt x="16" y="18"/>
                </a:cubicBezTo>
                <a:cubicBezTo>
                  <a:pt x="16" y="9"/>
                  <a:pt x="14" y="8"/>
                  <a:pt x="5" y="7"/>
                </a:cubicBezTo>
                <a:cubicBezTo>
                  <a:pt x="4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3" y="0"/>
                  <a:pt x="26" y="0"/>
                  <a:pt x="40" y="0"/>
                </a:cubicBezTo>
                <a:cubicBezTo>
                  <a:pt x="59" y="33"/>
                  <a:pt x="78" y="66"/>
                  <a:pt x="98" y="100"/>
                </a:cubicBezTo>
                <a:cubicBezTo>
                  <a:pt x="98" y="98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2"/>
                  <a:pt x="99" y="19"/>
                  <a:pt x="98" y="17"/>
                </a:cubicBezTo>
                <a:cubicBezTo>
                  <a:pt x="97" y="11"/>
                  <a:pt x="95" y="8"/>
                  <a:pt x="89" y="7"/>
                </a:cubicBezTo>
                <a:cubicBezTo>
                  <a:pt x="87" y="7"/>
                  <a:pt x="85" y="7"/>
                  <a:pt x="83" y="7"/>
                </a:cubicBezTo>
                <a:cubicBezTo>
                  <a:pt x="83" y="6"/>
                  <a:pt x="83" y="5"/>
                  <a:pt x="83" y="4"/>
                </a:cubicBezTo>
                <a:cubicBezTo>
                  <a:pt x="83" y="2"/>
                  <a:pt x="83" y="1"/>
                  <a:pt x="83" y="0"/>
                </a:cubicBezTo>
                <a:cubicBezTo>
                  <a:pt x="97" y="0"/>
                  <a:pt x="111" y="0"/>
                  <a:pt x="125" y="0"/>
                </a:cubicBezTo>
                <a:cubicBezTo>
                  <a:pt x="125" y="1"/>
                  <a:pt x="126" y="2"/>
                  <a:pt x="126" y="3"/>
                </a:cubicBezTo>
                <a:cubicBezTo>
                  <a:pt x="126" y="4"/>
                  <a:pt x="126" y="5"/>
                  <a:pt x="126" y="7"/>
                </a:cubicBezTo>
                <a:cubicBezTo>
                  <a:pt x="124" y="7"/>
                  <a:pt x="122" y="7"/>
                  <a:pt x="120" y="7"/>
                </a:cubicBezTo>
                <a:cubicBezTo>
                  <a:pt x="114" y="8"/>
                  <a:pt x="111" y="11"/>
                  <a:pt x="110" y="16"/>
                </a:cubicBezTo>
                <a:cubicBezTo>
                  <a:pt x="110" y="20"/>
                  <a:pt x="110" y="23"/>
                  <a:pt x="110" y="26"/>
                </a:cubicBezTo>
                <a:cubicBezTo>
                  <a:pt x="110" y="60"/>
                  <a:pt x="110" y="94"/>
                  <a:pt x="110" y="128"/>
                </a:cubicBezTo>
                <a:cubicBezTo>
                  <a:pt x="110" y="130"/>
                  <a:pt x="110" y="132"/>
                  <a:pt x="110" y="134"/>
                </a:cubicBezTo>
                <a:cubicBezTo>
                  <a:pt x="106" y="134"/>
                  <a:pt x="102" y="134"/>
                  <a:pt x="98" y="134"/>
                </a:cubicBezTo>
                <a:cubicBezTo>
                  <a:pt x="75" y="94"/>
                  <a:pt x="52" y="54"/>
                  <a:pt x="28" y="14"/>
                </a:cubicBezTo>
                <a:cubicBezTo>
                  <a:pt x="28" y="14"/>
                  <a:pt x="28" y="14"/>
                  <a:pt x="28" y="14"/>
                </a:cubicBezTo>
                <a:cubicBezTo>
                  <a:pt x="27" y="15"/>
                  <a:pt x="27" y="16"/>
                  <a:pt x="27" y="17"/>
                </a:cubicBezTo>
                <a:cubicBezTo>
                  <a:pt x="27" y="48"/>
                  <a:pt x="27" y="79"/>
                  <a:pt x="27" y="110"/>
                </a:cubicBezTo>
                <a:cubicBezTo>
                  <a:pt x="27" y="113"/>
                  <a:pt x="27" y="116"/>
                  <a:pt x="28" y="118"/>
                </a:cubicBezTo>
                <a:cubicBezTo>
                  <a:pt x="29" y="123"/>
                  <a:pt x="31" y="125"/>
                  <a:pt x="36" y="126"/>
                </a:cubicBezTo>
                <a:cubicBezTo>
                  <a:pt x="38" y="126"/>
                  <a:pt x="41" y="127"/>
                  <a:pt x="43" y="127"/>
                </a:cubicBezTo>
                <a:cubicBezTo>
                  <a:pt x="43" y="129"/>
                  <a:pt x="43" y="132"/>
                  <a:pt x="43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6" name="Freeform 23">
            <a:extLst xmlns:a="http://schemas.openxmlformats.org/drawingml/2006/main">
              <a:ext uri="{FF2B5EF4-FFF2-40B4-BE49-F238E27FC236}">
                <a16:creationId xmlns:a16="http://schemas.microsoft.com/office/drawing/2014/main" id="{85E54D2E-203A-42F8-B034-94BA187C1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2943" y="686906"/>
            <a:ext cx="70710" cy="72991"/>
          </a:xfrm>
          <a:custGeom xmlns:a="http://schemas.openxmlformats.org/drawingml/2006/main">
            <a:gdLst>
              <a:gd name="T0" fmla="*/ 87 w 139"/>
              <a:gd name="T1" fmla="*/ 79 h 144"/>
              <a:gd name="T2" fmla="*/ 87 w 139"/>
              <a:gd name="T3" fmla="*/ 71 h 144"/>
              <a:gd name="T4" fmla="*/ 139 w 139"/>
              <a:gd name="T5" fmla="*/ 71 h 144"/>
              <a:gd name="T6" fmla="*/ 139 w 139"/>
              <a:gd name="T7" fmla="*/ 79 h 144"/>
              <a:gd name="T8" fmla="*/ 133 w 139"/>
              <a:gd name="T9" fmla="*/ 79 h 144"/>
              <a:gd name="T10" fmla="*/ 124 w 139"/>
              <a:gd name="T11" fmla="*/ 88 h 144"/>
              <a:gd name="T12" fmla="*/ 124 w 139"/>
              <a:gd name="T13" fmla="*/ 95 h 144"/>
              <a:gd name="T14" fmla="*/ 124 w 139"/>
              <a:gd name="T15" fmla="*/ 134 h 144"/>
              <a:gd name="T16" fmla="*/ 124 w 139"/>
              <a:gd name="T17" fmla="*/ 139 h 144"/>
              <a:gd name="T18" fmla="*/ 115 w 139"/>
              <a:gd name="T19" fmla="*/ 139 h 144"/>
              <a:gd name="T20" fmla="*/ 110 w 139"/>
              <a:gd name="T21" fmla="*/ 128 h 144"/>
              <a:gd name="T22" fmla="*/ 105 w 139"/>
              <a:gd name="T23" fmla="*/ 131 h 144"/>
              <a:gd name="T24" fmla="*/ 56 w 139"/>
              <a:gd name="T25" fmla="*/ 141 h 144"/>
              <a:gd name="T26" fmla="*/ 10 w 139"/>
              <a:gd name="T27" fmla="*/ 103 h 144"/>
              <a:gd name="T28" fmla="*/ 15 w 139"/>
              <a:gd name="T29" fmla="*/ 33 h 144"/>
              <a:gd name="T30" fmla="*/ 56 w 139"/>
              <a:gd name="T31" fmla="*/ 3 h 144"/>
              <a:gd name="T32" fmla="*/ 99 w 139"/>
              <a:gd name="T33" fmla="*/ 11 h 144"/>
              <a:gd name="T34" fmla="*/ 102 w 139"/>
              <a:gd name="T35" fmla="*/ 13 h 144"/>
              <a:gd name="T36" fmla="*/ 105 w 139"/>
              <a:gd name="T37" fmla="*/ 5 h 144"/>
              <a:gd name="T38" fmla="*/ 112 w 139"/>
              <a:gd name="T39" fmla="*/ 5 h 144"/>
              <a:gd name="T40" fmla="*/ 122 w 139"/>
              <a:gd name="T41" fmla="*/ 46 h 144"/>
              <a:gd name="T42" fmla="*/ 114 w 139"/>
              <a:gd name="T43" fmla="*/ 49 h 144"/>
              <a:gd name="T44" fmla="*/ 112 w 139"/>
              <a:gd name="T45" fmla="*/ 44 h 144"/>
              <a:gd name="T46" fmla="*/ 100 w 139"/>
              <a:gd name="T47" fmla="*/ 25 h 144"/>
              <a:gd name="T48" fmla="*/ 42 w 139"/>
              <a:gd name="T49" fmla="*/ 23 h 144"/>
              <a:gd name="T50" fmla="*/ 24 w 139"/>
              <a:gd name="T51" fmla="*/ 62 h 144"/>
              <a:gd name="T52" fmla="*/ 34 w 139"/>
              <a:gd name="T53" fmla="*/ 109 h 144"/>
              <a:gd name="T54" fmla="*/ 77 w 139"/>
              <a:gd name="T55" fmla="*/ 131 h 144"/>
              <a:gd name="T56" fmla="*/ 101 w 139"/>
              <a:gd name="T57" fmla="*/ 120 h 144"/>
              <a:gd name="T58" fmla="*/ 106 w 139"/>
              <a:gd name="T59" fmla="*/ 109 h 144"/>
              <a:gd name="T60" fmla="*/ 106 w 139"/>
              <a:gd name="T61" fmla="*/ 90 h 144"/>
              <a:gd name="T62" fmla="*/ 96 w 139"/>
              <a:gd name="T63" fmla="*/ 79 h 144"/>
              <a:gd name="T64" fmla="*/ 87 w 139"/>
              <a:gd name="T65" fmla="*/ 79 h 144"/>
            </a:gdLst>
            <a:rect l="0" t="0" r="r" b="b"/>
            <a:pathLst>
              <a:path w="139" h="144">
                <a:moveTo>
                  <a:pt x="87" y="79"/>
                </a:moveTo>
                <a:cubicBezTo>
                  <a:pt x="87" y="76"/>
                  <a:pt x="87" y="74"/>
                  <a:pt x="87" y="71"/>
                </a:cubicBezTo>
                <a:cubicBezTo>
                  <a:pt x="105" y="71"/>
                  <a:pt x="122" y="71"/>
                  <a:pt x="139" y="71"/>
                </a:cubicBezTo>
                <a:cubicBezTo>
                  <a:pt x="139" y="74"/>
                  <a:pt x="139" y="76"/>
                  <a:pt x="139" y="79"/>
                </a:cubicBezTo>
                <a:cubicBezTo>
                  <a:pt x="137" y="79"/>
                  <a:pt x="135" y="79"/>
                  <a:pt x="133" y="79"/>
                </a:cubicBezTo>
                <a:cubicBezTo>
                  <a:pt x="127" y="79"/>
                  <a:pt x="125" y="81"/>
                  <a:pt x="124" y="88"/>
                </a:cubicBezTo>
                <a:cubicBezTo>
                  <a:pt x="124" y="90"/>
                  <a:pt x="124" y="93"/>
                  <a:pt x="124" y="95"/>
                </a:cubicBezTo>
                <a:cubicBezTo>
                  <a:pt x="124" y="108"/>
                  <a:pt x="124" y="121"/>
                  <a:pt x="124" y="134"/>
                </a:cubicBezTo>
                <a:cubicBezTo>
                  <a:pt x="124" y="135"/>
                  <a:pt x="124" y="137"/>
                  <a:pt x="124" y="139"/>
                </a:cubicBezTo>
                <a:cubicBezTo>
                  <a:pt x="121" y="139"/>
                  <a:pt x="118" y="139"/>
                  <a:pt x="115" y="139"/>
                </a:cubicBezTo>
                <a:cubicBezTo>
                  <a:pt x="113" y="136"/>
                  <a:pt x="112" y="132"/>
                  <a:pt x="110" y="128"/>
                </a:cubicBezTo>
                <a:cubicBezTo>
                  <a:pt x="108" y="129"/>
                  <a:pt x="107" y="130"/>
                  <a:pt x="105" y="131"/>
                </a:cubicBezTo>
                <a:cubicBezTo>
                  <a:pt x="90" y="140"/>
                  <a:pt x="74" y="144"/>
                  <a:pt x="56" y="141"/>
                </a:cubicBezTo>
                <a:cubicBezTo>
                  <a:pt x="34" y="137"/>
                  <a:pt x="18" y="124"/>
                  <a:pt x="10" y="103"/>
                </a:cubicBezTo>
                <a:cubicBezTo>
                  <a:pt x="0" y="79"/>
                  <a:pt x="1" y="55"/>
                  <a:pt x="15" y="33"/>
                </a:cubicBezTo>
                <a:cubicBezTo>
                  <a:pt x="24" y="17"/>
                  <a:pt x="38" y="6"/>
                  <a:pt x="56" y="3"/>
                </a:cubicBezTo>
                <a:cubicBezTo>
                  <a:pt x="71" y="0"/>
                  <a:pt x="86" y="2"/>
                  <a:pt x="99" y="11"/>
                </a:cubicBezTo>
                <a:cubicBezTo>
                  <a:pt x="100" y="12"/>
                  <a:pt x="101" y="12"/>
                  <a:pt x="102" y="13"/>
                </a:cubicBezTo>
                <a:cubicBezTo>
                  <a:pt x="103" y="10"/>
                  <a:pt x="104" y="7"/>
                  <a:pt x="105" y="5"/>
                </a:cubicBezTo>
                <a:cubicBezTo>
                  <a:pt x="107" y="5"/>
                  <a:pt x="109" y="5"/>
                  <a:pt x="112" y="5"/>
                </a:cubicBezTo>
                <a:cubicBezTo>
                  <a:pt x="115" y="18"/>
                  <a:pt x="119" y="32"/>
                  <a:pt x="122" y="46"/>
                </a:cubicBezTo>
                <a:cubicBezTo>
                  <a:pt x="120" y="47"/>
                  <a:pt x="117" y="48"/>
                  <a:pt x="114" y="49"/>
                </a:cubicBezTo>
                <a:cubicBezTo>
                  <a:pt x="114" y="47"/>
                  <a:pt x="113" y="45"/>
                  <a:pt x="112" y="44"/>
                </a:cubicBezTo>
                <a:cubicBezTo>
                  <a:pt x="109" y="37"/>
                  <a:pt x="105" y="30"/>
                  <a:pt x="100" y="25"/>
                </a:cubicBezTo>
                <a:cubicBezTo>
                  <a:pt x="84" y="8"/>
                  <a:pt x="59" y="7"/>
                  <a:pt x="42" y="23"/>
                </a:cubicBezTo>
                <a:cubicBezTo>
                  <a:pt x="31" y="34"/>
                  <a:pt x="25" y="47"/>
                  <a:pt x="24" y="62"/>
                </a:cubicBezTo>
                <a:cubicBezTo>
                  <a:pt x="22" y="79"/>
                  <a:pt x="25" y="95"/>
                  <a:pt x="34" y="109"/>
                </a:cubicBezTo>
                <a:cubicBezTo>
                  <a:pt x="44" y="125"/>
                  <a:pt x="59" y="132"/>
                  <a:pt x="77" y="131"/>
                </a:cubicBezTo>
                <a:cubicBezTo>
                  <a:pt x="86" y="130"/>
                  <a:pt x="94" y="127"/>
                  <a:pt x="101" y="120"/>
                </a:cubicBezTo>
                <a:cubicBezTo>
                  <a:pt x="104" y="117"/>
                  <a:pt x="106" y="114"/>
                  <a:pt x="106" y="109"/>
                </a:cubicBezTo>
                <a:cubicBezTo>
                  <a:pt x="106" y="103"/>
                  <a:pt x="107" y="96"/>
                  <a:pt x="106" y="90"/>
                </a:cubicBezTo>
                <a:cubicBezTo>
                  <a:pt x="106" y="82"/>
                  <a:pt x="104" y="81"/>
                  <a:pt x="96" y="79"/>
                </a:cubicBezTo>
                <a:cubicBezTo>
                  <a:pt x="94" y="79"/>
                  <a:pt x="91" y="79"/>
                  <a:pt x="87" y="79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7" name="Freeform 25">
            <a:extLst xmlns:a="http://schemas.openxmlformats.org/drawingml/2006/main">
              <a:ext uri="{FF2B5EF4-FFF2-40B4-BE49-F238E27FC236}">
                <a16:creationId xmlns:a16="http://schemas.microsoft.com/office/drawing/2014/main" id="{9815DBED-EC79-4804-AC30-290EDFE5F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081" y="688046"/>
            <a:ext cx="57594" cy="70710"/>
          </a:xfrm>
          <a:custGeom xmlns:a="http://schemas.openxmlformats.org/drawingml/2006/main">
            <a:gdLst>
              <a:gd name="T0" fmla="*/ 103 w 113"/>
              <a:gd name="T1" fmla="*/ 44 h 140"/>
              <a:gd name="T2" fmla="*/ 95 w 113"/>
              <a:gd name="T3" fmla="*/ 46 h 140"/>
              <a:gd name="T4" fmla="*/ 92 w 113"/>
              <a:gd name="T5" fmla="*/ 41 h 140"/>
              <a:gd name="T6" fmla="*/ 72 w 113"/>
              <a:gd name="T7" fmla="*/ 18 h 140"/>
              <a:gd name="T8" fmla="*/ 38 w 113"/>
              <a:gd name="T9" fmla="*/ 12 h 140"/>
              <a:gd name="T10" fmla="*/ 25 w 113"/>
              <a:gd name="T11" fmla="*/ 19 h 140"/>
              <a:gd name="T12" fmla="*/ 26 w 113"/>
              <a:gd name="T13" fmla="*/ 44 h 140"/>
              <a:gd name="T14" fmla="*/ 42 w 113"/>
              <a:gd name="T15" fmla="*/ 53 h 140"/>
              <a:gd name="T16" fmla="*/ 70 w 113"/>
              <a:gd name="T17" fmla="*/ 62 h 140"/>
              <a:gd name="T18" fmla="*/ 90 w 113"/>
              <a:gd name="T19" fmla="*/ 70 h 140"/>
              <a:gd name="T20" fmla="*/ 97 w 113"/>
              <a:gd name="T21" fmla="*/ 125 h 140"/>
              <a:gd name="T22" fmla="*/ 56 w 113"/>
              <a:gd name="T23" fmla="*/ 140 h 140"/>
              <a:gd name="T24" fmla="*/ 25 w 113"/>
              <a:gd name="T25" fmla="*/ 128 h 140"/>
              <a:gd name="T26" fmla="*/ 21 w 113"/>
              <a:gd name="T27" fmla="*/ 125 h 140"/>
              <a:gd name="T28" fmla="*/ 16 w 113"/>
              <a:gd name="T29" fmla="*/ 137 h 140"/>
              <a:gd name="T30" fmla="*/ 10 w 113"/>
              <a:gd name="T31" fmla="*/ 137 h 140"/>
              <a:gd name="T32" fmla="*/ 1 w 113"/>
              <a:gd name="T33" fmla="*/ 89 h 140"/>
              <a:gd name="T34" fmla="*/ 10 w 113"/>
              <a:gd name="T35" fmla="*/ 87 h 140"/>
              <a:gd name="T36" fmla="*/ 13 w 113"/>
              <a:gd name="T37" fmla="*/ 95 h 140"/>
              <a:gd name="T38" fmla="*/ 36 w 113"/>
              <a:gd name="T39" fmla="*/ 122 h 140"/>
              <a:gd name="T40" fmla="*/ 69 w 113"/>
              <a:gd name="T41" fmla="*/ 128 h 140"/>
              <a:gd name="T42" fmla="*/ 85 w 113"/>
              <a:gd name="T43" fmla="*/ 119 h 140"/>
              <a:gd name="T44" fmla="*/ 81 w 113"/>
              <a:gd name="T45" fmla="*/ 86 h 140"/>
              <a:gd name="T46" fmla="*/ 63 w 113"/>
              <a:gd name="T47" fmla="*/ 79 h 140"/>
              <a:gd name="T48" fmla="*/ 38 w 113"/>
              <a:gd name="T49" fmla="*/ 71 h 140"/>
              <a:gd name="T50" fmla="*/ 19 w 113"/>
              <a:gd name="T51" fmla="*/ 62 h 140"/>
              <a:gd name="T52" fmla="*/ 15 w 113"/>
              <a:gd name="T53" fmla="*/ 13 h 140"/>
              <a:gd name="T54" fmla="*/ 51 w 113"/>
              <a:gd name="T55" fmla="*/ 0 h 140"/>
              <a:gd name="T56" fmla="*/ 81 w 113"/>
              <a:gd name="T57" fmla="*/ 10 h 140"/>
              <a:gd name="T58" fmla="*/ 82 w 113"/>
              <a:gd name="T59" fmla="*/ 11 h 140"/>
              <a:gd name="T60" fmla="*/ 83 w 113"/>
              <a:gd name="T61" fmla="*/ 11 h 140"/>
              <a:gd name="T62" fmla="*/ 87 w 113"/>
              <a:gd name="T63" fmla="*/ 2 h 140"/>
              <a:gd name="T64" fmla="*/ 93 w 113"/>
              <a:gd name="T65" fmla="*/ 2 h 140"/>
              <a:gd name="T66" fmla="*/ 103 w 113"/>
              <a:gd name="T67" fmla="*/ 44 h 140"/>
            </a:gdLst>
            <a:rect l="0" t="0" r="r" b="b"/>
            <a:pathLst>
              <a:path w="113" h="140">
                <a:moveTo>
                  <a:pt x="103" y="44"/>
                </a:moveTo>
                <a:cubicBezTo>
                  <a:pt x="100" y="45"/>
                  <a:pt x="98" y="45"/>
                  <a:pt x="95" y="46"/>
                </a:cubicBezTo>
                <a:cubicBezTo>
                  <a:pt x="94" y="44"/>
                  <a:pt x="93" y="43"/>
                  <a:pt x="92" y="41"/>
                </a:cubicBezTo>
                <a:cubicBezTo>
                  <a:pt x="87" y="32"/>
                  <a:pt x="81" y="24"/>
                  <a:pt x="72" y="18"/>
                </a:cubicBezTo>
                <a:cubicBezTo>
                  <a:pt x="61" y="11"/>
                  <a:pt x="50" y="9"/>
                  <a:pt x="38" y="12"/>
                </a:cubicBezTo>
                <a:cubicBezTo>
                  <a:pt x="33" y="13"/>
                  <a:pt x="28" y="16"/>
                  <a:pt x="25" y="19"/>
                </a:cubicBezTo>
                <a:cubicBezTo>
                  <a:pt x="18" y="27"/>
                  <a:pt x="19" y="38"/>
                  <a:pt x="26" y="44"/>
                </a:cubicBezTo>
                <a:cubicBezTo>
                  <a:pt x="31" y="49"/>
                  <a:pt x="36" y="51"/>
                  <a:pt x="42" y="53"/>
                </a:cubicBezTo>
                <a:cubicBezTo>
                  <a:pt x="51" y="56"/>
                  <a:pt x="61" y="59"/>
                  <a:pt x="70" y="62"/>
                </a:cubicBezTo>
                <a:cubicBezTo>
                  <a:pt x="77" y="64"/>
                  <a:pt x="84" y="67"/>
                  <a:pt x="90" y="70"/>
                </a:cubicBezTo>
                <a:cubicBezTo>
                  <a:pt x="113" y="83"/>
                  <a:pt x="112" y="111"/>
                  <a:pt x="97" y="125"/>
                </a:cubicBezTo>
                <a:cubicBezTo>
                  <a:pt x="85" y="137"/>
                  <a:pt x="71" y="140"/>
                  <a:pt x="56" y="140"/>
                </a:cubicBezTo>
                <a:cubicBezTo>
                  <a:pt x="44" y="139"/>
                  <a:pt x="34" y="135"/>
                  <a:pt x="25" y="128"/>
                </a:cubicBezTo>
                <a:cubicBezTo>
                  <a:pt x="24" y="127"/>
                  <a:pt x="23" y="126"/>
                  <a:pt x="21" y="125"/>
                </a:cubicBezTo>
                <a:cubicBezTo>
                  <a:pt x="19" y="129"/>
                  <a:pt x="18" y="133"/>
                  <a:pt x="16" y="137"/>
                </a:cubicBezTo>
                <a:cubicBezTo>
                  <a:pt x="14" y="137"/>
                  <a:pt x="12" y="137"/>
                  <a:pt x="10" y="137"/>
                </a:cubicBezTo>
                <a:cubicBezTo>
                  <a:pt x="7" y="121"/>
                  <a:pt x="4" y="105"/>
                  <a:pt x="1" y="89"/>
                </a:cubicBezTo>
                <a:cubicBezTo>
                  <a:pt x="4" y="88"/>
                  <a:pt x="7" y="88"/>
                  <a:pt x="10" y="87"/>
                </a:cubicBezTo>
                <a:cubicBezTo>
                  <a:pt x="11" y="90"/>
                  <a:pt x="12" y="93"/>
                  <a:pt x="13" y="95"/>
                </a:cubicBezTo>
                <a:cubicBezTo>
                  <a:pt x="18" y="106"/>
                  <a:pt x="26" y="116"/>
                  <a:pt x="36" y="122"/>
                </a:cubicBezTo>
                <a:cubicBezTo>
                  <a:pt x="46" y="129"/>
                  <a:pt x="57" y="131"/>
                  <a:pt x="69" y="128"/>
                </a:cubicBezTo>
                <a:cubicBezTo>
                  <a:pt x="75" y="127"/>
                  <a:pt x="80" y="123"/>
                  <a:pt x="85" y="119"/>
                </a:cubicBezTo>
                <a:cubicBezTo>
                  <a:pt x="94" y="110"/>
                  <a:pt x="94" y="93"/>
                  <a:pt x="81" y="86"/>
                </a:cubicBezTo>
                <a:cubicBezTo>
                  <a:pt x="75" y="83"/>
                  <a:pt x="69" y="81"/>
                  <a:pt x="63" y="79"/>
                </a:cubicBezTo>
                <a:cubicBezTo>
                  <a:pt x="55" y="76"/>
                  <a:pt x="46" y="74"/>
                  <a:pt x="38" y="71"/>
                </a:cubicBezTo>
                <a:cubicBezTo>
                  <a:pt x="31" y="69"/>
                  <a:pt x="25" y="66"/>
                  <a:pt x="19" y="62"/>
                </a:cubicBezTo>
                <a:cubicBezTo>
                  <a:pt x="1" y="51"/>
                  <a:pt x="0" y="27"/>
                  <a:pt x="15" y="13"/>
                </a:cubicBezTo>
                <a:cubicBezTo>
                  <a:pt x="25" y="3"/>
                  <a:pt x="37" y="0"/>
                  <a:pt x="51" y="0"/>
                </a:cubicBezTo>
                <a:cubicBezTo>
                  <a:pt x="62" y="0"/>
                  <a:pt x="72" y="3"/>
                  <a:pt x="81" y="10"/>
                </a:cubicBezTo>
                <a:cubicBezTo>
                  <a:pt x="81" y="10"/>
                  <a:pt x="81" y="11"/>
                  <a:pt x="82" y="11"/>
                </a:cubicBezTo>
                <a:cubicBezTo>
                  <a:pt x="82" y="11"/>
                  <a:pt x="82" y="11"/>
                  <a:pt x="83" y="11"/>
                </a:cubicBezTo>
                <a:cubicBezTo>
                  <a:pt x="84" y="8"/>
                  <a:pt x="85" y="5"/>
                  <a:pt x="87" y="2"/>
                </a:cubicBezTo>
                <a:cubicBezTo>
                  <a:pt x="89" y="2"/>
                  <a:pt x="91" y="2"/>
                  <a:pt x="93" y="2"/>
                </a:cubicBezTo>
                <a:cubicBezTo>
                  <a:pt x="96" y="16"/>
                  <a:pt x="100" y="30"/>
                  <a:pt x="103" y="4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8" name="Freeform 27">
            <a:extLst xmlns:a="http://schemas.openxmlformats.org/drawingml/2006/main">
              <a:ext uri="{FF2B5EF4-FFF2-40B4-BE49-F238E27FC236}">
                <a16:creationId xmlns:a16="http://schemas.microsoft.com/office/drawing/2014/main" id="{C6B9A4A6-A54E-4098-B4A5-444E8882A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5846" y="688617"/>
            <a:ext cx="57594" cy="68429"/>
          </a:xfrm>
          <a:custGeom xmlns:a="http://schemas.openxmlformats.org/drawingml/2006/main">
            <a:gdLst>
              <a:gd name="T0" fmla="*/ 33 w 113"/>
              <a:gd name="T1" fmla="*/ 78 h 135"/>
              <a:gd name="T2" fmla="*/ 33 w 113"/>
              <a:gd name="T3" fmla="*/ 82 h 135"/>
              <a:gd name="T4" fmla="*/ 33 w 113"/>
              <a:gd name="T5" fmla="*/ 114 h 135"/>
              <a:gd name="T6" fmla="*/ 33 w 113"/>
              <a:gd name="T7" fmla="*/ 118 h 135"/>
              <a:gd name="T8" fmla="*/ 43 w 113"/>
              <a:gd name="T9" fmla="*/ 128 h 135"/>
              <a:gd name="T10" fmla="*/ 49 w 113"/>
              <a:gd name="T11" fmla="*/ 128 h 135"/>
              <a:gd name="T12" fmla="*/ 49 w 113"/>
              <a:gd name="T13" fmla="*/ 135 h 135"/>
              <a:gd name="T14" fmla="*/ 0 w 113"/>
              <a:gd name="T15" fmla="*/ 135 h 135"/>
              <a:gd name="T16" fmla="*/ 0 w 113"/>
              <a:gd name="T17" fmla="*/ 128 h 135"/>
              <a:gd name="T18" fmla="*/ 8 w 113"/>
              <a:gd name="T19" fmla="*/ 127 h 135"/>
              <a:gd name="T20" fmla="*/ 15 w 113"/>
              <a:gd name="T21" fmla="*/ 120 h 135"/>
              <a:gd name="T22" fmla="*/ 15 w 113"/>
              <a:gd name="T23" fmla="*/ 114 h 135"/>
              <a:gd name="T24" fmla="*/ 15 w 113"/>
              <a:gd name="T25" fmla="*/ 21 h 135"/>
              <a:gd name="T26" fmla="*/ 15 w 113"/>
              <a:gd name="T27" fmla="*/ 14 h 135"/>
              <a:gd name="T28" fmla="*/ 9 w 113"/>
              <a:gd name="T29" fmla="*/ 9 h 135"/>
              <a:gd name="T30" fmla="*/ 0 w 113"/>
              <a:gd name="T31" fmla="*/ 8 h 135"/>
              <a:gd name="T32" fmla="*/ 0 w 113"/>
              <a:gd name="T33" fmla="*/ 1 h 135"/>
              <a:gd name="T34" fmla="*/ 4 w 113"/>
              <a:gd name="T35" fmla="*/ 0 h 135"/>
              <a:gd name="T36" fmla="*/ 56 w 113"/>
              <a:gd name="T37" fmla="*/ 0 h 135"/>
              <a:gd name="T38" fmla="*/ 73 w 113"/>
              <a:gd name="T39" fmla="*/ 1 h 135"/>
              <a:gd name="T40" fmla="*/ 106 w 113"/>
              <a:gd name="T41" fmla="*/ 50 h 135"/>
              <a:gd name="T42" fmla="*/ 78 w 113"/>
              <a:gd name="T43" fmla="*/ 76 h 135"/>
              <a:gd name="T44" fmla="*/ 55 w 113"/>
              <a:gd name="T45" fmla="*/ 78 h 135"/>
              <a:gd name="T46" fmla="*/ 33 w 113"/>
              <a:gd name="T47" fmla="*/ 78 h 135"/>
              <a:gd name="T48" fmla="*/ 33 w 113"/>
              <a:gd name="T49" fmla="*/ 68 h 135"/>
              <a:gd name="T50" fmla="*/ 67 w 113"/>
              <a:gd name="T51" fmla="*/ 67 h 135"/>
              <a:gd name="T52" fmla="*/ 85 w 113"/>
              <a:gd name="T53" fmla="*/ 52 h 135"/>
              <a:gd name="T54" fmla="*/ 87 w 113"/>
              <a:gd name="T55" fmla="*/ 29 h 135"/>
              <a:gd name="T56" fmla="*/ 66 w 113"/>
              <a:gd name="T57" fmla="*/ 11 h 135"/>
              <a:gd name="T58" fmla="*/ 34 w 113"/>
              <a:gd name="T59" fmla="*/ 11 h 135"/>
              <a:gd name="T60" fmla="*/ 33 w 113"/>
              <a:gd name="T61" fmla="*/ 11 h 135"/>
              <a:gd name="T62" fmla="*/ 33 w 113"/>
              <a:gd name="T63" fmla="*/ 68 h 135"/>
            </a:gdLst>
            <a:rect l="0" t="0" r="r" b="b"/>
            <a:pathLst>
              <a:path w="113" h="135">
                <a:moveTo>
                  <a:pt x="33" y="78"/>
                </a:moveTo>
                <a:cubicBezTo>
                  <a:pt x="33" y="80"/>
                  <a:pt x="33" y="81"/>
                  <a:pt x="33" y="82"/>
                </a:cubicBezTo>
                <a:cubicBezTo>
                  <a:pt x="33" y="93"/>
                  <a:pt x="33" y="103"/>
                  <a:pt x="33" y="114"/>
                </a:cubicBezTo>
                <a:cubicBezTo>
                  <a:pt x="33" y="115"/>
                  <a:pt x="33" y="117"/>
                  <a:pt x="33" y="118"/>
                </a:cubicBezTo>
                <a:cubicBezTo>
                  <a:pt x="34" y="125"/>
                  <a:pt x="35" y="127"/>
                  <a:pt x="43" y="128"/>
                </a:cubicBezTo>
                <a:cubicBezTo>
                  <a:pt x="45" y="128"/>
                  <a:pt x="47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6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8" y="127"/>
                </a:cubicBezTo>
                <a:cubicBezTo>
                  <a:pt x="13" y="126"/>
                  <a:pt x="14" y="125"/>
                  <a:pt x="15" y="120"/>
                </a:cubicBezTo>
                <a:cubicBezTo>
                  <a:pt x="15" y="118"/>
                  <a:pt x="15" y="116"/>
                  <a:pt x="15" y="114"/>
                </a:cubicBezTo>
                <a:cubicBezTo>
                  <a:pt x="16" y="83"/>
                  <a:pt x="16" y="52"/>
                  <a:pt x="15" y="21"/>
                </a:cubicBezTo>
                <a:cubicBezTo>
                  <a:pt x="15" y="19"/>
                  <a:pt x="15" y="16"/>
                  <a:pt x="15" y="14"/>
                </a:cubicBezTo>
                <a:cubicBezTo>
                  <a:pt x="14" y="11"/>
                  <a:pt x="12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1" y="0"/>
                  <a:pt x="3" y="0"/>
                  <a:pt x="4" y="0"/>
                </a:cubicBezTo>
                <a:cubicBezTo>
                  <a:pt x="21" y="0"/>
                  <a:pt x="39" y="0"/>
                  <a:pt x="56" y="0"/>
                </a:cubicBezTo>
                <a:cubicBezTo>
                  <a:pt x="62" y="0"/>
                  <a:pt x="68" y="1"/>
                  <a:pt x="73" y="1"/>
                </a:cubicBezTo>
                <a:cubicBezTo>
                  <a:pt x="98" y="4"/>
                  <a:pt x="113" y="26"/>
                  <a:pt x="106" y="50"/>
                </a:cubicBezTo>
                <a:cubicBezTo>
                  <a:pt x="102" y="64"/>
                  <a:pt x="93" y="73"/>
                  <a:pt x="78" y="76"/>
                </a:cubicBezTo>
                <a:cubicBezTo>
                  <a:pt x="70" y="77"/>
                  <a:pt x="63" y="77"/>
                  <a:pt x="55" y="78"/>
                </a:cubicBezTo>
                <a:cubicBezTo>
                  <a:pt x="48" y="78"/>
                  <a:pt x="41" y="78"/>
                  <a:pt x="33" y="78"/>
                </a:cubicBezTo>
                <a:close/>
                <a:moveTo>
                  <a:pt x="33" y="68"/>
                </a:moveTo>
                <a:cubicBezTo>
                  <a:pt x="45" y="67"/>
                  <a:pt x="56" y="68"/>
                  <a:pt x="67" y="67"/>
                </a:cubicBezTo>
                <a:cubicBezTo>
                  <a:pt x="76" y="66"/>
                  <a:pt x="82" y="60"/>
                  <a:pt x="85" y="52"/>
                </a:cubicBezTo>
                <a:cubicBezTo>
                  <a:pt x="89" y="45"/>
                  <a:pt x="89" y="37"/>
                  <a:pt x="87" y="29"/>
                </a:cubicBezTo>
                <a:cubicBezTo>
                  <a:pt x="84" y="19"/>
                  <a:pt x="78" y="12"/>
                  <a:pt x="66" y="11"/>
                </a:cubicBezTo>
                <a:cubicBezTo>
                  <a:pt x="56" y="11"/>
                  <a:pt x="45" y="11"/>
                  <a:pt x="34" y="11"/>
                </a:cubicBezTo>
                <a:cubicBezTo>
                  <a:pt x="34" y="11"/>
                  <a:pt x="34" y="11"/>
                  <a:pt x="33" y="11"/>
                </a:cubicBezTo>
                <a:cubicBezTo>
                  <a:pt x="33" y="30"/>
                  <a:pt x="33" y="48"/>
                  <a:pt x="33" y="6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81B8EE62-4B07-4FF8-95C6-5D813E503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5017" y="689187"/>
            <a:ext cx="67859" cy="70140"/>
          </a:xfrm>
          <a:custGeom xmlns:a="http://schemas.openxmlformats.org/drawingml/2006/main">
            <a:gdLst>
              <a:gd name="T0" fmla="*/ 49 w 133"/>
              <a:gd name="T1" fmla="*/ 0 h 138"/>
              <a:gd name="T2" fmla="*/ 49 w 133"/>
              <a:gd name="T3" fmla="*/ 7 h 138"/>
              <a:gd name="T4" fmla="*/ 41 w 133"/>
              <a:gd name="T5" fmla="*/ 8 h 138"/>
              <a:gd name="T6" fmla="*/ 34 w 133"/>
              <a:gd name="T7" fmla="*/ 15 h 138"/>
              <a:gd name="T8" fmla="*/ 33 w 133"/>
              <a:gd name="T9" fmla="*/ 23 h 138"/>
              <a:gd name="T10" fmla="*/ 33 w 133"/>
              <a:gd name="T11" fmla="*/ 83 h 138"/>
              <a:gd name="T12" fmla="*/ 34 w 133"/>
              <a:gd name="T13" fmla="*/ 96 h 138"/>
              <a:gd name="T14" fmla="*/ 60 w 133"/>
              <a:gd name="T15" fmla="*/ 124 h 138"/>
              <a:gd name="T16" fmla="*/ 100 w 133"/>
              <a:gd name="T17" fmla="*/ 110 h 138"/>
              <a:gd name="T18" fmla="*/ 106 w 133"/>
              <a:gd name="T19" fmla="*/ 94 h 138"/>
              <a:gd name="T20" fmla="*/ 107 w 133"/>
              <a:gd name="T21" fmla="*/ 80 h 138"/>
              <a:gd name="T22" fmla="*/ 107 w 133"/>
              <a:gd name="T23" fmla="*/ 24 h 138"/>
              <a:gd name="T24" fmla="*/ 106 w 133"/>
              <a:gd name="T25" fmla="*/ 15 h 138"/>
              <a:gd name="T26" fmla="*/ 97 w 133"/>
              <a:gd name="T27" fmla="*/ 8 h 138"/>
              <a:gd name="T28" fmla="*/ 91 w 133"/>
              <a:gd name="T29" fmla="*/ 7 h 138"/>
              <a:gd name="T30" fmla="*/ 91 w 133"/>
              <a:gd name="T31" fmla="*/ 0 h 138"/>
              <a:gd name="T32" fmla="*/ 133 w 133"/>
              <a:gd name="T33" fmla="*/ 0 h 138"/>
              <a:gd name="T34" fmla="*/ 133 w 133"/>
              <a:gd name="T35" fmla="*/ 7 h 138"/>
              <a:gd name="T36" fmla="*/ 126 w 133"/>
              <a:gd name="T37" fmla="*/ 8 h 138"/>
              <a:gd name="T38" fmla="*/ 118 w 133"/>
              <a:gd name="T39" fmla="*/ 15 h 138"/>
              <a:gd name="T40" fmla="*/ 118 w 133"/>
              <a:gd name="T41" fmla="*/ 25 h 138"/>
              <a:gd name="T42" fmla="*/ 117 w 133"/>
              <a:gd name="T43" fmla="*/ 88 h 138"/>
              <a:gd name="T44" fmla="*/ 114 w 133"/>
              <a:gd name="T45" fmla="*/ 105 h 138"/>
              <a:gd name="T46" fmla="*/ 74 w 133"/>
              <a:gd name="T47" fmla="*/ 136 h 138"/>
              <a:gd name="T48" fmla="*/ 35 w 133"/>
              <a:gd name="T49" fmla="*/ 127 h 138"/>
              <a:gd name="T50" fmla="*/ 17 w 133"/>
              <a:gd name="T51" fmla="*/ 96 h 138"/>
              <a:gd name="T52" fmla="*/ 16 w 133"/>
              <a:gd name="T53" fmla="*/ 83 h 138"/>
              <a:gd name="T54" fmla="*/ 16 w 133"/>
              <a:gd name="T55" fmla="*/ 25 h 138"/>
              <a:gd name="T56" fmla="*/ 16 w 133"/>
              <a:gd name="T57" fmla="*/ 15 h 138"/>
              <a:gd name="T58" fmla="*/ 8 w 133"/>
              <a:gd name="T59" fmla="*/ 8 h 138"/>
              <a:gd name="T60" fmla="*/ 0 w 133"/>
              <a:gd name="T61" fmla="*/ 7 h 138"/>
              <a:gd name="T62" fmla="*/ 0 w 133"/>
              <a:gd name="T63" fmla="*/ 0 h 138"/>
              <a:gd name="T64" fmla="*/ 49 w 133"/>
              <a:gd name="T65" fmla="*/ 0 h 138"/>
            </a:gdLst>
            <a:rect l="0" t="0" r="r" b="b"/>
            <a:pathLst>
              <a:path w="133" h="138">
                <a:moveTo>
                  <a:pt x="49" y="0"/>
                </a:move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1" y="8"/>
                </a:cubicBezTo>
                <a:cubicBezTo>
                  <a:pt x="36" y="8"/>
                  <a:pt x="34" y="10"/>
                  <a:pt x="34" y="15"/>
                </a:cubicBezTo>
                <a:cubicBezTo>
                  <a:pt x="33" y="17"/>
                  <a:pt x="33" y="20"/>
                  <a:pt x="33" y="23"/>
                </a:cubicBezTo>
                <a:cubicBezTo>
                  <a:pt x="33" y="43"/>
                  <a:pt x="33" y="63"/>
                  <a:pt x="33" y="83"/>
                </a:cubicBezTo>
                <a:cubicBezTo>
                  <a:pt x="33" y="87"/>
                  <a:pt x="33" y="92"/>
                  <a:pt x="34" y="96"/>
                </a:cubicBezTo>
                <a:cubicBezTo>
                  <a:pt x="36" y="112"/>
                  <a:pt x="46" y="120"/>
                  <a:pt x="60" y="124"/>
                </a:cubicBezTo>
                <a:cubicBezTo>
                  <a:pt x="76" y="128"/>
                  <a:pt x="89" y="123"/>
                  <a:pt x="100" y="110"/>
                </a:cubicBezTo>
                <a:cubicBezTo>
                  <a:pt x="104" y="106"/>
                  <a:pt x="105" y="100"/>
                  <a:pt x="106" y="94"/>
                </a:cubicBezTo>
                <a:cubicBezTo>
                  <a:pt x="106" y="90"/>
                  <a:pt x="106" y="85"/>
                  <a:pt x="107" y="80"/>
                </a:cubicBezTo>
                <a:cubicBezTo>
                  <a:pt x="107" y="62"/>
                  <a:pt x="107" y="43"/>
                  <a:pt x="107" y="24"/>
                </a:cubicBezTo>
                <a:cubicBezTo>
                  <a:pt x="107" y="21"/>
                  <a:pt x="106" y="18"/>
                  <a:pt x="106" y="15"/>
                </a:cubicBezTo>
                <a:cubicBezTo>
                  <a:pt x="105" y="10"/>
                  <a:pt x="103" y="8"/>
                  <a:pt x="97" y="8"/>
                </a:cubicBezTo>
                <a:cubicBezTo>
                  <a:pt x="95" y="7"/>
                  <a:pt x="93" y="7"/>
                  <a:pt x="91" y="7"/>
                </a:cubicBezTo>
                <a:cubicBezTo>
                  <a:pt x="91" y="4"/>
                  <a:pt x="91" y="2"/>
                  <a:pt x="91" y="0"/>
                </a:cubicBezTo>
                <a:cubicBezTo>
                  <a:pt x="105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1" y="7"/>
                  <a:pt x="128" y="7"/>
                  <a:pt x="126" y="8"/>
                </a:cubicBezTo>
                <a:cubicBezTo>
                  <a:pt x="121" y="8"/>
                  <a:pt x="119" y="11"/>
                  <a:pt x="118" y="15"/>
                </a:cubicBezTo>
                <a:cubicBezTo>
                  <a:pt x="118" y="18"/>
                  <a:pt x="118" y="22"/>
                  <a:pt x="118" y="25"/>
                </a:cubicBezTo>
                <a:cubicBezTo>
                  <a:pt x="117" y="46"/>
                  <a:pt x="118" y="67"/>
                  <a:pt x="117" y="88"/>
                </a:cubicBezTo>
                <a:cubicBezTo>
                  <a:pt x="117" y="94"/>
                  <a:pt x="116" y="99"/>
                  <a:pt x="114" y="105"/>
                </a:cubicBezTo>
                <a:cubicBezTo>
                  <a:pt x="108" y="124"/>
                  <a:pt x="94" y="134"/>
                  <a:pt x="74" y="136"/>
                </a:cubicBezTo>
                <a:cubicBezTo>
                  <a:pt x="60" y="138"/>
                  <a:pt x="47" y="135"/>
                  <a:pt x="35" y="127"/>
                </a:cubicBezTo>
                <a:cubicBezTo>
                  <a:pt x="24" y="120"/>
                  <a:pt x="18" y="109"/>
                  <a:pt x="17" y="96"/>
                </a:cubicBezTo>
                <a:cubicBezTo>
                  <a:pt x="16" y="92"/>
                  <a:pt x="16" y="87"/>
                  <a:pt x="16" y="83"/>
                </a:cubicBezTo>
                <a:cubicBezTo>
                  <a:pt x="16" y="64"/>
                  <a:pt x="16" y="45"/>
                  <a:pt x="16" y="25"/>
                </a:cubicBezTo>
                <a:cubicBezTo>
                  <a:pt x="16" y="22"/>
                  <a:pt x="16" y="18"/>
                  <a:pt x="16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49A48EBE-8AB9-49AC-B011-50D599711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371" y="689187"/>
            <a:ext cx="67288" cy="69569"/>
          </a:xfrm>
          <a:custGeom xmlns:a="http://schemas.openxmlformats.org/drawingml/2006/main">
            <a:gdLst>
              <a:gd name="T0" fmla="*/ 73 w 133"/>
              <a:gd name="T1" fmla="*/ 137 h 137"/>
              <a:gd name="T2" fmla="*/ 64 w 133"/>
              <a:gd name="T3" fmla="*/ 137 h 137"/>
              <a:gd name="T4" fmla="*/ 58 w 133"/>
              <a:gd name="T5" fmla="*/ 133 h 137"/>
              <a:gd name="T6" fmla="*/ 39 w 133"/>
              <a:gd name="T7" fmla="*/ 80 h 137"/>
              <a:gd name="T8" fmla="*/ 17 w 133"/>
              <a:gd name="T9" fmla="*/ 23 h 137"/>
              <a:gd name="T10" fmla="*/ 13 w 133"/>
              <a:gd name="T11" fmla="*/ 14 h 137"/>
              <a:gd name="T12" fmla="*/ 4 w 133"/>
              <a:gd name="T13" fmla="*/ 7 h 137"/>
              <a:gd name="T14" fmla="*/ 0 w 133"/>
              <a:gd name="T15" fmla="*/ 7 h 137"/>
              <a:gd name="T16" fmla="*/ 0 w 133"/>
              <a:gd name="T17" fmla="*/ 0 h 137"/>
              <a:gd name="T18" fmla="*/ 47 w 133"/>
              <a:gd name="T19" fmla="*/ 0 h 137"/>
              <a:gd name="T20" fmla="*/ 47 w 133"/>
              <a:gd name="T21" fmla="*/ 7 h 137"/>
              <a:gd name="T22" fmla="*/ 39 w 133"/>
              <a:gd name="T23" fmla="*/ 8 h 137"/>
              <a:gd name="T24" fmla="*/ 34 w 133"/>
              <a:gd name="T25" fmla="*/ 15 h 137"/>
              <a:gd name="T26" fmla="*/ 35 w 133"/>
              <a:gd name="T27" fmla="*/ 20 h 137"/>
              <a:gd name="T28" fmla="*/ 68 w 133"/>
              <a:gd name="T29" fmla="*/ 112 h 137"/>
              <a:gd name="T30" fmla="*/ 70 w 133"/>
              <a:gd name="T31" fmla="*/ 116 h 137"/>
              <a:gd name="T32" fmla="*/ 72 w 133"/>
              <a:gd name="T33" fmla="*/ 113 h 137"/>
              <a:gd name="T34" fmla="*/ 106 w 133"/>
              <a:gd name="T35" fmla="*/ 18 h 137"/>
              <a:gd name="T36" fmla="*/ 106 w 133"/>
              <a:gd name="T37" fmla="*/ 16 h 137"/>
              <a:gd name="T38" fmla="*/ 101 w 133"/>
              <a:gd name="T39" fmla="*/ 7 h 137"/>
              <a:gd name="T40" fmla="*/ 94 w 133"/>
              <a:gd name="T41" fmla="*/ 7 h 137"/>
              <a:gd name="T42" fmla="*/ 94 w 133"/>
              <a:gd name="T43" fmla="*/ 0 h 137"/>
              <a:gd name="T44" fmla="*/ 133 w 133"/>
              <a:gd name="T45" fmla="*/ 0 h 137"/>
              <a:gd name="T46" fmla="*/ 133 w 133"/>
              <a:gd name="T47" fmla="*/ 7 h 137"/>
              <a:gd name="T48" fmla="*/ 130 w 133"/>
              <a:gd name="T49" fmla="*/ 7 h 137"/>
              <a:gd name="T50" fmla="*/ 119 w 133"/>
              <a:gd name="T51" fmla="*/ 16 h 137"/>
              <a:gd name="T52" fmla="*/ 110 w 133"/>
              <a:gd name="T53" fmla="*/ 38 h 137"/>
              <a:gd name="T54" fmla="*/ 74 w 133"/>
              <a:gd name="T55" fmla="*/ 133 h 137"/>
              <a:gd name="T56" fmla="*/ 73 w 133"/>
              <a:gd name="T57" fmla="*/ 137 h 137"/>
            </a:gdLst>
            <a:rect l="0" t="0" r="r" b="b"/>
            <a:pathLst>
              <a:path w="133" h="137">
                <a:moveTo>
                  <a:pt x="73" y="137"/>
                </a:moveTo>
                <a:cubicBezTo>
                  <a:pt x="69" y="137"/>
                  <a:pt x="66" y="137"/>
                  <a:pt x="64" y="137"/>
                </a:cubicBezTo>
                <a:cubicBezTo>
                  <a:pt x="61" y="137"/>
                  <a:pt x="59" y="136"/>
                  <a:pt x="58" y="133"/>
                </a:cubicBezTo>
                <a:cubicBezTo>
                  <a:pt x="52" y="115"/>
                  <a:pt x="45" y="98"/>
                  <a:pt x="39" y="80"/>
                </a:cubicBezTo>
                <a:cubicBezTo>
                  <a:pt x="31" y="61"/>
                  <a:pt x="24" y="42"/>
                  <a:pt x="17" y="23"/>
                </a:cubicBezTo>
                <a:cubicBezTo>
                  <a:pt x="16" y="20"/>
                  <a:pt x="15" y="17"/>
                  <a:pt x="13" y="14"/>
                </a:cubicBezTo>
                <a:cubicBezTo>
                  <a:pt x="11" y="10"/>
                  <a:pt x="8" y="8"/>
                  <a:pt x="4" y="7"/>
                </a:cubicBezTo>
                <a:cubicBezTo>
                  <a:pt x="3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7" y="0"/>
                </a:cubicBezTo>
                <a:cubicBezTo>
                  <a:pt x="47" y="2"/>
                  <a:pt x="47" y="4"/>
                  <a:pt x="47" y="7"/>
                </a:cubicBezTo>
                <a:cubicBezTo>
                  <a:pt x="44" y="7"/>
                  <a:pt x="42" y="7"/>
                  <a:pt x="39" y="8"/>
                </a:cubicBezTo>
                <a:cubicBezTo>
                  <a:pt x="34" y="8"/>
                  <a:pt x="33" y="10"/>
                  <a:pt x="34" y="15"/>
                </a:cubicBezTo>
                <a:cubicBezTo>
                  <a:pt x="34" y="17"/>
                  <a:pt x="35" y="19"/>
                  <a:pt x="35" y="20"/>
                </a:cubicBezTo>
                <a:cubicBezTo>
                  <a:pt x="46" y="51"/>
                  <a:pt x="57" y="81"/>
                  <a:pt x="68" y="112"/>
                </a:cubicBezTo>
                <a:cubicBezTo>
                  <a:pt x="69" y="113"/>
                  <a:pt x="69" y="114"/>
                  <a:pt x="70" y="116"/>
                </a:cubicBezTo>
                <a:cubicBezTo>
                  <a:pt x="71" y="114"/>
                  <a:pt x="71" y="113"/>
                  <a:pt x="72" y="113"/>
                </a:cubicBezTo>
                <a:cubicBezTo>
                  <a:pt x="83" y="81"/>
                  <a:pt x="94" y="50"/>
                  <a:pt x="106" y="18"/>
                </a:cubicBezTo>
                <a:cubicBezTo>
                  <a:pt x="106" y="17"/>
                  <a:pt x="106" y="17"/>
                  <a:pt x="106" y="16"/>
                </a:cubicBezTo>
                <a:cubicBezTo>
                  <a:pt x="107" y="10"/>
                  <a:pt x="106" y="8"/>
                  <a:pt x="101" y="7"/>
                </a:cubicBezTo>
                <a:cubicBezTo>
                  <a:pt x="98" y="7"/>
                  <a:pt x="96" y="7"/>
                  <a:pt x="94" y="7"/>
                </a:cubicBezTo>
                <a:cubicBezTo>
                  <a:pt x="94" y="4"/>
                  <a:pt x="94" y="2"/>
                  <a:pt x="94" y="0"/>
                </a:cubicBezTo>
                <a:cubicBezTo>
                  <a:pt x="106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2" y="7"/>
                  <a:pt x="131" y="7"/>
                  <a:pt x="130" y="7"/>
                </a:cubicBezTo>
                <a:cubicBezTo>
                  <a:pt x="124" y="8"/>
                  <a:pt x="121" y="11"/>
                  <a:pt x="119" y="16"/>
                </a:cubicBezTo>
                <a:cubicBezTo>
                  <a:pt x="116" y="24"/>
                  <a:pt x="113" y="31"/>
                  <a:pt x="110" y="38"/>
                </a:cubicBezTo>
                <a:cubicBezTo>
                  <a:pt x="98" y="70"/>
                  <a:pt x="86" y="101"/>
                  <a:pt x="74" y="133"/>
                </a:cubicBezTo>
                <a:cubicBezTo>
                  <a:pt x="74" y="134"/>
                  <a:pt x="73" y="135"/>
                  <a:pt x="73" y="13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5C66B958-8D5C-429F-85FB-8E4C1C971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6484" y="689187"/>
            <a:ext cx="61016" cy="68429"/>
          </a:xfrm>
          <a:custGeom xmlns:a="http://schemas.openxmlformats.org/drawingml/2006/main">
            <a:gdLst>
              <a:gd name="T0" fmla="*/ 85 w 120"/>
              <a:gd name="T1" fmla="*/ 127 h 135"/>
              <a:gd name="T2" fmla="*/ 85 w 120"/>
              <a:gd name="T3" fmla="*/ 134 h 135"/>
              <a:gd name="T4" fmla="*/ 35 w 120"/>
              <a:gd name="T5" fmla="*/ 134 h 135"/>
              <a:gd name="T6" fmla="*/ 35 w 120"/>
              <a:gd name="T7" fmla="*/ 127 h 135"/>
              <a:gd name="T8" fmla="*/ 44 w 120"/>
              <a:gd name="T9" fmla="*/ 126 h 135"/>
              <a:gd name="T10" fmla="*/ 50 w 120"/>
              <a:gd name="T11" fmla="*/ 120 h 135"/>
              <a:gd name="T12" fmla="*/ 51 w 120"/>
              <a:gd name="T13" fmla="*/ 113 h 135"/>
              <a:gd name="T14" fmla="*/ 51 w 120"/>
              <a:gd name="T15" fmla="*/ 85 h 135"/>
              <a:gd name="T16" fmla="*/ 50 w 120"/>
              <a:gd name="T17" fmla="*/ 79 h 135"/>
              <a:gd name="T18" fmla="*/ 17 w 120"/>
              <a:gd name="T19" fmla="*/ 19 h 135"/>
              <a:gd name="T20" fmla="*/ 15 w 120"/>
              <a:gd name="T21" fmla="*/ 15 h 135"/>
              <a:gd name="T22" fmla="*/ 3 w 120"/>
              <a:gd name="T23" fmla="*/ 7 h 135"/>
              <a:gd name="T24" fmla="*/ 0 w 120"/>
              <a:gd name="T25" fmla="*/ 7 h 135"/>
              <a:gd name="T26" fmla="*/ 0 w 120"/>
              <a:gd name="T27" fmla="*/ 0 h 135"/>
              <a:gd name="T28" fmla="*/ 48 w 120"/>
              <a:gd name="T29" fmla="*/ 0 h 135"/>
              <a:gd name="T30" fmla="*/ 48 w 120"/>
              <a:gd name="T31" fmla="*/ 7 h 135"/>
              <a:gd name="T32" fmla="*/ 40 w 120"/>
              <a:gd name="T33" fmla="*/ 7 h 135"/>
              <a:gd name="T34" fmla="*/ 36 w 120"/>
              <a:gd name="T35" fmla="*/ 14 h 135"/>
              <a:gd name="T36" fmla="*/ 37 w 120"/>
              <a:gd name="T37" fmla="*/ 18 h 135"/>
              <a:gd name="T38" fmla="*/ 61 w 120"/>
              <a:gd name="T39" fmla="*/ 64 h 135"/>
              <a:gd name="T40" fmla="*/ 63 w 120"/>
              <a:gd name="T41" fmla="*/ 68 h 135"/>
              <a:gd name="T42" fmla="*/ 66 w 120"/>
              <a:gd name="T43" fmla="*/ 64 h 135"/>
              <a:gd name="T44" fmla="*/ 91 w 120"/>
              <a:gd name="T45" fmla="*/ 18 h 135"/>
              <a:gd name="T46" fmla="*/ 93 w 120"/>
              <a:gd name="T47" fmla="*/ 12 h 135"/>
              <a:gd name="T48" fmla="*/ 90 w 120"/>
              <a:gd name="T49" fmla="*/ 8 h 135"/>
              <a:gd name="T50" fmla="*/ 81 w 120"/>
              <a:gd name="T51" fmla="*/ 7 h 135"/>
              <a:gd name="T52" fmla="*/ 81 w 120"/>
              <a:gd name="T53" fmla="*/ 0 h 135"/>
              <a:gd name="T54" fmla="*/ 120 w 120"/>
              <a:gd name="T55" fmla="*/ 0 h 135"/>
              <a:gd name="T56" fmla="*/ 120 w 120"/>
              <a:gd name="T57" fmla="*/ 7 h 135"/>
              <a:gd name="T58" fmla="*/ 115 w 120"/>
              <a:gd name="T59" fmla="*/ 8 h 135"/>
              <a:gd name="T60" fmla="*/ 108 w 120"/>
              <a:gd name="T61" fmla="*/ 12 h 135"/>
              <a:gd name="T62" fmla="*/ 103 w 120"/>
              <a:gd name="T63" fmla="*/ 19 h 135"/>
              <a:gd name="T64" fmla="*/ 71 w 120"/>
              <a:gd name="T65" fmla="*/ 75 h 135"/>
              <a:gd name="T66" fmla="*/ 69 w 120"/>
              <a:gd name="T67" fmla="*/ 82 h 135"/>
              <a:gd name="T68" fmla="*/ 69 w 120"/>
              <a:gd name="T69" fmla="*/ 111 h 135"/>
              <a:gd name="T70" fmla="*/ 69 w 120"/>
              <a:gd name="T71" fmla="*/ 118 h 135"/>
              <a:gd name="T72" fmla="*/ 77 w 120"/>
              <a:gd name="T73" fmla="*/ 126 h 135"/>
              <a:gd name="T74" fmla="*/ 85 w 120"/>
              <a:gd name="T75" fmla="*/ 127 h 135"/>
            </a:gdLst>
            <a:rect l="0" t="0" r="r" b="b"/>
            <a:pathLst>
              <a:path w="120" h="135">
                <a:moveTo>
                  <a:pt x="85" y="127"/>
                </a:moveTo>
                <a:cubicBezTo>
                  <a:pt x="85" y="130"/>
                  <a:pt x="85" y="132"/>
                  <a:pt x="85" y="134"/>
                </a:cubicBezTo>
                <a:cubicBezTo>
                  <a:pt x="81" y="135"/>
                  <a:pt x="44" y="135"/>
                  <a:pt x="35" y="134"/>
                </a:cubicBezTo>
                <a:cubicBezTo>
                  <a:pt x="35" y="132"/>
                  <a:pt x="35" y="130"/>
                  <a:pt x="35" y="127"/>
                </a:cubicBezTo>
                <a:cubicBezTo>
                  <a:pt x="38" y="127"/>
                  <a:pt x="41" y="126"/>
                  <a:pt x="44" y="126"/>
                </a:cubicBezTo>
                <a:cubicBezTo>
                  <a:pt x="48" y="126"/>
                  <a:pt x="50" y="124"/>
                  <a:pt x="50" y="120"/>
                </a:cubicBezTo>
                <a:cubicBezTo>
                  <a:pt x="51" y="118"/>
                  <a:pt x="51" y="115"/>
                  <a:pt x="51" y="113"/>
                </a:cubicBezTo>
                <a:cubicBezTo>
                  <a:pt x="51" y="104"/>
                  <a:pt x="51" y="95"/>
                  <a:pt x="51" y="85"/>
                </a:cubicBezTo>
                <a:cubicBezTo>
                  <a:pt x="51" y="83"/>
                  <a:pt x="51" y="81"/>
                  <a:pt x="50" y="79"/>
                </a:cubicBezTo>
                <a:cubicBezTo>
                  <a:pt x="39" y="59"/>
                  <a:pt x="28" y="39"/>
                  <a:pt x="17" y="19"/>
                </a:cubicBezTo>
                <a:cubicBezTo>
                  <a:pt x="16" y="17"/>
                  <a:pt x="15" y="16"/>
                  <a:pt x="15" y="15"/>
                </a:cubicBezTo>
                <a:cubicBezTo>
                  <a:pt x="12" y="10"/>
                  <a:pt x="9" y="7"/>
                  <a:pt x="3" y="7"/>
                </a:cubicBezTo>
                <a:cubicBezTo>
                  <a:pt x="2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8" y="0"/>
                </a:cubicBezTo>
                <a:cubicBezTo>
                  <a:pt x="48" y="2"/>
                  <a:pt x="48" y="4"/>
                  <a:pt x="48" y="7"/>
                </a:cubicBezTo>
                <a:cubicBezTo>
                  <a:pt x="45" y="7"/>
                  <a:pt x="42" y="7"/>
                  <a:pt x="40" y="7"/>
                </a:cubicBezTo>
                <a:cubicBezTo>
                  <a:pt x="35" y="8"/>
                  <a:pt x="34" y="10"/>
                  <a:pt x="36" y="14"/>
                </a:cubicBezTo>
                <a:cubicBezTo>
                  <a:pt x="36" y="15"/>
                  <a:pt x="37" y="17"/>
                  <a:pt x="37" y="18"/>
                </a:cubicBezTo>
                <a:cubicBezTo>
                  <a:pt x="45" y="33"/>
                  <a:pt x="53" y="49"/>
                  <a:pt x="61" y="64"/>
                </a:cubicBezTo>
                <a:cubicBezTo>
                  <a:pt x="61" y="65"/>
                  <a:pt x="62" y="66"/>
                  <a:pt x="63" y="68"/>
                </a:cubicBezTo>
                <a:cubicBezTo>
                  <a:pt x="64" y="66"/>
                  <a:pt x="65" y="65"/>
                  <a:pt x="66" y="64"/>
                </a:cubicBezTo>
                <a:cubicBezTo>
                  <a:pt x="74" y="49"/>
                  <a:pt x="82" y="34"/>
                  <a:pt x="91" y="18"/>
                </a:cubicBezTo>
                <a:cubicBezTo>
                  <a:pt x="92" y="16"/>
                  <a:pt x="93" y="14"/>
                  <a:pt x="93" y="12"/>
                </a:cubicBezTo>
                <a:cubicBezTo>
                  <a:pt x="94" y="9"/>
                  <a:pt x="93" y="8"/>
                  <a:pt x="90" y="8"/>
                </a:cubicBezTo>
                <a:cubicBezTo>
                  <a:pt x="87" y="7"/>
                  <a:pt x="85" y="7"/>
                  <a:pt x="81" y="7"/>
                </a:cubicBezTo>
                <a:cubicBezTo>
                  <a:pt x="81" y="4"/>
                  <a:pt x="81" y="2"/>
                  <a:pt x="81" y="0"/>
                </a:cubicBezTo>
                <a:cubicBezTo>
                  <a:pt x="94" y="0"/>
                  <a:pt x="107" y="0"/>
                  <a:pt x="120" y="0"/>
                </a:cubicBezTo>
                <a:cubicBezTo>
                  <a:pt x="120" y="2"/>
                  <a:pt x="120" y="4"/>
                  <a:pt x="120" y="7"/>
                </a:cubicBezTo>
                <a:cubicBezTo>
                  <a:pt x="119" y="7"/>
                  <a:pt x="117" y="7"/>
                  <a:pt x="115" y="8"/>
                </a:cubicBezTo>
                <a:cubicBezTo>
                  <a:pt x="112" y="8"/>
                  <a:pt x="109" y="9"/>
                  <a:pt x="108" y="12"/>
                </a:cubicBezTo>
                <a:cubicBezTo>
                  <a:pt x="106" y="14"/>
                  <a:pt x="104" y="17"/>
                  <a:pt x="103" y="19"/>
                </a:cubicBezTo>
                <a:cubicBezTo>
                  <a:pt x="92" y="38"/>
                  <a:pt x="81" y="56"/>
                  <a:pt x="71" y="75"/>
                </a:cubicBezTo>
                <a:cubicBezTo>
                  <a:pt x="69" y="77"/>
                  <a:pt x="68" y="80"/>
                  <a:pt x="69" y="82"/>
                </a:cubicBezTo>
                <a:cubicBezTo>
                  <a:pt x="69" y="92"/>
                  <a:pt x="69" y="102"/>
                  <a:pt x="69" y="111"/>
                </a:cubicBezTo>
                <a:cubicBezTo>
                  <a:pt x="69" y="114"/>
                  <a:pt x="69" y="116"/>
                  <a:pt x="69" y="118"/>
                </a:cubicBezTo>
                <a:cubicBezTo>
                  <a:pt x="70" y="124"/>
                  <a:pt x="71" y="125"/>
                  <a:pt x="77" y="126"/>
                </a:cubicBezTo>
                <a:cubicBezTo>
                  <a:pt x="80" y="126"/>
                  <a:pt x="82" y="127"/>
                  <a:pt x="85" y="12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2A65F3DB-BB08-4103-AB4D-DE6EB2C2C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749" y="686906"/>
            <a:ext cx="58735" cy="70140"/>
          </a:xfrm>
          <a:custGeom xmlns:a="http://schemas.openxmlformats.org/drawingml/2006/main">
            <a:gdLst>
              <a:gd name="T0" fmla="*/ 108 w 116"/>
              <a:gd name="T1" fmla="*/ 42 h 139"/>
              <a:gd name="T2" fmla="*/ 102 w 116"/>
              <a:gd name="T3" fmla="*/ 29 h 139"/>
              <a:gd name="T4" fmla="*/ 72 w 116"/>
              <a:gd name="T5" fmla="*/ 14 h 139"/>
              <a:gd name="T6" fmla="*/ 67 w 116"/>
              <a:gd name="T7" fmla="*/ 18 h 139"/>
              <a:gd name="T8" fmla="*/ 66 w 116"/>
              <a:gd name="T9" fmla="*/ 24 h 139"/>
              <a:gd name="T10" fmla="*/ 66 w 116"/>
              <a:gd name="T11" fmla="*/ 115 h 139"/>
              <a:gd name="T12" fmla="*/ 67 w 116"/>
              <a:gd name="T13" fmla="*/ 123 h 139"/>
              <a:gd name="T14" fmla="*/ 75 w 116"/>
              <a:gd name="T15" fmla="*/ 131 h 139"/>
              <a:gd name="T16" fmla="*/ 83 w 116"/>
              <a:gd name="T17" fmla="*/ 132 h 139"/>
              <a:gd name="T18" fmla="*/ 83 w 116"/>
              <a:gd name="T19" fmla="*/ 139 h 139"/>
              <a:gd name="T20" fmla="*/ 33 w 116"/>
              <a:gd name="T21" fmla="*/ 139 h 139"/>
              <a:gd name="T22" fmla="*/ 33 w 116"/>
              <a:gd name="T23" fmla="*/ 132 h 139"/>
              <a:gd name="T24" fmla="*/ 41 w 116"/>
              <a:gd name="T25" fmla="*/ 131 h 139"/>
              <a:gd name="T26" fmla="*/ 49 w 116"/>
              <a:gd name="T27" fmla="*/ 123 h 139"/>
              <a:gd name="T28" fmla="*/ 49 w 116"/>
              <a:gd name="T29" fmla="*/ 118 h 139"/>
              <a:gd name="T30" fmla="*/ 49 w 116"/>
              <a:gd name="T31" fmla="*/ 22 h 139"/>
              <a:gd name="T32" fmla="*/ 41 w 116"/>
              <a:gd name="T33" fmla="*/ 14 h 139"/>
              <a:gd name="T34" fmla="*/ 32 w 116"/>
              <a:gd name="T35" fmla="*/ 15 h 139"/>
              <a:gd name="T36" fmla="*/ 18 w 116"/>
              <a:gd name="T37" fmla="*/ 23 h 139"/>
              <a:gd name="T38" fmla="*/ 11 w 116"/>
              <a:gd name="T39" fmla="*/ 36 h 139"/>
              <a:gd name="T40" fmla="*/ 8 w 116"/>
              <a:gd name="T41" fmla="*/ 42 h 139"/>
              <a:gd name="T42" fmla="*/ 0 w 116"/>
              <a:gd name="T43" fmla="*/ 39 h 139"/>
              <a:gd name="T44" fmla="*/ 13 w 116"/>
              <a:gd name="T45" fmla="*/ 0 h 139"/>
              <a:gd name="T46" fmla="*/ 19 w 116"/>
              <a:gd name="T47" fmla="*/ 0 h 139"/>
              <a:gd name="T48" fmla="*/ 21 w 116"/>
              <a:gd name="T49" fmla="*/ 4 h 139"/>
              <a:gd name="T50" fmla="*/ 95 w 116"/>
              <a:gd name="T51" fmla="*/ 4 h 139"/>
              <a:gd name="T52" fmla="*/ 97 w 116"/>
              <a:gd name="T53" fmla="*/ 0 h 139"/>
              <a:gd name="T54" fmla="*/ 103 w 116"/>
              <a:gd name="T55" fmla="*/ 0 h 139"/>
              <a:gd name="T56" fmla="*/ 116 w 116"/>
              <a:gd name="T57" fmla="*/ 39 h 139"/>
              <a:gd name="T58" fmla="*/ 108 w 116"/>
              <a:gd name="T59" fmla="*/ 42 h 139"/>
            </a:gdLst>
            <a:rect l="0" t="0" r="r" b="b"/>
            <a:pathLst>
              <a:path w="116" h="139">
                <a:moveTo>
                  <a:pt x="108" y="42"/>
                </a:moveTo>
                <a:cubicBezTo>
                  <a:pt x="106" y="37"/>
                  <a:pt x="104" y="33"/>
                  <a:pt x="102" y="29"/>
                </a:cubicBezTo>
                <a:cubicBezTo>
                  <a:pt x="96" y="17"/>
                  <a:pt x="85" y="13"/>
                  <a:pt x="72" y="14"/>
                </a:cubicBezTo>
                <a:cubicBezTo>
                  <a:pt x="68" y="14"/>
                  <a:pt x="67" y="15"/>
                  <a:pt x="67" y="18"/>
                </a:cubicBezTo>
                <a:cubicBezTo>
                  <a:pt x="66" y="20"/>
                  <a:pt x="66" y="22"/>
                  <a:pt x="66" y="24"/>
                </a:cubicBezTo>
                <a:cubicBezTo>
                  <a:pt x="66" y="54"/>
                  <a:pt x="66" y="85"/>
                  <a:pt x="66" y="115"/>
                </a:cubicBezTo>
                <a:cubicBezTo>
                  <a:pt x="66" y="118"/>
                  <a:pt x="67" y="120"/>
                  <a:pt x="67" y="123"/>
                </a:cubicBezTo>
                <a:cubicBezTo>
                  <a:pt x="68" y="128"/>
                  <a:pt x="70" y="130"/>
                  <a:pt x="75" y="131"/>
                </a:cubicBezTo>
                <a:cubicBezTo>
                  <a:pt x="78" y="131"/>
                  <a:pt x="80" y="132"/>
                  <a:pt x="83" y="132"/>
                </a:cubicBezTo>
                <a:cubicBezTo>
                  <a:pt x="83" y="134"/>
                  <a:pt x="83" y="137"/>
                  <a:pt x="83" y="139"/>
                </a:cubicBezTo>
                <a:cubicBezTo>
                  <a:pt x="66" y="139"/>
                  <a:pt x="50" y="139"/>
                  <a:pt x="33" y="139"/>
                </a:cubicBezTo>
                <a:cubicBezTo>
                  <a:pt x="33" y="137"/>
                  <a:pt x="33" y="135"/>
                  <a:pt x="33" y="132"/>
                </a:cubicBezTo>
                <a:cubicBezTo>
                  <a:pt x="36" y="132"/>
                  <a:pt x="39" y="131"/>
                  <a:pt x="41" y="131"/>
                </a:cubicBezTo>
                <a:cubicBezTo>
                  <a:pt x="47" y="130"/>
                  <a:pt x="49" y="128"/>
                  <a:pt x="49" y="123"/>
                </a:cubicBezTo>
                <a:cubicBezTo>
                  <a:pt x="49" y="121"/>
                  <a:pt x="49" y="120"/>
                  <a:pt x="49" y="118"/>
                </a:cubicBezTo>
                <a:cubicBezTo>
                  <a:pt x="49" y="86"/>
                  <a:pt x="49" y="54"/>
                  <a:pt x="49" y="22"/>
                </a:cubicBezTo>
                <a:cubicBezTo>
                  <a:pt x="49" y="14"/>
                  <a:pt x="49" y="13"/>
                  <a:pt x="41" y="14"/>
                </a:cubicBezTo>
                <a:cubicBezTo>
                  <a:pt x="38" y="14"/>
                  <a:pt x="35" y="14"/>
                  <a:pt x="32" y="15"/>
                </a:cubicBezTo>
                <a:cubicBezTo>
                  <a:pt x="26" y="16"/>
                  <a:pt x="21" y="18"/>
                  <a:pt x="18" y="23"/>
                </a:cubicBezTo>
                <a:cubicBezTo>
                  <a:pt x="15" y="27"/>
                  <a:pt x="13" y="32"/>
                  <a:pt x="11" y="36"/>
                </a:cubicBezTo>
                <a:cubicBezTo>
                  <a:pt x="10" y="38"/>
                  <a:pt x="9" y="40"/>
                  <a:pt x="8" y="42"/>
                </a:cubicBezTo>
                <a:cubicBezTo>
                  <a:pt x="5" y="41"/>
                  <a:pt x="3" y="40"/>
                  <a:pt x="0" y="39"/>
                </a:cubicBezTo>
                <a:cubicBezTo>
                  <a:pt x="5" y="26"/>
                  <a:pt x="9" y="13"/>
                  <a:pt x="13" y="0"/>
                </a:cubicBezTo>
                <a:cubicBezTo>
                  <a:pt x="15" y="0"/>
                  <a:pt x="17" y="0"/>
                  <a:pt x="19" y="0"/>
                </a:cubicBezTo>
                <a:cubicBezTo>
                  <a:pt x="20" y="1"/>
                  <a:pt x="20" y="3"/>
                  <a:pt x="21" y="4"/>
                </a:cubicBezTo>
                <a:cubicBezTo>
                  <a:pt x="46" y="4"/>
                  <a:pt x="70" y="4"/>
                  <a:pt x="95" y="4"/>
                </a:cubicBezTo>
                <a:cubicBezTo>
                  <a:pt x="95" y="3"/>
                  <a:pt x="96" y="1"/>
                  <a:pt x="97" y="0"/>
                </a:cubicBezTo>
                <a:cubicBezTo>
                  <a:pt x="98" y="0"/>
                  <a:pt x="100" y="0"/>
                  <a:pt x="103" y="0"/>
                </a:cubicBezTo>
                <a:cubicBezTo>
                  <a:pt x="107" y="13"/>
                  <a:pt x="112" y="26"/>
                  <a:pt x="116" y="39"/>
                </a:cubicBezTo>
                <a:cubicBezTo>
                  <a:pt x="113" y="40"/>
                  <a:pt x="111" y="41"/>
                  <a:pt x="108" y="42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3" name="Freeform 33">
            <a:extLst xmlns:a="http://schemas.openxmlformats.org/drawingml/2006/main">
              <a:ext uri="{FF2B5EF4-FFF2-40B4-BE49-F238E27FC236}">
                <a16:creationId xmlns:a16="http://schemas.microsoft.com/office/drawing/2014/main" id="{A2026DFF-3D96-40B6-A552-E2132127B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1440" y="689187"/>
            <a:ext cx="25090" cy="67859"/>
          </a:xfrm>
          <a:custGeom xmlns:a="http://schemas.openxmlformats.org/drawingml/2006/main">
            <a:gdLst>
              <a:gd name="T0" fmla="*/ 0 w 50"/>
              <a:gd name="T1" fmla="*/ 134 h 134"/>
              <a:gd name="T2" fmla="*/ 0 w 50"/>
              <a:gd name="T3" fmla="*/ 127 h 134"/>
              <a:gd name="T4" fmla="*/ 9 w 50"/>
              <a:gd name="T5" fmla="*/ 126 h 134"/>
              <a:gd name="T6" fmla="*/ 16 w 50"/>
              <a:gd name="T7" fmla="*/ 119 h 134"/>
              <a:gd name="T8" fmla="*/ 16 w 50"/>
              <a:gd name="T9" fmla="*/ 113 h 134"/>
              <a:gd name="T10" fmla="*/ 16 w 50"/>
              <a:gd name="T11" fmla="*/ 21 h 134"/>
              <a:gd name="T12" fmla="*/ 16 w 50"/>
              <a:gd name="T13" fmla="*/ 13 h 134"/>
              <a:gd name="T14" fmla="*/ 9 w 50"/>
              <a:gd name="T15" fmla="*/ 8 h 134"/>
              <a:gd name="T16" fmla="*/ 1 w 50"/>
              <a:gd name="T17" fmla="*/ 7 h 134"/>
              <a:gd name="T18" fmla="*/ 1 w 50"/>
              <a:gd name="T19" fmla="*/ 0 h 134"/>
              <a:gd name="T20" fmla="*/ 49 w 50"/>
              <a:gd name="T21" fmla="*/ 0 h 134"/>
              <a:gd name="T22" fmla="*/ 49 w 50"/>
              <a:gd name="T23" fmla="*/ 7 h 134"/>
              <a:gd name="T24" fmla="*/ 42 w 50"/>
              <a:gd name="T25" fmla="*/ 8 h 134"/>
              <a:gd name="T26" fmla="*/ 34 w 50"/>
              <a:gd name="T27" fmla="*/ 15 h 134"/>
              <a:gd name="T28" fmla="*/ 33 w 50"/>
              <a:gd name="T29" fmla="*/ 23 h 134"/>
              <a:gd name="T30" fmla="*/ 33 w 50"/>
              <a:gd name="T31" fmla="*/ 113 h 134"/>
              <a:gd name="T32" fmla="*/ 46 w 50"/>
              <a:gd name="T33" fmla="*/ 127 h 134"/>
              <a:gd name="T34" fmla="*/ 49 w 50"/>
              <a:gd name="T35" fmla="*/ 127 h 134"/>
              <a:gd name="T36" fmla="*/ 50 w 50"/>
              <a:gd name="T37" fmla="*/ 131 h 134"/>
              <a:gd name="T38" fmla="*/ 49 w 50"/>
              <a:gd name="T39" fmla="*/ 134 h 134"/>
              <a:gd name="T40" fmla="*/ 0 w 50"/>
              <a:gd name="T41" fmla="*/ 134 h 134"/>
            </a:gdLst>
            <a:rect l="0" t="0" r="r" b="b"/>
            <a:pathLst>
              <a:path w="50" h="134">
                <a:moveTo>
                  <a:pt x="0" y="134"/>
                </a:move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9" y="126"/>
                </a:cubicBezTo>
                <a:cubicBezTo>
                  <a:pt x="13" y="125"/>
                  <a:pt x="15" y="124"/>
                  <a:pt x="16" y="119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18"/>
                  <a:pt x="16" y="16"/>
                  <a:pt x="16" y="13"/>
                </a:cubicBezTo>
                <a:cubicBezTo>
                  <a:pt x="15" y="10"/>
                  <a:pt x="13" y="8"/>
                  <a:pt x="9" y="8"/>
                </a:cubicBezTo>
                <a:cubicBezTo>
                  <a:pt x="6" y="7"/>
                  <a:pt x="4" y="7"/>
                  <a:pt x="1" y="7"/>
                </a:cubicBezTo>
                <a:cubicBezTo>
                  <a:pt x="1" y="4"/>
                  <a:pt x="1" y="2"/>
                  <a:pt x="1" y="0"/>
                </a:cubicBezTo>
                <a:cubicBezTo>
                  <a:pt x="17" y="0"/>
                  <a:pt x="33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7" y="7"/>
                  <a:pt x="44" y="7"/>
                  <a:pt x="42" y="8"/>
                </a:cubicBezTo>
                <a:cubicBezTo>
                  <a:pt x="38" y="8"/>
                  <a:pt x="35" y="10"/>
                  <a:pt x="34" y="15"/>
                </a:cubicBezTo>
                <a:cubicBezTo>
                  <a:pt x="34" y="17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6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8"/>
                  <a:pt x="50" y="129"/>
                  <a:pt x="50" y="131"/>
                </a:cubicBezTo>
                <a:cubicBezTo>
                  <a:pt x="50" y="132"/>
                  <a:pt x="49" y="133"/>
                  <a:pt x="49" y="134"/>
                </a:cubicBezTo>
                <a:cubicBezTo>
                  <a:pt x="33" y="134"/>
                  <a:pt x="17" y="134"/>
                  <a:pt x="0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4" name="Freeform 34">
            <a:extLst xmlns:a="http://schemas.openxmlformats.org/drawingml/2006/main">
              <a:ext uri="{FF2B5EF4-FFF2-40B4-BE49-F238E27FC236}">
                <a16:creationId xmlns:a16="http://schemas.microsoft.com/office/drawing/2014/main" id="{AC1EAF79-BD66-4BEB-A87F-034F31A9F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237" y="689187"/>
            <a:ext cx="24520" cy="68429"/>
          </a:xfrm>
          <a:custGeom xmlns:a="http://schemas.openxmlformats.org/drawingml/2006/main">
            <a:gdLst>
              <a:gd name="T0" fmla="*/ 0 w 49"/>
              <a:gd name="T1" fmla="*/ 7 h 135"/>
              <a:gd name="T2" fmla="*/ 0 w 49"/>
              <a:gd name="T3" fmla="*/ 0 h 135"/>
              <a:gd name="T4" fmla="*/ 49 w 49"/>
              <a:gd name="T5" fmla="*/ 0 h 135"/>
              <a:gd name="T6" fmla="*/ 49 w 49"/>
              <a:gd name="T7" fmla="*/ 7 h 135"/>
              <a:gd name="T8" fmla="*/ 42 w 49"/>
              <a:gd name="T9" fmla="*/ 8 h 135"/>
              <a:gd name="T10" fmla="*/ 34 w 49"/>
              <a:gd name="T11" fmla="*/ 15 h 135"/>
              <a:gd name="T12" fmla="*/ 33 w 49"/>
              <a:gd name="T13" fmla="*/ 23 h 135"/>
              <a:gd name="T14" fmla="*/ 33 w 49"/>
              <a:gd name="T15" fmla="*/ 113 h 135"/>
              <a:gd name="T16" fmla="*/ 46 w 49"/>
              <a:gd name="T17" fmla="*/ 127 h 135"/>
              <a:gd name="T18" fmla="*/ 49 w 49"/>
              <a:gd name="T19" fmla="*/ 127 h 135"/>
              <a:gd name="T20" fmla="*/ 49 w 49"/>
              <a:gd name="T21" fmla="*/ 134 h 135"/>
              <a:gd name="T22" fmla="*/ 0 w 49"/>
              <a:gd name="T23" fmla="*/ 134 h 135"/>
              <a:gd name="T24" fmla="*/ 0 w 49"/>
              <a:gd name="T25" fmla="*/ 127 h 135"/>
              <a:gd name="T26" fmla="*/ 7 w 49"/>
              <a:gd name="T27" fmla="*/ 126 h 135"/>
              <a:gd name="T28" fmla="*/ 16 w 49"/>
              <a:gd name="T29" fmla="*/ 118 h 135"/>
              <a:gd name="T30" fmla="*/ 16 w 49"/>
              <a:gd name="T31" fmla="*/ 113 h 135"/>
              <a:gd name="T32" fmla="*/ 16 w 49"/>
              <a:gd name="T33" fmla="*/ 20 h 135"/>
              <a:gd name="T34" fmla="*/ 15 w 49"/>
              <a:gd name="T35" fmla="*/ 13 h 135"/>
              <a:gd name="T36" fmla="*/ 9 w 49"/>
              <a:gd name="T37" fmla="*/ 8 h 135"/>
              <a:gd name="T38" fmla="*/ 0 w 49"/>
              <a:gd name="T39" fmla="*/ 7 h 135"/>
            </a:gdLst>
            <a:rect l="0" t="0" r="r" b="b"/>
            <a:pathLst>
              <a:path w="49" h="135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5" y="10"/>
                  <a:pt x="34" y="15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5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45" y="135"/>
                  <a:pt x="9" y="135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5" y="127"/>
                  <a:pt x="7" y="126"/>
                </a:cubicBezTo>
                <a:cubicBezTo>
                  <a:pt x="13" y="126"/>
                  <a:pt x="15" y="124"/>
                  <a:pt x="16" y="118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8"/>
                  <a:pt x="15" y="16"/>
                  <a:pt x="15" y="13"/>
                </a:cubicBezTo>
                <a:cubicBezTo>
                  <a:pt x="14" y="10"/>
                  <a:pt x="12" y="8"/>
                  <a:pt x="9" y="8"/>
                </a:cubicBezTo>
                <a:cubicBezTo>
                  <a:pt x="6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5" name="Freeform 35">
            <a:extLst xmlns:a="http://schemas.openxmlformats.org/drawingml/2006/main">
              <a:ext uri="{FF2B5EF4-FFF2-40B4-BE49-F238E27FC236}">
                <a16:creationId xmlns:a16="http://schemas.microsoft.com/office/drawing/2014/main" id="{20B2BEED-D63F-46A2-9BE3-038DE7BCF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429" y="689187"/>
            <a:ext cx="24520" cy="67859"/>
          </a:xfrm>
          <a:custGeom xmlns:a="http://schemas.openxmlformats.org/drawingml/2006/main">
            <a:gdLst>
              <a:gd name="T0" fmla="*/ 0 w 49"/>
              <a:gd name="T1" fmla="*/ 7 h 134"/>
              <a:gd name="T2" fmla="*/ 0 w 49"/>
              <a:gd name="T3" fmla="*/ 0 h 134"/>
              <a:gd name="T4" fmla="*/ 49 w 49"/>
              <a:gd name="T5" fmla="*/ 0 h 134"/>
              <a:gd name="T6" fmla="*/ 49 w 49"/>
              <a:gd name="T7" fmla="*/ 7 h 134"/>
              <a:gd name="T8" fmla="*/ 42 w 49"/>
              <a:gd name="T9" fmla="*/ 8 h 134"/>
              <a:gd name="T10" fmla="*/ 34 w 49"/>
              <a:gd name="T11" fmla="*/ 15 h 134"/>
              <a:gd name="T12" fmla="*/ 33 w 49"/>
              <a:gd name="T13" fmla="*/ 23 h 134"/>
              <a:gd name="T14" fmla="*/ 33 w 49"/>
              <a:gd name="T15" fmla="*/ 112 h 134"/>
              <a:gd name="T16" fmla="*/ 34 w 49"/>
              <a:gd name="T17" fmla="*/ 120 h 134"/>
              <a:gd name="T18" fmla="*/ 40 w 49"/>
              <a:gd name="T19" fmla="*/ 126 h 134"/>
              <a:gd name="T20" fmla="*/ 49 w 49"/>
              <a:gd name="T21" fmla="*/ 127 h 134"/>
              <a:gd name="T22" fmla="*/ 49 w 49"/>
              <a:gd name="T23" fmla="*/ 134 h 134"/>
              <a:gd name="T24" fmla="*/ 0 w 49"/>
              <a:gd name="T25" fmla="*/ 134 h 134"/>
              <a:gd name="T26" fmla="*/ 0 w 49"/>
              <a:gd name="T27" fmla="*/ 127 h 134"/>
              <a:gd name="T28" fmla="*/ 8 w 49"/>
              <a:gd name="T29" fmla="*/ 126 h 134"/>
              <a:gd name="T30" fmla="*/ 15 w 49"/>
              <a:gd name="T31" fmla="*/ 119 h 134"/>
              <a:gd name="T32" fmla="*/ 16 w 49"/>
              <a:gd name="T33" fmla="*/ 110 h 134"/>
              <a:gd name="T34" fmla="*/ 16 w 49"/>
              <a:gd name="T35" fmla="*/ 25 h 134"/>
              <a:gd name="T36" fmla="*/ 15 w 49"/>
              <a:gd name="T37" fmla="*/ 15 h 134"/>
              <a:gd name="T38" fmla="*/ 8 w 49"/>
              <a:gd name="T39" fmla="*/ 8 h 134"/>
              <a:gd name="T40" fmla="*/ 0 w 49"/>
              <a:gd name="T41" fmla="*/ 7 h 134"/>
            </a:gdLst>
            <a:rect l="0" t="0" r="r" b="b"/>
            <a:pathLst>
              <a:path w="49" h="134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4" y="10"/>
                  <a:pt x="34" y="15"/>
                </a:cubicBezTo>
                <a:cubicBezTo>
                  <a:pt x="33" y="18"/>
                  <a:pt x="33" y="21"/>
                  <a:pt x="33" y="23"/>
                </a:cubicBezTo>
                <a:cubicBezTo>
                  <a:pt x="33" y="53"/>
                  <a:pt x="33" y="83"/>
                  <a:pt x="33" y="112"/>
                </a:cubicBezTo>
                <a:cubicBezTo>
                  <a:pt x="33" y="115"/>
                  <a:pt x="33" y="118"/>
                  <a:pt x="34" y="120"/>
                </a:cubicBezTo>
                <a:cubicBezTo>
                  <a:pt x="34" y="124"/>
                  <a:pt x="36" y="126"/>
                  <a:pt x="40" y="126"/>
                </a:cubicBezTo>
                <a:cubicBezTo>
                  <a:pt x="43" y="126"/>
                  <a:pt x="45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33" y="134"/>
                  <a:pt x="1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8" y="126"/>
                </a:cubicBezTo>
                <a:cubicBezTo>
                  <a:pt x="13" y="125"/>
                  <a:pt x="15" y="123"/>
                  <a:pt x="15" y="119"/>
                </a:cubicBezTo>
                <a:cubicBezTo>
                  <a:pt x="16" y="116"/>
                  <a:pt x="16" y="113"/>
                  <a:pt x="16" y="110"/>
                </a:cubicBezTo>
                <a:cubicBezTo>
                  <a:pt x="16" y="81"/>
                  <a:pt x="16" y="53"/>
                  <a:pt x="16" y="25"/>
                </a:cubicBezTo>
                <a:cubicBezTo>
                  <a:pt x="16" y="21"/>
                  <a:pt x="16" y="18"/>
                  <a:pt x="15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8" name="Freeform 9">
            <a:extLst xmlns:a="http://schemas.openxmlformats.org/drawingml/2006/main">
              <a:ext uri="{FF2B5EF4-FFF2-40B4-BE49-F238E27FC236}">
                <a16:creationId xmlns:a16="http://schemas.microsoft.com/office/drawing/2014/main" id="{3C5C36B2-2A8D-4E31-BB6C-0A9E214D3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4981" y="365289"/>
            <a:ext cx="164800" cy="184188"/>
          </a:xfrm>
          <a:custGeom xmlns:a="http://schemas.openxmlformats.org/drawingml/2006/main">
            <a:gdLst>
              <a:gd name="T0" fmla="*/ 324 w 325"/>
              <a:gd name="T1" fmla="*/ 106 h 363"/>
              <a:gd name="T2" fmla="*/ 283 w 325"/>
              <a:gd name="T3" fmla="*/ 179 h 363"/>
              <a:gd name="T4" fmla="*/ 247 w 325"/>
              <a:gd name="T5" fmla="*/ 214 h 363"/>
              <a:gd name="T6" fmla="*/ 241 w 325"/>
              <a:gd name="T7" fmla="*/ 228 h 363"/>
              <a:gd name="T8" fmla="*/ 271 w 325"/>
              <a:gd name="T9" fmla="*/ 230 h 363"/>
              <a:gd name="T10" fmla="*/ 282 w 325"/>
              <a:gd name="T11" fmla="*/ 240 h 363"/>
              <a:gd name="T12" fmla="*/ 269 w 325"/>
              <a:gd name="T13" fmla="*/ 277 h 363"/>
              <a:gd name="T14" fmla="*/ 223 w 325"/>
              <a:gd name="T15" fmla="*/ 316 h 363"/>
              <a:gd name="T16" fmla="*/ 176 w 325"/>
              <a:gd name="T17" fmla="*/ 340 h 363"/>
              <a:gd name="T18" fmla="*/ 160 w 325"/>
              <a:gd name="T19" fmla="*/ 339 h 363"/>
              <a:gd name="T20" fmla="*/ 165 w 325"/>
              <a:gd name="T21" fmla="*/ 329 h 363"/>
              <a:gd name="T22" fmla="*/ 195 w 325"/>
              <a:gd name="T23" fmla="*/ 302 h 363"/>
              <a:gd name="T24" fmla="*/ 214 w 325"/>
              <a:gd name="T25" fmla="*/ 282 h 363"/>
              <a:gd name="T26" fmla="*/ 223 w 325"/>
              <a:gd name="T27" fmla="*/ 265 h 363"/>
              <a:gd name="T28" fmla="*/ 220 w 325"/>
              <a:gd name="T29" fmla="*/ 257 h 363"/>
              <a:gd name="T30" fmla="*/ 179 w 325"/>
              <a:gd name="T31" fmla="*/ 289 h 363"/>
              <a:gd name="T32" fmla="*/ 106 w 325"/>
              <a:gd name="T33" fmla="*/ 335 h 363"/>
              <a:gd name="T34" fmla="*/ 20 w 325"/>
              <a:gd name="T35" fmla="*/ 363 h 363"/>
              <a:gd name="T36" fmla="*/ 4 w 325"/>
              <a:gd name="T37" fmla="*/ 360 h 363"/>
              <a:gd name="T38" fmla="*/ 78 w 325"/>
              <a:gd name="T39" fmla="*/ 306 h 363"/>
              <a:gd name="T40" fmla="*/ 102 w 325"/>
              <a:gd name="T41" fmla="*/ 295 h 363"/>
              <a:gd name="T42" fmla="*/ 208 w 325"/>
              <a:gd name="T43" fmla="*/ 238 h 363"/>
              <a:gd name="T44" fmla="*/ 207 w 325"/>
              <a:gd name="T45" fmla="*/ 232 h 363"/>
              <a:gd name="T46" fmla="*/ 171 w 325"/>
              <a:gd name="T47" fmla="*/ 243 h 363"/>
              <a:gd name="T48" fmla="*/ 163 w 325"/>
              <a:gd name="T49" fmla="*/ 239 h 363"/>
              <a:gd name="T50" fmla="*/ 170 w 325"/>
              <a:gd name="T51" fmla="*/ 226 h 363"/>
              <a:gd name="T52" fmla="*/ 154 w 325"/>
              <a:gd name="T53" fmla="*/ 206 h 363"/>
              <a:gd name="T54" fmla="*/ 122 w 325"/>
              <a:gd name="T55" fmla="*/ 224 h 363"/>
              <a:gd name="T56" fmla="*/ 99 w 325"/>
              <a:gd name="T57" fmla="*/ 236 h 363"/>
              <a:gd name="T58" fmla="*/ 100 w 325"/>
              <a:gd name="T59" fmla="*/ 222 h 363"/>
              <a:gd name="T60" fmla="*/ 116 w 325"/>
              <a:gd name="T61" fmla="*/ 204 h 363"/>
              <a:gd name="T62" fmla="*/ 118 w 325"/>
              <a:gd name="T63" fmla="*/ 183 h 363"/>
              <a:gd name="T64" fmla="*/ 116 w 325"/>
              <a:gd name="T65" fmla="*/ 174 h 363"/>
              <a:gd name="T66" fmla="*/ 143 w 325"/>
              <a:gd name="T67" fmla="*/ 167 h 363"/>
              <a:gd name="T68" fmla="*/ 158 w 325"/>
              <a:gd name="T69" fmla="*/ 145 h 363"/>
              <a:gd name="T70" fmla="*/ 147 w 325"/>
              <a:gd name="T71" fmla="*/ 144 h 363"/>
              <a:gd name="T72" fmla="*/ 132 w 325"/>
              <a:gd name="T73" fmla="*/ 141 h 363"/>
              <a:gd name="T74" fmla="*/ 141 w 325"/>
              <a:gd name="T75" fmla="*/ 129 h 363"/>
              <a:gd name="T76" fmla="*/ 140 w 325"/>
              <a:gd name="T77" fmla="*/ 115 h 363"/>
              <a:gd name="T78" fmla="*/ 112 w 325"/>
              <a:gd name="T79" fmla="*/ 96 h 363"/>
              <a:gd name="T80" fmla="*/ 127 w 325"/>
              <a:gd name="T81" fmla="*/ 92 h 363"/>
              <a:gd name="T82" fmla="*/ 167 w 325"/>
              <a:gd name="T83" fmla="*/ 81 h 363"/>
              <a:gd name="T84" fmla="*/ 203 w 325"/>
              <a:gd name="T85" fmla="*/ 36 h 363"/>
              <a:gd name="T86" fmla="*/ 204 w 325"/>
              <a:gd name="T87" fmla="*/ 10 h 363"/>
              <a:gd name="T88" fmla="*/ 216 w 325"/>
              <a:gd name="T89" fmla="*/ 3 h 363"/>
              <a:gd name="T90" fmla="*/ 224 w 325"/>
              <a:gd name="T91" fmla="*/ 56 h 363"/>
              <a:gd name="T92" fmla="*/ 205 w 325"/>
              <a:gd name="T93" fmla="*/ 91 h 363"/>
              <a:gd name="T94" fmla="*/ 208 w 325"/>
              <a:gd name="T95" fmla="*/ 105 h 363"/>
              <a:gd name="T96" fmla="*/ 267 w 325"/>
              <a:gd name="T97" fmla="*/ 87 h 363"/>
              <a:gd name="T98" fmla="*/ 297 w 325"/>
              <a:gd name="T99" fmla="*/ 85 h 363"/>
              <a:gd name="T100" fmla="*/ 309 w 325"/>
              <a:gd name="T101" fmla="*/ 86 h 363"/>
              <a:gd name="T102" fmla="*/ 325 w 325"/>
              <a:gd name="T103" fmla="*/ 104 h 363"/>
              <a:gd name="T104" fmla="*/ 198 w 325"/>
              <a:gd name="T105" fmla="*/ 126 h 363"/>
              <a:gd name="T106" fmla="*/ 164 w 325"/>
              <a:gd name="T107" fmla="*/ 175 h 363"/>
              <a:gd name="T108" fmla="*/ 181 w 325"/>
              <a:gd name="T109" fmla="*/ 191 h 363"/>
              <a:gd name="T110" fmla="*/ 186 w 325"/>
              <a:gd name="T111" fmla="*/ 173 h 363"/>
              <a:gd name="T112" fmla="*/ 199 w 325"/>
              <a:gd name="T113" fmla="*/ 170 h 363"/>
              <a:gd name="T114" fmla="*/ 206 w 325"/>
              <a:gd name="T115" fmla="*/ 204 h 363"/>
              <a:gd name="T116" fmla="*/ 217 w 325"/>
              <a:gd name="T117" fmla="*/ 206 h 363"/>
              <a:gd name="T118" fmla="*/ 229 w 325"/>
              <a:gd name="T119" fmla="*/ 188 h 363"/>
              <a:gd name="T120" fmla="*/ 261 w 325"/>
              <a:gd name="T121" fmla="*/ 141 h 363"/>
              <a:gd name="T122" fmla="*/ 250 w 325"/>
              <a:gd name="T123" fmla="*/ 134 h 363"/>
              <a:gd name="T124" fmla="*/ 206 w 325"/>
              <a:gd name="T125" fmla="*/ 122 h 363"/>
            </a:gdLst>
            <a:rect l="0" t="0" r="r" b="b"/>
            <a:pathLst>
              <a:path w="325" h="363">
                <a:moveTo>
                  <a:pt x="325" y="104"/>
                </a:moveTo>
                <a:cubicBezTo>
                  <a:pt x="325" y="104"/>
                  <a:pt x="324" y="105"/>
                  <a:pt x="324" y="106"/>
                </a:cubicBezTo>
                <a:cubicBezTo>
                  <a:pt x="323" y="108"/>
                  <a:pt x="323" y="111"/>
                  <a:pt x="322" y="114"/>
                </a:cubicBezTo>
                <a:cubicBezTo>
                  <a:pt x="312" y="138"/>
                  <a:pt x="300" y="160"/>
                  <a:pt x="283" y="179"/>
                </a:cubicBezTo>
                <a:cubicBezTo>
                  <a:pt x="275" y="188"/>
                  <a:pt x="267" y="197"/>
                  <a:pt x="259" y="205"/>
                </a:cubicBezTo>
                <a:cubicBezTo>
                  <a:pt x="255" y="209"/>
                  <a:pt x="251" y="211"/>
                  <a:pt x="247" y="214"/>
                </a:cubicBezTo>
                <a:cubicBezTo>
                  <a:pt x="244" y="217"/>
                  <a:pt x="241" y="219"/>
                  <a:pt x="239" y="223"/>
                </a:cubicBezTo>
                <a:cubicBezTo>
                  <a:pt x="237" y="226"/>
                  <a:pt x="238" y="227"/>
                  <a:pt x="241" y="228"/>
                </a:cubicBezTo>
                <a:cubicBezTo>
                  <a:pt x="243" y="228"/>
                  <a:pt x="245" y="228"/>
                  <a:pt x="246" y="228"/>
                </a:cubicBezTo>
                <a:cubicBezTo>
                  <a:pt x="255" y="229"/>
                  <a:pt x="263" y="230"/>
                  <a:pt x="271" y="230"/>
                </a:cubicBezTo>
                <a:cubicBezTo>
                  <a:pt x="272" y="230"/>
                  <a:pt x="274" y="231"/>
                  <a:pt x="275" y="231"/>
                </a:cubicBezTo>
                <a:cubicBezTo>
                  <a:pt x="280" y="233"/>
                  <a:pt x="282" y="235"/>
                  <a:pt x="282" y="240"/>
                </a:cubicBezTo>
                <a:cubicBezTo>
                  <a:pt x="283" y="247"/>
                  <a:pt x="282" y="253"/>
                  <a:pt x="279" y="259"/>
                </a:cubicBezTo>
                <a:cubicBezTo>
                  <a:pt x="277" y="265"/>
                  <a:pt x="273" y="271"/>
                  <a:pt x="269" y="277"/>
                </a:cubicBezTo>
                <a:cubicBezTo>
                  <a:pt x="260" y="289"/>
                  <a:pt x="248" y="298"/>
                  <a:pt x="237" y="307"/>
                </a:cubicBezTo>
                <a:cubicBezTo>
                  <a:pt x="233" y="311"/>
                  <a:pt x="228" y="314"/>
                  <a:pt x="223" y="316"/>
                </a:cubicBezTo>
                <a:cubicBezTo>
                  <a:pt x="213" y="321"/>
                  <a:pt x="203" y="327"/>
                  <a:pt x="193" y="332"/>
                </a:cubicBezTo>
                <a:cubicBezTo>
                  <a:pt x="187" y="334"/>
                  <a:pt x="182" y="337"/>
                  <a:pt x="176" y="340"/>
                </a:cubicBezTo>
                <a:cubicBezTo>
                  <a:pt x="173" y="341"/>
                  <a:pt x="169" y="341"/>
                  <a:pt x="166" y="342"/>
                </a:cubicBezTo>
                <a:cubicBezTo>
                  <a:pt x="164" y="342"/>
                  <a:pt x="161" y="341"/>
                  <a:pt x="160" y="339"/>
                </a:cubicBezTo>
                <a:cubicBezTo>
                  <a:pt x="159" y="337"/>
                  <a:pt x="160" y="335"/>
                  <a:pt x="162" y="333"/>
                </a:cubicBezTo>
                <a:cubicBezTo>
                  <a:pt x="163" y="332"/>
                  <a:pt x="164" y="330"/>
                  <a:pt x="165" y="329"/>
                </a:cubicBezTo>
                <a:cubicBezTo>
                  <a:pt x="173" y="323"/>
                  <a:pt x="181" y="316"/>
                  <a:pt x="189" y="310"/>
                </a:cubicBezTo>
                <a:cubicBezTo>
                  <a:pt x="192" y="307"/>
                  <a:pt x="194" y="305"/>
                  <a:pt x="195" y="302"/>
                </a:cubicBezTo>
                <a:cubicBezTo>
                  <a:pt x="196" y="300"/>
                  <a:pt x="198" y="297"/>
                  <a:pt x="200" y="295"/>
                </a:cubicBezTo>
                <a:cubicBezTo>
                  <a:pt x="205" y="291"/>
                  <a:pt x="210" y="287"/>
                  <a:pt x="214" y="282"/>
                </a:cubicBezTo>
                <a:cubicBezTo>
                  <a:pt x="217" y="280"/>
                  <a:pt x="218" y="278"/>
                  <a:pt x="219" y="275"/>
                </a:cubicBezTo>
                <a:cubicBezTo>
                  <a:pt x="219" y="271"/>
                  <a:pt x="221" y="268"/>
                  <a:pt x="223" y="265"/>
                </a:cubicBezTo>
                <a:cubicBezTo>
                  <a:pt x="225" y="263"/>
                  <a:pt x="227" y="261"/>
                  <a:pt x="229" y="259"/>
                </a:cubicBezTo>
                <a:cubicBezTo>
                  <a:pt x="227" y="256"/>
                  <a:pt x="224" y="256"/>
                  <a:pt x="220" y="257"/>
                </a:cubicBezTo>
                <a:cubicBezTo>
                  <a:pt x="212" y="260"/>
                  <a:pt x="205" y="264"/>
                  <a:pt x="199" y="270"/>
                </a:cubicBezTo>
                <a:cubicBezTo>
                  <a:pt x="192" y="276"/>
                  <a:pt x="186" y="282"/>
                  <a:pt x="179" y="289"/>
                </a:cubicBezTo>
                <a:cubicBezTo>
                  <a:pt x="169" y="299"/>
                  <a:pt x="157" y="307"/>
                  <a:pt x="144" y="314"/>
                </a:cubicBezTo>
                <a:cubicBezTo>
                  <a:pt x="131" y="320"/>
                  <a:pt x="119" y="328"/>
                  <a:pt x="106" y="335"/>
                </a:cubicBezTo>
                <a:cubicBezTo>
                  <a:pt x="89" y="344"/>
                  <a:pt x="72" y="352"/>
                  <a:pt x="53" y="357"/>
                </a:cubicBezTo>
                <a:cubicBezTo>
                  <a:pt x="43" y="361"/>
                  <a:pt x="32" y="363"/>
                  <a:pt x="20" y="363"/>
                </a:cubicBezTo>
                <a:cubicBezTo>
                  <a:pt x="16" y="362"/>
                  <a:pt x="12" y="361"/>
                  <a:pt x="7" y="361"/>
                </a:cubicBezTo>
                <a:cubicBezTo>
                  <a:pt x="6" y="361"/>
                  <a:pt x="5" y="360"/>
                  <a:pt x="4" y="360"/>
                </a:cubicBezTo>
                <a:cubicBezTo>
                  <a:pt x="0" y="358"/>
                  <a:pt x="0" y="355"/>
                  <a:pt x="4" y="352"/>
                </a:cubicBezTo>
                <a:cubicBezTo>
                  <a:pt x="28" y="337"/>
                  <a:pt x="53" y="321"/>
                  <a:pt x="78" y="306"/>
                </a:cubicBezTo>
                <a:cubicBezTo>
                  <a:pt x="84" y="302"/>
                  <a:pt x="91" y="298"/>
                  <a:pt x="98" y="297"/>
                </a:cubicBezTo>
                <a:cubicBezTo>
                  <a:pt x="100" y="296"/>
                  <a:pt x="101" y="295"/>
                  <a:pt x="102" y="295"/>
                </a:cubicBezTo>
                <a:cubicBezTo>
                  <a:pt x="135" y="275"/>
                  <a:pt x="169" y="257"/>
                  <a:pt x="204" y="241"/>
                </a:cubicBezTo>
                <a:cubicBezTo>
                  <a:pt x="205" y="240"/>
                  <a:pt x="207" y="239"/>
                  <a:pt x="208" y="238"/>
                </a:cubicBezTo>
                <a:cubicBezTo>
                  <a:pt x="209" y="237"/>
                  <a:pt x="210" y="235"/>
                  <a:pt x="210" y="234"/>
                </a:cubicBezTo>
                <a:cubicBezTo>
                  <a:pt x="210" y="233"/>
                  <a:pt x="208" y="232"/>
                  <a:pt x="207" y="232"/>
                </a:cubicBezTo>
                <a:cubicBezTo>
                  <a:pt x="201" y="231"/>
                  <a:pt x="196" y="233"/>
                  <a:pt x="190" y="235"/>
                </a:cubicBezTo>
                <a:cubicBezTo>
                  <a:pt x="184" y="238"/>
                  <a:pt x="178" y="240"/>
                  <a:pt x="171" y="243"/>
                </a:cubicBezTo>
                <a:cubicBezTo>
                  <a:pt x="170" y="243"/>
                  <a:pt x="169" y="244"/>
                  <a:pt x="168" y="244"/>
                </a:cubicBezTo>
                <a:cubicBezTo>
                  <a:pt x="164" y="244"/>
                  <a:pt x="163" y="244"/>
                  <a:pt x="163" y="239"/>
                </a:cubicBezTo>
                <a:cubicBezTo>
                  <a:pt x="163" y="236"/>
                  <a:pt x="164" y="233"/>
                  <a:pt x="166" y="231"/>
                </a:cubicBezTo>
                <a:cubicBezTo>
                  <a:pt x="167" y="229"/>
                  <a:pt x="169" y="228"/>
                  <a:pt x="170" y="226"/>
                </a:cubicBezTo>
                <a:cubicBezTo>
                  <a:pt x="172" y="222"/>
                  <a:pt x="172" y="218"/>
                  <a:pt x="168" y="215"/>
                </a:cubicBezTo>
                <a:cubicBezTo>
                  <a:pt x="164" y="212"/>
                  <a:pt x="159" y="209"/>
                  <a:pt x="154" y="206"/>
                </a:cubicBezTo>
                <a:cubicBezTo>
                  <a:pt x="148" y="203"/>
                  <a:pt x="143" y="205"/>
                  <a:pt x="138" y="210"/>
                </a:cubicBezTo>
                <a:cubicBezTo>
                  <a:pt x="133" y="215"/>
                  <a:pt x="128" y="219"/>
                  <a:pt x="122" y="224"/>
                </a:cubicBezTo>
                <a:cubicBezTo>
                  <a:pt x="118" y="228"/>
                  <a:pt x="112" y="231"/>
                  <a:pt x="107" y="235"/>
                </a:cubicBezTo>
                <a:cubicBezTo>
                  <a:pt x="105" y="236"/>
                  <a:pt x="102" y="238"/>
                  <a:pt x="99" y="236"/>
                </a:cubicBezTo>
                <a:cubicBezTo>
                  <a:pt x="97" y="234"/>
                  <a:pt x="97" y="231"/>
                  <a:pt x="98" y="229"/>
                </a:cubicBezTo>
                <a:cubicBezTo>
                  <a:pt x="98" y="226"/>
                  <a:pt x="99" y="224"/>
                  <a:pt x="100" y="222"/>
                </a:cubicBezTo>
                <a:cubicBezTo>
                  <a:pt x="102" y="219"/>
                  <a:pt x="105" y="217"/>
                  <a:pt x="107" y="214"/>
                </a:cubicBezTo>
                <a:cubicBezTo>
                  <a:pt x="110" y="211"/>
                  <a:pt x="113" y="208"/>
                  <a:pt x="116" y="204"/>
                </a:cubicBezTo>
                <a:cubicBezTo>
                  <a:pt x="118" y="202"/>
                  <a:pt x="119" y="198"/>
                  <a:pt x="120" y="195"/>
                </a:cubicBezTo>
                <a:cubicBezTo>
                  <a:pt x="122" y="191"/>
                  <a:pt x="122" y="187"/>
                  <a:pt x="118" y="183"/>
                </a:cubicBezTo>
                <a:cubicBezTo>
                  <a:pt x="116" y="182"/>
                  <a:pt x="115" y="181"/>
                  <a:pt x="115" y="179"/>
                </a:cubicBezTo>
                <a:cubicBezTo>
                  <a:pt x="113" y="177"/>
                  <a:pt x="113" y="175"/>
                  <a:pt x="116" y="174"/>
                </a:cubicBezTo>
                <a:cubicBezTo>
                  <a:pt x="123" y="173"/>
                  <a:pt x="130" y="171"/>
                  <a:pt x="137" y="170"/>
                </a:cubicBezTo>
                <a:cubicBezTo>
                  <a:pt x="140" y="170"/>
                  <a:pt x="141" y="169"/>
                  <a:pt x="143" y="167"/>
                </a:cubicBezTo>
                <a:cubicBezTo>
                  <a:pt x="146" y="163"/>
                  <a:pt x="150" y="159"/>
                  <a:pt x="153" y="155"/>
                </a:cubicBezTo>
                <a:cubicBezTo>
                  <a:pt x="155" y="152"/>
                  <a:pt x="157" y="149"/>
                  <a:pt x="158" y="145"/>
                </a:cubicBezTo>
                <a:cubicBezTo>
                  <a:pt x="159" y="141"/>
                  <a:pt x="157" y="140"/>
                  <a:pt x="154" y="141"/>
                </a:cubicBezTo>
                <a:cubicBezTo>
                  <a:pt x="151" y="141"/>
                  <a:pt x="149" y="142"/>
                  <a:pt x="147" y="144"/>
                </a:cubicBezTo>
                <a:cubicBezTo>
                  <a:pt x="144" y="146"/>
                  <a:pt x="140" y="146"/>
                  <a:pt x="137" y="145"/>
                </a:cubicBezTo>
                <a:cubicBezTo>
                  <a:pt x="134" y="145"/>
                  <a:pt x="133" y="144"/>
                  <a:pt x="132" y="141"/>
                </a:cubicBezTo>
                <a:cubicBezTo>
                  <a:pt x="132" y="139"/>
                  <a:pt x="132" y="137"/>
                  <a:pt x="134" y="135"/>
                </a:cubicBezTo>
                <a:cubicBezTo>
                  <a:pt x="137" y="133"/>
                  <a:pt x="139" y="131"/>
                  <a:pt x="141" y="129"/>
                </a:cubicBezTo>
                <a:cubicBezTo>
                  <a:pt x="143" y="126"/>
                  <a:pt x="144" y="123"/>
                  <a:pt x="144" y="119"/>
                </a:cubicBezTo>
                <a:cubicBezTo>
                  <a:pt x="144" y="116"/>
                  <a:pt x="143" y="115"/>
                  <a:pt x="140" y="115"/>
                </a:cubicBezTo>
                <a:cubicBezTo>
                  <a:pt x="136" y="115"/>
                  <a:pt x="132" y="115"/>
                  <a:pt x="129" y="114"/>
                </a:cubicBezTo>
                <a:cubicBezTo>
                  <a:pt x="119" y="112"/>
                  <a:pt x="114" y="106"/>
                  <a:pt x="112" y="96"/>
                </a:cubicBezTo>
                <a:cubicBezTo>
                  <a:pt x="112" y="91"/>
                  <a:pt x="113" y="90"/>
                  <a:pt x="118" y="91"/>
                </a:cubicBezTo>
                <a:cubicBezTo>
                  <a:pt x="121" y="91"/>
                  <a:pt x="124" y="91"/>
                  <a:pt x="127" y="92"/>
                </a:cubicBezTo>
                <a:cubicBezTo>
                  <a:pt x="137" y="93"/>
                  <a:pt x="146" y="92"/>
                  <a:pt x="155" y="86"/>
                </a:cubicBezTo>
                <a:cubicBezTo>
                  <a:pt x="158" y="83"/>
                  <a:pt x="163" y="82"/>
                  <a:pt x="167" y="81"/>
                </a:cubicBezTo>
                <a:cubicBezTo>
                  <a:pt x="174" y="79"/>
                  <a:pt x="180" y="76"/>
                  <a:pt x="184" y="70"/>
                </a:cubicBezTo>
                <a:cubicBezTo>
                  <a:pt x="193" y="60"/>
                  <a:pt x="200" y="49"/>
                  <a:pt x="203" y="36"/>
                </a:cubicBezTo>
                <a:cubicBezTo>
                  <a:pt x="204" y="30"/>
                  <a:pt x="205" y="23"/>
                  <a:pt x="205" y="17"/>
                </a:cubicBezTo>
                <a:cubicBezTo>
                  <a:pt x="204" y="15"/>
                  <a:pt x="204" y="13"/>
                  <a:pt x="204" y="10"/>
                </a:cubicBezTo>
                <a:cubicBezTo>
                  <a:pt x="204" y="7"/>
                  <a:pt x="204" y="4"/>
                  <a:pt x="207" y="2"/>
                </a:cubicBezTo>
                <a:cubicBezTo>
                  <a:pt x="211" y="0"/>
                  <a:pt x="213" y="2"/>
                  <a:pt x="216" y="3"/>
                </a:cubicBezTo>
                <a:cubicBezTo>
                  <a:pt x="230" y="11"/>
                  <a:pt x="236" y="28"/>
                  <a:pt x="230" y="43"/>
                </a:cubicBezTo>
                <a:cubicBezTo>
                  <a:pt x="229" y="48"/>
                  <a:pt x="226" y="52"/>
                  <a:pt x="224" y="56"/>
                </a:cubicBezTo>
                <a:cubicBezTo>
                  <a:pt x="219" y="64"/>
                  <a:pt x="214" y="72"/>
                  <a:pt x="209" y="80"/>
                </a:cubicBezTo>
                <a:cubicBezTo>
                  <a:pt x="207" y="83"/>
                  <a:pt x="206" y="87"/>
                  <a:pt x="205" y="91"/>
                </a:cubicBezTo>
                <a:cubicBezTo>
                  <a:pt x="204" y="93"/>
                  <a:pt x="203" y="95"/>
                  <a:pt x="203" y="98"/>
                </a:cubicBezTo>
                <a:cubicBezTo>
                  <a:pt x="203" y="102"/>
                  <a:pt x="205" y="104"/>
                  <a:pt x="208" y="105"/>
                </a:cubicBezTo>
                <a:cubicBezTo>
                  <a:pt x="213" y="106"/>
                  <a:pt x="217" y="105"/>
                  <a:pt x="221" y="104"/>
                </a:cubicBezTo>
                <a:cubicBezTo>
                  <a:pt x="236" y="97"/>
                  <a:pt x="251" y="91"/>
                  <a:pt x="267" y="87"/>
                </a:cubicBezTo>
                <a:cubicBezTo>
                  <a:pt x="274" y="85"/>
                  <a:pt x="280" y="84"/>
                  <a:pt x="287" y="82"/>
                </a:cubicBezTo>
                <a:cubicBezTo>
                  <a:pt x="290" y="82"/>
                  <a:pt x="294" y="82"/>
                  <a:pt x="297" y="85"/>
                </a:cubicBezTo>
                <a:cubicBezTo>
                  <a:pt x="299" y="86"/>
                  <a:pt x="301" y="86"/>
                  <a:pt x="304" y="86"/>
                </a:cubicBezTo>
                <a:cubicBezTo>
                  <a:pt x="305" y="87"/>
                  <a:pt x="307" y="86"/>
                  <a:pt x="309" y="86"/>
                </a:cubicBezTo>
                <a:cubicBezTo>
                  <a:pt x="317" y="86"/>
                  <a:pt x="323" y="89"/>
                  <a:pt x="325" y="97"/>
                </a:cubicBezTo>
                <a:cubicBezTo>
                  <a:pt x="325" y="99"/>
                  <a:pt x="325" y="101"/>
                  <a:pt x="325" y="104"/>
                </a:cubicBezTo>
                <a:close/>
                <a:moveTo>
                  <a:pt x="206" y="122"/>
                </a:moveTo>
                <a:cubicBezTo>
                  <a:pt x="203" y="122"/>
                  <a:pt x="200" y="123"/>
                  <a:pt x="198" y="126"/>
                </a:cubicBezTo>
                <a:cubicBezTo>
                  <a:pt x="189" y="138"/>
                  <a:pt x="179" y="150"/>
                  <a:pt x="169" y="162"/>
                </a:cubicBezTo>
                <a:cubicBezTo>
                  <a:pt x="166" y="166"/>
                  <a:pt x="164" y="170"/>
                  <a:pt x="164" y="175"/>
                </a:cubicBezTo>
                <a:cubicBezTo>
                  <a:pt x="162" y="184"/>
                  <a:pt x="165" y="188"/>
                  <a:pt x="173" y="193"/>
                </a:cubicBezTo>
                <a:cubicBezTo>
                  <a:pt x="176" y="195"/>
                  <a:pt x="179" y="194"/>
                  <a:pt x="181" y="191"/>
                </a:cubicBezTo>
                <a:cubicBezTo>
                  <a:pt x="183" y="188"/>
                  <a:pt x="183" y="186"/>
                  <a:pt x="184" y="183"/>
                </a:cubicBezTo>
                <a:cubicBezTo>
                  <a:pt x="185" y="180"/>
                  <a:pt x="185" y="176"/>
                  <a:pt x="186" y="173"/>
                </a:cubicBezTo>
                <a:cubicBezTo>
                  <a:pt x="187" y="171"/>
                  <a:pt x="188" y="168"/>
                  <a:pt x="190" y="167"/>
                </a:cubicBezTo>
                <a:cubicBezTo>
                  <a:pt x="194" y="164"/>
                  <a:pt x="197" y="165"/>
                  <a:pt x="199" y="170"/>
                </a:cubicBezTo>
                <a:cubicBezTo>
                  <a:pt x="199" y="171"/>
                  <a:pt x="199" y="171"/>
                  <a:pt x="199" y="172"/>
                </a:cubicBezTo>
                <a:cubicBezTo>
                  <a:pt x="202" y="183"/>
                  <a:pt x="205" y="193"/>
                  <a:pt x="206" y="204"/>
                </a:cubicBezTo>
                <a:cubicBezTo>
                  <a:pt x="206" y="206"/>
                  <a:pt x="207" y="209"/>
                  <a:pt x="210" y="210"/>
                </a:cubicBezTo>
                <a:cubicBezTo>
                  <a:pt x="214" y="210"/>
                  <a:pt x="215" y="208"/>
                  <a:pt x="217" y="206"/>
                </a:cubicBezTo>
                <a:cubicBezTo>
                  <a:pt x="217" y="205"/>
                  <a:pt x="217" y="205"/>
                  <a:pt x="218" y="204"/>
                </a:cubicBezTo>
                <a:cubicBezTo>
                  <a:pt x="221" y="199"/>
                  <a:pt x="225" y="193"/>
                  <a:pt x="229" y="188"/>
                </a:cubicBezTo>
                <a:cubicBezTo>
                  <a:pt x="237" y="177"/>
                  <a:pt x="246" y="167"/>
                  <a:pt x="255" y="157"/>
                </a:cubicBezTo>
                <a:cubicBezTo>
                  <a:pt x="259" y="152"/>
                  <a:pt x="261" y="147"/>
                  <a:pt x="261" y="141"/>
                </a:cubicBezTo>
                <a:cubicBezTo>
                  <a:pt x="261" y="137"/>
                  <a:pt x="259" y="135"/>
                  <a:pt x="255" y="134"/>
                </a:cubicBezTo>
                <a:cubicBezTo>
                  <a:pt x="253" y="134"/>
                  <a:pt x="251" y="134"/>
                  <a:pt x="250" y="134"/>
                </a:cubicBezTo>
                <a:cubicBezTo>
                  <a:pt x="240" y="131"/>
                  <a:pt x="231" y="129"/>
                  <a:pt x="221" y="126"/>
                </a:cubicBezTo>
                <a:cubicBezTo>
                  <a:pt x="216" y="125"/>
                  <a:pt x="211" y="123"/>
                  <a:pt x="206" y="1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9" name="Freeform 10">
            <a:extLst xmlns:a="http://schemas.openxmlformats.org/drawingml/2006/main">
              <a:ext uri="{FF2B5EF4-FFF2-40B4-BE49-F238E27FC236}">
                <a16:creationId xmlns:a16="http://schemas.microsoft.com/office/drawing/2014/main" id="{26A0DF6A-E6CD-4131-A58D-410505AE8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8190" y="398363"/>
            <a:ext cx="193882" cy="208139"/>
          </a:xfrm>
          <a:custGeom xmlns:a="http://schemas.openxmlformats.org/drawingml/2006/main">
            <a:gdLst>
              <a:gd name="T0" fmla="*/ 83 w 383"/>
              <a:gd name="T1" fmla="*/ 410 h 411"/>
              <a:gd name="T2" fmla="*/ 111 w 383"/>
              <a:gd name="T3" fmla="*/ 380 h 411"/>
              <a:gd name="T4" fmla="*/ 136 w 383"/>
              <a:gd name="T5" fmla="*/ 371 h 411"/>
              <a:gd name="T6" fmla="*/ 198 w 383"/>
              <a:gd name="T7" fmla="*/ 294 h 411"/>
              <a:gd name="T8" fmla="*/ 201 w 383"/>
              <a:gd name="T9" fmla="*/ 280 h 411"/>
              <a:gd name="T10" fmla="*/ 197 w 383"/>
              <a:gd name="T11" fmla="*/ 274 h 411"/>
              <a:gd name="T12" fmla="*/ 166 w 383"/>
              <a:gd name="T13" fmla="*/ 283 h 411"/>
              <a:gd name="T14" fmla="*/ 144 w 383"/>
              <a:gd name="T15" fmla="*/ 291 h 411"/>
              <a:gd name="T16" fmla="*/ 123 w 383"/>
              <a:gd name="T17" fmla="*/ 305 h 411"/>
              <a:gd name="T18" fmla="*/ 62 w 383"/>
              <a:gd name="T19" fmla="*/ 344 h 411"/>
              <a:gd name="T20" fmla="*/ 34 w 383"/>
              <a:gd name="T21" fmla="*/ 353 h 411"/>
              <a:gd name="T22" fmla="*/ 9 w 383"/>
              <a:gd name="T23" fmla="*/ 344 h 411"/>
              <a:gd name="T24" fmla="*/ 1 w 383"/>
              <a:gd name="T25" fmla="*/ 322 h 411"/>
              <a:gd name="T26" fmla="*/ 0 w 383"/>
              <a:gd name="T27" fmla="*/ 288 h 411"/>
              <a:gd name="T28" fmla="*/ 1 w 383"/>
              <a:gd name="T29" fmla="*/ 283 h 411"/>
              <a:gd name="T30" fmla="*/ 6 w 383"/>
              <a:gd name="T31" fmla="*/ 282 h 411"/>
              <a:gd name="T32" fmla="*/ 8 w 383"/>
              <a:gd name="T33" fmla="*/ 285 h 411"/>
              <a:gd name="T34" fmla="*/ 10 w 383"/>
              <a:gd name="T35" fmla="*/ 290 h 411"/>
              <a:gd name="T36" fmla="*/ 32 w 383"/>
              <a:gd name="T37" fmla="*/ 298 h 411"/>
              <a:gd name="T38" fmla="*/ 46 w 383"/>
              <a:gd name="T39" fmla="*/ 293 h 411"/>
              <a:gd name="T40" fmla="*/ 53 w 383"/>
              <a:gd name="T41" fmla="*/ 291 h 411"/>
              <a:gd name="T42" fmla="*/ 65 w 383"/>
              <a:gd name="T43" fmla="*/ 288 h 411"/>
              <a:gd name="T44" fmla="*/ 100 w 383"/>
              <a:gd name="T45" fmla="*/ 268 h 411"/>
              <a:gd name="T46" fmla="*/ 156 w 383"/>
              <a:gd name="T47" fmla="*/ 244 h 411"/>
              <a:gd name="T48" fmla="*/ 197 w 383"/>
              <a:gd name="T49" fmla="*/ 229 h 411"/>
              <a:gd name="T50" fmla="*/ 203 w 383"/>
              <a:gd name="T51" fmla="*/ 226 h 411"/>
              <a:gd name="T52" fmla="*/ 219 w 383"/>
              <a:gd name="T53" fmla="*/ 204 h 411"/>
              <a:gd name="T54" fmla="*/ 222 w 383"/>
              <a:gd name="T55" fmla="*/ 124 h 411"/>
              <a:gd name="T56" fmla="*/ 210 w 383"/>
              <a:gd name="T57" fmla="*/ 69 h 411"/>
              <a:gd name="T58" fmla="*/ 197 w 383"/>
              <a:gd name="T59" fmla="*/ 36 h 411"/>
              <a:gd name="T60" fmla="*/ 194 w 383"/>
              <a:gd name="T61" fmla="*/ 10 h 411"/>
              <a:gd name="T62" fmla="*/ 205 w 383"/>
              <a:gd name="T63" fmla="*/ 2 h 411"/>
              <a:gd name="T64" fmla="*/ 230 w 383"/>
              <a:gd name="T65" fmla="*/ 7 h 411"/>
              <a:gd name="T66" fmla="*/ 237 w 383"/>
              <a:gd name="T67" fmla="*/ 10 h 411"/>
              <a:gd name="T68" fmla="*/ 248 w 383"/>
              <a:gd name="T69" fmla="*/ 19 h 411"/>
              <a:gd name="T70" fmla="*/ 265 w 383"/>
              <a:gd name="T71" fmla="*/ 29 h 411"/>
              <a:gd name="T72" fmla="*/ 280 w 383"/>
              <a:gd name="T73" fmla="*/ 49 h 411"/>
              <a:gd name="T74" fmla="*/ 278 w 383"/>
              <a:gd name="T75" fmla="*/ 66 h 411"/>
              <a:gd name="T76" fmla="*/ 273 w 383"/>
              <a:gd name="T77" fmla="*/ 72 h 411"/>
              <a:gd name="T78" fmla="*/ 270 w 383"/>
              <a:gd name="T79" fmla="*/ 77 h 411"/>
              <a:gd name="T80" fmla="*/ 271 w 383"/>
              <a:gd name="T81" fmla="*/ 158 h 411"/>
              <a:gd name="T82" fmla="*/ 273 w 383"/>
              <a:gd name="T83" fmla="*/ 179 h 411"/>
              <a:gd name="T84" fmla="*/ 278 w 383"/>
              <a:gd name="T85" fmla="*/ 182 h 411"/>
              <a:gd name="T86" fmla="*/ 313 w 383"/>
              <a:gd name="T87" fmla="*/ 160 h 411"/>
              <a:gd name="T88" fmla="*/ 325 w 383"/>
              <a:gd name="T89" fmla="*/ 144 h 411"/>
              <a:gd name="T90" fmla="*/ 341 w 383"/>
              <a:gd name="T91" fmla="*/ 128 h 411"/>
              <a:gd name="T92" fmla="*/ 369 w 383"/>
              <a:gd name="T93" fmla="*/ 122 h 411"/>
              <a:gd name="T94" fmla="*/ 380 w 383"/>
              <a:gd name="T95" fmla="*/ 141 h 411"/>
              <a:gd name="T96" fmla="*/ 372 w 383"/>
              <a:gd name="T97" fmla="*/ 154 h 411"/>
              <a:gd name="T98" fmla="*/ 355 w 383"/>
              <a:gd name="T99" fmla="*/ 169 h 411"/>
              <a:gd name="T100" fmla="*/ 314 w 383"/>
              <a:gd name="T101" fmla="*/ 199 h 411"/>
              <a:gd name="T102" fmla="*/ 275 w 383"/>
              <a:gd name="T103" fmla="*/ 229 h 411"/>
              <a:gd name="T104" fmla="*/ 271 w 383"/>
              <a:gd name="T105" fmla="*/ 238 h 411"/>
              <a:gd name="T106" fmla="*/ 254 w 383"/>
              <a:gd name="T107" fmla="*/ 310 h 411"/>
              <a:gd name="T108" fmla="*/ 250 w 383"/>
              <a:gd name="T109" fmla="*/ 320 h 411"/>
              <a:gd name="T110" fmla="*/ 247 w 383"/>
              <a:gd name="T111" fmla="*/ 325 h 411"/>
              <a:gd name="T112" fmla="*/ 173 w 383"/>
              <a:gd name="T113" fmla="*/ 386 h 411"/>
              <a:gd name="T114" fmla="*/ 95 w 383"/>
              <a:gd name="T115" fmla="*/ 410 h 411"/>
              <a:gd name="T116" fmla="*/ 88 w 383"/>
              <a:gd name="T117" fmla="*/ 411 h 411"/>
              <a:gd name="T118" fmla="*/ 83 w 383"/>
              <a:gd name="T119" fmla="*/ 410 h 411"/>
            </a:gdLst>
            <a:rect l="0" t="0" r="r" b="b"/>
            <a:pathLst>
              <a:path w="383" h="411">
                <a:moveTo>
                  <a:pt x="83" y="410"/>
                </a:moveTo>
                <a:cubicBezTo>
                  <a:pt x="89" y="396"/>
                  <a:pt x="96" y="385"/>
                  <a:pt x="111" y="380"/>
                </a:cubicBezTo>
                <a:cubicBezTo>
                  <a:pt x="120" y="378"/>
                  <a:pt x="128" y="375"/>
                  <a:pt x="136" y="371"/>
                </a:cubicBezTo>
                <a:cubicBezTo>
                  <a:pt x="168" y="355"/>
                  <a:pt x="188" y="328"/>
                  <a:pt x="198" y="294"/>
                </a:cubicBezTo>
                <a:cubicBezTo>
                  <a:pt x="199" y="289"/>
                  <a:pt x="200" y="284"/>
                  <a:pt x="201" y="280"/>
                </a:cubicBezTo>
                <a:cubicBezTo>
                  <a:pt x="202" y="275"/>
                  <a:pt x="201" y="274"/>
                  <a:pt x="197" y="274"/>
                </a:cubicBezTo>
                <a:cubicBezTo>
                  <a:pt x="186" y="275"/>
                  <a:pt x="176" y="278"/>
                  <a:pt x="166" y="283"/>
                </a:cubicBezTo>
                <a:cubicBezTo>
                  <a:pt x="159" y="286"/>
                  <a:pt x="152" y="289"/>
                  <a:pt x="144" y="291"/>
                </a:cubicBezTo>
                <a:cubicBezTo>
                  <a:pt x="136" y="294"/>
                  <a:pt x="130" y="300"/>
                  <a:pt x="123" y="305"/>
                </a:cubicBezTo>
                <a:cubicBezTo>
                  <a:pt x="105" y="321"/>
                  <a:pt x="84" y="334"/>
                  <a:pt x="62" y="344"/>
                </a:cubicBezTo>
                <a:cubicBezTo>
                  <a:pt x="53" y="348"/>
                  <a:pt x="43" y="351"/>
                  <a:pt x="34" y="353"/>
                </a:cubicBezTo>
                <a:cubicBezTo>
                  <a:pt x="24" y="356"/>
                  <a:pt x="15" y="352"/>
                  <a:pt x="9" y="344"/>
                </a:cubicBezTo>
                <a:cubicBezTo>
                  <a:pt x="4" y="338"/>
                  <a:pt x="1" y="330"/>
                  <a:pt x="1" y="322"/>
                </a:cubicBezTo>
                <a:cubicBezTo>
                  <a:pt x="1" y="310"/>
                  <a:pt x="0" y="299"/>
                  <a:pt x="0" y="288"/>
                </a:cubicBezTo>
                <a:cubicBezTo>
                  <a:pt x="0" y="286"/>
                  <a:pt x="0" y="284"/>
                  <a:pt x="1" y="283"/>
                </a:cubicBezTo>
                <a:cubicBezTo>
                  <a:pt x="1" y="280"/>
                  <a:pt x="4" y="279"/>
                  <a:pt x="6" y="282"/>
                </a:cubicBezTo>
                <a:cubicBezTo>
                  <a:pt x="7" y="283"/>
                  <a:pt x="7" y="284"/>
                  <a:pt x="8" y="285"/>
                </a:cubicBezTo>
                <a:cubicBezTo>
                  <a:pt x="9" y="286"/>
                  <a:pt x="9" y="288"/>
                  <a:pt x="10" y="290"/>
                </a:cubicBezTo>
                <a:cubicBezTo>
                  <a:pt x="16" y="297"/>
                  <a:pt x="23" y="301"/>
                  <a:pt x="32" y="298"/>
                </a:cubicBezTo>
                <a:cubicBezTo>
                  <a:pt x="37" y="297"/>
                  <a:pt x="41" y="295"/>
                  <a:pt x="46" y="293"/>
                </a:cubicBezTo>
                <a:cubicBezTo>
                  <a:pt x="48" y="292"/>
                  <a:pt x="51" y="291"/>
                  <a:pt x="53" y="291"/>
                </a:cubicBezTo>
                <a:cubicBezTo>
                  <a:pt x="58" y="292"/>
                  <a:pt x="61" y="290"/>
                  <a:pt x="65" y="288"/>
                </a:cubicBezTo>
                <a:cubicBezTo>
                  <a:pt x="77" y="282"/>
                  <a:pt x="89" y="275"/>
                  <a:pt x="100" y="268"/>
                </a:cubicBezTo>
                <a:cubicBezTo>
                  <a:pt x="118" y="258"/>
                  <a:pt x="137" y="251"/>
                  <a:pt x="156" y="244"/>
                </a:cubicBezTo>
                <a:cubicBezTo>
                  <a:pt x="169" y="239"/>
                  <a:pt x="183" y="234"/>
                  <a:pt x="197" y="229"/>
                </a:cubicBezTo>
                <a:cubicBezTo>
                  <a:pt x="199" y="228"/>
                  <a:pt x="201" y="227"/>
                  <a:pt x="203" y="226"/>
                </a:cubicBezTo>
                <a:cubicBezTo>
                  <a:pt x="212" y="222"/>
                  <a:pt x="218" y="215"/>
                  <a:pt x="219" y="204"/>
                </a:cubicBezTo>
                <a:cubicBezTo>
                  <a:pt x="221" y="178"/>
                  <a:pt x="223" y="151"/>
                  <a:pt x="222" y="124"/>
                </a:cubicBezTo>
                <a:cubicBezTo>
                  <a:pt x="221" y="105"/>
                  <a:pt x="218" y="87"/>
                  <a:pt x="210" y="69"/>
                </a:cubicBezTo>
                <a:cubicBezTo>
                  <a:pt x="205" y="58"/>
                  <a:pt x="201" y="47"/>
                  <a:pt x="197" y="36"/>
                </a:cubicBezTo>
                <a:cubicBezTo>
                  <a:pt x="194" y="28"/>
                  <a:pt x="193" y="19"/>
                  <a:pt x="194" y="10"/>
                </a:cubicBezTo>
                <a:cubicBezTo>
                  <a:pt x="194" y="4"/>
                  <a:pt x="199" y="0"/>
                  <a:pt x="205" y="2"/>
                </a:cubicBezTo>
                <a:cubicBezTo>
                  <a:pt x="213" y="4"/>
                  <a:pt x="222" y="5"/>
                  <a:pt x="230" y="7"/>
                </a:cubicBezTo>
                <a:cubicBezTo>
                  <a:pt x="233" y="7"/>
                  <a:pt x="235" y="9"/>
                  <a:pt x="237" y="10"/>
                </a:cubicBezTo>
                <a:cubicBezTo>
                  <a:pt x="241" y="13"/>
                  <a:pt x="244" y="16"/>
                  <a:pt x="248" y="19"/>
                </a:cubicBezTo>
                <a:cubicBezTo>
                  <a:pt x="253" y="23"/>
                  <a:pt x="259" y="26"/>
                  <a:pt x="265" y="29"/>
                </a:cubicBezTo>
                <a:cubicBezTo>
                  <a:pt x="274" y="33"/>
                  <a:pt x="279" y="40"/>
                  <a:pt x="280" y="49"/>
                </a:cubicBezTo>
                <a:cubicBezTo>
                  <a:pt x="280" y="55"/>
                  <a:pt x="280" y="60"/>
                  <a:pt x="278" y="66"/>
                </a:cubicBezTo>
                <a:cubicBezTo>
                  <a:pt x="277" y="68"/>
                  <a:pt x="275" y="70"/>
                  <a:pt x="273" y="72"/>
                </a:cubicBezTo>
                <a:cubicBezTo>
                  <a:pt x="271" y="74"/>
                  <a:pt x="270" y="75"/>
                  <a:pt x="270" y="77"/>
                </a:cubicBezTo>
                <a:cubicBezTo>
                  <a:pt x="271" y="104"/>
                  <a:pt x="271" y="131"/>
                  <a:pt x="271" y="158"/>
                </a:cubicBezTo>
                <a:cubicBezTo>
                  <a:pt x="272" y="165"/>
                  <a:pt x="272" y="172"/>
                  <a:pt x="273" y="179"/>
                </a:cubicBezTo>
                <a:cubicBezTo>
                  <a:pt x="274" y="183"/>
                  <a:pt x="275" y="184"/>
                  <a:pt x="278" y="182"/>
                </a:cubicBezTo>
                <a:cubicBezTo>
                  <a:pt x="291" y="176"/>
                  <a:pt x="303" y="170"/>
                  <a:pt x="313" y="160"/>
                </a:cubicBezTo>
                <a:cubicBezTo>
                  <a:pt x="317" y="155"/>
                  <a:pt x="321" y="150"/>
                  <a:pt x="325" y="144"/>
                </a:cubicBezTo>
                <a:cubicBezTo>
                  <a:pt x="330" y="138"/>
                  <a:pt x="335" y="132"/>
                  <a:pt x="341" y="128"/>
                </a:cubicBezTo>
                <a:cubicBezTo>
                  <a:pt x="350" y="122"/>
                  <a:pt x="359" y="120"/>
                  <a:pt x="369" y="122"/>
                </a:cubicBezTo>
                <a:cubicBezTo>
                  <a:pt x="379" y="124"/>
                  <a:pt x="383" y="131"/>
                  <a:pt x="380" y="141"/>
                </a:cubicBezTo>
                <a:cubicBezTo>
                  <a:pt x="379" y="146"/>
                  <a:pt x="376" y="151"/>
                  <a:pt x="372" y="154"/>
                </a:cubicBezTo>
                <a:cubicBezTo>
                  <a:pt x="367" y="160"/>
                  <a:pt x="361" y="165"/>
                  <a:pt x="355" y="169"/>
                </a:cubicBezTo>
                <a:cubicBezTo>
                  <a:pt x="341" y="178"/>
                  <a:pt x="328" y="189"/>
                  <a:pt x="314" y="199"/>
                </a:cubicBezTo>
                <a:cubicBezTo>
                  <a:pt x="301" y="209"/>
                  <a:pt x="289" y="219"/>
                  <a:pt x="275" y="229"/>
                </a:cubicBezTo>
                <a:cubicBezTo>
                  <a:pt x="272" y="232"/>
                  <a:pt x="271" y="234"/>
                  <a:pt x="271" y="238"/>
                </a:cubicBezTo>
                <a:cubicBezTo>
                  <a:pt x="267" y="263"/>
                  <a:pt x="262" y="287"/>
                  <a:pt x="254" y="310"/>
                </a:cubicBezTo>
                <a:cubicBezTo>
                  <a:pt x="253" y="314"/>
                  <a:pt x="251" y="317"/>
                  <a:pt x="250" y="320"/>
                </a:cubicBezTo>
                <a:cubicBezTo>
                  <a:pt x="249" y="322"/>
                  <a:pt x="249" y="324"/>
                  <a:pt x="247" y="325"/>
                </a:cubicBezTo>
                <a:cubicBezTo>
                  <a:pt x="226" y="349"/>
                  <a:pt x="202" y="371"/>
                  <a:pt x="173" y="386"/>
                </a:cubicBezTo>
                <a:cubicBezTo>
                  <a:pt x="149" y="400"/>
                  <a:pt x="123" y="408"/>
                  <a:pt x="95" y="410"/>
                </a:cubicBezTo>
                <a:cubicBezTo>
                  <a:pt x="93" y="410"/>
                  <a:pt x="90" y="411"/>
                  <a:pt x="88" y="411"/>
                </a:cubicBezTo>
                <a:cubicBezTo>
                  <a:pt x="87" y="411"/>
                  <a:pt x="85" y="411"/>
                  <a:pt x="83" y="4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0" name="Freeform 11">
            <a:extLst xmlns:a="http://schemas.openxmlformats.org/drawingml/2006/main">
              <a:ext uri="{FF2B5EF4-FFF2-40B4-BE49-F238E27FC236}">
                <a16:creationId xmlns:a16="http://schemas.microsoft.com/office/drawing/2014/main" id="{7A7F8B08-C26B-49C2-960B-87B6A1F6C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4135" y="400644"/>
            <a:ext cx="98081" cy="227527"/>
          </a:xfrm>
          <a:custGeom xmlns:a="http://schemas.openxmlformats.org/drawingml/2006/main">
            <a:gdLst>
              <a:gd name="T0" fmla="*/ 127 w 193"/>
              <a:gd name="T1" fmla="*/ 371 h 449"/>
              <a:gd name="T2" fmla="*/ 63 w 193"/>
              <a:gd name="T3" fmla="*/ 417 h 449"/>
              <a:gd name="T4" fmla="*/ 47 w 193"/>
              <a:gd name="T5" fmla="*/ 433 h 449"/>
              <a:gd name="T6" fmla="*/ 7 w 193"/>
              <a:gd name="T7" fmla="*/ 434 h 449"/>
              <a:gd name="T8" fmla="*/ 1 w 193"/>
              <a:gd name="T9" fmla="*/ 383 h 449"/>
              <a:gd name="T10" fmla="*/ 33 w 193"/>
              <a:gd name="T11" fmla="*/ 331 h 449"/>
              <a:gd name="T12" fmla="*/ 49 w 193"/>
              <a:gd name="T13" fmla="*/ 286 h 449"/>
              <a:gd name="T14" fmla="*/ 50 w 193"/>
              <a:gd name="T15" fmla="*/ 233 h 449"/>
              <a:gd name="T16" fmla="*/ 38 w 193"/>
              <a:gd name="T17" fmla="*/ 207 h 449"/>
              <a:gd name="T18" fmla="*/ 54 w 193"/>
              <a:gd name="T19" fmla="*/ 201 h 449"/>
              <a:gd name="T20" fmla="*/ 75 w 193"/>
              <a:gd name="T21" fmla="*/ 209 h 449"/>
              <a:gd name="T22" fmla="*/ 107 w 193"/>
              <a:gd name="T23" fmla="*/ 223 h 449"/>
              <a:gd name="T24" fmla="*/ 126 w 193"/>
              <a:gd name="T25" fmla="*/ 233 h 449"/>
              <a:gd name="T26" fmla="*/ 133 w 193"/>
              <a:gd name="T27" fmla="*/ 231 h 449"/>
              <a:gd name="T28" fmla="*/ 135 w 193"/>
              <a:gd name="T29" fmla="*/ 200 h 449"/>
              <a:gd name="T30" fmla="*/ 133 w 193"/>
              <a:gd name="T31" fmla="*/ 99 h 449"/>
              <a:gd name="T32" fmla="*/ 105 w 193"/>
              <a:gd name="T33" fmla="*/ 55 h 449"/>
              <a:gd name="T34" fmla="*/ 77 w 193"/>
              <a:gd name="T35" fmla="*/ 9 h 449"/>
              <a:gd name="T36" fmla="*/ 95 w 193"/>
              <a:gd name="T37" fmla="*/ 6 h 449"/>
              <a:gd name="T38" fmla="*/ 165 w 193"/>
              <a:gd name="T39" fmla="*/ 52 h 449"/>
              <a:gd name="T40" fmla="*/ 189 w 193"/>
              <a:gd name="T41" fmla="*/ 83 h 449"/>
              <a:gd name="T42" fmla="*/ 189 w 193"/>
              <a:gd name="T43" fmla="*/ 292 h 449"/>
              <a:gd name="T44" fmla="*/ 165 w 193"/>
              <a:gd name="T45" fmla="*/ 409 h 449"/>
              <a:gd name="T46" fmla="*/ 145 w 193"/>
              <a:gd name="T47" fmla="*/ 428 h 449"/>
              <a:gd name="T48" fmla="*/ 134 w 193"/>
              <a:gd name="T49" fmla="*/ 415 h 449"/>
              <a:gd name="T50" fmla="*/ 131 w 193"/>
              <a:gd name="T51" fmla="*/ 367 h 449"/>
              <a:gd name="T52" fmla="*/ 124 w 193"/>
              <a:gd name="T53" fmla="*/ 264 h 449"/>
              <a:gd name="T54" fmla="*/ 102 w 193"/>
              <a:gd name="T55" fmla="*/ 280 h 449"/>
              <a:gd name="T56" fmla="*/ 81 w 193"/>
              <a:gd name="T57" fmla="*/ 296 h 449"/>
              <a:gd name="T58" fmla="*/ 59 w 193"/>
              <a:gd name="T59" fmla="*/ 331 h 449"/>
              <a:gd name="T60" fmla="*/ 31 w 193"/>
              <a:gd name="T61" fmla="*/ 373 h 449"/>
              <a:gd name="T62" fmla="*/ 46 w 193"/>
              <a:gd name="T63" fmla="*/ 382 h 449"/>
              <a:gd name="T64" fmla="*/ 78 w 193"/>
              <a:gd name="T65" fmla="*/ 363 h 449"/>
              <a:gd name="T66" fmla="*/ 114 w 193"/>
              <a:gd name="T67" fmla="*/ 346 h 449"/>
              <a:gd name="T68" fmla="*/ 133 w 193"/>
              <a:gd name="T69" fmla="*/ 325 h 449"/>
              <a:gd name="T70" fmla="*/ 132 w 193"/>
              <a:gd name="T71" fmla="*/ 255 h 449"/>
            </a:gdLst>
            <a:rect l="0" t="0" r="r" b="b"/>
            <a:pathLst>
              <a:path w="193" h="449">
                <a:moveTo>
                  <a:pt x="131" y="367"/>
                </a:moveTo>
                <a:cubicBezTo>
                  <a:pt x="129" y="369"/>
                  <a:pt x="128" y="370"/>
                  <a:pt x="127" y="371"/>
                </a:cubicBezTo>
                <a:cubicBezTo>
                  <a:pt x="112" y="385"/>
                  <a:pt x="97" y="397"/>
                  <a:pt x="80" y="408"/>
                </a:cubicBezTo>
                <a:cubicBezTo>
                  <a:pt x="74" y="411"/>
                  <a:pt x="69" y="414"/>
                  <a:pt x="63" y="417"/>
                </a:cubicBezTo>
                <a:cubicBezTo>
                  <a:pt x="61" y="419"/>
                  <a:pt x="59" y="420"/>
                  <a:pt x="57" y="422"/>
                </a:cubicBezTo>
                <a:cubicBezTo>
                  <a:pt x="54" y="426"/>
                  <a:pt x="50" y="430"/>
                  <a:pt x="47" y="433"/>
                </a:cubicBezTo>
                <a:cubicBezTo>
                  <a:pt x="44" y="436"/>
                  <a:pt x="41" y="439"/>
                  <a:pt x="38" y="441"/>
                </a:cubicBezTo>
                <a:cubicBezTo>
                  <a:pt x="27" y="449"/>
                  <a:pt x="13" y="446"/>
                  <a:pt x="7" y="434"/>
                </a:cubicBezTo>
                <a:cubicBezTo>
                  <a:pt x="4" y="428"/>
                  <a:pt x="2" y="421"/>
                  <a:pt x="1" y="415"/>
                </a:cubicBezTo>
                <a:cubicBezTo>
                  <a:pt x="0" y="404"/>
                  <a:pt x="0" y="394"/>
                  <a:pt x="1" y="383"/>
                </a:cubicBezTo>
                <a:cubicBezTo>
                  <a:pt x="2" y="379"/>
                  <a:pt x="3" y="374"/>
                  <a:pt x="7" y="372"/>
                </a:cubicBezTo>
                <a:cubicBezTo>
                  <a:pt x="20" y="361"/>
                  <a:pt x="28" y="346"/>
                  <a:pt x="33" y="331"/>
                </a:cubicBezTo>
                <a:cubicBezTo>
                  <a:pt x="36" y="325"/>
                  <a:pt x="37" y="319"/>
                  <a:pt x="39" y="313"/>
                </a:cubicBezTo>
                <a:cubicBezTo>
                  <a:pt x="42" y="304"/>
                  <a:pt x="45" y="294"/>
                  <a:pt x="49" y="286"/>
                </a:cubicBezTo>
                <a:cubicBezTo>
                  <a:pt x="56" y="272"/>
                  <a:pt x="56" y="258"/>
                  <a:pt x="53" y="244"/>
                </a:cubicBezTo>
                <a:cubicBezTo>
                  <a:pt x="52" y="240"/>
                  <a:pt x="51" y="237"/>
                  <a:pt x="50" y="233"/>
                </a:cubicBezTo>
                <a:cubicBezTo>
                  <a:pt x="49" y="229"/>
                  <a:pt x="47" y="225"/>
                  <a:pt x="44" y="221"/>
                </a:cubicBezTo>
                <a:cubicBezTo>
                  <a:pt x="42" y="217"/>
                  <a:pt x="39" y="212"/>
                  <a:pt x="38" y="207"/>
                </a:cubicBezTo>
                <a:cubicBezTo>
                  <a:pt x="36" y="202"/>
                  <a:pt x="38" y="199"/>
                  <a:pt x="44" y="199"/>
                </a:cubicBezTo>
                <a:cubicBezTo>
                  <a:pt x="48" y="199"/>
                  <a:pt x="51" y="199"/>
                  <a:pt x="54" y="201"/>
                </a:cubicBezTo>
                <a:cubicBezTo>
                  <a:pt x="55" y="202"/>
                  <a:pt x="56" y="203"/>
                  <a:pt x="57" y="203"/>
                </a:cubicBezTo>
                <a:cubicBezTo>
                  <a:pt x="62" y="208"/>
                  <a:pt x="68" y="209"/>
                  <a:pt x="75" y="209"/>
                </a:cubicBezTo>
                <a:cubicBezTo>
                  <a:pt x="83" y="209"/>
                  <a:pt x="90" y="212"/>
                  <a:pt x="96" y="218"/>
                </a:cubicBezTo>
                <a:cubicBezTo>
                  <a:pt x="99" y="221"/>
                  <a:pt x="103" y="223"/>
                  <a:pt x="107" y="223"/>
                </a:cubicBezTo>
                <a:cubicBezTo>
                  <a:pt x="110" y="223"/>
                  <a:pt x="112" y="224"/>
                  <a:pt x="115" y="225"/>
                </a:cubicBezTo>
                <a:cubicBezTo>
                  <a:pt x="120" y="226"/>
                  <a:pt x="124" y="229"/>
                  <a:pt x="126" y="233"/>
                </a:cubicBezTo>
                <a:cubicBezTo>
                  <a:pt x="126" y="234"/>
                  <a:pt x="127" y="235"/>
                  <a:pt x="128" y="236"/>
                </a:cubicBezTo>
                <a:cubicBezTo>
                  <a:pt x="131" y="236"/>
                  <a:pt x="132" y="234"/>
                  <a:pt x="133" y="231"/>
                </a:cubicBezTo>
                <a:cubicBezTo>
                  <a:pt x="134" y="229"/>
                  <a:pt x="134" y="227"/>
                  <a:pt x="134" y="225"/>
                </a:cubicBezTo>
                <a:cubicBezTo>
                  <a:pt x="134" y="217"/>
                  <a:pt x="134" y="208"/>
                  <a:pt x="135" y="200"/>
                </a:cubicBezTo>
                <a:cubicBezTo>
                  <a:pt x="137" y="176"/>
                  <a:pt x="139" y="151"/>
                  <a:pt x="137" y="127"/>
                </a:cubicBezTo>
                <a:cubicBezTo>
                  <a:pt x="137" y="118"/>
                  <a:pt x="135" y="109"/>
                  <a:pt x="133" y="99"/>
                </a:cubicBezTo>
                <a:cubicBezTo>
                  <a:pt x="132" y="90"/>
                  <a:pt x="127" y="81"/>
                  <a:pt x="121" y="74"/>
                </a:cubicBezTo>
                <a:cubicBezTo>
                  <a:pt x="116" y="67"/>
                  <a:pt x="111" y="61"/>
                  <a:pt x="105" y="55"/>
                </a:cubicBezTo>
                <a:cubicBezTo>
                  <a:pt x="98" y="46"/>
                  <a:pt x="90" y="36"/>
                  <a:pt x="83" y="27"/>
                </a:cubicBezTo>
                <a:cubicBezTo>
                  <a:pt x="79" y="22"/>
                  <a:pt x="77" y="15"/>
                  <a:pt x="77" y="9"/>
                </a:cubicBezTo>
                <a:cubicBezTo>
                  <a:pt x="77" y="3"/>
                  <a:pt x="80" y="0"/>
                  <a:pt x="86" y="2"/>
                </a:cubicBezTo>
                <a:cubicBezTo>
                  <a:pt x="89" y="2"/>
                  <a:pt x="92" y="4"/>
                  <a:pt x="95" y="6"/>
                </a:cubicBezTo>
                <a:cubicBezTo>
                  <a:pt x="105" y="15"/>
                  <a:pt x="116" y="22"/>
                  <a:pt x="128" y="28"/>
                </a:cubicBezTo>
                <a:cubicBezTo>
                  <a:pt x="141" y="35"/>
                  <a:pt x="154" y="43"/>
                  <a:pt x="165" y="52"/>
                </a:cubicBezTo>
                <a:cubicBezTo>
                  <a:pt x="172" y="58"/>
                  <a:pt x="179" y="64"/>
                  <a:pt x="184" y="72"/>
                </a:cubicBezTo>
                <a:cubicBezTo>
                  <a:pt x="186" y="75"/>
                  <a:pt x="188" y="78"/>
                  <a:pt x="189" y="83"/>
                </a:cubicBezTo>
                <a:cubicBezTo>
                  <a:pt x="192" y="122"/>
                  <a:pt x="193" y="162"/>
                  <a:pt x="193" y="202"/>
                </a:cubicBezTo>
                <a:cubicBezTo>
                  <a:pt x="193" y="232"/>
                  <a:pt x="192" y="262"/>
                  <a:pt x="189" y="292"/>
                </a:cubicBezTo>
                <a:cubicBezTo>
                  <a:pt x="186" y="321"/>
                  <a:pt x="183" y="350"/>
                  <a:pt x="176" y="378"/>
                </a:cubicBezTo>
                <a:cubicBezTo>
                  <a:pt x="173" y="388"/>
                  <a:pt x="170" y="399"/>
                  <a:pt x="165" y="409"/>
                </a:cubicBezTo>
                <a:cubicBezTo>
                  <a:pt x="162" y="414"/>
                  <a:pt x="159" y="419"/>
                  <a:pt x="155" y="423"/>
                </a:cubicBezTo>
                <a:cubicBezTo>
                  <a:pt x="152" y="426"/>
                  <a:pt x="149" y="428"/>
                  <a:pt x="145" y="428"/>
                </a:cubicBezTo>
                <a:cubicBezTo>
                  <a:pt x="140" y="429"/>
                  <a:pt x="136" y="427"/>
                  <a:pt x="135" y="422"/>
                </a:cubicBezTo>
                <a:cubicBezTo>
                  <a:pt x="135" y="420"/>
                  <a:pt x="135" y="418"/>
                  <a:pt x="134" y="415"/>
                </a:cubicBezTo>
                <a:cubicBezTo>
                  <a:pt x="134" y="407"/>
                  <a:pt x="135" y="399"/>
                  <a:pt x="135" y="391"/>
                </a:cubicBezTo>
                <a:cubicBezTo>
                  <a:pt x="134" y="383"/>
                  <a:pt x="134" y="375"/>
                  <a:pt x="131" y="367"/>
                </a:cubicBezTo>
                <a:close/>
                <a:moveTo>
                  <a:pt x="132" y="255"/>
                </a:moveTo>
                <a:cubicBezTo>
                  <a:pt x="127" y="257"/>
                  <a:pt x="125" y="260"/>
                  <a:pt x="124" y="264"/>
                </a:cubicBezTo>
                <a:cubicBezTo>
                  <a:pt x="123" y="267"/>
                  <a:pt x="122" y="271"/>
                  <a:pt x="119" y="273"/>
                </a:cubicBezTo>
                <a:cubicBezTo>
                  <a:pt x="114" y="277"/>
                  <a:pt x="108" y="280"/>
                  <a:pt x="102" y="280"/>
                </a:cubicBezTo>
                <a:cubicBezTo>
                  <a:pt x="97" y="280"/>
                  <a:pt x="94" y="282"/>
                  <a:pt x="91" y="285"/>
                </a:cubicBezTo>
                <a:cubicBezTo>
                  <a:pt x="87" y="289"/>
                  <a:pt x="84" y="292"/>
                  <a:pt x="81" y="296"/>
                </a:cubicBezTo>
                <a:cubicBezTo>
                  <a:pt x="78" y="299"/>
                  <a:pt x="76" y="302"/>
                  <a:pt x="75" y="305"/>
                </a:cubicBezTo>
                <a:cubicBezTo>
                  <a:pt x="71" y="315"/>
                  <a:pt x="66" y="323"/>
                  <a:pt x="59" y="331"/>
                </a:cubicBezTo>
                <a:cubicBezTo>
                  <a:pt x="54" y="337"/>
                  <a:pt x="50" y="343"/>
                  <a:pt x="45" y="349"/>
                </a:cubicBezTo>
                <a:cubicBezTo>
                  <a:pt x="39" y="356"/>
                  <a:pt x="34" y="364"/>
                  <a:pt x="31" y="373"/>
                </a:cubicBezTo>
                <a:cubicBezTo>
                  <a:pt x="29" y="377"/>
                  <a:pt x="29" y="379"/>
                  <a:pt x="34" y="381"/>
                </a:cubicBezTo>
                <a:cubicBezTo>
                  <a:pt x="38" y="382"/>
                  <a:pt x="42" y="383"/>
                  <a:pt x="46" y="382"/>
                </a:cubicBezTo>
                <a:cubicBezTo>
                  <a:pt x="53" y="381"/>
                  <a:pt x="59" y="378"/>
                  <a:pt x="64" y="374"/>
                </a:cubicBezTo>
                <a:cubicBezTo>
                  <a:pt x="69" y="371"/>
                  <a:pt x="73" y="367"/>
                  <a:pt x="78" y="363"/>
                </a:cubicBezTo>
                <a:cubicBezTo>
                  <a:pt x="81" y="361"/>
                  <a:pt x="83" y="359"/>
                  <a:pt x="87" y="358"/>
                </a:cubicBezTo>
                <a:cubicBezTo>
                  <a:pt x="97" y="356"/>
                  <a:pt x="106" y="351"/>
                  <a:pt x="114" y="346"/>
                </a:cubicBezTo>
                <a:cubicBezTo>
                  <a:pt x="119" y="343"/>
                  <a:pt x="123" y="340"/>
                  <a:pt x="127" y="338"/>
                </a:cubicBezTo>
                <a:cubicBezTo>
                  <a:pt x="131" y="335"/>
                  <a:pt x="133" y="331"/>
                  <a:pt x="133" y="325"/>
                </a:cubicBezTo>
                <a:cubicBezTo>
                  <a:pt x="132" y="304"/>
                  <a:pt x="132" y="282"/>
                  <a:pt x="132" y="260"/>
                </a:cubicBezTo>
                <a:cubicBezTo>
                  <a:pt x="132" y="259"/>
                  <a:pt x="132" y="257"/>
                  <a:pt x="132" y="25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1" name="Freeform 12">
            <a:extLst xmlns:a="http://schemas.openxmlformats.org/drawingml/2006/main">
              <a:ext uri="{FF2B5EF4-FFF2-40B4-BE49-F238E27FC236}">
                <a16:creationId xmlns:a16="http://schemas.microsoft.com/office/drawing/2014/main" id="{C91F33B2-2DA2-4E39-BEF6-8AB79F84E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0994" y="431437"/>
            <a:ext cx="115759" cy="160238"/>
          </a:xfrm>
          <a:custGeom xmlns:a="http://schemas.openxmlformats.org/drawingml/2006/main">
            <a:gdLst>
              <a:gd name="T0" fmla="*/ 34 w 229"/>
              <a:gd name="T1" fmla="*/ 0 h 316"/>
              <a:gd name="T2" fmla="*/ 37 w 229"/>
              <a:gd name="T3" fmla="*/ 2 h 316"/>
              <a:gd name="T4" fmla="*/ 69 w 229"/>
              <a:gd name="T5" fmla="*/ 32 h 316"/>
              <a:gd name="T6" fmla="*/ 73 w 229"/>
              <a:gd name="T7" fmla="*/ 38 h 316"/>
              <a:gd name="T8" fmla="*/ 99 w 229"/>
              <a:gd name="T9" fmla="*/ 117 h 316"/>
              <a:gd name="T10" fmla="*/ 101 w 229"/>
              <a:gd name="T11" fmla="*/ 128 h 316"/>
              <a:gd name="T12" fmla="*/ 112 w 229"/>
              <a:gd name="T13" fmla="*/ 132 h 316"/>
              <a:gd name="T14" fmla="*/ 120 w 229"/>
              <a:gd name="T15" fmla="*/ 127 h 316"/>
              <a:gd name="T16" fmla="*/ 145 w 229"/>
              <a:gd name="T17" fmla="*/ 109 h 316"/>
              <a:gd name="T18" fmla="*/ 148 w 229"/>
              <a:gd name="T19" fmla="*/ 103 h 316"/>
              <a:gd name="T20" fmla="*/ 148 w 229"/>
              <a:gd name="T21" fmla="*/ 80 h 316"/>
              <a:gd name="T22" fmla="*/ 159 w 229"/>
              <a:gd name="T23" fmla="*/ 69 h 316"/>
              <a:gd name="T24" fmla="*/ 162 w 229"/>
              <a:gd name="T25" fmla="*/ 71 h 316"/>
              <a:gd name="T26" fmla="*/ 164 w 229"/>
              <a:gd name="T27" fmla="*/ 75 h 316"/>
              <a:gd name="T28" fmla="*/ 171 w 229"/>
              <a:gd name="T29" fmla="*/ 86 h 316"/>
              <a:gd name="T30" fmla="*/ 204 w 229"/>
              <a:gd name="T31" fmla="*/ 104 h 316"/>
              <a:gd name="T32" fmla="*/ 209 w 229"/>
              <a:gd name="T33" fmla="*/ 112 h 316"/>
              <a:gd name="T34" fmla="*/ 169 w 229"/>
              <a:gd name="T35" fmla="*/ 170 h 316"/>
              <a:gd name="T36" fmla="*/ 128 w 229"/>
              <a:gd name="T37" fmla="*/ 175 h 316"/>
              <a:gd name="T38" fmla="*/ 114 w 229"/>
              <a:gd name="T39" fmla="*/ 190 h 316"/>
              <a:gd name="T40" fmla="*/ 115 w 229"/>
              <a:gd name="T41" fmla="*/ 196 h 316"/>
              <a:gd name="T42" fmla="*/ 115 w 229"/>
              <a:gd name="T43" fmla="*/ 219 h 316"/>
              <a:gd name="T44" fmla="*/ 109 w 229"/>
              <a:gd name="T45" fmla="*/ 226 h 316"/>
              <a:gd name="T46" fmla="*/ 89 w 229"/>
              <a:gd name="T47" fmla="*/ 246 h 316"/>
              <a:gd name="T48" fmla="*/ 95 w 229"/>
              <a:gd name="T49" fmla="*/ 260 h 316"/>
              <a:gd name="T50" fmla="*/ 113 w 229"/>
              <a:gd name="T51" fmla="*/ 259 h 316"/>
              <a:gd name="T52" fmla="*/ 148 w 229"/>
              <a:gd name="T53" fmla="*/ 248 h 316"/>
              <a:gd name="T54" fmla="*/ 170 w 229"/>
              <a:gd name="T55" fmla="*/ 243 h 316"/>
              <a:gd name="T56" fmla="*/ 187 w 229"/>
              <a:gd name="T57" fmla="*/ 237 h 316"/>
              <a:gd name="T58" fmla="*/ 212 w 229"/>
              <a:gd name="T59" fmla="*/ 229 h 316"/>
              <a:gd name="T60" fmla="*/ 220 w 229"/>
              <a:gd name="T61" fmla="*/ 229 h 316"/>
              <a:gd name="T62" fmla="*/ 227 w 229"/>
              <a:gd name="T63" fmla="*/ 241 h 316"/>
              <a:gd name="T64" fmla="*/ 214 w 229"/>
              <a:gd name="T65" fmla="*/ 267 h 316"/>
              <a:gd name="T66" fmla="*/ 203 w 229"/>
              <a:gd name="T67" fmla="*/ 277 h 316"/>
              <a:gd name="T68" fmla="*/ 174 w 229"/>
              <a:gd name="T69" fmla="*/ 289 h 316"/>
              <a:gd name="T70" fmla="*/ 140 w 229"/>
              <a:gd name="T71" fmla="*/ 298 h 316"/>
              <a:gd name="T72" fmla="*/ 127 w 229"/>
              <a:gd name="T73" fmla="*/ 298 h 316"/>
              <a:gd name="T74" fmla="*/ 116 w 229"/>
              <a:gd name="T75" fmla="*/ 301 h 316"/>
              <a:gd name="T76" fmla="*/ 55 w 229"/>
              <a:gd name="T77" fmla="*/ 304 h 316"/>
              <a:gd name="T78" fmla="*/ 44 w 229"/>
              <a:gd name="T79" fmla="*/ 292 h 316"/>
              <a:gd name="T80" fmla="*/ 27 w 229"/>
              <a:gd name="T81" fmla="*/ 257 h 316"/>
              <a:gd name="T82" fmla="*/ 25 w 229"/>
              <a:gd name="T83" fmla="*/ 252 h 316"/>
              <a:gd name="T84" fmla="*/ 18 w 229"/>
              <a:gd name="T85" fmla="*/ 217 h 316"/>
              <a:gd name="T86" fmla="*/ 18 w 229"/>
              <a:gd name="T87" fmla="*/ 210 h 316"/>
              <a:gd name="T88" fmla="*/ 1 w 229"/>
              <a:gd name="T89" fmla="*/ 140 h 316"/>
              <a:gd name="T90" fmla="*/ 0 w 229"/>
              <a:gd name="T91" fmla="*/ 134 h 316"/>
              <a:gd name="T92" fmla="*/ 18 w 229"/>
              <a:gd name="T93" fmla="*/ 50 h 316"/>
              <a:gd name="T94" fmla="*/ 32 w 229"/>
              <a:gd name="T95" fmla="*/ 4 h 316"/>
              <a:gd name="T96" fmla="*/ 34 w 229"/>
              <a:gd name="T97" fmla="*/ 0 h 316"/>
            </a:gdLst>
            <a:rect l="0" t="0" r="r" b="b"/>
            <a:pathLst>
              <a:path w="229" h="316">
                <a:moveTo>
                  <a:pt x="34" y="0"/>
                </a:moveTo>
                <a:cubicBezTo>
                  <a:pt x="35" y="1"/>
                  <a:pt x="36" y="2"/>
                  <a:pt x="37" y="2"/>
                </a:cubicBezTo>
                <a:cubicBezTo>
                  <a:pt x="48" y="12"/>
                  <a:pt x="58" y="22"/>
                  <a:pt x="69" y="32"/>
                </a:cubicBezTo>
                <a:cubicBezTo>
                  <a:pt x="71" y="34"/>
                  <a:pt x="72" y="36"/>
                  <a:pt x="73" y="38"/>
                </a:cubicBezTo>
                <a:cubicBezTo>
                  <a:pt x="86" y="63"/>
                  <a:pt x="94" y="89"/>
                  <a:pt x="99" y="117"/>
                </a:cubicBezTo>
                <a:cubicBezTo>
                  <a:pt x="99" y="120"/>
                  <a:pt x="100" y="124"/>
                  <a:pt x="101" y="128"/>
                </a:cubicBezTo>
                <a:cubicBezTo>
                  <a:pt x="103" y="133"/>
                  <a:pt x="107" y="134"/>
                  <a:pt x="112" y="132"/>
                </a:cubicBezTo>
                <a:cubicBezTo>
                  <a:pt x="115" y="130"/>
                  <a:pt x="117" y="129"/>
                  <a:pt x="120" y="127"/>
                </a:cubicBezTo>
                <a:cubicBezTo>
                  <a:pt x="128" y="121"/>
                  <a:pt x="136" y="115"/>
                  <a:pt x="145" y="109"/>
                </a:cubicBezTo>
                <a:cubicBezTo>
                  <a:pt x="147" y="108"/>
                  <a:pt x="148" y="106"/>
                  <a:pt x="148" y="103"/>
                </a:cubicBezTo>
                <a:cubicBezTo>
                  <a:pt x="148" y="95"/>
                  <a:pt x="148" y="88"/>
                  <a:pt x="148" y="80"/>
                </a:cubicBezTo>
                <a:cubicBezTo>
                  <a:pt x="148" y="75"/>
                  <a:pt x="153" y="69"/>
                  <a:pt x="159" y="69"/>
                </a:cubicBezTo>
                <a:cubicBezTo>
                  <a:pt x="160" y="69"/>
                  <a:pt x="162" y="70"/>
                  <a:pt x="162" y="71"/>
                </a:cubicBezTo>
                <a:cubicBezTo>
                  <a:pt x="163" y="72"/>
                  <a:pt x="164" y="73"/>
                  <a:pt x="164" y="75"/>
                </a:cubicBezTo>
                <a:cubicBezTo>
                  <a:pt x="164" y="79"/>
                  <a:pt x="167" y="83"/>
                  <a:pt x="171" y="86"/>
                </a:cubicBezTo>
                <a:cubicBezTo>
                  <a:pt x="181" y="94"/>
                  <a:pt x="192" y="100"/>
                  <a:pt x="204" y="104"/>
                </a:cubicBezTo>
                <a:cubicBezTo>
                  <a:pt x="208" y="106"/>
                  <a:pt x="209" y="108"/>
                  <a:pt x="209" y="112"/>
                </a:cubicBezTo>
                <a:cubicBezTo>
                  <a:pt x="210" y="140"/>
                  <a:pt x="196" y="160"/>
                  <a:pt x="169" y="170"/>
                </a:cubicBezTo>
                <a:cubicBezTo>
                  <a:pt x="156" y="175"/>
                  <a:pt x="142" y="177"/>
                  <a:pt x="128" y="175"/>
                </a:cubicBezTo>
                <a:cubicBezTo>
                  <a:pt x="119" y="173"/>
                  <a:pt x="112" y="182"/>
                  <a:pt x="114" y="190"/>
                </a:cubicBezTo>
                <a:cubicBezTo>
                  <a:pt x="114" y="192"/>
                  <a:pt x="115" y="194"/>
                  <a:pt x="115" y="196"/>
                </a:cubicBezTo>
                <a:cubicBezTo>
                  <a:pt x="118" y="203"/>
                  <a:pt x="118" y="211"/>
                  <a:pt x="115" y="219"/>
                </a:cubicBezTo>
                <a:cubicBezTo>
                  <a:pt x="114" y="222"/>
                  <a:pt x="112" y="224"/>
                  <a:pt x="109" y="226"/>
                </a:cubicBezTo>
                <a:cubicBezTo>
                  <a:pt x="101" y="231"/>
                  <a:pt x="95" y="238"/>
                  <a:pt x="89" y="246"/>
                </a:cubicBezTo>
                <a:cubicBezTo>
                  <a:pt x="84" y="254"/>
                  <a:pt x="85" y="258"/>
                  <a:pt x="95" y="260"/>
                </a:cubicBezTo>
                <a:cubicBezTo>
                  <a:pt x="101" y="261"/>
                  <a:pt x="107" y="261"/>
                  <a:pt x="113" y="259"/>
                </a:cubicBezTo>
                <a:cubicBezTo>
                  <a:pt x="125" y="256"/>
                  <a:pt x="137" y="252"/>
                  <a:pt x="148" y="248"/>
                </a:cubicBezTo>
                <a:cubicBezTo>
                  <a:pt x="155" y="245"/>
                  <a:pt x="162" y="243"/>
                  <a:pt x="170" y="243"/>
                </a:cubicBezTo>
                <a:cubicBezTo>
                  <a:pt x="176" y="242"/>
                  <a:pt x="182" y="240"/>
                  <a:pt x="187" y="237"/>
                </a:cubicBezTo>
                <a:cubicBezTo>
                  <a:pt x="195" y="234"/>
                  <a:pt x="203" y="230"/>
                  <a:pt x="212" y="229"/>
                </a:cubicBezTo>
                <a:cubicBezTo>
                  <a:pt x="214" y="229"/>
                  <a:pt x="217" y="229"/>
                  <a:pt x="220" y="229"/>
                </a:cubicBezTo>
                <a:cubicBezTo>
                  <a:pt x="226" y="230"/>
                  <a:pt x="229" y="236"/>
                  <a:pt x="227" y="241"/>
                </a:cubicBezTo>
                <a:cubicBezTo>
                  <a:pt x="223" y="250"/>
                  <a:pt x="218" y="259"/>
                  <a:pt x="214" y="267"/>
                </a:cubicBezTo>
                <a:cubicBezTo>
                  <a:pt x="211" y="271"/>
                  <a:pt x="207" y="274"/>
                  <a:pt x="203" y="277"/>
                </a:cubicBezTo>
                <a:cubicBezTo>
                  <a:pt x="194" y="282"/>
                  <a:pt x="184" y="286"/>
                  <a:pt x="174" y="289"/>
                </a:cubicBezTo>
                <a:cubicBezTo>
                  <a:pt x="163" y="292"/>
                  <a:pt x="151" y="295"/>
                  <a:pt x="140" y="298"/>
                </a:cubicBezTo>
                <a:cubicBezTo>
                  <a:pt x="136" y="299"/>
                  <a:pt x="131" y="298"/>
                  <a:pt x="127" y="298"/>
                </a:cubicBezTo>
                <a:cubicBezTo>
                  <a:pt x="122" y="298"/>
                  <a:pt x="119" y="299"/>
                  <a:pt x="116" y="301"/>
                </a:cubicBezTo>
                <a:cubicBezTo>
                  <a:pt x="97" y="315"/>
                  <a:pt x="74" y="316"/>
                  <a:pt x="55" y="304"/>
                </a:cubicBezTo>
                <a:cubicBezTo>
                  <a:pt x="51" y="301"/>
                  <a:pt x="47" y="297"/>
                  <a:pt x="44" y="292"/>
                </a:cubicBezTo>
                <a:cubicBezTo>
                  <a:pt x="37" y="281"/>
                  <a:pt x="32" y="269"/>
                  <a:pt x="27" y="257"/>
                </a:cubicBezTo>
                <a:cubicBezTo>
                  <a:pt x="26" y="255"/>
                  <a:pt x="26" y="254"/>
                  <a:pt x="25" y="252"/>
                </a:cubicBezTo>
                <a:cubicBezTo>
                  <a:pt x="20" y="241"/>
                  <a:pt x="17" y="230"/>
                  <a:pt x="18" y="217"/>
                </a:cubicBezTo>
                <a:cubicBezTo>
                  <a:pt x="19" y="215"/>
                  <a:pt x="18" y="213"/>
                  <a:pt x="18" y="210"/>
                </a:cubicBezTo>
                <a:cubicBezTo>
                  <a:pt x="12" y="187"/>
                  <a:pt x="6" y="163"/>
                  <a:pt x="1" y="140"/>
                </a:cubicBezTo>
                <a:cubicBezTo>
                  <a:pt x="0" y="138"/>
                  <a:pt x="0" y="136"/>
                  <a:pt x="0" y="134"/>
                </a:cubicBezTo>
                <a:cubicBezTo>
                  <a:pt x="6" y="106"/>
                  <a:pt x="12" y="78"/>
                  <a:pt x="18" y="50"/>
                </a:cubicBezTo>
                <a:cubicBezTo>
                  <a:pt x="22" y="35"/>
                  <a:pt x="26" y="19"/>
                  <a:pt x="32" y="4"/>
                </a:cubicBezTo>
                <a:cubicBezTo>
                  <a:pt x="33" y="2"/>
                  <a:pt x="33" y="1"/>
                  <a:pt x="3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2" name="Freeform 13">
            <a:extLst xmlns:a="http://schemas.openxmlformats.org/drawingml/2006/main">
              <a:ext uri="{FF2B5EF4-FFF2-40B4-BE49-F238E27FC236}">
                <a16:creationId xmlns:a16="http://schemas.microsoft.com/office/drawing/2014/main" id="{623C8852-336B-4824-8D3A-CE76C6F1B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5489" y="493594"/>
            <a:ext cx="137428" cy="152255"/>
          </a:xfrm>
          <a:custGeom xmlns:a="http://schemas.openxmlformats.org/drawingml/2006/main">
            <a:gdLst>
              <a:gd name="T0" fmla="*/ 194 w 271"/>
              <a:gd name="T1" fmla="*/ 98 h 300"/>
              <a:gd name="T2" fmla="*/ 236 w 271"/>
              <a:gd name="T3" fmla="*/ 96 h 300"/>
              <a:gd name="T4" fmla="*/ 237 w 271"/>
              <a:gd name="T5" fmla="*/ 111 h 300"/>
              <a:gd name="T6" fmla="*/ 175 w 271"/>
              <a:gd name="T7" fmla="*/ 150 h 300"/>
              <a:gd name="T8" fmla="*/ 169 w 271"/>
              <a:gd name="T9" fmla="*/ 195 h 300"/>
              <a:gd name="T10" fmla="*/ 177 w 271"/>
              <a:gd name="T11" fmla="*/ 299 h 300"/>
              <a:gd name="T12" fmla="*/ 159 w 271"/>
              <a:gd name="T13" fmla="*/ 285 h 300"/>
              <a:gd name="T14" fmla="*/ 150 w 271"/>
              <a:gd name="T15" fmla="*/ 266 h 300"/>
              <a:gd name="T16" fmla="*/ 133 w 271"/>
              <a:gd name="T17" fmla="*/ 260 h 300"/>
              <a:gd name="T18" fmla="*/ 132 w 271"/>
              <a:gd name="T19" fmla="*/ 243 h 300"/>
              <a:gd name="T20" fmla="*/ 149 w 271"/>
              <a:gd name="T21" fmla="*/ 232 h 300"/>
              <a:gd name="T22" fmla="*/ 139 w 271"/>
              <a:gd name="T23" fmla="*/ 197 h 300"/>
              <a:gd name="T24" fmla="*/ 117 w 271"/>
              <a:gd name="T25" fmla="*/ 216 h 300"/>
              <a:gd name="T26" fmla="*/ 101 w 271"/>
              <a:gd name="T27" fmla="*/ 235 h 300"/>
              <a:gd name="T28" fmla="*/ 26 w 271"/>
              <a:gd name="T29" fmla="*/ 293 h 300"/>
              <a:gd name="T30" fmla="*/ 0 w 271"/>
              <a:gd name="T31" fmla="*/ 243 h 300"/>
              <a:gd name="T32" fmla="*/ 9 w 271"/>
              <a:gd name="T33" fmla="*/ 237 h 300"/>
              <a:gd name="T34" fmla="*/ 32 w 271"/>
              <a:gd name="T35" fmla="*/ 234 h 300"/>
              <a:gd name="T36" fmla="*/ 59 w 271"/>
              <a:gd name="T37" fmla="*/ 219 h 300"/>
              <a:gd name="T38" fmla="*/ 116 w 271"/>
              <a:gd name="T39" fmla="*/ 185 h 300"/>
              <a:gd name="T40" fmla="*/ 145 w 271"/>
              <a:gd name="T41" fmla="*/ 155 h 300"/>
              <a:gd name="T42" fmla="*/ 133 w 271"/>
              <a:gd name="T43" fmla="*/ 142 h 300"/>
              <a:gd name="T44" fmla="*/ 145 w 271"/>
              <a:gd name="T45" fmla="*/ 112 h 300"/>
              <a:gd name="T46" fmla="*/ 143 w 271"/>
              <a:gd name="T47" fmla="*/ 104 h 300"/>
              <a:gd name="T48" fmla="*/ 124 w 271"/>
              <a:gd name="T49" fmla="*/ 108 h 300"/>
              <a:gd name="T50" fmla="*/ 121 w 271"/>
              <a:gd name="T51" fmla="*/ 140 h 300"/>
              <a:gd name="T52" fmla="*/ 87 w 271"/>
              <a:gd name="T53" fmla="*/ 188 h 300"/>
              <a:gd name="T54" fmla="*/ 73 w 271"/>
              <a:gd name="T55" fmla="*/ 176 h 300"/>
              <a:gd name="T56" fmla="*/ 67 w 271"/>
              <a:gd name="T57" fmla="*/ 159 h 300"/>
              <a:gd name="T58" fmla="*/ 66 w 271"/>
              <a:gd name="T59" fmla="*/ 63 h 300"/>
              <a:gd name="T60" fmla="*/ 72 w 271"/>
              <a:gd name="T61" fmla="*/ 47 h 300"/>
              <a:gd name="T62" fmla="*/ 88 w 271"/>
              <a:gd name="T63" fmla="*/ 55 h 300"/>
              <a:gd name="T64" fmla="*/ 109 w 271"/>
              <a:gd name="T65" fmla="*/ 63 h 300"/>
              <a:gd name="T66" fmla="*/ 160 w 271"/>
              <a:gd name="T67" fmla="*/ 28 h 300"/>
              <a:gd name="T68" fmla="*/ 187 w 271"/>
              <a:gd name="T69" fmla="*/ 16 h 300"/>
              <a:gd name="T70" fmla="*/ 258 w 271"/>
              <a:gd name="T71" fmla="*/ 4 h 300"/>
              <a:gd name="T72" fmla="*/ 271 w 271"/>
              <a:gd name="T73" fmla="*/ 16 h 300"/>
              <a:gd name="T74" fmla="*/ 248 w 271"/>
              <a:gd name="T75" fmla="*/ 37 h 300"/>
              <a:gd name="T76" fmla="*/ 215 w 271"/>
              <a:gd name="T77" fmla="*/ 67 h 300"/>
              <a:gd name="T78" fmla="*/ 186 w 271"/>
              <a:gd name="T79" fmla="*/ 95 h 300"/>
            </a:gdLst>
            <a:rect l="0" t="0" r="r" b="b"/>
            <a:pathLst>
              <a:path w="271" h="300">
                <a:moveTo>
                  <a:pt x="185" y="102"/>
                </a:moveTo>
                <a:cubicBezTo>
                  <a:pt x="188" y="101"/>
                  <a:pt x="191" y="99"/>
                  <a:pt x="194" y="98"/>
                </a:cubicBezTo>
                <a:cubicBezTo>
                  <a:pt x="200" y="94"/>
                  <a:pt x="206" y="91"/>
                  <a:pt x="213" y="90"/>
                </a:cubicBezTo>
                <a:cubicBezTo>
                  <a:pt x="221" y="89"/>
                  <a:pt x="229" y="92"/>
                  <a:pt x="236" y="96"/>
                </a:cubicBezTo>
                <a:cubicBezTo>
                  <a:pt x="237" y="97"/>
                  <a:pt x="238" y="98"/>
                  <a:pt x="239" y="99"/>
                </a:cubicBezTo>
                <a:cubicBezTo>
                  <a:pt x="242" y="103"/>
                  <a:pt x="242" y="108"/>
                  <a:pt x="237" y="111"/>
                </a:cubicBezTo>
                <a:cubicBezTo>
                  <a:pt x="220" y="127"/>
                  <a:pt x="200" y="139"/>
                  <a:pt x="179" y="148"/>
                </a:cubicBezTo>
                <a:cubicBezTo>
                  <a:pt x="178" y="149"/>
                  <a:pt x="176" y="149"/>
                  <a:pt x="175" y="150"/>
                </a:cubicBezTo>
                <a:cubicBezTo>
                  <a:pt x="167" y="153"/>
                  <a:pt x="164" y="159"/>
                  <a:pt x="163" y="168"/>
                </a:cubicBezTo>
                <a:cubicBezTo>
                  <a:pt x="163" y="177"/>
                  <a:pt x="165" y="187"/>
                  <a:pt x="169" y="195"/>
                </a:cubicBezTo>
                <a:cubicBezTo>
                  <a:pt x="182" y="226"/>
                  <a:pt x="186" y="259"/>
                  <a:pt x="185" y="292"/>
                </a:cubicBezTo>
                <a:cubicBezTo>
                  <a:pt x="185" y="298"/>
                  <a:pt x="183" y="300"/>
                  <a:pt x="177" y="299"/>
                </a:cubicBezTo>
                <a:cubicBezTo>
                  <a:pt x="171" y="299"/>
                  <a:pt x="165" y="297"/>
                  <a:pt x="161" y="292"/>
                </a:cubicBezTo>
                <a:cubicBezTo>
                  <a:pt x="159" y="290"/>
                  <a:pt x="159" y="287"/>
                  <a:pt x="159" y="285"/>
                </a:cubicBezTo>
                <a:cubicBezTo>
                  <a:pt x="159" y="284"/>
                  <a:pt x="159" y="282"/>
                  <a:pt x="159" y="281"/>
                </a:cubicBezTo>
                <a:cubicBezTo>
                  <a:pt x="159" y="274"/>
                  <a:pt x="156" y="269"/>
                  <a:pt x="150" y="266"/>
                </a:cubicBezTo>
                <a:cubicBezTo>
                  <a:pt x="146" y="263"/>
                  <a:pt x="141" y="262"/>
                  <a:pt x="136" y="260"/>
                </a:cubicBezTo>
                <a:cubicBezTo>
                  <a:pt x="135" y="260"/>
                  <a:pt x="134" y="260"/>
                  <a:pt x="133" y="260"/>
                </a:cubicBezTo>
                <a:cubicBezTo>
                  <a:pt x="129" y="258"/>
                  <a:pt x="126" y="255"/>
                  <a:pt x="126" y="252"/>
                </a:cubicBezTo>
                <a:cubicBezTo>
                  <a:pt x="125" y="248"/>
                  <a:pt x="128" y="244"/>
                  <a:pt x="132" y="243"/>
                </a:cubicBezTo>
                <a:cubicBezTo>
                  <a:pt x="134" y="242"/>
                  <a:pt x="136" y="242"/>
                  <a:pt x="138" y="242"/>
                </a:cubicBezTo>
                <a:cubicBezTo>
                  <a:pt x="144" y="241"/>
                  <a:pt x="147" y="238"/>
                  <a:pt x="149" y="232"/>
                </a:cubicBezTo>
                <a:cubicBezTo>
                  <a:pt x="153" y="220"/>
                  <a:pt x="151" y="208"/>
                  <a:pt x="144" y="197"/>
                </a:cubicBezTo>
                <a:cubicBezTo>
                  <a:pt x="142" y="195"/>
                  <a:pt x="141" y="195"/>
                  <a:pt x="139" y="197"/>
                </a:cubicBezTo>
                <a:cubicBezTo>
                  <a:pt x="138" y="197"/>
                  <a:pt x="137" y="198"/>
                  <a:pt x="136" y="199"/>
                </a:cubicBezTo>
                <a:cubicBezTo>
                  <a:pt x="129" y="205"/>
                  <a:pt x="123" y="210"/>
                  <a:pt x="117" y="216"/>
                </a:cubicBezTo>
                <a:cubicBezTo>
                  <a:pt x="112" y="220"/>
                  <a:pt x="108" y="225"/>
                  <a:pt x="105" y="231"/>
                </a:cubicBezTo>
                <a:cubicBezTo>
                  <a:pt x="104" y="232"/>
                  <a:pt x="103" y="233"/>
                  <a:pt x="101" y="235"/>
                </a:cubicBezTo>
                <a:cubicBezTo>
                  <a:pt x="84" y="253"/>
                  <a:pt x="66" y="270"/>
                  <a:pt x="48" y="288"/>
                </a:cubicBezTo>
                <a:cubicBezTo>
                  <a:pt x="41" y="296"/>
                  <a:pt x="35" y="297"/>
                  <a:pt x="26" y="293"/>
                </a:cubicBezTo>
                <a:cubicBezTo>
                  <a:pt x="20" y="291"/>
                  <a:pt x="16" y="287"/>
                  <a:pt x="13" y="282"/>
                </a:cubicBezTo>
                <a:cubicBezTo>
                  <a:pt x="4" y="271"/>
                  <a:pt x="1" y="257"/>
                  <a:pt x="0" y="243"/>
                </a:cubicBezTo>
                <a:cubicBezTo>
                  <a:pt x="0" y="240"/>
                  <a:pt x="1" y="239"/>
                  <a:pt x="3" y="239"/>
                </a:cubicBezTo>
                <a:cubicBezTo>
                  <a:pt x="5" y="238"/>
                  <a:pt x="7" y="237"/>
                  <a:pt x="9" y="237"/>
                </a:cubicBezTo>
                <a:cubicBezTo>
                  <a:pt x="13" y="235"/>
                  <a:pt x="16" y="235"/>
                  <a:pt x="20" y="237"/>
                </a:cubicBezTo>
                <a:cubicBezTo>
                  <a:pt x="24" y="239"/>
                  <a:pt x="28" y="238"/>
                  <a:pt x="32" y="234"/>
                </a:cubicBezTo>
                <a:cubicBezTo>
                  <a:pt x="34" y="233"/>
                  <a:pt x="37" y="231"/>
                  <a:pt x="39" y="230"/>
                </a:cubicBezTo>
                <a:cubicBezTo>
                  <a:pt x="46" y="226"/>
                  <a:pt x="52" y="222"/>
                  <a:pt x="59" y="219"/>
                </a:cubicBezTo>
                <a:cubicBezTo>
                  <a:pt x="60" y="218"/>
                  <a:pt x="62" y="217"/>
                  <a:pt x="63" y="216"/>
                </a:cubicBezTo>
                <a:cubicBezTo>
                  <a:pt x="81" y="206"/>
                  <a:pt x="98" y="195"/>
                  <a:pt x="116" y="185"/>
                </a:cubicBezTo>
                <a:cubicBezTo>
                  <a:pt x="122" y="181"/>
                  <a:pt x="128" y="177"/>
                  <a:pt x="134" y="172"/>
                </a:cubicBezTo>
                <a:cubicBezTo>
                  <a:pt x="139" y="168"/>
                  <a:pt x="143" y="163"/>
                  <a:pt x="145" y="155"/>
                </a:cubicBezTo>
                <a:cubicBezTo>
                  <a:pt x="143" y="155"/>
                  <a:pt x="142" y="154"/>
                  <a:pt x="140" y="154"/>
                </a:cubicBezTo>
                <a:cubicBezTo>
                  <a:pt x="134" y="152"/>
                  <a:pt x="132" y="148"/>
                  <a:pt x="133" y="142"/>
                </a:cubicBezTo>
                <a:cubicBezTo>
                  <a:pt x="134" y="140"/>
                  <a:pt x="135" y="137"/>
                  <a:pt x="136" y="135"/>
                </a:cubicBezTo>
                <a:cubicBezTo>
                  <a:pt x="139" y="127"/>
                  <a:pt x="142" y="119"/>
                  <a:pt x="145" y="112"/>
                </a:cubicBezTo>
                <a:cubicBezTo>
                  <a:pt x="145" y="111"/>
                  <a:pt x="146" y="110"/>
                  <a:pt x="146" y="109"/>
                </a:cubicBezTo>
                <a:cubicBezTo>
                  <a:pt x="147" y="105"/>
                  <a:pt x="146" y="104"/>
                  <a:pt x="143" y="104"/>
                </a:cubicBezTo>
                <a:cubicBezTo>
                  <a:pt x="140" y="104"/>
                  <a:pt x="138" y="104"/>
                  <a:pt x="135" y="105"/>
                </a:cubicBezTo>
                <a:cubicBezTo>
                  <a:pt x="132" y="106"/>
                  <a:pt x="128" y="107"/>
                  <a:pt x="124" y="108"/>
                </a:cubicBezTo>
                <a:cubicBezTo>
                  <a:pt x="122" y="109"/>
                  <a:pt x="121" y="111"/>
                  <a:pt x="121" y="113"/>
                </a:cubicBezTo>
                <a:cubicBezTo>
                  <a:pt x="121" y="122"/>
                  <a:pt x="121" y="131"/>
                  <a:pt x="121" y="140"/>
                </a:cubicBezTo>
                <a:cubicBezTo>
                  <a:pt x="121" y="142"/>
                  <a:pt x="120" y="144"/>
                  <a:pt x="119" y="146"/>
                </a:cubicBezTo>
                <a:cubicBezTo>
                  <a:pt x="108" y="160"/>
                  <a:pt x="98" y="174"/>
                  <a:pt x="87" y="188"/>
                </a:cubicBezTo>
                <a:cubicBezTo>
                  <a:pt x="87" y="189"/>
                  <a:pt x="86" y="189"/>
                  <a:pt x="86" y="190"/>
                </a:cubicBezTo>
                <a:cubicBezTo>
                  <a:pt x="81" y="185"/>
                  <a:pt x="77" y="181"/>
                  <a:pt x="73" y="176"/>
                </a:cubicBezTo>
                <a:cubicBezTo>
                  <a:pt x="70" y="173"/>
                  <a:pt x="69" y="170"/>
                  <a:pt x="69" y="166"/>
                </a:cubicBezTo>
                <a:cubicBezTo>
                  <a:pt x="68" y="164"/>
                  <a:pt x="68" y="161"/>
                  <a:pt x="67" y="159"/>
                </a:cubicBezTo>
                <a:cubicBezTo>
                  <a:pt x="58" y="138"/>
                  <a:pt x="57" y="117"/>
                  <a:pt x="63" y="95"/>
                </a:cubicBezTo>
                <a:cubicBezTo>
                  <a:pt x="67" y="84"/>
                  <a:pt x="67" y="74"/>
                  <a:pt x="66" y="63"/>
                </a:cubicBezTo>
                <a:cubicBezTo>
                  <a:pt x="66" y="60"/>
                  <a:pt x="66" y="57"/>
                  <a:pt x="66" y="54"/>
                </a:cubicBezTo>
                <a:cubicBezTo>
                  <a:pt x="66" y="50"/>
                  <a:pt x="68" y="47"/>
                  <a:pt x="72" y="47"/>
                </a:cubicBezTo>
                <a:cubicBezTo>
                  <a:pt x="75" y="46"/>
                  <a:pt x="78" y="47"/>
                  <a:pt x="80" y="48"/>
                </a:cubicBezTo>
                <a:cubicBezTo>
                  <a:pt x="83" y="50"/>
                  <a:pt x="85" y="52"/>
                  <a:pt x="88" y="55"/>
                </a:cubicBezTo>
                <a:cubicBezTo>
                  <a:pt x="90" y="57"/>
                  <a:pt x="91" y="59"/>
                  <a:pt x="93" y="61"/>
                </a:cubicBezTo>
                <a:cubicBezTo>
                  <a:pt x="99" y="66"/>
                  <a:pt x="103" y="67"/>
                  <a:pt x="109" y="63"/>
                </a:cubicBezTo>
                <a:cubicBezTo>
                  <a:pt x="117" y="58"/>
                  <a:pt x="125" y="53"/>
                  <a:pt x="133" y="48"/>
                </a:cubicBezTo>
                <a:cubicBezTo>
                  <a:pt x="142" y="41"/>
                  <a:pt x="151" y="35"/>
                  <a:pt x="160" y="28"/>
                </a:cubicBezTo>
                <a:cubicBezTo>
                  <a:pt x="163" y="25"/>
                  <a:pt x="167" y="24"/>
                  <a:pt x="171" y="23"/>
                </a:cubicBezTo>
                <a:cubicBezTo>
                  <a:pt x="177" y="23"/>
                  <a:pt x="182" y="20"/>
                  <a:pt x="187" y="16"/>
                </a:cubicBezTo>
                <a:cubicBezTo>
                  <a:pt x="196" y="6"/>
                  <a:pt x="208" y="2"/>
                  <a:pt x="221" y="1"/>
                </a:cubicBezTo>
                <a:cubicBezTo>
                  <a:pt x="233" y="0"/>
                  <a:pt x="246" y="0"/>
                  <a:pt x="258" y="4"/>
                </a:cubicBezTo>
                <a:cubicBezTo>
                  <a:pt x="261" y="5"/>
                  <a:pt x="264" y="7"/>
                  <a:pt x="267" y="9"/>
                </a:cubicBezTo>
                <a:cubicBezTo>
                  <a:pt x="270" y="10"/>
                  <a:pt x="271" y="13"/>
                  <a:pt x="271" y="16"/>
                </a:cubicBezTo>
                <a:cubicBezTo>
                  <a:pt x="271" y="18"/>
                  <a:pt x="271" y="19"/>
                  <a:pt x="269" y="21"/>
                </a:cubicBezTo>
                <a:cubicBezTo>
                  <a:pt x="262" y="26"/>
                  <a:pt x="255" y="31"/>
                  <a:pt x="248" y="37"/>
                </a:cubicBezTo>
                <a:cubicBezTo>
                  <a:pt x="240" y="43"/>
                  <a:pt x="232" y="50"/>
                  <a:pt x="226" y="58"/>
                </a:cubicBezTo>
                <a:cubicBezTo>
                  <a:pt x="223" y="62"/>
                  <a:pt x="219" y="65"/>
                  <a:pt x="215" y="67"/>
                </a:cubicBezTo>
                <a:cubicBezTo>
                  <a:pt x="213" y="68"/>
                  <a:pt x="212" y="69"/>
                  <a:pt x="211" y="70"/>
                </a:cubicBezTo>
                <a:cubicBezTo>
                  <a:pt x="202" y="79"/>
                  <a:pt x="194" y="87"/>
                  <a:pt x="186" y="95"/>
                </a:cubicBezTo>
                <a:cubicBezTo>
                  <a:pt x="184" y="97"/>
                  <a:pt x="183" y="99"/>
                  <a:pt x="185" y="10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3" name="Freeform 14">
            <a:extLst xmlns:a="http://schemas.openxmlformats.org/drawingml/2006/main">
              <a:ext uri="{FF2B5EF4-FFF2-40B4-BE49-F238E27FC236}">
                <a16:creationId xmlns:a16="http://schemas.microsoft.com/office/drawing/2014/main" id="{014ECCBD-919E-409F-B81A-015308E26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1601" y="548337"/>
            <a:ext cx="141990" cy="90098"/>
          </a:xfrm>
          <a:custGeom xmlns:a="http://schemas.openxmlformats.org/drawingml/2006/main">
            <a:gdLst>
              <a:gd name="T0" fmla="*/ 16 w 280"/>
              <a:gd name="T1" fmla="*/ 133 h 178"/>
              <a:gd name="T2" fmla="*/ 14 w 280"/>
              <a:gd name="T3" fmla="*/ 124 h 178"/>
              <a:gd name="T4" fmla="*/ 2 w 280"/>
              <a:gd name="T5" fmla="*/ 103 h 178"/>
              <a:gd name="T6" fmla="*/ 6 w 280"/>
              <a:gd name="T7" fmla="*/ 81 h 178"/>
              <a:gd name="T8" fmla="*/ 16 w 280"/>
              <a:gd name="T9" fmla="*/ 77 h 178"/>
              <a:gd name="T10" fmla="*/ 22 w 280"/>
              <a:gd name="T11" fmla="*/ 77 h 178"/>
              <a:gd name="T12" fmla="*/ 40 w 280"/>
              <a:gd name="T13" fmla="*/ 71 h 178"/>
              <a:gd name="T14" fmla="*/ 54 w 280"/>
              <a:gd name="T15" fmla="*/ 64 h 178"/>
              <a:gd name="T16" fmla="*/ 63 w 280"/>
              <a:gd name="T17" fmla="*/ 61 h 178"/>
              <a:gd name="T18" fmla="*/ 144 w 280"/>
              <a:gd name="T19" fmla="*/ 25 h 178"/>
              <a:gd name="T20" fmla="*/ 169 w 280"/>
              <a:gd name="T21" fmla="*/ 16 h 178"/>
              <a:gd name="T22" fmla="*/ 186 w 280"/>
              <a:gd name="T23" fmla="*/ 13 h 178"/>
              <a:gd name="T24" fmla="*/ 209 w 280"/>
              <a:gd name="T25" fmla="*/ 9 h 178"/>
              <a:gd name="T26" fmla="*/ 224 w 280"/>
              <a:gd name="T27" fmla="*/ 3 h 178"/>
              <a:gd name="T28" fmla="*/ 233 w 280"/>
              <a:gd name="T29" fmla="*/ 0 h 178"/>
              <a:gd name="T30" fmla="*/ 265 w 280"/>
              <a:gd name="T31" fmla="*/ 5 h 178"/>
              <a:gd name="T32" fmla="*/ 274 w 280"/>
              <a:gd name="T33" fmla="*/ 29 h 178"/>
              <a:gd name="T34" fmla="*/ 256 w 280"/>
              <a:gd name="T35" fmla="*/ 50 h 178"/>
              <a:gd name="T36" fmla="*/ 245 w 280"/>
              <a:gd name="T37" fmla="*/ 53 h 178"/>
              <a:gd name="T38" fmla="*/ 220 w 280"/>
              <a:gd name="T39" fmla="*/ 56 h 178"/>
              <a:gd name="T40" fmla="*/ 213 w 280"/>
              <a:gd name="T41" fmla="*/ 58 h 178"/>
              <a:gd name="T42" fmla="*/ 208 w 280"/>
              <a:gd name="T43" fmla="*/ 67 h 178"/>
              <a:gd name="T44" fmla="*/ 210 w 280"/>
              <a:gd name="T45" fmla="*/ 76 h 178"/>
              <a:gd name="T46" fmla="*/ 218 w 280"/>
              <a:gd name="T47" fmla="*/ 92 h 178"/>
              <a:gd name="T48" fmla="*/ 224 w 280"/>
              <a:gd name="T49" fmla="*/ 115 h 178"/>
              <a:gd name="T50" fmla="*/ 220 w 280"/>
              <a:gd name="T51" fmla="*/ 146 h 178"/>
              <a:gd name="T52" fmla="*/ 197 w 280"/>
              <a:gd name="T53" fmla="*/ 163 h 178"/>
              <a:gd name="T54" fmla="*/ 189 w 280"/>
              <a:gd name="T55" fmla="*/ 163 h 178"/>
              <a:gd name="T56" fmla="*/ 181 w 280"/>
              <a:gd name="T57" fmla="*/ 167 h 178"/>
              <a:gd name="T58" fmla="*/ 178 w 280"/>
              <a:gd name="T59" fmla="*/ 170 h 178"/>
              <a:gd name="T60" fmla="*/ 156 w 280"/>
              <a:gd name="T61" fmla="*/ 175 h 178"/>
              <a:gd name="T62" fmla="*/ 140 w 280"/>
              <a:gd name="T63" fmla="*/ 166 h 178"/>
              <a:gd name="T64" fmla="*/ 126 w 280"/>
              <a:gd name="T65" fmla="*/ 162 h 178"/>
              <a:gd name="T66" fmla="*/ 119 w 280"/>
              <a:gd name="T67" fmla="*/ 160 h 178"/>
              <a:gd name="T68" fmla="*/ 113 w 280"/>
              <a:gd name="T69" fmla="*/ 150 h 178"/>
              <a:gd name="T70" fmla="*/ 115 w 280"/>
              <a:gd name="T71" fmla="*/ 147 h 178"/>
              <a:gd name="T72" fmla="*/ 122 w 280"/>
              <a:gd name="T73" fmla="*/ 147 h 178"/>
              <a:gd name="T74" fmla="*/ 166 w 280"/>
              <a:gd name="T75" fmla="*/ 141 h 178"/>
              <a:gd name="T76" fmla="*/ 185 w 280"/>
              <a:gd name="T77" fmla="*/ 129 h 178"/>
              <a:gd name="T78" fmla="*/ 188 w 280"/>
              <a:gd name="T79" fmla="*/ 120 h 178"/>
              <a:gd name="T80" fmla="*/ 185 w 280"/>
              <a:gd name="T81" fmla="*/ 92 h 178"/>
              <a:gd name="T82" fmla="*/ 184 w 280"/>
              <a:gd name="T83" fmla="*/ 77 h 178"/>
              <a:gd name="T84" fmla="*/ 179 w 280"/>
              <a:gd name="T85" fmla="*/ 71 h 178"/>
              <a:gd name="T86" fmla="*/ 163 w 280"/>
              <a:gd name="T87" fmla="*/ 75 h 178"/>
              <a:gd name="T88" fmla="*/ 158 w 280"/>
              <a:gd name="T89" fmla="*/ 79 h 178"/>
              <a:gd name="T90" fmla="*/ 145 w 280"/>
              <a:gd name="T91" fmla="*/ 82 h 178"/>
              <a:gd name="T92" fmla="*/ 116 w 280"/>
              <a:gd name="T93" fmla="*/ 91 h 178"/>
              <a:gd name="T94" fmla="*/ 80 w 280"/>
              <a:gd name="T95" fmla="*/ 118 h 178"/>
              <a:gd name="T96" fmla="*/ 52 w 280"/>
              <a:gd name="T97" fmla="*/ 135 h 178"/>
              <a:gd name="T98" fmla="*/ 22 w 280"/>
              <a:gd name="T99" fmla="*/ 136 h 178"/>
              <a:gd name="T100" fmla="*/ 18 w 280"/>
              <a:gd name="T101" fmla="*/ 134 h 178"/>
              <a:gd name="T102" fmla="*/ 16 w 280"/>
              <a:gd name="T103" fmla="*/ 133 h 178"/>
            </a:gdLst>
            <a:rect l="0" t="0" r="r" b="b"/>
            <a:pathLst>
              <a:path w="280" h="178">
                <a:moveTo>
                  <a:pt x="16" y="133"/>
                </a:moveTo>
                <a:cubicBezTo>
                  <a:pt x="18" y="129"/>
                  <a:pt x="16" y="127"/>
                  <a:pt x="14" y="124"/>
                </a:cubicBezTo>
                <a:cubicBezTo>
                  <a:pt x="9" y="118"/>
                  <a:pt x="5" y="111"/>
                  <a:pt x="2" y="103"/>
                </a:cubicBezTo>
                <a:cubicBezTo>
                  <a:pt x="0" y="95"/>
                  <a:pt x="1" y="88"/>
                  <a:pt x="6" y="81"/>
                </a:cubicBezTo>
                <a:cubicBezTo>
                  <a:pt x="9" y="78"/>
                  <a:pt x="12" y="76"/>
                  <a:pt x="16" y="77"/>
                </a:cubicBezTo>
                <a:cubicBezTo>
                  <a:pt x="18" y="77"/>
                  <a:pt x="20" y="76"/>
                  <a:pt x="22" y="77"/>
                </a:cubicBezTo>
                <a:cubicBezTo>
                  <a:pt x="29" y="79"/>
                  <a:pt x="36" y="76"/>
                  <a:pt x="40" y="71"/>
                </a:cubicBezTo>
                <a:cubicBezTo>
                  <a:pt x="44" y="67"/>
                  <a:pt x="49" y="65"/>
                  <a:pt x="54" y="64"/>
                </a:cubicBezTo>
                <a:cubicBezTo>
                  <a:pt x="57" y="64"/>
                  <a:pt x="60" y="62"/>
                  <a:pt x="63" y="61"/>
                </a:cubicBezTo>
                <a:cubicBezTo>
                  <a:pt x="89" y="47"/>
                  <a:pt x="116" y="35"/>
                  <a:pt x="144" y="25"/>
                </a:cubicBezTo>
                <a:cubicBezTo>
                  <a:pt x="152" y="22"/>
                  <a:pt x="161" y="19"/>
                  <a:pt x="169" y="16"/>
                </a:cubicBezTo>
                <a:cubicBezTo>
                  <a:pt x="174" y="14"/>
                  <a:pt x="180" y="14"/>
                  <a:pt x="186" y="13"/>
                </a:cubicBezTo>
                <a:cubicBezTo>
                  <a:pt x="194" y="12"/>
                  <a:pt x="201" y="11"/>
                  <a:pt x="209" y="9"/>
                </a:cubicBezTo>
                <a:cubicBezTo>
                  <a:pt x="214" y="8"/>
                  <a:pt x="219" y="5"/>
                  <a:pt x="224" y="3"/>
                </a:cubicBezTo>
                <a:cubicBezTo>
                  <a:pt x="227" y="1"/>
                  <a:pt x="230" y="0"/>
                  <a:pt x="233" y="0"/>
                </a:cubicBezTo>
                <a:cubicBezTo>
                  <a:pt x="244" y="0"/>
                  <a:pt x="255" y="1"/>
                  <a:pt x="265" y="5"/>
                </a:cubicBezTo>
                <a:cubicBezTo>
                  <a:pt x="276" y="9"/>
                  <a:pt x="280" y="19"/>
                  <a:pt x="274" y="29"/>
                </a:cubicBezTo>
                <a:cubicBezTo>
                  <a:pt x="270" y="38"/>
                  <a:pt x="263" y="45"/>
                  <a:pt x="256" y="50"/>
                </a:cubicBezTo>
                <a:cubicBezTo>
                  <a:pt x="252" y="53"/>
                  <a:pt x="249" y="53"/>
                  <a:pt x="245" y="53"/>
                </a:cubicBezTo>
                <a:cubicBezTo>
                  <a:pt x="236" y="54"/>
                  <a:pt x="228" y="55"/>
                  <a:pt x="220" y="56"/>
                </a:cubicBezTo>
                <a:cubicBezTo>
                  <a:pt x="218" y="57"/>
                  <a:pt x="215" y="57"/>
                  <a:pt x="213" y="58"/>
                </a:cubicBezTo>
                <a:cubicBezTo>
                  <a:pt x="209" y="60"/>
                  <a:pt x="208" y="63"/>
                  <a:pt x="208" y="67"/>
                </a:cubicBezTo>
                <a:cubicBezTo>
                  <a:pt x="208" y="70"/>
                  <a:pt x="209" y="73"/>
                  <a:pt x="210" y="76"/>
                </a:cubicBezTo>
                <a:cubicBezTo>
                  <a:pt x="213" y="82"/>
                  <a:pt x="215" y="87"/>
                  <a:pt x="218" y="92"/>
                </a:cubicBezTo>
                <a:cubicBezTo>
                  <a:pt x="221" y="100"/>
                  <a:pt x="224" y="107"/>
                  <a:pt x="224" y="115"/>
                </a:cubicBezTo>
                <a:cubicBezTo>
                  <a:pt x="224" y="126"/>
                  <a:pt x="223" y="136"/>
                  <a:pt x="220" y="146"/>
                </a:cubicBezTo>
                <a:cubicBezTo>
                  <a:pt x="216" y="157"/>
                  <a:pt x="209" y="162"/>
                  <a:pt x="197" y="163"/>
                </a:cubicBezTo>
                <a:cubicBezTo>
                  <a:pt x="194" y="163"/>
                  <a:pt x="192" y="163"/>
                  <a:pt x="189" y="163"/>
                </a:cubicBezTo>
                <a:cubicBezTo>
                  <a:pt x="186" y="163"/>
                  <a:pt x="183" y="163"/>
                  <a:pt x="181" y="167"/>
                </a:cubicBezTo>
                <a:cubicBezTo>
                  <a:pt x="180" y="168"/>
                  <a:pt x="179" y="169"/>
                  <a:pt x="178" y="170"/>
                </a:cubicBezTo>
                <a:cubicBezTo>
                  <a:pt x="171" y="176"/>
                  <a:pt x="164" y="178"/>
                  <a:pt x="156" y="175"/>
                </a:cubicBezTo>
                <a:cubicBezTo>
                  <a:pt x="151" y="172"/>
                  <a:pt x="145" y="169"/>
                  <a:pt x="140" y="166"/>
                </a:cubicBezTo>
                <a:cubicBezTo>
                  <a:pt x="136" y="163"/>
                  <a:pt x="132" y="162"/>
                  <a:pt x="126" y="162"/>
                </a:cubicBezTo>
                <a:cubicBezTo>
                  <a:pt x="124" y="162"/>
                  <a:pt x="121" y="163"/>
                  <a:pt x="119" y="160"/>
                </a:cubicBezTo>
                <a:cubicBezTo>
                  <a:pt x="116" y="157"/>
                  <a:pt x="114" y="154"/>
                  <a:pt x="113" y="150"/>
                </a:cubicBezTo>
                <a:cubicBezTo>
                  <a:pt x="112" y="148"/>
                  <a:pt x="113" y="147"/>
                  <a:pt x="115" y="147"/>
                </a:cubicBezTo>
                <a:cubicBezTo>
                  <a:pt x="117" y="147"/>
                  <a:pt x="120" y="147"/>
                  <a:pt x="122" y="147"/>
                </a:cubicBezTo>
                <a:cubicBezTo>
                  <a:pt x="137" y="148"/>
                  <a:pt x="152" y="146"/>
                  <a:pt x="166" y="141"/>
                </a:cubicBezTo>
                <a:cubicBezTo>
                  <a:pt x="173" y="138"/>
                  <a:pt x="179" y="134"/>
                  <a:pt x="185" y="129"/>
                </a:cubicBezTo>
                <a:cubicBezTo>
                  <a:pt x="188" y="126"/>
                  <a:pt x="189" y="123"/>
                  <a:pt x="188" y="120"/>
                </a:cubicBezTo>
                <a:cubicBezTo>
                  <a:pt x="187" y="111"/>
                  <a:pt x="186" y="102"/>
                  <a:pt x="185" y="92"/>
                </a:cubicBezTo>
                <a:cubicBezTo>
                  <a:pt x="184" y="87"/>
                  <a:pt x="184" y="82"/>
                  <a:pt x="184" y="77"/>
                </a:cubicBezTo>
                <a:cubicBezTo>
                  <a:pt x="184" y="73"/>
                  <a:pt x="183" y="71"/>
                  <a:pt x="179" y="71"/>
                </a:cubicBezTo>
                <a:cubicBezTo>
                  <a:pt x="173" y="70"/>
                  <a:pt x="168" y="70"/>
                  <a:pt x="163" y="75"/>
                </a:cubicBezTo>
                <a:cubicBezTo>
                  <a:pt x="162" y="76"/>
                  <a:pt x="160" y="77"/>
                  <a:pt x="158" y="79"/>
                </a:cubicBezTo>
                <a:cubicBezTo>
                  <a:pt x="154" y="81"/>
                  <a:pt x="150" y="83"/>
                  <a:pt x="145" y="82"/>
                </a:cubicBezTo>
                <a:cubicBezTo>
                  <a:pt x="134" y="82"/>
                  <a:pt x="124" y="85"/>
                  <a:pt x="116" y="91"/>
                </a:cubicBezTo>
                <a:cubicBezTo>
                  <a:pt x="104" y="100"/>
                  <a:pt x="92" y="109"/>
                  <a:pt x="80" y="118"/>
                </a:cubicBezTo>
                <a:cubicBezTo>
                  <a:pt x="71" y="124"/>
                  <a:pt x="62" y="131"/>
                  <a:pt x="52" y="135"/>
                </a:cubicBezTo>
                <a:cubicBezTo>
                  <a:pt x="42" y="139"/>
                  <a:pt x="32" y="140"/>
                  <a:pt x="22" y="136"/>
                </a:cubicBezTo>
                <a:cubicBezTo>
                  <a:pt x="20" y="136"/>
                  <a:pt x="19" y="135"/>
                  <a:pt x="18" y="134"/>
                </a:cubicBezTo>
                <a:cubicBezTo>
                  <a:pt x="17" y="134"/>
                  <a:pt x="17" y="134"/>
                  <a:pt x="16" y="133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4" name="Freeform 15">
            <a:extLst xmlns:a="http://schemas.openxmlformats.org/drawingml/2006/main">
              <a:ext uri="{FF2B5EF4-FFF2-40B4-BE49-F238E27FC236}">
                <a16:creationId xmlns:a16="http://schemas.microsoft.com/office/drawing/2014/main" id="{EFE2064E-CBA4-46F2-870D-AC9CAB67F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703" y="432578"/>
            <a:ext cx="107776" cy="57594"/>
          </a:xfrm>
          <a:custGeom xmlns:a="http://schemas.openxmlformats.org/drawingml/2006/main">
            <a:gdLst>
              <a:gd name="T0" fmla="*/ 197 w 212"/>
              <a:gd name="T1" fmla="*/ 0 h 114"/>
              <a:gd name="T2" fmla="*/ 205 w 212"/>
              <a:gd name="T3" fmla="*/ 0 h 114"/>
              <a:gd name="T4" fmla="*/ 211 w 212"/>
              <a:gd name="T5" fmla="*/ 9 h 114"/>
              <a:gd name="T6" fmla="*/ 191 w 212"/>
              <a:gd name="T7" fmla="*/ 29 h 114"/>
              <a:gd name="T8" fmla="*/ 187 w 212"/>
              <a:gd name="T9" fmla="*/ 29 h 114"/>
              <a:gd name="T10" fmla="*/ 174 w 212"/>
              <a:gd name="T11" fmla="*/ 33 h 114"/>
              <a:gd name="T12" fmla="*/ 132 w 212"/>
              <a:gd name="T13" fmla="*/ 67 h 114"/>
              <a:gd name="T14" fmla="*/ 109 w 212"/>
              <a:gd name="T15" fmla="*/ 91 h 114"/>
              <a:gd name="T16" fmla="*/ 71 w 212"/>
              <a:gd name="T17" fmla="*/ 112 h 114"/>
              <a:gd name="T18" fmla="*/ 40 w 212"/>
              <a:gd name="T19" fmla="*/ 108 h 114"/>
              <a:gd name="T20" fmla="*/ 9 w 212"/>
              <a:gd name="T21" fmla="*/ 90 h 114"/>
              <a:gd name="T22" fmla="*/ 8 w 212"/>
              <a:gd name="T23" fmla="*/ 89 h 114"/>
              <a:gd name="T24" fmla="*/ 11 w 212"/>
              <a:gd name="T25" fmla="*/ 64 h 114"/>
              <a:gd name="T26" fmla="*/ 15 w 212"/>
              <a:gd name="T27" fmla="*/ 62 h 114"/>
              <a:gd name="T28" fmla="*/ 114 w 212"/>
              <a:gd name="T29" fmla="*/ 23 h 114"/>
              <a:gd name="T30" fmla="*/ 130 w 212"/>
              <a:gd name="T31" fmla="*/ 18 h 114"/>
              <a:gd name="T32" fmla="*/ 164 w 212"/>
              <a:gd name="T33" fmla="*/ 7 h 114"/>
              <a:gd name="T34" fmla="*/ 197 w 212"/>
              <a:gd name="T35" fmla="*/ 0 h 114"/>
            </a:gdLst>
            <a:rect l="0" t="0" r="r" b="b"/>
            <a:pathLst>
              <a:path w="212" h="114">
                <a:moveTo>
                  <a:pt x="197" y="0"/>
                </a:moveTo>
                <a:cubicBezTo>
                  <a:pt x="199" y="0"/>
                  <a:pt x="202" y="0"/>
                  <a:pt x="205" y="0"/>
                </a:cubicBezTo>
                <a:cubicBezTo>
                  <a:pt x="209" y="1"/>
                  <a:pt x="212" y="5"/>
                  <a:pt x="211" y="9"/>
                </a:cubicBezTo>
                <a:cubicBezTo>
                  <a:pt x="207" y="18"/>
                  <a:pt x="200" y="25"/>
                  <a:pt x="191" y="29"/>
                </a:cubicBezTo>
                <a:cubicBezTo>
                  <a:pt x="189" y="29"/>
                  <a:pt x="188" y="29"/>
                  <a:pt x="187" y="29"/>
                </a:cubicBezTo>
                <a:cubicBezTo>
                  <a:pt x="182" y="28"/>
                  <a:pt x="178" y="30"/>
                  <a:pt x="174" y="33"/>
                </a:cubicBezTo>
                <a:cubicBezTo>
                  <a:pt x="158" y="43"/>
                  <a:pt x="144" y="54"/>
                  <a:pt x="132" y="67"/>
                </a:cubicBezTo>
                <a:cubicBezTo>
                  <a:pt x="124" y="75"/>
                  <a:pt x="116" y="83"/>
                  <a:pt x="109" y="91"/>
                </a:cubicBezTo>
                <a:cubicBezTo>
                  <a:pt x="99" y="102"/>
                  <a:pt x="86" y="110"/>
                  <a:pt x="71" y="112"/>
                </a:cubicBezTo>
                <a:cubicBezTo>
                  <a:pt x="61" y="114"/>
                  <a:pt x="50" y="112"/>
                  <a:pt x="40" y="108"/>
                </a:cubicBezTo>
                <a:cubicBezTo>
                  <a:pt x="29" y="104"/>
                  <a:pt x="19" y="98"/>
                  <a:pt x="9" y="90"/>
                </a:cubicBezTo>
                <a:cubicBezTo>
                  <a:pt x="9" y="90"/>
                  <a:pt x="9" y="89"/>
                  <a:pt x="8" y="89"/>
                </a:cubicBezTo>
                <a:cubicBezTo>
                  <a:pt x="0" y="81"/>
                  <a:pt x="2" y="70"/>
                  <a:pt x="11" y="64"/>
                </a:cubicBezTo>
                <a:cubicBezTo>
                  <a:pt x="12" y="63"/>
                  <a:pt x="14" y="63"/>
                  <a:pt x="15" y="62"/>
                </a:cubicBezTo>
                <a:cubicBezTo>
                  <a:pt x="48" y="49"/>
                  <a:pt x="81" y="36"/>
                  <a:pt x="114" y="23"/>
                </a:cubicBezTo>
                <a:cubicBezTo>
                  <a:pt x="119" y="21"/>
                  <a:pt x="125" y="19"/>
                  <a:pt x="130" y="18"/>
                </a:cubicBezTo>
                <a:cubicBezTo>
                  <a:pt x="142" y="15"/>
                  <a:pt x="153" y="12"/>
                  <a:pt x="164" y="7"/>
                </a:cubicBezTo>
                <a:cubicBezTo>
                  <a:pt x="175" y="2"/>
                  <a:pt x="186" y="0"/>
                  <a:pt x="197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5" name="Freeform 16">
            <a:extLst xmlns:a="http://schemas.openxmlformats.org/drawingml/2006/main">
              <a:ext uri="{FF2B5EF4-FFF2-40B4-BE49-F238E27FC236}">
                <a16:creationId xmlns:a16="http://schemas.microsoft.com/office/drawing/2014/main" id="{43BDCC7A-9FC1-4C77-B7A4-AACEEF3A1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5059" y="361297"/>
            <a:ext cx="57594" cy="63867"/>
          </a:xfrm>
          <a:custGeom xmlns:a="http://schemas.openxmlformats.org/drawingml/2006/main">
            <a:gdLst>
              <a:gd name="T0" fmla="*/ 114 w 114"/>
              <a:gd name="T1" fmla="*/ 70 h 126"/>
              <a:gd name="T2" fmla="*/ 101 w 114"/>
              <a:gd name="T3" fmla="*/ 91 h 126"/>
              <a:gd name="T4" fmla="*/ 78 w 114"/>
              <a:gd name="T5" fmla="*/ 97 h 126"/>
              <a:gd name="T6" fmla="*/ 58 w 114"/>
              <a:gd name="T7" fmla="*/ 106 h 126"/>
              <a:gd name="T8" fmla="*/ 40 w 114"/>
              <a:gd name="T9" fmla="*/ 121 h 126"/>
              <a:gd name="T10" fmla="*/ 31 w 114"/>
              <a:gd name="T11" fmla="*/ 125 h 126"/>
              <a:gd name="T12" fmla="*/ 23 w 114"/>
              <a:gd name="T13" fmla="*/ 122 h 126"/>
              <a:gd name="T14" fmla="*/ 23 w 114"/>
              <a:gd name="T15" fmla="*/ 112 h 126"/>
              <a:gd name="T16" fmla="*/ 26 w 114"/>
              <a:gd name="T17" fmla="*/ 68 h 126"/>
              <a:gd name="T18" fmla="*/ 16 w 114"/>
              <a:gd name="T19" fmla="*/ 50 h 126"/>
              <a:gd name="T20" fmla="*/ 11 w 114"/>
              <a:gd name="T21" fmla="*/ 39 h 126"/>
              <a:gd name="T22" fmla="*/ 3 w 114"/>
              <a:gd name="T23" fmla="*/ 21 h 126"/>
              <a:gd name="T24" fmla="*/ 3 w 114"/>
              <a:gd name="T25" fmla="*/ 6 h 126"/>
              <a:gd name="T26" fmla="*/ 12 w 114"/>
              <a:gd name="T27" fmla="*/ 0 h 126"/>
              <a:gd name="T28" fmla="*/ 18 w 114"/>
              <a:gd name="T29" fmla="*/ 1 h 126"/>
              <a:gd name="T30" fmla="*/ 50 w 114"/>
              <a:gd name="T31" fmla="*/ 12 h 126"/>
              <a:gd name="T32" fmla="*/ 86 w 114"/>
              <a:gd name="T33" fmla="*/ 31 h 126"/>
              <a:gd name="T34" fmla="*/ 106 w 114"/>
              <a:gd name="T35" fmla="*/ 48 h 126"/>
              <a:gd name="T36" fmla="*/ 114 w 114"/>
              <a:gd name="T37" fmla="*/ 70 h 126"/>
            </a:gdLst>
            <a:rect l="0" t="0" r="r" b="b"/>
            <a:pathLst>
              <a:path w="114" h="126">
                <a:moveTo>
                  <a:pt x="114" y="70"/>
                </a:moveTo>
                <a:cubicBezTo>
                  <a:pt x="114" y="79"/>
                  <a:pt x="109" y="86"/>
                  <a:pt x="101" y="91"/>
                </a:cubicBezTo>
                <a:cubicBezTo>
                  <a:pt x="94" y="95"/>
                  <a:pt x="86" y="97"/>
                  <a:pt x="78" y="97"/>
                </a:cubicBezTo>
                <a:cubicBezTo>
                  <a:pt x="64" y="97"/>
                  <a:pt x="66" y="98"/>
                  <a:pt x="58" y="106"/>
                </a:cubicBezTo>
                <a:cubicBezTo>
                  <a:pt x="52" y="111"/>
                  <a:pt x="46" y="116"/>
                  <a:pt x="40" y="121"/>
                </a:cubicBezTo>
                <a:cubicBezTo>
                  <a:pt x="38" y="123"/>
                  <a:pt x="35" y="124"/>
                  <a:pt x="31" y="125"/>
                </a:cubicBezTo>
                <a:cubicBezTo>
                  <a:pt x="28" y="126"/>
                  <a:pt x="25" y="125"/>
                  <a:pt x="23" y="122"/>
                </a:cubicBezTo>
                <a:cubicBezTo>
                  <a:pt x="22" y="118"/>
                  <a:pt x="21" y="115"/>
                  <a:pt x="23" y="112"/>
                </a:cubicBezTo>
                <a:cubicBezTo>
                  <a:pt x="33" y="98"/>
                  <a:pt x="33" y="83"/>
                  <a:pt x="26" y="68"/>
                </a:cubicBezTo>
                <a:cubicBezTo>
                  <a:pt x="23" y="61"/>
                  <a:pt x="19" y="56"/>
                  <a:pt x="16" y="50"/>
                </a:cubicBezTo>
                <a:cubicBezTo>
                  <a:pt x="14" y="46"/>
                  <a:pt x="12" y="43"/>
                  <a:pt x="11" y="39"/>
                </a:cubicBezTo>
                <a:cubicBezTo>
                  <a:pt x="9" y="33"/>
                  <a:pt x="7" y="27"/>
                  <a:pt x="3" y="21"/>
                </a:cubicBezTo>
                <a:cubicBezTo>
                  <a:pt x="0" y="17"/>
                  <a:pt x="0" y="12"/>
                  <a:pt x="3" y="6"/>
                </a:cubicBezTo>
                <a:cubicBezTo>
                  <a:pt x="5" y="2"/>
                  <a:pt x="8" y="0"/>
                  <a:pt x="12" y="0"/>
                </a:cubicBezTo>
                <a:cubicBezTo>
                  <a:pt x="14" y="0"/>
                  <a:pt x="16" y="1"/>
                  <a:pt x="18" y="1"/>
                </a:cubicBezTo>
                <a:cubicBezTo>
                  <a:pt x="29" y="3"/>
                  <a:pt x="40" y="7"/>
                  <a:pt x="50" y="12"/>
                </a:cubicBezTo>
                <a:cubicBezTo>
                  <a:pt x="62" y="19"/>
                  <a:pt x="74" y="25"/>
                  <a:pt x="86" y="31"/>
                </a:cubicBezTo>
                <a:cubicBezTo>
                  <a:pt x="94" y="36"/>
                  <a:pt x="101" y="41"/>
                  <a:pt x="106" y="48"/>
                </a:cubicBezTo>
                <a:cubicBezTo>
                  <a:pt x="111" y="54"/>
                  <a:pt x="114" y="61"/>
                  <a:pt x="114" y="7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6" name="Freeform 24">
            <a:extLst xmlns:a="http://schemas.openxmlformats.org/drawingml/2006/main">
              <a:ext uri="{FF2B5EF4-FFF2-40B4-BE49-F238E27FC236}">
                <a16:creationId xmlns:a16="http://schemas.microsoft.com/office/drawing/2014/main" id="{6E4C17F2-D7E8-452C-AF90-2315EFCE9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4717" y="420032"/>
            <a:ext cx="56454" cy="76412"/>
          </a:xfrm>
          <a:custGeom xmlns:a="http://schemas.openxmlformats.org/drawingml/2006/main">
            <a:gdLst>
              <a:gd name="T0" fmla="*/ 111 w 111"/>
              <a:gd name="T1" fmla="*/ 118 h 150"/>
              <a:gd name="T2" fmla="*/ 108 w 111"/>
              <a:gd name="T3" fmla="*/ 125 h 150"/>
              <a:gd name="T4" fmla="*/ 94 w 111"/>
              <a:gd name="T5" fmla="*/ 142 h 150"/>
              <a:gd name="T6" fmla="*/ 80 w 111"/>
              <a:gd name="T7" fmla="*/ 149 h 150"/>
              <a:gd name="T8" fmla="*/ 72 w 111"/>
              <a:gd name="T9" fmla="*/ 144 h 150"/>
              <a:gd name="T10" fmla="*/ 66 w 111"/>
              <a:gd name="T11" fmla="*/ 117 h 150"/>
              <a:gd name="T12" fmla="*/ 59 w 111"/>
              <a:gd name="T13" fmla="*/ 90 h 150"/>
              <a:gd name="T14" fmla="*/ 50 w 111"/>
              <a:gd name="T15" fmla="*/ 75 h 150"/>
              <a:gd name="T16" fmla="*/ 19 w 111"/>
              <a:gd name="T17" fmla="*/ 40 h 150"/>
              <a:gd name="T18" fmla="*/ 6 w 111"/>
              <a:gd name="T19" fmla="*/ 27 h 150"/>
              <a:gd name="T20" fmla="*/ 0 w 111"/>
              <a:gd name="T21" fmla="*/ 10 h 150"/>
              <a:gd name="T22" fmla="*/ 0 w 111"/>
              <a:gd name="T23" fmla="*/ 8 h 150"/>
              <a:gd name="T24" fmla="*/ 9 w 111"/>
              <a:gd name="T25" fmla="*/ 2 h 150"/>
              <a:gd name="T26" fmla="*/ 18 w 111"/>
              <a:gd name="T27" fmla="*/ 7 h 150"/>
              <a:gd name="T28" fmla="*/ 27 w 111"/>
              <a:gd name="T29" fmla="*/ 15 h 150"/>
              <a:gd name="T30" fmla="*/ 44 w 111"/>
              <a:gd name="T31" fmla="*/ 26 h 150"/>
              <a:gd name="T32" fmla="*/ 85 w 111"/>
              <a:gd name="T33" fmla="*/ 57 h 150"/>
              <a:gd name="T34" fmla="*/ 110 w 111"/>
              <a:gd name="T35" fmla="*/ 114 h 150"/>
              <a:gd name="T36" fmla="*/ 110 w 111"/>
              <a:gd name="T37" fmla="*/ 117 h 150"/>
              <a:gd name="T38" fmla="*/ 111 w 111"/>
              <a:gd name="T39" fmla="*/ 118 h 150"/>
            </a:gdLst>
            <a:rect l="0" t="0" r="r" b="b"/>
            <a:pathLst>
              <a:path w="111" h="150">
                <a:moveTo>
                  <a:pt x="111" y="118"/>
                </a:moveTo>
                <a:cubicBezTo>
                  <a:pt x="110" y="120"/>
                  <a:pt x="109" y="123"/>
                  <a:pt x="108" y="125"/>
                </a:cubicBezTo>
                <a:cubicBezTo>
                  <a:pt x="103" y="131"/>
                  <a:pt x="99" y="136"/>
                  <a:pt x="94" y="142"/>
                </a:cubicBezTo>
                <a:cubicBezTo>
                  <a:pt x="90" y="146"/>
                  <a:pt x="86" y="148"/>
                  <a:pt x="80" y="149"/>
                </a:cubicBezTo>
                <a:cubicBezTo>
                  <a:pt x="75" y="150"/>
                  <a:pt x="73" y="149"/>
                  <a:pt x="72" y="144"/>
                </a:cubicBezTo>
                <a:cubicBezTo>
                  <a:pt x="70" y="135"/>
                  <a:pt x="68" y="126"/>
                  <a:pt x="66" y="117"/>
                </a:cubicBezTo>
                <a:cubicBezTo>
                  <a:pt x="64" y="108"/>
                  <a:pt x="63" y="99"/>
                  <a:pt x="59" y="90"/>
                </a:cubicBezTo>
                <a:cubicBezTo>
                  <a:pt x="57" y="85"/>
                  <a:pt x="54" y="80"/>
                  <a:pt x="50" y="75"/>
                </a:cubicBezTo>
                <a:cubicBezTo>
                  <a:pt x="40" y="63"/>
                  <a:pt x="29" y="51"/>
                  <a:pt x="19" y="40"/>
                </a:cubicBezTo>
                <a:cubicBezTo>
                  <a:pt x="15" y="35"/>
                  <a:pt x="11" y="31"/>
                  <a:pt x="6" y="27"/>
                </a:cubicBezTo>
                <a:cubicBezTo>
                  <a:pt x="1" y="22"/>
                  <a:pt x="0" y="17"/>
                  <a:pt x="0" y="10"/>
                </a:cubicBezTo>
                <a:cubicBezTo>
                  <a:pt x="0" y="9"/>
                  <a:pt x="0" y="9"/>
                  <a:pt x="0" y="8"/>
                </a:cubicBezTo>
                <a:cubicBezTo>
                  <a:pt x="2" y="1"/>
                  <a:pt x="3" y="0"/>
                  <a:pt x="9" y="2"/>
                </a:cubicBezTo>
                <a:cubicBezTo>
                  <a:pt x="12" y="4"/>
                  <a:pt x="15" y="5"/>
                  <a:pt x="18" y="7"/>
                </a:cubicBezTo>
                <a:cubicBezTo>
                  <a:pt x="21" y="10"/>
                  <a:pt x="24" y="12"/>
                  <a:pt x="27" y="15"/>
                </a:cubicBezTo>
                <a:cubicBezTo>
                  <a:pt x="32" y="20"/>
                  <a:pt x="38" y="24"/>
                  <a:pt x="44" y="26"/>
                </a:cubicBezTo>
                <a:cubicBezTo>
                  <a:pt x="61" y="33"/>
                  <a:pt x="74" y="43"/>
                  <a:pt x="85" y="57"/>
                </a:cubicBezTo>
                <a:cubicBezTo>
                  <a:pt x="98" y="73"/>
                  <a:pt x="107" y="92"/>
                  <a:pt x="110" y="114"/>
                </a:cubicBezTo>
                <a:cubicBezTo>
                  <a:pt x="110" y="115"/>
                  <a:pt x="110" y="116"/>
                  <a:pt x="110" y="117"/>
                </a:cubicBezTo>
                <a:cubicBezTo>
                  <a:pt x="110" y="117"/>
                  <a:pt x="110" y="118"/>
                  <a:pt x="111" y="1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7" name="Freeform 26">
            <a:extLst xmlns:a="http://schemas.openxmlformats.org/drawingml/2006/main">
              <a:ext uri="{FF2B5EF4-FFF2-40B4-BE49-F238E27FC236}">
                <a16:creationId xmlns:a16="http://schemas.microsoft.com/office/drawing/2014/main" id="{4A478757-A146-4CAC-8F14-5598AF599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4100" y="564304"/>
            <a:ext cx="41057" cy="50181"/>
          </a:xfrm>
          <a:custGeom xmlns:a="http://schemas.openxmlformats.org/drawingml/2006/main">
            <a:gdLst>
              <a:gd name="T0" fmla="*/ 0 w 81"/>
              <a:gd name="T1" fmla="*/ 18 h 99"/>
              <a:gd name="T2" fmla="*/ 1 w 81"/>
              <a:gd name="T3" fmla="*/ 9 h 99"/>
              <a:gd name="T4" fmla="*/ 11 w 81"/>
              <a:gd name="T5" fmla="*/ 1 h 99"/>
              <a:gd name="T6" fmla="*/ 50 w 81"/>
              <a:gd name="T7" fmla="*/ 12 h 99"/>
              <a:gd name="T8" fmla="*/ 78 w 81"/>
              <a:gd name="T9" fmla="*/ 44 h 99"/>
              <a:gd name="T10" fmla="*/ 80 w 81"/>
              <a:gd name="T11" fmla="*/ 51 h 99"/>
              <a:gd name="T12" fmla="*/ 77 w 81"/>
              <a:gd name="T13" fmla="*/ 79 h 99"/>
              <a:gd name="T14" fmla="*/ 43 w 81"/>
              <a:gd name="T15" fmla="*/ 92 h 99"/>
              <a:gd name="T16" fmla="*/ 30 w 81"/>
              <a:gd name="T17" fmla="*/ 81 h 99"/>
              <a:gd name="T18" fmla="*/ 12 w 81"/>
              <a:gd name="T19" fmla="*/ 60 h 99"/>
              <a:gd name="T20" fmla="*/ 1 w 81"/>
              <a:gd name="T21" fmla="*/ 24 h 99"/>
              <a:gd name="T22" fmla="*/ 1 w 81"/>
              <a:gd name="T23" fmla="*/ 18 h 99"/>
              <a:gd name="T24" fmla="*/ 0 w 81"/>
              <a:gd name="T25" fmla="*/ 18 h 99"/>
            </a:gdLst>
            <a:rect l="0" t="0" r="r" b="b"/>
            <a:pathLst>
              <a:path w="81" h="99">
                <a:moveTo>
                  <a:pt x="0" y="18"/>
                </a:moveTo>
                <a:cubicBezTo>
                  <a:pt x="1" y="15"/>
                  <a:pt x="1" y="12"/>
                  <a:pt x="1" y="9"/>
                </a:cubicBezTo>
                <a:cubicBezTo>
                  <a:pt x="2" y="4"/>
                  <a:pt x="5" y="1"/>
                  <a:pt x="11" y="1"/>
                </a:cubicBezTo>
                <a:cubicBezTo>
                  <a:pt x="25" y="0"/>
                  <a:pt x="39" y="2"/>
                  <a:pt x="50" y="12"/>
                </a:cubicBezTo>
                <a:cubicBezTo>
                  <a:pt x="62" y="21"/>
                  <a:pt x="70" y="32"/>
                  <a:pt x="78" y="44"/>
                </a:cubicBezTo>
                <a:cubicBezTo>
                  <a:pt x="79" y="46"/>
                  <a:pt x="80" y="49"/>
                  <a:pt x="80" y="51"/>
                </a:cubicBezTo>
                <a:cubicBezTo>
                  <a:pt x="81" y="61"/>
                  <a:pt x="80" y="70"/>
                  <a:pt x="77" y="79"/>
                </a:cubicBezTo>
                <a:cubicBezTo>
                  <a:pt x="74" y="89"/>
                  <a:pt x="57" y="99"/>
                  <a:pt x="43" y="92"/>
                </a:cubicBezTo>
                <a:cubicBezTo>
                  <a:pt x="38" y="89"/>
                  <a:pt x="33" y="86"/>
                  <a:pt x="30" y="81"/>
                </a:cubicBezTo>
                <a:cubicBezTo>
                  <a:pt x="24" y="74"/>
                  <a:pt x="18" y="67"/>
                  <a:pt x="12" y="60"/>
                </a:cubicBezTo>
                <a:cubicBezTo>
                  <a:pt x="4" y="49"/>
                  <a:pt x="2" y="37"/>
                  <a:pt x="1" y="24"/>
                </a:cubicBezTo>
                <a:cubicBezTo>
                  <a:pt x="1" y="22"/>
                  <a:pt x="1" y="20"/>
                  <a:pt x="1" y="18"/>
                </a:cubicBezTo>
                <a:cubicBezTo>
                  <a:pt x="1" y="18"/>
                  <a:pt x="1" y="18"/>
                  <a:pt x="0" y="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0D0C1EA9-938A-470F-8F93-EC3A1FE5D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7552" y="552329"/>
            <a:ext cx="43908" cy="50751"/>
          </a:xfrm>
          <a:custGeom xmlns:a="http://schemas.openxmlformats.org/drawingml/2006/main">
            <a:gdLst>
              <a:gd name="T0" fmla="*/ 38 w 87"/>
              <a:gd name="T1" fmla="*/ 100 h 100"/>
              <a:gd name="T2" fmla="*/ 27 w 87"/>
              <a:gd name="T3" fmla="*/ 98 h 100"/>
              <a:gd name="T4" fmla="*/ 22 w 87"/>
              <a:gd name="T5" fmla="*/ 91 h 100"/>
              <a:gd name="T6" fmla="*/ 17 w 87"/>
              <a:gd name="T7" fmla="*/ 65 h 100"/>
              <a:gd name="T8" fmla="*/ 1 w 87"/>
              <a:gd name="T9" fmla="*/ 16 h 100"/>
              <a:gd name="T10" fmla="*/ 0 w 87"/>
              <a:gd name="T11" fmla="*/ 4 h 100"/>
              <a:gd name="T12" fmla="*/ 4 w 87"/>
              <a:gd name="T13" fmla="*/ 0 h 100"/>
              <a:gd name="T14" fmla="*/ 12 w 87"/>
              <a:gd name="T15" fmla="*/ 0 h 100"/>
              <a:gd name="T16" fmla="*/ 20 w 87"/>
              <a:gd name="T17" fmla="*/ 4 h 100"/>
              <a:gd name="T18" fmla="*/ 31 w 87"/>
              <a:gd name="T19" fmla="*/ 12 h 100"/>
              <a:gd name="T20" fmla="*/ 65 w 87"/>
              <a:gd name="T21" fmla="*/ 41 h 100"/>
              <a:gd name="T22" fmla="*/ 78 w 87"/>
              <a:gd name="T23" fmla="*/ 56 h 100"/>
              <a:gd name="T24" fmla="*/ 73 w 87"/>
              <a:gd name="T25" fmla="*/ 87 h 100"/>
              <a:gd name="T26" fmla="*/ 38 w 87"/>
              <a:gd name="T27" fmla="*/ 100 h 100"/>
            </a:gdLst>
            <a:rect l="0" t="0" r="r" b="b"/>
            <a:pathLst>
              <a:path w="87" h="100">
                <a:moveTo>
                  <a:pt x="38" y="100"/>
                </a:moveTo>
                <a:cubicBezTo>
                  <a:pt x="34" y="99"/>
                  <a:pt x="31" y="99"/>
                  <a:pt x="27" y="98"/>
                </a:cubicBezTo>
                <a:cubicBezTo>
                  <a:pt x="24" y="97"/>
                  <a:pt x="22" y="94"/>
                  <a:pt x="22" y="91"/>
                </a:cubicBezTo>
                <a:cubicBezTo>
                  <a:pt x="23" y="81"/>
                  <a:pt x="20" y="73"/>
                  <a:pt x="17" y="65"/>
                </a:cubicBezTo>
                <a:cubicBezTo>
                  <a:pt x="11" y="49"/>
                  <a:pt x="4" y="33"/>
                  <a:pt x="1" y="16"/>
                </a:cubicBezTo>
                <a:cubicBezTo>
                  <a:pt x="0" y="12"/>
                  <a:pt x="0" y="8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7" y="0"/>
                  <a:pt x="10" y="0"/>
                  <a:pt x="12" y="0"/>
                </a:cubicBezTo>
                <a:cubicBezTo>
                  <a:pt x="15" y="1"/>
                  <a:pt x="18" y="2"/>
                  <a:pt x="20" y="4"/>
                </a:cubicBezTo>
                <a:cubicBezTo>
                  <a:pt x="24" y="7"/>
                  <a:pt x="28" y="9"/>
                  <a:pt x="31" y="12"/>
                </a:cubicBezTo>
                <a:cubicBezTo>
                  <a:pt x="42" y="22"/>
                  <a:pt x="54" y="31"/>
                  <a:pt x="65" y="41"/>
                </a:cubicBezTo>
                <a:cubicBezTo>
                  <a:pt x="70" y="45"/>
                  <a:pt x="74" y="51"/>
                  <a:pt x="78" y="56"/>
                </a:cubicBezTo>
                <a:cubicBezTo>
                  <a:pt x="87" y="69"/>
                  <a:pt x="85" y="78"/>
                  <a:pt x="73" y="87"/>
                </a:cubicBezTo>
                <a:cubicBezTo>
                  <a:pt x="64" y="95"/>
                  <a:pt x="50" y="100"/>
                  <a:pt x="38" y="1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9" name="Freeform 36">
            <a:extLst xmlns:a="http://schemas.openxmlformats.org/drawingml/2006/main">
              <a:ext uri="{FF2B5EF4-FFF2-40B4-BE49-F238E27FC236}">
                <a16:creationId xmlns:a16="http://schemas.microsoft.com/office/drawing/2014/main" id="{4DD76689-2091-4D91-9AE8-4A4D63604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3006" y="481619"/>
            <a:ext cx="22809" cy="43908"/>
          </a:xfrm>
          <a:custGeom xmlns:a="http://schemas.openxmlformats.org/drawingml/2006/main">
            <a:gdLst>
              <a:gd name="T0" fmla="*/ 6 w 44"/>
              <a:gd name="T1" fmla="*/ 57 h 87"/>
              <a:gd name="T2" fmla="*/ 2 w 44"/>
              <a:gd name="T3" fmla="*/ 8 h 87"/>
              <a:gd name="T4" fmla="*/ 3 w 44"/>
              <a:gd name="T5" fmla="*/ 2 h 87"/>
              <a:gd name="T6" fmla="*/ 10 w 44"/>
              <a:gd name="T7" fmla="*/ 2 h 87"/>
              <a:gd name="T8" fmla="*/ 15 w 44"/>
              <a:gd name="T9" fmla="*/ 6 h 87"/>
              <a:gd name="T10" fmla="*/ 29 w 44"/>
              <a:gd name="T11" fmla="*/ 22 h 87"/>
              <a:gd name="T12" fmla="*/ 39 w 44"/>
              <a:gd name="T13" fmla="*/ 36 h 87"/>
              <a:gd name="T14" fmla="*/ 43 w 44"/>
              <a:gd name="T15" fmla="*/ 52 h 87"/>
              <a:gd name="T16" fmla="*/ 38 w 44"/>
              <a:gd name="T17" fmla="*/ 74 h 87"/>
              <a:gd name="T18" fmla="*/ 16 w 44"/>
              <a:gd name="T19" fmla="*/ 87 h 87"/>
              <a:gd name="T20" fmla="*/ 8 w 44"/>
              <a:gd name="T21" fmla="*/ 81 h 87"/>
              <a:gd name="T22" fmla="*/ 6 w 44"/>
              <a:gd name="T23" fmla="*/ 65 h 87"/>
              <a:gd name="T24" fmla="*/ 6 w 44"/>
              <a:gd name="T25" fmla="*/ 57 h 87"/>
            </a:gdLst>
            <a:rect l="0" t="0" r="r" b="b"/>
            <a:pathLst>
              <a:path w="44" h="87">
                <a:moveTo>
                  <a:pt x="6" y="57"/>
                </a:moveTo>
                <a:cubicBezTo>
                  <a:pt x="7" y="39"/>
                  <a:pt x="5" y="23"/>
                  <a:pt x="2" y="8"/>
                </a:cubicBezTo>
                <a:cubicBezTo>
                  <a:pt x="1" y="6"/>
                  <a:pt x="0" y="3"/>
                  <a:pt x="3" y="2"/>
                </a:cubicBezTo>
                <a:cubicBezTo>
                  <a:pt x="5" y="0"/>
                  <a:pt x="7" y="0"/>
                  <a:pt x="10" y="2"/>
                </a:cubicBezTo>
                <a:cubicBezTo>
                  <a:pt x="12" y="3"/>
                  <a:pt x="14" y="4"/>
                  <a:pt x="15" y="6"/>
                </a:cubicBezTo>
                <a:cubicBezTo>
                  <a:pt x="20" y="11"/>
                  <a:pt x="25" y="17"/>
                  <a:pt x="29" y="22"/>
                </a:cubicBezTo>
                <a:cubicBezTo>
                  <a:pt x="33" y="27"/>
                  <a:pt x="36" y="32"/>
                  <a:pt x="39" y="36"/>
                </a:cubicBezTo>
                <a:cubicBezTo>
                  <a:pt x="42" y="41"/>
                  <a:pt x="44" y="46"/>
                  <a:pt x="43" y="52"/>
                </a:cubicBezTo>
                <a:cubicBezTo>
                  <a:pt x="42" y="59"/>
                  <a:pt x="41" y="67"/>
                  <a:pt x="38" y="74"/>
                </a:cubicBezTo>
                <a:cubicBezTo>
                  <a:pt x="33" y="83"/>
                  <a:pt x="27" y="87"/>
                  <a:pt x="16" y="87"/>
                </a:cubicBezTo>
                <a:cubicBezTo>
                  <a:pt x="12" y="87"/>
                  <a:pt x="10" y="85"/>
                  <a:pt x="8" y="81"/>
                </a:cubicBezTo>
                <a:cubicBezTo>
                  <a:pt x="6" y="76"/>
                  <a:pt x="6" y="71"/>
                  <a:pt x="6" y="65"/>
                </a:cubicBezTo>
                <a:cubicBezTo>
                  <a:pt x="6" y="62"/>
                  <a:pt x="6" y="59"/>
                  <a:pt x="6" y="5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5" name="Freeform 8">
            <a:extLst xmlns:a="http://schemas.openxmlformats.org/drawingml/2006/main">
              <a:ext uri="{FF2B5EF4-FFF2-40B4-BE49-F238E27FC236}">
                <a16:creationId xmlns:a16="http://schemas.microsoft.com/office/drawing/2014/main" id="{9269B9A5-CA7F-4BBE-9AB0-1F0D3074F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7780" y="329883"/>
            <a:ext cx="445930" cy="444892"/>
          </a:xfrm>
          <a:custGeom xmlns:a="http://schemas.openxmlformats.org/drawingml/2006/main"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Freeform 42">
            <a:extLst xmlns:a="http://schemas.openxmlformats.org/drawingml/2006/main">
              <a:ext uri="{FF2B5EF4-FFF2-40B4-BE49-F238E27FC236}">
                <a16:creationId xmlns:a16="http://schemas.microsoft.com/office/drawing/2014/main" id="{69BF3D27-47F3-4637-93A5-CEE40618F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5990" y="387574"/>
            <a:ext cx="328990" cy="328471"/>
          </a:xfrm>
          <a:custGeom xmlns:a="http://schemas.openxmlformats.org/drawingml/2006/main"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7" name="Freeform 43">
            <a:extLst xmlns:a="http://schemas.openxmlformats.org/drawingml/2006/main">
              <a:ext uri="{FF2B5EF4-FFF2-40B4-BE49-F238E27FC236}">
                <a16:creationId xmlns:a16="http://schemas.microsoft.com/office/drawing/2014/main" id="{80B4A060-C1FB-4F00-88F1-E09344CCB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836" y="420317"/>
            <a:ext cx="36381" cy="43657"/>
          </a:xfrm>
          <a:custGeom xmlns:a="http://schemas.openxmlformats.org/drawingml/2006/main"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8" name="Freeform 44">
            <a:extLst xmlns:a="http://schemas.openxmlformats.org/drawingml/2006/main">
              <a:ext uri="{FF2B5EF4-FFF2-40B4-BE49-F238E27FC236}">
                <a16:creationId xmlns:a16="http://schemas.microsoft.com/office/drawing/2014/main" id="{1EFC80FC-CD18-474B-A620-5ED5232B0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451" y="502955"/>
            <a:ext cx="34822" cy="37420"/>
          </a:xfrm>
          <a:custGeom xmlns:a="http://schemas.openxmlformats.org/drawingml/2006/main"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9" name="Freeform 45">
            <a:extLst xmlns:a="http://schemas.openxmlformats.org/drawingml/2006/main">
              <a:ext uri="{FF2B5EF4-FFF2-40B4-BE49-F238E27FC236}">
                <a16:creationId xmlns:a16="http://schemas.microsoft.com/office/drawing/2014/main" id="{45992B8E-317F-4E6A-8BCB-D90212BCA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0534" y="383416"/>
            <a:ext cx="37940" cy="40539"/>
          </a:xfrm>
          <a:custGeom xmlns:a="http://schemas.openxmlformats.org/drawingml/2006/main"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0" name="Freeform 46">
            <a:extLst xmlns:a="http://schemas.openxmlformats.org/drawingml/2006/main">
              <a:ext uri="{FF2B5EF4-FFF2-40B4-BE49-F238E27FC236}">
                <a16:creationId xmlns:a16="http://schemas.microsoft.com/office/drawing/2014/main" id="{700294AD-DA30-4712-9E3B-685F6B848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451" y="561165"/>
            <a:ext cx="32743" cy="31184"/>
          </a:xfrm>
          <a:custGeom xmlns:a="http://schemas.openxmlformats.org/drawingml/2006/main"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1" name="Freeform 47">
            <a:extLst xmlns:a="http://schemas.openxmlformats.org/drawingml/2006/main">
              <a:ext uri="{FF2B5EF4-FFF2-40B4-BE49-F238E27FC236}">
                <a16:creationId xmlns:a16="http://schemas.microsoft.com/office/drawing/2014/main" id="{16A34CDC-4478-43A4-AA69-97EFC7CE0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2285" y="723322"/>
            <a:ext cx="22868" cy="32743"/>
          </a:xfrm>
          <a:custGeom xmlns:a="http://schemas.openxmlformats.org/drawingml/2006/main"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2" name="Freeform 48">
            <a:extLst xmlns:a="http://schemas.openxmlformats.org/drawingml/2006/main">
              <a:ext uri="{FF2B5EF4-FFF2-40B4-BE49-F238E27FC236}">
                <a16:creationId xmlns:a16="http://schemas.microsoft.com/office/drawing/2014/main" id="{87733AFF-C330-4F95-B80A-FAD976F44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8444" y="613138"/>
            <a:ext cx="33782" cy="29105"/>
          </a:xfrm>
          <a:custGeom xmlns:a="http://schemas.openxmlformats.org/drawingml/2006/main"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3" name="Freeform 49">
            <a:extLst xmlns:a="http://schemas.openxmlformats.org/drawingml/2006/main">
              <a:ext uri="{FF2B5EF4-FFF2-40B4-BE49-F238E27FC236}">
                <a16:creationId xmlns:a16="http://schemas.microsoft.com/office/drawing/2014/main" id="{0F192F29-8F18-45A0-966C-A5E7E1955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8194" y="415639"/>
            <a:ext cx="40019" cy="43657"/>
          </a:xfrm>
          <a:custGeom xmlns:a="http://schemas.openxmlformats.org/drawingml/2006/main"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4" name="Freeform 50">
            <a:extLst xmlns:a="http://schemas.openxmlformats.org/drawingml/2006/main">
              <a:ext uri="{FF2B5EF4-FFF2-40B4-BE49-F238E27FC236}">
                <a16:creationId xmlns:a16="http://schemas.microsoft.com/office/drawing/2014/main" id="{43AF9F7F-FDE8-4953-B0FD-7E18DCABB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3113" y="709289"/>
            <a:ext cx="28065" cy="32223"/>
          </a:xfrm>
          <a:custGeom xmlns:a="http://schemas.openxmlformats.org/drawingml/2006/main"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5" name="Freeform 51">
            <a:extLst xmlns:a="http://schemas.openxmlformats.org/drawingml/2006/main">
              <a:ext uri="{FF2B5EF4-FFF2-40B4-BE49-F238E27FC236}">
                <a16:creationId xmlns:a16="http://schemas.microsoft.com/office/drawing/2014/main" id="{F5634615-D9FB-484B-AD3E-A1C5032AB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6135" y="379258"/>
            <a:ext cx="37940" cy="36901"/>
          </a:xfrm>
          <a:custGeom xmlns:a="http://schemas.openxmlformats.org/drawingml/2006/main"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6" name="Freeform 52">
            <a:extLst xmlns:a="http://schemas.openxmlformats.org/drawingml/2006/main">
              <a:ext uri="{FF2B5EF4-FFF2-40B4-BE49-F238E27FC236}">
                <a16:creationId xmlns:a16="http://schemas.microsoft.com/office/drawing/2014/main" id="{8A57DE5B-B465-4175-9F67-D3A8C94A7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8397" y="345475"/>
            <a:ext cx="30144" cy="32743"/>
          </a:xfrm>
          <a:custGeom xmlns:a="http://schemas.openxmlformats.org/drawingml/2006/main"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7" name="Freeform 53">
            <a:extLst xmlns:a="http://schemas.openxmlformats.org/drawingml/2006/main">
              <a:ext uri="{FF2B5EF4-FFF2-40B4-BE49-F238E27FC236}">
                <a16:creationId xmlns:a16="http://schemas.microsoft.com/office/drawing/2014/main" id="{EF210C05-1E0D-4DC4-982C-A72800752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5298" y="723322"/>
            <a:ext cx="23387" cy="33262"/>
          </a:xfrm>
          <a:custGeom xmlns:a="http://schemas.openxmlformats.org/drawingml/2006/main"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8" name="Freeform 54">
            <a:extLst xmlns:a="http://schemas.openxmlformats.org/drawingml/2006/main">
              <a:ext uri="{FF2B5EF4-FFF2-40B4-BE49-F238E27FC236}">
                <a16:creationId xmlns:a16="http://schemas.microsoft.com/office/drawing/2014/main" id="{FE93DC73-6C37-4ABA-AA56-ED9765E31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5" y="351712"/>
            <a:ext cx="31183" cy="35341"/>
          </a:xfrm>
          <a:custGeom xmlns:a="http://schemas.openxmlformats.org/drawingml/2006/main"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9" name="Freeform 55">
            <a:extLst xmlns:a="http://schemas.openxmlformats.org/drawingml/2006/main">
              <a:ext uri="{FF2B5EF4-FFF2-40B4-BE49-F238E27FC236}">
                <a16:creationId xmlns:a16="http://schemas.microsoft.com/office/drawing/2014/main" id="{CBE89EA2-9C82-42D4-A9FA-B43C8250F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303" y="471251"/>
            <a:ext cx="36381" cy="29105"/>
          </a:xfrm>
          <a:custGeom xmlns:a="http://schemas.openxmlformats.org/drawingml/2006/main"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0" name="Freeform 56">
            <a:extLst xmlns:a="http://schemas.openxmlformats.org/drawingml/2006/main">
              <a:ext uri="{FF2B5EF4-FFF2-40B4-BE49-F238E27FC236}">
                <a16:creationId xmlns:a16="http://schemas.microsoft.com/office/drawing/2014/main" id="{39F3D4AB-6FEE-4760-9C8E-D082BF146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823" y="607941"/>
            <a:ext cx="35861" cy="33262"/>
          </a:xfrm>
          <a:custGeom xmlns:a="http://schemas.openxmlformats.org/drawingml/2006/main"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1" name="Freeform 57">
            <a:extLst xmlns:a="http://schemas.openxmlformats.org/drawingml/2006/main">
              <a:ext uri="{FF2B5EF4-FFF2-40B4-BE49-F238E27FC236}">
                <a16:creationId xmlns:a16="http://schemas.microsoft.com/office/drawing/2014/main" id="{65957C3B-B5B5-43B7-997A-56A3D50AF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816" y="556487"/>
            <a:ext cx="31703" cy="28065"/>
          </a:xfrm>
          <a:custGeom xmlns:a="http://schemas.openxmlformats.org/drawingml/2006/main"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2" name="Freeform 58">
            <a:extLst xmlns:a="http://schemas.openxmlformats.org/drawingml/2006/main">
              <a:ext uri="{FF2B5EF4-FFF2-40B4-BE49-F238E27FC236}">
                <a16:creationId xmlns:a16="http://schemas.microsoft.com/office/drawing/2014/main" id="{01C84F0A-2272-4B23-BF95-375B0F9F1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8830" y="357949"/>
            <a:ext cx="28585" cy="35861"/>
          </a:xfrm>
          <a:custGeom xmlns:a="http://schemas.openxmlformats.org/drawingml/2006/main"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3" name="Freeform 59">
            <a:extLst xmlns:a="http://schemas.openxmlformats.org/drawingml/2006/main">
              <a:ext uri="{FF2B5EF4-FFF2-40B4-BE49-F238E27FC236}">
                <a16:creationId xmlns:a16="http://schemas.microsoft.com/office/drawing/2014/main" id="{A247C10C-283D-462A-B99D-F465DA9FD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9484" y="461896"/>
            <a:ext cx="32743" cy="28585"/>
          </a:xfrm>
          <a:custGeom xmlns:a="http://schemas.openxmlformats.org/drawingml/2006/main"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4" name="Freeform 60">
            <a:extLst xmlns:a="http://schemas.openxmlformats.org/drawingml/2006/main">
              <a:ext uri="{FF2B5EF4-FFF2-40B4-BE49-F238E27FC236}">
                <a16:creationId xmlns:a16="http://schemas.microsoft.com/office/drawing/2014/main" id="{1D844893-CF2C-419D-A9E2-A65A55051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297" y="515428"/>
            <a:ext cx="31703" cy="20789"/>
          </a:xfrm>
          <a:custGeom xmlns:a="http://schemas.openxmlformats.org/drawingml/2006/main"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5" name="Freeform 61">
            <a:extLst xmlns:a="http://schemas.openxmlformats.org/drawingml/2006/main">
              <a:ext uri="{FF2B5EF4-FFF2-40B4-BE49-F238E27FC236}">
                <a16:creationId xmlns:a16="http://schemas.microsoft.com/office/drawing/2014/main" id="{DA8409A0-EF3E-48A5-A6FC-B13A08BCD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6212" y="349113"/>
            <a:ext cx="19230" cy="32223"/>
          </a:xfrm>
          <a:custGeom xmlns:a="http://schemas.openxmlformats.org/drawingml/2006/main"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6" name="Freeform 62">
            <a:extLst xmlns:a="http://schemas.openxmlformats.org/drawingml/2006/main">
              <a:ext uri="{FF2B5EF4-FFF2-40B4-BE49-F238E27FC236}">
                <a16:creationId xmlns:a16="http://schemas.microsoft.com/office/drawing/2014/main" id="{B67720D7-7598-4224-9B5A-6A9BF96B0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8753" y="711368"/>
            <a:ext cx="23907" cy="31184"/>
          </a:xfrm>
          <a:custGeom xmlns:a="http://schemas.openxmlformats.org/drawingml/2006/main"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7" name="Freeform 71">
            <a:extLst xmlns:a="http://schemas.openxmlformats.org/drawingml/2006/main">
              <a:ext uri="{FF2B5EF4-FFF2-40B4-BE49-F238E27FC236}">
                <a16:creationId xmlns:a16="http://schemas.microsoft.com/office/drawing/2014/main" id="{719B632C-F61A-4779-AE20-33EEB8EBD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0023" y="401606"/>
            <a:ext cx="301445" cy="300925"/>
          </a:xfrm>
          <a:custGeom xmlns:a="http://schemas.openxmlformats.org/drawingml/2006/main"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8" name="直接连接符 177">
            <a:extLst xmlns:a="http://schemas.openxmlformats.org/drawingml/2006/main">
              <a:ext uri="{FF2B5EF4-FFF2-40B4-BE49-F238E27FC236}">
                <a16:creationId xmlns:a16="http://schemas.microsoft.com/office/drawing/2014/main" id="{A810AA76-DDA1-40B0-94DF-BD6EE04B3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06" y="867990"/>
            <a:ext cx="2433027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6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79" name="直接连接符 178">
            <a:extLst xmlns:a="http://schemas.openxmlformats.org/drawingml/2006/main">
              <a:ext uri="{FF2B5EF4-FFF2-40B4-BE49-F238E27FC236}">
                <a16:creationId xmlns:a16="http://schemas.microsoft.com/office/drawing/2014/main" id="{1F0004A1-26FB-4939-8D85-A61BBD186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06" y="867990"/>
            <a:ext cx="589713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1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3980C13E-5E61-47DC-A6AA-01A12AC21AB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9005791" y="6394353"/>
            <a:ext cx="2743200" cy="2921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3" name="标题 1">
            <a:extLst xmlns:a="http://schemas.openxmlformats.org/drawingml/2006/main">
              <a:ext uri="{FF2B5EF4-FFF2-40B4-BE49-F238E27FC236}">
                <a16:creationId xmlns:a16="http://schemas.microsoft.com/office/drawing/2014/main" id="{6F47AA6B-8BE9-4891-8079-565FA7B7005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42913" y="243569"/>
            <a:ext cx="9056851" cy="61751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400" b="1" kern="1200" baseline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CDBEA018-BA59-452D-87E0-9287ADB6F445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442913" y="944610"/>
            <a:ext cx="9056687" cy="381629"/>
          </a:xfr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marL="342900" marR="0" lvl="0" indent="-342900">
              <a:spcBef>
                <a:spcPct val="0"/>
              </a:spcBef>
              <a:spcAft>
                <a:spcPts val="0"/>
              </a:spcAft>
              <a:buClrTx/>
              <a:buSzTx/>
              <a:buNone/>
            </a:pPr>
          </a:p>
        </p:txBody>
      </p:sp>
      <p:sp>
        <p:nvSpPr>
          <p:cNvPr id="64" name="文本框 63">
            <a:extLst xmlns:a="http://schemas.openxmlformats.org/drawingml/2006/main">
              <a:ext uri="{FF2B5EF4-FFF2-40B4-BE49-F238E27FC236}">
                <a16:creationId xmlns:a16="http://schemas.microsoft.com/office/drawing/2014/main" id="{F84E14FF-B9B0-4C72-BB1B-021F265B9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3" y="6394353"/>
            <a:ext cx="1545907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" name="图片占位符 1">
            <a:extLst xmlns:a="http://schemas.openxmlformats.org/drawingml/2006/main">
              <a:ext uri="{FF2B5EF4-FFF2-40B4-BE49-F238E27FC236}">
                <a16:creationId xmlns:a16="http://schemas.microsoft.com/office/drawing/2014/main" id="{0A8F8CD5-0050-490D-91CC-EBBDF64B8C30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6291124" y="1821181"/>
            <a:ext cx="3733535" cy="37335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 lvl="0" algn="ctr">
              <a:buNone/>
            </a:pPr>
          </a:p>
        </p:txBody>
      </p:sp>
    </p:spTree>
  </p:cSld>
</p:sldLayout>
</file>

<file path=ppt/slideLayouts/slideLayout19.xml><?xml version="1.0" encoding="utf-8"?>
<p:sldLayout xmlns:p="http://schemas.openxmlformats.org/presentationml/2006/main" preserve="1" userDrawn="1">
  <p:cSld name="图片占位7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0" name="Freeform 17">
            <a:extLst xmlns:a="http://schemas.openxmlformats.org/drawingml/2006/main">
              <a:ext uri="{FF2B5EF4-FFF2-40B4-BE49-F238E27FC236}">
                <a16:creationId xmlns:a16="http://schemas.microsoft.com/office/drawing/2014/main" id="{830AD9CF-BD36-417B-AE23-DCA8FB7AA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8081" y="688617"/>
            <a:ext cx="64437" cy="68999"/>
          </a:xfrm>
          <a:custGeom xmlns:a="http://schemas.openxmlformats.org/drawingml/2006/main">
            <a:gdLst>
              <a:gd name="T0" fmla="*/ 34 w 127"/>
              <a:gd name="T1" fmla="*/ 71 h 136"/>
              <a:gd name="T2" fmla="*/ 34 w 127"/>
              <a:gd name="T3" fmla="*/ 81 h 136"/>
              <a:gd name="T4" fmla="*/ 34 w 127"/>
              <a:gd name="T5" fmla="*/ 114 h 136"/>
              <a:gd name="T6" fmla="*/ 35 w 127"/>
              <a:gd name="T7" fmla="*/ 122 h 136"/>
              <a:gd name="T8" fmla="*/ 40 w 127"/>
              <a:gd name="T9" fmla="*/ 127 h 136"/>
              <a:gd name="T10" fmla="*/ 49 w 127"/>
              <a:gd name="T11" fmla="*/ 128 h 136"/>
              <a:gd name="T12" fmla="*/ 49 w 127"/>
              <a:gd name="T13" fmla="*/ 135 h 136"/>
              <a:gd name="T14" fmla="*/ 1 w 127"/>
              <a:gd name="T15" fmla="*/ 135 h 136"/>
              <a:gd name="T16" fmla="*/ 0 w 127"/>
              <a:gd name="T17" fmla="*/ 132 h 136"/>
              <a:gd name="T18" fmla="*/ 0 w 127"/>
              <a:gd name="T19" fmla="*/ 128 h 136"/>
              <a:gd name="T20" fmla="*/ 9 w 127"/>
              <a:gd name="T21" fmla="*/ 127 h 136"/>
              <a:gd name="T22" fmla="*/ 16 w 127"/>
              <a:gd name="T23" fmla="*/ 120 h 136"/>
              <a:gd name="T24" fmla="*/ 17 w 127"/>
              <a:gd name="T25" fmla="*/ 111 h 136"/>
              <a:gd name="T26" fmla="*/ 17 w 127"/>
              <a:gd name="T27" fmla="*/ 22 h 136"/>
              <a:gd name="T28" fmla="*/ 16 w 127"/>
              <a:gd name="T29" fmla="*/ 15 h 136"/>
              <a:gd name="T30" fmla="*/ 9 w 127"/>
              <a:gd name="T31" fmla="*/ 9 h 136"/>
              <a:gd name="T32" fmla="*/ 0 w 127"/>
              <a:gd name="T33" fmla="*/ 8 h 136"/>
              <a:gd name="T34" fmla="*/ 0 w 127"/>
              <a:gd name="T35" fmla="*/ 1 h 136"/>
              <a:gd name="T36" fmla="*/ 4 w 127"/>
              <a:gd name="T37" fmla="*/ 0 h 136"/>
              <a:gd name="T38" fmla="*/ 71 w 127"/>
              <a:gd name="T39" fmla="*/ 0 h 136"/>
              <a:gd name="T40" fmla="*/ 94 w 127"/>
              <a:gd name="T41" fmla="*/ 4 h 136"/>
              <a:gd name="T42" fmla="*/ 116 w 127"/>
              <a:gd name="T43" fmla="*/ 32 h 136"/>
              <a:gd name="T44" fmla="*/ 97 w 127"/>
              <a:gd name="T45" fmla="*/ 66 h 136"/>
              <a:gd name="T46" fmla="*/ 80 w 127"/>
              <a:gd name="T47" fmla="*/ 70 h 136"/>
              <a:gd name="T48" fmla="*/ 71 w 127"/>
              <a:gd name="T49" fmla="*/ 71 h 136"/>
              <a:gd name="T50" fmla="*/ 73 w 127"/>
              <a:gd name="T51" fmla="*/ 75 h 136"/>
              <a:gd name="T52" fmla="*/ 104 w 127"/>
              <a:gd name="T53" fmla="*/ 114 h 136"/>
              <a:gd name="T54" fmla="*/ 105 w 127"/>
              <a:gd name="T55" fmla="*/ 116 h 136"/>
              <a:gd name="T56" fmla="*/ 127 w 127"/>
              <a:gd name="T57" fmla="*/ 128 h 136"/>
              <a:gd name="T58" fmla="*/ 127 w 127"/>
              <a:gd name="T59" fmla="*/ 135 h 136"/>
              <a:gd name="T60" fmla="*/ 116 w 127"/>
              <a:gd name="T61" fmla="*/ 135 h 136"/>
              <a:gd name="T62" fmla="*/ 102 w 127"/>
              <a:gd name="T63" fmla="*/ 136 h 136"/>
              <a:gd name="T64" fmla="*/ 96 w 127"/>
              <a:gd name="T65" fmla="*/ 132 h 136"/>
              <a:gd name="T66" fmla="*/ 59 w 127"/>
              <a:gd name="T67" fmla="*/ 82 h 136"/>
              <a:gd name="T68" fmla="*/ 52 w 127"/>
              <a:gd name="T69" fmla="*/ 73 h 136"/>
              <a:gd name="T70" fmla="*/ 49 w 127"/>
              <a:gd name="T71" fmla="*/ 71 h 136"/>
              <a:gd name="T72" fmla="*/ 34 w 127"/>
              <a:gd name="T73" fmla="*/ 71 h 136"/>
              <a:gd name="T74" fmla="*/ 34 w 127"/>
              <a:gd name="T75" fmla="*/ 61 h 136"/>
              <a:gd name="T76" fmla="*/ 36 w 127"/>
              <a:gd name="T77" fmla="*/ 62 h 136"/>
              <a:gd name="T78" fmla="*/ 66 w 127"/>
              <a:gd name="T79" fmla="*/ 62 h 136"/>
              <a:gd name="T80" fmla="*/ 82 w 127"/>
              <a:gd name="T81" fmla="*/ 59 h 136"/>
              <a:gd name="T82" fmla="*/ 96 w 127"/>
              <a:gd name="T83" fmla="*/ 44 h 136"/>
              <a:gd name="T84" fmla="*/ 96 w 127"/>
              <a:gd name="T85" fmla="*/ 29 h 136"/>
              <a:gd name="T86" fmla="*/ 81 w 127"/>
              <a:gd name="T87" fmla="*/ 12 h 136"/>
              <a:gd name="T88" fmla="*/ 70 w 127"/>
              <a:gd name="T89" fmla="*/ 11 h 136"/>
              <a:gd name="T90" fmla="*/ 37 w 127"/>
              <a:gd name="T91" fmla="*/ 11 h 136"/>
              <a:gd name="T92" fmla="*/ 34 w 127"/>
              <a:gd name="T93" fmla="*/ 11 h 136"/>
              <a:gd name="T94" fmla="*/ 34 w 127"/>
              <a:gd name="T95" fmla="*/ 61 h 136"/>
            </a:gdLst>
            <a:rect l="0" t="0" r="r" b="b"/>
            <a:pathLst>
              <a:path w="127" h="136">
                <a:moveTo>
                  <a:pt x="34" y="71"/>
                </a:moveTo>
                <a:cubicBezTo>
                  <a:pt x="34" y="75"/>
                  <a:pt x="34" y="78"/>
                  <a:pt x="34" y="81"/>
                </a:cubicBezTo>
                <a:cubicBezTo>
                  <a:pt x="34" y="92"/>
                  <a:pt x="34" y="103"/>
                  <a:pt x="34" y="114"/>
                </a:cubicBezTo>
                <a:cubicBezTo>
                  <a:pt x="34" y="117"/>
                  <a:pt x="34" y="119"/>
                  <a:pt x="35" y="122"/>
                </a:cubicBezTo>
                <a:cubicBezTo>
                  <a:pt x="35" y="125"/>
                  <a:pt x="37" y="127"/>
                  <a:pt x="40" y="127"/>
                </a:cubicBezTo>
                <a:cubicBezTo>
                  <a:pt x="43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1" y="135"/>
                </a:cubicBezTo>
                <a:cubicBezTo>
                  <a:pt x="0" y="134"/>
                  <a:pt x="0" y="133"/>
                  <a:pt x="0" y="132"/>
                </a:cubicBezTo>
                <a:cubicBezTo>
                  <a:pt x="0" y="131"/>
                  <a:pt x="0" y="130"/>
                  <a:pt x="0" y="128"/>
                </a:cubicBezTo>
                <a:cubicBezTo>
                  <a:pt x="3" y="128"/>
                  <a:pt x="6" y="128"/>
                  <a:pt x="9" y="127"/>
                </a:cubicBezTo>
                <a:cubicBezTo>
                  <a:pt x="14" y="126"/>
                  <a:pt x="15" y="125"/>
                  <a:pt x="16" y="120"/>
                </a:cubicBezTo>
                <a:cubicBezTo>
                  <a:pt x="16" y="117"/>
                  <a:pt x="17" y="114"/>
                  <a:pt x="17" y="111"/>
                </a:cubicBezTo>
                <a:cubicBezTo>
                  <a:pt x="17" y="81"/>
                  <a:pt x="17" y="52"/>
                  <a:pt x="17" y="22"/>
                </a:cubicBezTo>
                <a:cubicBezTo>
                  <a:pt x="17" y="20"/>
                  <a:pt x="16" y="17"/>
                  <a:pt x="16" y="15"/>
                </a:cubicBezTo>
                <a:cubicBezTo>
                  <a:pt x="15" y="11"/>
                  <a:pt x="13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2" y="1"/>
                  <a:pt x="3" y="0"/>
                  <a:pt x="4" y="0"/>
                </a:cubicBezTo>
                <a:cubicBezTo>
                  <a:pt x="26" y="0"/>
                  <a:pt x="49" y="0"/>
                  <a:pt x="71" y="0"/>
                </a:cubicBezTo>
                <a:cubicBezTo>
                  <a:pt x="79" y="0"/>
                  <a:pt x="86" y="1"/>
                  <a:pt x="94" y="4"/>
                </a:cubicBezTo>
                <a:cubicBezTo>
                  <a:pt x="108" y="9"/>
                  <a:pt x="115" y="18"/>
                  <a:pt x="116" y="32"/>
                </a:cubicBezTo>
                <a:cubicBezTo>
                  <a:pt x="117" y="48"/>
                  <a:pt x="110" y="60"/>
                  <a:pt x="97" y="66"/>
                </a:cubicBezTo>
                <a:cubicBezTo>
                  <a:pt x="91" y="68"/>
                  <a:pt x="86" y="70"/>
                  <a:pt x="80" y="70"/>
                </a:cubicBezTo>
                <a:cubicBezTo>
                  <a:pt x="77" y="70"/>
                  <a:pt x="74" y="71"/>
                  <a:pt x="71" y="71"/>
                </a:cubicBezTo>
                <a:cubicBezTo>
                  <a:pt x="72" y="73"/>
                  <a:pt x="73" y="74"/>
                  <a:pt x="73" y="75"/>
                </a:cubicBezTo>
                <a:cubicBezTo>
                  <a:pt x="84" y="88"/>
                  <a:pt x="94" y="101"/>
                  <a:pt x="104" y="114"/>
                </a:cubicBezTo>
                <a:cubicBezTo>
                  <a:pt x="105" y="115"/>
                  <a:pt x="105" y="115"/>
                  <a:pt x="105" y="116"/>
                </a:cubicBezTo>
                <a:cubicBezTo>
                  <a:pt x="111" y="122"/>
                  <a:pt x="117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24" y="135"/>
                  <a:pt x="120" y="135"/>
                  <a:pt x="116" y="135"/>
                </a:cubicBezTo>
                <a:cubicBezTo>
                  <a:pt x="111" y="135"/>
                  <a:pt x="107" y="135"/>
                  <a:pt x="102" y="136"/>
                </a:cubicBezTo>
                <a:cubicBezTo>
                  <a:pt x="99" y="136"/>
                  <a:pt x="97" y="134"/>
                  <a:pt x="96" y="132"/>
                </a:cubicBezTo>
                <a:cubicBezTo>
                  <a:pt x="83" y="115"/>
                  <a:pt x="71" y="99"/>
                  <a:pt x="59" y="82"/>
                </a:cubicBezTo>
                <a:cubicBezTo>
                  <a:pt x="57" y="79"/>
                  <a:pt x="54" y="76"/>
                  <a:pt x="52" y="73"/>
                </a:cubicBezTo>
                <a:cubicBezTo>
                  <a:pt x="51" y="72"/>
                  <a:pt x="50" y="71"/>
                  <a:pt x="49" y="71"/>
                </a:cubicBezTo>
                <a:cubicBezTo>
                  <a:pt x="44" y="71"/>
                  <a:pt x="39" y="71"/>
                  <a:pt x="34" y="71"/>
                </a:cubicBezTo>
                <a:close/>
                <a:moveTo>
                  <a:pt x="34" y="61"/>
                </a:moveTo>
                <a:cubicBezTo>
                  <a:pt x="35" y="62"/>
                  <a:pt x="36" y="62"/>
                  <a:pt x="36" y="62"/>
                </a:cubicBezTo>
                <a:cubicBezTo>
                  <a:pt x="46" y="62"/>
                  <a:pt x="56" y="62"/>
                  <a:pt x="66" y="62"/>
                </a:cubicBezTo>
                <a:cubicBezTo>
                  <a:pt x="72" y="61"/>
                  <a:pt x="77" y="60"/>
                  <a:pt x="82" y="59"/>
                </a:cubicBezTo>
                <a:cubicBezTo>
                  <a:pt x="90" y="56"/>
                  <a:pt x="94" y="51"/>
                  <a:pt x="96" y="44"/>
                </a:cubicBezTo>
                <a:cubicBezTo>
                  <a:pt x="96" y="39"/>
                  <a:pt x="97" y="34"/>
                  <a:pt x="96" y="29"/>
                </a:cubicBezTo>
                <a:cubicBezTo>
                  <a:pt x="95" y="20"/>
                  <a:pt x="90" y="15"/>
                  <a:pt x="81" y="12"/>
                </a:cubicBezTo>
                <a:cubicBezTo>
                  <a:pt x="77" y="11"/>
                  <a:pt x="74" y="11"/>
                  <a:pt x="70" y="11"/>
                </a:cubicBezTo>
                <a:cubicBezTo>
                  <a:pt x="59" y="10"/>
                  <a:pt x="48" y="11"/>
                  <a:pt x="37" y="11"/>
                </a:cubicBezTo>
                <a:cubicBezTo>
                  <a:pt x="36" y="11"/>
                  <a:pt x="35" y="11"/>
                  <a:pt x="34" y="11"/>
                </a:cubicBezTo>
                <a:cubicBezTo>
                  <a:pt x="34" y="28"/>
                  <a:pt x="34" y="44"/>
                  <a:pt x="34" y="61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1" name="Freeform 18">
            <a:extLst xmlns:a="http://schemas.openxmlformats.org/drawingml/2006/main">
              <a:ext uri="{FF2B5EF4-FFF2-40B4-BE49-F238E27FC236}">
                <a16:creationId xmlns:a16="http://schemas.microsoft.com/office/drawing/2014/main" id="{514D1EE6-88A5-41D2-A25C-FF090D384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3581" y="688617"/>
            <a:ext cx="64437" cy="68429"/>
          </a:xfrm>
          <a:custGeom xmlns:a="http://schemas.openxmlformats.org/drawingml/2006/main">
            <a:gdLst>
              <a:gd name="T0" fmla="*/ 50 w 127"/>
              <a:gd name="T1" fmla="*/ 70 h 135"/>
              <a:gd name="T2" fmla="*/ 34 w 127"/>
              <a:gd name="T3" fmla="*/ 87 h 135"/>
              <a:gd name="T4" fmla="*/ 33 w 127"/>
              <a:gd name="T5" fmla="*/ 90 h 135"/>
              <a:gd name="T6" fmla="*/ 33 w 127"/>
              <a:gd name="T7" fmla="*/ 116 h 135"/>
              <a:gd name="T8" fmla="*/ 34 w 127"/>
              <a:gd name="T9" fmla="*/ 120 h 135"/>
              <a:gd name="T10" fmla="*/ 41 w 127"/>
              <a:gd name="T11" fmla="*/ 127 h 135"/>
              <a:gd name="T12" fmla="*/ 49 w 127"/>
              <a:gd name="T13" fmla="*/ 128 h 135"/>
              <a:gd name="T14" fmla="*/ 49 w 127"/>
              <a:gd name="T15" fmla="*/ 135 h 135"/>
              <a:gd name="T16" fmla="*/ 0 w 127"/>
              <a:gd name="T17" fmla="*/ 135 h 135"/>
              <a:gd name="T18" fmla="*/ 0 w 127"/>
              <a:gd name="T19" fmla="*/ 128 h 135"/>
              <a:gd name="T20" fmla="*/ 7 w 127"/>
              <a:gd name="T21" fmla="*/ 128 h 135"/>
              <a:gd name="T22" fmla="*/ 16 w 127"/>
              <a:gd name="T23" fmla="*/ 118 h 135"/>
              <a:gd name="T24" fmla="*/ 16 w 127"/>
              <a:gd name="T25" fmla="*/ 111 h 135"/>
              <a:gd name="T26" fmla="*/ 16 w 127"/>
              <a:gd name="T27" fmla="*/ 24 h 135"/>
              <a:gd name="T28" fmla="*/ 16 w 127"/>
              <a:gd name="T29" fmla="*/ 16 h 135"/>
              <a:gd name="T30" fmla="*/ 8 w 127"/>
              <a:gd name="T31" fmla="*/ 9 h 135"/>
              <a:gd name="T32" fmla="*/ 0 w 127"/>
              <a:gd name="T33" fmla="*/ 8 h 135"/>
              <a:gd name="T34" fmla="*/ 0 w 127"/>
              <a:gd name="T35" fmla="*/ 1 h 135"/>
              <a:gd name="T36" fmla="*/ 49 w 127"/>
              <a:gd name="T37" fmla="*/ 1 h 135"/>
              <a:gd name="T38" fmla="*/ 50 w 127"/>
              <a:gd name="T39" fmla="*/ 8 h 135"/>
              <a:gd name="T40" fmla="*/ 41 w 127"/>
              <a:gd name="T41" fmla="*/ 9 h 135"/>
              <a:gd name="T42" fmla="*/ 34 w 127"/>
              <a:gd name="T43" fmla="*/ 16 h 135"/>
              <a:gd name="T44" fmla="*/ 33 w 127"/>
              <a:gd name="T45" fmla="*/ 23 h 135"/>
              <a:gd name="T46" fmla="*/ 33 w 127"/>
              <a:gd name="T47" fmla="*/ 70 h 135"/>
              <a:gd name="T48" fmla="*/ 33 w 127"/>
              <a:gd name="T49" fmla="*/ 73 h 135"/>
              <a:gd name="T50" fmla="*/ 36 w 127"/>
              <a:gd name="T51" fmla="*/ 71 h 135"/>
              <a:gd name="T52" fmla="*/ 83 w 127"/>
              <a:gd name="T53" fmla="*/ 19 h 135"/>
              <a:gd name="T54" fmla="*/ 86 w 127"/>
              <a:gd name="T55" fmla="*/ 14 h 135"/>
              <a:gd name="T56" fmla="*/ 84 w 127"/>
              <a:gd name="T57" fmla="*/ 9 h 135"/>
              <a:gd name="T58" fmla="*/ 76 w 127"/>
              <a:gd name="T59" fmla="*/ 8 h 135"/>
              <a:gd name="T60" fmla="*/ 76 w 127"/>
              <a:gd name="T61" fmla="*/ 1 h 135"/>
              <a:gd name="T62" fmla="*/ 122 w 127"/>
              <a:gd name="T63" fmla="*/ 1 h 135"/>
              <a:gd name="T64" fmla="*/ 122 w 127"/>
              <a:gd name="T65" fmla="*/ 8 h 135"/>
              <a:gd name="T66" fmla="*/ 118 w 127"/>
              <a:gd name="T67" fmla="*/ 8 h 135"/>
              <a:gd name="T68" fmla="*/ 99 w 127"/>
              <a:gd name="T69" fmla="*/ 18 h 135"/>
              <a:gd name="T70" fmla="*/ 77 w 127"/>
              <a:gd name="T71" fmla="*/ 41 h 135"/>
              <a:gd name="T72" fmla="*/ 62 w 127"/>
              <a:gd name="T73" fmla="*/ 57 h 135"/>
              <a:gd name="T74" fmla="*/ 64 w 127"/>
              <a:gd name="T75" fmla="*/ 61 h 135"/>
              <a:gd name="T76" fmla="*/ 102 w 127"/>
              <a:gd name="T77" fmla="*/ 113 h 135"/>
              <a:gd name="T78" fmla="*/ 108 w 127"/>
              <a:gd name="T79" fmla="*/ 120 h 135"/>
              <a:gd name="T80" fmla="*/ 123 w 127"/>
              <a:gd name="T81" fmla="*/ 127 h 135"/>
              <a:gd name="T82" fmla="*/ 127 w 127"/>
              <a:gd name="T83" fmla="*/ 128 h 135"/>
              <a:gd name="T84" fmla="*/ 127 w 127"/>
              <a:gd name="T85" fmla="*/ 135 h 135"/>
              <a:gd name="T86" fmla="*/ 73 w 127"/>
              <a:gd name="T87" fmla="*/ 135 h 135"/>
              <a:gd name="T88" fmla="*/ 73 w 127"/>
              <a:gd name="T89" fmla="*/ 128 h 135"/>
              <a:gd name="T90" fmla="*/ 80 w 127"/>
              <a:gd name="T91" fmla="*/ 127 h 135"/>
              <a:gd name="T92" fmla="*/ 84 w 127"/>
              <a:gd name="T93" fmla="*/ 120 h 135"/>
              <a:gd name="T94" fmla="*/ 82 w 127"/>
              <a:gd name="T95" fmla="*/ 115 h 135"/>
              <a:gd name="T96" fmla="*/ 51 w 127"/>
              <a:gd name="T97" fmla="*/ 72 h 135"/>
              <a:gd name="T98" fmla="*/ 50 w 127"/>
              <a:gd name="T99" fmla="*/ 70 h 135"/>
            </a:gdLst>
            <a:rect l="0" t="0" r="r" b="b"/>
            <a:pathLst>
              <a:path w="127" h="135">
                <a:moveTo>
                  <a:pt x="50" y="70"/>
                </a:moveTo>
                <a:cubicBezTo>
                  <a:pt x="44" y="76"/>
                  <a:pt x="39" y="81"/>
                  <a:pt x="34" y="87"/>
                </a:cubicBezTo>
                <a:cubicBezTo>
                  <a:pt x="33" y="88"/>
                  <a:pt x="33" y="89"/>
                  <a:pt x="33" y="90"/>
                </a:cubicBezTo>
                <a:cubicBezTo>
                  <a:pt x="33" y="99"/>
                  <a:pt x="33" y="107"/>
                  <a:pt x="33" y="116"/>
                </a:cubicBezTo>
                <a:cubicBezTo>
                  <a:pt x="33" y="117"/>
                  <a:pt x="33" y="118"/>
                  <a:pt x="34" y="120"/>
                </a:cubicBezTo>
                <a:cubicBezTo>
                  <a:pt x="35" y="125"/>
                  <a:pt x="36" y="126"/>
                  <a:pt x="41" y="127"/>
                </a:cubicBezTo>
                <a:cubicBezTo>
                  <a:pt x="44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7" y="128"/>
                </a:cubicBezTo>
                <a:cubicBezTo>
                  <a:pt x="14" y="127"/>
                  <a:pt x="16" y="125"/>
                  <a:pt x="16" y="118"/>
                </a:cubicBezTo>
                <a:cubicBezTo>
                  <a:pt x="16" y="115"/>
                  <a:pt x="16" y="113"/>
                  <a:pt x="16" y="111"/>
                </a:cubicBezTo>
                <a:cubicBezTo>
                  <a:pt x="16" y="82"/>
                  <a:pt x="16" y="53"/>
                  <a:pt x="16" y="24"/>
                </a:cubicBezTo>
                <a:cubicBezTo>
                  <a:pt x="16" y="21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5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4" y="0"/>
                  <a:pt x="40" y="0"/>
                  <a:pt x="49" y="1"/>
                </a:cubicBezTo>
                <a:cubicBezTo>
                  <a:pt x="49" y="3"/>
                  <a:pt x="50" y="5"/>
                  <a:pt x="50" y="8"/>
                </a:cubicBezTo>
                <a:cubicBezTo>
                  <a:pt x="47" y="8"/>
                  <a:pt x="44" y="8"/>
                  <a:pt x="41" y="9"/>
                </a:cubicBezTo>
                <a:cubicBezTo>
                  <a:pt x="37" y="9"/>
                  <a:pt x="34" y="11"/>
                  <a:pt x="34" y="16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39"/>
                  <a:pt x="33" y="54"/>
                  <a:pt x="33" y="70"/>
                </a:cubicBezTo>
                <a:cubicBezTo>
                  <a:pt x="33" y="71"/>
                  <a:pt x="33" y="72"/>
                  <a:pt x="33" y="73"/>
                </a:cubicBezTo>
                <a:cubicBezTo>
                  <a:pt x="35" y="72"/>
                  <a:pt x="36" y="72"/>
                  <a:pt x="36" y="71"/>
                </a:cubicBezTo>
                <a:cubicBezTo>
                  <a:pt x="52" y="54"/>
                  <a:pt x="67" y="37"/>
                  <a:pt x="83" y="19"/>
                </a:cubicBezTo>
                <a:cubicBezTo>
                  <a:pt x="84" y="18"/>
                  <a:pt x="85" y="16"/>
                  <a:pt x="86" y="14"/>
                </a:cubicBezTo>
                <a:cubicBezTo>
                  <a:pt x="88" y="12"/>
                  <a:pt x="87" y="10"/>
                  <a:pt x="84" y="9"/>
                </a:cubicBezTo>
                <a:cubicBezTo>
                  <a:pt x="81" y="8"/>
                  <a:pt x="79" y="8"/>
                  <a:pt x="76" y="8"/>
                </a:cubicBezTo>
                <a:cubicBezTo>
                  <a:pt x="76" y="5"/>
                  <a:pt x="76" y="3"/>
                  <a:pt x="76" y="1"/>
                </a:cubicBezTo>
                <a:cubicBezTo>
                  <a:pt x="79" y="0"/>
                  <a:pt x="114" y="0"/>
                  <a:pt x="122" y="1"/>
                </a:cubicBezTo>
                <a:cubicBezTo>
                  <a:pt x="122" y="3"/>
                  <a:pt x="122" y="5"/>
                  <a:pt x="122" y="8"/>
                </a:cubicBezTo>
                <a:cubicBezTo>
                  <a:pt x="121" y="8"/>
                  <a:pt x="120" y="8"/>
                  <a:pt x="118" y="8"/>
                </a:cubicBezTo>
                <a:cubicBezTo>
                  <a:pt x="111" y="9"/>
                  <a:pt x="104" y="12"/>
                  <a:pt x="99" y="18"/>
                </a:cubicBezTo>
                <a:cubicBezTo>
                  <a:pt x="92" y="25"/>
                  <a:pt x="85" y="33"/>
                  <a:pt x="77" y="41"/>
                </a:cubicBezTo>
                <a:cubicBezTo>
                  <a:pt x="72" y="46"/>
                  <a:pt x="67" y="52"/>
                  <a:pt x="62" y="57"/>
                </a:cubicBezTo>
                <a:cubicBezTo>
                  <a:pt x="63" y="58"/>
                  <a:pt x="64" y="59"/>
                  <a:pt x="64" y="61"/>
                </a:cubicBezTo>
                <a:cubicBezTo>
                  <a:pt x="77" y="78"/>
                  <a:pt x="90" y="95"/>
                  <a:pt x="102" y="113"/>
                </a:cubicBezTo>
                <a:cubicBezTo>
                  <a:pt x="104" y="115"/>
                  <a:pt x="106" y="118"/>
                  <a:pt x="108" y="120"/>
                </a:cubicBezTo>
                <a:cubicBezTo>
                  <a:pt x="112" y="124"/>
                  <a:pt x="117" y="127"/>
                  <a:pt x="123" y="127"/>
                </a:cubicBezTo>
                <a:cubicBezTo>
                  <a:pt x="124" y="128"/>
                  <a:pt x="125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09" y="135"/>
                  <a:pt x="91" y="135"/>
                  <a:pt x="73" y="135"/>
                </a:cubicBezTo>
                <a:cubicBezTo>
                  <a:pt x="73" y="133"/>
                  <a:pt x="73" y="131"/>
                  <a:pt x="73" y="128"/>
                </a:cubicBezTo>
                <a:cubicBezTo>
                  <a:pt x="75" y="128"/>
                  <a:pt x="78" y="128"/>
                  <a:pt x="80" y="127"/>
                </a:cubicBezTo>
                <a:cubicBezTo>
                  <a:pt x="85" y="127"/>
                  <a:pt x="86" y="125"/>
                  <a:pt x="84" y="120"/>
                </a:cubicBezTo>
                <a:cubicBezTo>
                  <a:pt x="84" y="118"/>
                  <a:pt x="83" y="117"/>
                  <a:pt x="82" y="115"/>
                </a:cubicBezTo>
                <a:cubicBezTo>
                  <a:pt x="72" y="101"/>
                  <a:pt x="61" y="86"/>
                  <a:pt x="51" y="72"/>
                </a:cubicBezTo>
                <a:cubicBezTo>
                  <a:pt x="51" y="71"/>
                  <a:pt x="50" y="71"/>
                  <a:pt x="50" y="7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2" name="Freeform 19">
            <a:extLst xmlns:a="http://schemas.openxmlformats.org/drawingml/2006/main">
              <a:ext uri="{FF2B5EF4-FFF2-40B4-BE49-F238E27FC236}">
                <a16:creationId xmlns:a16="http://schemas.microsoft.com/office/drawing/2014/main" id="{C755720B-C0ED-41E7-9CA5-FA4F016AC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9719" y="688617"/>
            <a:ext cx="63867" cy="68429"/>
          </a:xfrm>
          <a:custGeom xmlns:a="http://schemas.openxmlformats.org/drawingml/2006/main">
            <a:gdLst>
              <a:gd name="T0" fmla="*/ 28 w 126"/>
              <a:gd name="T1" fmla="*/ 16 h 135"/>
              <a:gd name="T2" fmla="*/ 28 w 126"/>
              <a:gd name="T3" fmla="*/ 20 h 135"/>
              <a:gd name="T4" fmla="*/ 28 w 126"/>
              <a:gd name="T5" fmla="*/ 109 h 135"/>
              <a:gd name="T6" fmla="*/ 28 w 126"/>
              <a:gd name="T7" fmla="*/ 119 h 135"/>
              <a:gd name="T8" fmla="*/ 37 w 126"/>
              <a:gd name="T9" fmla="*/ 127 h 135"/>
              <a:gd name="T10" fmla="*/ 44 w 126"/>
              <a:gd name="T11" fmla="*/ 128 h 135"/>
              <a:gd name="T12" fmla="*/ 44 w 126"/>
              <a:gd name="T13" fmla="*/ 135 h 135"/>
              <a:gd name="T14" fmla="*/ 0 w 126"/>
              <a:gd name="T15" fmla="*/ 135 h 135"/>
              <a:gd name="T16" fmla="*/ 0 w 126"/>
              <a:gd name="T17" fmla="*/ 128 h 135"/>
              <a:gd name="T18" fmla="*/ 8 w 126"/>
              <a:gd name="T19" fmla="*/ 127 h 135"/>
              <a:gd name="T20" fmla="*/ 16 w 126"/>
              <a:gd name="T21" fmla="*/ 120 h 135"/>
              <a:gd name="T22" fmla="*/ 16 w 126"/>
              <a:gd name="T23" fmla="*/ 113 h 135"/>
              <a:gd name="T24" fmla="*/ 16 w 126"/>
              <a:gd name="T25" fmla="*/ 19 h 135"/>
              <a:gd name="T26" fmla="*/ 16 w 126"/>
              <a:gd name="T27" fmla="*/ 15 h 135"/>
              <a:gd name="T28" fmla="*/ 9 w 126"/>
              <a:gd name="T29" fmla="*/ 9 h 135"/>
              <a:gd name="T30" fmla="*/ 5 w 126"/>
              <a:gd name="T31" fmla="*/ 8 h 135"/>
              <a:gd name="T32" fmla="*/ 1 w 126"/>
              <a:gd name="T33" fmla="*/ 8 h 135"/>
              <a:gd name="T34" fmla="*/ 1 w 126"/>
              <a:gd name="T35" fmla="*/ 1 h 135"/>
              <a:gd name="T36" fmla="*/ 40 w 126"/>
              <a:gd name="T37" fmla="*/ 1 h 135"/>
              <a:gd name="T38" fmla="*/ 98 w 126"/>
              <a:gd name="T39" fmla="*/ 100 h 135"/>
              <a:gd name="T40" fmla="*/ 99 w 126"/>
              <a:gd name="T41" fmla="*/ 100 h 135"/>
              <a:gd name="T42" fmla="*/ 99 w 126"/>
              <a:gd name="T43" fmla="*/ 96 h 135"/>
              <a:gd name="T44" fmla="*/ 99 w 126"/>
              <a:gd name="T45" fmla="*/ 24 h 135"/>
              <a:gd name="T46" fmla="*/ 98 w 126"/>
              <a:gd name="T47" fmla="*/ 16 h 135"/>
              <a:gd name="T48" fmla="*/ 90 w 126"/>
              <a:gd name="T49" fmla="*/ 9 h 135"/>
              <a:gd name="T50" fmla="*/ 83 w 126"/>
              <a:gd name="T51" fmla="*/ 8 h 135"/>
              <a:gd name="T52" fmla="*/ 83 w 126"/>
              <a:gd name="T53" fmla="*/ 1 h 135"/>
              <a:gd name="T54" fmla="*/ 126 w 126"/>
              <a:gd name="T55" fmla="*/ 1 h 135"/>
              <a:gd name="T56" fmla="*/ 126 w 126"/>
              <a:gd name="T57" fmla="*/ 8 h 135"/>
              <a:gd name="T58" fmla="*/ 119 w 126"/>
              <a:gd name="T59" fmla="*/ 9 h 135"/>
              <a:gd name="T60" fmla="*/ 111 w 126"/>
              <a:gd name="T61" fmla="*/ 16 h 135"/>
              <a:gd name="T62" fmla="*/ 110 w 126"/>
              <a:gd name="T63" fmla="*/ 27 h 135"/>
              <a:gd name="T64" fmla="*/ 110 w 126"/>
              <a:gd name="T65" fmla="*/ 129 h 135"/>
              <a:gd name="T66" fmla="*/ 110 w 126"/>
              <a:gd name="T67" fmla="*/ 135 h 135"/>
              <a:gd name="T68" fmla="*/ 99 w 126"/>
              <a:gd name="T69" fmla="*/ 135 h 135"/>
              <a:gd name="T70" fmla="*/ 29 w 126"/>
              <a:gd name="T71" fmla="*/ 15 h 135"/>
              <a:gd name="T72" fmla="*/ 28 w 126"/>
              <a:gd name="T73" fmla="*/ 16 h 135"/>
            </a:gdLst>
            <a:rect l="0" t="0" r="r" b="b"/>
            <a:pathLst>
              <a:path w="126" h="135">
                <a:moveTo>
                  <a:pt x="28" y="16"/>
                </a:moveTo>
                <a:cubicBezTo>
                  <a:pt x="28" y="17"/>
                  <a:pt x="28" y="19"/>
                  <a:pt x="28" y="20"/>
                </a:cubicBezTo>
                <a:cubicBezTo>
                  <a:pt x="28" y="50"/>
                  <a:pt x="28" y="79"/>
                  <a:pt x="28" y="109"/>
                </a:cubicBezTo>
                <a:cubicBezTo>
                  <a:pt x="28" y="112"/>
                  <a:pt x="28" y="115"/>
                  <a:pt x="28" y="119"/>
                </a:cubicBezTo>
                <a:cubicBezTo>
                  <a:pt x="29" y="124"/>
                  <a:pt x="31" y="126"/>
                  <a:pt x="37" y="127"/>
                </a:cubicBezTo>
                <a:cubicBezTo>
                  <a:pt x="39" y="127"/>
                  <a:pt x="41" y="128"/>
                  <a:pt x="44" y="128"/>
                </a:cubicBezTo>
                <a:cubicBezTo>
                  <a:pt x="44" y="130"/>
                  <a:pt x="44" y="133"/>
                  <a:pt x="44" y="135"/>
                </a:cubicBezTo>
                <a:cubicBezTo>
                  <a:pt x="29" y="135"/>
                  <a:pt x="15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5" y="127"/>
                  <a:pt x="8" y="127"/>
                </a:cubicBezTo>
                <a:cubicBezTo>
                  <a:pt x="12" y="127"/>
                  <a:pt x="15" y="124"/>
                  <a:pt x="16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0"/>
                  <a:pt x="16" y="19"/>
                </a:cubicBezTo>
                <a:cubicBezTo>
                  <a:pt x="16" y="18"/>
                  <a:pt x="16" y="17"/>
                  <a:pt x="16" y="15"/>
                </a:cubicBezTo>
                <a:cubicBezTo>
                  <a:pt x="16" y="11"/>
                  <a:pt x="14" y="9"/>
                  <a:pt x="9" y="9"/>
                </a:cubicBezTo>
                <a:cubicBezTo>
                  <a:pt x="8" y="8"/>
                  <a:pt x="7" y="8"/>
                  <a:pt x="5" y="8"/>
                </a:cubicBezTo>
                <a:cubicBezTo>
                  <a:pt x="4" y="8"/>
                  <a:pt x="2" y="8"/>
                  <a:pt x="1" y="8"/>
                </a:cubicBezTo>
                <a:cubicBezTo>
                  <a:pt x="1" y="5"/>
                  <a:pt x="1" y="3"/>
                  <a:pt x="1" y="1"/>
                </a:cubicBezTo>
                <a:cubicBezTo>
                  <a:pt x="14" y="1"/>
                  <a:pt x="27" y="1"/>
                  <a:pt x="40" y="1"/>
                </a:cubicBezTo>
                <a:cubicBezTo>
                  <a:pt x="59" y="34"/>
                  <a:pt x="79" y="67"/>
                  <a:pt x="98" y="100"/>
                </a:cubicBezTo>
                <a:cubicBezTo>
                  <a:pt x="98" y="100"/>
                  <a:pt x="99" y="100"/>
                  <a:pt x="99" y="100"/>
                </a:cubicBezTo>
                <a:cubicBezTo>
                  <a:pt x="99" y="99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1"/>
                  <a:pt x="99" y="19"/>
                  <a:pt x="98" y="16"/>
                </a:cubicBezTo>
                <a:cubicBezTo>
                  <a:pt x="97" y="12"/>
                  <a:pt x="94" y="9"/>
                  <a:pt x="90" y="9"/>
                </a:cubicBezTo>
                <a:cubicBezTo>
                  <a:pt x="88" y="8"/>
                  <a:pt x="86" y="8"/>
                  <a:pt x="83" y="8"/>
                </a:cubicBezTo>
                <a:cubicBezTo>
                  <a:pt x="83" y="5"/>
                  <a:pt x="83" y="3"/>
                  <a:pt x="83" y="1"/>
                </a:cubicBezTo>
                <a:cubicBezTo>
                  <a:pt x="87" y="0"/>
                  <a:pt x="115" y="0"/>
                  <a:pt x="126" y="1"/>
                </a:cubicBezTo>
                <a:cubicBezTo>
                  <a:pt x="126" y="3"/>
                  <a:pt x="126" y="5"/>
                  <a:pt x="126" y="8"/>
                </a:cubicBezTo>
                <a:cubicBezTo>
                  <a:pt x="124" y="8"/>
                  <a:pt x="122" y="8"/>
                  <a:pt x="119" y="9"/>
                </a:cubicBezTo>
                <a:cubicBezTo>
                  <a:pt x="115" y="9"/>
                  <a:pt x="112" y="12"/>
                  <a:pt x="111" y="16"/>
                </a:cubicBezTo>
                <a:cubicBezTo>
                  <a:pt x="111" y="20"/>
                  <a:pt x="110" y="23"/>
                  <a:pt x="110" y="27"/>
                </a:cubicBezTo>
                <a:cubicBezTo>
                  <a:pt x="110" y="61"/>
                  <a:pt x="110" y="95"/>
                  <a:pt x="110" y="129"/>
                </a:cubicBezTo>
                <a:cubicBezTo>
                  <a:pt x="110" y="131"/>
                  <a:pt x="110" y="133"/>
                  <a:pt x="110" y="135"/>
                </a:cubicBezTo>
                <a:cubicBezTo>
                  <a:pt x="106" y="135"/>
                  <a:pt x="103" y="135"/>
                  <a:pt x="99" y="135"/>
                </a:cubicBezTo>
                <a:cubicBezTo>
                  <a:pt x="76" y="95"/>
                  <a:pt x="52" y="55"/>
                  <a:pt x="29" y="15"/>
                </a:cubicBezTo>
                <a:cubicBezTo>
                  <a:pt x="28" y="15"/>
                  <a:pt x="28" y="15"/>
                  <a:pt x="28" y="16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3" name="Freeform 20">
            <a:extLst xmlns:a="http://schemas.openxmlformats.org/drawingml/2006/main">
              <a:ext uri="{FF2B5EF4-FFF2-40B4-BE49-F238E27FC236}">
                <a16:creationId xmlns:a16="http://schemas.microsoft.com/office/drawing/2014/main" id="{BFED0BF9-70AD-464B-B47B-9CA686673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9652" y="688617"/>
            <a:ext cx="62726" cy="68429"/>
          </a:xfrm>
          <a:custGeom xmlns:a="http://schemas.openxmlformats.org/drawingml/2006/main">
            <a:gdLst>
              <a:gd name="T0" fmla="*/ 0 w 124"/>
              <a:gd name="T1" fmla="*/ 8 h 135"/>
              <a:gd name="T2" fmla="*/ 0 w 124"/>
              <a:gd name="T3" fmla="*/ 1 h 135"/>
              <a:gd name="T4" fmla="*/ 105 w 124"/>
              <a:gd name="T5" fmla="*/ 1 h 135"/>
              <a:gd name="T6" fmla="*/ 117 w 124"/>
              <a:gd name="T7" fmla="*/ 35 h 135"/>
              <a:gd name="T8" fmla="*/ 110 w 124"/>
              <a:gd name="T9" fmla="*/ 39 h 135"/>
              <a:gd name="T10" fmla="*/ 107 w 124"/>
              <a:gd name="T11" fmla="*/ 33 h 135"/>
              <a:gd name="T12" fmla="*/ 78 w 124"/>
              <a:gd name="T13" fmla="*/ 11 h 135"/>
              <a:gd name="T14" fmla="*/ 34 w 124"/>
              <a:gd name="T15" fmla="*/ 11 h 135"/>
              <a:gd name="T16" fmla="*/ 34 w 124"/>
              <a:gd name="T17" fmla="*/ 61 h 135"/>
              <a:gd name="T18" fmla="*/ 55 w 124"/>
              <a:gd name="T19" fmla="*/ 60 h 135"/>
              <a:gd name="T20" fmla="*/ 69 w 124"/>
              <a:gd name="T21" fmla="*/ 45 h 135"/>
              <a:gd name="T22" fmla="*/ 70 w 124"/>
              <a:gd name="T23" fmla="*/ 36 h 135"/>
              <a:gd name="T24" fmla="*/ 78 w 124"/>
              <a:gd name="T25" fmla="*/ 36 h 135"/>
              <a:gd name="T26" fmla="*/ 78 w 124"/>
              <a:gd name="T27" fmla="*/ 95 h 135"/>
              <a:gd name="T28" fmla="*/ 74 w 124"/>
              <a:gd name="T29" fmla="*/ 95 h 135"/>
              <a:gd name="T30" fmla="*/ 70 w 124"/>
              <a:gd name="T31" fmla="*/ 95 h 135"/>
              <a:gd name="T32" fmla="*/ 70 w 124"/>
              <a:gd name="T33" fmla="*/ 88 h 135"/>
              <a:gd name="T34" fmla="*/ 68 w 124"/>
              <a:gd name="T35" fmla="*/ 81 h 135"/>
              <a:gd name="T36" fmla="*/ 58 w 124"/>
              <a:gd name="T37" fmla="*/ 71 h 135"/>
              <a:gd name="T38" fmla="*/ 34 w 124"/>
              <a:gd name="T39" fmla="*/ 70 h 135"/>
              <a:gd name="T40" fmla="*/ 33 w 124"/>
              <a:gd name="T41" fmla="*/ 74 h 135"/>
              <a:gd name="T42" fmla="*/ 33 w 124"/>
              <a:gd name="T43" fmla="*/ 115 h 135"/>
              <a:gd name="T44" fmla="*/ 43 w 124"/>
              <a:gd name="T45" fmla="*/ 125 h 135"/>
              <a:gd name="T46" fmla="*/ 69 w 124"/>
              <a:gd name="T47" fmla="*/ 125 h 135"/>
              <a:gd name="T48" fmla="*/ 112 w 124"/>
              <a:gd name="T49" fmla="*/ 97 h 135"/>
              <a:gd name="T50" fmla="*/ 115 w 124"/>
              <a:gd name="T51" fmla="*/ 90 h 135"/>
              <a:gd name="T52" fmla="*/ 124 w 124"/>
              <a:gd name="T53" fmla="*/ 93 h 135"/>
              <a:gd name="T54" fmla="*/ 109 w 124"/>
              <a:gd name="T55" fmla="*/ 135 h 135"/>
              <a:gd name="T56" fmla="*/ 0 w 124"/>
              <a:gd name="T57" fmla="*/ 135 h 135"/>
              <a:gd name="T58" fmla="*/ 0 w 124"/>
              <a:gd name="T59" fmla="*/ 128 h 135"/>
              <a:gd name="T60" fmla="*/ 8 w 124"/>
              <a:gd name="T61" fmla="*/ 127 h 135"/>
              <a:gd name="T62" fmla="*/ 15 w 124"/>
              <a:gd name="T63" fmla="*/ 120 h 135"/>
              <a:gd name="T64" fmla="*/ 16 w 124"/>
              <a:gd name="T65" fmla="*/ 113 h 135"/>
              <a:gd name="T66" fmla="*/ 16 w 124"/>
              <a:gd name="T67" fmla="*/ 21 h 135"/>
              <a:gd name="T68" fmla="*/ 16 w 124"/>
              <a:gd name="T69" fmla="*/ 16 h 135"/>
              <a:gd name="T70" fmla="*/ 8 w 124"/>
              <a:gd name="T71" fmla="*/ 9 h 135"/>
              <a:gd name="T72" fmla="*/ 4 w 124"/>
              <a:gd name="T73" fmla="*/ 8 h 135"/>
              <a:gd name="T74" fmla="*/ 0 w 124"/>
              <a:gd name="T75" fmla="*/ 8 h 135"/>
            </a:gdLst>
            <a:rect l="0" t="0" r="r" b="b"/>
            <a:pathLst>
              <a:path w="124" h="135">
                <a:moveTo>
                  <a:pt x="0" y="8"/>
                </a:moveTo>
                <a:cubicBezTo>
                  <a:pt x="0" y="5"/>
                  <a:pt x="0" y="3"/>
                  <a:pt x="0" y="1"/>
                </a:cubicBezTo>
                <a:cubicBezTo>
                  <a:pt x="3" y="0"/>
                  <a:pt x="98" y="0"/>
                  <a:pt x="105" y="1"/>
                </a:cubicBezTo>
                <a:cubicBezTo>
                  <a:pt x="109" y="12"/>
                  <a:pt x="113" y="24"/>
                  <a:pt x="117" y="35"/>
                </a:cubicBezTo>
                <a:cubicBezTo>
                  <a:pt x="115" y="37"/>
                  <a:pt x="112" y="38"/>
                  <a:pt x="110" y="39"/>
                </a:cubicBezTo>
                <a:cubicBezTo>
                  <a:pt x="109" y="36"/>
                  <a:pt x="108" y="35"/>
                  <a:pt x="107" y="33"/>
                </a:cubicBezTo>
                <a:cubicBezTo>
                  <a:pt x="101" y="20"/>
                  <a:pt x="92" y="13"/>
                  <a:pt x="78" y="11"/>
                </a:cubicBezTo>
                <a:cubicBezTo>
                  <a:pt x="63" y="10"/>
                  <a:pt x="48" y="11"/>
                  <a:pt x="34" y="11"/>
                </a:cubicBezTo>
                <a:cubicBezTo>
                  <a:pt x="33" y="15"/>
                  <a:pt x="33" y="55"/>
                  <a:pt x="34" y="61"/>
                </a:cubicBezTo>
                <a:cubicBezTo>
                  <a:pt x="41" y="61"/>
                  <a:pt x="48" y="61"/>
                  <a:pt x="55" y="60"/>
                </a:cubicBezTo>
                <a:cubicBezTo>
                  <a:pt x="64" y="59"/>
                  <a:pt x="68" y="54"/>
                  <a:pt x="69" y="45"/>
                </a:cubicBezTo>
                <a:cubicBezTo>
                  <a:pt x="70" y="42"/>
                  <a:pt x="70" y="39"/>
                  <a:pt x="70" y="36"/>
                </a:cubicBezTo>
                <a:cubicBezTo>
                  <a:pt x="73" y="36"/>
                  <a:pt x="75" y="36"/>
                  <a:pt x="78" y="36"/>
                </a:cubicBezTo>
                <a:cubicBezTo>
                  <a:pt x="78" y="56"/>
                  <a:pt x="78" y="75"/>
                  <a:pt x="78" y="95"/>
                </a:cubicBezTo>
                <a:cubicBezTo>
                  <a:pt x="77" y="95"/>
                  <a:pt x="76" y="95"/>
                  <a:pt x="74" y="95"/>
                </a:cubicBezTo>
                <a:cubicBezTo>
                  <a:pt x="73" y="95"/>
                  <a:pt x="72" y="95"/>
                  <a:pt x="70" y="95"/>
                </a:cubicBezTo>
                <a:cubicBezTo>
                  <a:pt x="70" y="93"/>
                  <a:pt x="70" y="90"/>
                  <a:pt x="70" y="88"/>
                </a:cubicBezTo>
                <a:cubicBezTo>
                  <a:pt x="69" y="86"/>
                  <a:pt x="69" y="83"/>
                  <a:pt x="68" y="81"/>
                </a:cubicBezTo>
                <a:cubicBezTo>
                  <a:pt x="67" y="75"/>
                  <a:pt x="64" y="72"/>
                  <a:pt x="58" y="71"/>
                </a:cubicBezTo>
                <a:cubicBezTo>
                  <a:pt x="50" y="69"/>
                  <a:pt x="42" y="70"/>
                  <a:pt x="34" y="70"/>
                </a:cubicBezTo>
                <a:cubicBezTo>
                  <a:pt x="33" y="72"/>
                  <a:pt x="33" y="73"/>
                  <a:pt x="33" y="74"/>
                </a:cubicBezTo>
                <a:cubicBezTo>
                  <a:pt x="33" y="88"/>
                  <a:pt x="33" y="102"/>
                  <a:pt x="33" y="115"/>
                </a:cubicBezTo>
                <a:cubicBezTo>
                  <a:pt x="33" y="124"/>
                  <a:pt x="34" y="125"/>
                  <a:pt x="43" y="125"/>
                </a:cubicBezTo>
                <a:cubicBezTo>
                  <a:pt x="52" y="125"/>
                  <a:pt x="60" y="125"/>
                  <a:pt x="69" y="125"/>
                </a:cubicBezTo>
                <a:cubicBezTo>
                  <a:pt x="89" y="125"/>
                  <a:pt x="104" y="115"/>
                  <a:pt x="112" y="97"/>
                </a:cubicBezTo>
                <a:cubicBezTo>
                  <a:pt x="113" y="95"/>
                  <a:pt x="114" y="93"/>
                  <a:pt x="115" y="90"/>
                </a:cubicBezTo>
                <a:cubicBezTo>
                  <a:pt x="118" y="91"/>
                  <a:pt x="121" y="92"/>
                  <a:pt x="124" y="93"/>
                </a:cubicBezTo>
                <a:cubicBezTo>
                  <a:pt x="119" y="108"/>
                  <a:pt x="114" y="121"/>
                  <a:pt x="109" y="135"/>
                </a:cubicBezTo>
                <a:cubicBezTo>
                  <a:pt x="73" y="135"/>
                  <a:pt x="3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6" y="128"/>
                  <a:pt x="8" y="127"/>
                </a:cubicBezTo>
                <a:cubicBezTo>
                  <a:pt x="13" y="126"/>
                  <a:pt x="15" y="125"/>
                  <a:pt x="15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20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7" y="9"/>
                  <a:pt x="6" y="8"/>
                  <a:pt x="4" y="8"/>
                </a:cubicBezTo>
                <a:cubicBezTo>
                  <a:pt x="3" y="8"/>
                  <a:pt x="2" y="8"/>
                  <a:pt x="0" y="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4" name="Freeform 21">
            <a:extLst xmlns:a="http://schemas.openxmlformats.org/drawingml/2006/main">
              <a:ext uri="{FF2B5EF4-FFF2-40B4-BE49-F238E27FC236}">
                <a16:creationId xmlns:a16="http://schemas.microsoft.com/office/drawing/2014/main" id="{D54D5267-643B-47DA-B06A-01FB151A1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5152" y="689187"/>
            <a:ext cx="62726" cy="67859"/>
          </a:xfrm>
          <a:custGeom xmlns:a="http://schemas.openxmlformats.org/drawingml/2006/main">
            <a:gdLst>
              <a:gd name="T0" fmla="*/ 33 w 123"/>
              <a:gd name="T1" fmla="*/ 60 h 134"/>
              <a:gd name="T2" fmla="*/ 55 w 123"/>
              <a:gd name="T3" fmla="*/ 59 h 134"/>
              <a:gd name="T4" fmla="*/ 68 w 123"/>
              <a:gd name="T5" fmla="*/ 45 h 134"/>
              <a:gd name="T6" fmla="*/ 70 w 123"/>
              <a:gd name="T7" fmla="*/ 35 h 134"/>
              <a:gd name="T8" fmla="*/ 77 w 123"/>
              <a:gd name="T9" fmla="*/ 35 h 134"/>
              <a:gd name="T10" fmla="*/ 77 w 123"/>
              <a:gd name="T11" fmla="*/ 94 h 134"/>
              <a:gd name="T12" fmla="*/ 75 w 123"/>
              <a:gd name="T13" fmla="*/ 94 h 134"/>
              <a:gd name="T14" fmla="*/ 70 w 123"/>
              <a:gd name="T15" fmla="*/ 94 h 134"/>
              <a:gd name="T16" fmla="*/ 69 w 123"/>
              <a:gd name="T17" fmla="*/ 83 h 134"/>
              <a:gd name="T18" fmla="*/ 54 w 123"/>
              <a:gd name="T19" fmla="*/ 69 h 134"/>
              <a:gd name="T20" fmla="*/ 33 w 123"/>
              <a:gd name="T21" fmla="*/ 69 h 134"/>
              <a:gd name="T22" fmla="*/ 33 w 123"/>
              <a:gd name="T23" fmla="*/ 73 h 134"/>
              <a:gd name="T24" fmla="*/ 33 w 123"/>
              <a:gd name="T25" fmla="*/ 114 h 134"/>
              <a:gd name="T26" fmla="*/ 43 w 123"/>
              <a:gd name="T27" fmla="*/ 124 h 134"/>
              <a:gd name="T28" fmla="*/ 68 w 123"/>
              <a:gd name="T29" fmla="*/ 124 h 134"/>
              <a:gd name="T30" fmla="*/ 112 w 123"/>
              <a:gd name="T31" fmla="*/ 96 h 134"/>
              <a:gd name="T32" fmla="*/ 115 w 123"/>
              <a:gd name="T33" fmla="*/ 90 h 134"/>
              <a:gd name="T34" fmla="*/ 115 w 123"/>
              <a:gd name="T35" fmla="*/ 90 h 134"/>
              <a:gd name="T36" fmla="*/ 123 w 123"/>
              <a:gd name="T37" fmla="*/ 92 h 134"/>
              <a:gd name="T38" fmla="*/ 109 w 123"/>
              <a:gd name="T39" fmla="*/ 134 h 134"/>
              <a:gd name="T40" fmla="*/ 0 w 123"/>
              <a:gd name="T41" fmla="*/ 134 h 134"/>
              <a:gd name="T42" fmla="*/ 0 w 123"/>
              <a:gd name="T43" fmla="*/ 127 h 134"/>
              <a:gd name="T44" fmla="*/ 8 w 123"/>
              <a:gd name="T45" fmla="*/ 126 h 134"/>
              <a:gd name="T46" fmla="*/ 15 w 123"/>
              <a:gd name="T47" fmla="*/ 120 h 134"/>
              <a:gd name="T48" fmla="*/ 16 w 123"/>
              <a:gd name="T49" fmla="*/ 113 h 134"/>
              <a:gd name="T50" fmla="*/ 16 w 123"/>
              <a:gd name="T51" fmla="*/ 20 h 134"/>
              <a:gd name="T52" fmla="*/ 5 w 123"/>
              <a:gd name="T53" fmla="*/ 7 h 134"/>
              <a:gd name="T54" fmla="*/ 0 w 123"/>
              <a:gd name="T55" fmla="*/ 7 h 134"/>
              <a:gd name="T56" fmla="*/ 0 w 123"/>
              <a:gd name="T57" fmla="*/ 0 h 134"/>
              <a:gd name="T58" fmla="*/ 105 w 123"/>
              <a:gd name="T59" fmla="*/ 0 h 134"/>
              <a:gd name="T60" fmla="*/ 117 w 123"/>
              <a:gd name="T61" fmla="*/ 35 h 134"/>
              <a:gd name="T62" fmla="*/ 109 w 123"/>
              <a:gd name="T63" fmla="*/ 38 h 134"/>
              <a:gd name="T64" fmla="*/ 107 w 123"/>
              <a:gd name="T65" fmla="*/ 34 h 134"/>
              <a:gd name="T66" fmla="*/ 105 w 123"/>
              <a:gd name="T67" fmla="*/ 29 h 134"/>
              <a:gd name="T68" fmla="*/ 78 w 123"/>
              <a:gd name="T69" fmla="*/ 11 h 134"/>
              <a:gd name="T70" fmla="*/ 42 w 123"/>
              <a:gd name="T71" fmla="*/ 10 h 134"/>
              <a:gd name="T72" fmla="*/ 33 w 123"/>
              <a:gd name="T73" fmla="*/ 10 h 134"/>
              <a:gd name="T74" fmla="*/ 33 w 123"/>
              <a:gd name="T75" fmla="*/ 60 h 134"/>
            </a:gdLst>
            <a:rect l="0" t="0" r="r" b="b"/>
            <a:pathLst>
              <a:path w="123" h="134">
                <a:moveTo>
                  <a:pt x="33" y="60"/>
                </a:moveTo>
                <a:cubicBezTo>
                  <a:pt x="41" y="60"/>
                  <a:pt x="48" y="61"/>
                  <a:pt x="55" y="59"/>
                </a:cubicBezTo>
                <a:cubicBezTo>
                  <a:pt x="63" y="57"/>
                  <a:pt x="67" y="53"/>
                  <a:pt x="68" y="45"/>
                </a:cubicBezTo>
                <a:cubicBezTo>
                  <a:pt x="69" y="42"/>
                  <a:pt x="69" y="39"/>
                  <a:pt x="70" y="35"/>
                </a:cubicBezTo>
                <a:cubicBezTo>
                  <a:pt x="72" y="35"/>
                  <a:pt x="75" y="35"/>
                  <a:pt x="77" y="35"/>
                </a:cubicBezTo>
                <a:cubicBezTo>
                  <a:pt x="77" y="55"/>
                  <a:pt x="77" y="74"/>
                  <a:pt x="77" y="94"/>
                </a:cubicBezTo>
                <a:cubicBezTo>
                  <a:pt x="76" y="94"/>
                  <a:pt x="75" y="94"/>
                  <a:pt x="75" y="94"/>
                </a:cubicBezTo>
                <a:cubicBezTo>
                  <a:pt x="73" y="94"/>
                  <a:pt x="71" y="94"/>
                  <a:pt x="70" y="94"/>
                </a:cubicBezTo>
                <a:cubicBezTo>
                  <a:pt x="69" y="90"/>
                  <a:pt x="69" y="86"/>
                  <a:pt x="69" y="83"/>
                </a:cubicBezTo>
                <a:cubicBezTo>
                  <a:pt x="67" y="74"/>
                  <a:pt x="63" y="70"/>
                  <a:pt x="54" y="69"/>
                </a:cubicBezTo>
                <a:cubicBezTo>
                  <a:pt x="47" y="69"/>
                  <a:pt x="40" y="69"/>
                  <a:pt x="33" y="69"/>
                </a:cubicBezTo>
                <a:cubicBezTo>
                  <a:pt x="33" y="71"/>
                  <a:pt x="33" y="72"/>
                  <a:pt x="33" y="73"/>
                </a:cubicBezTo>
                <a:cubicBezTo>
                  <a:pt x="33" y="87"/>
                  <a:pt x="33" y="101"/>
                  <a:pt x="33" y="114"/>
                </a:cubicBezTo>
                <a:cubicBezTo>
                  <a:pt x="33" y="123"/>
                  <a:pt x="34" y="124"/>
                  <a:pt x="43" y="124"/>
                </a:cubicBezTo>
                <a:cubicBezTo>
                  <a:pt x="51" y="124"/>
                  <a:pt x="60" y="124"/>
                  <a:pt x="68" y="124"/>
                </a:cubicBezTo>
                <a:cubicBezTo>
                  <a:pt x="89" y="124"/>
                  <a:pt x="103" y="114"/>
                  <a:pt x="112" y="96"/>
                </a:cubicBezTo>
                <a:cubicBezTo>
                  <a:pt x="113" y="94"/>
                  <a:pt x="114" y="92"/>
                  <a:pt x="115" y="90"/>
                </a:cubicBezTo>
                <a:cubicBezTo>
                  <a:pt x="115" y="90"/>
                  <a:pt x="115" y="90"/>
                  <a:pt x="115" y="90"/>
                </a:cubicBezTo>
                <a:cubicBezTo>
                  <a:pt x="118" y="90"/>
                  <a:pt x="120" y="91"/>
                  <a:pt x="123" y="92"/>
                </a:cubicBezTo>
                <a:cubicBezTo>
                  <a:pt x="118" y="107"/>
                  <a:pt x="113" y="120"/>
                  <a:pt x="109" y="134"/>
                </a:cubicBezTo>
                <a:cubicBezTo>
                  <a:pt x="72" y="134"/>
                  <a:pt x="3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6"/>
                  <a:pt x="8" y="126"/>
                </a:cubicBezTo>
                <a:cubicBezTo>
                  <a:pt x="12" y="126"/>
                  <a:pt x="14" y="124"/>
                  <a:pt x="15" y="120"/>
                </a:cubicBezTo>
                <a:cubicBezTo>
                  <a:pt x="15" y="118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0"/>
                  <a:pt x="14" y="8"/>
                  <a:pt x="5" y="7"/>
                </a:cubicBezTo>
                <a:cubicBezTo>
                  <a:pt x="3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34" y="0"/>
                  <a:pt x="69" y="0"/>
                  <a:pt x="105" y="0"/>
                </a:cubicBezTo>
                <a:cubicBezTo>
                  <a:pt x="109" y="11"/>
                  <a:pt x="112" y="22"/>
                  <a:pt x="117" y="35"/>
                </a:cubicBezTo>
                <a:cubicBezTo>
                  <a:pt x="114" y="36"/>
                  <a:pt x="112" y="37"/>
                  <a:pt x="109" y="38"/>
                </a:cubicBezTo>
                <a:cubicBezTo>
                  <a:pt x="108" y="36"/>
                  <a:pt x="108" y="35"/>
                  <a:pt x="107" y="34"/>
                </a:cubicBezTo>
                <a:cubicBezTo>
                  <a:pt x="107" y="32"/>
                  <a:pt x="106" y="31"/>
                  <a:pt x="105" y="29"/>
                </a:cubicBezTo>
                <a:cubicBezTo>
                  <a:pt x="100" y="18"/>
                  <a:pt x="90" y="11"/>
                  <a:pt x="78" y="11"/>
                </a:cubicBezTo>
                <a:cubicBezTo>
                  <a:pt x="66" y="10"/>
                  <a:pt x="54" y="10"/>
                  <a:pt x="42" y="10"/>
                </a:cubicBezTo>
                <a:cubicBezTo>
                  <a:pt x="39" y="10"/>
                  <a:pt x="36" y="10"/>
                  <a:pt x="33" y="10"/>
                </a:cubicBezTo>
                <a:cubicBezTo>
                  <a:pt x="33" y="26"/>
                  <a:pt x="33" y="43"/>
                  <a:pt x="33" y="6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5" name="Freeform 22">
            <a:extLst xmlns:a="http://schemas.openxmlformats.org/drawingml/2006/main">
              <a:ext uri="{FF2B5EF4-FFF2-40B4-BE49-F238E27FC236}">
                <a16:creationId xmlns:a16="http://schemas.microsoft.com/office/drawing/2014/main" id="{C70B3FE6-8605-478F-B811-4C1E720F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3944" y="689187"/>
            <a:ext cx="63867" cy="67859"/>
          </a:xfrm>
          <a:custGeom xmlns:a="http://schemas.openxmlformats.org/drawingml/2006/main">
            <a:gdLst>
              <a:gd name="T0" fmla="*/ 43 w 126"/>
              <a:gd name="T1" fmla="*/ 134 h 134"/>
              <a:gd name="T2" fmla="*/ 0 w 126"/>
              <a:gd name="T3" fmla="*/ 134 h 134"/>
              <a:gd name="T4" fmla="*/ 0 w 126"/>
              <a:gd name="T5" fmla="*/ 127 h 134"/>
              <a:gd name="T6" fmla="*/ 7 w 126"/>
              <a:gd name="T7" fmla="*/ 126 h 134"/>
              <a:gd name="T8" fmla="*/ 16 w 126"/>
              <a:gd name="T9" fmla="*/ 118 h 134"/>
              <a:gd name="T10" fmla="*/ 16 w 126"/>
              <a:gd name="T11" fmla="*/ 110 h 134"/>
              <a:gd name="T12" fmla="*/ 16 w 126"/>
              <a:gd name="T13" fmla="*/ 18 h 134"/>
              <a:gd name="T14" fmla="*/ 5 w 126"/>
              <a:gd name="T15" fmla="*/ 7 h 134"/>
              <a:gd name="T16" fmla="*/ 0 w 126"/>
              <a:gd name="T17" fmla="*/ 7 h 134"/>
              <a:gd name="T18" fmla="*/ 0 w 126"/>
              <a:gd name="T19" fmla="*/ 0 h 134"/>
              <a:gd name="T20" fmla="*/ 40 w 126"/>
              <a:gd name="T21" fmla="*/ 0 h 134"/>
              <a:gd name="T22" fmla="*/ 98 w 126"/>
              <a:gd name="T23" fmla="*/ 100 h 134"/>
              <a:gd name="T24" fmla="*/ 99 w 126"/>
              <a:gd name="T25" fmla="*/ 96 h 134"/>
              <a:gd name="T26" fmla="*/ 99 w 126"/>
              <a:gd name="T27" fmla="*/ 24 h 134"/>
              <a:gd name="T28" fmla="*/ 98 w 126"/>
              <a:gd name="T29" fmla="*/ 17 h 134"/>
              <a:gd name="T30" fmla="*/ 89 w 126"/>
              <a:gd name="T31" fmla="*/ 7 h 134"/>
              <a:gd name="T32" fmla="*/ 83 w 126"/>
              <a:gd name="T33" fmla="*/ 7 h 134"/>
              <a:gd name="T34" fmla="*/ 83 w 126"/>
              <a:gd name="T35" fmla="*/ 4 h 134"/>
              <a:gd name="T36" fmla="*/ 83 w 126"/>
              <a:gd name="T37" fmla="*/ 0 h 134"/>
              <a:gd name="T38" fmla="*/ 125 w 126"/>
              <a:gd name="T39" fmla="*/ 0 h 134"/>
              <a:gd name="T40" fmla="*/ 126 w 126"/>
              <a:gd name="T41" fmla="*/ 3 h 134"/>
              <a:gd name="T42" fmla="*/ 126 w 126"/>
              <a:gd name="T43" fmla="*/ 7 h 134"/>
              <a:gd name="T44" fmla="*/ 120 w 126"/>
              <a:gd name="T45" fmla="*/ 7 h 134"/>
              <a:gd name="T46" fmla="*/ 110 w 126"/>
              <a:gd name="T47" fmla="*/ 16 h 134"/>
              <a:gd name="T48" fmla="*/ 110 w 126"/>
              <a:gd name="T49" fmla="*/ 26 h 134"/>
              <a:gd name="T50" fmla="*/ 110 w 126"/>
              <a:gd name="T51" fmla="*/ 128 h 134"/>
              <a:gd name="T52" fmla="*/ 110 w 126"/>
              <a:gd name="T53" fmla="*/ 134 h 134"/>
              <a:gd name="T54" fmla="*/ 98 w 126"/>
              <a:gd name="T55" fmla="*/ 134 h 134"/>
              <a:gd name="T56" fmla="*/ 28 w 126"/>
              <a:gd name="T57" fmla="*/ 14 h 134"/>
              <a:gd name="T58" fmla="*/ 28 w 126"/>
              <a:gd name="T59" fmla="*/ 14 h 134"/>
              <a:gd name="T60" fmla="*/ 27 w 126"/>
              <a:gd name="T61" fmla="*/ 17 h 134"/>
              <a:gd name="T62" fmla="*/ 27 w 126"/>
              <a:gd name="T63" fmla="*/ 110 h 134"/>
              <a:gd name="T64" fmla="*/ 28 w 126"/>
              <a:gd name="T65" fmla="*/ 118 h 134"/>
              <a:gd name="T66" fmla="*/ 36 w 126"/>
              <a:gd name="T67" fmla="*/ 126 h 134"/>
              <a:gd name="T68" fmla="*/ 43 w 126"/>
              <a:gd name="T69" fmla="*/ 127 h 134"/>
              <a:gd name="T70" fmla="*/ 43 w 126"/>
              <a:gd name="T71" fmla="*/ 134 h 134"/>
            </a:gdLst>
            <a:rect l="0" t="0" r="r" b="b"/>
            <a:pathLst>
              <a:path w="126" h="134">
                <a:moveTo>
                  <a:pt x="43" y="134"/>
                </a:moveTo>
                <a:cubicBezTo>
                  <a:pt x="29" y="134"/>
                  <a:pt x="14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7"/>
                  <a:pt x="7" y="126"/>
                </a:cubicBezTo>
                <a:cubicBezTo>
                  <a:pt x="13" y="125"/>
                  <a:pt x="15" y="123"/>
                  <a:pt x="16" y="118"/>
                </a:cubicBezTo>
                <a:cubicBezTo>
                  <a:pt x="16" y="115"/>
                  <a:pt x="16" y="113"/>
                  <a:pt x="16" y="110"/>
                </a:cubicBezTo>
                <a:cubicBezTo>
                  <a:pt x="16" y="80"/>
                  <a:pt x="16" y="49"/>
                  <a:pt x="16" y="18"/>
                </a:cubicBezTo>
                <a:cubicBezTo>
                  <a:pt x="16" y="9"/>
                  <a:pt x="14" y="8"/>
                  <a:pt x="5" y="7"/>
                </a:cubicBezTo>
                <a:cubicBezTo>
                  <a:pt x="4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3" y="0"/>
                  <a:pt x="26" y="0"/>
                  <a:pt x="40" y="0"/>
                </a:cubicBezTo>
                <a:cubicBezTo>
                  <a:pt x="59" y="33"/>
                  <a:pt x="78" y="66"/>
                  <a:pt x="98" y="100"/>
                </a:cubicBezTo>
                <a:cubicBezTo>
                  <a:pt x="98" y="98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2"/>
                  <a:pt x="99" y="19"/>
                  <a:pt x="98" y="17"/>
                </a:cubicBezTo>
                <a:cubicBezTo>
                  <a:pt x="97" y="11"/>
                  <a:pt x="95" y="8"/>
                  <a:pt x="89" y="7"/>
                </a:cubicBezTo>
                <a:cubicBezTo>
                  <a:pt x="87" y="7"/>
                  <a:pt x="85" y="7"/>
                  <a:pt x="83" y="7"/>
                </a:cubicBezTo>
                <a:cubicBezTo>
                  <a:pt x="83" y="6"/>
                  <a:pt x="83" y="5"/>
                  <a:pt x="83" y="4"/>
                </a:cubicBezTo>
                <a:cubicBezTo>
                  <a:pt x="83" y="2"/>
                  <a:pt x="83" y="1"/>
                  <a:pt x="83" y="0"/>
                </a:cubicBezTo>
                <a:cubicBezTo>
                  <a:pt x="97" y="0"/>
                  <a:pt x="111" y="0"/>
                  <a:pt x="125" y="0"/>
                </a:cubicBezTo>
                <a:cubicBezTo>
                  <a:pt x="125" y="1"/>
                  <a:pt x="126" y="2"/>
                  <a:pt x="126" y="3"/>
                </a:cubicBezTo>
                <a:cubicBezTo>
                  <a:pt x="126" y="4"/>
                  <a:pt x="126" y="5"/>
                  <a:pt x="126" y="7"/>
                </a:cubicBezTo>
                <a:cubicBezTo>
                  <a:pt x="124" y="7"/>
                  <a:pt x="122" y="7"/>
                  <a:pt x="120" y="7"/>
                </a:cubicBezTo>
                <a:cubicBezTo>
                  <a:pt x="114" y="8"/>
                  <a:pt x="111" y="11"/>
                  <a:pt x="110" y="16"/>
                </a:cubicBezTo>
                <a:cubicBezTo>
                  <a:pt x="110" y="20"/>
                  <a:pt x="110" y="23"/>
                  <a:pt x="110" y="26"/>
                </a:cubicBezTo>
                <a:cubicBezTo>
                  <a:pt x="110" y="60"/>
                  <a:pt x="110" y="94"/>
                  <a:pt x="110" y="128"/>
                </a:cubicBezTo>
                <a:cubicBezTo>
                  <a:pt x="110" y="130"/>
                  <a:pt x="110" y="132"/>
                  <a:pt x="110" y="134"/>
                </a:cubicBezTo>
                <a:cubicBezTo>
                  <a:pt x="106" y="134"/>
                  <a:pt x="102" y="134"/>
                  <a:pt x="98" y="134"/>
                </a:cubicBezTo>
                <a:cubicBezTo>
                  <a:pt x="75" y="94"/>
                  <a:pt x="52" y="54"/>
                  <a:pt x="28" y="14"/>
                </a:cubicBezTo>
                <a:cubicBezTo>
                  <a:pt x="28" y="14"/>
                  <a:pt x="28" y="14"/>
                  <a:pt x="28" y="14"/>
                </a:cubicBezTo>
                <a:cubicBezTo>
                  <a:pt x="27" y="15"/>
                  <a:pt x="27" y="16"/>
                  <a:pt x="27" y="17"/>
                </a:cubicBezTo>
                <a:cubicBezTo>
                  <a:pt x="27" y="48"/>
                  <a:pt x="27" y="79"/>
                  <a:pt x="27" y="110"/>
                </a:cubicBezTo>
                <a:cubicBezTo>
                  <a:pt x="27" y="113"/>
                  <a:pt x="27" y="116"/>
                  <a:pt x="28" y="118"/>
                </a:cubicBezTo>
                <a:cubicBezTo>
                  <a:pt x="29" y="123"/>
                  <a:pt x="31" y="125"/>
                  <a:pt x="36" y="126"/>
                </a:cubicBezTo>
                <a:cubicBezTo>
                  <a:pt x="38" y="126"/>
                  <a:pt x="41" y="127"/>
                  <a:pt x="43" y="127"/>
                </a:cubicBezTo>
                <a:cubicBezTo>
                  <a:pt x="43" y="129"/>
                  <a:pt x="43" y="132"/>
                  <a:pt x="43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6" name="Freeform 23">
            <a:extLst xmlns:a="http://schemas.openxmlformats.org/drawingml/2006/main">
              <a:ext uri="{FF2B5EF4-FFF2-40B4-BE49-F238E27FC236}">
                <a16:creationId xmlns:a16="http://schemas.microsoft.com/office/drawing/2014/main" id="{94C63924-9599-43E8-A441-EF5CE1EC3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2943" y="686906"/>
            <a:ext cx="70710" cy="72991"/>
          </a:xfrm>
          <a:custGeom xmlns:a="http://schemas.openxmlformats.org/drawingml/2006/main">
            <a:gdLst>
              <a:gd name="T0" fmla="*/ 87 w 139"/>
              <a:gd name="T1" fmla="*/ 79 h 144"/>
              <a:gd name="T2" fmla="*/ 87 w 139"/>
              <a:gd name="T3" fmla="*/ 71 h 144"/>
              <a:gd name="T4" fmla="*/ 139 w 139"/>
              <a:gd name="T5" fmla="*/ 71 h 144"/>
              <a:gd name="T6" fmla="*/ 139 w 139"/>
              <a:gd name="T7" fmla="*/ 79 h 144"/>
              <a:gd name="T8" fmla="*/ 133 w 139"/>
              <a:gd name="T9" fmla="*/ 79 h 144"/>
              <a:gd name="T10" fmla="*/ 124 w 139"/>
              <a:gd name="T11" fmla="*/ 88 h 144"/>
              <a:gd name="T12" fmla="*/ 124 w 139"/>
              <a:gd name="T13" fmla="*/ 95 h 144"/>
              <a:gd name="T14" fmla="*/ 124 w 139"/>
              <a:gd name="T15" fmla="*/ 134 h 144"/>
              <a:gd name="T16" fmla="*/ 124 w 139"/>
              <a:gd name="T17" fmla="*/ 139 h 144"/>
              <a:gd name="T18" fmla="*/ 115 w 139"/>
              <a:gd name="T19" fmla="*/ 139 h 144"/>
              <a:gd name="T20" fmla="*/ 110 w 139"/>
              <a:gd name="T21" fmla="*/ 128 h 144"/>
              <a:gd name="T22" fmla="*/ 105 w 139"/>
              <a:gd name="T23" fmla="*/ 131 h 144"/>
              <a:gd name="T24" fmla="*/ 56 w 139"/>
              <a:gd name="T25" fmla="*/ 141 h 144"/>
              <a:gd name="T26" fmla="*/ 10 w 139"/>
              <a:gd name="T27" fmla="*/ 103 h 144"/>
              <a:gd name="T28" fmla="*/ 15 w 139"/>
              <a:gd name="T29" fmla="*/ 33 h 144"/>
              <a:gd name="T30" fmla="*/ 56 w 139"/>
              <a:gd name="T31" fmla="*/ 3 h 144"/>
              <a:gd name="T32" fmla="*/ 99 w 139"/>
              <a:gd name="T33" fmla="*/ 11 h 144"/>
              <a:gd name="T34" fmla="*/ 102 w 139"/>
              <a:gd name="T35" fmla="*/ 13 h 144"/>
              <a:gd name="T36" fmla="*/ 105 w 139"/>
              <a:gd name="T37" fmla="*/ 5 h 144"/>
              <a:gd name="T38" fmla="*/ 112 w 139"/>
              <a:gd name="T39" fmla="*/ 5 h 144"/>
              <a:gd name="T40" fmla="*/ 122 w 139"/>
              <a:gd name="T41" fmla="*/ 46 h 144"/>
              <a:gd name="T42" fmla="*/ 114 w 139"/>
              <a:gd name="T43" fmla="*/ 49 h 144"/>
              <a:gd name="T44" fmla="*/ 112 w 139"/>
              <a:gd name="T45" fmla="*/ 44 h 144"/>
              <a:gd name="T46" fmla="*/ 100 w 139"/>
              <a:gd name="T47" fmla="*/ 25 h 144"/>
              <a:gd name="T48" fmla="*/ 42 w 139"/>
              <a:gd name="T49" fmla="*/ 23 h 144"/>
              <a:gd name="T50" fmla="*/ 24 w 139"/>
              <a:gd name="T51" fmla="*/ 62 h 144"/>
              <a:gd name="T52" fmla="*/ 34 w 139"/>
              <a:gd name="T53" fmla="*/ 109 h 144"/>
              <a:gd name="T54" fmla="*/ 77 w 139"/>
              <a:gd name="T55" fmla="*/ 131 h 144"/>
              <a:gd name="T56" fmla="*/ 101 w 139"/>
              <a:gd name="T57" fmla="*/ 120 h 144"/>
              <a:gd name="T58" fmla="*/ 106 w 139"/>
              <a:gd name="T59" fmla="*/ 109 h 144"/>
              <a:gd name="T60" fmla="*/ 106 w 139"/>
              <a:gd name="T61" fmla="*/ 90 h 144"/>
              <a:gd name="T62" fmla="*/ 96 w 139"/>
              <a:gd name="T63" fmla="*/ 79 h 144"/>
              <a:gd name="T64" fmla="*/ 87 w 139"/>
              <a:gd name="T65" fmla="*/ 79 h 144"/>
            </a:gdLst>
            <a:rect l="0" t="0" r="r" b="b"/>
            <a:pathLst>
              <a:path w="139" h="144">
                <a:moveTo>
                  <a:pt x="87" y="79"/>
                </a:moveTo>
                <a:cubicBezTo>
                  <a:pt x="87" y="76"/>
                  <a:pt x="87" y="74"/>
                  <a:pt x="87" y="71"/>
                </a:cubicBezTo>
                <a:cubicBezTo>
                  <a:pt x="105" y="71"/>
                  <a:pt x="122" y="71"/>
                  <a:pt x="139" y="71"/>
                </a:cubicBezTo>
                <a:cubicBezTo>
                  <a:pt x="139" y="74"/>
                  <a:pt x="139" y="76"/>
                  <a:pt x="139" y="79"/>
                </a:cubicBezTo>
                <a:cubicBezTo>
                  <a:pt x="137" y="79"/>
                  <a:pt x="135" y="79"/>
                  <a:pt x="133" y="79"/>
                </a:cubicBezTo>
                <a:cubicBezTo>
                  <a:pt x="127" y="79"/>
                  <a:pt x="125" y="81"/>
                  <a:pt x="124" y="88"/>
                </a:cubicBezTo>
                <a:cubicBezTo>
                  <a:pt x="124" y="90"/>
                  <a:pt x="124" y="93"/>
                  <a:pt x="124" y="95"/>
                </a:cubicBezTo>
                <a:cubicBezTo>
                  <a:pt x="124" y="108"/>
                  <a:pt x="124" y="121"/>
                  <a:pt x="124" y="134"/>
                </a:cubicBezTo>
                <a:cubicBezTo>
                  <a:pt x="124" y="135"/>
                  <a:pt x="124" y="137"/>
                  <a:pt x="124" y="139"/>
                </a:cubicBezTo>
                <a:cubicBezTo>
                  <a:pt x="121" y="139"/>
                  <a:pt x="118" y="139"/>
                  <a:pt x="115" y="139"/>
                </a:cubicBezTo>
                <a:cubicBezTo>
                  <a:pt x="113" y="136"/>
                  <a:pt x="112" y="132"/>
                  <a:pt x="110" y="128"/>
                </a:cubicBezTo>
                <a:cubicBezTo>
                  <a:pt x="108" y="129"/>
                  <a:pt x="107" y="130"/>
                  <a:pt x="105" y="131"/>
                </a:cubicBezTo>
                <a:cubicBezTo>
                  <a:pt x="90" y="140"/>
                  <a:pt x="74" y="144"/>
                  <a:pt x="56" y="141"/>
                </a:cubicBezTo>
                <a:cubicBezTo>
                  <a:pt x="34" y="137"/>
                  <a:pt x="18" y="124"/>
                  <a:pt x="10" y="103"/>
                </a:cubicBezTo>
                <a:cubicBezTo>
                  <a:pt x="0" y="79"/>
                  <a:pt x="1" y="55"/>
                  <a:pt x="15" y="33"/>
                </a:cubicBezTo>
                <a:cubicBezTo>
                  <a:pt x="24" y="17"/>
                  <a:pt x="38" y="6"/>
                  <a:pt x="56" y="3"/>
                </a:cubicBezTo>
                <a:cubicBezTo>
                  <a:pt x="71" y="0"/>
                  <a:pt x="86" y="2"/>
                  <a:pt x="99" y="11"/>
                </a:cubicBezTo>
                <a:cubicBezTo>
                  <a:pt x="100" y="12"/>
                  <a:pt x="101" y="12"/>
                  <a:pt x="102" y="13"/>
                </a:cubicBezTo>
                <a:cubicBezTo>
                  <a:pt x="103" y="10"/>
                  <a:pt x="104" y="7"/>
                  <a:pt x="105" y="5"/>
                </a:cubicBezTo>
                <a:cubicBezTo>
                  <a:pt x="107" y="5"/>
                  <a:pt x="109" y="5"/>
                  <a:pt x="112" y="5"/>
                </a:cubicBezTo>
                <a:cubicBezTo>
                  <a:pt x="115" y="18"/>
                  <a:pt x="119" y="32"/>
                  <a:pt x="122" y="46"/>
                </a:cubicBezTo>
                <a:cubicBezTo>
                  <a:pt x="120" y="47"/>
                  <a:pt x="117" y="48"/>
                  <a:pt x="114" y="49"/>
                </a:cubicBezTo>
                <a:cubicBezTo>
                  <a:pt x="114" y="47"/>
                  <a:pt x="113" y="45"/>
                  <a:pt x="112" y="44"/>
                </a:cubicBezTo>
                <a:cubicBezTo>
                  <a:pt x="109" y="37"/>
                  <a:pt x="105" y="30"/>
                  <a:pt x="100" y="25"/>
                </a:cubicBezTo>
                <a:cubicBezTo>
                  <a:pt x="84" y="8"/>
                  <a:pt x="59" y="7"/>
                  <a:pt x="42" y="23"/>
                </a:cubicBezTo>
                <a:cubicBezTo>
                  <a:pt x="31" y="34"/>
                  <a:pt x="25" y="47"/>
                  <a:pt x="24" y="62"/>
                </a:cubicBezTo>
                <a:cubicBezTo>
                  <a:pt x="22" y="79"/>
                  <a:pt x="25" y="95"/>
                  <a:pt x="34" y="109"/>
                </a:cubicBezTo>
                <a:cubicBezTo>
                  <a:pt x="44" y="125"/>
                  <a:pt x="59" y="132"/>
                  <a:pt x="77" y="131"/>
                </a:cubicBezTo>
                <a:cubicBezTo>
                  <a:pt x="86" y="130"/>
                  <a:pt x="94" y="127"/>
                  <a:pt x="101" y="120"/>
                </a:cubicBezTo>
                <a:cubicBezTo>
                  <a:pt x="104" y="117"/>
                  <a:pt x="106" y="114"/>
                  <a:pt x="106" y="109"/>
                </a:cubicBezTo>
                <a:cubicBezTo>
                  <a:pt x="106" y="103"/>
                  <a:pt x="107" y="96"/>
                  <a:pt x="106" y="90"/>
                </a:cubicBezTo>
                <a:cubicBezTo>
                  <a:pt x="106" y="82"/>
                  <a:pt x="104" y="81"/>
                  <a:pt x="96" y="79"/>
                </a:cubicBezTo>
                <a:cubicBezTo>
                  <a:pt x="94" y="79"/>
                  <a:pt x="91" y="79"/>
                  <a:pt x="87" y="79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7" name="Freeform 25">
            <a:extLst xmlns:a="http://schemas.openxmlformats.org/drawingml/2006/main">
              <a:ext uri="{FF2B5EF4-FFF2-40B4-BE49-F238E27FC236}">
                <a16:creationId xmlns:a16="http://schemas.microsoft.com/office/drawing/2014/main" id="{6CC6260A-F184-4B6E-80E0-F575890B6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081" y="688046"/>
            <a:ext cx="57594" cy="70710"/>
          </a:xfrm>
          <a:custGeom xmlns:a="http://schemas.openxmlformats.org/drawingml/2006/main">
            <a:gdLst>
              <a:gd name="T0" fmla="*/ 103 w 113"/>
              <a:gd name="T1" fmla="*/ 44 h 140"/>
              <a:gd name="T2" fmla="*/ 95 w 113"/>
              <a:gd name="T3" fmla="*/ 46 h 140"/>
              <a:gd name="T4" fmla="*/ 92 w 113"/>
              <a:gd name="T5" fmla="*/ 41 h 140"/>
              <a:gd name="T6" fmla="*/ 72 w 113"/>
              <a:gd name="T7" fmla="*/ 18 h 140"/>
              <a:gd name="T8" fmla="*/ 38 w 113"/>
              <a:gd name="T9" fmla="*/ 12 h 140"/>
              <a:gd name="T10" fmla="*/ 25 w 113"/>
              <a:gd name="T11" fmla="*/ 19 h 140"/>
              <a:gd name="T12" fmla="*/ 26 w 113"/>
              <a:gd name="T13" fmla="*/ 44 h 140"/>
              <a:gd name="T14" fmla="*/ 42 w 113"/>
              <a:gd name="T15" fmla="*/ 53 h 140"/>
              <a:gd name="T16" fmla="*/ 70 w 113"/>
              <a:gd name="T17" fmla="*/ 62 h 140"/>
              <a:gd name="T18" fmla="*/ 90 w 113"/>
              <a:gd name="T19" fmla="*/ 70 h 140"/>
              <a:gd name="T20" fmla="*/ 97 w 113"/>
              <a:gd name="T21" fmla="*/ 125 h 140"/>
              <a:gd name="T22" fmla="*/ 56 w 113"/>
              <a:gd name="T23" fmla="*/ 140 h 140"/>
              <a:gd name="T24" fmla="*/ 25 w 113"/>
              <a:gd name="T25" fmla="*/ 128 h 140"/>
              <a:gd name="T26" fmla="*/ 21 w 113"/>
              <a:gd name="T27" fmla="*/ 125 h 140"/>
              <a:gd name="T28" fmla="*/ 16 w 113"/>
              <a:gd name="T29" fmla="*/ 137 h 140"/>
              <a:gd name="T30" fmla="*/ 10 w 113"/>
              <a:gd name="T31" fmla="*/ 137 h 140"/>
              <a:gd name="T32" fmla="*/ 1 w 113"/>
              <a:gd name="T33" fmla="*/ 89 h 140"/>
              <a:gd name="T34" fmla="*/ 10 w 113"/>
              <a:gd name="T35" fmla="*/ 87 h 140"/>
              <a:gd name="T36" fmla="*/ 13 w 113"/>
              <a:gd name="T37" fmla="*/ 95 h 140"/>
              <a:gd name="T38" fmla="*/ 36 w 113"/>
              <a:gd name="T39" fmla="*/ 122 h 140"/>
              <a:gd name="T40" fmla="*/ 69 w 113"/>
              <a:gd name="T41" fmla="*/ 128 h 140"/>
              <a:gd name="T42" fmla="*/ 85 w 113"/>
              <a:gd name="T43" fmla="*/ 119 h 140"/>
              <a:gd name="T44" fmla="*/ 81 w 113"/>
              <a:gd name="T45" fmla="*/ 86 h 140"/>
              <a:gd name="T46" fmla="*/ 63 w 113"/>
              <a:gd name="T47" fmla="*/ 79 h 140"/>
              <a:gd name="T48" fmla="*/ 38 w 113"/>
              <a:gd name="T49" fmla="*/ 71 h 140"/>
              <a:gd name="T50" fmla="*/ 19 w 113"/>
              <a:gd name="T51" fmla="*/ 62 h 140"/>
              <a:gd name="T52" fmla="*/ 15 w 113"/>
              <a:gd name="T53" fmla="*/ 13 h 140"/>
              <a:gd name="T54" fmla="*/ 51 w 113"/>
              <a:gd name="T55" fmla="*/ 0 h 140"/>
              <a:gd name="T56" fmla="*/ 81 w 113"/>
              <a:gd name="T57" fmla="*/ 10 h 140"/>
              <a:gd name="T58" fmla="*/ 82 w 113"/>
              <a:gd name="T59" fmla="*/ 11 h 140"/>
              <a:gd name="T60" fmla="*/ 83 w 113"/>
              <a:gd name="T61" fmla="*/ 11 h 140"/>
              <a:gd name="T62" fmla="*/ 87 w 113"/>
              <a:gd name="T63" fmla="*/ 2 h 140"/>
              <a:gd name="T64" fmla="*/ 93 w 113"/>
              <a:gd name="T65" fmla="*/ 2 h 140"/>
              <a:gd name="T66" fmla="*/ 103 w 113"/>
              <a:gd name="T67" fmla="*/ 44 h 140"/>
            </a:gdLst>
            <a:rect l="0" t="0" r="r" b="b"/>
            <a:pathLst>
              <a:path w="113" h="140">
                <a:moveTo>
                  <a:pt x="103" y="44"/>
                </a:moveTo>
                <a:cubicBezTo>
                  <a:pt x="100" y="45"/>
                  <a:pt x="98" y="45"/>
                  <a:pt x="95" y="46"/>
                </a:cubicBezTo>
                <a:cubicBezTo>
                  <a:pt x="94" y="44"/>
                  <a:pt x="93" y="43"/>
                  <a:pt x="92" y="41"/>
                </a:cubicBezTo>
                <a:cubicBezTo>
                  <a:pt x="87" y="32"/>
                  <a:pt x="81" y="24"/>
                  <a:pt x="72" y="18"/>
                </a:cubicBezTo>
                <a:cubicBezTo>
                  <a:pt x="61" y="11"/>
                  <a:pt x="50" y="9"/>
                  <a:pt x="38" y="12"/>
                </a:cubicBezTo>
                <a:cubicBezTo>
                  <a:pt x="33" y="13"/>
                  <a:pt x="28" y="16"/>
                  <a:pt x="25" y="19"/>
                </a:cubicBezTo>
                <a:cubicBezTo>
                  <a:pt x="18" y="27"/>
                  <a:pt x="19" y="38"/>
                  <a:pt x="26" y="44"/>
                </a:cubicBezTo>
                <a:cubicBezTo>
                  <a:pt x="31" y="49"/>
                  <a:pt x="36" y="51"/>
                  <a:pt x="42" y="53"/>
                </a:cubicBezTo>
                <a:cubicBezTo>
                  <a:pt x="51" y="56"/>
                  <a:pt x="61" y="59"/>
                  <a:pt x="70" y="62"/>
                </a:cubicBezTo>
                <a:cubicBezTo>
                  <a:pt x="77" y="64"/>
                  <a:pt x="84" y="67"/>
                  <a:pt x="90" y="70"/>
                </a:cubicBezTo>
                <a:cubicBezTo>
                  <a:pt x="113" y="83"/>
                  <a:pt x="112" y="111"/>
                  <a:pt x="97" y="125"/>
                </a:cubicBezTo>
                <a:cubicBezTo>
                  <a:pt x="85" y="137"/>
                  <a:pt x="71" y="140"/>
                  <a:pt x="56" y="140"/>
                </a:cubicBezTo>
                <a:cubicBezTo>
                  <a:pt x="44" y="139"/>
                  <a:pt x="34" y="135"/>
                  <a:pt x="25" y="128"/>
                </a:cubicBezTo>
                <a:cubicBezTo>
                  <a:pt x="24" y="127"/>
                  <a:pt x="23" y="126"/>
                  <a:pt x="21" y="125"/>
                </a:cubicBezTo>
                <a:cubicBezTo>
                  <a:pt x="19" y="129"/>
                  <a:pt x="18" y="133"/>
                  <a:pt x="16" y="137"/>
                </a:cubicBezTo>
                <a:cubicBezTo>
                  <a:pt x="14" y="137"/>
                  <a:pt x="12" y="137"/>
                  <a:pt x="10" y="137"/>
                </a:cubicBezTo>
                <a:cubicBezTo>
                  <a:pt x="7" y="121"/>
                  <a:pt x="4" y="105"/>
                  <a:pt x="1" y="89"/>
                </a:cubicBezTo>
                <a:cubicBezTo>
                  <a:pt x="4" y="88"/>
                  <a:pt x="7" y="88"/>
                  <a:pt x="10" y="87"/>
                </a:cubicBezTo>
                <a:cubicBezTo>
                  <a:pt x="11" y="90"/>
                  <a:pt x="12" y="93"/>
                  <a:pt x="13" y="95"/>
                </a:cubicBezTo>
                <a:cubicBezTo>
                  <a:pt x="18" y="106"/>
                  <a:pt x="26" y="116"/>
                  <a:pt x="36" y="122"/>
                </a:cubicBezTo>
                <a:cubicBezTo>
                  <a:pt x="46" y="129"/>
                  <a:pt x="57" y="131"/>
                  <a:pt x="69" y="128"/>
                </a:cubicBezTo>
                <a:cubicBezTo>
                  <a:pt x="75" y="127"/>
                  <a:pt x="80" y="123"/>
                  <a:pt x="85" y="119"/>
                </a:cubicBezTo>
                <a:cubicBezTo>
                  <a:pt x="94" y="110"/>
                  <a:pt x="94" y="93"/>
                  <a:pt x="81" y="86"/>
                </a:cubicBezTo>
                <a:cubicBezTo>
                  <a:pt x="75" y="83"/>
                  <a:pt x="69" y="81"/>
                  <a:pt x="63" y="79"/>
                </a:cubicBezTo>
                <a:cubicBezTo>
                  <a:pt x="55" y="76"/>
                  <a:pt x="46" y="74"/>
                  <a:pt x="38" y="71"/>
                </a:cubicBezTo>
                <a:cubicBezTo>
                  <a:pt x="31" y="69"/>
                  <a:pt x="25" y="66"/>
                  <a:pt x="19" y="62"/>
                </a:cubicBezTo>
                <a:cubicBezTo>
                  <a:pt x="1" y="51"/>
                  <a:pt x="0" y="27"/>
                  <a:pt x="15" y="13"/>
                </a:cubicBezTo>
                <a:cubicBezTo>
                  <a:pt x="25" y="3"/>
                  <a:pt x="37" y="0"/>
                  <a:pt x="51" y="0"/>
                </a:cubicBezTo>
                <a:cubicBezTo>
                  <a:pt x="62" y="0"/>
                  <a:pt x="72" y="3"/>
                  <a:pt x="81" y="10"/>
                </a:cubicBezTo>
                <a:cubicBezTo>
                  <a:pt x="81" y="10"/>
                  <a:pt x="81" y="11"/>
                  <a:pt x="82" y="11"/>
                </a:cubicBezTo>
                <a:cubicBezTo>
                  <a:pt x="82" y="11"/>
                  <a:pt x="82" y="11"/>
                  <a:pt x="83" y="11"/>
                </a:cubicBezTo>
                <a:cubicBezTo>
                  <a:pt x="84" y="8"/>
                  <a:pt x="85" y="5"/>
                  <a:pt x="87" y="2"/>
                </a:cubicBezTo>
                <a:cubicBezTo>
                  <a:pt x="89" y="2"/>
                  <a:pt x="91" y="2"/>
                  <a:pt x="93" y="2"/>
                </a:cubicBezTo>
                <a:cubicBezTo>
                  <a:pt x="96" y="16"/>
                  <a:pt x="100" y="30"/>
                  <a:pt x="103" y="4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8" name="Freeform 27">
            <a:extLst xmlns:a="http://schemas.openxmlformats.org/drawingml/2006/main">
              <a:ext uri="{FF2B5EF4-FFF2-40B4-BE49-F238E27FC236}">
                <a16:creationId xmlns:a16="http://schemas.microsoft.com/office/drawing/2014/main" id="{B7FE8638-D19A-4F53-8D06-F9428DCF3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5846" y="688617"/>
            <a:ext cx="57594" cy="68429"/>
          </a:xfrm>
          <a:custGeom xmlns:a="http://schemas.openxmlformats.org/drawingml/2006/main">
            <a:gdLst>
              <a:gd name="T0" fmla="*/ 33 w 113"/>
              <a:gd name="T1" fmla="*/ 78 h 135"/>
              <a:gd name="T2" fmla="*/ 33 w 113"/>
              <a:gd name="T3" fmla="*/ 82 h 135"/>
              <a:gd name="T4" fmla="*/ 33 w 113"/>
              <a:gd name="T5" fmla="*/ 114 h 135"/>
              <a:gd name="T6" fmla="*/ 33 w 113"/>
              <a:gd name="T7" fmla="*/ 118 h 135"/>
              <a:gd name="T8" fmla="*/ 43 w 113"/>
              <a:gd name="T9" fmla="*/ 128 h 135"/>
              <a:gd name="T10" fmla="*/ 49 w 113"/>
              <a:gd name="T11" fmla="*/ 128 h 135"/>
              <a:gd name="T12" fmla="*/ 49 w 113"/>
              <a:gd name="T13" fmla="*/ 135 h 135"/>
              <a:gd name="T14" fmla="*/ 0 w 113"/>
              <a:gd name="T15" fmla="*/ 135 h 135"/>
              <a:gd name="T16" fmla="*/ 0 w 113"/>
              <a:gd name="T17" fmla="*/ 128 h 135"/>
              <a:gd name="T18" fmla="*/ 8 w 113"/>
              <a:gd name="T19" fmla="*/ 127 h 135"/>
              <a:gd name="T20" fmla="*/ 15 w 113"/>
              <a:gd name="T21" fmla="*/ 120 h 135"/>
              <a:gd name="T22" fmla="*/ 15 w 113"/>
              <a:gd name="T23" fmla="*/ 114 h 135"/>
              <a:gd name="T24" fmla="*/ 15 w 113"/>
              <a:gd name="T25" fmla="*/ 21 h 135"/>
              <a:gd name="T26" fmla="*/ 15 w 113"/>
              <a:gd name="T27" fmla="*/ 14 h 135"/>
              <a:gd name="T28" fmla="*/ 9 w 113"/>
              <a:gd name="T29" fmla="*/ 9 h 135"/>
              <a:gd name="T30" fmla="*/ 0 w 113"/>
              <a:gd name="T31" fmla="*/ 8 h 135"/>
              <a:gd name="T32" fmla="*/ 0 w 113"/>
              <a:gd name="T33" fmla="*/ 1 h 135"/>
              <a:gd name="T34" fmla="*/ 4 w 113"/>
              <a:gd name="T35" fmla="*/ 0 h 135"/>
              <a:gd name="T36" fmla="*/ 56 w 113"/>
              <a:gd name="T37" fmla="*/ 0 h 135"/>
              <a:gd name="T38" fmla="*/ 73 w 113"/>
              <a:gd name="T39" fmla="*/ 1 h 135"/>
              <a:gd name="T40" fmla="*/ 106 w 113"/>
              <a:gd name="T41" fmla="*/ 50 h 135"/>
              <a:gd name="T42" fmla="*/ 78 w 113"/>
              <a:gd name="T43" fmla="*/ 76 h 135"/>
              <a:gd name="T44" fmla="*/ 55 w 113"/>
              <a:gd name="T45" fmla="*/ 78 h 135"/>
              <a:gd name="T46" fmla="*/ 33 w 113"/>
              <a:gd name="T47" fmla="*/ 78 h 135"/>
              <a:gd name="T48" fmla="*/ 33 w 113"/>
              <a:gd name="T49" fmla="*/ 68 h 135"/>
              <a:gd name="T50" fmla="*/ 67 w 113"/>
              <a:gd name="T51" fmla="*/ 67 h 135"/>
              <a:gd name="T52" fmla="*/ 85 w 113"/>
              <a:gd name="T53" fmla="*/ 52 h 135"/>
              <a:gd name="T54" fmla="*/ 87 w 113"/>
              <a:gd name="T55" fmla="*/ 29 h 135"/>
              <a:gd name="T56" fmla="*/ 66 w 113"/>
              <a:gd name="T57" fmla="*/ 11 h 135"/>
              <a:gd name="T58" fmla="*/ 34 w 113"/>
              <a:gd name="T59" fmla="*/ 11 h 135"/>
              <a:gd name="T60" fmla="*/ 33 w 113"/>
              <a:gd name="T61" fmla="*/ 11 h 135"/>
              <a:gd name="T62" fmla="*/ 33 w 113"/>
              <a:gd name="T63" fmla="*/ 68 h 135"/>
            </a:gdLst>
            <a:rect l="0" t="0" r="r" b="b"/>
            <a:pathLst>
              <a:path w="113" h="135">
                <a:moveTo>
                  <a:pt x="33" y="78"/>
                </a:moveTo>
                <a:cubicBezTo>
                  <a:pt x="33" y="80"/>
                  <a:pt x="33" y="81"/>
                  <a:pt x="33" y="82"/>
                </a:cubicBezTo>
                <a:cubicBezTo>
                  <a:pt x="33" y="93"/>
                  <a:pt x="33" y="103"/>
                  <a:pt x="33" y="114"/>
                </a:cubicBezTo>
                <a:cubicBezTo>
                  <a:pt x="33" y="115"/>
                  <a:pt x="33" y="117"/>
                  <a:pt x="33" y="118"/>
                </a:cubicBezTo>
                <a:cubicBezTo>
                  <a:pt x="34" y="125"/>
                  <a:pt x="35" y="127"/>
                  <a:pt x="43" y="128"/>
                </a:cubicBezTo>
                <a:cubicBezTo>
                  <a:pt x="45" y="128"/>
                  <a:pt x="47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6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8" y="127"/>
                </a:cubicBezTo>
                <a:cubicBezTo>
                  <a:pt x="13" y="126"/>
                  <a:pt x="14" y="125"/>
                  <a:pt x="15" y="120"/>
                </a:cubicBezTo>
                <a:cubicBezTo>
                  <a:pt x="15" y="118"/>
                  <a:pt x="15" y="116"/>
                  <a:pt x="15" y="114"/>
                </a:cubicBezTo>
                <a:cubicBezTo>
                  <a:pt x="16" y="83"/>
                  <a:pt x="16" y="52"/>
                  <a:pt x="15" y="21"/>
                </a:cubicBezTo>
                <a:cubicBezTo>
                  <a:pt x="15" y="19"/>
                  <a:pt x="15" y="16"/>
                  <a:pt x="15" y="14"/>
                </a:cubicBezTo>
                <a:cubicBezTo>
                  <a:pt x="14" y="11"/>
                  <a:pt x="12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1" y="0"/>
                  <a:pt x="3" y="0"/>
                  <a:pt x="4" y="0"/>
                </a:cubicBezTo>
                <a:cubicBezTo>
                  <a:pt x="21" y="0"/>
                  <a:pt x="39" y="0"/>
                  <a:pt x="56" y="0"/>
                </a:cubicBezTo>
                <a:cubicBezTo>
                  <a:pt x="62" y="0"/>
                  <a:pt x="68" y="1"/>
                  <a:pt x="73" y="1"/>
                </a:cubicBezTo>
                <a:cubicBezTo>
                  <a:pt x="98" y="4"/>
                  <a:pt x="113" y="26"/>
                  <a:pt x="106" y="50"/>
                </a:cubicBezTo>
                <a:cubicBezTo>
                  <a:pt x="102" y="64"/>
                  <a:pt x="93" y="73"/>
                  <a:pt x="78" y="76"/>
                </a:cubicBezTo>
                <a:cubicBezTo>
                  <a:pt x="70" y="77"/>
                  <a:pt x="63" y="77"/>
                  <a:pt x="55" y="78"/>
                </a:cubicBezTo>
                <a:cubicBezTo>
                  <a:pt x="48" y="78"/>
                  <a:pt x="41" y="78"/>
                  <a:pt x="33" y="78"/>
                </a:cubicBezTo>
                <a:close/>
                <a:moveTo>
                  <a:pt x="33" y="68"/>
                </a:moveTo>
                <a:cubicBezTo>
                  <a:pt x="45" y="67"/>
                  <a:pt x="56" y="68"/>
                  <a:pt x="67" y="67"/>
                </a:cubicBezTo>
                <a:cubicBezTo>
                  <a:pt x="76" y="66"/>
                  <a:pt x="82" y="60"/>
                  <a:pt x="85" y="52"/>
                </a:cubicBezTo>
                <a:cubicBezTo>
                  <a:pt x="89" y="45"/>
                  <a:pt x="89" y="37"/>
                  <a:pt x="87" y="29"/>
                </a:cubicBezTo>
                <a:cubicBezTo>
                  <a:pt x="84" y="19"/>
                  <a:pt x="78" y="12"/>
                  <a:pt x="66" y="11"/>
                </a:cubicBezTo>
                <a:cubicBezTo>
                  <a:pt x="56" y="11"/>
                  <a:pt x="45" y="11"/>
                  <a:pt x="34" y="11"/>
                </a:cubicBezTo>
                <a:cubicBezTo>
                  <a:pt x="34" y="11"/>
                  <a:pt x="34" y="11"/>
                  <a:pt x="33" y="11"/>
                </a:cubicBezTo>
                <a:cubicBezTo>
                  <a:pt x="33" y="30"/>
                  <a:pt x="33" y="48"/>
                  <a:pt x="33" y="6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A63985C3-5010-49B8-B9E9-45C6AECCD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5017" y="689187"/>
            <a:ext cx="67859" cy="70140"/>
          </a:xfrm>
          <a:custGeom xmlns:a="http://schemas.openxmlformats.org/drawingml/2006/main">
            <a:gdLst>
              <a:gd name="T0" fmla="*/ 49 w 133"/>
              <a:gd name="T1" fmla="*/ 0 h 138"/>
              <a:gd name="T2" fmla="*/ 49 w 133"/>
              <a:gd name="T3" fmla="*/ 7 h 138"/>
              <a:gd name="T4" fmla="*/ 41 w 133"/>
              <a:gd name="T5" fmla="*/ 8 h 138"/>
              <a:gd name="T6" fmla="*/ 34 w 133"/>
              <a:gd name="T7" fmla="*/ 15 h 138"/>
              <a:gd name="T8" fmla="*/ 33 w 133"/>
              <a:gd name="T9" fmla="*/ 23 h 138"/>
              <a:gd name="T10" fmla="*/ 33 w 133"/>
              <a:gd name="T11" fmla="*/ 83 h 138"/>
              <a:gd name="T12" fmla="*/ 34 w 133"/>
              <a:gd name="T13" fmla="*/ 96 h 138"/>
              <a:gd name="T14" fmla="*/ 60 w 133"/>
              <a:gd name="T15" fmla="*/ 124 h 138"/>
              <a:gd name="T16" fmla="*/ 100 w 133"/>
              <a:gd name="T17" fmla="*/ 110 h 138"/>
              <a:gd name="T18" fmla="*/ 106 w 133"/>
              <a:gd name="T19" fmla="*/ 94 h 138"/>
              <a:gd name="T20" fmla="*/ 107 w 133"/>
              <a:gd name="T21" fmla="*/ 80 h 138"/>
              <a:gd name="T22" fmla="*/ 107 w 133"/>
              <a:gd name="T23" fmla="*/ 24 h 138"/>
              <a:gd name="T24" fmla="*/ 106 w 133"/>
              <a:gd name="T25" fmla="*/ 15 h 138"/>
              <a:gd name="T26" fmla="*/ 97 w 133"/>
              <a:gd name="T27" fmla="*/ 8 h 138"/>
              <a:gd name="T28" fmla="*/ 91 w 133"/>
              <a:gd name="T29" fmla="*/ 7 h 138"/>
              <a:gd name="T30" fmla="*/ 91 w 133"/>
              <a:gd name="T31" fmla="*/ 0 h 138"/>
              <a:gd name="T32" fmla="*/ 133 w 133"/>
              <a:gd name="T33" fmla="*/ 0 h 138"/>
              <a:gd name="T34" fmla="*/ 133 w 133"/>
              <a:gd name="T35" fmla="*/ 7 h 138"/>
              <a:gd name="T36" fmla="*/ 126 w 133"/>
              <a:gd name="T37" fmla="*/ 8 h 138"/>
              <a:gd name="T38" fmla="*/ 118 w 133"/>
              <a:gd name="T39" fmla="*/ 15 h 138"/>
              <a:gd name="T40" fmla="*/ 118 w 133"/>
              <a:gd name="T41" fmla="*/ 25 h 138"/>
              <a:gd name="T42" fmla="*/ 117 w 133"/>
              <a:gd name="T43" fmla="*/ 88 h 138"/>
              <a:gd name="T44" fmla="*/ 114 w 133"/>
              <a:gd name="T45" fmla="*/ 105 h 138"/>
              <a:gd name="T46" fmla="*/ 74 w 133"/>
              <a:gd name="T47" fmla="*/ 136 h 138"/>
              <a:gd name="T48" fmla="*/ 35 w 133"/>
              <a:gd name="T49" fmla="*/ 127 h 138"/>
              <a:gd name="T50" fmla="*/ 17 w 133"/>
              <a:gd name="T51" fmla="*/ 96 h 138"/>
              <a:gd name="T52" fmla="*/ 16 w 133"/>
              <a:gd name="T53" fmla="*/ 83 h 138"/>
              <a:gd name="T54" fmla="*/ 16 w 133"/>
              <a:gd name="T55" fmla="*/ 25 h 138"/>
              <a:gd name="T56" fmla="*/ 16 w 133"/>
              <a:gd name="T57" fmla="*/ 15 h 138"/>
              <a:gd name="T58" fmla="*/ 8 w 133"/>
              <a:gd name="T59" fmla="*/ 8 h 138"/>
              <a:gd name="T60" fmla="*/ 0 w 133"/>
              <a:gd name="T61" fmla="*/ 7 h 138"/>
              <a:gd name="T62" fmla="*/ 0 w 133"/>
              <a:gd name="T63" fmla="*/ 0 h 138"/>
              <a:gd name="T64" fmla="*/ 49 w 133"/>
              <a:gd name="T65" fmla="*/ 0 h 138"/>
            </a:gdLst>
            <a:rect l="0" t="0" r="r" b="b"/>
            <a:pathLst>
              <a:path w="133" h="138">
                <a:moveTo>
                  <a:pt x="49" y="0"/>
                </a:move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1" y="8"/>
                </a:cubicBezTo>
                <a:cubicBezTo>
                  <a:pt x="36" y="8"/>
                  <a:pt x="34" y="10"/>
                  <a:pt x="34" y="15"/>
                </a:cubicBezTo>
                <a:cubicBezTo>
                  <a:pt x="33" y="17"/>
                  <a:pt x="33" y="20"/>
                  <a:pt x="33" y="23"/>
                </a:cubicBezTo>
                <a:cubicBezTo>
                  <a:pt x="33" y="43"/>
                  <a:pt x="33" y="63"/>
                  <a:pt x="33" y="83"/>
                </a:cubicBezTo>
                <a:cubicBezTo>
                  <a:pt x="33" y="87"/>
                  <a:pt x="33" y="92"/>
                  <a:pt x="34" y="96"/>
                </a:cubicBezTo>
                <a:cubicBezTo>
                  <a:pt x="36" y="112"/>
                  <a:pt x="46" y="120"/>
                  <a:pt x="60" y="124"/>
                </a:cubicBezTo>
                <a:cubicBezTo>
                  <a:pt x="76" y="128"/>
                  <a:pt x="89" y="123"/>
                  <a:pt x="100" y="110"/>
                </a:cubicBezTo>
                <a:cubicBezTo>
                  <a:pt x="104" y="106"/>
                  <a:pt x="105" y="100"/>
                  <a:pt x="106" y="94"/>
                </a:cubicBezTo>
                <a:cubicBezTo>
                  <a:pt x="106" y="90"/>
                  <a:pt x="106" y="85"/>
                  <a:pt x="107" y="80"/>
                </a:cubicBezTo>
                <a:cubicBezTo>
                  <a:pt x="107" y="62"/>
                  <a:pt x="107" y="43"/>
                  <a:pt x="107" y="24"/>
                </a:cubicBezTo>
                <a:cubicBezTo>
                  <a:pt x="107" y="21"/>
                  <a:pt x="106" y="18"/>
                  <a:pt x="106" y="15"/>
                </a:cubicBezTo>
                <a:cubicBezTo>
                  <a:pt x="105" y="10"/>
                  <a:pt x="103" y="8"/>
                  <a:pt x="97" y="8"/>
                </a:cubicBezTo>
                <a:cubicBezTo>
                  <a:pt x="95" y="7"/>
                  <a:pt x="93" y="7"/>
                  <a:pt x="91" y="7"/>
                </a:cubicBezTo>
                <a:cubicBezTo>
                  <a:pt x="91" y="4"/>
                  <a:pt x="91" y="2"/>
                  <a:pt x="91" y="0"/>
                </a:cubicBezTo>
                <a:cubicBezTo>
                  <a:pt x="105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1" y="7"/>
                  <a:pt x="128" y="7"/>
                  <a:pt x="126" y="8"/>
                </a:cubicBezTo>
                <a:cubicBezTo>
                  <a:pt x="121" y="8"/>
                  <a:pt x="119" y="11"/>
                  <a:pt x="118" y="15"/>
                </a:cubicBezTo>
                <a:cubicBezTo>
                  <a:pt x="118" y="18"/>
                  <a:pt x="118" y="22"/>
                  <a:pt x="118" y="25"/>
                </a:cubicBezTo>
                <a:cubicBezTo>
                  <a:pt x="117" y="46"/>
                  <a:pt x="118" y="67"/>
                  <a:pt x="117" y="88"/>
                </a:cubicBezTo>
                <a:cubicBezTo>
                  <a:pt x="117" y="94"/>
                  <a:pt x="116" y="99"/>
                  <a:pt x="114" y="105"/>
                </a:cubicBezTo>
                <a:cubicBezTo>
                  <a:pt x="108" y="124"/>
                  <a:pt x="94" y="134"/>
                  <a:pt x="74" y="136"/>
                </a:cubicBezTo>
                <a:cubicBezTo>
                  <a:pt x="60" y="138"/>
                  <a:pt x="47" y="135"/>
                  <a:pt x="35" y="127"/>
                </a:cubicBezTo>
                <a:cubicBezTo>
                  <a:pt x="24" y="120"/>
                  <a:pt x="18" y="109"/>
                  <a:pt x="17" y="96"/>
                </a:cubicBezTo>
                <a:cubicBezTo>
                  <a:pt x="16" y="92"/>
                  <a:pt x="16" y="87"/>
                  <a:pt x="16" y="83"/>
                </a:cubicBezTo>
                <a:cubicBezTo>
                  <a:pt x="16" y="64"/>
                  <a:pt x="16" y="45"/>
                  <a:pt x="16" y="25"/>
                </a:cubicBezTo>
                <a:cubicBezTo>
                  <a:pt x="16" y="22"/>
                  <a:pt x="16" y="18"/>
                  <a:pt x="16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32E10A6A-1753-43EE-BCA7-7CDD52C43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371" y="689187"/>
            <a:ext cx="67288" cy="69569"/>
          </a:xfrm>
          <a:custGeom xmlns:a="http://schemas.openxmlformats.org/drawingml/2006/main">
            <a:gdLst>
              <a:gd name="T0" fmla="*/ 73 w 133"/>
              <a:gd name="T1" fmla="*/ 137 h 137"/>
              <a:gd name="T2" fmla="*/ 64 w 133"/>
              <a:gd name="T3" fmla="*/ 137 h 137"/>
              <a:gd name="T4" fmla="*/ 58 w 133"/>
              <a:gd name="T5" fmla="*/ 133 h 137"/>
              <a:gd name="T6" fmla="*/ 39 w 133"/>
              <a:gd name="T7" fmla="*/ 80 h 137"/>
              <a:gd name="T8" fmla="*/ 17 w 133"/>
              <a:gd name="T9" fmla="*/ 23 h 137"/>
              <a:gd name="T10" fmla="*/ 13 w 133"/>
              <a:gd name="T11" fmla="*/ 14 h 137"/>
              <a:gd name="T12" fmla="*/ 4 w 133"/>
              <a:gd name="T13" fmla="*/ 7 h 137"/>
              <a:gd name="T14" fmla="*/ 0 w 133"/>
              <a:gd name="T15" fmla="*/ 7 h 137"/>
              <a:gd name="T16" fmla="*/ 0 w 133"/>
              <a:gd name="T17" fmla="*/ 0 h 137"/>
              <a:gd name="T18" fmla="*/ 47 w 133"/>
              <a:gd name="T19" fmla="*/ 0 h 137"/>
              <a:gd name="T20" fmla="*/ 47 w 133"/>
              <a:gd name="T21" fmla="*/ 7 h 137"/>
              <a:gd name="T22" fmla="*/ 39 w 133"/>
              <a:gd name="T23" fmla="*/ 8 h 137"/>
              <a:gd name="T24" fmla="*/ 34 w 133"/>
              <a:gd name="T25" fmla="*/ 15 h 137"/>
              <a:gd name="T26" fmla="*/ 35 w 133"/>
              <a:gd name="T27" fmla="*/ 20 h 137"/>
              <a:gd name="T28" fmla="*/ 68 w 133"/>
              <a:gd name="T29" fmla="*/ 112 h 137"/>
              <a:gd name="T30" fmla="*/ 70 w 133"/>
              <a:gd name="T31" fmla="*/ 116 h 137"/>
              <a:gd name="T32" fmla="*/ 72 w 133"/>
              <a:gd name="T33" fmla="*/ 113 h 137"/>
              <a:gd name="T34" fmla="*/ 106 w 133"/>
              <a:gd name="T35" fmla="*/ 18 h 137"/>
              <a:gd name="T36" fmla="*/ 106 w 133"/>
              <a:gd name="T37" fmla="*/ 16 h 137"/>
              <a:gd name="T38" fmla="*/ 101 w 133"/>
              <a:gd name="T39" fmla="*/ 7 h 137"/>
              <a:gd name="T40" fmla="*/ 94 w 133"/>
              <a:gd name="T41" fmla="*/ 7 h 137"/>
              <a:gd name="T42" fmla="*/ 94 w 133"/>
              <a:gd name="T43" fmla="*/ 0 h 137"/>
              <a:gd name="T44" fmla="*/ 133 w 133"/>
              <a:gd name="T45" fmla="*/ 0 h 137"/>
              <a:gd name="T46" fmla="*/ 133 w 133"/>
              <a:gd name="T47" fmla="*/ 7 h 137"/>
              <a:gd name="T48" fmla="*/ 130 w 133"/>
              <a:gd name="T49" fmla="*/ 7 h 137"/>
              <a:gd name="T50" fmla="*/ 119 w 133"/>
              <a:gd name="T51" fmla="*/ 16 h 137"/>
              <a:gd name="T52" fmla="*/ 110 w 133"/>
              <a:gd name="T53" fmla="*/ 38 h 137"/>
              <a:gd name="T54" fmla="*/ 74 w 133"/>
              <a:gd name="T55" fmla="*/ 133 h 137"/>
              <a:gd name="T56" fmla="*/ 73 w 133"/>
              <a:gd name="T57" fmla="*/ 137 h 137"/>
            </a:gdLst>
            <a:rect l="0" t="0" r="r" b="b"/>
            <a:pathLst>
              <a:path w="133" h="137">
                <a:moveTo>
                  <a:pt x="73" y="137"/>
                </a:moveTo>
                <a:cubicBezTo>
                  <a:pt x="69" y="137"/>
                  <a:pt x="66" y="137"/>
                  <a:pt x="64" y="137"/>
                </a:cubicBezTo>
                <a:cubicBezTo>
                  <a:pt x="61" y="137"/>
                  <a:pt x="59" y="136"/>
                  <a:pt x="58" y="133"/>
                </a:cubicBezTo>
                <a:cubicBezTo>
                  <a:pt x="52" y="115"/>
                  <a:pt x="45" y="98"/>
                  <a:pt x="39" y="80"/>
                </a:cubicBezTo>
                <a:cubicBezTo>
                  <a:pt x="31" y="61"/>
                  <a:pt x="24" y="42"/>
                  <a:pt x="17" y="23"/>
                </a:cubicBezTo>
                <a:cubicBezTo>
                  <a:pt x="16" y="20"/>
                  <a:pt x="15" y="17"/>
                  <a:pt x="13" y="14"/>
                </a:cubicBezTo>
                <a:cubicBezTo>
                  <a:pt x="11" y="10"/>
                  <a:pt x="8" y="8"/>
                  <a:pt x="4" y="7"/>
                </a:cubicBezTo>
                <a:cubicBezTo>
                  <a:pt x="3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7" y="0"/>
                </a:cubicBezTo>
                <a:cubicBezTo>
                  <a:pt x="47" y="2"/>
                  <a:pt x="47" y="4"/>
                  <a:pt x="47" y="7"/>
                </a:cubicBezTo>
                <a:cubicBezTo>
                  <a:pt x="44" y="7"/>
                  <a:pt x="42" y="7"/>
                  <a:pt x="39" y="8"/>
                </a:cubicBezTo>
                <a:cubicBezTo>
                  <a:pt x="34" y="8"/>
                  <a:pt x="33" y="10"/>
                  <a:pt x="34" y="15"/>
                </a:cubicBezTo>
                <a:cubicBezTo>
                  <a:pt x="34" y="17"/>
                  <a:pt x="35" y="19"/>
                  <a:pt x="35" y="20"/>
                </a:cubicBezTo>
                <a:cubicBezTo>
                  <a:pt x="46" y="51"/>
                  <a:pt x="57" y="81"/>
                  <a:pt x="68" y="112"/>
                </a:cubicBezTo>
                <a:cubicBezTo>
                  <a:pt x="69" y="113"/>
                  <a:pt x="69" y="114"/>
                  <a:pt x="70" y="116"/>
                </a:cubicBezTo>
                <a:cubicBezTo>
                  <a:pt x="71" y="114"/>
                  <a:pt x="71" y="113"/>
                  <a:pt x="72" y="113"/>
                </a:cubicBezTo>
                <a:cubicBezTo>
                  <a:pt x="83" y="81"/>
                  <a:pt x="94" y="50"/>
                  <a:pt x="106" y="18"/>
                </a:cubicBezTo>
                <a:cubicBezTo>
                  <a:pt x="106" y="17"/>
                  <a:pt x="106" y="17"/>
                  <a:pt x="106" y="16"/>
                </a:cubicBezTo>
                <a:cubicBezTo>
                  <a:pt x="107" y="10"/>
                  <a:pt x="106" y="8"/>
                  <a:pt x="101" y="7"/>
                </a:cubicBezTo>
                <a:cubicBezTo>
                  <a:pt x="98" y="7"/>
                  <a:pt x="96" y="7"/>
                  <a:pt x="94" y="7"/>
                </a:cubicBezTo>
                <a:cubicBezTo>
                  <a:pt x="94" y="4"/>
                  <a:pt x="94" y="2"/>
                  <a:pt x="94" y="0"/>
                </a:cubicBezTo>
                <a:cubicBezTo>
                  <a:pt x="106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2" y="7"/>
                  <a:pt x="131" y="7"/>
                  <a:pt x="130" y="7"/>
                </a:cubicBezTo>
                <a:cubicBezTo>
                  <a:pt x="124" y="8"/>
                  <a:pt x="121" y="11"/>
                  <a:pt x="119" y="16"/>
                </a:cubicBezTo>
                <a:cubicBezTo>
                  <a:pt x="116" y="24"/>
                  <a:pt x="113" y="31"/>
                  <a:pt x="110" y="38"/>
                </a:cubicBezTo>
                <a:cubicBezTo>
                  <a:pt x="98" y="70"/>
                  <a:pt x="86" y="101"/>
                  <a:pt x="74" y="133"/>
                </a:cubicBezTo>
                <a:cubicBezTo>
                  <a:pt x="74" y="134"/>
                  <a:pt x="73" y="135"/>
                  <a:pt x="73" y="13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4211B638-CE78-4358-AE05-565F0BCD6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6484" y="689187"/>
            <a:ext cx="61016" cy="68429"/>
          </a:xfrm>
          <a:custGeom xmlns:a="http://schemas.openxmlformats.org/drawingml/2006/main">
            <a:gdLst>
              <a:gd name="T0" fmla="*/ 85 w 120"/>
              <a:gd name="T1" fmla="*/ 127 h 135"/>
              <a:gd name="T2" fmla="*/ 85 w 120"/>
              <a:gd name="T3" fmla="*/ 134 h 135"/>
              <a:gd name="T4" fmla="*/ 35 w 120"/>
              <a:gd name="T5" fmla="*/ 134 h 135"/>
              <a:gd name="T6" fmla="*/ 35 w 120"/>
              <a:gd name="T7" fmla="*/ 127 h 135"/>
              <a:gd name="T8" fmla="*/ 44 w 120"/>
              <a:gd name="T9" fmla="*/ 126 h 135"/>
              <a:gd name="T10" fmla="*/ 50 w 120"/>
              <a:gd name="T11" fmla="*/ 120 h 135"/>
              <a:gd name="T12" fmla="*/ 51 w 120"/>
              <a:gd name="T13" fmla="*/ 113 h 135"/>
              <a:gd name="T14" fmla="*/ 51 w 120"/>
              <a:gd name="T15" fmla="*/ 85 h 135"/>
              <a:gd name="T16" fmla="*/ 50 w 120"/>
              <a:gd name="T17" fmla="*/ 79 h 135"/>
              <a:gd name="T18" fmla="*/ 17 w 120"/>
              <a:gd name="T19" fmla="*/ 19 h 135"/>
              <a:gd name="T20" fmla="*/ 15 w 120"/>
              <a:gd name="T21" fmla="*/ 15 h 135"/>
              <a:gd name="T22" fmla="*/ 3 w 120"/>
              <a:gd name="T23" fmla="*/ 7 h 135"/>
              <a:gd name="T24" fmla="*/ 0 w 120"/>
              <a:gd name="T25" fmla="*/ 7 h 135"/>
              <a:gd name="T26" fmla="*/ 0 w 120"/>
              <a:gd name="T27" fmla="*/ 0 h 135"/>
              <a:gd name="T28" fmla="*/ 48 w 120"/>
              <a:gd name="T29" fmla="*/ 0 h 135"/>
              <a:gd name="T30" fmla="*/ 48 w 120"/>
              <a:gd name="T31" fmla="*/ 7 h 135"/>
              <a:gd name="T32" fmla="*/ 40 w 120"/>
              <a:gd name="T33" fmla="*/ 7 h 135"/>
              <a:gd name="T34" fmla="*/ 36 w 120"/>
              <a:gd name="T35" fmla="*/ 14 h 135"/>
              <a:gd name="T36" fmla="*/ 37 w 120"/>
              <a:gd name="T37" fmla="*/ 18 h 135"/>
              <a:gd name="T38" fmla="*/ 61 w 120"/>
              <a:gd name="T39" fmla="*/ 64 h 135"/>
              <a:gd name="T40" fmla="*/ 63 w 120"/>
              <a:gd name="T41" fmla="*/ 68 h 135"/>
              <a:gd name="T42" fmla="*/ 66 w 120"/>
              <a:gd name="T43" fmla="*/ 64 h 135"/>
              <a:gd name="T44" fmla="*/ 91 w 120"/>
              <a:gd name="T45" fmla="*/ 18 h 135"/>
              <a:gd name="T46" fmla="*/ 93 w 120"/>
              <a:gd name="T47" fmla="*/ 12 h 135"/>
              <a:gd name="T48" fmla="*/ 90 w 120"/>
              <a:gd name="T49" fmla="*/ 8 h 135"/>
              <a:gd name="T50" fmla="*/ 81 w 120"/>
              <a:gd name="T51" fmla="*/ 7 h 135"/>
              <a:gd name="T52" fmla="*/ 81 w 120"/>
              <a:gd name="T53" fmla="*/ 0 h 135"/>
              <a:gd name="T54" fmla="*/ 120 w 120"/>
              <a:gd name="T55" fmla="*/ 0 h 135"/>
              <a:gd name="T56" fmla="*/ 120 w 120"/>
              <a:gd name="T57" fmla="*/ 7 h 135"/>
              <a:gd name="T58" fmla="*/ 115 w 120"/>
              <a:gd name="T59" fmla="*/ 8 h 135"/>
              <a:gd name="T60" fmla="*/ 108 w 120"/>
              <a:gd name="T61" fmla="*/ 12 h 135"/>
              <a:gd name="T62" fmla="*/ 103 w 120"/>
              <a:gd name="T63" fmla="*/ 19 h 135"/>
              <a:gd name="T64" fmla="*/ 71 w 120"/>
              <a:gd name="T65" fmla="*/ 75 h 135"/>
              <a:gd name="T66" fmla="*/ 69 w 120"/>
              <a:gd name="T67" fmla="*/ 82 h 135"/>
              <a:gd name="T68" fmla="*/ 69 w 120"/>
              <a:gd name="T69" fmla="*/ 111 h 135"/>
              <a:gd name="T70" fmla="*/ 69 w 120"/>
              <a:gd name="T71" fmla="*/ 118 h 135"/>
              <a:gd name="T72" fmla="*/ 77 w 120"/>
              <a:gd name="T73" fmla="*/ 126 h 135"/>
              <a:gd name="T74" fmla="*/ 85 w 120"/>
              <a:gd name="T75" fmla="*/ 127 h 135"/>
            </a:gdLst>
            <a:rect l="0" t="0" r="r" b="b"/>
            <a:pathLst>
              <a:path w="120" h="135">
                <a:moveTo>
                  <a:pt x="85" y="127"/>
                </a:moveTo>
                <a:cubicBezTo>
                  <a:pt x="85" y="130"/>
                  <a:pt x="85" y="132"/>
                  <a:pt x="85" y="134"/>
                </a:cubicBezTo>
                <a:cubicBezTo>
                  <a:pt x="81" y="135"/>
                  <a:pt x="44" y="135"/>
                  <a:pt x="35" y="134"/>
                </a:cubicBezTo>
                <a:cubicBezTo>
                  <a:pt x="35" y="132"/>
                  <a:pt x="35" y="130"/>
                  <a:pt x="35" y="127"/>
                </a:cubicBezTo>
                <a:cubicBezTo>
                  <a:pt x="38" y="127"/>
                  <a:pt x="41" y="126"/>
                  <a:pt x="44" y="126"/>
                </a:cubicBezTo>
                <a:cubicBezTo>
                  <a:pt x="48" y="126"/>
                  <a:pt x="50" y="124"/>
                  <a:pt x="50" y="120"/>
                </a:cubicBezTo>
                <a:cubicBezTo>
                  <a:pt x="51" y="118"/>
                  <a:pt x="51" y="115"/>
                  <a:pt x="51" y="113"/>
                </a:cubicBezTo>
                <a:cubicBezTo>
                  <a:pt x="51" y="104"/>
                  <a:pt x="51" y="95"/>
                  <a:pt x="51" y="85"/>
                </a:cubicBezTo>
                <a:cubicBezTo>
                  <a:pt x="51" y="83"/>
                  <a:pt x="51" y="81"/>
                  <a:pt x="50" y="79"/>
                </a:cubicBezTo>
                <a:cubicBezTo>
                  <a:pt x="39" y="59"/>
                  <a:pt x="28" y="39"/>
                  <a:pt x="17" y="19"/>
                </a:cubicBezTo>
                <a:cubicBezTo>
                  <a:pt x="16" y="17"/>
                  <a:pt x="15" y="16"/>
                  <a:pt x="15" y="15"/>
                </a:cubicBezTo>
                <a:cubicBezTo>
                  <a:pt x="12" y="10"/>
                  <a:pt x="9" y="7"/>
                  <a:pt x="3" y="7"/>
                </a:cubicBezTo>
                <a:cubicBezTo>
                  <a:pt x="2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8" y="0"/>
                </a:cubicBezTo>
                <a:cubicBezTo>
                  <a:pt x="48" y="2"/>
                  <a:pt x="48" y="4"/>
                  <a:pt x="48" y="7"/>
                </a:cubicBezTo>
                <a:cubicBezTo>
                  <a:pt x="45" y="7"/>
                  <a:pt x="42" y="7"/>
                  <a:pt x="40" y="7"/>
                </a:cubicBezTo>
                <a:cubicBezTo>
                  <a:pt x="35" y="8"/>
                  <a:pt x="34" y="10"/>
                  <a:pt x="36" y="14"/>
                </a:cubicBezTo>
                <a:cubicBezTo>
                  <a:pt x="36" y="15"/>
                  <a:pt x="37" y="17"/>
                  <a:pt x="37" y="18"/>
                </a:cubicBezTo>
                <a:cubicBezTo>
                  <a:pt x="45" y="33"/>
                  <a:pt x="53" y="49"/>
                  <a:pt x="61" y="64"/>
                </a:cubicBezTo>
                <a:cubicBezTo>
                  <a:pt x="61" y="65"/>
                  <a:pt x="62" y="66"/>
                  <a:pt x="63" y="68"/>
                </a:cubicBezTo>
                <a:cubicBezTo>
                  <a:pt x="64" y="66"/>
                  <a:pt x="65" y="65"/>
                  <a:pt x="66" y="64"/>
                </a:cubicBezTo>
                <a:cubicBezTo>
                  <a:pt x="74" y="49"/>
                  <a:pt x="82" y="34"/>
                  <a:pt x="91" y="18"/>
                </a:cubicBezTo>
                <a:cubicBezTo>
                  <a:pt x="92" y="16"/>
                  <a:pt x="93" y="14"/>
                  <a:pt x="93" y="12"/>
                </a:cubicBezTo>
                <a:cubicBezTo>
                  <a:pt x="94" y="9"/>
                  <a:pt x="93" y="8"/>
                  <a:pt x="90" y="8"/>
                </a:cubicBezTo>
                <a:cubicBezTo>
                  <a:pt x="87" y="7"/>
                  <a:pt x="85" y="7"/>
                  <a:pt x="81" y="7"/>
                </a:cubicBezTo>
                <a:cubicBezTo>
                  <a:pt x="81" y="4"/>
                  <a:pt x="81" y="2"/>
                  <a:pt x="81" y="0"/>
                </a:cubicBezTo>
                <a:cubicBezTo>
                  <a:pt x="94" y="0"/>
                  <a:pt x="107" y="0"/>
                  <a:pt x="120" y="0"/>
                </a:cubicBezTo>
                <a:cubicBezTo>
                  <a:pt x="120" y="2"/>
                  <a:pt x="120" y="4"/>
                  <a:pt x="120" y="7"/>
                </a:cubicBezTo>
                <a:cubicBezTo>
                  <a:pt x="119" y="7"/>
                  <a:pt x="117" y="7"/>
                  <a:pt x="115" y="8"/>
                </a:cubicBezTo>
                <a:cubicBezTo>
                  <a:pt x="112" y="8"/>
                  <a:pt x="109" y="9"/>
                  <a:pt x="108" y="12"/>
                </a:cubicBezTo>
                <a:cubicBezTo>
                  <a:pt x="106" y="14"/>
                  <a:pt x="104" y="17"/>
                  <a:pt x="103" y="19"/>
                </a:cubicBezTo>
                <a:cubicBezTo>
                  <a:pt x="92" y="38"/>
                  <a:pt x="81" y="56"/>
                  <a:pt x="71" y="75"/>
                </a:cubicBezTo>
                <a:cubicBezTo>
                  <a:pt x="69" y="77"/>
                  <a:pt x="68" y="80"/>
                  <a:pt x="69" y="82"/>
                </a:cubicBezTo>
                <a:cubicBezTo>
                  <a:pt x="69" y="92"/>
                  <a:pt x="69" y="102"/>
                  <a:pt x="69" y="111"/>
                </a:cubicBezTo>
                <a:cubicBezTo>
                  <a:pt x="69" y="114"/>
                  <a:pt x="69" y="116"/>
                  <a:pt x="69" y="118"/>
                </a:cubicBezTo>
                <a:cubicBezTo>
                  <a:pt x="70" y="124"/>
                  <a:pt x="71" y="125"/>
                  <a:pt x="77" y="126"/>
                </a:cubicBezTo>
                <a:cubicBezTo>
                  <a:pt x="80" y="126"/>
                  <a:pt x="82" y="127"/>
                  <a:pt x="85" y="12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00E2BAE8-B42C-4B17-ACB4-5E088DA9D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749" y="686906"/>
            <a:ext cx="58735" cy="70140"/>
          </a:xfrm>
          <a:custGeom xmlns:a="http://schemas.openxmlformats.org/drawingml/2006/main">
            <a:gdLst>
              <a:gd name="T0" fmla="*/ 108 w 116"/>
              <a:gd name="T1" fmla="*/ 42 h 139"/>
              <a:gd name="T2" fmla="*/ 102 w 116"/>
              <a:gd name="T3" fmla="*/ 29 h 139"/>
              <a:gd name="T4" fmla="*/ 72 w 116"/>
              <a:gd name="T5" fmla="*/ 14 h 139"/>
              <a:gd name="T6" fmla="*/ 67 w 116"/>
              <a:gd name="T7" fmla="*/ 18 h 139"/>
              <a:gd name="T8" fmla="*/ 66 w 116"/>
              <a:gd name="T9" fmla="*/ 24 h 139"/>
              <a:gd name="T10" fmla="*/ 66 w 116"/>
              <a:gd name="T11" fmla="*/ 115 h 139"/>
              <a:gd name="T12" fmla="*/ 67 w 116"/>
              <a:gd name="T13" fmla="*/ 123 h 139"/>
              <a:gd name="T14" fmla="*/ 75 w 116"/>
              <a:gd name="T15" fmla="*/ 131 h 139"/>
              <a:gd name="T16" fmla="*/ 83 w 116"/>
              <a:gd name="T17" fmla="*/ 132 h 139"/>
              <a:gd name="T18" fmla="*/ 83 w 116"/>
              <a:gd name="T19" fmla="*/ 139 h 139"/>
              <a:gd name="T20" fmla="*/ 33 w 116"/>
              <a:gd name="T21" fmla="*/ 139 h 139"/>
              <a:gd name="T22" fmla="*/ 33 w 116"/>
              <a:gd name="T23" fmla="*/ 132 h 139"/>
              <a:gd name="T24" fmla="*/ 41 w 116"/>
              <a:gd name="T25" fmla="*/ 131 h 139"/>
              <a:gd name="T26" fmla="*/ 49 w 116"/>
              <a:gd name="T27" fmla="*/ 123 h 139"/>
              <a:gd name="T28" fmla="*/ 49 w 116"/>
              <a:gd name="T29" fmla="*/ 118 h 139"/>
              <a:gd name="T30" fmla="*/ 49 w 116"/>
              <a:gd name="T31" fmla="*/ 22 h 139"/>
              <a:gd name="T32" fmla="*/ 41 w 116"/>
              <a:gd name="T33" fmla="*/ 14 h 139"/>
              <a:gd name="T34" fmla="*/ 32 w 116"/>
              <a:gd name="T35" fmla="*/ 15 h 139"/>
              <a:gd name="T36" fmla="*/ 18 w 116"/>
              <a:gd name="T37" fmla="*/ 23 h 139"/>
              <a:gd name="T38" fmla="*/ 11 w 116"/>
              <a:gd name="T39" fmla="*/ 36 h 139"/>
              <a:gd name="T40" fmla="*/ 8 w 116"/>
              <a:gd name="T41" fmla="*/ 42 h 139"/>
              <a:gd name="T42" fmla="*/ 0 w 116"/>
              <a:gd name="T43" fmla="*/ 39 h 139"/>
              <a:gd name="T44" fmla="*/ 13 w 116"/>
              <a:gd name="T45" fmla="*/ 0 h 139"/>
              <a:gd name="T46" fmla="*/ 19 w 116"/>
              <a:gd name="T47" fmla="*/ 0 h 139"/>
              <a:gd name="T48" fmla="*/ 21 w 116"/>
              <a:gd name="T49" fmla="*/ 4 h 139"/>
              <a:gd name="T50" fmla="*/ 95 w 116"/>
              <a:gd name="T51" fmla="*/ 4 h 139"/>
              <a:gd name="T52" fmla="*/ 97 w 116"/>
              <a:gd name="T53" fmla="*/ 0 h 139"/>
              <a:gd name="T54" fmla="*/ 103 w 116"/>
              <a:gd name="T55" fmla="*/ 0 h 139"/>
              <a:gd name="T56" fmla="*/ 116 w 116"/>
              <a:gd name="T57" fmla="*/ 39 h 139"/>
              <a:gd name="T58" fmla="*/ 108 w 116"/>
              <a:gd name="T59" fmla="*/ 42 h 139"/>
            </a:gdLst>
            <a:rect l="0" t="0" r="r" b="b"/>
            <a:pathLst>
              <a:path w="116" h="139">
                <a:moveTo>
                  <a:pt x="108" y="42"/>
                </a:moveTo>
                <a:cubicBezTo>
                  <a:pt x="106" y="37"/>
                  <a:pt x="104" y="33"/>
                  <a:pt x="102" y="29"/>
                </a:cubicBezTo>
                <a:cubicBezTo>
                  <a:pt x="96" y="17"/>
                  <a:pt x="85" y="13"/>
                  <a:pt x="72" y="14"/>
                </a:cubicBezTo>
                <a:cubicBezTo>
                  <a:pt x="68" y="14"/>
                  <a:pt x="67" y="15"/>
                  <a:pt x="67" y="18"/>
                </a:cubicBezTo>
                <a:cubicBezTo>
                  <a:pt x="66" y="20"/>
                  <a:pt x="66" y="22"/>
                  <a:pt x="66" y="24"/>
                </a:cubicBezTo>
                <a:cubicBezTo>
                  <a:pt x="66" y="54"/>
                  <a:pt x="66" y="85"/>
                  <a:pt x="66" y="115"/>
                </a:cubicBezTo>
                <a:cubicBezTo>
                  <a:pt x="66" y="118"/>
                  <a:pt x="67" y="120"/>
                  <a:pt x="67" y="123"/>
                </a:cubicBezTo>
                <a:cubicBezTo>
                  <a:pt x="68" y="128"/>
                  <a:pt x="70" y="130"/>
                  <a:pt x="75" y="131"/>
                </a:cubicBezTo>
                <a:cubicBezTo>
                  <a:pt x="78" y="131"/>
                  <a:pt x="80" y="132"/>
                  <a:pt x="83" y="132"/>
                </a:cubicBezTo>
                <a:cubicBezTo>
                  <a:pt x="83" y="134"/>
                  <a:pt x="83" y="137"/>
                  <a:pt x="83" y="139"/>
                </a:cubicBezTo>
                <a:cubicBezTo>
                  <a:pt x="66" y="139"/>
                  <a:pt x="50" y="139"/>
                  <a:pt x="33" y="139"/>
                </a:cubicBezTo>
                <a:cubicBezTo>
                  <a:pt x="33" y="137"/>
                  <a:pt x="33" y="135"/>
                  <a:pt x="33" y="132"/>
                </a:cubicBezTo>
                <a:cubicBezTo>
                  <a:pt x="36" y="132"/>
                  <a:pt x="39" y="131"/>
                  <a:pt x="41" y="131"/>
                </a:cubicBezTo>
                <a:cubicBezTo>
                  <a:pt x="47" y="130"/>
                  <a:pt x="49" y="128"/>
                  <a:pt x="49" y="123"/>
                </a:cubicBezTo>
                <a:cubicBezTo>
                  <a:pt x="49" y="121"/>
                  <a:pt x="49" y="120"/>
                  <a:pt x="49" y="118"/>
                </a:cubicBezTo>
                <a:cubicBezTo>
                  <a:pt x="49" y="86"/>
                  <a:pt x="49" y="54"/>
                  <a:pt x="49" y="22"/>
                </a:cubicBezTo>
                <a:cubicBezTo>
                  <a:pt x="49" y="14"/>
                  <a:pt x="49" y="13"/>
                  <a:pt x="41" y="14"/>
                </a:cubicBezTo>
                <a:cubicBezTo>
                  <a:pt x="38" y="14"/>
                  <a:pt x="35" y="14"/>
                  <a:pt x="32" y="15"/>
                </a:cubicBezTo>
                <a:cubicBezTo>
                  <a:pt x="26" y="16"/>
                  <a:pt x="21" y="18"/>
                  <a:pt x="18" y="23"/>
                </a:cubicBezTo>
                <a:cubicBezTo>
                  <a:pt x="15" y="27"/>
                  <a:pt x="13" y="32"/>
                  <a:pt x="11" y="36"/>
                </a:cubicBezTo>
                <a:cubicBezTo>
                  <a:pt x="10" y="38"/>
                  <a:pt x="9" y="40"/>
                  <a:pt x="8" y="42"/>
                </a:cubicBezTo>
                <a:cubicBezTo>
                  <a:pt x="5" y="41"/>
                  <a:pt x="3" y="40"/>
                  <a:pt x="0" y="39"/>
                </a:cubicBezTo>
                <a:cubicBezTo>
                  <a:pt x="5" y="26"/>
                  <a:pt x="9" y="13"/>
                  <a:pt x="13" y="0"/>
                </a:cubicBezTo>
                <a:cubicBezTo>
                  <a:pt x="15" y="0"/>
                  <a:pt x="17" y="0"/>
                  <a:pt x="19" y="0"/>
                </a:cubicBezTo>
                <a:cubicBezTo>
                  <a:pt x="20" y="1"/>
                  <a:pt x="20" y="3"/>
                  <a:pt x="21" y="4"/>
                </a:cubicBezTo>
                <a:cubicBezTo>
                  <a:pt x="46" y="4"/>
                  <a:pt x="70" y="4"/>
                  <a:pt x="95" y="4"/>
                </a:cubicBezTo>
                <a:cubicBezTo>
                  <a:pt x="95" y="3"/>
                  <a:pt x="96" y="1"/>
                  <a:pt x="97" y="0"/>
                </a:cubicBezTo>
                <a:cubicBezTo>
                  <a:pt x="98" y="0"/>
                  <a:pt x="100" y="0"/>
                  <a:pt x="103" y="0"/>
                </a:cubicBezTo>
                <a:cubicBezTo>
                  <a:pt x="107" y="13"/>
                  <a:pt x="112" y="26"/>
                  <a:pt x="116" y="39"/>
                </a:cubicBezTo>
                <a:cubicBezTo>
                  <a:pt x="113" y="40"/>
                  <a:pt x="111" y="41"/>
                  <a:pt x="108" y="42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3" name="Freeform 33">
            <a:extLst xmlns:a="http://schemas.openxmlformats.org/drawingml/2006/main">
              <a:ext uri="{FF2B5EF4-FFF2-40B4-BE49-F238E27FC236}">
                <a16:creationId xmlns:a16="http://schemas.microsoft.com/office/drawing/2014/main" id="{4A826EB3-C34B-42B3-AA5F-550D4C6A0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1440" y="689187"/>
            <a:ext cx="25090" cy="67859"/>
          </a:xfrm>
          <a:custGeom xmlns:a="http://schemas.openxmlformats.org/drawingml/2006/main">
            <a:gdLst>
              <a:gd name="T0" fmla="*/ 0 w 50"/>
              <a:gd name="T1" fmla="*/ 134 h 134"/>
              <a:gd name="T2" fmla="*/ 0 w 50"/>
              <a:gd name="T3" fmla="*/ 127 h 134"/>
              <a:gd name="T4" fmla="*/ 9 w 50"/>
              <a:gd name="T5" fmla="*/ 126 h 134"/>
              <a:gd name="T6" fmla="*/ 16 w 50"/>
              <a:gd name="T7" fmla="*/ 119 h 134"/>
              <a:gd name="T8" fmla="*/ 16 w 50"/>
              <a:gd name="T9" fmla="*/ 113 h 134"/>
              <a:gd name="T10" fmla="*/ 16 w 50"/>
              <a:gd name="T11" fmla="*/ 21 h 134"/>
              <a:gd name="T12" fmla="*/ 16 w 50"/>
              <a:gd name="T13" fmla="*/ 13 h 134"/>
              <a:gd name="T14" fmla="*/ 9 w 50"/>
              <a:gd name="T15" fmla="*/ 8 h 134"/>
              <a:gd name="T16" fmla="*/ 1 w 50"/>
              <a:gd name="T17" fmla="*/ 7 h 134"/>
              <a:gd name="T18" fmla="*/ 1 w 50"/>
              <a:gd name="T19" fmla="*/ 0 h 134"/>
              <a:gd name="T20" fmla="*/ 49 w 50"/>
              <a:gd name="T21" fmla="*/ 0 h 134"/>
              <a:gd name="T22" fmla="*/ 49 w 50"/>
              <a:gd name="T23" fmla="*/ 7 h 134"/>
              <a:gd name="T24" fmla="*/ 42 w 50"/>
              <a:gd name="T25" fmla="*/ 8 h 134"/>
              <a:gd name="T26" fmla="*/ 34 w 50"/>
              <a:gd name="T27" fmla="*/ 15 h 134"/>
              <a:gd name="T28" fmla="*/ 33 w 50"/>
              <a:gd name="T29" fmla="*/ 23 h 134"/>
              <a:gd name="T30" fmla="*/ 33 w 50"/>
              <a:gd name="T31" fmla="*/ 113 h 134"/>
              <a:gd name="T32" fmla="*/ 46 w 50"/>
              <a:gd name="T33" fmla="*/ 127 h 134"/>
              <a:gd name="T34" fmla="*/ 49 w 50"/>
              <a:gd name="T35" fmla="*/ 127 h 134"/>
              <a:gd name="T36" fmla="*/ 50 w 50"/>
              <a:gd name="T37" fmla="*/ 131 h 134"/>
              <a:gd name="T38" fmla="*/ 49 w 50"/>
              <a:gd name="T39" fmla="*/ 134 h 134"/>
              <a:gd name="T40" fmla="*/ 0 w 50"/>
              <a:gd name="T41" fmla="*/ 134 h 134"/>
            </a:gdLst>
            <a:rect l="0" t="0" r="r" b="b"/>
            <a:pathLst>
              <a:path w="50" h="134">
                <a:moveTo>
                  <a:pt x="0" y="134"/>
                </a:move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9" y="126"/>
                </a:cubicBezTo>
                <a:cubicBezTo>
                  <a:pt x="13" y="125"/>
                  <a:pt x="15" y="124"/>
                  <a:pt x="16" y="119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18"/>
                  <a:pt x="16" y="16"/>
                  <a:pt x="16" y="13"/>
                </a:cubicBezTo>
                <a:cubicBezTo>
                  <a:pt x="15" y="10"/>
                  <a:pt x="13" y="8"/>
                  <a:pt x="9" y="8"/>
                </a:cubicBezTo>
                <a:cubicBezTo>
                  <a:pt x="6" y="7"/>
                  <a:pt x="4" y="7"/>
                  <a:pt x="1" y="7"/>
                </a:cubicBezTo>
                <a:cubicBezTo>
                  <a:pt x="1" y="4"/>
                  <a:pt x="1" y="2"/>
                  <a:pt x="1" y="0"/>
                </a:cubicBezTo>
                <a:cubicBezTo>
                  <a:pt x="17" y="0"/>
                  <a:pt x="33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7" y="7"/>
                  <a:pt x="44" y="7"/>
                  <a:pt x="42" y="8"/>
                </a:cubicBezTo>
                <a:cubicBezTo>
                  <a:pt x="38" y="8"/>
                  <a:pt x="35" y="10"/>
                  <a:pt x="34" y="15"/>
                </a:cubicBezTo>
                <a:cubicBezTo>
                  <a:pt x="34" y="17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6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8"/>
                  <a:pt x="50" y="129"/>
                  <a:pt x="50" y="131"/>
                </a:cubicBezTo>
                <a:cubicBezTo>
                  <a:pt x="50" y="132"/>
                  <a:pt x="49" y="133"/>
                  <a:pt x="49" y="134"/>
                </a:cubicBezTo>
                <a:cubicBezTo>
                  <a:pt x="33" y="134"/>
                  <a:pt x="17" y="134"/>
                  <a:pt x="0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4" name="Freeform 34">
            <a:extLst xmlns:a="http://schemas.openxmlformats.org/drawingml/2006/main">
              <a:ext uri="{FF2B5EF4-FFF2-40B4-BE49-F238E27FC236}">
                <a16:creationId xmlns:a16="http://schemas.microsoft.com/office/drawing/2014/main" id="{450C1BEE-D88C-4451-852F-DB8929B0A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237" y="689187"/>
            <a:ext cx="24520" cy="68429"/>
          </a:xfrm>
          <a:custGeom xmlns:a="http://schemas.openxmlformats.org/drawingml/2006/main">
            <a:gdLst>
              <a:gd name="T0" fmla="*/ 0 w 49"/>
              <a:gd name="T1" fmla="*/ 7 h 135"/>
              <a:gd name="T2" fmla="*/ 0 w 49"/>
              <a:gd name="T3" fmla="*/ 0 h 135"/>
              <a:gd name="T4" fmla="*/ 49 w 49"/>
              <a:gd name="T5" fmla="*/ 0 h 135"/>
              <a:gd name="T6" fmla="*/ 49 w 49"/>
              <a:gd name="T7" fmla="*/ 7 h 135"/>
              <a:gd name="T8" fmla="*/ 42 w 49"/>
              <a:gd name="T9" fmla="*/ 8 h 135"/>
              <a:gd name="T10" fmla="*/ 34 w 49"/>
              <a:gd name="T11" fmla="*/ 15 h 135"/>
              <a:gd name="T12" fmla="*/ 33 w 49"/>
              <a:gd name="T13" fmla="*/ 23 h 135"/>
              <a:gd name="T14" fmla="*/ 33 w 49"/>
              <a:gd name="T15" fmla="*/ 113 h 135"/>
              <a:gd name="T16" fmla="*/ 46 w 49"/>
              <a:gd name="T17" fmla="*/ 127 h 135"/>
              <a:gd name="T18" fmla="*/ 49 w 49"/>
              <a:gd name="T19" fmla="*/ 127 h 135"/>
              <a:gd name="T20" fmla="*/ 49 w 49"/>
              <a:gd name="T21" fmla="*/ 134 h 135"/>
              <a:gd name="T22" fmla="*/ 0 w 49"/>
              <a:gd name="T23" fmla="*/ 134 h 135"/>
              <a:gd name="T24" fmla="*/ 0 w 49"/>
              <a:gd name="T25" fmla="*/ 127 h 135"/>
              <a:gd name="T26" fmla="*/ 7 w 49"/>
              <a:gd name="T27" fmla="*/ 126 h 135"/>
              <a:gd name="T28" fmla="*/ 16 w 49"/>
              <a:gd name="T29" fmla="*/ 118 h 135"/>
              <a:gd name="T30" fmla="*/ 16 w 49"/>
              <a:gd name="T31" fmla="*/ 113 h 135"/>
              <a:gd name="T32" fmla="*/ 16 w 49"/>
              <a:gd name="T33" fmla="*/ 20 h 135"/>
              <a:gd name="T34" fmla="*/ 15 w 49"/>
              <a:gd name="T35" fmla="*/ 13 h 135"/>
              <a:gd name="T36" fmla="*/ 9 w 49"/>
              <a:gd name="T37" fmla="*/ 8 h 135"/>
              <a:gd name="T38" fmla="*/ 0 w 49"/>
              <a:gd name="T39" fmla="*/ 7 h 135"/>
            </a:gdLst>
            <a:rect l="0" t="0" r="r" b="b"/>
            <a:pathLst>
              <a:path w="49" h="135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5" y="10"/>
                  <a:pt x="34" y="15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5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45" y="135"/>
                  <a:pt x="9" y="135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5" y="127"/>
                  <a:pt x="7" y="126"/>
                </a:cubicBezTo>
                <a:cubicBezTo>
                  <a:pt x="13" y="126"/>
                  <a:pt x="15" y="124"/>
                  <a:pt x="16" y="118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8"/>
                  <a:pt x="15" y="16"/>
                  <a:pt x="15" y="13"/>
                </a:cubicBezTo>
                <a:cubicBezTo>
                  <a:pt x="14" y="10"/>
                  <a:pt x="12" y="8"/>
                  <a:pt x="9" y="8"/>
                </a:cubicBezTo>
                <a:cubicBezTo>
                  <a:pt x="6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5" name="Freeform 35">
            <a:extLst xmlns:a="http://schemas.openxmlformats.org/drawingml/2006/main">
              <a:ext uri="{FF2B5EF4-FFF2-40B4-BE49-F238E27FC236}">
                <a16:creationId xmlns:a16="http://schemas.microsoft.com/office/drawing/2014/main" id="{BCC1358D-9DE0-457D-8C6D-F0D651315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429" y="689187"/>
            <a:ext cx="24520" cy="67859"/>
          </a:xfrm>
          <a:custGeom xmlns:a="http://schemas.openxmlformats.org/drawingml/2006/main">
            <a:gdLst>
              <a:gd name="T0" fmla="*/ 0 w 49"/>
              <a:gd name="T1" fmla="*/ 7 h 134"/>
              <a:gd name="T2" fmla="*/ 0 w 49"/>
              <a:gd name="T3" fmla="*/ 0 h 134"/>
              <a:gd name="T4" fmla="*/ 49 w 49"/>
              <a:gd name="T5" fmla="*/ 0 h 134"/>
              <a:gd name="T6" fmla="*/ 49 w 49"/>
              <a:gd name="T7" fmla="*/ 7 h 134"/>
              <a:gd name="T8" fmla="*/ 42 w 49"/>
              <a:gd name="T9" fmla="*/ 8 h 134"/>
              <a:gd name="T10" fmla="*/ 34 w 49"/>
              <a:gd name="T11" fmla="*/ 15 h 134"/>
              <a:gd name="T12" fmla="*/ 33 w 49"/>
              <a:gd name="T13" fmla="*/ 23 h 134"/>
              <a:gd name="T14" fmla="*/ 33 w 49"/>
              <a:gd name="T15" fmla="*/ 112 h 134"/>
              <a:gd name="T16" fmla="*/ 34 w 49"/>
              <a:gd name="T17" fmla="*/ 120 h 134"/>
              <a:gd name="T18" fmla="*/ 40 w 49"/>
              <a:gd name="T19" fmla="*/ 126 h 134"/>
              <a:gd name="T20" fmla="*/ 49 w 49"/>
              <a:gd name="T21" fmla="*/ 127 h 134"/>
              <a:gd name="T22" fmla="*/ 49 w 49"/>
              <a:gd name="T23" fmla="*/ 134 h 134"/>
              <a:gd name="T24" fmla="*/ 0 w 49"/>
              <a:gd name="T25" fmla="*/ 134 h 134"/>
              <a:gd name="T26" fmla="*/ 0 w 49"/>
              <a:gd name="T27" fmla="*/ 127 h 134"/>
              <a:gd name="T28" fmla="*/ 8 w 49"/>
              <a:gd name="T29" fmla="*/ 126 h 134"/>
              <a:gd name="T30" fmla="*/ 15 w 49"/>
              <a:gd name="T31" fmla="*/ 119 h 134"/>
              <a:gd name="T32" fmla="*/ 16 w 49"/>
              <a:gd name="T33" fmla="*/ 110 h 134"/>
              <a:gd name="T34" fmla="*/ 16 w 49"/>
              <a:gd name="T35" fmla="*/ 25 h 134"/>
              <a:gd name="T36" fmla="*/ 15 w 49"/>
              <a:gd name="T37" fmla="*/ 15 h 134"/>
              <a:gd name="T38" fmla="*/ 8 w 49"/>
              <a:gd name="T39" fmla="*/ 8 h 134"/>
              <a:gd name="T40" fmla="*/ 0 w 49"/>
              <a:gd name="T41" fmla="*/ 7 h 134"/>
            </a:gdLst>
            <a:rect l="0" t="0" r="r" b="b"/>
            <a:pathLst>
              <a:path w="49" h="134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4" y="10"/>
                  <a:pt x="34" y="15"/>
                </a:cubicBezTo>
                <a:cubicBezTo>
                  <a:pt x="33" y="18"/>
                  <a:pt x="33" y="21"/>
                  <a:pt x="33" y="23"/>
                </a:cubicBezTo>
                <a:cubicBezTo>
                  <a:pt x="33" y="53"/>
                  <a:pt x="33" y="83"/>
                  <a:pt x="33" y="112"/>
                </a:cubicBezTo>
                <a:cubicBezTo>
                  <a:pt x="33" y="115"/>
                  <a:pt x="33" y="118"/>
                  <a:pt x="34" y="120"/>
                </a:cubicBezTo>
                <a:cubicBezTo>
                  <a:pt x="34" y="124"/>
                  <a:pt x="36" y="126"/>
                  <a:pt x="40" y="126"/>
                </a:cubicBezTo>
                <a:cubicBezTo>
                  <a:pt x="43" y="126"/>
                  <a:pt x="45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33" y="134"/>
                  <a:pt x="1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8" y="126"/>
                </a:cubicBezTo>
                <a:cubicBezTo>
                  <a:pt x="13" y="125"/>
                  <a:pt x="15" y="123"/>
                  <a:pt x="15" y="119"/>
                </a:cubicBezTo>
                <a:cubicBezTo>
                  <a:pt x="16" y="116"/>
                  <a:pt x="16" y="113"/>
                  <a:pt x="16" y="110"/>
                </a:cubicBezTo>
                <a:cubicBezTo>
                  <a:pt x="16" y="81"/>
                  <a:pt x="16" y="53"/>
                  <a:pt x="16" y="25"/>
                </a:cubicBezTo>
                <a:cubicBezTo>
                  <a:pt x="16" y="21"/>
                  <a:pt x="16" y="18"/>
                  <a:pt x="15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8" name="Freeform 9">
            <a:extLst xmlns:a="http://schemas.openxmlformats.org/drawingml/2006/main">
              <a:ext uri="{FF2B5EF4-FFF2-40B4-BE49-F238E27FC236}">
                <a16:creationId xmlns:a16="http://schemas.microsoft.com/office/drawing/2014/main" id="{280C4F2F-5305-4B22-8233-11FB0C02C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4981" y="365289"/>
            <a:ext cx="164800" cy="184188"/>
          </a:xfrm>
          <a:custGeom xmlns:a="http://schemas.openxmlformats.org/drawingml/2006/main">
            <a:gdLst>
              <a:gd name="T0" fmla="*/ 324 w 325"/>
              <a:gd name="T1" fmla="*/ 106 h 363"/>
              <a:gd name="T2" fmla="*/ 283 w 325"/>
              <a:gd name="T3" fmla="*/ 179 h 363"/>
              <a:gd name="T4" fmla="*/ 247 w 325"/>
              <a:gd name="T5" fmla="*/ 214 h 363"/>
              <a:gd name="T6" fmla="*/ 241 w 325"/>
              <a:gd name="T7" fmla="*/ 228 h 363"/>
              <a:gd name="T8" fmla="*/ 271 w 325"/>
              <a:gd name="T9" fmla="*/ 230 h 363"/>
              <a:gd name="T10" fmla="*/ 282 w 325"/>
              <a:gd name="T11" fmla="*/ 240 h 363"/>
              <a:gd name="T12" fmla="*/ 269 w 325"/>
              <a:gd name="T13" fmla="*/ 277 h 363"/>
              <a:gd name="T14" fmla="*/ 223 w 325"/>
              <a:gd name="T15" fmla="*/ 316 h 363"/>
              <a:gd name="T16" fmla="*/ 176 w 325"/>
              <a:gd name="T17" fmla="*/ 340 h 363"/>
              <a:gd name="T18" fmla="*/ 160 w 325"/>
              <a:gd name="T19" fmla="*/ 339 h 363"/>
              <a:gd name="T20" fmla="*/ 165 w 325"/>
              <a:gd name="T21" fmla="*/ 329 h 363"/>
              <a:gd name="T22" fmla="*/ 195 w 325"/>
              <a:gd name="T23" fmla="*/ 302 h 363"/>
              <a:gd name="T24" fmla="*/ 214 w 325"/>
              <a:gd name="T25" fmla="*/ 282 h 363"/>
              <a:gd name="T26" fmla="*/ 223 w 325"/>
              <a:gd name="T27" fmla="*/ 265 h 363"/>
              <a:gd name="T28" fmla="*/ 220 w 325"/>
              <a:gd name="T29" fmla="*/ 257 h 363"/>
              <a:gd name="T30" fmla="*/ 179 w 325"/>
              <a:gd name="T31" fmla="*/ 289 h 363"/>
              <a:gd name="T32" fmla="*/ 106 w 325"/>
              <a:gd name="T33" fmla="*/ 335 h 363"/>
              <a:gd name="T34" fmla="*/ 20 w 325"/>
              <a:gd name="T35" fmla="*/ 363 h 363"/>
              <a:gd name="T36" fmla="*/ 4 w 325"/>
              <a:gd name="T37" fmla="*/ 360 h 363"/>
              <a:gd name="T38" fmla="*/ 78 w 325"/>
              <a:gd name="T39" fmla="*/ 306 h 363"/>
              <a:gd name="T40" fmla="*/ 102 w 325"/>
              <a:gd name="T41" fmla="*/ 295 h 363"/>
              <a:gd name="T42" fmla="*/ 208 w 325"/>
              <a:gd name="T43" fmla="*/ 238 h 363"/>
              <a:gd name="T44" fmla="*/ 207 w 325"/>
              <a:gd name="T45" fmla="*/ 232 h 363"/>
              <a:gd name="T46" fmla="*/ 171 w 325"/>
              <a:gd name="T47" fmla="*/ 243 h 363"/>
              <a:gd name="T48" fmla="*/ 163 w 325"/>
              <a:gd name="T49" fmla="*/ 239 h 363"/>
              <a:gd name="T50" fmla="*/ 170 w 325"/>
              <a:gd name="T51" fmla="*/ 226 h 363"/>
              <a:gd name="T52" fmla="*/ 154 w 325"/>
              <a:gd name="T53" fmla="*/ 206 h 363"/>
              <a:gd name="T54" fmla="*/ 122 w 325"/>
              <a:gd name="T55" fmla="*/ 224 h 363"/>
              <a:gd name="T56" fmla="*/ 99 w 325"/>
              <a:gd name="T57" fmla="*/ 236 h 363"/>
              <a:gd name="T58" fmla="*/ 100 w 325"/>
              <a:gd name="T59" fmla="*/ 222 h 363"/>
              <a:gd name="T60" fmla="*/ 116 w 325"/>
              <a:gd name="T61" fmla="*/ 204 h 363"/>
              <a:gd name="T62" fmla="*/ 118 w 325"/>
              <a:gd name="T63" fmla="*/ 183 h 363"/>
              <a:gd name="T64" fmla="*/ 116 w 325"/>
              <a:gd name="T65" fmla="*/ 174 h 363"/>
              <a:gd name="T66" fmla="*/ 143 w 325"/>
              <a:gd name="T67" fmla="*/ 167 h 363"/>
              <a:gd name="T68" fmla="*/ 158 w 325"/>
              <a:gd name="T69" fmla="*/ 145 h 363"/>
              <a:gd name="T70" fmla="*/ 147 w 325"/>
              <a:gd name="T71" fmla="*/ 144 h 363"/>
              <a:gd name="T72" fmla="*/ 132 w 325"/>
              <a:gd name="T73" fmla="*/ 141 h 363"/>
              <a:gd name="T74" fmla="*/ 141 w 325"/>
              <a:gd name="T75" fmla="*/ 129 h 363"/>
              <a:gd name="T76" fmla="*/ 140 w 325"/>
              <a:gd name="T77" fmla="*/ 115 h 363"/>
              <a:gd name="T78" fmla="*/ 112 w 325"/>
              <a:gd name="T79" fmla="*/ 96 h 363"/>
              <a:gd name="T80" fmla="*/ 127 w 325"/>
              <a:gd name="T81" fmla="*/ 92 h 363"/>
              <a:gd name="T82" fmla="*/ 167 w 325"/>
              <a:gd name="T83" fmla="*/ 81 h 363"/>
              <a:gd name="T84" fmla="*/ 203 w 325"/>
              <a:gd name="T85" fmla="*/ 36 h 363"/>
              <a:gd name="T86" fmla="*/ 204 w 325"/>
              <a:gd name="T87" fmla="*/ 10 h 363"/>
              <a:gd name="T88" fmla="*/ 216 w 325"/>
              <a:gd name="T89" fmla="*/ 3 h 363"/>
              <a:gd name="T90" fmla="*/ 224 w 325"/>
              <a:gd name="T91" fmla="*/ 56 h 363"/>
              <a:gd name="T92" fmla="*/ 205 w 325"/>
              <a:gd name="T93" fmla="*/ 91 h 363"/>
              <a:gd name="T94" fmla="*/ 208 w 325"/>
              <a:gd name="T95" fmla="*/ 105 h 363"/>
              <a:gd name="T96" fmla="*/ 267 w 325"/>
              <a:gd name="T97" fmla="*/ 87 h 363"/>
              <a:gd name="T98" fmla="*/ 297 w 325"/>
              <a:gd name="T99" fmla="*/ 85 h 363"/>
              <a:gd name="T100" fmla="*/ 309 w 325"/>
              <a:gd name="T101" fmla="*/ 86 h 363"/>
              <a:gd name="T102" fmla="*/ 325 w 325"/>
              <a:gd name="T103" fmla="*/ 104 h 363"/>
              <a:gd name="T104" fmla="*/ 198 w 325"/>
              <a:gd name="T105" fmla="*/ 126 h 363"/>
              <a:gd name="T106" fmla="*/ 164 w 325"/>
              <a:gd name="T107" fmla="*/ 175 h 363"/>
              <a:gd name="T108" fmla="*/ 181 w 325"/>
              <a:gd name="T109" fmla="*/ 191 h 363"/>
              <a:gd name="T110" fmla="*/ 186 w 325"/>
              <a:gd name="T111" fmla="*/ 173 h 363"/>
              <a:gd name="T112" fmla="*/ 199 w 325"/>
              <a:gd name="T113" fmla="*/ 170 h 363"/>
              <a:gd name="T114" fmla="*/ 206 w 325"/>
              <a:gd name="T115" fmla="*/ 204 h 363"/>
              <a:gd name="T116" fmla="*/ 217 w 325"/>
              <a:gd name="T117" fmla="*/ 206 h 363"/>
              <a:gd name="T118" fmla="*/ 229 w 325"/>
              <a:gd name="T119" fmla="*/ 188 h 363"/>
              <a:gd name="T120" fmla="*/ 261 w 325"/>
              <a:gd name="T121" fmla="*/ 141 h 363"/>
              <a:gd name="T122" fmla="*/ 250 w 325"/>
              <a:gd name="T123" fmla="*/ 134 h 363"/>
              <a:gd name="T124" fmla="*/ 206 w 325"/>
              <a:gd name="T125" fmla="*/ 122 h 363"/>
            </a:gdLst>
            <a:rect l="0" t="0" r="r" b="b"/>
            <a:pathLst>
              <a:path w="325" h="363">
                <a:moveTo>
                  <a:pt x="325" y="104"/>
                </a:moveTo>
                <a:cubicBezTo>
                  <a:pt x="325" y="104"/>
                  <a:pt x="324" y="105"/>
                  <a:pt x="324" y="106"/>
                </a:cubicBezTo>
                <a:cubicBezTo>
                  <a:pt x="323" y="108"/>
                  <a:pt x="323" y="111"/>
                  <a:pt x="322" y="114"/>
                </a:cubicBezTo>
                <a:cubicBezTo>
                  <a:pt x="312" y="138"/>
                  <a:pt x="300" y="160"/>
                  <a:pt x="283" y="179"/>
                </a:cubicBezTo>
                <a:cubicBezTo>
                  <a:pt x="275" y="188"/>
                  <a:pt x="267" y="197"/>
                  <a:pt x="259" y="205"/>
                </a:cubicBezTo>
                <a:cubicBezTo>
                  <a:pt x="255" y="209"/>
                  <a:pt x="251" y="211"/>
                  <a:pt x="247" y="214"/>
                </a:cubicBezTo>
                <a:cubicBezTo>
                  <a:pt x="244" y="217"/>
                  <a:pt x="241" y="219"/>
                  <a:pt x="239" y="223"/>
                </a:cubicBezTo>
                <a:cubicBezTo>
                  <a:pt x="237" y="226"/>
                  <a:pt x="238" y="227"/>
                  <a:pt x="241" y="228"/>
                </a:cubicBezTo>
                <a:cubicBezTo>
                  <a:pt x="243" y="228"/>
                  <a:pt x="245" y="228"/>
                  <a:pt x="246" y="228"/>
                </a:cubicBezTo>
                <a:cubicBezTo>
                  <a:pt x="255" y="229"/>
                  <a:pt x="263" y="230"/>
                  <a:pt x="271" y="230"/>
                </a:cubicBezTo>
                <a:cubicBezTo>
                  <a:pt x="272" y="230"/>
                  <a:pt x="274" y="231"/>
                  <a:pt x="275" y="231"/>
                </a:cubicBezTo>
                <a:cubicBezTo>
                  <a:pt x="280" y="233"/>
                  <a:pt x="282" y="235"/>
                  <a:pt x="282" y="240"/>
                </a:cubicBezTo>
                <a:cubicBezTo>
                  <a:pt x="283" y="247"/>
                  <a:pt x="282" y="253"/>
                  <a:pt x="279" y="259"/>
                </a:cubicBezTo>
                <a:cubicBezTo>
                  <a:pt x="277" y="265"/>
                  <a:pt x="273" y="271"/>
                  <a:pt x="269" y="277"/>
                </a:cubicBezTo>
                <a:cubicBezTo>
                  <a:pt x="260" y="289"/>
                  <a:pt x="248" y="298"/>
                  <a:pt x="237" y="307"/>
                </a:cubicBezTo>
                <a:cubicBezTo>
                  <a:pt x="233" y="311"/>
                  <a:pt x="228" y="314"/>
                  <a:pt x="223" y="316"/>
                </a:cubicBezTo>
                <a:cubicBezTo>
                  <a:pt x="213" y="321"/>
                  <a:pt x="203" y="327"/>
                  <a:pt x="193" y="332"/>
                </a:cubicBezTo>
                <a:cubicBezTo>
                  <a:pt x="187" y="334"/>
                  <a:pt x="182" y="337"/>
                  <a:pt x="176" y="340"/>
                </a:cubicBezTo>
                <a:cubicBezTo>
                  <a:pt x="173" y="341"/>
                  <a:pt x="169" y="341"/>
                  <a:pt x="166" y="342"/>
                </a:cubicBezTo>
                <a:cubicBezTo>
                  <a:pt x="164" y="342"/>
                  <a:pt x="161" y="341"/>
                  <a:pt x="160" y="339"/>
                </a:cubicBezTo>
                <a:cubicBezTo>
                  <a:pt x="159" y="337"/>
                  <a:pt x="160" y="335"/>
                  <a:pt x="162" y="333"/>
                </a:cubicBezTo>
                <a:cubicBezTo>
                  <a:pt x="163" y="332"/>
                  <a:pt x="164" y="330"/>
                  <a:pt x="165" y="329"/>
                </a:cubicBezTo>
                <a:cubicBezTo>
                  <a:pt x="173" y="323"/>
                  <a:pt x="181" y="316"/>
                  <a:pt x="189" y="310"/>
                </a:cubicBezTo>
                <a:cubicBezTo>
                  <a:pt x="192" y="307"/>
                  <a:pt x="194" y="305"/>
                  <a:pt x="195" y="302"/>
                </a:cubicBezTo>
                <a:cubicBezTo>
                  <a:pt x="196" y="300"/>
                  <a:pt x="198" y="297"/>
                  <a:pt x="200" y="295"/>
                </a:cubicBezTo>
                <a:cubicBezTo>
                  <a:pt x="205" y="291"/>
                  <a:pt x="210" y="287"/>
                  <a:pt x="214" y="282"/>
                </a:cubicBezTo>
                <a:cubicBezTo>
                  <a:pt x="217" y="280"/>
                  <a:pt x="218" y="278"/>
                  <a:pt x="219" y="275"/>
                </a:cubicBezTo>
                <a:cubicBezTo>
                  <a:pt x="219" y="271"/>
                  <a:pt x="221" y="268"/>
                  <a:pt x="223" y="265"/>
                </a:cubicBezTo>
                <a:cubicBezTo>
                  <a:pt x="225" y="263"/>
                  <a:pt x="227" y="261"/>
                  <a:pt x="229" y="259"/>
                </a:cubicBezTo>
                <a:cubicBezTo>
                  <a:pt x="227" y="256"/>
                  <a:pt x="224" y="256"/>
                  <a:pt x="220" y="257"/>
                </a:cubicBezTo>
                <a:cubicBezTo>
                  <a:pt x="212" y="260"/>
                  <a:pt x="205" y="264"/>
                  <a:pt x="199" y="270"/>
                </a:cubicBezTo>
                <a:cubicBezTo>
                  <a:pt x="192" y="276"/>
                  <a:pt x="186" y="282"/>
                  <a:pt x="179" y="289"/>
                </a:cubicBezTo>
                <a:cubicBezTo>
                  <a:pt x="169" y="299"/>
                  <a:pt x="157" y="307"/>
                  <a:pt x="144" y="314"/>
                </a:cubicBezTo>
                <a:cubicBezTo>
                  <a:pt x="131" y="320"/>
                  <a:pt x="119" y="328"/>
                  <a:pt x="106" y="335"/>
                </a:cubicBezTo>
                <a:cubicBezTo>
                  <a:pt x="89" y="344"/>
                  <a:pt x="72" y="352"/>
                  <a:pt x="53" y="357"/>
                </a:cubicBezTo>
                <a:cubicBezTo>
                  <a:pt x="43" y="361"/>
                  <a:pt x="32" y="363"/>
                  <a:pt x="20" y="363"/>
                </a:cubicBezTo>
                <a:cubicBezTo>
                  <a:pt x="16" y="362"/>
                  <a:pt x="12" y="361"/>
                  <a:pt x="7" y="361"/>
                </a:cubicBezTo>
                <a:cubicBezTo>
                  <a:pt x="6" y="361"/>
                  <a:pt x="5" y="360"/>
                  <a:pt x="4" y="360"/>
                </a:cubicBezTo>
                <a:cubicBezTo>
                  <a:pt x="0" y="358"/>
                  <a:pt x="0" y="355"/>
                  <a:pt x="4" y="352"/>
                </a:cubicBezTo>
                <a:cubicBezTo>
                  <a:pt x="28" y="337"/>
                  <a:pt x="53" y="321"/>
                  <a:pt x="78" y="306"/>
                </a:cubicBezTo>
                <a:cubicBezTo>
                  <a:pt x="84" y="302"/>
                  <a:pt x="91" y="298"/>
                  <a:pt x="98" y="297"/>
                </a:cubicBezTo>
                <a:cubicBezTo>
                  <a:pt x="100" y="296"/>
                  <a:pt x="101" y="295"/>
                  <a:pt x="102" y="295"/>
                </a:cubicBezTo>
                <a:cubicBezTo>
                  <a:pt x="135" y="275"/>
                  <a:pt x="169" y="257"/>
                  <a:pt x="204" y="241"/>
                </a:cubicBezTo>
                <a:cubicBezTo>
                  <a:pt x="205" y="240"/>
                  <a:pt x="207" y="239"/>
                  <a:pt x="208" y="238"/>
                </a:cubicBezTo>
                <a:cubicBezTo>
                  <a:pt x="209" y="237"/>
                  <a:pt x="210" y="235"/>
                  <a:pt x="210" y="234"/>
                </a:cubicBezTo>
                <a:cubicBezTo>
                  <a:pt x="210" y="233"/>
                  <a:pt x="208" y="232"/>
                  <a:pt x="207" y="232"/>
                </a:cubicBezTo>
                <a:cubicBezTo>
                  <a:pt x="201" y="231"/>
                  <a:pt x="196" y="233"/>
                  <a:pt x="190" y="235"/>
                </a:cubicBezTo>
                <a:cubicBezTo>
                  <a:pt x="184" y="238"/>
                  <a:pt x="178" y="240"/>
                  <a:pt x="171" y="243"/>
                </a:cubicBezTo>
                <a:cubicBezTo>
                  <a:pt x="170" y="243"/>
                  <a:pt x="169" y="244"/>
                  <a:pt x="168" y="244"/>
                </a:cubicBezTo>
                <a:cubicBezTo>
                  <a:pt x="164" y="244"/>
                  <a:pt x="163" y="244"/>
                  <a:pt x="163" y="239"/>
                </a:cubicBezTo>
                <a:cubicBezTo>
                  <a:pt x="163" y="236"/>
                  <a:pt x="164" y="233"/>
                  <a:pt x="166" y="231"/>
                </a:cubicBezTo>
                <a:cubicBezTo>
                  <a:pt x="167" y="229"/>
                  <a:pt x="169" y="228"/>
                  <a:pt x="170" y="226"/>
                </a:cubicBezTo>
                <a:cubicBezTo>
                  <a:pt x="172" y="222"/>
                  <a:pt x="172" y="218"/>
                  <a:pt x="168" y="215"/>
                </a:cubicBezTo>
                <a:cubicBezTo>
                  <a:pt x="164" y="212"/>
                  <a:pt x="159" y="209"/>
                  <a:pt x="154" y="206"/>
                </a:cubicBezTo>
                <a:cubicBezTo>
                  <a:pt x="148" y="203"/>
                  <a:pt x="143" y="205"/>
                  <a:pt x="138" y="210"/>
                </a:cubicBezTo>
                <a:cubicBezTo>
                  <a:pt x="133" y="215"/>
                  <a:pt x="128" y="219"/>
                  <a:pt x="122" y="224"/>
                </a:cubicBezTo>
                <a:cubicBezTo>
                  <a:pt x="118" y="228"/>
                  <a:pt x="112" y="231"/>
                  <a:pt x="107" y="235"/>
                </a:cubicBezTo>
                <a:cubicBezTo>
                  <a:pt x="105" y="236"/>
                  <a:pt x="102" y="238"/>
                  <a:pt x="99" y="236"/>
                </a:cubicBezTo>
                <a:cubicBezTo>
                  <a:pt x="97" y="234"/>
                  <a:pt x="97" y="231"/>
                  <a:pt x="98" y="229"/>
                </a:cubicBezTo>
                <a:cubicBezTo>
                  <a:pt x="98" y="226"/>
                  <a:pt x="99" y="224"/>
                  <a:pt x="100" y="222"/>
                </a:cubicBezTo>
                <a:cubicBezTo>
                  <a:pt x="102" y="219"/>
                  <a:pt x="105" y="217"/>
                  <a:pt x="107" y="214"/>
                </a:cubicBezTo>
                <a:cubicBezTo>
                  <a:pt x="110" y="211"/>
                  <a:pt x="113" y="208"/>
                  <a:pt x="116" y="204"/>
                </a:cubicBezTo>
                <a:cubicBezTo>
                  <a:pt x="118" y="202"/>
                  <a:pt x="119" y="198"/>
                  <a:pt x="120" y="195"/>
                </a:cubicBezTo>
                <a:cubicBezTo>
                  <a:pt x="122" y="191"/>
                  <a:pt x="122" y="187"/>
                  <a:pt x="118" y="183"/>
                </a:cubicBezTo>
                <a:cubicBezTo>
                  <a:pt x="116" y="182"/>
                  <a:pt x="115" y="181"/>
                  <a:pt x="115" y="179"/>
                </a:cubicBezTo>
                <a:cubicBezTo>
                  <a:pt x="113" y="177"/>
                  <a:pt x="113" y="175"/>
                  <a:pt x="116" y="174"/>
                </a:cubicBezTo>
                <a:cubicBezTo>
                  <a:pt x="123" y="173"/>
                  <a:pt x="130" y="171"/>
                  <a:pt x="137" y="170"/>
                </a:cubicBezTo>
                <a:cubicBezTo>
                  <a:pt x="140" y="170"/>
                  <a:pt x="141" y="169"/>
                  <a:pt x="143" y="167"/>
                </a:cubicBezTo>
                <a:cubicBezTo>
                  <a:pt x="146" y="163"/>
                  <a:pt x="150" y="159"/>
                  <a:pt x="153" y="155"/>
                </a:cubicBezTo>
                <a:cubicBezTo>
                  <a:pt x="155" y="152"/>
                  <a:pt x="157" y="149"/>
                  <a:pt x="158" y="145"/>
                </a:cubicBezTo>
                <a:cubicBezTo>
                  <a:pt x="159" y="141"/>
                  <a:pt x="157" y="140"/>
                  <a:pt x="154" y="141"/>
                </a:cubicBezTo>
                <a:cubicBezTo>
                  <a:pt x="151" y="141"/>
                  <a:pt x="149" y="142"/>
                  <a:pt x="147" y="144"/>
                </a:cubicBezTo>
                <a:cubicBezTo>
                  <a:pt x="144" y="146"/>
                  <a:pt x="140" y="146"/>
                  <a:pt x="137" y="145"/>
                </a:cubicBezTo>
                <a:cubicBezTo>
                  <a:pt x="134" y="145"/>
                  <a:pt x="133" y="144"/>
                  <a:pt x="132" y="141"/>
                </a:cubicBezTo>
                <a:cubicBezTo>
                  <a:pt x="132" y="139"/>
                  <a:pt x="132" y="137"/>
                  <a:pt x="134" y="135"/>
                </a:cubicBezTo>
                <a:cubicBezTo>
                  <a:pt x="137" y="133"/>
                  <a:pt x="139" y="131"/>
                  <a:pt x="141" y="129"/>
                </a:cubicBezTo>
                <a:cubicBezTo>
                  <a:pt x="143" y="126"/>
                  <a:pt x="144" y="123"/>
                  <a:pt x="144" y="119"/>
                </a:cubicBezTo>
                <a:cubicBezTo>
                  <a:pt x="144" y="116"/>
                  <a:pt x="143" y="115"/>
                  <a:pt x="140" y="115"/>
                </a:cubicBezTo>
                <a:cubicBezTo>
                  <a:pt x="136" y="115"/>
                  <a:pt x="132" y="115"/>
                  <a:pt x="129" y="114"/>
                </a:cubicBezTo>
                <a:cubicBezTo>
                  <a:pt x="119" y="112"/>
                  <a:pt x="114" y="106"/>
                  <a:pt x="112" y="96"/>
                </a:cubicBezTo>
                <a:cubicBezTo>
                  <a:pt x="112" y="91"/>
                  <a:pt x="113" y="90"/>
                  <a:pt x="118" y="91"/>
                </a:cubicBezTo>
                <a:cubicBezTo>
                  <a:pt x="121" y="91"/>
                  <a:pt x="124" y="91"/>
                  <a:pt x="127" y="92"/>
                </a:cubicBezTo>
                <a:cubicBezTo>
                  <a:pt x="137" y="93"/>
                  <a:pt x="146" y="92"/>
                  <a:pt x="155" y="86"/>
                </a:cubicBezTo>
                <a:cubicBezTo>
                  <a:pt x="158" y="83"/>
                  <a:pt x="163" y="82"/>
                  <a:pt x="167" y="81"/>
                </a:cubicBezTo>
                <a:cubicBezTo>
                  <a:pt x="174" y="79"/>
                  <a:pt x="180" y="76"/>
                  <a:pt x="184" y="70"/>
                </a:cubicBezTo>
                <a:cubicBezTo>
                  <a:pt x="193" y="60"/>
                  <a:pt x="200" y="49"/>
                  <a:pt x="203" y="36"/>
                </a:cubicBezTo>
                <a:cubicBezTo>
                  <a:pt x="204" y="30"/>
                  <a:pt x="205" y="23"/>
                  <a:pt x="205" y="17"/>
                </a:cubicBezTo>
                <a:cubicBezTo>
                  <a:pt x="204" y="15"/>
                  <a:pt x="204" y="13"/>
                  <a:pt x="204" y="10"/>
                </a:cubicBezTo>
                <a:cubicBezTo>
                  <a:pt x="204" y="7"/>
                  <a:pt x="204" y="4"/>
                  <a:pt x="207" y="2"/>
                </a:cubicBezTo>
                <a:cubicBezTo>
                  <a:pt x="211" y="0"/>
                  <a:pt x="213" y="2"/>
                  <a:pt x="216" y="3"/>
                </a:cubicBezTo>
                <a:cubicBezTo>
                  <a:pt x="230" y="11"/>
                  <a:pt x="236" y="28"/>
                  <a:pt x="230" y="43"/>
                </a:cubicBezTo>
                <a:cubicBezTo>
                  <a:pt x="229" y="48"/>
                  <a:pt x="226" y="52"/>
                  <a:pt x="224" y="56"/>
                </a:cubicBezTo>
                <a:cubicBezTo>
                  <a:pt x="219" y="64"/>
                  <a:pt x="214" y="72"/>
                  <a:pt x="209" y="80"/>
                </a:cubicBezTo>
                <a:cubicBezTo>
                  <a:pt x="207" y="83"/>
                  <a:pt x="206" y="87"/>
                  <a:pt x="205" y="91"/>
                </a:cubicBezTo>
                <a:cubicBezTo>
                  <a:pt x="204" y="93"/>
                  <a:pt x="203" y="95"/>
                  <a:pt x="203" y="98"/>
                </a:cubicBezTo>
                <a:cubicBezTo>
                  <a:pt x="203" y="102"/>
                  <a:pt x="205" y="104"/>
                  <a:pt x="208" y="105"/>
                </a:cubicBezTo>
                <a:cubicBezTo>
                  <a:pt x="213" y="106"/>
                  <a:pt x="217" y="105"/>
                  <a:pt x="221" y="104"/>
                </a:cubicBezTo>
                <a:cubicBezTo>
                  <a:pt x="236" y="97"/>
                  <a:pt x="251" y="91"/>
                  <a:pt x="267" y="87"/>
                </a:cubicBezTo>
                <a:cubicBezTo>
                  <a:pt x="274" y="85"/>
                  <a:pt x="280" y="84"/>
                  <a:pt x="287" y="82"/>
                </a:cubicBezTo>
                <a:cubicBezTo>
                  <a:pt x="290" y="82"/>
                  <a:pt x="294" y="82"/>
                  <a:pt x="297" y="85"/>
                </a:cubicBezTo>
                <a:cubicBezTo>
                  <a:pt x="299" y="86"/>
                  <a:pt x="301" y="86"/>
                  <a:pt x="304" y="86"/>
                </a:cubicBezTo>
                <a:cubicBezTo>
                  <a:pt x="305" y="87"/>
                  <a:pt x="307" y="86"/>
                  <a:pt x="309" y="86"/>
                </a:cubicBezTo>
                <a:cubicBezTo>
                  <a:pt x="317" y="86"/>
                  <a:pt x="323" y="89"/>
                  <a:pt x="325" y="97"/>
                </a:cubicBezTo>
                <a:cubicBezTo>
                  <a:pt x="325" y="99"/>
                  <a:pt x="325" y="101"/>
                  <a:pt x="325" y="104"/>
                </a:cubicBezTo>
                <a:close/>
                <a:moveTo>
                  <a:pt x="206" y="122"/>
                </a:moveTo>
                <a:cubicBezTo>
                  <a:pt x="203" y="122"/>
                  <a:pt x="200" y="123"/>
                  <a:pt x="198" y="126"/>
                </a:cubicBezTo>
                <a:cubicBezTo>
                  <a:pt x="189" y="138"/>
                  <a:pt x="179" y="150"/>
                  <a:pt x="169" y="162"/>
                </a:cubicBezTo>
                <a:cubicBezTo>
                  <a:pt x="166" y="166"/>
                  <a:pt x="164" y="170"/>
                  <a:pt x="164" y="175"/>
                </a:cubicBezTo>
                <a:cubicBezTo>
                  <a:pt x="162" y="184"/>
                  <a:pt x="165" y="188"/>
                  <a:pt x="173" y="193"/>
                </a:cubicBezTo>
                <a:cubicBezTo>
                  <a:pt x="176" y="195"/>
                  <a:pt x="179" y="194"/>
                  <a:pt x="181" y="191"/>
                </a:cubicBezTo>
                <a:cubicBezTo>
                  <a:pt x="183" y="188"/>
                  <a:pt x="183" y="186"/>
                  <a:pt x="184" y="183"/>
                </a:cubicBezTo>
                <a:cubicBezTo>
                  <a:pt x="185" y="180"/>
                  <a:pt x="185" y="176"/>
                  <a:pt x="186" y="173"/>
                </a:cubicBezTo>
                <a:cubicBezTo>
                  <a:pt x="187" y="171"/>
                  <a:pt x="188" y="168"/>
                  <a:pt x="190" y="167"/>
                </a:cubicBezTo>
                <a:cubicBezTo>
                  <a:pt x="194" y="164"/>
                  <a:pt x="197" y="165"/>
                  <a:pt x="199" y="170"/>
                </a:cubicBezTo>
                <a:cubicBezTo>
                  <a:pt x="199" y="171"/>
                  <a:pt x="199" y="171"/>
                  <a:pt x="199" y="172"/>
                </a:cubicBezTo>
                <a:cubicBezTo>
                  <a:pt x="202" y="183"/>
                  <a:pt x="205" y="193"/>
                  <a:pt x="206" y="204"/>
                </a:cubicBezTo>
                <a:cubicBezTo>
                  <a:pt x="206" y="206"/>
                  <a:pt x="207" y="209"/>
                  <a:pt x="210" y="210"/>
                </a:cubicBezTo>
                <a:cubicBezTo>
                  <a:pt x="214" y="210"/>
                  <a:pt x="215" y="208"/>
                  <a:pt x="217" y="206"/>
                </a:cubicBezTo>
                <a:cubicBezTo>
                  <a:pt x="217" y="205"/>
                  <a:pt x="217" y="205"/>
                  <a:pt x="218" y="204"/>
                </a:cubicBezTo>
                <a:cubicBezTo>
                  <a:pt x="221" y="199"/>
                  <a:pt x="225" y="193"/>
                  <a:pt x="229" y="188"/>
                </a:cubicBezTo>
                <a:cubicBezTo>
                  <a:pt x="237" y="177"/>
                  <a:pt x="246" y="167"/>
                  <a:pt x="255" y="157"/>
                </a:cubicBezTo>
                <a:cubicBezTo>
                  <a:pt x="259" y="152"/>
                  <a:pt x="261" y="147"/>
                  <a:pt x="261" y="141"/>
                </a:cubicBezTo>
                <a:cubicBezTo>
                  <a:pt x="261" y="137"/>
                  <a:pt x="259" y="135"/>
                  <a:pt x="255" y="134"/>
                </a:cubicBezTo>
                <a:cubicBezTo>
                  <a:pt x="253" y="134"/>
                  <a:pt x="251" y="134"/>
                  <a:pt x="250" y="134"/>
                </a:cubicBezTo>
                <a:cubicBezTo>
                  <a:pt x="240" y="131"/>
                  <a:pt x="231" y="129"/>
                  <a:pt x="221" y="126"/>
                </a:cubicBezTo>
                <a:cubicBezTo>
                  <a:pt x="216" y="125"/>
                  <a:pt x="211" y="123"/>
                  <a:pt x="206" y="1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9" name="Freeform 10">
            <a:extLst xmlns:a="http://schemas.openxmlformats.org/drawingml/2006/main">
              <a:ext uri="{FF2B5EF4-FFF2-40B4-BE49-F238E27FC236}">
                <a16:creationId xmlns:a16="http://schemas.microsoft.com/office/drawing/2014/main" id="{E328FDD5-6B7E-4636-9A64-ABEDCE596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8190" y="398363"/>
            <a:ext cx="193882" cy="208139"/>
          </a:xfrm>
          <a:custGeom xmlns:a="http://schemas.openxmlformats.org/drawingml/2006/main">
            <a:gdLst>
              <a:gd name="T0" fmla="*/ 83 w 383"/>
              <a:gd name="T1" fmla="*/ 410 h 411"/>
              <a:gd name="T2" fmla="*/ 111 w 383"/>
              <a:gd name="T3" fmla="*/ 380 h 411"/>
              <a:gd name="T4" fmla="*/ 136 w 383"/>
              <a:gd name="T5" fmla="*/ 371 h 411"/>
              <a:gd name="T6" fmla="*/ 198 w 383"/>
              <a:gd name="T7" fmla="*/ 294 h 411"/>
              <a:gd name="T8" fmla="*/ 201 w 383"/>
              <a:gd name="T9" fmla="*/ 280 h 411"/>
              <a:gd name="T10" fmla="*/ 197 w 383"/>
              <a:gd name="T11" fmla="*/ 274 h 411"/>
              <a:gd name="T12" fmla="*/ 166 w 383"/>
              <a:gd name="T13" fmla="*/ 283 h 411"/>
              <a:gd name="T14" fmla="*/ 144 w 383"/>
              <a:gd name="T15" fmla="*/ 291 h 411"/>
              <a:gd name="T16" fmla="*/ 123 w 383"/>
              <a:gd name="T17" fmla="*/ 305 h 411"/>
              <a:gd name="T18" fmla="*/ 62 w 383"/>
              <a:gd name="T19" fmla="*/ 344 h 411"/>
              <a:gd name="T20" fmla="*/ 34 w 383"/>
              <a:gd name="T21" fmla="*/ 353 h 411"/>
              <a:gd name="T22" fmla="*/ 9 w 383"/>
              <a:gd name="T23" fmla="*/ 344 h 411"/>
              <a:gd name="T24" fmla="*/ 1 w 383"/>
              <a:gd name="T25" fmla="*/ 322 h 411"/>
              <a:gd name="T26" fmla="*/ 0 w 383"/>
              <a:gd name="T27" fmla="*/ 288 h 411"/>
              <a:gd name="T28" fmla="*/ 1 w 383"/>
              <a:gd name="T29" fmla="*/ 283 h 411"/>
              <a:gd name="T30" fmla="*/ 6 w 383"/>
              <a:gd name="T31" fmla="*/ 282 h 411"/>
              <a:gd name="T32" fmla="*/ 8 w 383"/>
              <a:gd name="T33" fmla="*/ 285 h 411"/>
              <a:gd name="T34" fmla="*/ 10 w 383"/>
              <a:gd name="T35" fmla="*/ 290 h 411"/>
              <a:gd name="T36" fmla="*/ 32 w 383"/>
              <a:gd name="T37" fmla="*/ 298 h 411"/>
              <a:gd name="T38" fmla="*/ 46 w 383"/>
              <a:gd name="T39" fmla="*/ 293 h 411"/>
              <a:gd name="T40" fmla="*/ 53 w 383"/>
              <a:gd name="T41" fmla="*/ 291 h 411"/>
              <a:gd name="T42" fmla="*/ 65 w 383"/>
              <a:gd name="T43" fmla="*/ 288 h 411"/>
              <a:gd name="T44" fmla="*/ 100 w 383"/>
              <a:gd name="T45" fmla="*/ 268 h 411"/>
              <a:gd name="T46" fmla="*/ 156 w 383"/>
              <a:gd name="T47" fmla="*/ 244 h 411"/>
              <a:gd name="T48" fmla="*/ 197 w 383"/>
              <a:gd name="T49" fmla="*/ 229 h 411"/>
              <a:gd name="T50" fmla="*/ 203 w 383"/>
              <a:gd name="T51" fmla="*/ 226 h 411"/>
              <a:gd name="T52" fmla="*/ 219 w 383"/>
              <a:gd name="T53" fmla="*/ 204 h 411"/>
              <a:gd name="T54" fmla="*/ 222 w 383"/>
              <a:gd name="T55" fmla="*/ 124 h 411"/>
              <a:gd name="T56" fmla="*/ 210 w 383"/>
              <a:gd name="T57" fmla="*/ 69 h 411"/>
              <a:gd name="T58" fmla="*/ 197 w 383"/>
              <a:gd name="T59" fmla="*/ 36 h 411"/>
              <a:gd name="T60" fmla="*/ 194 w 383"/>
              <a:gd name="T61" fmla="*/ 10 h 411"/>
              <a:gd name="T62" fmla="*/ 205 w 383"/>
              <a:gd name="T63" fmla="*/ 2 h 411"/>
              <a:gd name="T64" fmla="*/ 230 w 383"/>
              <a:gd name="T65" fmla="*/ 7 h 411"/>
              <a:gd name="T66" fmla="*/ 237 w 383"/>
              <a:gd name="T67" fmla="*/ 10 h 411"/>
              <a:gd name="T68" fmla="*/ 248 w 383"/>
              <a:gd name="T69" fmla="*/ 19 h 411"/>
              <a:gd name="T70" fmla="*/ 265 w 383"/>
              <a:gd name="T71" fmla="*/ 29 h 411"/>
              <a:gd name="T72" fmla="*/ 280 w 383"/>
              <a:gd name="T73" fmla="*/ 49 h 411"/>
              <a:gd name="T74" fmla="*/ 278 w 383"/>
              <a:gd name="T75" fmla="*/ 66 h 411"/>
              <a:gd name="T76" fmla="*/ 273 w 383"/>
              <a:gd name="T77" fmla="*/ 72 h 411"/>
              <a:gd name="T78" fmla="*/ 270 w 383"/>
              <a:gd name="T79" fmla="*/ 77 h 411"/>
              <a:gd name="T80" fmla="*/ 271 w 383"/>
              <a:gd name="T81" fmla="*/ 158 h 411"/>
              <a:gd name="T82" fmla="*/ 273 w 383"/>
              <a:gd name="T83" fmla="*/ 179 h 411"/>
              <a:gd name="T84" fmla="*/ 278 w 383"/>
              <a:gd name="T85" fmla="*/ 182 h 411"/>
              <a:gd name="T86" fmla="*/ 313 w 383"/>
              <a:gd name="T87" fmla="*/ 160 h 411"/>
              <a:gd name="T88" fmla="*/ 325 w 383"/>
              <a:gd name="T89" fmla="*/ 144 h 411"/>
              <a:gd name="T90" fmla="*/ 341 w 383"/>
              <a:gd name="T91" fmla="*/ 128 h 411"/>
              <a:gd name="T92" fmla="*/ 369 w 383"/>
              <a:gd name="T93" fmla="*/ 122 h 411"/>
              <a:gd name="T94" fmla="*/ 380 w 383"/>
              <a:gd name="T95" fmla="*/ 141 h 411"/>
              <a:gd name="T96" fmla="*/ 372 w 383"/>
              <a:gd name="T97" fmla="*/ 154 h 411"/>
              <a:gd name="T98" fmla="*/ 355 w 383"/>
              <a:gd name="T99" fmla="*/ 169 h 411"/>
              <a:gd name="T100" fmla="*/ 314 w 383"/>
              <a:gd name="T101" fmla="*/ 199 h 411"/>
              <a:gd name="T102" fmla="*/ 275 w 383"/>
              <a:gd name="T103" fmla="*/ 229 h 411"/>
              <a:gd name="T104" fmla="*/ 271 w 383"/>
              <a:gd name="T105" fmla="*/ 238 h 411"/>
              <a:gd name="T106" fmla="*/ 254 w 383"/>
              <a:gd name="T107" fmla="*/ 310 h 411"/>
              <a:gd name="T108" fmla="*/ 250 w 383"/>
              <a:gd name="T109" fmla="*/ 320 h 411"/>
              <a:gd name="T110" fmla="*/ 247 w 383"/>
              <a:gd name="T111" fmla="*/ 325 h 411"/>
              <a:gd name="T112" fmla="*/ 173 w 383"/>
              <a:gd name="T113" fmla="*/ 386 h 411"/>
              <a:gd name="T114" fmla="*/ 95 w 383"/>
              <a:gd name="T115" fmla="*/ 410 h 411"/>
              <a:gd name="T116" fmla="*/ 88 w 383"/>
              <a:gd name="T117" fmla="*/ 411 h 411"/>
              <a:gd name="T118" fmla="*/ 83 w 383"/>
              <a:gd name="T119" fmla="*/ 410 h 411"/>
            </a:gdLst>
            <a:rect l="0" t="0" r="r" b="b"/>
            <a:pathLst>
              <a:path w="383" h="411">
                <a:moveTo>
                  <a:pt x="83" y="410"/>
                </a:moveTo>
                <a:cubicBezTo>
                  <a:pt x="89" y="396"/>
                  <a:pt x="96" y="385"/>
                  <a:pt x="111" y="380"/>
                </a:cubicBezTo>
                <a:cubicBezTo>
                  <a:pt x="120" y="378"/>
                  <a:pt x="128" y="375"/>
                  <a:pt x="136" y="371"/>
                </a:cubicBezTo>
                <a:cubicBezTo>
                  <a:pt x="168" y="355"/>
                  <a:pt x="188" y="328"/>
                  <a:pt x="198" y="294"/>
                </a:cubicBezTo>
                <a:cubicBezTo>
                  <a:pt x="199" y="289"/>
                  <a:pt x="200" y="284"/>
                  <a:pt x="201" y="280"/>
                </a:cubicBezTo>
                <a:cubicBezTo>
                  <a:pt x="202" y="275"/>
                  <a:pt x="201" y="274"/>
                  <a:pt x="197" y="274"/>
                </a:cubicBezTo>
                <a:cubicBezTo>
                  <a:pt x="186" y="275"/>
                  <a:pt x="176" y="278"/>
                  <a:pt x="166" y="283"/>
                </a:cubicBezTo>
                <a:cubicBezTo>
                  <a:pt x="159" y="286"/>
                  <a:pt x="152" y="289"/>
                  <a:pt x="144" y="291"/>
                </a:cubicBezTo>
                <a:cubicBezTo>
                  <a:pt x="136" y="294"/>
                  <a:pt x="130" y="300"/>
                  <a:pt x="123" y="305"/>
                </a:cubicBezTo>
                <a:cubicBezTo>
                  <a:pt x="105" y="321"/>
                  <a:pt x="84" y="334"/>
                  <a:pt x="62" y="344"/>
                </a:cubicBezTo>
                <a:cubicBezTo>
                  <a:pt x="53" y="348"/>
                  <a:pt x="43" y="351"/>
                  <a:pt x="34" y="353"/>
                </a:cubicBezTo>
                <a:cubicBezTo>
                  <a:pt x="24" y="356"/>
                  <a:pt x="15" y="352"/>
                  <a:pt x="9" y="344"/>
                </a:cubicBezTo>
                <a:cubicBezTo>
                  <a:pt x="4" y="338"/>
                  <a:pt x="1" y="330"/>
                  <a:pt x="1" y="322"/>
                </a:cubicBezTo>
                <a:cubicBezTo>
                  <a:pt x="1" y="310"/>
                  <a:pt x="0" y="299"/>
                  <a:pt x="0" y="288"/>
                </a:cubicBezTo>
                <a:cubicBezTo>
                  <a:pt x="0" y="286"/>
                  <a:pt x="0" y="284"/>
                  <a:pt x="1" y="283"/>
                </a:cubicBezTo>
                <a:cubicBezTo>
                  <a:pt x="1" y="280"/>
                  <a:pt x="4" y="279"/>
                  <a:pt x="6" y="282"/>
                </a:cubicBezTo>
                <a:cubicBezTo>
                  <a:pt x="7" y="283"/>
                  <a:pt x="7" y="284"/>
                  <a:pt x="8" y="285"/>
                </a:cubicBezTo>
                <a:cubicBezTo>
                  <a:pt x="9" y="286"/>
                  <a:pt x="9" y="288"/>
                  <a:pt x="10" y="290"/>
                </a:cubicBezTo>
                <a:cubicBezTo>
                  <a:pt x="16" y="297"/>
                  <a:pt x="23" y="301"/>
                  <a:pt x="32" y="298"/>
                </a:cubicBezTo>
                <a:cubicBezTo>
                  <a:pt x="37" y="297"/>
                  <a:pt x="41" y="295"/>
                  <a:pt x="46" y="293"/>
                </a:cubicBezTo>
                <a:cubicBezTo>
                  <a:pt x="48" y="292"/>
                  <a:pt x="51" y="291"/>
                  <a:pt x="53" y="291"/>
                </a:cubicBezTo>
                <a:cubicBezTo>
                  <a:pt x="58" y="292"/>
                  <a:pt x="61" y="290"/>
                  <a:pt x="65" y="288"/>
                </a:cubicBezTo>
                <a:cubicBezTo>
                  <a:pt x="77" y="282"/>
                  <a:pt x="89" y="275"/>
                  <a:pt x="100" y="268"/>
                </a:cubicBezTo>
                <a:cubicBezTo>
                  <a:pt x="118" y="258"/>
                  <a:pt x="137" y="251"/>
                  <a:pt x="156" y="244"/>
                </a:cubicBezTo>
                <a:cubicBezTo>
                  <a:pt x="169" y="239"/>
                  <a:pt x="183" y="234"/>
                  <a:pt x="197" y="229"/>
                </a:cubicBezTo>
                <a:cubicBezTo>
                  <a:pt x="199" y="228"/>
                  <a:pt x="201" y="227"/>
                  <a:pt x="203" y="226"/>
                </a:cubicBezTo>
                <a:cubicBezTo>
                  <a:pt x="212" y="222"/>
                  <a:pt x="218" y="215"/>
                  <a:pt x="219" y="204"/>
                </a:cubicBezTo>
                <a:cubicBezTo>
                  <a:pt x="221" y="178"/>
                  <a:pt x="223" y="151"/>
                  <a:pt x="222" y="124"/>
                </a:cubicBezTo>
                <a:cubicBezTo>
                  <a:pt x="221" y="105"/>
                  <a:pt x="218" y="87"/>
                  <a:pt x="210" y="69"/>
                </a:cubicBezTo>
                <a:cubicBezTo>
                  <a:pt x="205" y="58"/>
                  <a:pt x="201" y="47"/>
                  <a:pt x="197" y="36"/>
                </a:cubicBezTo>
                <a:cubicBezTo>
                  <a:pt x="194" y="28"/>
                  <a:pt x="193" y="19"/>
                  <a:pt x="194" y="10"/>
                </a:cubicBezTo>
                <a:cubicBezTo>
                  <a:pt x="194" y="4"/>
                  <a:pt x="199" y="0"/>
                  <a:pt x="205" y="2"/>
                </a:cubicBezTo>
                <a:cubicBezTo>
                  <a:pt x="213" y="4"/>
                  <a:pt x="222" y="5"/>
                  <a:pt x="230" y="7"/>
                </a:cubicBezTo>
                <a:cubicBezTo>
                  <a:pt x="233" y="7"/>
                  <a:pt x="235" y="9"/>
                  <a:pt x="237" y="10"/>
                </a:cubicBezTo>
                <a:cubicBezTo>
                  <a:pt x="241" y="13"/>
                  <a:pt x="244" y="16"/>
                  <a:pt x="248" y="19"/>
                </a:cubicBezTo>
                <a:cubicBezTo>
                  <a:pt x="253" y="23"/>
                  <a:pt x="259" y="26"/>
                  <a:pt x="265" y="29"/>
                </a:cubicBezTo>
                <a:cubicBezTo>
                  <a:pt x="274" y="33"/>
                  <a:pt x="279" y="40"/>
                  <a:pt x="280" y="49"/>
                </a:cubicBezTo>
                <a:cubicBezTo>
                  <a:pt x="280" y="55"/>
                  <a:pt x="280" y="60"/>
                  <a:pt x="278" y="66"/>
                </a:cubicBezTo>
                <a:cubicBezTo>
                  <a:pt x="277" y="68"/>
                  <a:pt x="275" y="70"/>
                  <a:pt x="273" y="72"/>
                </a:cubicBezTo>
                <a:cubicBezTo>
                  <a:pt x="271" y="74"/>
                  <a:pt x="270" y="75"/>
                  <a:pt x="270" y="77"/>
                </a:cubicBezTo>
                <a:cubicBezTo>
                  <a:pt x="271" y="104"/>
                  <a:pt x="271" y="131"/>
                  <a:pt x="271" y="158"/>
                </a:cubicBezTo>
                <a:cubicBezTo>
                  <a:pt x="272" y="165"/>
                  <a:pt x="272" y="172"/>
                  <a:pt x="273" y="179"/>
                </a:cubicBezTo>
                <a:cubicBezTo>
                  <a:pt x="274" y="183"/>
                  <a:pt x="275" y="184"/>
                  <a:pt x="278" y="182"/>
                </a:cubicBezTo>
                <a:cubicBezTo>
                  <a:pt x="291" y="176"/>
                  <a:pt x="303" y="170"/>
                  <a:pt x="313" y="160"/>
                </a:cubicBezTo>
                <a:cubicBezTo>
                  <a:pt x="317" y="155"/>
                  <a:pt x="321" y="150"/>
                  <a:pt x="325" y="144"/>
                </a:cubicBezTo>
                <a:cubicBezTo>
                  <a:pt x="330" y="138"/>
                  <a:pt x="335" y="132"/>
                  <a:pt x="341" y="128"/>
                </a:cubicBezTo>
                <a:cubicBezTo>
                  <a:pt x="350" y="122"/>
                  <a:pt x="359" y="120"/>
                  <a:pt x="369" y="122"/>
                </a:cubicBezTo>
                <a:cubicBezTo>
                  <a:pt x="379" y="124"/>
                  <a:pt x="383" y="131"/>
                  <a:pt x="380" y="141"/>
                </a:cubicBezTo>
                <a:cubicBezTo>
                  <a:pt x="379" y="146"/>
                  <a:pt x="376" y="151"/>
                  <a:pt x="372" y="154"/>
                </a:cubicBezTo>
                <a:cubicBezTo>
                  <a:pt x="367" y="160"/>
                  <a:pt x="361" y="165"/>
                  <a:pt x="355" y="169"/>
                </a:cubicBezTo>
                <a:cubicBezTo>
                  <a:pt x="341" y="178"/>
                  <a:pt x="328" y="189"/>
                  <a:pt x="314" y="199"/>
                </a:cubicBezTo>
                <a:cubicBezTo>
                  <a:pt x="301" y="209"/>
                  <a:pt x="289" y="219"/>
                  <a:pt x="275" y="229"/>
                </a:cubicBezTo>
                <a:cubicBezTo>
                  <a:pt x="272" y="232"/>
                  <a:pt x="271" y="234"/>
                  <a:pt x="271" y="238"/>
                </a:cubicBezTo>
                <a:cubicBezTo>
                  <a:pt x="267" y="263"/>
                  <a:pt x="262" y="287"/>
                  <a:pt x="254" y="310"/>
                </a:cubicBezTo>
                <a:cubicBezTo>
                  <a:pt x="253" y="314"/>
                  <a:pt x="251" y="317"/>
                  <a:pt x="250" y="320"/>
                </a:cubicBezTo>
                <a:cubicBezTo>
                  <a:pt x="249" y="322"/>
                  <a:pt x="249" y="324"/>
                  <a:pt x="247" y="325"/>
                </a:cubicBezTo>
                <a:cubicBezTo>
                  <a:pt x="226" y="349"/>
                  <a:pt x="202" y="371"/>
                  <a:pt x="173" y="386"/>
                </a:cubicBezTo>
                <a:cubicBezTo>
                  <a:pt x="149" y="400"/>
                  <a:pt x="123" y="408"/>
                  <a:pt x="95" y="410"/>
                </a:cubicBezTo>
                <a:cubicBezTo>
                  <a:pt x="93" y="410"/>
                  <a:pt x="90" y="411"/>
                  <a:pt x="88" y="411"/>
                </a:cubicBezTo>
                <a:cubicBezTo>
                  <a:pt x="87" y="411"/>
                  <a:pt x="85" y="411"/>
                  <a:pt x="83" y="4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0" name="Freeform 11">
            <a:extLst xmlns:a="http://schemas.openxmlformats.org/drawingml/2006/main">
              <a:ext uri="{FF2B5EF4-FFF2-40B4-BE49-F238E27FC236}">
                <a16:creationId xmlns:a16="http://schemas.microsoft.com/office/drawing/2014/main" id="{9DE9338A-AED5-4535-A036-40A1A2047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4135" y="400644"/>
            <a:ext cx="98081" cy="227527"/>
          </a:xfrm>
          <a:custGeom xmlns:a="http://schemas.openxmlformats.org/drawingml/2006/main">
            <a:gdLst>
              <a:gd name="T0" fmla="*/ 127 w 193"/>
              <a:gd name="T1" fmla="*/ 371 h 449"/>
              <a:gd name="T2" fmla="*/ 63 w 193"/>
              <a:gd name="T3" fmla="*/ 417 h 449"/>
              <a:gd name="T4" fmla="*/ 47 w 193"/>
              <a:gd name="T5" fmla="*/ 433 h 449"/>
              <a:gd name="T6" fmla="*/ 7 w 193"/>
              <a:gd name="T7" fmla="*/ 434 h 449"/>
              <a:gd name="T8" fmla="*/ 1 w 193"/>
              <a:gd name="T9" fmla="*/ 383 h 449"/>
              <a:gd name="T10" fmla="*/ 33 w 193"/>
              <a:gd name="T11" fmla="*/ 331 h 449"/>
              <a:gd name="T12" fmla="*/ 49 w 193"/>
              <a:gd name="T13" fmla="*/ 286 h 449"/>
              <a:gd name="T14" fmla="*/ 50 w 193"/>
              <a:gd name="T15" fmla="*/ 233 h 449"/>
              <a:gd name="T16" fmla="*/ 38 w 193"/>
              <a:gd name="T17" fmla="*/ 207 h 449"/>
              <a:gd name="T18" fmla="*/ 54 w 193"/>
              <a:gd name="T19" fmla="*/ 201 h 449"/>
              <a:gd name="T20" fmla="*/ 75 w 193"/>
              <a:gd name="T21" fmla="*/ 209 h 449"/>
              <a:gd name="T22" fmla="*/ 107 w 193"/>
              <a:gd name="T23" fmla="*/ 223 h 449"/>
              <a:gd name="T24" fmla="*/ 126 w 193"/>
              <a:gd name="T25" fmla="*/ 233 h 449"/>
              <a:gd name="T26" fmla="*/ 133 w 193"/>
              <a:gd name="T27" fmla="*/ 231 h 449"/>
              <a:gd name="T28" fmla="*/ 135 w 193"/>
              <a:gd name="T29" fmla="*/ 200 h 449"/>
              <a:gd name="T30" fmla="*/ 133 w 193"/>
              <a:gd name="T31" fmla="*/ 99 h 449"/>
              <a:gd name="T32" fmla="*/ 105 w 193"/>
              <a:gd name="T33" fmla="*/ 55 h 449"/>
              <a:gd name="T34" fmla="*/ 77 w 193"/>
              <a:gd name="T35" fmla="*/ 9 h 449"/>
              <a:gd name="T36" fmla="*/ 95 w 193"/>
              <a:gd name="T37" fmla="*/ 6 h 449"/>
              <a:gd name="T38" fmla="*/ 165 w 193"/>
              <a:gd name="T39" fmla="*/ 52 h 449"/>
              <a:gd name="T40" fmla="*/ 189 w 193"/>
              <a:gd name="T41" fmla="*/ 83 h 449"/>
              <a:gd name="T42" fmla="*/ 189 w 193"/>
              <a:gd name="T43" fmla="*/ 292 h 449"/>
              <a:gd name="T44" fmla="*/ 165 w 193"/>
              <a:gd name="T45" fmla="*/ 409 h 449"/>
              <a:gd name="T46" fmla="*/ 145 w 193"/>
              <a:gd name="T47" fmla="*/ 428 h 449"/>
              <a:gd name="T48" fmla="*/ 134 w 193"/>
              <a:gd name="T49" fmla="*/ 415 h 449"/>
              <a:gd name="T50" fmla="*/ 131 w 193"/>
              <a:gd name="T51" fmla="*/ 367 h 449"/>
              <a:gd name="T52" fmla="*/ 124 w 193"/>
              <a:gd name="T53" fmla="*/ 264 h 449"/>
              <a:gd name="T54" fmla="*/ 102 w 193"/>
              <a:gd name="T55" fmla="*/ 280 h 449"/>
              <a:gd name="T56" fmla="*/ 81 w 193"/>
              <a:gd name="T57" fmla="*/ 296 h 449"/>
              <a:gd name="T58" fmla="*/ 59 w 193"/>
              <a:gd name="T59" fmla="*/ 331 h 449"/>
              <a:gd name="T60" fmla="*/ 31 w 193"/>
              <a:gd name="T61" fmla="*/ 373 h 449"/>
              <a:gd name="T62" fmla="*/ 46 w 193"/>
              <a:gd name="T63" fmla="*/ 382 h 449"/>
              <a:gd name="T64" fmla="*/ 78 w 193"/>
              <a:gd name="T65" fmla="*/ 363 h 449"/>
              <a:gd name="T66" fmla="*/ 114 w 193"/>
              <a:gd name="T67" fmla="*/ 346 h 449"/>
              <a:gd name="T68" fmla="*/ 133 w 193"/>
              <a:gd name="T69" fmla="*/ 325 h 449"/>
              <a:gd name="T70" fmla="*/ 132 w 193"/>
              <a:gd name="T71" fmla="*/ 255 h 449"/>
            </a:gdLst>
            <a:rect l="0" t="0" r="r" b="b"/>
            <a:pathLst>
              <a:path w="193" h="449">
                <a:moveTo>
                  <a:pt x="131" y="367"/>
                </a:moveTo>
                <a:cubicBezTo>
                  <a:pt x="129" y="369"/>
                  <a:pt x="128" y="370"/>
                  <a:pt x="127" y="371"/>
                </a:cubicBezTo>
                <a:cubicBezTo>
                  <a:pt x="112" y="385"/>
                  <a:pt x="97" y="397"/>
                  <a:pt x="80" y="408"/>
                </a:cubicBezTo>
                <a:cubicBezTo>
                  <a:pt x="74" y="411"/>
                  <a:pt x="69" y="414"/>
                  <a:pt x="63" y="417"/>
                </a:cubicBezTo>
                <a:cubicBezTo>
                  <a:pt x="61" y="419"/>
                  <a:pt x="59" y="420"/>
                  <a:pt x="57" y="422"/>
                </a:cubicBezTo>
                <a:cubicBezTo>
                  <a:pt x="54" y="426"/>
                  <a:pt x="50" y="430"/>
                  <a:pt x="47" y="433"/>
                </a:cubicBezTo>
                <a:cubicBezTo>
                  <a:pt x="44" y="436"/>
                  <a:pt x="41" y="439"/>
                  <a:pt x="38" y="441"/>
                </a:cubicBezTo>
                <a:cubicBezTo>
                  <a:pt x="27" y="449"/>
                  <a:pt x="13" y="446"/>
                  <a:pt x="7" y="434"/>
                </a:cubicBezTo>
                <a:cubicBezTo>
                  <a:pt x="4" y="428"/>
                  <a:pt x="2" y="421"/>
                  <a:pt x="1" y="415"/>
                </a:cubicBezTo>
                <a:cubicBezTo>
                  <a:pt x="0" y="404"/>
                  <a:pt x="0" y="394"/>
                  <a:pt x="1" y="383"/>
                </a:cubicBezTo>
                <a:cubicBezTo>
                  <a:pt x="2" y="379"/>
                  <a:pt x="3" y="374"/>
                  <a:pt x="7" y="372"/>
                </a:cubicBezTo>
                <a:cubicBezTo>
                  <a:pt x="20" y="361"/>
                  <a:pt x="28" y="346"/>
                  <a:pt x="33" y="331"/>
                </a:cubicBezTo>
                <a:cubicBezTo>
                  <a:pt x="36" y="325"/>
                  <a:pt x="37" y="319"/>
                  <a:pt x="39" y="313"/>
                </a:cubicBezTo>
                <a:cubicBezTo>
                  <a:pt x="42" y="304"/>
                  <a:pt x="45" y="294"/>
                  <a:pt x="49" y="286"/>
                </a:cubicBezTo>
                <a:cubicBezTo>
                  <a:pt x="56" y="272"/>
                  <a:pt x="56" y="258"/>
                  <a:pt x="53" y="244"/>
                </a:cubicBezTo>
                <a:cubicBezTo>
                  <a:pt x="52" y="240"/>
                  <a:pt x="51" y="237"/>
                  <a:pt x="50" y="233"/>
                </a:cubicBezTo>
                <a:cubicBezTo>
                  <a:pt x="49" y="229"/>
                  <a:pt x="47" y="225"/>
                  <a:pt x="44" y="221"/>
                </a:cubicBezTo>
                <a:cubicBezTo>
                  <a:pt x="42" y="217"/>
                  <a:pt x="39" y="212"/>
                  <a:pt x="38" y="207"/>
                </a:cubicBezTo>
                <a:cubicBezTo>
                  <a:pt x="36" y="202"/>
                  <a:pt x="38" y="199"/>
                  <a:pt x="44" y="199"/>
                </a:cubicBezTo>
                <a:cubicBezTo>
                  <a:pt x="48" y="199"/>
                  <a:pt x="51" y="199"/>
                  <a:pt x="54" y="201"/>
                </a:cubicBezTo>
                <a:cubicBezTo>
                  <a:pt x="55" y="202"/>
                  <a:pt x="56" y="203"/>
                  <a:pt x="57" y="203"/>
                </a:cubicBezTo>
                <a:cubicBezTo>
                  <a:pt x="62" y="208"/>
                  <a:pt x="68" y="209"/>
                  <a:pt x="75" y="209"/>
                </a:cubicBezTo>
                <a:cubicBezTo>
                  <a:pt x="83" y="209"/>
                  <a:pt x="90" y="212"/>
                  <a:pt x="96" y="218"/>
                </a:cubicBezTo>
                <a:cubicBezTo>
                  <a:pt x="99" y="221"/>
                  <a:pt x="103" y="223"/>
                  <a:pt x="107" y="223"/>
                </a:cubicBezTo>
                <a:cubicBezTo>
                  <a:pt x="110" y="223"/>
                  <a:pt x="112" y="224"/>
                  <a:pt x="115" y="225"/>
                </a:cubicBezTo>
                <a:cubicBezTo>
                  <a:pt x="120" y="226"/>
                  <a:pt x="124" y="229"/>
                  <a:pt x="126" y="233"/>
                </a:cubicBezTo>
                <a:cubicBezTo>
                  <a:pt x="126" y="234"/>
                  <a:pt x="127" y="235"/>
                  <a:pt x="128" y="236"/>
                </a:cubicBezTo>
                <a:cubicBezTo>
                  <a:pt x="131" y="236"/>
                  <a:pt x="132" y="234"/>
                  <a:pt x="133" y="231"/>
                </a:cubicBezTo>
                <a:cubicBezTo>
                  <a:pt x="134" y="229"/>
                  <a:pt x="134" y="227"/>
                  <a:pt x="134" y="225"/>
                </a:cubicBezTo>
                <a:cubicBezTo>
                  <a:pt x="134" y="217"/>
                  <a:pt x="134" y="208"/>
                  <a:pt x="135" y="200"/>
                </a:cubicBezTo>
                <a:cubicBezTo>
                  <a:pt x="137" y="176"/>
                  <a:pt x="139" y="151"/>
                  <a:pt x="137" y="127"/>
                </a:cubicBezTo>
                <a:cubicBezTo>
                  <a:pt x="137" y="118"/>
                  <a:pt x="135" y="109"/>
                  <a:pt x="133" y="99"/>
                </a:cubicBezTo>
                <a:cubicBezTo>
                  <a:pt x="132" y="90"/>
                  <a:pt x="127" y="81"/>
                  <a:pt x="121" y="74"/>
                </a:cubicBezTo>
                <a:cubicBezTo>
                  <a:pt x="116" y="67"/>
                  <a:pt x="111" y="61"/>
                  <a:pt x="105" y="55"/>
                </a:cubicBezTo>
                <a:cubicBezTo>
                  <a:pt x="98" y="46"/>
                  <a:pt x="90" y="36"/>
                  <a:pt x="83" y="27"/>
                </a:cubicBezTo>
                <a:cubicBezTo>
                  <a:pt x="79" y="22"/>
                  <a:pt x="77" y="15"/>
                  <a:pt x="77" y="9"/>
                </a:cubicBezTo>
                <a:cubicBezTo>
                  <a:pt x="77" y="3"/>
                  <a:pt x="80" y="0"/>
                  <a:pt x="86" y="2"/>
                </a:cubicBezTo>
                <a:cubicBezTo>
                  <a:pt x="89" y="2"/>
                  <a:pt x="92" y="4"/>
                  <a:pt x="95" y="6"/>
                </a:cubicBezTo>
                <a:cubicBezTo>
                  <a:pt x="105" y="15"/>
                  <a:pt x="116" y="22"/>
                  <a:pt x="128" y="28"/>
                </a:cubicBezTo>
                <a:cubicBezTo>
                  <a:pt x="141" y="35"/>
                  <a:pt x="154" y="43"/>
                  <a:pt x="165" y="52"/>
                </a:cubicBezTo>
                <a:cubicBezTo>
                  <a:pt x="172" y="58"/>
                  <a:pt x="179" y="64"/>
                  <a:pt x="184" y="72"/>
                </a:cubicBezTo>
                <a:cubicBezTo>
                  <a:pt x="186" y="75"/>
                  <a:pt x="188" y="78"/>
                  <a:pt x="189" y="83"/>
                </a:cubicBezTo>
                <a:cubicBezTo>
                  <a:pt x="192" y="122"/>
                  <a:pt x="193" y="162"/>
                  <a:pt x="193" y="202"/>
                </a:cubicBezTo>
                <a:cubicBezTo>
                  <a:pt x="193" y="232"/>
                  <a:pt x="192" y="262"/>
                  <a:pt x="189" y="292"/>
                </a:cubicBezTo>
                <a:cubicBezTo>
                  <a:pt x="186" y="321"/>
                  <a:pt x="183" y="350"/>
                  <a:pt x="176" y="378"/>
                </a:cubicBezTo>
                <a:cubicBezTo>
                  <a:pt x="173" y="388"/>
                  <a:pt x="170" y="399"/>
                  <a:pt x="165" y="409"/>
                </a:cubicBezTo>
                <a:cubicBezTo>
                  <a:pt x="162" y="414"/>
                  <a:pt x="159" y="419"/>
                  <a:pt x="155" y="423"/>
                </a:cubicBezTo>
                <a:cubicBezTo>
                  <a:pt x="152" y="426"/>
                  <a:pt x="149" y="428"/>
                  <a:pt x="145" y="428"/>
                </a:cubicBezTo>
                <a:cubicBezTo>
                  <a:pt x="140" y="429"/>
                  <a:pt x="136" y="427"/>
                  <a:pt x="135" y="422"/>
                </a:cubicBezTo>
                <a:cubicBezTo>
                  <a:pt x="135" y="420"/>
                  <a:pt x="135" y="418"/>
                  <a:pt x="134" y="415"/>
                </a:cubicBezTo>
                <a:cubicBezTo>
                  <a:pt x="134" y="407"/>
                  <a:pt x="135" y="399"/>
                  <a:pt x="135" y="391"/>
                </a:cubicBezTo>
                <a:cubicBezTo>
                  <a:pt x="134" y="383"/>
                  <a:pt x="134" y="375"/>
                  <a:pt x="131" y="367"/>
                </a:cubicBezTo>
                <a:close/>
                <a:moveTo>
                  <a:pt x="132" y="255"/>
                </a:moveTo>
                <a:cubicBezTo>
                  <a:pt x="127" y="257"/>
                  <a:pt x="125" y="260"/>
                  <a:pt x="124" y="264"/>
                </a:cubicBezTo>
                <a:cubicBezTo>
                  <a:pt x="123" y="267"/>
                  <a:pt x="122" y="271"/>
                  <a:pt x="119" y="273"/>
                </a:cubicBezTo>
                <a:cubicBezTo>
                  <a:pt x="114" y="277"/>
                  <a:pt x="108" y="280"/>
                  <a:pt x="102" y="280"/>
                </a:cubicBezTo>
                <a:cubicBezTo>
                  <a:pt x="97" y="280"/>
                  <a:pt x="94" y="282"/>
                  <a:pt x="91" y="285"/>
                </a:cubicBezTo>
                <a:cubicBezTo>
                  <a:pt x="87" y="289"/>
                  <a:pt x="84" y="292"/>
                  <a:pt x="81" y="296"/>
                </a:cubicBezTo>
                <a:cubicBezTo>
                  <a:pt x="78" y="299"/>
                  <a:pt x="76" y="302"/>
                  <a:pt x="75" y="305"/>
                </a:cubicBezTo>
                <a:cubicBezTo>
                  <a:pt x="71" y="315"/>
                  <a:pt x="66" y="323"/>
                  <a:pt x="59" y="331"/>
                </a:cubicBezTo>
                <a:cubicBezTo>
                  <a:pt x="54" y="337"/>
                  <a:pt x="50" y="343"/>
                  <a:pt x="45" y="349"/>
                </a:cubicBezTo>
                <a:cubicBezTo>
                  <a:pt x="39" y="356"/>
                  <a:pt x="34" y="364"/>
                  <a:pt x="31" y="373"/>
                </a:cubicBezTo>
                <a:cubicBezTo>
                  <a:pt x="29" y="377"/>
                  <a:pt x="29" y="379"/>
                  <a:pt x="34" y="381"/>
                </a:cubicBezTo>
                <a:cubicBezTo>
                  <a:pt x="38" y="382"/>
                  <a:pt x="42" y="383"/>
                  <a:pt x="46" y="382"/>
                </a:cubicBezTo>
                <a:cubicBezTo>
                  <a:pt x="53" y="381"/>
                  <a:pt x="59" y="378"/>
                  <a:pt x="64" y="374"/>
                </a:cubicBezTo>
                <a:cubicBezTo>
                  <a:pt x="69" y="371"/>
                  <a:pt x="73" y="367"/>
                  <a:pt x="78" y="363"/>
                </a:cubicBezTo>
                <a:cubicBezTo>
                  <a:pt x="81" y="361"/>
                  <a:pt x="83" y="359"/>
                  <a:pt x="87" y="358"/>
                </a:cubicBezTo>
                <a:cubicBezTo>
                  <a:pt x="97" y="356"/>
                  <a:pt x="106" y="351"/>
                  <a:pt x="114" y="346"/>
                </a:cubicBezTo>
                <a:cubicBezTo>
                  <a:pt x="119" y="343"/>
                  <a:pt x="123" y="340"/>
                  <a:pt x="127" y="338"/>
                </a:cubicBezTo>
                <a:cubicBezTo>
                  <a:pt x="131" y="335"/>
                  <a:pt x="133" y="331"/>
                  <a:pt x="133" y="325"/>
                </a:cubicBezTo>
                <a:cubicBezTo>
                  <a:pt x="132" y="304"/>
                  <a:pt x="132" y="282"/>
                  <a:pt x="132" y="260"/>
                </a:cubicBezTo>
                <a:cubicBezTo>
                  <a:pt x="132" y="259"/>
                  <a:pt x="132" y="257"/>
                  <a:pt x="132" y="25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1" name="Freeform 12">
            <a:extLst xmlns:a="http://schemas.openxmlformats.org/drawingml/2006/main">
              <a:ext uri="{FF2B5EF4-FFF2-40B4-BE49-F238E27FC236}">
                <a16:creationId xmlns:a16="http://schemas.microsoft.com/office/drawing/2014/main" id="{E73309AD-2C3E-41D6-BBC0-1460B16FA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0994" y="431437"/>
            <a:ext cx="115759" cy="160238"/>
          </a:xfrm>
          <a:custGeom xmlns:a="http://schemas.openxmlformats.org/drawingml/2006/main">
            <a:gdLst>
              <a:gd name="T0" fmla="*/ 34 w 229"/>
              <a:gd name="T1" fmla="*/ 0 h 316"/>
              <a:gd name="T2" fmla="*/ 37 w 229"/>
              <a:gd name="T3" fmla="*/ 2 h 316"/>
              <a:gd name="T4" fmla="*/ 69 w 229"/>
              <a:gd name="T5" fmla="*/ 32 h 316"/>
              <a:gd name="T6" fmla="*/ 73 w 229"/>
              <a:gd name="T7" fmla="*/ 38 h 316"/>
              <a:gd name="T8" fmla="*/ 99 w 229"/>
              <a:gd name="T9" fmla="*/ 117 h 316"/>
              <a:gd name="T10" fmla="*/ 101 w 229"/>
              <a:gd name="T11" fmla="*/ 128 h 316"/>
              <a:gd name="T12" fmla="*/ 112 w 229"/>
              <a:gd name="T13" fmla="*/ 132 h 316"/>
              <a:gd name="T14" fmla="*/ 120 w 229"/>
              <a:gd name="T15" fmla="*/ 127 h 316"/>
              <a:gd name="T16" fmla="*/ 145 w 229"/>
              <a:gd name="T17" fmla="*/ 109 h 316"/>
              <a:gd name="T18" fmla="*/ 148 w 229"/>
              <a:gd name="T19" fmla="*/ 103 h 316"/>
              <a:gd name="T20" fmla="*/ 148 w 229"/>
              <a:gd name="T21" fmla="*/ 80 h 316"/>
              <a:gd name="T22" fmla="*/ 159 w 229"/>
              <a:gd name="T23" fmla="*/ 69 h 316"/>
              <a:gd name="T24" fmla="*/ 162 w 229"/>
              <a:gd name="T25" fmla="*/ 71 h 316"/>
              <a:gd name="T26" fmla="*/ 164 w 229"/>
              <a:gd name="T27" fmla="*/ 75 h 316"/>
              <a:gd name="T28" fmla="*/ 171 w 229"/>
              <a:gd name="T29" fmla="*/ 86 h 316"/>
              <a:gd name="T30" fmla="*/ 204 w 229"/>
              <a:gd name="T31" fmla="*/ 104 h 316"/>
              <a:gd name="T32" fmla="*/ 209 w 229"/>
              <a:gd name="T33" fmla="*/ 112 h 316"/>
              <a:gd name="T34" fmla="*/ 169 w 229"/>
              <a:gd name="T35" fmla="*/ 170 h 316"/>
              <a:gd name="T36" fmla="*/ 128 w 229"/>
              <a:gd name="T37" fmla="*/ 175 h 316"/>
              <a:gd name="T38" fmla="*/ 114 w 229"/>
              <a:gd name="T39" fmla="*/ 190 h 316"/>
              <a:gd name="T40" fmla="*/ 115 w 229"/>
              <a:gd name="T41" fmla="*/ 196 h 316"/>
              <a:gd name="T42" fmla="*/ 115 w 229"/>
              <a:gd name="T43" fmla="*/ 219 h 316"/>
              <a:gd name="T44" fmla="*/ 109 w 229"/>
              <a:gd name="T45" fmla="*/ 226 h 316"/>
              <a:gd name="T46" fmla="*/ 89 w 229"/>
              <a:gd name="T47" fmla="*/ 246 h 316"/>
              <a:gd name="T48" fmla="*/ 95 w 229"/>
              <a:gd name="T49" fmla="*/ 260 h 316"/>
              <a:gd name="T50" fmla="*/ 113 w 229"/>
              <a:gd name="T51" fmla="*/ 259 h 316"/>
              <a:gd name="T52" fmla="*/ 148 w 229"/>
              <a:gd name="T53" fmla="*/ 248 h 316"/>
              <a:gd name="T54" fmla="*/ 170 w 229"/>
              <a:gd name="T55" fmla="*/ 243 h 316"/>
              <a:gd name="T56" fmla="*/ 187 w 229"/>
              <a:gd name="T57" fmla="*/ 237 h 316"/>
              <a:gd name="T58" fmla="*/ 212 w 229"/>
              <a:gd name="T59" fmla="*/ 229 h 316"/>
              <a:gd name="T60" fmla="*/ 220 w 229"/>
              <a:gd name="T61" fmla="*/ 229 h 316"/>
              <a:gd name="T62" fmla="*/ 227 w 229"/>
              <a:gd name="T63" fmla="*/ 241 h 316"/>
              <a:gd name="T64" fmla="*/ 214 w 229"/>
              <a:gd name="T65" fmla="*/ 267 h 316"/>
              <a:gd name="T66" fmla="*/ 203 w 229"/>
              <a:gd name="T67" fmla="*/ 277 h 316"/>
              <a:gd name="T68" fmla="*/ 174 w 229"/>
              <a:gd name="T69" fmla="*/ 289 h 316"/>
              <a:gd name="T70" fmla="*/ 140 w 229"/>
              <a:gd name="T71" fmla="*/ 298 h 316"/>
              <a:gd name="T72" fmla="*/ 127 w 229"/>
              <a:gd name="T73" fmla="*/ 298 h 316"/>
              <a:gd name="T74" fmla="*/ 116 w 229"/>
              <a:gd name="T75" fmla="*/ 301 h 316"/>
              <a:gd name="T76" fmla="*/ 55 w 229"/>
              <a:gd name="T77" fmla="*/ 304 h 316"/>
              <a:gd name="T78" fmla="*/ 44 w 229"/>
              <a:gd name="T79" fmla="*/ 292 h 316"/>
              <a:gd name="T80" fmla="*/ 27 w 229"/>
              <a:gd name="T81" fmla="*/ 257 h 316"/>
              <a:gd name="T82" fmla="*/ 25 w 229"/>
              <a:gd name="T83" fmla="*/ 252 h 316"/>
              <a:gd name="T84" fmla="*/ 18 w 229"/>
              <a:gd name="T85" fmla="*/ 217 h 316"/>
              <a:gd name="T86" fmla="*/ 18 w 229"/>
              <a:gd name="T87" fmla="*/ 210 h 316"/>
              <a:gd name="T88" fmla="*/ 1 w 229"/>
              <a:gd name="T89" fmla="*/ 140 h 316"/>
              <a:gd name="T90" fmla="*/ 0 w 229"/>
              <a:gd name="T91" fmla="*/ 134 h 316"/>
              <a:gd name="T92" fmla="*/ 18 w 229"/>
              <a:gd name="T93" fmla="*/ 50 h 316"/>
              <a:gd name="T94" fmla="*/ 32 w 229"/>
              <a:gd name="T95" fmla="*/ 4 h 316"/>
              <a:gd name="T96" fmla="*/ 34 w 229"/>
              <a:gd name="T97" fmla="*/ 0 h 316"/>
            </a:gdLst>
            <a:rect l="0" t="0" r="r" b="b"/>
            <a:pathLst>
              <a:path w="229" h="316">
                <a:moveTo>
                  <a:pt x="34" y="0"/>
                </a:moveTo>
                <a:cubicBezTo>
                  <a:pt x="35" y="1"/>
                  <a:pt x="36" y="2"/>
                  <a:pt x="37" y="2"/>
                </a:cubicBezTo>
                <a:cubicBezTo>
                  <a:pt x="48" y="12"/>
                  <a:pt x="58" y="22"/>
                  <a:pt x="69" y="32"/>
                </a:cubicBezTo>
                <a:cubicBezTo>
                  <a:pt x="71" y="34"/>
                  <a:pt x="72" y="36"/>
                  <a:pt x="73" y="38"/>
                </a:cubicBezTo>
                <a:cubicBezTo>
                  <a:pt x="86" y="63"/>
                  <a:pt x="94" y="89"/>
                  <a:pt x="99" y="117"/>
                </a:cubicBezTo>
                <a:cubicBezTo>
                  <a:pt x="99" y="120"/>
                  <a:pt x="100" y="124"/>
                  <a:pt x="101" y="128"/>
                </a:cubicBezTo>
                <a:cubicBezTo>
                  <a:pt x="103" y="133"/>
                  <a:pt x="107" y="134"/>
                  <a:pt x="112" y="132"/>
                </a:cubicBezTo>
                <a:cubicBezTo>
                  <a:pt x="115" y="130"/>
                  <a:pt x="117" y="129"/>
                  <a:pt x="120" y="127"/>
                </a:cubicBezTo>
                <a:cubicBezTo>
                  <a:pt x="128" y="121"/>
                  <a:pt x="136" y="115"/>
                  <a:pt x="145" y="109"/>
                </a:cubicBezTo>
                <a:cubicBezTo>
                  <a:pt x="147" y="108"/>
                  <a:pt x="148" y="106"/>
                  <a:pt x="148" y="103"/>
                </a:cubicBezTo>
                <a:cubicBezTo>
                  <a:pt x="148" y="95"/>
                  <a:pt x="148" y="88"/>
                  <a:pt x="148" y="80"/>
                </a:cubicBezTo>
                <a:cubicBezTo>
                  <a:pt x="148" y="75"/>
                  <a:pt x="153" y="69"/>
                  <a:pt x="159" y="69"/>
                </a:cubicBezTo>
                <a:cubicBezTo>
                  <a:pt x="160" y="69"/>
                  <a:pt x="162" y="70"/>
                  <a:pt x="162" y="71"/>
                </a:cubicBezTo>
                <a:cubicBezTo>
                  <a:pt x="163" y="72"/>
                  <a:pt x="164" y="73"/>
                  <a:pt x="164" y="75"/>
                </a:cubicBezTo>
                <a:cubicBezTo>
                  <a:pt x="164" y="79"/>
                  <a:pt x="167" y="83"/>
                  <a:pt x="171" y="86"/>
                </a:cubicBezTo>
                <a:cubicBezTo>
                  <a:pt x="181" y="94"/>
                  <a:pt x="192" y="100"/>
                  <a:pt x="204" y="104"/>
                </a:cubicBezTo>
                <a:cubicBezTo>
                  <a:pt x="208" y="106"/>
                  <a:pt x="209" y="108"/>
                  <a:pt x="209" y="112"/>
                </a:cubicBezTo>
                <a:cubicBezTo>
                  <a:pt x="210" y="140"/>
                  <a:pt x="196" y="160"/>
                  <a:pt x="169" y="170"/>
                </a:cubicBezTo>
                <a:cubicBezTo>
                  <a:pt x="156" y="175"/>
                  <a:pt x="142" y="177"/>
                  <a:pt x="128" y="175"/>
                </a:cubicBezTo>
                <a:cubicBezTo>
                  <a:pt x="119" y="173"/>
                  <a:pt x="112" y="182"/>
                  <a:pt x="114" y="190"/>
                </a:cubicBezTo>
                <a:cubicBezTo>
                  <a:pt x="114" y="192"/>
                  <a:pt x="115" y="194"/>
                  <a:pt x="115" y="196"/>
                </a:cubicBezTo>
                <a:cubicBezTo>
                  <a:pt x="118" y="203"/>
                  <a:pt x="118" y="211"/>
                  <a:pt x="115" y="219"/>
                </a:cubicBezTo>
                <a:cubicBezTo>
                  <a:pt x="114" y="222"/>
                  <a:pt x="112" y="224"/>
                  <a:pt x="109" y="226"/>
                </a:cubicBezTo>
                <a:cubicBezTo>
                  <a:pt x="101" y="231"/>
                  <a:pt x="95" y="238"/>
                  <a:pt x="89" y="246"/>
                </a:cubicBezTo>
                <a:cubicBezTo>
                  <a:pt x="84" y="254"/>
                  <a:pt x="85" y="258"/>
                  <a:pt x="95" y="260"/>
                </a:cubicBezTo>
                <a:cubicBezTo>
                  <a:pt x="101" y="261"/>
                  <a:pt x="107" y="261"/>
                  <a:pt x="113" y="259"/>
                </a:cubicBezTo>
                <a:cubicBezTo>
                  <a:pt x="125" y="256"/>
                  <a:pt x="137" y="252"/>
                  <a:pt x="148" y="248"/>
                </a:cubicBezTo>
                <a:cubicBezTo>
                  <a:pt x="155" y="245"/>
                  <a:pt x="162" y="243"/>
                  <a:pt x="170" y="243"/>
                </a:cubicBezTo>
                <a:cubicBezTo>
                  <a:pt x="176" y="242"/>
                  <a:pt x="182" y="240"/>
                  <a:pt x="187" y="237"/>
                </a:cubicBezTo>
                <a:cubicBezTo>
                  <a:pt x="195" y="234"/>
                  <a:pt x="203" y="230"/>
                  <a:pt x="212" y="229"/>
                </a:cubicBezTo>
                <a:cubicBezTo>
                  <a:pt x="214" y="229"/>
                  <a:pt x="217" y="229"/>
                  <a:pt x="220" y="229"/>
                </a:cubicBezTo>
                <a:cubicBezTo>
                  <a:pt x="226" y="230"/>
                  <a:pt x="229" y="236"/>
                  <a:pt x="227" y="241"/>
                </a:cubicBezTo>
                <a:cubicBezTo>
                  <a:pt x="223" y="250"/>
                  <a:pt x="218" y="259"/>
                  <a:pt x="214" y="267"/>
                </a:cubicBezTo>
                <a:cubicBezTo>
                  <a:pt x="211" y="271"/>
                  <a:pt x="207" y="274"/>
                  <a:pt x="203" y="277"/>
                </a:cubicBezTo>
                <a:cubicBezTo>
                  <a:pt x="194" y="282"/>
                  <a:pt x="184" y="286"/>
                  <a:pt x="174" y="289"/>
                </a:cubicBezTo>
                <a:cubicBezTo>
                  <a:pt x="163" y="292"/>
                  <a:pt x="151" y="295"/>
                  <a:pt x="140" y="298"/>
                </a:cubicBezTo>
                <a:cubicBezTo>
                  <a:pt x="136" y="299"/>
                  <a:pt x="131" y="298"/>
                  <a:pt x="127" y="298"/>
                </a:cubicBezTo>
                <a:cubicBezTo>
                  <a:pt x="122" y="298"/>
                  <a:pt x="119" y="299"/>
                  <a:pt x="116" y="301"/>
                </a:cubicBezTo>
                <a:cubicBezTo>
                  <a:pt x="97" y="315"/>
                  <a:pt x="74" y="316"/>
                  <a:pt x="55" y="304"/>
                </a:cubicBezTo>
                <a:cubicBezTo>
                  <a:pt x="51" y="301"/>
                  <a:pt x="47" y="297"/>
                  <a:pt x="44" y="292"/>
                </a:cubicBezTo>
                <a:cubicBezTo>
                  <a:pt x="37" y="281"/>
                  <a:pt x="32" y="269"/>
                  <a:pt x="27" y="257"/>
                </a:cubicBezTo>
                <a:cubicBezTo>
                  <a:pt x="26" y="255"/>
                  <a:pt x="26" y="254"/>
                  <a:pt x="25" y="252"/>
                </a:cubicBezTo>
                <a:cubicBezTo>
                  <a:pt x="20" y="241"/>
                  <a:pt x="17" y="230"/>
                  <a:pt x="18" y="217"/>
                </a:cubicBezTo>
                <a:cubicBezTo>
                  <a:pt x="19" y="215"/>
                  <a:pt x="18" y="213"/>
                  <a:pt x="18" y="210"/>
                </a:cubicBezTo>
                <a:cubicBezTo>
                  <a:pt x="12" y="187"/>
                  <a:pt x="6" y="163"/>
                  <a:pt x="1" y="140"/>
                </a:cubicBezTo>
                <a:cubicBezTo>
                  <a:pt x="0" y="138"/>
                  <a:pt x="0" y="136"/>
                  <a:pt x="0" y="134"/>
                </a:cubicBezTo>
                <a:cubicBezTo>
                  <a:pt x="6" y="106"/>
                  <a:pt x="12" y="78"/>
                  <a:pt x="18" y="50"/>
                </a:cubicBezTo>
                <a:cubicBezTo>
                  <a:pt x="22" y="35"/>
                  <a:pt x="26" y="19"/>
                  <a:pt x="32" y="4"/>
                </a:cubicBezTo>
                <a:cubicBezTo>
                  <a:pt x="33" y="2"/>
                  <a:pt x="33" y="1"/>
                  <a:pt x="3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2" name="Freeform 13">
            <a:extLst xmlns:a="http://schemas.openxmlformats.org/drawingml/2006/main">
              <a:ext uri="{FF2B5EF4-FFF2-40B4-BE49-F238E27FC236}">
                <a16:creationId xmlns:a16="http://schemas.microsoft.com/office/drawing/2014/main" id="{445DFB14-C5D8-4BEA-95A3-A672594CC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5489" y="493594"/>
            <a:ext cx="137428" cy="152255"/>
          </a:xfrm>
          <a:custGeom xmlns:a="http://schemas.openxmlformats.org/drawingml/2006/main">
            <a:gdLst>
              <a:gd name="T0" fmla="*/ 194 w 271"/>
              <a:gd name="T1" fmla="*/ 98 h 300"/>
              <a:gd name="T2" fmla="*/ 236 w 271"/>
              <a:gd name="T3" fmla="*/ 96 h 300"/>
              <a:gd name="T4" fmla="*/ 237 w 271"/>
              <a:gd name="T5" fmla="*/ 111 h 300"/>
              <a:gd name="T6" fmla="*/ 175 w 271"/>
              <a:gd name="T7" fmla="*/ 150 h 300"/>
              <a:gd name="T8" fmla="*/ 169 w 271"/>
              <a:gd name="T9" fmla="*/ 195 h 300"/>
              <a:gd name="T10" fmla="*/ 177 w 271"/>
              <a:gd name="T11" fmla="*/ 299 h 300"/>
              <a:gd name="T12" fmla="*/ 159 w 271"/>
              <a:gd name="T13" fmla="*/ 285 h 300"/>
              <a:gd name="T14" fmla="*/ 150 w 271"/>
              <a:gd name="T15" fmla="*/ 266 h 300"/>
              <a:gd name="T16" fmla="*/ 133 w 271"/>
              <a:gd name="T17" fmla="*/ 260 h 300"/>
              <a:gd name="T18" fmla="*/ 132 w 271"/>
              <a:gd name="T19" fmla="*/ 243 h 300"/>
              <a:gd name="T20" fmla="*/ 149 w 271"/>
              <a:gd name="T21" fmla="*/ 232 h 300"/>
              <a:gd name="T22" fmla="*/ 139 w 271"/>
              <a:gd name="T23" fmla="*/ 197 h 300"/>
              <a:gd name="T24" fmla="*/ 117 w 271"/>
              <a:gd name="T25" fmla="*/ 216 h 300"/>
              <a:gd name="T26" fmla="*/ 101 w 271"/>
              <a:gd name="T27" fmla="*/ 235 h 300"/>
              <a:gd name="T28" fmla="*/ 26 w 271"/>
              <a:gd name="T29" fmla="*/ 293 h 300"/>
              <a:gd name="T30" fmla="*/ 0 w 271"/>
              <a:gd name="T31" fmla="*/ 243 h 300"/>
              <a:gd name="T32" fmla="*/ 9 w 271"/>
              <a:gd name="T33" fmla="*/ 237 h 300"/>
              <a:gd name="T34" fmla="*/ 32 w 271"/>
              <a:gd name="T35" fmla="*/ 234 h 300"/>
              <a:gd name="T36" fmla="*/ 59 w 271"/>
              <a:gd name="T37" fmla="*/ 219 h 300"/>
              <a:gd name="T38" fmla="*/ 116 w 271"/>
              <a:gd name="T39" fmla="*/ 185 h 300"/>
              <a:gd name="T40" fmla="*/ 145 w 271"/>
              <a:gd name="T41" fmla="*/ 155 h 300"/>
              <a:gd name="T42" fmla="*/ 133 w 271"/>
              <a:gd name="T43" fmla="*/ 142 h 300"/>
              <a:gd name="T44" fmla="*/ 145 w 271"/>
              <a:gd name="T45" fmla="*/ 112 h 300"/>
              <a:gd name="T46" fmla="*/ 143 w 271"/>
              <a:gd name="T47" fmla="*/ 104 h 300"/>
              <a:gd name="T48" fmla="*/ 124 w 271"/>
              <a:gd name="T49" fmla="*/ 108 h 300"/>
              <a:gd name="T50" fmla="*/ 121 w 271"/>
              <a:gd name="T51" fmla="*/ 140 h 300"/>
              <a:gd name="T52" fmla="*/ 87 w 271"/>
              <a:gd name="T53" fmla="*/ 188 h 300"/>
              <a:gd name="T54" fmla="*/ 73 w 271"/>
              <a:gd name="T55" fmla="*/ 176 h 300"/>
              <a:gd name="T56" fmla="*/ 67 w 271"/>
              <a:gd name="T57" fmla="*/ 159 h 300"/>
              <a:gd name="T58" fmla="*/ 66 w 271"/>
              <a:gd name="T59" fmla="*/ 63 h 300"/>
              <a:gd name="T60" fmla="*/ 72 w 271"/>
              <a:gd name="T61" fmla="*/ 47 h 300"/>
              <a:gd name="T62" fmla="*/ 88 w 271"/>
              <a:gd name="T63" fmla="*/ 55 h 300"/>
              <a:gd name="T64" fmla="*/ 109 w 271"/>
              <a:gd name="T65" fmla="*/ 63 h 300"/>
              <a:gd name="T66" fmla="*/ 160 w 271"/>
              <a:gd name="T67" fmla="*/ 28 h 300"/>
              <a:gd name="T68" fmla="*/ 187 w 271"/>
              <a:gd name="T69" fmla="*/ 16 h 300"/>
              <a:gd name="T70" fmla="*/ 258 w 271"/>
              <a:gd name="T71" fmla="*/ 4 h 300"/>
              <a:gd name="T72" fmla="*/ 271 w 271"/>
              <a:gd name="T73" fmla="*/ 16 h 300"/>
              <a:gd name="T74" fmla="*/ 248 w 271"/>
              <a:gd name="T75" fmla="*/ 37 h 300"/>
              <a:gd name="T76" fmla="*/ 215 w 271"/>
              <a:gd name="T77" fmla="*/ 67 h 300"/>
              <a:gd name="T78" fmla="*/ 186 w 271"/>
              <a:gd name="T79" fmla="*/ 95 h 300"/>
            </a:gdLst>
            <a:rect l="0" t="0" r="r" b="b"/>
            <a:pathLst>
              <a:path w="271" h="300">
                <a:moveTo>
                  <a:pt x="185" y="102"/>
                </a:moveTo>
                <a:cubicBezTo>
                  <a:pt x="188" y="101"/>
                  <a:pt x="191" y="99"/>
                  <a:pt x="194" y="98"/>
                </a:cubicBezTo>
                <a:cubicBezTo>
                  <a:pt x="200" y="94"/>
                  <a:pt x="206" y="91"/>
                  <a:pt x="213" y="90"/>
                </a:cubicBezTo>
                <a:cubicBezTo>
                  <a:pt x="221" y="89"/>
                  <a:pt x="229" y="92"/>
                  <a:pt x="236" y="96"/>
                </a:cubicBezTo>
                <a:cubicBezTo>
                  <a:pt x="237" y="97"/>
                  <a:pt x="238" y="98"/>
                  <a:pt x="239" y="99"/>
                </a:cubicBezTo>
                <a:cubicBezTo>
                  <a:pt x="242" y="103"/>
                  <a:pt x="242" y="108"/>
                  <a:pt x="237" y="111"/>
                </a:cubicBezTo>
                <a:cubicBezTo>
                  <a:pt x="220" y="127"/>
                  <a:pt x="200" y="139"/>
                  <a:pt x="179" y="148"/>
                </a:cubicBezTo>
                <a:cubicBezTo>
                  <a:pt x="178" y="149"/>
                  <a:pt x="176" y="149"/>
                  <a:pt x="175" y="150"/>
                </a:cubicBezTo>
                <a:cubicBezTo>
                  <a:pt x="167" y="153"/>
                  <a:pt x="164" y="159"/>
                  <a:pt x="163" y="168"/>
                </a:cubicBezTo>
                <a:cubicBezTo>
                  <a:pt x="163" y="177"/>
                  <a:pt x="165" y="187"/>
                  <a:pt x="169" y="195"/>
                </a:cubicBezTo>
                <a:cubicBezTo>
                  <a:pt x="182" y="226"/>
                  <a:pt x="186" y="259"/>
                  <a:pt x="185" y="292"/>
                </a:cubicBezTo>
                <a:cubicBezTo>
                  <a:pt x="185" y="298"/>
                  <a:pt x="183" y="300"/>
                  <a:pt x="177" y="299"/>
                </a:cubicBezTo>
                <a:cubicBezTo>
                  <a:pt x="171" y="299"/>
                  <a:pt x="165" y="297"/>
                  <a:pt x="161" y="292"/>
                </a:cubicBezTo>
                <a:cubicBezTo>
                  <a:pt x="159" y="290"/>
                  <a:pt x="159" y="287"/>
                  <a:pt x="159" y="285"/>
                </a:cubicBezTo>
                <a:cubicBezTo>
                  <a:pt x="159" y="284"/>
                  <a:pt x="159" y="282"/>
                  <a:pt x="159" y="281"/>
                </a:cubicBezTo>
                <a:cubicBezTo>
                  <a:pt x="159" y="274"/>
                  <a:pt x="156" y="269"/>
                  <a:pt x="150" y="266"/>
                </a:cubicBezTo>
                <a:cubicBezTo>
                  <a:pt x="146" y="263"/>
                  <a:pt x="141" y="262"/>
                  <a:pt x="136" y="260"/>
                </a:cubicBezTo>
                <a:cubicBezTo>
                  <a:pt x="135" y="260"/>
                  <a:pt x="134" y="260"/>
                  <a:pt x="133" y="260"/>
                </a:cubicBezTo>
                <a:cubicBezTo>
                  <a:pt x="129" y="258"/>
                  <a:pt x="126" y="255"/>
                  <a:pt x="126" y="252"/>
                </a:cubicBezTo>
                <a:cubicBezTo>
                  <a:pt x="125" y="248"/>
                  <a:pt x="128" y="244"/>
                  <a:pt x="132" y="243"/>
                </a:cubicBezTo>
                <a:cubicBezTo>
                  <a:pt x="134" y="242"/>
                  <a:pt x="136" y="242"/>
                  <a:pt x="138" y="242"/>
                </a:cubicBezTo>
                <a:cubicBezTo>
                  <a:pt x="144" y="241"/>
                  <a:pt x="147" y="238"/>
                  <a:pt x="149" y="232"/>
                </a:cubicBezTo>
                <a:cubicBezTo>
                  <a:pt x="153" y="220"/>
                  <a:pt x="151" y="208"/>
                  <a:pt x="144" y="197"/>
                </a:cubicBezTo>
                <a:cubicBezTo>
                  <a:pt x="142" y="195"/>
                  <a:pt x="141" y="195"/>
                  <a:pt x="139" y="197"/>
                </a:cubicBezTo>
                <a:cubicBezTo>
                  <a:pt x="138" y="197"/>
                  <a:pt x="137" y="198"/>
                  <a:pt x="136" y="199"/>
                </a:cubicBezTo>
                <a:cubicBezTo>
                  <a:pt x="129" y="205"/>
                  <a:pt x="123" y="210"/>
                  <a:pt x="117" y="216"/>
                </a:cubicBezTo>
                <a:cubicBezTo>
                  <a:pt x="112" y="220"/>
                  <a:pt x="108" y="225"/>
                  <a:pt x="105" y="231"/>
                </a:cubicBezTo>
                <a:cubicBezTo>
                  <a:pt x="104" y="232"/>
                  <a:pt x="103" y="233"/>
                  <a:pt x="101" y="235"/>
                </a:cubicBezTo>
                <a:cubicBezTo>
                  <a:pt x="84" y="253"/>
                  <a:pt x="66" y="270"/>
                  <a:pt x="48" y="288"/>
                </a:cubicBezTo>
                <a:cubicBezTo>
                  <a:pt x="41" y="296"/>
                  <a:pt x="35" y="297"/>
                  <a:pt x="26" y="293"/>
                </a:cubicBezTo>
                <a:cubicBezTo>
                  <a:pt x="20" y="291"/>
                  <a:pt x="16" y="287"/>
                  <a:pt x="13" y="282"/>
                </a:cubicBezTo>
                <a:cubicBezTo>
                  <a:pt x="4" y="271"/>
                  <a:pt x="1" y="257"/>
                  <a:pt x="0" y="243"/>
                </a:cubicBezTo>
                <a:cubicBezTo>
                  <a:pt x="0" y="240"/>
                  <a:pt x="1" y="239"/>
                  <a:pt x="3" y="239"/>
                </a:cubicBezTo>
                <a:cubicBezTo>
                  <a:pt x="5" y="238"/>
                  <a:pt x="7" y="237"/>
                  <a:pt x="9" y="237"/>
                </a:cubicBezTo>
                <a:cubicBezTo>
                  <a:pt x="13" y="235"/>
                  <a:pt x="16" y="235"/>
                  <a:pt x="20" y="237"/>
                </a:cubicBezTo>
                <a:cubicBezTo>
                  <a:pt x="24" y="239"/>
                  <a:pt x="28" y="238"/>
                  <a:pt x="32" y="234"/>
                </a:cubicBezTo>
                <a:cubicBezTo>
                  <a:pt x="34" y="233"/>
                  <a:pt x="37" y="231"/>
                  <a:pt x="39" y="230"/>
                </a:cubicBezTo>
                <a:cubicBezTo>
                  <a:pt x="46" y="226"/>
                  <a:pt x="52" y="222"/>
                  <a:pt x="59" y="219"/>
                </a:cubicBezTo>
                <a:cubicBezTo>
                  <a:pt x="60" y="218"/>
                  <a:pt x="62" y="217"/>
                  <a:pt x="63" y="216"/>
                </a:cubicBezTo>
                <a:cubicBezTo>
                  <a:pt x="81" y="206"/>
                  <a:pt x="98" y="195"/>
                  <a:pt x="116" y="185"/>
                </a:cubicBezTo>
                <a:cubicBezTo>
                  <a:pt x="122" y="181"/>
                  <a:pt x="128" y="177"/>
                  <a:pt x="134" y="172"/>
                </a:cubicBezTo>
                <a:cubicBezTo>
                  <a:pt x="139" y="168"/>
                  <a:pt x="143" y="163"/>
                  <a:pt x="145" y="155"/>
                </a:cubicBezTo>
                <a:cubicBezTo>
                  <a:pt x="143" y="155"/>
                  <a:pt x="142" y="154"/>
                  <a:pt x="140" y="154"/>
                </a:cubicBezTo>
                <a:cubicBezTo>
                  <a:pt x="134" y="152"/>
                  <a:pt x="132" y="148"/>
                  <a:pt x="133" y="142"/>
                </a:cubicBezTo>
                <a:cubicBezTo>
                  <a:pt x="134" y="140"/>
                  <a:pt x="135" y="137"/>
                  <a:pt x="136" y="135"/>
                </a:cubicBezTo>
                <a:cubicBezTo>
                  <a:pt x="139" y="127"/>
                  <a:pt x="142" y="119"/>
                  <a:pt x="145" y="112"/>
                </a:cubicBezTo>
                <a:cubicBezTo>
                  <a:pt x="145" y="111"/>
                  <a:pt x="146" y="110"/>
                  <a:pt x="146" y="109"/>
                </a:cubicBezTo>
                <a:cubicBezTo>
                  <a:pt x="147" y="105"/>
                  <a:pt x="146" y="104"/>
                  <a:pt x="143" y="104"/>
                </a:cubicBezTo>
                <a:cubicBezTo>
                  <a:pt x="140" y="104"/>
                  <a:pt x="138" y="104"/>
                  <a:pt x="135" y="105"/>
                </a:cubicBezTo>
                <a:cubicBezTo>
                  <a:pt x="132" y="106"/>
                  <a:pt x="128" y="107"/>
                  <a:pt x="124" y="108"/>
                </a:cubicBezTo>
                <a:cubicBezTo>
                  <a:pt x="122" y="109"/>
                  <a:pt x="121" y="111"/>
                  <a:pt x="121" y="113"/>
                </a:cubicBezTo>
                <a:cubicBezTo>
                  <a:pt x="121" y="122"/>
                  <a:pt x="121" y="131"/>
                  <a:pt x="121" y="140"/>
                </a:cubicBezTo>
                <a:cubicBezTo>
                  <a:pt x="121" y="142"/>
                  <a:pt x="120" y="144"/>
                  <a:pt x="119" y="146"/>
                </a:cubicBezTo>
                <a:cubicBezTo>
                  <a:pt x="108" y="160"/>
                  <a:pt x="98" y="174"/>
                  <a:pt x="87" y="188"/>
                </a:cubicBezTo>
                <a:cubicBezTo>
                  <a:pt x="87" y="189"/>
                  <a:pt x="86" y="189"/>
                  <a:pt x="86" y="190"/>
                </a:cubicBezTo>
                <a:cubicBezTo>
                  <a:pt x="81" y="185"/>
                  <a:pt x="77" y="181"/>
                  <a:pt x="73" y="176"/>
                </a:cubicBezTo>
                <a:cubicBezTo>
                  <a:pt x="70" y="173"/>
                  <a:pt x="69" y="170"/>
                  <a:pt x="69" y="166"/>
                </a:cubicBezTo>
                <a:cubicBezTo>
                  <a:pt x="68" y="164"/>
                  <a:pt x="68" y="161"/>
                  <a:pt x="67" y="159"/>
                </a:cubicBezTo>
                <a:cubicBezTo>
                  <a:pt x="58" y="138"/>
                  <a:pt x="57" y="117"/>
                  <a:pt x="63" y="95"/>
                </a:cubicBezTo>
                <a:cubicBezTo>
                  <a:pt x="67" y="84"/>
                  <a:pt x="67" y="74"/>
                  <a:pt x="66" y="63"/>
                </a:cubicBezTo>
                <a:cubicBezTo>
                  <a:pt x="66" y="60"/>
                  <a:pt x="66" y="57"/>
                  <a:pt x="66" y="54"/>
                </a:cubicBezTo>
                <a:cubicBezTo>
                  <a:pt x="66" y="50"/>
                  <a:pt x="68" y="47"/>
                  <a:pt x="72" y="47"/>
                </a:cubicBezTo>
                <a:cubicBezTo>
                  <a:pt x="75" y="46"/>
                  <a:pt x="78" y="47"/>
                  <a:pt x="80" y="48"/>
                </a:cubicBezTo>
                <a:cubicBezTo>
                  <a:pt x="83" y="50"/>
                  <a:pt x="85" y="52"/>
                  <a:pt x="88" y="55"/>
                </a:cubicBezTo>
                <a:cubicBezTo>
                  <a:pt x="90" y="57"/>
                  <a:pt x="91" y="59"/>
                  <a:pt x="93" y="61"/>
                </a:cubicBezTo>
                <a:cubicBezTo>
                  <a:pt x="99" y="66"/>
                  <a:pt x="103" y="67"/>
                  <a:pt x="109" y="63"/>
                </a:cubicBezTo>
                <a:cubicBezTo>
                  <a:pt x="117" y="58"/>
                  <a:pt x="125" y="53"/>
                  <a:pt x="133" y="48"/>
                </a:cubicBezTo>
                <a:cubicBezTo>
                  <a:pt x="142" y="41"/>
                  <a:pt x="151" y="35"/>
                  <a:pt x="160" y="28"/>
                </a:cubicBezTo>
                <a:cubicBezTo>
                  <a:pt x="163" y="25"/>
                  <a:pt x="167" y="24"/>
                  <a:pt x="171" y="23"/>
                </a:cubicBezTo>
                <a:cubicBezTo>
                  <a:pt x="177" y="23"/>
                  <a:pt x="182" y="20"/>
                  <a:pt x="187" y="16"/>
                </a:cubicBezTo>
                <a:cubicBezTo>
                  <a:pt x="196" y="6"/>
                  <a:pt x="208" y="2"/>
                  <a:pt x="221" y="1"/>
                </a:cubicBezTo>
                <a:cubicBezTo>
                  <a:pt x="233" y="0"/>
                  <a:pt x="246" y="0"/>
                  <a:pt x="258" y="4"/>
                </a:cubicBezTo>
                <a:cubicBezTo>
                  <a:pt x="261" y="5"/>
                  <a:pt x="264" y="7"/>
                  <a:pt x="267" y="9"/>
                </a:cubicBezTo>
                <a:cubicBezTo>
                  <a:pt x="270" y="10"/>
                  <a:pt x="271" y="13"/>
                  <a:pt x="271" y="16"/>
                </a:cubicBezTo>
                <a:cubicBezTo>
                  <a:pt x="271" y="18"/>
                  <a:pt x="271" y="19"/>
                  <a:pt x="269" y="21"/>
                </a:cubicBezTo>
                <a:cubicBezTo>
                  <a:pt x="262" y="26"/>
                  <a:pt x="255" y="31"/>
                  <a:pt x="248" y="37"/>
                </a:cubicBezTo>
                <a:cubicBezTo>
                  <a:pt x="240" y="43"/>
                  <a:pt x="232" y="50"/>
                  <a:pt x="226" y="58"/>
                </a:cubicBezTo>
                <a:cubicBezTo>
                  <a:pt x="223" y="62"/>
                  <a:pt x="219" y="65"/>
                  <a:pt x="215" y="67"/>
                </a:cubicBezTo>
                <a:cubicBezTo>
                  <a:pt x="213" y="68"/>
                  <a:pt x="212" y="69"/>
                  <a:pt x="211" y="70"/>
                </a:cubicBezTo>
                <a:cubicBezTo>
                  <a:pt x="202" y="79"/>
                  <a:pt x="194" y="87"/>
                  <a:pt x="186" y="95"/>
                </a:cubicBezTo>
                <a:cubicBezTo>
                  <a:pt x="184" y="97"/>
                  <a:pt x="183" y="99"/>
                  <a:pt x="185" y="10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3" name="Freeform 14">
            <a:extLst xmlns:a="http://schemas.openxmlformats.org/drawingml/2006/main">
              <a:ext uri="{FF2B5EF4-FFF2-40B4-BE49-F238E27FC236}">
                <a16:creationId xmlns:a16="http://schemas.microsoft.com/office/drawing/2014/main" id="{5D702AAD-94D1-4DD0-B029-4F190753F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1601" y="548337"/>
            <a:ext cx="141990" cy="90098"/>
          </a:xfrm>
          <a:custGeom xmlns:a="http://schemas.openxmlformats.org/drawingml/2006/main">
            <a:gdLst>
              <a:gd name="T0" fmla="*/ 16 w 280"/>
              <a:gd name="T1" fmla="*/ 133 h 178"/>
              <a:gd name="T2" fmla="*/ 14 w 280"/>
              <a:gd name="T3" fmla="*/ 124 h 178"/>
              <a:gd name="T4" fmla="*/ 2 w 280"/>
              <a:gd name="T5" fmla="*/ 103 h 178"/>
              <a:gd name="T6" fmla="*/ 6 w 280"/>
              <a:gd name="T7" fmla="*/ 81 h 178"/>
              <a:gd name="T8" fmla="*/ 16 w 280"/>
              <a:gd name="T9" fmla="*/ 77 h 178"/>
              <a:gd name="T10" fmla="*/ 22 w 280"/>
              <a:gd name="T11" fmla="*/ 77 h 178"/>
              <a:gd name="T12" fmla="*/ 40 w 280"/>
              <a:gd name="T13" fmla="*/ 71 h 178"/>
              <a:gd name="T14" fmla="*/ 54 w 280"/>
              <a:gd name="T15" fmla="*/ 64 h 178"/>
              <a:gd name="T16" fmla="*/ 63 w 280"/>
              <a:gd name="T17" fmla="*/ 61 h 178"/>
              <a:gd name="T18" fmla="*/ 144 w 280"/>
              <a:gd name="T19" fmla="*/ 25 h 178"/>
              <a:gd name="T20" fmla="*/ 169 w 280"/>
              <a:gd name="T21" fmla="*/ 16 h 178"/>
              <a:gd name="T22" fmla="*/ 186 w 280"/>
              <a:gd name="T23" fmla="*/ 13 h 178"/>
              <a:gd name="T24" fmla="*/ 209 w 280"/>
              <a:gd name="T25" fmla="*/ 9 h 178"/>
              <a:gd name="T26" fmla="*/ 224 w 280"/>
              <a:gd name="T27" fmla="*/ 3 h 178"/>
              <a:gd name="T28" fmla="*/ 233 w 280"/>
              <a:gd name="T29" fmla="*/ 0 h 178"/>
              <a:gd name="T30" fmla="*/ 265 w 280"/>
              <a:gd name="T31" fmla="*/ 5 h 178"/>
              <a:gd name="T32" fmla="*/ 274 w 280"/>
              <a:gd name="T33" fmla="*/ 29 h 178"/>
              <a:gd name="T34" fmla="*/ 256 w 280"/>
              <a:gd name="T35" fmla="*/ 50 h 178"/>
              <a:gd name="T36" fmla="*/ 245 w 280"/>
              <a:gd name="T37" fmla="*/ 53 h 178"/>
              <a:gd name="T38" fmla="*/ 220 w 280"/>
              <a:gd name="T39" fmla="*/ 56 h 178"/>
              <a:gd name="T40" fmla="*/ 213 w 280"/>
              <a:gd name="T41" fmla="*/ 58 h 178"/>
              <a:gd name="T42" fmla="*/ 208 w 280"/>
              <a:gd name="T43" fmla="*/ 67 h 178"/>
              <a:gd name="T44" fmla="*/ 210 w 280"/>
              <a:gd name="T45" fmla="*/ 76 h 178"/>
              <a:gd name="T46" fmla="*/ 218 w 280"/>
              <a:gd name="T47" fmla="*/ 92 h 178"/>
              <a:gd name="T48" fmla="*/ 224 w 280"/>
              <a:gd name="T49" fmla="*/ 115 h 178"/>
              <a:gd name="T50" fmla="*/ 220 w 280"/>
              <a:gd name="T51" fmla="*/ 146 h 178"/>
              <a:gd name="T52" fmla="*/ 197 w 280"/>
              <a:gd name="T53" fmla="*/ 163 h 178"/>
              <a:gd name="T54" fmla="*/ 189 w 280"/>
              <a:gd name="T55" fmla="*/ 163 h 178"/>
              <a:gd name="T56" fmla="*/ 181 w 280"/>
              <a:gd name="T57" fmla="*/ 167 h 178"/>
              <a:gd name="T58" fmla="*/ 178 w 280"/>
              <a:gd name="T59" fmla="*/ 170 h 178"/>
              <a:gd name="T60" fmla="*/ 156 w 280"/>
              <a:gd name="T61" fmla="*/ 175 h 178"/>
              <a:gd name="T62" fmla="*/ 140 w 280"/>
              <a:gd name="T63" fmla="*/ 166 h 178"/>
              <a:gd name="T64" fmla="*/ 126 w 280"/>
              <a:gd name="T65" fmla="*/ 162 h 178"/>
              <a:gd name="T66" fmla="*/ 119 w 280"/>
              <a:gd name="T67" fmla="*/ 160 h 178"/>
              <a:gd name="T68" fmla="*/ 113 w 280"/>
              <a:gd name="T69" fmla="*/ 150 h 178"/>
              <a:gd name="T70" fmla="*/ 115 w 280"/>
              <a:gd name="T71" fmla="*/ 147 h 178"/>
              <a:gd name="T72" fmla="*/ 122 w 280"/>
              <a:gd name="T73" fmla="*/ 147 h 178"/>
              <a:gd name="T74" fmla="*/ 166 w 280"/>
              <a:gd name="T75" fmla="*/ 141 h 178"/>
              <a:gd name="T76" fmla="*/ 185 w 280"/>
              <a:gd name="T77" fmla="*/ 129 h 178"/>
              <a:gd name="T78" fmla="*/ 188 w 280"/>
              <a:gd name="T79" fmla="*/ 120 h 178"/>
              <a:gd name="T80" fmla="*/ 185 w 280"/>
              <a:gd name="T81" fmla="*/ 92 h 178"/>
              <a:gd name="T82" fmla="*/ 184 w 280"/>
              <a:gd name="T83" fmla="*/ 77 h 178"/>
              <a:gd name="T84" fmla="*/ 179 w 280"/>
              <a:gd name="T85" fmla="*/ 71 h 178"/>
              <a:gd name="T86" fmla="*/ 163 w 280"/>
              <a:gd name="T87" fmla="*/ 75 h 178"/>
              <a:gd name="T88" fmla="*/ 158 w 280"/>
              <a:gd name="T89" fmla="*/ 79 h 178"/>
              <a:gd name="T90" fmla="*/ 145 w 280"/>
              <a:gd name="T91" fmla="*/ 82 h 178"/>
              <a:gd name="T92" fmla="*/ 116 w 280"/>
              <a:gd name="T93" fmla="*/ 91 h 178"/>
              <a:gd name="T94" fmla="*/ 80 w 280"/>
              <a:gd name="T95" fmla="*/ 118 h 178"/>
              <a:gd name="T96" fmla="*/ 52 w 280"/>
              <a:gd name="T97" fmla="*/ 135 h 178"/>
              <a:gd name="T98" fmla="*/ 22 w 280"/>
              <a:gd name="T99" fmla="*/ 136 h 178"/>
              <a:gd name="T100" fmla="*/ 18 w 280"/>
              <a:gd name="T101" fmla="*/ 134 h 178"/>
              <a:gd name="T102" fmla="*/ 16 w 280"/>
              <a:gd name="T103" fmla="*/ 133 h 178"/>
            </a:gdLst>
            <a:rect l="0" t="0" r="r" b="b"/>
            <a:pathLst>
              <a:path w="280" h="178">
                <a:moveTo>
                  <a:pt x="16" y="133"/>
                </a:moveTo>
                <a:cubicBezTo>
                  <a:pt x="18" y="129"/>
                  <a:pt x="16" y="127"/>
                  <a:pt x="14" y="124"/>
                </a:cubicBezTo>
                <a:cubicBezTo>
                  <a:pt x="9" y="118"/>
                  <a:pt x="5" y="111"/>
                  <a:pt x="2" y="103"/>
                </a:cubicBezTo>
                <a:cubicBezTo>
                  <a:pt x="0" y="95"/>
                  <a:pt x="1" y="88"/>
                  <a:pt x="6" y="81"/>
                </a:cubicBezTo>
                <a:cubicBezTo>
                  <a:pt x="9" y="78"/>
                  <a:pt x="12" y="76"/>
                  <a:pt x="16" y="77"/>
                </a:cubicBezTo>
                <a:cubicBezTo>
                  <a:pt x="18" y="77"/>
                  <a:pt x="20" y="76"/>
                  <a:pt x="22" y="77"/>
                </a:cubicBezTo>
                <a:cubicBezTo>
                  <a:pt x="29" y="79"/>
                  <a:pt x="36" y="76"/>
                  <a:pt x="40" y="71"/>
                </a:cubicBezTo>
                <a:cubicBezTo>
                  <a:pt x="44" y="67"/>
                  <a:pt x="49" y="65"/>
                  <a:pt x="54" y="64"/>
                </a:cubicBezTo>
                <a:cubicBezTo>
                  <a:pt x="57" y="64"/>
                  <a:pt x="60" y="62"/>
                  <a:pt x="63" y="61"/>
                </a:cubicBezTo>
                <a:cubicBezTo>
                  <a:pt x="89" y="47"/>
                  <a:pt x="116" y="35"/>
                  <a:pt x="144" y="25"/>
                </a:cubicBezTo>
                <a:cubicBezTo>
                  <a:pt x="152" y="22"/>
                  <a:pt x="161" y="19"/>
                  <a:pt x="169" y="16"/>
                </a:cubicBezTo>
                <a:cubicBezTo>
                  <a:pt x="174" y="14"/>
                  <a:pt x="180" y="14"/>
                  <a:pt x="186" y="13"/>
                </a:cubicBezTo>
                <a:cubicBezTo>
                  <a:pt x="194" y="12"/>
                  <a:pt x="201" y="11"/>
                  <a:pt x="209" y="9"/>
                </a:cubicBezTo>
                <a:cubicBezTo>
                  <a:pt x="214" y="8"/>
                  <a:pt x="219" y="5"/>
                  <a:pt x="224" y="3"/>
                </a:cubicBezTo>
                <a:cubicBezTo>
                  <a:pt x="227" y="1"/>
                  <a:pt x="230" y="0"/>
                  <a:pt x="233" y="0"/>
                </a:cubicBezTo>
                <a:cubicBezTo>
                  <a:pt x="244" y="0"/>
                  <a:pt x="255" y="1"/>
                  <a:pt x="265" y="5"/>
                </a:cubicBezTo>
                <a:cubicBezTo>
                  <a:pt x="276" y="9"/>
                  <a:pt x="280" y="19"/>
                  <a:pt x="274" y="29"/>
                </a:cubicBezTo>
                <a:cubicBezTo>
                  <a:pt x="270" y="38"/>
                  <a:pt x="263" y="45"/>
                  <a:pt x="256" y="50"/>
                </a:cubicBezTo>
                <a:cubicBezTo>
                  <a:pt x="252" y="53"/>
                  <a:pt x="249" y="53"/>
                  <a:pt x="245" y="53"/>
                </a:cubicBezTo>
                <a:cubicBezTo>
                  <a:pt x="236" y="54"/>
                  <a:pt x="228" y="55"/>
                  <a:pt x="220" y="56"/>
                </a:cubicBezTo>
                <a:cubicBezTo>
                  <a:pt x="218" y="57"/>
                  <a:pt x="215" y="57"/>
                  <a:pt x="213" y="58"/>
                </a:cubicBezTo>
                <a:cubicBezTo>
                  <a:pt x="209" y="60"/>
                  <a:pt x="208" y="63"/>
                  <a:pt x="208" y="67"/>
                </a:cubicBezTo>
                <a:cubicBezTo>
                  <a:pt x="208" y="70"/>
                  <a:pt x="209" y="73"/>
                  <a:pt x="210" y="76"/>
                </a:cubicBezTo>
                <a:cubicBezTo>
                  <a:pt x="213" y="82"/>
                  <a:pt x="215" y="87"/>
                  <a:pt x="218" y="92"/>
                </a:cubicBezTo>
                <a:cubicBezTo>
                  <a:pt x="221" y="100"/>
                  <a:pt x="224" y="107"/>
                  <a:pt x="224" y="115"/>
                </a:cubicBezTo>
                <a:cubicBezTo>
                  <a:pt x="224" y="126"/>
                  <a:pt x="223" y="136"/>
                  <a:pt x="220" y="146"/>
                </a:cubicBezTo>
                <a:cubicBezTo>
                  <a:pt x="216" y="157"/>
                  <a:pt x="209" y="162"/>
                  <a:pt x="197" y="163"/>
                </a:cubicBezTo>
                <a:cubicBezTo>
                  <a:pt x="194" y="163"/>
                  <a:pt x="192" y="163"/>
                  <a:pt x="189" y="163"/>
                </a:cubicBezTo>
                <a:cubicBezTo>
                  <a:pt x="186" y="163"/>
                  <a:pt x="183" y="163"/>
                  <a:pt x="181" y="167"/>
                </a:cubicBezTo>
                <a:cubicBezTo>
                  <a:pt x="180" y="168"/>
                  <a:pt x="179" y="169"/>
                  <a:pt x="178" y="170"/>
                </a:cubicBezTo>
                <a:cubicBezTo>
                  <a:pt x="171" y="176"/>
                  <a:pt x="164" y="178"/>
                  <a:pt x="156" y="175"/>
                </a:cubicBezTo>
                <a:cubicBezTo>
                  <a:pt x="151" y="172"/>
                  <a:pt x="145" y="169"/>
                  <a:pt x="140" y="166"/>
                </a:cubicBezTo>
                <a:cubicBezTo>
                  <a:pt x="136" y="163"/>
                  <a:pt x="132" y="162"/>
                  <a:pt x="126" y="162"/>
                </a:cubicBezTo>
                <a:cubicBezTo>
                  <a:pt x="124" y="162"/>
                  <a:pt x="121" y="163"/>
                  <a:pt x="119" y="160"/>
                </a:cubicBezTo>
                <a:cubicBezTo>
                  <a:pt x="116" y="157"/>
                  <a:pt x="114" y="154"/>
                  <a:pt x="113" y="150"/>
                </a:cubicBezTo>
                <a:cubicBezTo>
                  <a:pt x="112" y="148"/>
                  <a:pt x="113" y="147"/>
                  <a:pt x="115" y="147"/>
                </a:cubicBezTo>
                <a:cubicBezTo>
                  <a:pt x="117" y="147"/>
                  <a:pt x="120" y="147"/>
                  <a:pt x="122" y="147"/>
                </a:cubicBezTo>
                <a:cubicBezTo>
                  <a:pt x="137" y="148"/>
                  <a:pt x="152" y="146"/>
                  <a:pt x="166" y="141"/>
                </a:cubicBezTo>
                <a:cubicBezTo>
                  <a:pt x="173" y="138"/>
                  <a:pt x="179" y="134"/>
                  <a:pt x="185" y="129"/>
                </a:cubicBezTo>
                <a:cubicBezTo>
                  <a:pt x="188" y="126"/>
                  <a:pt x="189" y="123"/>
                  <a:pt x="188" y="120"/>
                </a:cubicBezTo>
                <a:cubicBezTo>
                  <a:pt x="187" y="111"/>
                  <a:pt x="186" y="102"/>
                  <a:pt x="185" y="92"/>
                </a:cubicBezTo>
                <a:cubicBezTo>
                  <a:pt x="184" y="87"/>
                  <a:pt x="184" y="82"/>
                  <a:pt x="184" y="77"/>
                </a:cubicBezTo>
                <a:cubicBezTo>
                  <a:pt x="184" y="73"/>
                  <a:pt x="183" y="71"/>
                  <a:pt x="179" y="71"/>
                </a:cubicBezTo>
                <a:cubicBezTo>
                  <a:pt x="173" y="70"/>
                  <a:pt x="168" y="70"/>
                  <a:pt x="163" y="75"/>
                </a:cubicBezTo>
                <a:cubicBezTo>
                  <a:pt x="162" y="76"/>
                  <a:pt x="160" y="77"/>
                  <a:pt x="158" y="79"/>
                </a:cubicBezTo>
                <a:cubicBezTo>
                  <a:pt x="154" y="81"/>
                  <a:pt x="150" y="83"/>
                  <a:pt x="145" y="82"/>
                </a:cubicBezTo>
                <a:cubicBezTo>
                  <a:pt x="134" y="82"/>
                  <a:pt x="124" y="85"/>
                  <a:pt x="116" y="91"/>
                </a:cubicBezTo>
                <a:cubicBezTo>
                  <a:pt x="104" y="100"/>
                  <a:pt x="92" y="109"/>
                  <a:pt x="80" y="118"/>
                </a:cubicBezTo>
                <a:cubicBezTo>
                  <a:pt x="71" y="124"/>
                  <a:pt x="62" y="131"/>
                  <a:pt x="52" y="135"/>
                </a:cubicBezTo>
                <a:cubicBezTo>
                  <a:pt x="42" y="139"/>
                  <a:pt x="32" y="140"/>
                  <a:pt x="22" y="136"/>
                </a:cubicBezTo>
                <a:cubicBezTo>
                  <a:pt x="20" y="136"/>
                  <a:pt x="19" y="135"/>
                  <a:pt x="18" y="134"/>
                </a:cubicBezTo>
                <a:cubicBezTo>
                  <a:pt x="17" y="134"/>
                  <a:pt x="17" y="134"/>
                  <a:pt x="16" y="133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4" name="Freeform 15">
            <a:extLst xmlns:a="http://schemas.openxmlformats.org/drawingml/2006/main">
              <a:ext uri="{FF2B5EF4-FFF2-40B4-BE49-F238E27FC236}">
                <a16:creationId xmlns:a16="http://schemas.microsoft.com/office/drawing/2014/main" id="{9DA43C89-E12A-47A6-834A-278389914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703" y="432578"/>
            <a:ext cx="107776" cy="57594"/>
          </a:xfrm>
          <a:custGeom xmlns:a="http://schemas.openxmlformats.org/drawingml/2006/main">
            <a:gdLst>
              <a:gd name="T0" fmla="*/ 197 w 212"/>
              <a:gd name="T1" fmla="*/ 0 h 114"/>
              <a:gd name="T2" fmla="*/ 205 w 212"/>
              <a:gd name="T3" fmla="*/ 0 h 114"/>
              <a:gd name="T4" fmla="*/ 211 w 212"/>
              <a:gd name="T5" fmla="*/ 9 h 114"/>
              <a:gd name="T6" fmla="*/ 191 w 212"/>
              <a:gd name="T7" fmla="*/ 29 h 114"/>
              <a:gd name="T8" fmla="*/ 187 w 212"/>
              <a:gd name="T9" fmla="*/ 29 h 114"/>
              <a:gd name="T10" fmla="*/ 174 w 212"/>
              <a:gd name="T11" fmla="*/ 33 h 114"/>
              <a:gd name="T12" fmla="*/ 132 w 212"/>
              <a:gd name="T13" fmla="*/ 67 h 114"/>
              <a:gd name="T14" fmla="*/ 109 w 212"/>
              <a:gd name="T15" fmla="*/ 91 h 114"/>
              <a:gd name="T16" fmla="*/ 71 w 212"/>
              <a:gd name="T17" fmla="*/ 112 h 114"/>
              <a:gd name="T18" fmla="*/ 40 w 212"/>
              <a:gd name="T19" fmla="*/ 108 h 114"/>
              <a:gd name="T20" fmla="*/ 9 w 212"/>
              <a:gd name="T21" fmla="*/ 90 h 114"/>
              <a:gd name="T22" fmla="*/ 8 w 212"/>
              <a:gd name="T23" fmla="*/ 89 h 114"/>
              <a:gd name="T24" fmla="*/ 11 w 212"/>
              <a:gd name="T25" fmla="*/ 64 h 114"/>
              <a:gd name="T26" fmla="*/ 15 w 212"/>
              <a:gd name="T27" fmla="*/ 62 h 114"/>
              <a:gd name="T28" fmla="*/ 114 w 212"/>
              <a:gd name="T29" fmla="*/ 23 h 114"/>
              <a:gd name="T30" fmla="*/ 130 w 212"/>
              <a:gd name="T31" fmla="*/ 18 h 114"/>
              <a:gd name="T32" fmla="*/ 164 w 212"/>
              <a:gd name="T33" fmla="*/ 7 h 114"/>
              <a:gd name="T34" fmla="*/ 197 w 212"/>
              <a:gd name="T35" fmla="*/ 0 h 114"/>
            </a:gdLst>
            <a:rect l="0" t="0" r="r" b="b"/>
            <a:pathLst>
              <a:path w="212" h="114">
                <a:moveTo>
                  <a:pt x="197" y="0"/>
                </a:moveTo>
                <a:cubicBezTo>
                  <a:pt x="199" y="0"/>
                  <a:pt x="202" y="0"/>
                  <a:pt x="205" y="0"/>
                </a:cubicBezTo>
                <a:cubicBezTo>
                  <a:pt x="209" y="1"/>
                  <a:pt x="212" y="5"/>
                  <a:pt x="211" y="9"/>
                </a:cubicBezTo>
                <a:cubicBezTo>
                  <a:pt x="207" y="18"/>
                  <a:pt x="200" y="25"/>
                  <a:pt x="191" y="29"/>
                </a:cubicBezTo>
                <a:cubicBezTo>
                  <a:pt x="189" y="29"/>
                  <a:pt x="188" y="29"/>
                  <a:pt x="187" y="29"/>
                </a:cubicBezTo>
                <a:cubicBezTo>
                  <a:pt x="182" y="28"/>
                  <a:pt x="178" y="30"/>
                  <a:pt x="174" y="33"/>
                </a:cubicBezTo>
                <a:cubicBezTo>
                  <a:pt x="158" y="43"/>
                  <a:pt x="144" y="54"/>
                  <a:pt x="132" y="67"/>
                </a:cubicBezTo>
                <a:cubicBezTo>
                  <a:pt x="124" y="75"/>
                  <a:pt x="116" y="83"/>
                  <a:pt x="109" y="91"/>
                </a:cubicBezTo>
                <a:cubicBezTo>
                  <a:pt x="99" y="102"/>
                  <a:pt x="86" y="110"/>
                  <a:pt x="71" y="112"/>
                </a:cubicBezTo>
                <a:cubicBezTo>
                  <a:pt x="61" y="114"/>
                  <a:pt x="50" y="112"/>
                  <a:pt x="40" y="108"/>
                </a:cubicBezTo>
                <a:cubicBezTo>
                  <a:pt x="29" y="104"/>
                  <a:pt x="19" y="98"/>
                  <a:pt x="9" y="90"/>
                </a:cubicBezTo>
                <a:cubicBezTo>
                  <a:pt x="9" y="90"/>
                  <a:pt x="9" y="89"/>
                  <a:pt x="8" y="89"/>
                </a:cubicBezTo>
                <a:cubicBezTo>
                  <a:pt x="0" y="81"/>
                  <a:pt x="2" y="70"/>
                  <a:pt x="11" y="64"/>
                </a:cubicBezTo>
                <a:cubicBezTo>
                  <a:pt x="12" y="63"/>
                  <a:pt x="14" y="63"/>
                  <a:pt x="15" y="62"/>
                </a:cubicBezTo>
                <a:cubicBezTo>
                  <a:pt x="48" y="49"/>
                  <a:pt x="81" y="36"/>
                  <a:pt x="114" y="23"/>
                </a:cubicBezTo>
                <a:cubicBezTo>
                  <a:pt x="119" y="21"/>
                  <a:pt x="125" y="19"/>
                  <a:pt x="130" y="18"/>
                </a:cubicBezTo>
                <a:cubicBezTo>
                  <a:pt x="142" y="15"/>
                  <a:pt x="153" y="12"/>
                  <a:pt x="164" y="7"/>
                </a:cubicBezTo>
                <a:cubicBezTo>
                  <a:pt x="175" y="2"/>
                  <a:pt x="186" y="0"/>
                  <a:pt x="197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5" name="Freeform 16">
            <a:extLst xmlns:a="http://schemas.openxmlformats.org/drawingml/2006/main">
              <a:ext uri="{FF2B5EF4-FFF2-40B4-BE49-F238E27FC236}">
                <a16:creationId xmlns:a16="http://schemas.microsoft.com/office/drawing/2014/main" id="{596A1DF0-AE57-4562-AB1A-6A1D27EBF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5059" y="361297"/>
            <a:ext cx="57594" cy="63867"/>
          </a:xfrm>
          <a:custGeom xmlns:a="http://schemas.openxmlformats.org/drawingml/2006/main">
            <a:gdLst>
              <a:gd name="T0" fmla="*/ 114 w 114"/>
              <a:gd name="T1" fmla="*/ 70 h 126"/>
              <a:gd name="T2" fmla="*/ 101 w 114"/>
              <a:gd name="T3" fmla="*/ 91 h 126"/>
              <a:gd name="T4" fmla="*/ 78 w 114"/>
              <a:gd name="T5" fmla="*/ 97 h 126"/>
              <a:gd name="T6" fmla="*/ 58 w 114"/>
              <a:gd name="T7" fmla="*/ 106 h 126"/>
              <a:gd name="T8" fmla="*/ 40 w 114"/>
              <a:gd name="T9" fmla="*/ 121 h 126"/>
              <a:gd name="T10" fmla="*/ 31 w 114"/>
              <a:gd name="T11" fmla="*/ 125 h 126"/>
              <a:gd name="T12" fmla="*/ 23 w 114"/>
              <a:gd name="T13" fmla="*/ 122 h 126"/>
              <a:gd name="T14" fmla="*/ 23 w 114"/>
              <a:gd name="T15" fmla="*/ 112 h 126"/>
              <a:gd name="T16" fmla="*/ 26 w 114"/>
              <a:gd name="T17" fmla="*/ 68 h 126"/>
              <a:gd name="T18" fmla="*/ 16 w 114"/>
              <a:gd name="T19" fmla="*/ 50 h 126"/>
              <a:gd name="T20" fmla="*/ 11 w 114"/>
              <a:gd name="T21" fmla="*/ 39 h 126"/>
              <a:gd name="T22" fmla="*/ 3 w 114"/>
              <a:gd name="T23" fmla="*/ 21 h 126"/>
              <a:gd name="T24" fmla="*/ 3 w 114"/>
              <a:gd name="T25" fmla="*/ 6 h 126"/>
              <a:gd name="T26" fmla="*/ 12 w 114"/>
              <a:gd name="T27" fmla="*/ 0 h 126"/>
              <a:gd name="T28" fmla="*/ 18 w 114"/>
              <a:gd name="T29" fmla="*/ 1 h 126"/>
              <a:gd name="T30" fmla="*/ 50 w 114"/>
              <a:gd name="T31" fmla="*/ 12 h 126"/>
              <a:gd name="T32" fmla="*/ 86 w 114"/>
              <a:gd name="T33" fmla="*/ 31 h 126"/>
              <a:gd name="T34" fmla="*/ 106 w 114"/>
              <a:gd name="T35" fmla="*/ 48 h 126"/>
              <a:gd name="T36" fmla="*/ 114 w 114"/>
              <a:gd name="T37" fmla="*/ 70 h 126"/>
            </a:gdLst>
            <a:rect l="0" t="0" r="r" b="b"/>
            <a:pathLst>
              <a:path w="114" h="126">
                <a:moveTo>
                  <a:pt x="114" y="70"/>
                </a:moveTo>
                <a:cubicBezTo>
                  <a:pt x="114" y="79"/>
                  <a:pt x="109" y="86"/>
                  <a:pt x="101" y="91"/>
                </a:cubicBezTo>
                <a:cubicBezTo>
                  <a:pt x="94" y="95"/>
                  <a:pt x="86" y="97"/>
                  <a:pt x="78" y="97"/>
                </a:cubicBezTo>
                <a:cubicBezTo>
                  <a:pt x="64" y="97"/>
                  <a:pt x="66" y="98"/>
                  <a:pt x="58" y="106"/>
                </a:cubicBezTo>
                <a:cubicBezTo>
                  <a:pt x="52" y="111"/>
                  <a:pt x="46" y="116"/>
                  <a:pt x="40" y="121"/>
                </a:cubicBezTo>
                <a:cubicBezTo>
                  <a:pt x="38" y="123"/>
                  <a:pt x="35" y="124"/>
                  <a:pt x="31" y="125"/>
                </a:cubicBezTo>
                <a:cubicBezTo>
                  <a:pt x="28" y="126"/>
                  <a:pt x="25" y="125"/>
                  <a:pt x="23" y="122"/>
                </a:cubicBezTo>
                <a:cubicBezTo>
                  <a:pt x="22" y="118"/>
                  <a:pt x="21" y="115"/>
                  <a:pt x="23" y="112"/>
                </a:cubicBezTo>
                <a:cubicBezTo>
                  <a:pt x="33" y="98"/>
                  <a:pt x="33" y="83"/>
                  <a:pt x="26" y="68"/>
                </a:cubicBezTo>
                <a:cubicBezTo>
                  <a:pt x="23" y="61"/>
                  <a:pt x="19" y="56"/>
                  <a:pt x="16" y="50"/>
                </a:cubicBezTo>
                <a:cubicBezTo>
                  <a:pt x="14" y="46"/>
                  <a:pt x="12" y="43"/>
                  <a:pt x="11" y="39"/>
                </a:cubicBezTo>
                <a:cubicBezTo>
                  <a:pt x="9" y="33"/>
                  <a:pt x="7" y="27"/>
                  <a:pt x="3" y="21"/>
                </a:cubicBezTo>
                <a:cubicBezTo>
                  <a:pt x="0" y="17"/>
                  <a:pt x="0" y="12"/>
                  <a:pt x="3" y="6"/>
                </a:cubicBezTo>
                <a:cubicBezTo>
                  <a:pt x="5" y="2"/>
                  <a:pt x="8" y="0"/>
                  <a:pt x="12" y="0"/>
                </a:cubicBezTo>
                <a:cubicBezTo>
                  <a:pt x="14" y="0"/>
                  <a:pt x="16" y="1"/>
                  <a:pt x="18" y="1"/>
                </a:cubicBezTo>
                <a:cubicBezTo>
                  <a:pt x="29" y="3"/>
                  <a:pt x="40" y="7"/>
                  <a:pt x="50" y="12"/>
                </a:cubicBezTo>
                <a:cubicBezTo>
                  <a:pt x="62" y="19"/>
                  <a:pt x="74" y="25"/>
                  <a:pt x="86" y="31"/>
                </a:cubicBezTo>
                <a:cubicBezTo>
                  <a:pt x="94" y="36"/>
                  <a:pt x="101" y="41"/>
                  <a:pt x="106" y="48"/>
                </a:cubicBezTo>
                <a:cubicBezTo>
                  <a:pt x="111" y="54"/>
                  <a:pt x="114" y="61"/>
                  <a:pt x="114" y="7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6" name="Freeform 24">
            <a:extLst xmlns:a="http://schemas.openxmlformats.org/drawingml/2006/main">
              <a:ext uri="{FF2B5EF4-FFF2-40B4-BE49-F238E27FC236}">
                <a16:creationId xmlns:a16="http://schemas.microsoft.com/office/drawing/2014/main" id="{09555302-D42A-4A97-AAA1-80BEC6CC3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4717" y="420032"/>
            <a:ext cx="56454" cy="76412"/>
          </a:xfrm>
          <a:custGeom xmlns:a="http://schemas.openxmlformats.org/drawingml/2006/main">
            <a:gdLst>
              <a:gd name="T0" fmla="*/ 111 w 111"/>
              <a:gd name="T1" fmla="*/ 118 h 150"/>
              <a:gd name="T2" fmla="*/ 108 w 111"/>
              <a:gd name="T3" fmla="*/ 125 h 150"/>
              <a:gd name="T4" fmla="*/ 94 w 111"/>
              <a:gd name="T5" fmla="*/ 142 h 150"/>
              <a:gd name="T6" fmla="*/ 80 w 111"/>
              <a:gd name="T7" fmla="*/ 149 h 150"/>
              <a:gd name="T8" fmla="*/ 72 w 111"/>
              <a:gd name="T9" fmla="*/ 144 h 150"/>
              <a:gd name="T10" fmla="*/ 66 w 111"/>
              <a:gd name="T11" fmla="*/ 117 h 150"/>
              <a:gd name="T12" fmla="*/ 59 w 111"/>
              <a:gd name="T13" fmla="*/ 90 h 150"/>
              <a:gd name="T14" fmla="*/ 50 w 111"/>
              <a:gd name="T15" fmla="*/ 75 h 150"/>
              <a:gd name="T16" fmla="*/ 19 w 111"/>
              <a:gd name="T17" fmla="*/ 40 h 150"/>
              <a:gd name="T18" fmla="*/ 6 w 111"/>
              <a:gd name="T19" fmla="*/ 27 h 150"/>
              <a:gd name="T20" fmla="*/ 0 w 111"/>
              <a:gd name="T21" fmla="*/ 10 h 150"/>
              <a:gd name="T22" fmla="*/ 0 w 111"/>
              <a:gd name="T23" fmla="*/ 8 h 150"/>
              <a:gd name="T24" fmla="*/ 9 w 111"/>
              <a:gd name="T25" fmla="*/ 2 h 150"/>
              <a:gd name="T26" fmla="*/ 18 w 111"/>
              <a:gd name="T27" fmla="*/ 7 h 150"/>
              <a:gd name="T28" fmla="*/ 27 w 111"/>
              <a:gd name="T29" fmla="*/ 15 h 150"/>
              <a:gd name="T30" fmla="*/ 44 w 111"/>
              <a:gd name="T31" fmla="*/ 26 h 150"/>
              <a:gd name="T32" fmla="*/ 85 w 111"/>
              <a:gd name="T33" fmla="*/ 57 h 150"/>
              <a:gd name="T34" fmla="*/ 110 w 111"/>
              <a:gd name="T35" fmla="*/ 114 h 150"/>
              <a:gd name="T36" fmla="*/ 110 w 111"/>
              <a:gd name="T37" fmla="*/ 117 h 150"/>
              <a:gd name="T38" fmla="*/ 111 w 111"/>
              <a:gd name="T39" fmla="*/ 118 h 150"/>
            </a:gdLst>
            <a:rect l="0" t="0" r="r" b="b"/>
            <a:pathLst>
              <a:path w="111" h="150">
                <a:moveTo>
                  <a:pt x="111" y="118"/>
                </a:moveTo>
                <a:cubicBezTo>
                  <a:pt x="110" y="120"/>
                  <a:pt x="109" y="123"/>
                  <a:pt x="108" y="125"/>
                </a:cubicBezTo>
                <a:cubicBezTo>
                  <a:pt x="103" y="131"/>
                  <a:pt x="99" y="136"/>
                  <a:pt x="94" y="142"/>
                </a:cubicBezTo>
                <a:cubicBezTo>
                  <a:pt x="90" y="146"/>
                  <a:pt x="86" y="148"/>
                  <a:pt x="80" y="149"/>
                </a:cubicBezTo>
                <a:cubicBezTo>
                  <a:pt x="75" y="150"/>
                  <a:pt x="73" y="149"/>
                  <a:pt x="72" y="144"/>
                </a:cubicBezTo>
                <a:cubicBezTo>
                  <a:pt x="70" y="135"/>
                  <a:pt x="68" y="126"/>
                  <a:pt x="66" y="117"/>
                </a:cubicBezTo>
                <a:cubicBezTo>
                  <a:pt x="64" y="108"/>
                  <a:pt x="63" y="99"/>
                  <a:pt x="59" y="90"/>
                </a:cubicBezTo>
                <a:cubicBezTo>
                  <a:pt x="57" y="85"/>
                  <a:pt x="54" y="80"/>
                  <a:pt x="50" y="75"/>
                </a:cubicBezTo>
                <a:cubicBezTo>
                  <a:pt x="40" y="63"/>
                  <a:pt x="29" y="51"/>
                  <a:pt x="19" y="40"/>
                </a:cubicBezTo>
                <a:cubicBezTo>
                  <a:pt x="15" y="35"/>
                  <a:pt x="11" y="31"/>
                  <a:pt x="6" y="27"/>
                </a:cubicBezTo>
                <a:cubicBezTo>
                  <a:pt x="1" y="22"/>
                  <a:pt x="0" y="17"/>
                  <a:pt x="0" y="10"/>
                </a:cubicBezTo>
                <a:cubicBezTo>
                  <a:pt x="0" y="9"/>
                  <a:pt x="0" y="9"/>
                  <a:pt x="0" y="8"/>
                </a:cubicBezTo>
                <a:cubicBezTo>
                  <a:pt x="2" y="1"/>
                  <a:pt x="3" y="0"/>
                  <a:pt x="9" y="2"/>
                </a:cubicBezTo>
                <a:cubicBezTo>
                  <a:pt x="12" y="4"/>
                  <a:pt x="15" y="5"/>
                  <a:pt x="18" y="7"/>
                </a:cubicBezTo>
                <a:cubicBezTo>
                  <a:pt x="21" y="10"/>
                  <a:pt x="24" y="12"/>
                  <a:pt x="27" y="15"/>
                </a:cubicBezTo>
                <a:cubicBezTo>
                  <a:pt x="32" y="20"/>
                  <a:pt x="38" y="24"/>
                  <a:pt x="44" y="26"/>
                </a:cubicBezTo>
                <a:cubicBezTo>
                  <a:pt x="61" y="33"/>
                  <a:pt x="74" y="43"/>
                  <a:pt x="85" y="57"/>
                </a:cubicBezTo>
                <a:cubicBezTo>
                  <a:pt x="98" y="73"/>
                  <a:pt x="107" y="92"/>
                  <a:pt x="110" y="114"/>
                </a:cubicBezTo>
                <a:cubicBezTo>
                  <a:pt x="110" y="115"/>
                  <a:pt x="110" y="116"/>
                  <a:pt x="110" y="117"/>
                </a:cubicBezTo>
                <a:cubicBezTo>
                  <a:pt x="110" y="117"/>
                  <a:pt x="110" y="118"/>
                  <a:pt x="111" y="1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7" name="Freeform 26">
            <a:extLst xmlns:a="http://schemas.openxmlformats.org/drawingml/2006/main">
              <a:ext uri="{FF2B5EF4-FFF2-40B4-BE49-F238E27FC236}">
                <a16:creationId xmlns:a16="http://schemas.microsoft.com/office/drawing/2014/main" id="{67442C39-D900-426E-98FF-1DD1B3BD9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4100" y="564304"/>
            <a:ext cx="41057" cy="50181"/>
          </a:xfrm>
          <a:custGeom xmlns:a="http://schemas.openxmlformats.org/drawingml/2006/main">
            <a:gdLst>
              <a:gd name="T0" fmla="*/ 0 w 81"/>
              <a:gd name="T1" fmla="*/ 18 h 99"/>
              <a:gd name="T2" fmla="*/ 1 w 81"/>
              <a:gd name="T3" fmla="*/ 9 h 99"/>
              <a:gd name="T4" fmla="*/ 11 w 81"/>
              <a:gd name="T5" fmla="*/ 1 h 99"/>
              <a:gd name="T6" fmla="*/ 50 w 81"/>
              <a:gd name="T7" fmla="*/ 12 h 99"/>
              <a:gd name="T8" fmla="*/ 78 w 81"/>
              <a:gd name="T9" fmla="*/ 44 h 99"/>
              <a:gd name="T10" fmla="*/ 80 w 81"/>
              <a:gd name="T11" fmla="*/ 51 h 99"/>
              <a:gd name="T12" fmla="*/ 77 w 81"/>
              <a:gd name="T13" fmla="*/ 79 h 99"/>
              <a:gd name="T14" fmla="*/ 43 w 81"/>
              <a:gd name="T15" fmla="*/ 92 h 99"/>
              <a:gd name="T16" fmla="*/ 30 w 81"/>
              <a:gd name="T17" fmla="*/ 81 h 99"/>
              <a:gd name="T18" fmla="*/ 12 w 81"/>
              <a:gd name="T19" fmla="*/ 60 h 99"/>
              <a:gd name="T20" fmla="*/ 1 w 81"/>
              <a:gd name="T21" fmla="*/ 24 h 99"/>
              <a:gd name="T22" fmla="*/ 1 w 81"/>
              <a:gd name="T23" fmla="*/ 18 h 99"/>
              <a:gd name="T24" fmla="*/ 0 w 81"/>
              <a:gd name="T25" fmla="*/ 18 h 99"/>
            </a:gdLst>
            <a:rect l="0" t="0" r="r" b="b"/>
            <a:pathLst>
              <a:path w="81" h="99">
                <a:moveTo>
                  <a:pt x="0" y="18"/>
                </a:moveTo>
                <a:cubicBezTo>
                  <a:pt x="1" y="15"/>
                  <a:pt x="1" y="12"/>
                  <a:pt x="1" y="9"/>
                </a:cubicBezTo>
                <a:cubicBezTo>
                  <a:pt x="2" y="4"/>
                  <a:pt x="5" y="1"/>
                  <a:pt x="11" y="1"/>
                </a:cubicBezTo>
                <a:cubicBezTo>
                  <a:pt x="25" y="0"/>
                  <a:pt x="39" y="2"/>
                  <a:pt x="50" y="12"/>
                </a:cubicBezTo>
                <a:cubicBezTo>
                  <a:pt x="62" y="21"/>
                  <a:pt x="70" y="32"/>
                  <a:pt x="78" y="44"/>
                </a:cubicBezTo>
                <a:cubicBezTo>
                  <a:pt x="79" y="46"/>
                  <a:pt x="80" y="49"/>
                  <a:pt x="80" y="51"/>
                </a:cubicBezTo>
                <a:cubicBezTo>
                  <a:pt x="81" y="61"/>
                  <a:pt x="80" y="70"/>
                  <a:pt x="77" y="79"/>
                </a:cubicBezTo>
                <a:cubicBezTo>
                  <a:pt x="74" y="89"/>
                  <a:pt x="57" y="99"/>
                  <a:pt x="43" y="92"/>
                </a:cubicBezTo>
                <a:cubicBezTo>
                  <a:pt x="38" y="89"/>
                  <a:pt x="33" y="86"/>
                  <a:pt x="30" y="81"/>
                </a:cubicBezTo>
                <a:cubicBezTo>
                  <a:pt x="24" y="74"/>
                  <a:pt x="18" y="67"/>
                  <a:pt x="12" y="60"/>
                </a:cubicBezTo>
                <a:cubicBezTo>
                  <a:pt x="4" y="49"/>
                  <a:pt x="2" y="37"/>
                  <a:pt x="1" y="24"/>
                </a:cubicBezTo>
                <a:cubicBezTo>
                  <a:pt x="1" y="22"/>
                  <a:pt x="1" y="20"/>
                  <a:pt x="1" y="18"/>
                </a:cubicBezTo>
                <a:cubicBezTo>
                  <a:pt x="1" y="18"/>
                  <a:pt x="1" y="18"/>
                  <a:pt x="0" y="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E3AD31AE-341A-471A-91A3-A3688A3E2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7552" y="552329"/>
            <a:ext cx="43908" cy="50751"/>
          </a:xfrm>
          <a:custGeom xmlns:a="http://schemas.openxmlformats.org/drawingml/2006/main">
            <a:gdLst>
              <a:gd name="T0" fmla="*/ 38 w 87"/>
              <a:gd name="T1" fmla="*/ 100 h 100"/>
              <a:gd name="T2" fmla="*/ 27 w 87"/>
              <a:gd name="T3" fmla="*/ 98 h 100"/>
              <a:gd name="T4" fmla="*/ 22 w 87"/>
              <a:gd name="T5" fmla="*/ 91 h 100"/>
              <a:gd name="T6" fmla="*/ 17 w 87"/>
              <a:gd name="T7" fmla="*/ 65 h 100"/>
              <a:gd name="T8" fmla="*/ 1 w 87"/>
              <a:gd name="T9" fmla="*/ 16 h 100"/>
              <a:gd name="T10" fmla="*/ 0 w 87"/>
              <a:gd name="T11" fmla="*/ 4 h 100"/>
              <a:gd name="T12" fmla="*/ 4 w 87"/>
              <a:gd name="T13" fmla="*/ 0 h 100"/>
              <a:gd name="T14" fmla="*/ 12 w 87"/>
              <a:gd name="T15" fmla="*/ 0 h 100"/>
              <a:gd name="T16" fmla="*/ 20 w 87"/>
              <a:gd name="T17" fmla="*/ 4 h 100"/>
              <a:gd name="T18" fmla="*/ 31 w 87"/>
              <a:gd name="T19" fmla="*/ 12 h 100"/>
              <a:gd name="T20" fmla="*/ 65 w 87"/>
              <a:gd name="T21" fmla="*/ 41 h 100"/>
              <a:gd name="T22" fmla="*/ 78 w 87"/>
              <a:gd name="T23" fmla="*/ 56 h 100"/>
              <a:gd name="T24" fmla="*/ 73 w 87"/>
              <a:gd name="T25" fmla="*/ 87 h 100"/>
              <a:gd name="T26" fmla="*/ 38 w 87"/>
              <a:gd name="T27" fmla="*/ 100 h 100"/>
            </a:gdLst>
            <a:rect l="0" t="0" r="r" b="b"/>
            <a:pathLst>
              <a:path w="87" h="100">
                <a:moveTo>
                  <a:pt x="38" y="100"/>
                </a:moveTo>
                <a:cubicBezTo>
                  <a:pt x="34" y="99"/>
                  <a:pt x="31" y="99"/>
                  <a:pt x="27" y="98"/>
                </a:cubicBezTo>
                <a:cubicBezTo>
                  <a:pt x="24" y="97"/>
                  <a:pt x="22" y="94"/>
                  <a:pt x="22" y="91"/>
                </a:cubicBezTo>
                <a:cubicBezTo>
                  <a:pt x="23" y="81"/>
                  <a:pt x="20" y="73"/>
                  <a:pt x="17" y="65"/>
                </a:cubicBezTo>
                <a:cubicBezTo>
                  <a:pt x="11" y="49"/>
                  <a:pt x="4" y="33"/>
                  <a:pt x="1" y="16"/>
                </a:cubicBezTo>
                <a:cubicBezTo>
                  <a:pt x="0" y="12"/>
                  <a:pt x="0" y="8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7" y="0"/>
                  <a:pt x="10" y="0"/>
                  <a:pt x="12" y="0"/>
                </a:cubicBezTo>
                <a:cubicBezTo>
                  <a:pt x="15" y="1"/>
                  <a:pt x="18" y="2"/>
                  <a:pt x="20" y="4"/>
                </a:cubicBezTo>
                <a:cubicBezTo>
                  <a:pt x="24" y="7"/>
                  <a:pt x="28" y="9"/>
                  <a:pt x="31" y="12"/>
                </a:cubicBezTo>
                <a:cubicBezTo>
                  <a:pt x="42" y="22"/>
                  <a:pt x="54" y="31"/>
                  <a:pt x="65" y="41"/>
                </a:cubicBezTo>
                <a:cubicBezTo>
                  <a:pt x="70" y="45"/>
                  <a:pt x="74" y="51"/>
                  <a:pt x="78" y="56"/>
                </a:cubicBezTo>
                <a:cubicBezTo>
                  <a:pt x="87" y="69"/>
                  <a:pt x="85" y="78"/>
                  <a:pt x="73" y="87"/>
                </a:cubicBezTo>
                <a:cubicBezTo>
                  <a:pt x="64" y="95"/>
                  <a:pt x="50" y="100"/>
                  <a:pt x="38" y="1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9" name="Freeform 36">
            <a:extLst xmlns:a="http://schemas.openxmlformats.org/drawingml/2006/main">
              <a:ext uri="{FF2B5EF4-FFF2-40B4-BE49-F238E27FC236}">
                <a16:creationId xmlns:a16="http://schemas.microsoft.com/office/drawing/2014/main" id="{E3A140C5-E62D-4C40-B233-4371E6D10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3006" y="481619"/>
            <a:ext cx="22809" cy="43908"/>
          </a:xfrm>
          <a:custGeom xmlns:a="http://schemas.openxmlformats.org/drawingml/2006/main">
            <a:gdLst>
              <a:gd name="T0" fmla="*/ 6 w 44"/>
              <a:gd name="T1" fmla="*/ 57 h 87"/>
              <a:gd name="T2" fmla="*/ 2 w 44"/>
              <a:gd name="T3" fmla="*/ 8 h 87"/>
              <a:gd name="T4" fmla="*/ 3 w 44"/>
              <a:gd name="T5" fmla="*/ 2 h 87"/>
              <a:gd name="T6" fmla="*/ 10 w 44"/>
              <a:gd name="T7" fmla="*/ 2 h 87"/>
              <a:gd name="T8" fmla="*/ 15 w 44"/>
              <a:gd name="T9" fmla="*/ 6 h 87"/>
              <a:gd name="T10" fmla="*/ 29 w 44"/>
              <a:gd name="T11" fmla="*/ 22 h 87"/>
              <a:gd name="T12" fmla="*/ 39 w 44"/>
              <a:gd name="T13" fmla="*/ 36 h 87"/>
              <a:gd name="T14" fmla="*/ 43 w 44"/>
              <a:gd name="T15" fmla="*/ 52 h 87"/>
              <a:gd name="T16" fmla="*/ 38 w 44"/>
              <a:gd name="T17" fmla="*/ 74 h 87"/>
              <a:gd name="T18" fmla="*/ 16 w 44"/>
              <a:gd name="T19" fmla="*/ 87 h 87"/>
              <a:gd name="T20" fmla="*/ 8 w 44"/>
              <a:gd name="T21" fmla="*/ 81 h 87"/>
              <a:gd name="T22" fmla="*/ 6 w 44"/>
              <a:gd name="T23" fmla="*/ 65 h 87"/>
              <a:gd name="T24" fmla="*/ 6 w 44"/>
              <a:gd name="T25" fmla="*/ 57 h 87"/>
            </a:gdLst>
            <a:rect l="0" t="0" r="r" b="b"/>
            <a:pathLst>
              <a:path w="44" h="87">
                <a:moveTo>
                  <a:pt x="6" y="57"/>
                </a:moveTo>
                <a:cubicBezTo>
                  <a:pt x="7" y="39"/>
                  <a:pt x="5" y="23"/>
                  <a:pt x="2" y="8"/>
                </a:cubicBezTo>
                <a:cubicBezTo>
                  <a:pt x="1" y="6"/>
                  <a:pt x="0" y="3"/>
                  <a:pt x="3" y="2"/>
                </a:cubicBezTo>
                <a:cubicBezTo>
                  <a:pt x="5" y="0"/>
                  <a:pt x="7" y="0"/>
                  <a:pt x="10" y="2"/>
                </a:cubicBezTo>
                <a:cubicBezTo>
                  <a:pt x="12" y="3"/>
                  <a:pt x="14" y="4"/>
                  <a:pt x="15" y="6"/>
                </a:cubicBezTo>
                <a:cubicBezTo>
                  <a:pt x="20" y="11"/>
                  <a:pt x="25" y="17"/>
                  <a:pt x="29" y="22"/>
                </a:cubicBezTo>
                <a:cubicBezTo>
                  <a:pt x="33" y="27"/>
                  <a:pt x="36" y="32"/>
                  <a:pt x="39" y="36"/>
                </a:cubicBezTo>
                <a:cubicBezTo>
                  <a:pt x="42" y="41"/>
                  <a:pt x="44" y="46"/>
                  <a:pt x="43" y="52"/>
                </a:cubicBezTo>
                <a:cubicBezTo>
                  <a:pt x="42" y="59"/>
                  <a:pt x="41" y="67"/>
                  <a:pt x="38" y="74"/>
                </a:cubicBezTo>
                <a:cubicBezTo>
                  <a:pt x="33" y="83"/>
                  <a:pt x="27" y="87"/>
                  <a:pt x="16" y="87"/>
                </a:cubicBezTo>
                <a:cubicBezTo>
                  <a:pt x="12" y="87"/>
                  <a:pt x="10" y="85"/>
                  <a:pt x="8" y="81"/>
                </a:cubicBezTo>
                <a:cubicBezTo>
                  <a:pt x="6" y="76"/>
                  <a:pt x="6" y="71"/>
                  <a:pt x="6" y="65"/>
                </a:cubicBezTo>
                <a:cubicBezTo>
                  <a:pt x="6" y="62"/>
                  <a:pt x="6" y="59"/>
                  <a:pt x="6" y="5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5" name="Freeform 8">
            <a:extLst xmlns:a="http://schemas.openxmlformats.org/drawingml/2006/main">
              <a:ext uri="{FF2B5EF4-FFF2-40B4-BE49-F238E27FC236}">
                <a16:creationId xmlns:a16="http://schemas.microsoft.com/office/drawing/2014/main" id="{02CF14D7-F8C1-4675-B948-3FA5C1C2E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7780" y="329883"/>
            <a:ext cx="445930" cy="444892"/>
          </a:xfrm>
          <a:custGeom xmlns:a="http://schemas.openxmlformats.org/drawingml/2006/main"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Freeform 42">
            <a:extLst xmlns:a="http://schemas.openxmlformats.org/drawingml/2006/main">
              <a:ext uri="{FF2B5EF4-FFF2-40B4-BE49-F238E27FC236}">
                <a16:creationId xmlns:a16="http://schemas.microsoft.com/office/drawing/2014/main" id="{18572390-80F9-41A5-B8E0-4C6BE78D7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5990" y="387574"/>
            <a:ext cx="328990" cy="328471"/>
          </a:xfrm>
          <a:custGeom xmlns:a="http://schemas.openxmlformats.org/drawingml/2006/main"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7" name="Freeform 43">
            <a:extLst xmlns:a="http://schemas.openxmlformats.org/drawingml/2006/main">
              <a:ext uri="{FF2B5EF4-FFF2-40B4-BE49-F238E27FC236}">
                <a16:creationId xmlns:a16="http://schemas.microsoft.com/office/drawing/2014/main" id="{32538FB4-8DC7-4262-B0C7-3EF381054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836" y="420317"/>
            <a:ext cx="36381" cy="43657"/>
          </a:xfrm>
          <a:custGeom xmlns:a="http://schemas.openxmlformats.org/drawingml/2006/main"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8" name="Freeform 44">
            <a:extLst xmlns:a="http://schemas.openxmlformats.org/drawingml/2006/main">
              <a:ext uri="{FF2B5EF4-FFF2-40B4-BE49-F238E27FC236}">
                <a16:creationId xmlns:a16="http://schemas.microsoft.com/office/drawing/2014/main" id="{425E5E5E-DF94-4E7A-8958-056CFBDDF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451" y="502955"/>
            <a:ext cx="34822" cy="37420"/>
          </a:xfrm>
          <a:custGeom xmlns:a="http://schemas.openxmlformats.org/drawingml/2006/main"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9" name="Freeform 45">
            <a:extLst xmlns:a="http://schemas.openxmlformats.org/drawingml/2006/main">
              <a:ext uri="{FF2B5EF4-FFF2-40B4-BE49-F238E27FC236}">
                <a16:creationId xmlns:a16="http://schemas.microsoft.com/office/drawing/2014/main" id="{4A3CAC4B-555B-40E3-842F-A80B4C151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0534" y="383416"/>
            <a:ext cx="37940" cy="40539"/>
          </a:xfrm>
          <a:custGeom xmlns:a="http://schemas.openxmlformats.org/drawingml/2006/main"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0" name="Freeform 46">
            <a:extLst xmlns:a="http://schemas.openxmlformats.org/drawingml/2006/main">
              <a:ext uri="{FF2B5EF4-FFF2-40B4-BE49-F238E27FC236}">
                <a16:creationId xmlns:a16="http://schemas.microsoft.com/office/drawing/2014/main" id="{F0E3C51A-9E2B-4435-BAD7-5FDEE0B5C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451" y="561165"/>
            <a:ext cx="32743" cy="31184"/>
          </a:xfrm>
          <a:custGeom xmlns:a="http://schemas.openxmlformats.org/drawingml/2006/main"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1" name="Freeform 47">
            <a:extLst xmlns:a="http://schemas.openxmlformats.org/drawingml/2006/main">
              <a:ext uri="{FF2B5EF4-FFF2-40B4-BE49-F238E27FC236}">
                <a16:creationId xmlns:a16="http://schemas.microsoft.com/office/drawing/2014/main" id="{F393A012-E456-41F7-8FB2-DCE0AAF9D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2285" y="723322"/>
            <a:ext cx="22868" cy="32743"/>
          </a:xfrm>
          <a:custGeom xmlns:a="http://schemas.openxmlformats.org/drawingml/2006/main"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2" name="Freeform 48">
            <a:extLst xmlns:a="http://schemas.openxmlformats.org/drawingml/2006/main">
              <a:ext uri="{FF2B5EF4-FFF2-40B4-BE49-F238E27FC236}">
                <a16:creationId xmlns:a16="http://schemas.microsoft.com/office/drawing/2014/main" id="{1C8D0410-955E-43E4-99AA-5B973550F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8444" y="613138"/>
            <a:ext cx="33782" cy="29105"/>
          </a:xfrm>
          <a:custGeom xmlns:a="http://schemas.openxmlformats.org/drawingml/2006/main"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3" name="Freeform 49">
            <a:extLst xmlns:a="http://schemas.openxmlformats.org/drawingml/2006/main">
              <a:ext uri="{FF2B5EF4-FFF2-40B4-BE49-F238E27FC236}">
                <a16:creationId xmlns:a16="http://schemas.microsoft.com/office/drawing/2014/main" id="{365DDFFB-7B3B-4FF3-B23E-2CA146445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8194" y="415639"/>
            <a:ext cx="40019" cy="43657"/>
          </a:xfrm>
          <a:custGeom xmlns:a="http://schemas.openxmlformats.org/drawingml/2006/main"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4" name="Freeform 50">
            <a:extLst xmlns:a="http://schemas.openxmlformats.org/drawingml/2006/main">
              <a:ext uri="{FF2B5EF4-FFF2-40B4-BE49-F238E27FC236}">
                <a16:creationId xmlns:a16="http://schemas.microsoft.com/office/drawing/2014/main" id="{7C60D772-1840-4D7B-BCE2-618211EEB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3113" y="709289"/>
            <a:ext cx="28065" cy="32223"/>
          </a:xfrm>
          <a:custGeom xmlns:a="http://schemas.openxmlformats.org/drawingml/2006/main"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5" name="Freeform 51">
            <a:extLst xmlns:a="http://schemas.openxmlformats.org/drawingml/2006/main">
              <a:ext uri="{FF2B5EF4-FFF2-40B4-BE49-F238E27FC236}">
                <a16:creationId xmlns:a16="http://schemas.microsoft.com/office/drawing/2014/main" id="{F9C14A0C-3E8F-4931-B23C-A0CA36A99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6135" y="379258"/>
            <a:ext cx="37940" cy="36901"/>
          </a:xfrm>
          <a:custGeom xmlns:a="http://schemas.openxmlformats.org/drawingml/2006/main"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6" name="Freeform 52">
            <a:extLst xmlns:a="http://schemas.openxmlformats.org/drawingml/2006/main">
              <a:ext uri="{FF2B5EF4-FFF2-40B4-BE49-F238E27FC236}">
                <a16:creationId xmlns:a16="http://schemas.microsoft.com/office/drawing/2014/main" id="{8B520A06-55A1-4875-965E-5036F75BE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8397" y="345475"/>
            <a:ext cx="30144" cy="32743"/>
          </a:xfrm>
          <a:custGeom xmlns:a="http://schemas.openxmlformats.org/drawingml/2006/main"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7" name="Freeform 53">
            <a:extLst xmlns:a="http://schemas.openxmlformats.org/drawingml/2006/main">
              <a:ext uri="{FF2B5EF4-FFF2-40B4-BE49-F238E27FC236}">
                <a16:creationId xmlns:a16="http://schemas.microsoft.com/office/drawing/2014/main" id="{6E37622B-0381-443C-BFF2-06400AA8A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5298" y="723322"/>
            <a:ext cx="23387" cy="33262"/>
          </a:xfrm>
          <a:custGeom xmlns:a="http://schemas.openxmlformats.org/drawingml/2006/main"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8" name="Freeform 54">
            <a:extLst xmlns:a="http://schemas.openxmlformats.org/drawingml/2006/main">
              <a:ext uri="{FF2B5EF4-FFF2-40B4-BE49-F238E27FC236}">
                <a16:creationId xmlns:a16="http://schemas.microsoft.com/office/drawing/2014/main" id="{17F27696-3E1A-4C8D-8DA2-C389BDE35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5" y="351712"/>
            <a:ext cx="31183" cy="35341"/>
          </a:xfrm>
          <a:custGeom xmlns:a="http://schemas.openxmlformats.org/drawingml/2006/main"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9" name="Freeform 55">
            <a:extLst xmlns:a="http://schemas.openxmlformats.org/drawingml/2006/main">
              <a:ext uri="{FF2B5EF4-FFF2-40B4-BE49-F238E27FC236}">
                <a16:creationId xmlns:a16="http://schemas.microsoft.com/office/drawing/2014/main" id="{84E4CADA-5F3A-41BD-8AF4-09528660E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303" y="471251"/>
            <a:ext cx="36381" cy="29105"/>
          </a:xfrm>
          <a:custGeom xmlns:a="http://schemas.openxmlformats.org/drawingml/2006/main"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0" name="Freeform 56">
            <a:extLst xmlns:a="http://schemas.openxmlformats.org/drawingml/2006/main">
              <a:ext uri="{FF2B5EF4-FFF2-40B4-BE49-F238E27FC236}">
                <a16:creationId xmlns:a16="http://schemas.microsoft.com/office/drawing/2014/main" id="{1CF21986-7C05-4B14-ACAA-1505FCC41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823" y="607941"/>
            <a:ext cx="35861" cy="33262"/>
          </a:xfrm>
          <a:custGeom xmlns:a="http://schemas.openxmlformats.org/drawingml/2006/main"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1" name="Freeform 57">
            <a:extLst xmlns:a="http://schemas.openxmlformats.org/drawingml/2006/main">
              <a:ext uri="{FF2B5EF4-FFF2-40B4-BE49-F238E27FC236}">
                <a16:creationId xmlns:a16="http://schemas.microsoft.com/office/drawing/2014/main" id="{F982A448-19F8-42BF-9AB3-EAFB7FDA3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816" y="556487"/>
            <a:ext cx="31703" cy="28065"/>
          </a:xfrm>
          <a:custGeom xmlns:a="http://schemas.openxmlformats.org/drawingml/2006/main"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2" name="Freeform 58">
            <a:extLst xmlns:a="http://schemas.openxmlformats.org/drawingml/2006/main">
              <a:ext uri="{FF2B5EF4-FFF2-40B4-BE49-F238E27FC236}">
                <a16:creationId xmlns:a16="http://schemas.microsoft.com/office/drawing/2014/main" id="{99A548CB-2F8A-49BC-A1FF-0B4FD5F70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8830" y="357949"/>
            <a:ext cx="28585" cy="35861"/>
          </a:xfrm>
          <a:custGeom xmlns:a="http://schemas.openxmlformats.org/drawingml/2006/main"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3" name="Freeform 59">
            <a:extLst xmlns:a="http://schemas.openxmlformats.org/drawingml/2006/main">
              <a:ext uri="{FF2B5EF4-FFF2-40B4-BE49-F238E27FC236}">
                <a16:creationId xmlns:a16="http://schemas.microsoft.com/office/drawing/2014/main" id="{2F7ED994-FED9-4FC0-9517-9379715AC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9484" y="461896"/>
            <a:ext cx="32743" cy="28585"/>
          </a:xfrm>
          <a:custGeom xmlns:a="http://schemas.openxmlformats.org/drawingml/2006/main"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4" name="Freeform 60">
            <a:extLst xmlns:a="http://schemas.openxmlformats.org/drawingml/2006/main">
              <a:ext uri="{FF2B5EF4-FFF2-40B4-BE49-F238E27FC236}">
                <a16:creationId xmlns:a16="http://schemas.microsoft.com/office/drawing/2014/main" id="{27053300-FD02-467F-82A2-3AC2D2427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297" y="515428"/>
            <a:ext cx="31703" cy="20789"/>
          </a:xfrm>
          <a:custGeom xmlns:a="http://schemas.openxmlformats.org/drawingml/2006/main"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5" name="Freeform 61">
            <a:extLst xmlns:a="http://schemas.openxmlformats.org/drawingml/2006/main">
              <a:ext uri="{FF2B5EF4-FFF2-40B4-BE49-F238E27FC236}">
                <a16:creationId xmlns:a16="http://schemas.microsoft.com/office/drawing/2014/main" id="{8FBFFF19-23E8-4263-88E2-DDB39D94F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6212" y="349113"/>
            <a:ext cx="19230" cy="32223"/>
          </a:xfrm>
          <a:custGeom xmlns:a="http://schemas.openxmlformats.org/drawingml/2006/main"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6" name="Freeform 62">
            <a:extLst xmlns:a="http://schemas.openxmlformats.org/drawingml/2006/main">
              <a:ext uri="{FF2B5EF4-FFF2-40B4-BE49-F238E27FC236}">
                <a16:creationId xmlns:a16="http://schemas.microsoft.com/office/drawing/2014/main" id="{19ACB7E8-C125-4401-9080-5931233AD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8753" y="711368"/>
            <a:ext cx="23907" cy="31184"/>
          </a:xfrm>
          <a:custGeom xmlns:a="http://schemas.openxmlformats.org/drawingml/2006/main"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7" name="Freeform 71">
            <a:extLst xmlns:a="http://schemas.openxmlformats.org/drawingml/2006/main">
              <a:ext uri="{FF2B5EF4-FFF2-40B4-BE49-F238E27FC236}">
                <a16:creationId xmlns:a16="http://schemas.microsoft.com/office/drawing/2014/main" id="{C2868862-42E6-4140-B838-638E6C25D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0023" y="401606"/>
            <a:ext cx="301445" cy="300925"/>
          </a:xfrm>
          <a:custGeom xmlns:a="http://schemas.openxmlformats.org/drawingml/2006/main"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6" name="标题 1">
            <a:extLst xmlns:a="http://schemas.openxmlformats.org/drawingml/2006/main">
              <a:ext uri="{FF2B5EF4-FFF2-40B4-BE49-F238E27FC236}">
                <a16:creationId xmlns:a16="http://schemas.microsoft.com/office/drawing/2014/main" id="{4262824F-8E3C-47B4-B939-5CB5669AA27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42913" y="243569"/>
            <a:ext cx="9056851" cy="61751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400" b="1" kern="1200" baseline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/>
        </p:txBody>
      </p:sp>
      <p:sp>
        <p:nvSpPr>
          <p:cNvPr id="178" name="直接连接符 177">
            <a:extLst xmlns:a="http://schemas.openxmlformats.org/drawingml/2006/main">
              <a:ext uri="{FF2B5EF4-FFF2-40B4-BE49-F238E27FC236}">
                <a16:creationId xmlns:a16="http://schemas.microsoft.com/office/drawing/2014/main" id="{AA01B5CD-A0C8-40D4-8B5C-38B211446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06" y="867990"/>
            <a:ext cx="2433027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6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79" name="直接连接符 178">
            <a:extLst xmlns:a="http://schemas.openxmlformats.org/drawingml/2006/main">
              <a:ext uri="{FF2B5EF4-FFF2-40B4-BE49-F238E27FC236}">
                <a16:creationId xmlns:a16="http://schemas.microsoft.com/office/drawing/2014/main" id="{9F433A42-9385-468E-A8CC-BCA068561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06" y="867990"/>
            <a:ext cx="589713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1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953BE06F-87D7-48EB-9EF7-820410509B8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9005791" y="6394353"/>
            <a:ext cx="2743200" cy="2921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3" name="文本框 62">
            <a:extLst xmlns:a="http://schemas.openxmlformats.org/drawingml/2006/main">
              <a:ext uri="{FF2B5EF4-FFF2-40B4-BE49-F238E27FC236}">
                <a16:creationId xmlns:a16="http://schemas.microsoft.com/office/drawing/2014/main" id="{C60D4A91-5B35-4FFF-9A3E-A2F237645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3" y="6394353"/>
            <a:ext cx="1545907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" name="图片占位符 1">
            <a:extLst xmlns:a="http://schemas.openxmlformats.org/drawingml/2006/main">
              <a:ext uri="{FF2B5EF4-FFF2-40B4-BE49-F238E27FC236}">
                <a16:creationId xmlns:a16="http://schemas.microsoft.com/office/drawing/2014/main" id="{D5DFC20F-A8A8-42D2-B792-F241A15444F6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2546350" y="1186670"/>
            <a:ext cx="6170930" cy="224233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4091C91B-8E23-4D4A-8139-A911D1406A84}"/>
              </a:ext>
            </a:extLst>
          </p:cNvPr>
          <p:cNvSpPr>
            <a:spLocks xmlns:a="http://schemas.openxmlformats.org/drawingml/2006/main" noGrp="1"/>
          </p:cNvSpPr>
          <p:nvPr>
            <p:ph type="pic" idx="11"/>
          </p:nvPr>
        </p:nvSpPr>
        <p:spPr>
          <a:xfrm xmlns:a="http://schemas.openxmlformats.org/drawingml/2006/main">
            <a:off x="2546350" y="3551651"/>
            <a:ext cx="3022600" cy="24010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图片占位符 3">
            <a:extLst xmlns:a="http://schemas.openxmlformats.org/drawingml/2006/main">
              <a:ext uri="{FF2B5EF4-FFF2-40B4-BE49-F238E27FC236}">
                <a16:creationId xmlns:a16="http://schemas.microsoft.com/office/drawing/2014/main" id="{F00D6E50-4F38-4A8E-9D46-AF285D4BF4E0}"/>
              </a:ext>
            </a:extLst>
          </p:cNvPr>
          <p:cNvSpPr>
            <a:spLocks xmlns:a="http://schemas.openxmlformats.org/drawingml/2006/main" noGrp="1"/>
          </p:cNvSpPr>
          <p:nvPr>
            <p:ph type="pic" idx="12"/>
          </p:nvPr>
        </p:nvSpPr>
        <p:spPr>
          <a:xfrm xmlns:a="http://schemas.openxmlformats.org/drawingml/2006/main">
            <a:off x="5693412" y="3550560"/>
            <a:ext cx="3023869" cy="24032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图片占位符 4">
            <a:extLst xmlns:a="http://schemas.openxmlformats.org/drawingml/2006/main">
              <a:ext uri="{FF2B5EF4-FFF2-40B4-BE49-F238E27FC236}">
                <a16:creationId xmlns:a16="http://schemas.microsoft.com/office/drawing/2014/main" id="{7D67633D-CDBB-4167-BBD6-586790ECF632}"/>
              </a:ext>
            </a:extLst>
          </p:cNvPr>
          <p:cNvSpPr>
            <a:spLocks xmlns:a="http://schemas.openxmlformats.org/drawingml/2006/main" noGrp="1"/>
          </p:cNvSpPr>
          <p:nvPr>
            <p:ph type="pic" idx="13"/>
          </p:nvPr>
        </p:nvSpPr>
        <p:spPr>
          <a:xfrm xmlns:a="http://schemas.openxmlformats.org/drawingml/2006/main">
            <a:off x="8839200" y="1186670"/>
            <a:ext cx="2499360" cy="47670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20.xml><?xml version="1.0" encoding="utf-8"?>
<p:sldLayout xmlns:p="http://schemas.openxmlformats.org/presentationml/2006/main" preserve="1" userDrawn="1">
  <p:cSld name="图片占位8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0" name="Freeform 17">
            <a:extLst xmlns:a="http://schemas.openxmlformats.org/drawingml/2006/main">
              <a:ext uri="{FF2B5EF4-FFF2-40B4-BE49-F238E27FC236}">
                <a16:creationId xmlns:a16="http://schemas.microsoft.com/office/drawing/2014/main" id="{24ABAFEB-BDCD-41E3-90D6-397E1F464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8081" y="688617"/>
            <a:ext cx="64437" cy="68999"/>
          </a:xfrm>
          <a:custGeom xmlns:a="http://schemas.openxmlformats.org/drawingml/2006/main">
            <a:gdLst>
              <a:gd name="T0" fmla="*/ 34 w 127"/>
              <a:gd name="T1" fmla="*/ 71 h 136"/>
              <a:gd name="T2" fmla="*/ 34 w 127"/>
              <a:gd name="T3" fmla="*/ 81 h 136"/>
              <a:gd name="T4" fmla="*/ 34 w 127"/>
              <a:gd name="T5" fmla="*/ 114 h 136"/>
              <a:gd name="T6" fmla="*/ 35 w 127"/>
              <a:gd name="T7" fmla="*/ 122 h 136"/>
              <a:gd name="T8" fmla="*/ 40 w 127"/>
              <a:gd name="T9" fmla="*/ 127 h 136"/>
              <a:gd name="T10" fmla="*/ 49 w 127"/>
              <a:gd name="T11" fmla="*/ 128 h 136"/>
              <a:gd name="T12" fmla="*/ 49 w 127"/>
              <a:gd name="T13" fmla="*/ 135 h 136"/>
              <a:gd name="T14" fmla="*/ 1 w 127"/>
              <a:gd name="T15" fmla="*/ 135 h 136"/>
              <a:gd name="T16" fmla="*/ 0 w 127"/>
              <a:gd name="T17" fmla="*/ 132 h 136"/>
              <a:gd name="T18" fmla="*/ 0 w 127"/>
              <a:gd name="T19" fmla="*/ 128 h 136"/>
              <a:gd name="T20" fmla="*/ 9 w 127"/>
              <a:gd name="T21" fmla="*/ 127 h 136"/>
              <a:gd name="T22" fmla="*/ 16 w 127"/>
              <a:gd name="T23" fmla="*/ 120 h 136"/>
              <a:gd name="T24" fmla="*/ 17 w 127"/>
              <a:gd name="T25" fmla="*/ 111 h 136"/>
              <a:gd name="T26" fmla="*/ 17 w 127"/>
              <a:gd name="T27" fmla="*/ 22 h 136"/>
              <a:gd name="T28" fmla="*/ 16 w 127"/>
              <a:gd name="T29" fmla="*/ 15 h 136"/>
              <a:gd name="T30" fmla="*/ 9 w 127"/>
              <a:gd name="T31" fmla="*/ 9 h 136"/>
              <a:gd name="T32" fmla="*/ 0 w 127"/>
              <a:gd name="T33" fmla="*/ 8 h 136"/>
              <a:gd name="T34" fmla="*/ 0 w 127"/>
              <a:gd name="T35" fmla="*/ 1 h 136"/>
              <a:gd name="T36" fmla="*/ 4 w 127"/>
              <a:gd name="T37" fmla="*/ 0 h 136"/>
              <a:gd name="T38" fmla="*/ 71 w 127"/>
              <a:gd name="T39" fmla="*/ 0 h 136"/>
              <a:gd name="T40" fmla="*/ 94 w 127"/>
              <a:gd name="T41" fmla="*/ 4 h 136"/>
              <a:gd name="T42" fmla="*/ 116 w 127"/>
              <a:gd name="T43" fmla="*/ 32 h 136"/>
              <a:gd name="T44" fmla="*/ 97 w 127"/>
              <a:gd name="T45" fmla="*/ 66 h 136"/>
              <a:gd name="T46" fmla="*/ 80 w 127"/>
              <a:gd name="T47" fmla="*/ 70 h 136"/>
              <a:gd name="T48" fmla="*/ 71 w 127"/>
              <a:gd name="T49" fmla="*/ 71 h 136"/>
              <a:gd name="T50" fmla="*/ 73 w 127"/>
              <a:gd name="T51" fmla="*/ 75 h 136"/>
              <a:gd name="T52" fmla="*/ 104 w 127"/>
              <a:gd name="T53" fmla="*/ 114 h 136"/>
              <a:gd name="T54" fmla="*/ 105 w 127"/>
              <a:gd name="T55" fmla="*/ 116 h 136"/>
              <a:gd name="T56" fmla="*/ 127 w 127"/>
              <a:gd name="T57" fmla="*/ 128 h 136"/>
              <a:gd name="T58" fmla="*/ 127 w 127"/>
              <a:gd name="T59" fmla="*/ 135 h 136"/>
              <a:gd name="T60" fmla="*/ 116 w 127"/>
              <a:gd name="T61" fmla="*/ 135 h 136"/>
              <a:gd name="T62" fmla="*/ 102 w 127"/>
              <a:gd name="T63" fmla="*/ 136 h 136"/>
              <a:gd name="T64" fmla="*/ 96 w 127"/>
              <a:gd name="T65" fmla="*/ 132 h 136"/>
              <a:gd name="T66" fmla="*/ 59 w 127"/>
              <a:gd name="T67" fmla="*/ 82 h 136"/>
              <a:gd name="T68" fmla="*/ 52 w 127"/>
              <a:gd name="T69" fmla="*/ 73 h 136"/>
              <a:gd name="T70" fmla="*/ 49 w 127"/>
              <a:gd name="T71" fmla="*/ 71 h 136"/>
              <a:gd name="T72" fmla="*/ 34 w 127"/>
              <a:gd name="T73" fmla="*/ 71 h 136"/>
              <a:gd name="T74" fmla="*/ 34 w 127"/>
              <a:gd name="T75" fmla="*/ 61 h 136"/>
              <a:gd name="T76" fmla="*/ 36 w 127"/>
              <a:gd name="T77" fmla="*/ 62 h 136"/>
              <a:gd name="T78" fmla="*/ 66 w 127"/>
              <a:gd name="T79" fmla="*/ 62 h 136"/>
              <a:gd name="T80" fmla="*/ 82 w 127"/>
              <a:gd name="T81" fmla="*/ 59 h 136"/>
              <a:gd name="T82" fmla="*/ 96 w 127"/>
              <a:gd name="T83" fmla="*/ 44 h 136"/>
              <a:gd name="T84" fmla="*/ 96 w 127"/>
              <a:gd name="T85" fmla="*/ 29 h 136"/>
              <a:gd name="T86" fmla="*/ 81 w 127"/>
              <a:gd name="T87" fmla="*/ 12 h 136"/>
              <a:gd name="T88" fmla="*/ 70 w 127"/>
              <a:gd name="T89" fmla="*/ 11 h 136"/>
              <a:gd name="T90" fmla="*/ 37 w 127"/>
              <a:gd name="T91" fmla="*/ 11 h 136"/>
              <a:gd name="T92" fmla="*/ 34 w 127"/>
              <a:gd name="T93" fmla="*/ 11 h 136"/>
              <a:gd name="T94" fmla="*/ 34 w 127"/>
              <a:gd name="T95" fmla="*/ 61 h 136"/>
            </a:gdLst>
            <a:rect l="0" t="0" r="r" b="b"/>
            <a:pathLst>
              <a:path w="127" h="136">
                <a:moveTo>
                  <a:pt x="34" y="71"/>
                </a:moveTo>
                <a:cubicBezTo>
                  <a:pt x="34" y="75"/>
                  <a:pt x="34" y="78"/>
                  <a:pt x="34" y="81"/>
                </a:cubicBezTo>
                <a:cubicBezTo>
                  <a:pt x="34" y="92"/>
                  <a:pt x="34" y="103"/>
                  <a:pt x="34" y="114"/>
                </a:cubicBezTo>
                <a:cubicBezTo>
                  <a:pt x="34" y="117"/>
                  <a:pt x="34" y="119"/>
                  <a:pt x="35" y="122"/>
                </a:cubicBezTo>
                <a:cubicBezTo>
                  <a:pt x="35" y="125"/>
                  <a:pt x="37" y="127"/>
                  <a:pt x="40" y="127"/>
                </a:cubicBezTo>
                <a:cubicBezTo>
                  <a:pt x="43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1" y="135"/>
                </a:cubicBezTo>
                <a:cubicBezTo>
                  <a:pt x="0" y="134"/>
                  <a:pt x="0" y="133"/>
                  <a:pt x="0" y="132"/>
                </a:cubicBezTo>
                <a:cubicBezTo>
                  <a:pt x="0" y="131"/>
                  <a:pt x="0" y="130"/>
                  <a:pt x="0" y="128"/>
                </a:cubicBezTo>
                <a:cubicBezTo>
                  <a:pt x="3" y="128"/>
                  <a:pt x="6" y="128"/>
                  <a:pt x="9" y="127"/>
                </a:cubicBezTo>
                <a:cubicBezTo>
                  <a:pt x="14" y="126"/>
                  <a:pt x="15" y="125"/>
                  <a:pt x="16" y="120"/>
                </a:cubicBezTo>
                <a:cubicBezTo>
                  <a:pt x="16" y="117"/>
                  <a:pt x="17" y="114"/>
                  <a:pt x="17" y="111"/>
                </a:cubicBezTo>
                <a:cubicBezTo>
                  <a:pt x="17" y="81"/>
                  <a:pt x="17" y="52"/>
                  <a:pt x="17" y="22"/>
                </a:cubicBezTo>
                <a:cubicBezTo>
                  <a:pt x="17" y="20"/>
                  <a:pt x="16" y="17"/>
                  <a:pt x="16" y="15"/>
                </a:cubicBezTo>
                <a:cubicBezTo>
                  <a:pt x="15" y="11"/>
                  <a:pt x="13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2" y="1"/>
                  <a:pt x="3" y="0"/>
                  <a:pt x="4" y="0"/>
                </a:cubicBezTo>
                <a:cubicBezTo>
                  <a:pt x="26" y="0"/>
                  <a:pt x="49" y="0"/>
                  <a:pt x="71" y="0"/>
                </a:cubicBezTo>
                <a:cubicBezTo>
                  <a:pt x="79" y="0"/>
                  <a:pt x="86" y="1"/>
                  <a:pt x="94" y="4"/>
                </a:cubicBezTo>
                <a:cubicBezTo>
                  <a:pt x="108" y="9"/>
                  <a:pt x="115" y="18"/>
                  <a:pt x="116" y="32"/>
                </a:cubicBezTo>
                <a:cubicBezTo>
                  <a:pt x="117" y="48"/>
                  <a:pt x="110" y="60"/>
                  <a:pt x="97" y="66"/>
                </a:cubicBezTo>
                <a:cubicBezTo>
                  <a:pt x="91" y="68"/>
                  <a:pt x="86" y="70"/>
                  <a:pt x="80" y="70"/>
                </a:cubicBezTo>
                <a:cubicBezTo>
                  <a:pt x="77" y="70"/>
                  <a:pt x="74" y="71"/>
                  <a:pt x="71" y="71"/>
                </a:cubicBezTo>
                <a:cubicBezTo>
                  <a:pt x="72" y="73"/>
                  <a:pt x="73" y="74"/>
                  <a:pt x="73" y="75"/>
                </a:cubicBezTo>
                <a:cubicBezTo>
                  <a:pt x="84" y="88"/>
                  <a:pt x="94" y="101"/>
                  <a:pt x="104" y="114"/>
                </a:cubicBezTo>
                <a:cubicBezTo>
                  <a:pt x="105" y="115"/>
                  <a:pt x="105" y="115"/>
                  <a:pt x="105" y="116"/>
                </a:cubicBezTo>
                <a:cubicBezTo>
                  <a:pt x="111" y="122"/>
                  <a:pt x="117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24" y="135"/>
                  <a:pt x="120" y="135"/>
                  <a:pt x="116" y="135"/>
                </a:cubicBezTo>
                <a:cubicBezTo>
                  <a:pt x="111" y="135"/>
                  <a:pt x="107" y="135"/>
                  <a:pt x="102" y="136"/>
                </a:cubicBezTo>
                <a:cubicBezTo>
                  <a:pt x="99" y="136"/>
                  <a:pt x="97" y="134"/>
                  <a:pt x="96" y="132"/>
                </a:cubicBezTo>
                <a:cubicBezTo>
                  <a:pt x="83" y="115"/>
                  <a:pt x="71" y="99"/>
                  <a:pt x="59" y="82"/>
                </a:cubicBezTo>
                <a:cubicBezTo>
                  <a:pt x="57" y="79"/>
                  <a:pt x="54" y="76"/>
                  <a:pt x="52" y="73"/>
                </a:cubicBezTo>
                <a:cubicBezTo>
                  <a:pt x="51" y="72"/>
                  <a:pt x="50" y="71"/>
                  <a:pt x="49" y="71"/>
                </a:cubicBezTo>
                <a:cubicBezTo>
                  <a:pt x="44" y="71"/>
                  <a:pt x="39" y="71"/>
                  <a:pt x="34" y="71"/>
                </a:cubicBezTo>
                <a:close/>
                <a:moveTo>
                  <a:pt x="34" y="61"/>
                </a:moveTo>
                <a:cubicBezTo>
                  <a:pt x="35" y="62"/>
                  <a:pt x="36" y="62"/>
                  <a:pt x="36" y="62"/>
                </a:cubicBezTo>
                <a:cubicBezTo>
                  <a:pt x="46" y="62"/>
                  <a:pt x="56" y="62"/>
                  <a:pt x="66" y="62"/>
                </a:cubicBezTo>
                <a:cubicBezTo>
                  <a:pt x="72" y="61"/>
                  <a:pt x="77" y="60"/>
                  <a:pt x="82" y="59"/>
                </a:cubicBezTo>
                <a:cubicBezTo>
                  <a:pt x="90" y="56"/>
                  <a:pt x="94" y="51"/>
                  <a:pt x="96" y="44"/>
                </a:cubicBezTo>
                <a:cubicBezTo>
                  <a:pt x="96" y="39"/>
                  <a:pt x="97" y="34"/>
                  <a:pt x="96" y="29"/>
                </a:cubicBezTo>
                <a:cubicBezTo>
                  <a:pt x="95" y="20"/>
                  <a:pt x="90" y="15"/>
                  <a:pt x="81" y="12"/>
                </a:cubicBezTo>
                <a:cubicBezTo>
                  <a:pt x="77" y="11"/>
                  <a:pt x="74" y="11"/>
                  <a:pt x="70" y="11"/>
                </a:cubicBezTo>
                <a:cubicBezTo>
                  <a:pt x="59" y="10"/>
                  <a:pt x="48" y="11"/>
                  <a:pt x="37" y="11"/>
                </a:cubicBezTo>
                <a:cubicBezTo>
                  <a:pt x="36" y="11"/>
                  <a:pt x="35" y="11"/>
                  <a:pt x="34" y="11"/>
                </a:cubicBezTo>
                <a:cubicBezTo>
                  <a:pt x="34" y="28"/>
                  <a:pt x="34" y="44"/>
                  <a:pt x="34" y="61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1" name="Freeform 18">
            <a:extLst xmlns:a="http://schemas.openxmlformats.org/drawingml/2006/main">
              <a:ext uri="{FF2B5EF4-FFF2-40B4-BE49-F238E27FC236}">
                <a16:creationId xmlns:a16="http://schemas.microsoft.com/office/drawing/2014/main" id="{87BAD4D2-C46E-4052-A76D-895543A97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3581" y="688617"/>
            <a:ext cx="64437" cy="68429"/>
          </a:xfrm>
          <a:custGeom xmlns:a="http://schemas.openxmlformats.org/drawingml/2006/main">
            <a:gdLst>
              <a:gd name="T0" fmla="*/ 50 w 127"/>
              <a:gd name="T1" fmla="*/ 70 h 135"/>
              <a:gd name="T2" fmla="*/ 34 w 127"/>
              <a:gd name="T3" fmla="*/ 87 h 135"/>
              <a:gd name="T4" fmla="*/ 33 w 127"/>
              <a:gd name="T5" fmla="*/ 90 h 135"/>
              <a:gd name="T6" fmla="*/ 33 w 127"/>
              <a:gd name="T7" fmla="*/ 116 h 135"/>
              <a:gd name="T8" fmla="*/ 34 w 127"/>
              <a:gd name="T9" fmla="*/ 120 h 135"/>
              <a:gd name="T10" fmla="*/ 41 w 127"/>
              <a:gd name="T11" fmla="*/ 127 h 135"/>
              <a:gd name="T12" fmla="*/ 49 w 127"/>
              <a:gd name="T13" fmla="*/ 128 h 135"/>
              <a:gd name="T14" fmla="*/ 49 w 127"/>
              <a:gd name="T15" fmla="*/ 135 h 135"/>
              <a:gd name="T16" fmla="*/ 0 w 127"/>
              <a:gd name="T17" fmla="*/ 135 h 135"/>
              <a:gd name="T18" fmla="*/ 0 w 127"/>
              <a:gd name="T19" fmla="*/ 128 h 135"/>
              <a:gd name="T20" fmla="*/ 7 w 127"/>
              <a:gd name="T21" fmla="*/ 128 h 135"/>
              <a:gd name="T22" fmla="*/ 16 w 127"/>
              <a:gd name="T23" fmla="*/ 118 h 135"/>
              <a:gd name="T24" fmla="*/ 16 w 127"/>
              <a:gd name="T25" fmla="*/ 111 h 135"/>
              <a:gd name="T26" fmla="*/ 16 w 127"/>
              <a:gd name="T27" fmla="*/ 24 h 135"/>
              <a:gd name="T28" fmla="*/ 16 w 127"/>
              <a:gd name="T29" fmla="*/ 16 h 135"/>
              <a:gd name="T30" fmla="*/ 8 w 127"/>
              <a:gd name="T31" fmla="*/ 9 h 135"/>
              <a:gd name="T32" fmla="*/ 0 w 127"/>
              <a:gd name="T33" fmla="*/ 8 h 135"/>
              <a:gd name="T34" fmla="*/ 0 w 127"/>
              <a:gd name="T35" fmla="*/ 1 h 135"/>
              <a:gd name="T36" fmla="*/ 49 w 127"/>
              <a:gd name="T37" fmla="*/ 1 h 135"/>
              <a:gd name="T38" fmla="*/ 50 w 127"/>
              <a:gd name="T39" fmla="*/ 8 h 135"/>
              <a:gd name="T40" fmla="*/ 41 w 127"/>
              <a:gd name="T41" fmla="*/ 9 h 135"/>
              <a:gd name="T42" fmla="*/ 34 w 127"/>
              <a:gd name="T43" fmla="*/ 16 h 135"/>
              <a:gd name="T44" fmla="*/ 33 w 127"/>
              <a:gd name="T45" fmla="*/ 23 h 135"/>
              <a:gd name="T46" fmla="*/ 33 w 127"/>
              <a:gd name="T47" fmla="*/ 70 h 135"/>
              <a:gd name="T48" fmla="*/ 33 w 127"/>
              <a:gd name="T49" fmla="*/ 73 h 135"/>
              <a:gd name="T50" fmla="*/ 36 w 127"/>
              <a:gd name="T51" fmla="*/ 71 h 135"/>
              <a:gd name="T52" fmla="*/ 83 w 127"/>
              <a:gd name="T53" fmla="*/ 19 h 135"/>
              <a:gd name="T54" fmla="*/ 86 w 127"/>
              <a:gd name="T55" fmla="*/ 14 h 135"/>
              <a:gd name="T56" fmla="*/ 84 w 127"/>
              <a:gd name="T57" fmla="*/ 9 h 135"/>
              <a:gd name="T58" fmla="*/ 76 w 127"/>
              <a:gd name="T59" fmla="*/ 8 h 135"/>
              <a:gd name="T60" fmla="*/ 76 w 127"/>
              <a:gd name="T61" fmla="*/ 1 h 135"/>
              <a:gd name="T62" fmla="*/ 122 w 127"/>
              <a:gd name="T63" fmla="*/ 1 h 135"/>
              <a:gd name="T64" fmla="*/ 122 w 127"/>
              <a:gd name="T65" fmla="*/ 8 h 135"/>
              <a:gd name="T66" fmla="*/ 118 w 127"/>
              <a:gd name="T67" fmla="*/ 8 h 135"/>
              <a:gd name="T68" fmla="*/ 99 w 127"/>
              <a:gd name="T69" fmla="*/ 18 h 135"/>
              <a:gd name="T70" fmla="*/ 77 w 127"/>
              <a:gd name="T71" fmla="*/ 41 h 135"/>
              <a:gd name="T72" fmla="*/ 62 w 127"/>
              <a:gd name="T73" fmla="*/ 57 h 135"/>
              <a:gd name="T74" fmla="*/ 64 w 127"/>
              <a:gd name="T75" fmla="*/ 61 h 135"/>
              <a:gd name="T76" fmla="*/ 102 w 127"/>
              <a:gd name="T77" fmla="*/ 113 h 135"/>
              <a:gd name="T78" fmla="*/ 108 w 127"/>
              <a:gd name="T79" fmla="*/ 120 h 135"/>
              <a:gd name="T80" fmla="*/ 123 w 127"/>
              <a:gd name="T81" fmla="*/ 127 h 135"/>
              <a:gd name="T82" fmla="*/ 127 w 127"/>
              <a:gd name="T83" fmla="*/ 128 h 135"/>
              <a:gd name="T84" fmla="*/ 127 w 127"/>
              <a:gd name="T85" fmla="*/ 135 h 135"/>
              <a:gd name="T86" fmla="*/ 73 w 127"/>
              <a:gd name="T87" fmla="*/ 135 h 135"/>
              <a:gd name="T88" fmla="*/ 73 w 127"/>
              <a:gd name="T89" fmla="*/ 128 h 135"/>
              <a:gd name="T90" fmla="*/ 80 w 127"/>
              <a:gd name="T91" fmla="*/ 127 h 135"/>
              <a:gd name="T92" fmla="*/ 84 w 127"/>
              <a:gd name="T93" fmla="*/ 120 h 135"/>
              <a:gd name="T94" fmla="*/ 82 w 127"/>
              <a:gd name="T95" fmla="*/ 115 h 135"/>
              <a:gd name="T96" fmla="*/ 51 w 127"/>
              <a:gd name="T97" fmla="*/ 72 h 135"/>
              <a:gd name="T98" fmla="*/ 50 w 127"/>
              <a:gd name="T99" fmla="*/ 70 h 135"/>
            </a:gdLst>
            <a:rect l="0" t="0" r="r" b="b"/>
            <a:pathLst>
              <a:path w="127" h="135">
                <a:moveTo>
                  <a:pt x="50" y="70"/>
                </a:moveTo>
                <a:cubicBezTo>
                  <a:pt x="44" y="76"/>
                  <a:pt x="39" y="81"/>
                  <a:pt x="34" y="87"/>
                </a:cubicBezTo>
                <a:cubicBezTo>
                  <a:pt x="33" y="88"/>
                  <a:pt x="33" y="89"/>
                  <a:pt x="33" y="90"/>
                </a:cubicBezTo>
                <a:cubicBezTo>
                  <a:pt x="33" y="99"/>
                  <a:pt x="33" y="107"/>
                  <a:pt x="33" y="116"/>
                </a:cubicBezTo>
                <a:cubicBezTo>
                  <a:pt x="33" y="117"/>
                  <a:pt x="33" y="118"/>
                  <a:pt x="34" y="120"/>
                </a:cubicBezTo>
                <a:cubicBezTo>
                  <a:pt x="35" y="125"/>
                  <a:pt x="36" y="126"/>
                  <a:pt x="41" y="127"/>
                </a:cubicBezTo>
                <a:cubicBezTo>
                  <a:pt x="44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7" y="128"/>
                </a:cubicBezTo>
                <a:cubicBezTo>
                  <a:pt x="14" y="127"/>
                  <a:pt x="16" y="125"/>
                  <a:pt x="16" y="118"/>
                </a:cubicBezTo>
                <a:cubicBezTo>
                  <a:pt x="16" y="115"/>
                  <a:pt x="16" y="113"/>
                  <a:pt x="16" y="111"/>
                </a:cubicBezTo>
                <a:cubicBezTo>
                  <a:pt x="16" y="82"/>
                  <a:pt x="16" y="53"/>
                  <a:pt x="16" y="24"/>
                </a:cubicBezTo>
                <a:cubicBezTo>
                  <a:pt x="16" y="21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5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4" y="0"/>
                  <a:pt x="40" y="0"/>
                  <a:pt x="49" y="1"/>
                </a:cubicBezTo>
                <a:cubicBezTo>
                  <a:pt x="49" y="3"/>
                  <a:pt x="50" y="5"/>
                  <a:pt x="50" y="8"/>
                </a:cubicBezTo>
                <a:cubicBezTo>
                  <a:pt x="47" y="8"/>
                  <a:pt x="44" y="8"/>
                  <a:pt x="41" y="9"/>
                </a:cubicBezTo>
                <a:cubicBezTo>
                  <a:pt x="37" y="9"/>
                  <a:pt x="34" y="11"/>
                  <a:pt x="34" y="16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39"/>
                  <a:pt x="33" y="54"/>
                  <a:pt x="33" y="70"/>
                </a:cubicBezTo>
                <a:cubicBezTo>
                  <a:pt x="33" y="71"/>
                  <a:pt x="33" y="72"/>
                  <a:pt x="33" y="73"/>
                </a:cubicBezTo>
                <a:cubicBezTo>
                  <a:pt x="35" y="72"/>
                  <a:pt x="36" y="72"/>
                  <a:pt x="36" y="71"/>
                </a:cubicBezTo>
                <a:cubicBezTo>
                  <a:pt x="52" y="54"/>
                  <a:pt x="67" y="37"/>
                  <a:pt x="83" y="19"/>
                </a:cubicBezTo>
                <a:cubicBezTo>
                  <a:pt x="84" y="18"/>
                  <a:pt x="85" y="16"/>
                  <a:pt x="86" y="14"/>
                </a:cubicBezTo>
                <a:cubicBezTo>
                  <a:pt x="88" y="12"/>
                  <a:pt x="87" y="10"/>
                  <a:pt x="84" y="9"/>
                </a:cubicBezTo>
                <a:cubicBezTo>
                  <a:pt x="81" y="8"/>
                  <a:pt x="79" y="8"/>
                  <a:pt x="76" y="8"/>
                </a:cubicBezTo>
                <a:cubicBezTo>
                  <a:pt x="76" y="5"/>
                  <a:pt x="76" y="3"/>
                  <a:pt x="76" y="1"/>
                </a:cubicBezTo>
                <a:cubicBezTo>
                  <a:pt x="79" y="0"/>
                  <a:pt x="114" y="0"/>
                  <a:pt x="122" y="1"/>
                </a:cubicBezTo>
                <a:cubicBezTo>
                  <a:pt x="122" y="3"/>
                  <a:pt x="122" y="5"/>
                  <a:pt x="122" y="8"/>
                </a:cubicBezTo>
                <a:cubicBezTo>
                  <a:pt x="121" y="8"/>
                  <a:pt x="120" y="8"/>
                  <a:pt x="118" y="8"/>
                </a:cubicBezTo>
                <a:cubicBezTo>
                  <a:pt x="111" y="9"/>
                  <a:pt x="104" y="12"/>
                  <a:pt x="99" y="18"/>
                </a:cubicBezTo>
                <a:cubicBezTo>
                  <a:pt x="92" y="25"/>
                  <a:pt x="85" y="33"/>
                  <a:pt x="77" y="41"/>
                </a:cubicBezTo>
                <a:cubicBezTo>
                  <a:pt x="72" y="46"/>
                  <a:pt x="67" y="52"/>
                  <a:pt x="62" y="57"/>
                </a:cubicBezTo>
                <a:cubicBezTo>
                  <a:pt x="63" y="58"/>
                  <a:pt x="64" y="59"/>
                  <a:pt x="64" y="61"/>
                </a:cubicBezTo>
                <a:cubicBezTo>
                  <a:pt x="77" y="78"/>
                  <a:pt x="90" y="95"/>
                  <a:pt x="102" y="113"/>
                </a:cubicBezTo>
                <a:cubicBezTo>
                  <a:pt x="104" y="115"/>
                  <a:pt x="106" y="118"/>
                  <a:pt x="108" y="120"/>
                </a:cubicBezTo>
                <a:cubicBezTo>
                  <a:pt x="112" y="124"/>
                  <a:pt x="117" y="127"/>
                  <a:pt x="123" y="127"/>
                </a:cubicBezTo>
                <a:cubicBezTo>
                  <a:pt x="124" y="128"/>
                  <a:pt x="125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09" y="135"/>
                  <a:pt x="91" y="135"/>
                  <a:pt x="73" y="135"/>
                </a:cubicBezTo>
                <a:cubicBezTo>
                  <a:pt x="73" y="133"/>
                  <a:pt x="73" y="131"/>
                  <a:pt x="73" y="128"/>
                </a:cubicBezTo>
                <a:cubicBezTo>
                  <a:pt x="75" y="128"/>
                  <a:pt x="78" y="128"/>
                  <a:pt x="80" y="127"/>
                </a:cubicBezTo>
                <a:cubicBezTo>
                  <a:pt x="85" y="127"/>
                  <a:pt x="86" y="125"/>
                  <a:pt x="84" y="120"/>
                </a:cubicBezTo>
                <a:cubicBezTo>
                  <a:pt x="84" y="118"/>
                  <a:pt x="83" y="117"/>
                  <a:pt x="82" y="115"/>
                </a:cubicBezTo>
                <a:cubicBezTo>
                  <a:pt x="72" y="101"/>
                  <a:pt x="61" y="86"/>
                  <a:pt x="51" y="72"/>
                </a:cubicBezTo>
                <a:cubicBezTo>
                  <a:pt x="51" y="71"/>
                  <a:pt x="50" y="71"/>
                  <a:pt x="50" y="7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2" name="Freeform 19">
            <a:extLst xmlns:a="http://schemas.openxmlformats.org/drawingml/2006/main">
              <a:ext uri="{FF2B5EF4-FFF2-40B4-BE49-F238E27FC236}">
                <a16:creationId xmlns:a16="http://schemas.microsoft.com/office/drawing/2014/main" id="{69A72927-4A2A-4AD5-A0D5-392FE26C7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9719" y="688617"/>
            <a:ext cx="63867" cy="68429"/>
          </a:xfrm>
          <a:custGeom xmlns:a="http://schemas.openxmlformats.org/drawingml/2006/main">
            <a:gdLst>
              <a:gd name="T0" fmla="*/ 28 w 126"/>
              <a:gd name="T1" fmla="*/ 16 h 135"/>
              <a:gd name="T2" fmla="*/ 28 w 126"/>
              <a:gd name="T3" fmla="*/ 20 h 135"/>
              <a:gd name="T4" fmla="*/ 28 w 126"/>
              <a:gd name="T5" fmla="*/ 109 h 135"/>
              <a:gd name="T6" fmla="*/ 28 w 126"/>
              <a:gd name="T7" fmla="*/ 119 h 135"/>
              <a:gd name="T8" fmla="*/ 37 w 126"/>
              <a:gd name="T9" fmla="*/ 127 h 135"/>
              <a:gd name="T10" fmla="*/ 44 w 126"/>
              <a:gd name="T11" fmla="*/ 128 h 135"/>
              <a:gd name="T12" fmla="*/ 44 w 126"/>
              <a:gd name="T13" fmla="*/ 135 h 135"/>
              <a:gd name="T14" fmla="*/ 0 w 126"/>
              <a:gd name="T15" fmla="*/ 135 h 135"/>
              <a:gd name="T16" fmla="*/ 0 w 126"/>
              <a:gd name="T17" fmla="*/ 128 h 135"/>
              <a:gd name="T18" fmla="*/ 8 w 126"/>
              <a:gd name="T19" fmla="*/ 127 h 135"/>
              <a:gd name="T20" fmla="*/ 16 w 126"/>
              <a:gd name="T21" fmla="*/ 120 h 135"/>
              <a:gd name="T22" fmla="*/ 16 w 126"/>
              <a:gd name="T23" fmla="*/ 113 h 135"/>
              <a:gd name="T24" fmla="*/ 16 w 126"/>
              <a:gd name="T25" fmla="*/ 19 h 135"/>
              <a:gd name="T26" fmla="*/ 16 w 126"/>
              <a:gd name="T27" fmla="*/ 15 h 135"/>
              <a:gd name="T28" fmla="*/ 9 w 126"/>
              <a:gd name="T29" fmla="*/ 9 h 135"/>
              <a:gd name="T30" fmla="*/ 5 w 126"/>
              <a:gd name="T31" fmla="*/ 8 h 135"/>
              <a:gd name="T32" fmla="*/ 1 w 126"/>
              <a:gd name="T33" fmla="*/ 8 h 135"/>
              <a:gd name="T34" fmla="*/ 1 w 126"/>
              <a:gd name="T35" fmla="*/ 1 h 135"/>
              <a:gd name="T36" fmla="*/ 40 w 126"/>
              <a:gd name="T37" fmla="*/ 1 h 135"/>
              <a:gd name="T38" fmla="*/ 98 w 126"/>
              <a:gd name="T39" fmla="*/ 100 h 135"/>
              <a:gd name="T40" fmla="*/ 99 w 126"/>
              <a:gd name="T41" fmla="*/ 100 h 135"/>
              <a:gd name="T42" fmla="*/ 99 w 126"/>
              <a:gd name="T43" fmla="*/ 96 h 135"/>
              <a:gd name="T44" fmla="*/ 99 w 126"/>
              <a:gd name="T45" fmla="*/ 24 h 135"/>
              <a:gd name="T46" fmla="*/ 98 w 126"/>
              <a:gd name="T47" fmla="*/ 16 h 135"/>
              <a:gd name="T48" fmla="*/ 90 w 126"/>
              <a:gd name="T49" fmla="*/ 9 h 135"/>
              <a:gd name="T50" fmla="*/ 83 w 126"/>
              <a:gd name="T51" fmla="*/ 8 h 135"/>
              <a:gd name="T52" fmla="*/ 83 w 126"/>
              <a:gd name="T53" fmla="*/ 1 h 135"/>
              <a:gd name="T54" fmla="*/ 126 w 126"/>
              <a:gd name="T55" fmla="*/ 1 h 135"/>
              <a:gd name="T56" fmla="*/ 126 w 126"/>
              <a:gd name="T57" fmla="*/ 8 h 135"/>
              <a:gd name="T58" fmla="*/ 119 w 126"/>
              <a:gd name="T59" fmla="*/ 9 h 135"/>
              <a:gd name="T60" fmla="*/ 111 w 126"/>
              <a:gd name="T61" fmla="*/ 16 h 135"/>
              <a:gd name="T62" fmla="*/ 110 w 126"/>
              <a:gd name="T63" fmla="*/ 27 h 135"/>
              <a:gd name="T64" fmla="*/ 110 w 126"/>
              <a:gd name="T65" fmla="*/ 129 h 135"/>
              <a:gd name="T66" fmla="*/ 110 w 126"/>
              <a:gd name="T67" fmla="*/ 135 h 135"/>
              <a:gd name="T68" fmla="*/ 99 w 126"/>
              <a:gd name="T69" fmla="*/ 135 h 135"/>
              <a:gd name="T70" fmla="*/ 29 w 126"/>
              <a:gd name="T71" fmla="*/ 15 h 135"/>
              <a:gd name="T72" fmla="*/ 28 w 126"/>
              <a:gd name="T73" fmla="*/ 16 h 135"/>
            </a:gdLst>
            <a:rect l="0" t="0" r="r" b="b"/>
            <a:pathLst>
              <a:path w="126" h="135">
                <a:moveTo>
                  <a:pt x="28" y="16"/>
                </a:moveTo>
                <a:cubicBezTo>
                  <a:pt x="28" y="17"/>
                  <a:pt x="28" y="19"/>
                  <a:pt x="28" y="20"/>
                </a:cubicBezTo>
                <a:cubicBezTo>
                  <a:pt x="28" y="50"/>
                  <a:pt x="28" y="79"/>
                  <a:pt x="28" y="109"/>
                </a:cubicBezTo>
                <a:cubicBezTo>
                  <a:pt x="28" y="112"/>
                  <a:pt x="28" y="115"/>
                  <a:pt x="28" y="119"/>
                </a:cubicBezTo>
                <a:cubicBezTo>
                  <a:pt x="29" y="124"/>
                  <a:pt x="31" y="126"/>
                  <a:pt x="37" y="127"/>
                </a:cubicBezTo>
                <a:cubicBezTo>
                  <a:pt x="39" y="127"/>
                  <a:pt x="41" y="128"/>
                  <a:pt x="44" y="128"/>
                </a:cubicBezTo>
                <a:cubicBezTo>
                  <a:pt x="44" y="130"/>
                  <a:pt x="44" y="133"/>
                  <a:pt x="44" y="135"/>
                </a:cubicBezTo>
                <a:cubicBezTo>
                  <a:pt x="29" y="135"/>
                  <a:pt x="15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5" y="127"/>
                  <a:pt x="8" y="127"/>
                </a:cubicBezTo>
                <a:cubicBezTo>
                  <a:pt x="12" y="127"/>
                  <a:pt x="15" y="124"/>
                  <a:pt x="16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0"/>
                  <a:pt x="16" y="19"/>
                </a:cubicBezTo>
                <a:cubicBezTo>
                  <a:pt x="16" y="18"/>
                  <a:pt x="16" y="17"/>
                  <a:pt x="16" y="15"/>
                </a:cubicBezTo>
                <a:cubicBezTo>
                  <a:pt x="16" y="11"/>
                  <a:pt x="14" y="9"/>
                  <a:pt x="9" y="9"/>
                </a:cubicBezTo>
                <a:cubicBezTo>
                  <a:pt x="8" y="8"/>
                  <a:pt x="7" y="8"/>
                  <a:pt x="5" y="8"/>
                </a:cubicBezTo>
                <a:cubicBezTo>
                  <a:pt x="4" y="8"/>
                  <a:pt x="2" y="8"/>
                  <a:pt x="1" y="8"/>
                </a:cubicBezTo>
                <a:cubicBezTo>
                  <a:pt x="1" y="5"/>
                  <a:pt x="1" y="3"/>
                  <a:pt x="1" y="1"/>
                </a:cubicBezTo>
                <a:cubicBezTo>
                  <a:pt x="14" y="1"/>
                  <a:pt x="27" y="1"/>
                  <a:pt x="40" y="1"/>
                </a:cubicBezTo>
                <a:cubicBezTo>
                  <a:pt x="59" y="34"/>
                  <a:pt x="79" y="67"/>
                  <a:pt x="98" y="100"/>
                </a:cubicBezTo>
                <a:cubicBezTo>
                  <a:pt x="98" y="100"/>
                  <a:pt x="99" y="100"/>
                  <a:pt x="99" y="100"/>
                </a:cubicBezTo>
                <a:cubicBezTo>
                  <a:pt x="99" y="99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1"/>
                  <a:pt x="99" y="19"/>
                  <a:pt x="98" y="16"/>
                </a:cubicBezTo>
                <a:cubicBezTo>
                  <a:pt x="97" y="12"/>
                  <a:pt x="94" y="9"/>
                  <a:pt x="90" y="9"/>
                </a:cubicBezTo>
                <a:cubicBezTo>
                  <a:pt x="88" y="8"/>
                  <a:pt x="86" y="8"/>
                  <a:pt x="83" y="8"/>
                </a:cubicBezTo>
                <a:cubicBezTo>
                  <a:pt x="83" y="5"/>
                  <a:pt x="83" y="3"/>
                  <a:pt x="83" y="1"/>
                </a:cubicBezTo>
                <a:cubicBezTo>
                  <a:pt x="87" y="0"/>
                  <a:pt x="115" y="0"/>
                  <a:pt x="126" y="1"/>
                </a:cubicBezTo>
                <a:cubicBezTo>
                  <a:pt x="126" y="3"/>
                  <a:pt x="126" y="5"/>
                  <a:pt x="126" y="8"/>
                </a:cubicBezTo>
                <a:cubicBezTo>
                  <a:pt x="124" y="8"/>
                  <a:pt x="122" y="8"/>
                  <a:pt x="119" y="9"/>
                </a:cubicBezTo>
                <a:cubicBezTo>
                  <a:pt x="115" y="9"/>
                  <a:pt x="112" y="12"/>
                  <a:pt x="111" y="16"/>
                </a:cubicBezTo>
                <a:cubicBezTo>
                  <a:pt x="111" y="20"/>
                  <a:pt x="110" y="23"/>
                  <a:pt x="110" y="27"/>
                </a:cubicBezTo>
                <a:cubicBezTo>
                  <a:pt x="110" y="61"/>
                  <a:pt x="110" y="95"/>
                  <a:pt x="110" y="129"/>
                </a:cubicBezTo>
                <a:cubicBezTo>
                  <a:pt x="110" y="131"/>
                  <a:pt x="110" y="133"/>
                  <a:pt x="110" y="135"/>
                </a:cubicBezTo>
                <a:cubicBezTo>
                  <a:pt x="106" y="135"/>
                  <a:pt x="103" y="135"/>
                  <a:pt x="99" y="135"/>
                </a:cubicBezTo>
                <a:cubicBezTo>
                  <a:pt x="76" y="95"/>
                  <a:pt x="52" y="55"/>
                  <a:pt x="29" y="15"/>
                </a:cubicBezTo>
                <a:cubicBezTo>
                  <a:pt x="28" y="15"/>
                  <a:pt x="28" y="15"/>
                  <a:pt x="28" y="16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3" name="Freeform 20">
            <a:extLst xmlns:a="http://schemas.openxmlformats.org/drawingml/2006/main">
              <a:ext uri="{FF2B5EF4-FFF2-40B4-BE49-F238E27FC236}">
                <a16:creationId xmlns:a16="http://schemas.microsoft.com/office/drawing/2014/main" id="{C0EB7731-FC92-444A-A1F6-ADE33D8F2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9652" y="688617"/>
            <a:ext cx="62726" cy="68429"/>
          </a:xfrm>
          <a:custGeom xmlns:a="http://schemas.openxmlformats.org/drawingml/2006/main">
            <a:gdLst>
              <a:gd name="T0" fmla="*/ 0 w 124"/>
              <a:gd name="T1" fmla="*/ 8 h 135"/>
              <a:gd name="T2" fmla="*/ 0 w 124"/>
              <a:gd name="T3" fmla="*/ 1 h 135"/>
              <a:gd name="T4" fmla="*/ 105 w 124"/>
              <a:gd name="T5" fmla="*/ 1 h 135"/>
              <a:gd name="T6" fmla="*/ 117 w 124"/>
              <a:gd name="T7" fmla="*/ 35 h 135"/>
              <a:gd name="T8" fmla="*/ 110 w 124"/>
              <a:gd name="T9" fmla="*/ 39 h 135"/>
              <a:gd name="T10" fmla="*/ 107 w 124"/>
              <a:gd name="T11" fmla="*/ 33 h 135"/>
              <a:gd name="T12" fmla="*/ 78 w 124"/>
              <a:gd name="T13" fmla="*/ 11 h 135"/>
              <a:gd name="T14" fmla="*/ 34 w 124"/>
              <a:gd name="T15" fmla="*/ 11 h 135"/>
              <a:gd name="T16" fmla="*/ 34 w 124"/>
              <a:gd name="T17" fmla="*/ 61 h 135"/>
              <a:gd name="T18" fmla="*/ 55 w 124"/>
              <a:gd name="T19" fmla="*/ 60 h 135"/>
              <a:gd name="T20" fmla="*/ 69 w 124"/>
              <a:gd name="T21" fmla="*/ 45 h 135"/>
              <a:gd name="T22" fmla="*/ 70 w 124"/>
              <a:gd name="T23" fmla="*/ 36 h 135"/>
              <a:gd name="T24" fmla="*/ 78 w 124"/>
              <a:gd name="T25" fmla="*/ 36 h 135"/>
              <a:gd name="T26" fmla="*/ 78 w 124"/>
              <a:gd name="T27" fmla="*/ 95 h 135"/>
              <a:gd name="T28" fmla="*/ 74 w 124"/>
              <a:gd name="T29" fmla="*/ 95 h 135"/>
              <a:gd name="T30" fmla="*/ 70 w 124"/>
              <a:gd name="T31" fmla="*/ 95 h 135"/>
              <a:gd name="T32" fmla="*/ 70 w 124"/>
              <a:gd name="T33" fmla="*/ 88 h 135"/>
              <a:gd name="T34" fmla="*/ 68 w 124"/>
              <a:gd name="T35" fmla="*/ 81 h 135"/>
              <a:gd name="T36" fmla="*/ 58 w 124"/>
              <a:gd name="T37" fmla="*/ 71 h 135"/>
              <a:gd name="T38" fmla="*/ 34 w 124"/>
              <a:gd name="T39" fmla="*/ 70 h 135"/>
              <a:gd name="T40" fmla="*/ 33 w 124"/>
              <a:gd name="T41" fmla="*/ 74 h 135"/>
              <a:gd name="T42" fmla="*/ 33 w 124"/>
              <a:gd name="T43" fmla="*/ 115 h 135"/>
              <a:gd name="T44" fmla="*/ 43 w 124"/>
              <a:gd name="T45" fmla="*/ 125 h 135"/>
              <a:gd name="T46" fmla="*/ 69 w 124"/>
              <a:gd name="T47" fmla="*/ 125 h 135"/>
              <a:gd name="T48" fmla="*/ 112 w 124"/>
              <a:gd name="T49" fmla="*/ 97 h 135"/>
              <a:gd name="T50" fmla="*/ 115 w 124"/>
              <a:gd name="T51" fmla="*/ 90 h 135"/>
              <a:gd name="T52" fmla="*/ 124 w 124"/>
              <a:gd name="T53" fmla="*/ 93 h 135"/>
              <a:gd name="T54" fmla="*/ 109 w 124"/>
              <a:gd name="T55" fmla="*/ 135 h 135"/>
              <a:gd name="T56" fmla="*/ 0 w 124"/>
              <a:gd name="T57" fmla="*/ 135 h 135"/>
              <a:gd name="T58" fmla="*/ 0 w 124"/>
              <a:gd name="T59" fmla="*/ 128 h 135"/>
              <a:gd name="T60" fmla="*/ 8 w 124"/>
              <a:gd name="T61" fmla="*/ 127 h 135"/>
              <a:gd name="T62" fmla="*/ 15 w 124"/>
              <a:gd name="T63" fmla="*/ 120 h 135"/>
              <a:gd name="T64" fmla="*/ 16 w 124"/>
              <a:gd name="T65" fmla="*/ 113 h 135"/>
              <a:gd name="T66" fmla="*/ 16 w 124"/>
              <a:gd name="T67" fmla="*/ 21 h 135"/>
              <a:gd name="T68" fmla="*/ 16 w 124"/>
              <a:gd name="T69" fmla="*/ 16 h 135"/>
              <a:gd name="T70" fmla="*/ 8 w 124"/>
              <a:gd name="T71" fmla="*/ 9 h 135"/>
              <a:gd name="T72" fmla="*/ 4 w 124"/>
              <a:gd name="T73" fmla="*/ 8 h 135"/>
              <a:gd name="T74" fmla="*/ 0 w 124"/>
              <a:gd name="T75" fmla="*/ 8 h 135"/>
            </a:gdLst>
            <a:rect l="0" t="0" r="r" b="b"/>
            <a:pathLst>
              <a:path w="124" h="135">
                <a:moveTo>
                  <a:pt x="0" y="8"/>
                </a:moveTo>
                <a:cubicBezTo>
                  <a:pt x="0" y="5"/>
                  <a:pt x="0" y="3"/>
                  <a:pt x="0" y="1"/>
                </a:cubicBezTo>
                <a:cubicBezTo>
                  <a:pt x="3" y="0"/>
                  <a:pt x="98" y="0"/>
                  <a:pt x="105" y="1"/>
                </a:cubicBezTo>
                <a:cubicBezTo>
                  <a:pt x="109" y="12"/>
                  <a:pt x="113" y="24"/>
                  <a:pt x="117" y="35"/>
                </a:cubicBezTo>
                <a:cubicBezTo>
                  <a:pt x="115" y="37"/>
                  <a:pt x="112" y="38"/>
                  <a:pt x="110" y="39"/>
                </a:cubicBezTo>
                <a:cubicBezTo>
                  <a:pt x="109" y="36"/>
                  <a:pt x="108" y="35"/>
                  <a:pt x="107" y="33"/>
                </a:cubicBezTo>
                <a:cubicBezTo>
                  <a:pt x="101" y="20"/>
                  <a:pt x="92" y="13"/>
                  <a:pt x="78" y="11"/>
                </a:cubicBezTo>
                <a:cubicBezTo>
                  <a:pt x="63" y="10"/>
                  <a:pt x="48" y="11"/>
                  <a:pt x="34" y="11"/>
                </a:cubicBezTo>
                <a:cubicBezTo>
                  <a:pt x="33" y="15"/>
                  <a:pt x="33" y="55"/>
                  <a:pt x="34" y="61"/>
                </a:cubicBezTo>
                <a:cubicBezTo>
                  <a:pt x="41" y="61"/>
                  <a:pt x="48" y="61"/>
                  <a:pt x="55" y="60"/>
                </a:cubicBezTo>
                <a:cubicBezTo>
                  <a:pt x="64" y="59"/>
                  <a:pt x="68" y="54"/>
                  <a:pt x="69" y="45"/>
                </a:cubicBezTo>
                <a:cubicBezTo>
                  <a:pt x="70" y="42"/>
                  <a:pt x="70" y="39"/>
                  <a:pt x="70" y="36"/>
                </a:cubicBezTo>
                <a:cubicBezTo>
                  <a:pt x="73" y="36"/>
                  <a:pt x="75" y="36"/>
                  <a:pt x="78" y="36"/>
                </a:cubicBezTo>
                <a:cubicBezTo>
                  <a:pt x="78" y="56"/>
                  <a:pt x="78" y="75"/>
                  <a:pt x="78" y="95"/>
                </a:cubicBezTo>
                <a:cubicBezTo>
                  <a:pt x="77" y="95"/>
                  <a:pt x="76" y="95"/>
                  <a:pt x="74" y="95"/>
                </a:cubicBezTo>
                <a:cubicBezTo>
                  <a:pt x="73" y="95"/>
                  <a:pt x="72" y="95"/>
                  <a:pt x="70" y="95"/>
                </a:cubicBezTo>
                <a:cubicBezTo>
                  <a:pt x="70" y="93"/>
                  <a:pt x="70" y="90"/>
                  <a:pt x="70" y="88"/>
                </a:cubicBezTo>
                <a:cubicBezTo>
                  <a:pt x="69" y="86"/>
                  <a:pt x="69" y="83"/>
                  <a:pt x="68" y="81"/>
                </a:cubicBezTo>
                <a:cubicBezTo>
                  <a:pt x="67" y="75"/>
                  <a:pt x="64" y="72"/>
                  <a:pt x="58" y="71"/>
                </a:cubicBezTo>
                <a:cubicBezTo>
                  <a:pt x="50" y="69"/>
                  <a:pt x="42" y="70"/>
                  <a:pt x="34" y="70"/>
                </a:cubicBezTo>
                <a:cubicBezTo>
                  <a:pt x="33" y="72"/>
                  <a:pt x="33" y="73"/>
                  <a:pt x="33" y="74"/>
                </a:cubicBezTo>
                <a:cubicBezTo>
                  <a:pt x="33" y="88"/>
                  <a:pt x="33" y="102"/>
                  <a:pt x="33" y="115"/>
                </a:cubicBezTo>
                <a:cubicBezTo>
                  <a:pt x="33" y="124"/>
                  <a:pt x="34" y="125"/>
                  <a:pt x="43" y="125"/>
                </a:cubicBezTo>
                <a:cubicBezTo>
                  <a:pt x="52" y="125"/>
                  <a:pt x="60" y="125"/>
                  <a:pt x="69" y="125"/>
                </a:cubicBezTo>
                <a:cubicBezTo>
                  <a:pt x="89" y="125"/>
                  <a:pt x="104" y="115"/>
                  <a:pt x="112" y="97"/>
                </a:cubicBezTo>
                <a:cubicBezTo>
                  <a:pt x="113" y="95"/>
                  <a:pt x="114" y="93"/>
                  <a:pt x="115" y="90"/>
                </a:cubicBezTo>
                <a:cubicBezTo>
                  <a:pt x="118" y="91"/>
                  <a:pt x="121" y="92"/>
                  <a:pt x="124" y="93"/>
                </a:cubicBezTo>
                <a:cubicBezTo>
                  <a:pt x="119" y="108"/>
                  <a:pt x="114" y="121"/>
                  <a:pt x="109" y="135"/>
                </a:cubicBezTo>
                <a:cubicBezTo>
                  <a:pt x="73" y="135"/>
                  <a:pt x="3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6" y="128"/>
                  <a:pt x="8" y="127"/>
                </a:cubicBezTo>
                <a:cubicBezTo>
                  <a:pt x="13" y="126"/>
                  <a:pt x="15" y="125"/>
                  <a:pt x="15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20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7" y="9"/>
                  <a:pt x="6" y="8"/>
                  <a:pt x="4" y="8"/>
                </a:cubicBezTo>
                <a:cubicBezTo>
                  <a:pt x="3" y="8"/>
                  <a:pt x="2" y="8"/>
                  <a:pt x="0" y="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4" name="Freeform 21">
            <a:extLst xmlns:a="http://schemas.openxmlformats.org/drawingml/2006/main">
              <a:ext uri="{FF2B5EF4-FFF2-40B4-BE49-F238E27FC236}">
                <a16:creationId xmlns:a16="http://schemas.microsoft.com/office/drawing/2014/main" id="{D25B7A21-2618-4522-87F0-8BEEB4C29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5152" y="689187"/>
            <a:ext cx="62726" cy="67859"/>
          </a:xfrm>
          <a:custGeom xmlns:a="http://schemas.openxmlformats.org/drawingml/2006/main">
            <a:gdLst>
              <a:gd name="T0" fmla="*/ 33 w 123"/>
              <a:gd name="T1" fmla="*/ 60 h 134"/>
              <a:gd name="T2" fmla="*/ 55 w 123"/>
              <a:gd name="T3" fmla="*/ 59 h 134"/>
              <a:gd name="T4" fmla="*/ 68 w 123"/>
              <a:gd name="T5" fmla="*/ 45 h 134"/>
              <a:gd name="T6" fmla="*/ 70 w 123"/>
              <a:gd name="T7" fmla="*/ 35 h 134"/>
              <a:gd name="T8" fmla="*/ 77 w 123"/>
              <a:gd name="T9" fmla="*/ 35 h 134"/>
              <a:gd name="T10" fmla="*/ 77 w 123"/>
              <a:gd name="T11" fmla="*/ 94 h 134"/>
              <a:gd name="T12" fmla="*/ 75 w 123"/>
              <a:gd name="T13" fmla="*/ 94 h 134"/>
              <a:gd name="T14" fmla="*/ 70 w 123"/>
              <a:gd name="T15" fmla="*/ 94 h 134"/>
              <a:gd name="T16" fmla="*/ 69 w 123"/>
              <a:gd name="T17" fmla="*/ 83 h 134"/>
              <a:gd name="T18" fmla="*/ 54 w 123"/>
              <a:gd name="T19" fmla="*/ 69 h 134"/>
              <a:gd name="T20" fmla="*/ 33 w 123"/>
              <a:gd name="T21" fmla="*/ 69 h 134"/>
              <a:gd name="T22" fmla="*/ 33 w 123"/>
              <a:gd name="T23" fmla="*/ 73 h 134"/>
              <a:gd name="T24" fmla="*/ 33 w 123"/>
              <a:gd name="T25" fmla="*/ 114 h 134"/>
              <a:gd name="T26" fmla="*/ 43 w 123"/>
              <a:gd name="T27" fmla="*/ 124 h 134"/>
              <a:gd name="T28" fmla="*/ 68 w 123"/>
              <a:gd name="T29" fmla="*/ 124 h 134"/>
              <a:gd name="T30" fmla="*/ 112 w 123"/>
              <a:gd name="T31" fmla="*/ 96 h 134"/>
              <a:gd name="T32" fmla="*/ 115 w 123"/>
              <a:gd name="T33" fmla="*/ 90 h 134"/>
              <a:gd name="T34" fmla="*/ 115 w 123"/>
              <a:gd name="T35" fmla="*/ 90 h 134"/>
              <a:gd name="T36" fmla="*/ 123 w 123"/>
              <a:gd name="T37" fmla="*/ 92 h 134"/>
              <a:gd name="T38" fmla="*/ 109 w 123"/>
              <a:gd name="T39" fmla="*/ 134 h 134"/>
              <a:gd name="T40" fmla="*/ 0 w 123"/>
              <a:gd name="T41" fmla="*/ 134 h 134"/>
              <a:gd name="T42" fmla="*/ 0 w 123"/>
              <a:gd name="T43" fmla="*/ 127 h 134"/>
              <a:gd name="T44" fmla="*/ 8 w 123"/>
              <a:gd name="T45" fmla="*/ 126 h 134"/>
              <a:gd name="T46" fmla="*/ 15 w 123"/>
              <a:gd name="T47" fmla="*/ 120 h 134"/>
              <a:gd name="T48" fmla="*/ 16 w 123"/>
              <a:gd name="T49" fmla="*/ 113 h 134"/>
              <a:gd name="T50" fmla="*/ 16 w 123"/>
              <a:gd name="T51" fmla="*/ 20 h 134"/>
              <a:gd name="T52" fmla="*/ 5 w 123"/>
              <a:gd name="T53" fmla="*/ 7 h 134"/>
              <a:gd name="T54" fmla="*/ 0 w 123"/>
              <a:gd name="T55" fmla="*/ 7 h 134"/>
              <a:gd name="T56" fmla="*/ 0 w 123"/>
              <a:gd name="T57" fmla="*/ 0 h 134"/>
              <a:gd name="T58" fmla="*/ 105 w 123"/>
              <a:gd name="T59" fmla="*/ 0 h 134"/>
              <a:gd name="T60" fmla="*/ 117 w 123"/>
              <a:gd name="T61" fmla="*/ 35 h 134"/>
              <a:gd name="T62" fmla="*/ 109 w 123"/>
              <a:gd name="T63" fmla="*/ 38 h 134"/>
              <a:gd name="T64" fmla="*/ 107 w 123"/>
              <a:gd name="T65" fmla="*/ 34 h 134"/>
              <a:gd name="T66" fmla="*/ 105 w 123"/>
              <a:gd name="T67" fmla="*/ 29 h 134"/>
              <a:gd name="T68" fmla="*/ 78 w 123"/>
              <a:gd name="T69" fmla="*/ 11 h 134"/>
              <a:gd name="T70" fmla="*/ 42 w 123"/>
              <a:gd name="T71" fmla="*/ 10 h 134"/>
              <a:gd name="T72" fmla="*/ 33 w 123"/>
              <a:gd name="T73" fmla="*/ 10 h 134"/>
              <a:gd name="T74" fmla="*/ 33 w 123"/>
              <a:gd name="T75" fmla="*/ 60 h 134"/>
            </a:gdLst>
            <a:rect l="0" t="0" r="r" b="b"/>
            <a:pathLst>
              <a:path w="123" h="134">
                <a:moveTo>
                  <a:pt x="33" y="60"/>
                </a:moveTo>
                <a:cubicBezTo>
                  <a:pt x="41" y="60"/>
                  <a:pt x="48" y="61"/>
                  <a:pt x="55" y="59"/>
                </a:cubicBezTo>
                <a:cubicBezTo>
                  <a:pt x="63" y="57"/>
                  <a:pt x="67" y="53"/>
                  <a:pt x="68" y="45"/>
                </a:cubicBezTo>
                <a:cubicBezTo>
                  <a:pt x="69" y="42"/>
                  <a:pt x="69" y="39"/>
                  <a:pt x="70" y="35"/>
                </a:cubicBezTo>
                <a:cubicBezTo>
                  <a:pt x="72" y="35"/>
                  <a:pt x="75" y="35"/>
                  <a:pt x="77" y="35"/>
                </a:cubicBezTo>
                <a:cubicBezTo>
                  <a:pt x="77" y="55"/>
                  <a:pt x="77" y="74"/>
                  <a:pt x="77" y="94"/>
                </a:cubicBezTo>
                <a:cubicBezTo>
                  <a:pt x="76" y="94"/>
                  <a:pt x="75" y="94"/>
                  <a:pt x="75" y="94"/>
                </a:cubicBezTo>
                <a:cubicBezTo>
                  <a:pt x="73" y="94"/>
                  <a:pt x="71" y="94"/>
                  <a:pt x="70" y="94"/>
                </a:cubicBezTo>
                <a:cubicBezTo>
                  <a:pt x="69" y="90"/>
                  <a:pt x="69" y="86"/>
                  <a:pt x="69" y="83"/>
                </a:cubicBezTo>
                <a:cubicBezTo>
                  <a:pt x="67" y="74"/>
                  <a:pt x="63" y="70"/>
                  <a:pt x="54" y="69"/>
                </a:cubicBezTo>
                <a:cubicBezTo>
                  <a:pt x="47" y="69"/>
                  <a:pt x="40" y="69"/>
                  <a:pt x="33" y="69"/>
                </a:cubicBezTo>
                <a:cubicBezTo>
                  <a:pt x="33" y="71"/>
                  <a:pt x="33" y="72"/>
                  <a:pt x="33" y="73"/>
                </a:cubicBezTo>
                <a:cubicBezTo>
                  <a:pt x="33" y="87"/>
                  <a:pt x="33" y="101"/>
                  <a:pt x="33" y="114"/>
                </a:cubicBezTo>
                <a:cubicBezTo>
                  <a:pt x="33" y="123"/>
                  <a:pt x="34" y="124"/>
                  <a:pt x="43" y="124"/>
                </a:cubicBezTo>
                <a:cubicBezTo>
                  <a:pt x="51" y="124"/>
                  <a:pt x="60" y="124"/>
                  <a:pt x="68" y="124"/>
                </a:cubicBezTo>
                <a:cubicBezTo>
                  <a:pt x="89" y="124"/>
                  <a:pt x="103" y="114"/>
                  <a:pt x="112" y="96"/>
                </a:cubicBezTo>
                <a:cubicBezTo>
                  <a:pt x="113" y="94"/>
                  <a:pt x="114" y="92"/>
                  <a:pt x="115" y="90"/>
                </a:cubicBezTo>
                <a:cubicBezTo>
                  <a:pt x="115" y="90"/>
                  <a:pt x="115" y="90"/>
                  <a:pt x="115" y="90"/>
                </a:cubicBezTo>
                <a:cubicBezTo>
                  <a:pt x="118" y="90"/>
                  <a:pt x="120" y="91"/>
                  <a:pt x="123" y="92"/>
                </a:cubicBezTo>
                <a:cubicBezTo>
                  <a:pt x="118" y="107"/>
                  <a:pt x="113" y="120"/>
                  <a:pt x="109" y="134"/>
                </a:cubicBezTo>
                <a:cubicBezTo>
                  <a:pt x="72" y="134"/>
                  <a:pt x="3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6"/>
                  <a:pt x="8" y="126"/>
                </a:cubicBezTo>
                <a:cubicBezTo>
                  <a:pt x="12" y="126"/>
                  <a:pt x="14" y="124"/>
                  <a:pt x="15" y="120"/>
                </a:cubicBezTo>
                <a:cubicBezTo>
                  <a:pt x="15" y="118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0"/>
                  <a:pt x="14" y="8"/>
                  <a:pt x="5" y="7"/>
                </a:cubicBezTo>
                <a:cubicBezTo>
                  <a:pt x="3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34" y="0"/>
                  <a:pt x="69" y="0"/>
                  <a:pt x="105" y="0"/>
                </a:cubicBezTo>
                <a:cubicBezTo>
                  <a:pt x="109" y="11"/>
                  <a:pt x="112" y="22"/>
                  <a:pt x="117" y="35"/>
                </a:cubicBezTo>
                <a:cubicBezTo>
                  <a:pt x="114" y="36"/>
                  <a:pt x="112" y="37"/>
                  <a:pt x="109" y="38"/>
                </a:cubicBezTo>
                <a:cubicBezTo>
                  <a:pt x="108" y="36"/>
                  <a:pt x="108" y="35"/>
                  <a:pt x="107" y="34"/>
                </a:cubicBezTo>
                <a:cubicBezTo>
                  <a:pt x="107" y="32"/>
                  <a:pt x="106" y="31"/>
                  <a:pt x="105" y="29"/>
                </a:cubicBezTo>
                <a:cubicBezTo>
                  <a:pt x="100" y="18"/>
                  <a:pt x="90" y="11"/>
                  <a:pt x="78" y="11"/>
                </a:cubicBezTo>
                <a:cubicBezTo>
                  <a:pt x="66" y="10"/>
                  <a:pt x="54" y="10"/>
                  <a:pt x="42" y="10"/>
                </a:cubicBezTo>
                <a:cubicBezTo>
                  <a:pt x="39" y="10"/>
                  <a:pt x="36" y="10"/>
                  <a:pt x="33" y="10"/>
                </a:cubicBezTo>
                <a:cubicBezTo>
                  <a:pt x="33" y="26"/>
                  <a:pt x="33" y="43"/>
                  <a:pt x="33" y="6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5" name="Freeform 22">
            <a:extLst xmlns:a="http://schemas.openxmlformats.org/drawingml/2006/main">
              <a:ext uri="{FF2B5EF4-FFF2-40B4-BE49-F238E27FC236}">
                <a16:creationId xmlns:a16="http://schemas.microsoft.com/office/drawing/2014/main" id="{27D33AD9-081A-43D0-8692-32309852C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3944" y="689187"/>
            <a:ext cx="63867" cy="67859"/>
          </a:xfrm>
          <a:custGeom xmlns:a="http://schemas.openxmlformats.org/drawingml/2006/main">
            <a:gdLst>
              <a:gd name="T0" fmla="*/ 43 w 126"/>
              <a:gd name="T1" fmla="*/ 134 h 134"/>
              <a:gd name="T2" fmla="*/ 0 w 126"/>
              <a:gd name="T3" fmla="*/ 134 h 134"/>
              <a:gd name="T4" fmla="*/ 0 w 126"/>
              <a:gd name="T5" fmla="*/ 127 h 134"/>
              <a:gd name="T6" fmla="*/ 7 w 126"/>
              <a:gd name="T7" fmla="*/ 126 h 134"/>
              <a:gd name="T8" fmla="*/ 16 w 126"/>
              <a:gd name="T9" fmla="*/ 118 h 134"/>
              <a:gd name="T10" fmla="*/ 16 w 126"/>
              <a:gd name="T11" fmla="*/ 110 h 134"/>
              <a:gd name="T12" fmla="*/ 16 w 126"/>
              <a:gd name="T13" fmla="*/ 18 h 134"/>
              <a:gd name="T14" fmla="*/ 5 w 126"/>
              <a:gd name="T15" fmla="*/ 7 h 134"/>
              <a:gd name="T16" fmla="*/ 0 w 126"/>
              <a:gd name="T17" fmla="*/ 7 h 134"/>
              <a:gd name="T18" fmla="*/ 0 w 126"/>
              <a:gd name="T19" fmla="*/ 0 h 134"/>
              <a:gd name="T20" fmla="*/ 40 w 126"/>
              <a:gd name="T21" fmla="*/ 0 h 134"/>
              <a:gd name="T22" fmla="*/ 98 w 126"/>
              <a:gd name="T23" fmla="*/ 100 h 134"/>
              <a:gd name="T24" fmla="*/ 99 w 126"/>
              <a:gd name="T25" fmla="*/ 96 h 134"/>
              <a:gd name="T26" fmla="*/ 99 w 126"/>
              <a:gd name="T27" fmla="*/ 24 h 134"/>
              <a:gd name="T28" fmla="*/ 98 w 126"/>
              <a:gd name="T29" fmla="*/ 17 h 134"/>
              <a:gd name="T30" fmla="*/ 89 w 126"/>
              <a:gd name="T31" fmla="*/ 7 h 134"/>
              <a:gd name="T32" fmla="*/ 83 w 126"/>
              <a:gd name="T33" fmla="*/ 7 h 134"/>
              <a:gd name="T34" fmla="*/ 83 w 126"/>
              <a:gd name="T35" fmla="*/ 4 h 134"/>
              <a:gd name="T36" fmla="*/ 83 w 126"/>
              <a:gd name="T37" fmla="*/ 0 h 134"/>
              <a:gd name="T38" fmla="*/ 125 w 126"/>
              <a:gd name="T39" fmla="*/ 0 h 134"/>
              <a:gd name="T40" fmla="*/ 126 w 126"/>
              <a:gd name="T41" fmla="*/ 3 h 134"/>
              <a:gd name="T42" fmla="*/ 126 w 126"/>
              <a:gd name="T43" fmla="*/ 7 h 134"/>
              <a:gd name="T44" fmla="*/ 120 w 126"/>
              <a:gd name="T45" fmla="*/ 7 h 134"/>
              <a:gd name="T46" fmla="*/ 110 w 126"/>
              <a:gd name="T47" fmla="*/ 16 h 134"/>
              <a:gd name="T48" fmla="*/ 110 w 126"/>
              <a:gd name="T49" fmla="*/ 26 h 134"/>
              <a:gd name="T50" fmla="*/ 110 w 126"/>
              <a:gd name="T51" fmla="*/ 128 h 134"/>
              <a:gd name="T52" fmla="*/ 110 w 126"/>
              <a:gd name="T53" fmla="*/ 134 h 134"/>
              <a:gd name="T54" fmla="*/ 98 w 126"/>
              <a:gd name="T55" fmla="*/ 134 h 134"/>
              <a:gd name="T56" fmla="*/ 28 w 126"/>
              <a:gd name="T57" fmla="*/ 14 h 134"/>
              <a:gd name="T58" fmla="*/ 28 w 126"/>
              <a:gd name="T59" fmla="*/ 14 h 134"/>
              <a:gd name="T60" fmla="*/ 27 w 126"/>
              <a:gd name="T61" fmla="*/ 17 h 134"/>
              <a:gd name="T62" fmla="*/ 27 w 126"/>
              <a:gd name="T63" fmla="*/ 110 h 134"/>
              <a:gd name="T64" fmla="*/ 28 w 126"/>
              <a:gd name="T65" fmla="*/ 118 h 134"/>
              <a:gd name="T66" fmla="*/ 36 w 126"/>
              <a:gd name="T67" fmla="*/ 126 h 134"/>
              <a:gd name="T68" fmla="*/ 43 w 126"/>
              <a:gd name="T69" fmla="*/ 127 h 134"/>
              <a:gd name="T70" fmla="*/ 43 w 126"/>
              <a:gd name="T71" fmla="*/ 134 h 134"/>
            </a:gdLst>
            <a:rect l="0" t="0" r="r" b="b"/>
            <a:pathLst>
              <a:path w="126" h="134">
                <a:moveTo>
                  <a:pt x="43" y="134"/>
                </a:moveTo>
                <a:cubicBezTo>
                  <a:pt x="29" y="134"/>
                  <a:pt x="14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7"/>
                  <a:pt x="7" y="126"/>
                </a:cubicBezTo>
                <a:cubicBezTo>
                  <a:pt x="13" y="125"/>
                  <a:pt x="15" y="123"/>
                  <a:pt x="16" y="118"/>
                </a:cubicBezTo>
                <a:cubicBezTo>
                  <a:pt x="16" y="115"/>
                  <a:pt x="16" y="113"/>
                  <a:pt x="16" y="110"/>
                </a:cubicBezTo>
                <a:cubicBezTo>
                  <a:pt x="16" y="80"/>
                  <a:pt x="16" y="49"/>
                  <a:pt x="16" y="18"/>
                </a:cubicBezTo>
                <a:cubicBezTo>
                  <a:pt x="16" y="9"/>
                  <a:pt x="14" y="8"/>
                  <a:pt x="5" y="7"/>
                </a:cubicBezTo>
                <a:cubicBezTo>
                  <a:pt x="4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3" y="0"/>
                  <a:pt x="26" y="0"/>
                  <a:pt x="40" y="0"/>
                </a:cubicBezTo>
                <a:cubicBezTo>
                  <a:pt x="59" y="33"/>
                  <a:pt x="78" y="66"/>
                  <a:pt x="98" y="100"/>
                </a:cubicBezTo>
                <a:cubicBezTo>
                  <a:pt x="98" y="98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2"/>
                  <a:pt x="99" y="19"/>
                  <a:pt x="98" y="17"/>
                </a:cubicBezTo>
                <a:cubicBezTo>
                  <a:pt x="97" y="11"/>
                  <a:pt x="95" y="8"/>
                  <a:pt x="89" y="7"/>
                </a:cubicBezTo>
                <a:cubicBezTo>
                  <a:pt x="87" y="7"/>
                  <a:pt x="85" y="7"/>
                  <a:pt x="83" y="7"/>
                </a:cubicBezTo>
                <a:cubicBezTo>
                  <a:pt x="83" y="6"/>
                  <a:pt x="83" y="5"/>
                  <a:pt x="83" y="4"/>
                </a:cubicBezTo>
                <a:cubicBezTo>
                  <a:pt x="83" y="2"/>
                  <a:pt x="83" y="1"/>
                  <a:pt x="83" y="0"/>
                </a:cubicBezTo>
                <a:cubicBezTo>
                  <a:pt x="97" y="0"/>
                  <a:pt x="111" y="0"/>
                  <a:pt x="125" y="0"/>
                </a:cubicBezTo>
                <a:cubicBezTo>
                  <a:pt x="125" y="1"/>
                  <a:pt x="126" y="2"/>
                  <a:pt x="126" y="3"/>
                </a:cubicBezTo>
                <a:cubicBezTo>
                  <a:pt x="126" y="4"/>
                  <a:pt x="126" y="5"/>
                  <a:pt x="126" y="7"/>
                </a:cubicBezTo>
                <a:cubicBezTo>
                  <a:pt x="124" y="7"/>
                  <a:pt x="122" y="7"/>
                  <a:pt x="120" y="7"/>
                </a:cubicBezTo>
                <a:cubicBezTo>
                  <a:pt x="114" y="8"/>
                  <a:pt x="111" y="11"/>
                  <a:pt x="110" y="16"/>
                </a:cubicBezTo>
                <a:cubicBezTo>
                  <a:pt x="110" y="20"/>
                  <a:pt x="110" y="23"/>
                  <a:pt x="110" y="26"/>
                </a:cubicBezTo>
                <a:cubicBezTo>
                  <a:pt x="110" y="60"/>
                  <a:pt x="110" y="94"/>
                  <a:pt x="110" y="128"/>
                </a:cubicBezTo>
                <a:cubicBezTo>
                  <a:pt x="110" y="130"/>
                  <a:pt x="110" y="132"/>
                  <a:pt x="110" y="134"/>
                </a:cubicBezTo>
                <a:cubicBezTo>
                  <a:pt x="106" y="134"/>
                  <a:pt x="102" y="134"/>
                  <a:pt x="98" y="134"/>
                </a:cubicBezTo>
                <a:cubicBezTo>
                  <a:pt x="75" y="94"/>
                  <a:pt x="52" y="54"/>
                  <a:pt x="28" y="14"/>
                </a:cubicBezTo>
                <a:cubicBezTo>
                  <a:pt x="28" y="14"/>
                  <a:pt x="28" y="14"/>
                  <a:pt x="28" y="14"/>
                </a:cubicBezTo>
                <a:cubicBezTo>
                  <a:pt x="27" y="15"/>
                  <a:pt x="27" y="16"/>
                  <a:pt x="27" y="17"/>
                </a:cubicBezTo>
                <a:cubicBezTo>
                  <a:pt x="27" y="48"/>
                  <a:pt x="27" y="79"/>
                  <a:pt x="27" y="110"/>
                </a:cubicBezTo>
                <a:cubicBezTo>
                  <a:pt x="27" y="113"/>
                  <a:pt x="27" y="116"/>
                  <a:pt x="28" y="118"/>
                </a:cubicBezTo>
                <a:cubicBezTo>
                  <a:pt x="29" y="123"/>
                  <a:pt x="31" y="125"/>
                  <a:pt x="36" y="126"/>
                </a:cubicBezTo>
                <a:cubicBezTo>
                  <a:pt x="38" y="126"/>
                  <a:pt x="41" y="127"/>
                  <a:pt x="43" y="127"/>
                </a:cubicBezTo>
                <a:cubicBezTo>
                  <a:pt x="43" y="129"/>
                  <a:pt x="43" y="132"/>
                  <a:pt x="43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6" name="Freeform 23">
            <a:extLst xmlns:a="http://schemas.openxmlformats.org/drawingml/2006/main">
              <a:ext uri="{FF2B5EF4-FFF2-40B4-BE49-F238E27FC236}">
                <a16:creationId xmlns:a16="http://schemas.microsoft.com/office/drawing/2014/main" id="{3C2A7798-9F8C-4FAB-A2E1-589EB05D9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2943" y="686906"/>
            <a:ext cx="70710" cy="72991"/>
          </a:xfrm>
          <a:custGeom xmlns:a="http://schemas.openxmlformats.org/drawingml/2006/main">
            <a:gdLst>
              <a:gd name="T0" fmla="*/ 87 w 139"/>
              <a:gd name="T1" fmla="*/ 79 h 144"/>
              <a:gd name="T2" fmla="*/ 87 w 139"/>
              <a:gd name="T3" fmla="*/ 71 h 144"/>
              <a:gd name="T4" fmla="*/ 139 w 139"/>
              <a:gd name="T5" fmla="*/ 71 h 144"/>
              <a:gd name="T6" fmla="*/ 139 w 139"/>
              <a:gd name="T7" fmla="*/ 79 h 144"/>
              <a:gd name="T8" fmla="*/ 133 w 139"/>
              <a:gd name="T9" fmla="*/ 79 h 144"/>
              <a:gd name="T10" fmla="*/ 124 w 139"/>
              <a:gd name="T11" fmla="*/ 88 h 144"/>
              <a:gd name="T12" fmla="*/ 124 w 139"/>
              <a:gd name="T13" fmla="*/ 95 h 144"/>
              <a:gd name="T14" fmla="*/ 124 w 139"/>
              <a:gd name="T15" fmla="*/ 134 h 144"/>
              <a:gd name="T16" fmla="*/ 124 w 139"/>
              <a:gd name="T17" fmla="*/ 139 h 144"/>
              <a:gd name="T18" fmla="*/ 115 w 139"/>
              <a:gd name="T19" fmla="*/ 139 h 144"/>
              <a:gd name="T20" fmla="*/ 110 w 139"/>
              <a:gd name="T21" fmla="*/ 128 h 144"/>
              <a:gd name="T22" fmla="*/ 105 w 139"/>
              <a:gd name="T23" fmla="*/ 131 h 144"/>
              <a:gd name="T24" fmla="*/ 56 w 139"/>
              <a:gd name="T25" fmla="*/ 141 h 144"/>
              <a:gd name="T26" fmla="*/ 10 w 139"/>
              <a:gd name="T27" fmla="*/ 103 h 144"/>
              <a:gd name="T28" fmla="*/ 15 w 139"/>
              <a:gd name="T29" fmla="*/ 33 h 144"/>
              <a:gd name="T30" fmla="*/ 56 w 139"/>
              <a:gd name="T31" fmla="*/ 3 h 144"/>
              <a:gd name="T32" fmla="*/ 99 w 139"/>
              <a:gd name="T33" fmla="*/ 11 h 144"/>
              <a:gd name="T34" fmla="*/ 102 w 139"/>
              <a:gd name="T35" fmla="*/ 13 h 144"/>
              <a:gd name="T36" fmla="*/ 105 w 139"/>
              <a:gd name="T37" fmla="*/ 5 h 144"/>
              <a:gd name="T38" fmla="*/ 112 w 139"/>
              <a:gd name="T39" fmla="*/ 5 h 144"/>
              <a:gd name="T40" fmla="*/ 122 w 139"/>
              <a:gd name="T41" fmla="*/ 46 h 144"/>
              <a:gd name="T42" fmla="*/ 114 w 139"/>
              <a:gd name="T43" fmla="*/ 49 h 144"/>
              <a:gd name="T44" fmla="*/ 112 w 139"/>
              <a:gd name="T45" fmla="*/ 44 h 144"/>
              <a:gd name="T46" fmla="*/ 100 w 139"/>
              <a:gd name="T47" fmla="*/ 25 h 144"/>
              <a:gd name="T48" fmla="*/ 42 w 139"/>
              <a:gd name="T49" fmla="*/ 23 h 144"/>
              <a:gd name="T50" fmla="*/ 24 w 139"/>
              <a:gd name="T51" fmla="*/ 62 h 144"/>
              <a:gd name="T52" fmla="*/ 34 w 139"/>
              <a:gd name="T53" fmla="*/ 109 h 144"/>
              <a:gd name="T54" fmla="*/ 77 w 139"/>
              <a:gd name="T55" fmla="*/ 131 h 144"/>
              <a:gd name="T56" fmla="*/ 101 w 139"/>
              <a:gd name="T57" fmla="*/ 120 h 144"/>
              <a:gd name="T58" fmla="*/ 106 w 139"/>
              <a:gd name="T59" fmla="*/ 109 h 144"/>
              <a:gd name="T60" fmla="*/ 106 w 139"/>
              <a:gd name="T61" fmla="*/ 90 h 144"/>
              <a:gd name="T62" fmla="*/ 96 w 139"/>
              <a:gd name="T63" fmla="*/ 79 h 144"/>
              <a:gd name="T64" fmla="*/ 87 w 139"/>
              <a:gd name="T65" fmla="*/ 79 h 144"/>
            </a:gdLst>
            <a:rect l="0" t="0" r="r" b="b"/>
            <a:pathLst>
              <a:path w="139" h="144">
                <a:moveTo>
                  <a:pt x="87" y="79"/>
                </a:moveTo>
                <a:cubicBezTo>
                  <a:pt x="87" y="76"/>
                  <a:pt x="87" y="74"/>
                  <a:pt x="87" y="71"/>
                </a:cubicBezTo>
                <a:cubicBezTo>
                  <a:pt x="105" y="71"/>
                  <a:pt x="122" y="71"/>
                  <a:pt x="139" y="71"/>
                </a:cubicBezTo>
                <a:cubicBezTo>
                  <a:pt x="139" y="74"/>
                  <a:pt x="139" y="76"/>
                  <a:pt x="139" y="79"/>
                </a:cubicBezTo>
                <a:cubicBezTo>
                  <a:pt x="137" y="79"/>
                  <a:pt x="135" y="79"/>
                  <a:pt x="133" y="79"/>
                </a:cubicBezTo>
                <a:cubicBezTo>
                  <a:pt x="127" y="79"/>
                  <a:pt x="125" y="81"/>
                  <a:pt x="124" y="88"/>
                </a:cubicBezTo>
                <a:cubicBezTo>
                  <a:pt x="124" y="90"/>
                  <a:pt x="124" y="93"/>
                  <a:pt x="124" y="95"/>
                </a:cubicBezTo>
                <a:cubicBezTo>
                  <a:pt x="124" y="108"/>
                  <a:pt x="124" y="121"/>
                  <a:pt x="124" y="134"/>
                </a:cubicBezTo>
                <a:cubicBezTo>
                  <a:pt x="124" y="135"/>
                  <a:pt x="124" y="137"/>
                  <a:pt x="124" y="139"/>
                </a:cubicBezTo>
                <a:cubicBezTo>
                  <a:pt x="121" y="139"/>
                  <a:pt x="118" y="139"/>
                  <a:pt x="115" y="139"/>
                </a:cubicBezTo>
                <a:cubicBezTo>
                  <a:pt x="113" y="136"/>
                  <a:pt x="112" y="132"/>
                  <a:pt x="110" y="128"/>
                </a:cubicBezTo>
                <a:cubicBezTo>
                  <a:pt x="108" y="129"/>
                  <a:pt x="107" y="130"/>
                  <a:pt x="105" y="131"/>
                </a:cubicBezTo>
                <a:cubicBezTo>
                  <a:pt x="90" y="140"/>
                  <a:pt x="74" y="144"/>
                  <a:pt x="56" y="141"/>
                </a:cubicBezTo>
                <a:cubicBezTo>
                  <a:pt x="34" y="137"/>
                  <a:pt x="18" y="124"/>
                  <a:pt x="10" y="103"/>
                </a:cubicBezTo>
                <a:cubicBezTo>
                  <a:pt x="0" y="79"/>
                  <a:pt x="1" y="55"/>
                  <a:pt x="15" y="33"/>
                </a:cubicBezTo>
                <a:cubicBezTo>
                  <a:pt x="24" y="17"/>
                  <a:pt x="38" y="6"/>
                  <a:pt x="56" y="3"/>
                </a:cubicBezTo>
                <a:cubicBezTo>
                  <a:pt x="71" y="0"/>
                  <a:pt x="86" y="2"/>
                  <a:pt x="99" y="11"/>
                </a:cubicBezTo>
                <a:cubicBezTo>
                  <a:pt x="100" y="12"/>
                  <a:pt x="101" y="12"/>
                  <a:pt x="102" y="13"/>
                </a:cubicBezTo>
                <a:cubicBezTo>
                  <a:pt x="103" y="10"/>
                  <a:pt x="104" y="7"/>
                  <a:pt x="105" y="5"/>
                </a:cubicBezTo>
                <a:cubicBezTo>
                  <a:pt x="107" y="5"/>
                  <a:pt x="109" y="5"/>
                  <a:pt x="112" y="5"/>
                </a:cubicBezTo>
                <a:cubicBezTo>
                  <a:pt x="115" y="18"/>
                  <a:pt x="119" y="32"/>
                  <a:pt x="122" y="46"/>
                </a:cubicBezTo>
                <a:cubicBezTo>
                  <a:pt x="120" y="47"/>
                  <a:pt x="117" y="48"/>
                  <a:pt x="114" y="49"/>
                </a:cubicBezTo>
                <a:cubicBezTo>
                  <a:pt x="114" y="47"/>
                  <a:pt x="113" y="45"/>
                  <a:pt x="112" y="44"/>
                </a:cubicBezTo>
                <a:cubicBezTo>
                  <a:pt x="109" y="37"/>
                  <a:pt x="105" y="30"/>
                  <a:pt x="100" y="25"/>
                </a:cubicBezTo>
                <a:cubicBezTo>
                  <a:pt x="84" y="8"/>
                  <a:pt x="59" y="7"/>
                  <a:pt x="42" y="23"/>
                </a:cubicBezTo>
                <a:cubicBezTo>
                  <a:pt x="31" y="34"/>
                  <a:pt x="25" y="47"/>
                  <a:pt x="24" y="62"/>
                </a:cubicBezTo>
                <a:cubicBezTo>
                  <a:pt x="22" y="79"/>
                  <a:pt x="25" y="95"/>
                  <a:pt x="34" y="109"/>
                </a:cubicBezTo>
                <a:cubicBezTo>
                  <a:pt x="44" y="125"/>
                  <a:pt x="59" y="132"/>
                  <a:pt x="77" y="131"/>
                </a:cubicBezTo>
                <a:cubicBezTo>
                  <a:pt x="86" y="130"/>
                  <a:pt x="94" y="127"/>
                  <a:pt x="101" y="120"/>
                </a:cubicBezTo>
                <a:cubicBezTo>
                  <a:pt x="104" y="117"/>
                  <a:pt x="106" y="114"/>
                  <a:pt x="106" y="109"/>
                </a:cubicBezTo>
                <a:cubicBezTo>
                  <a:pt x="106" y="103"/>
                  <a:pt x="107" y="96"/>
                  <a:pt x="106" y="90"/>
                </a:cubicBezTo>
                <a:cubicBezTo>
                  <a:pt x="106" y="82"/>
                  <a:pt x="104" y="81"/>
                  <a:pt x="96" y="79"/>
                </a:cubicBezTo>
                <a:cubicBezTo>
                  <a:pt x="94" y="79"/>
                  <a:pt x="91" y="79"/>
                  <a:pt x="87" y="79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7" name="Freeform 25">
            <a:extLst xmlns:a="http://schemas.openxmlformats.org/drawingml/2006/main">
              <a:ext uri="{FF2B5EF4-FFF2-40B4-BE49-F238E27FC236}">
                <a16:creationId xmlns:a16="http://schemas.microsoft.com/office/drawing/2014/main" id="{6E66B219-3F43-4F7C-8CBE-216DA2F27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081" y="688046"/>
            <a:ext cx="57594" cy="70710"/>
          </a:xfrm>
          <a:custGeom xmlns:a="http://schemas.openxmlformats.org/drawingml/2006/main">
            <a:gdLst>
              <a:gd name="T0" fmla="*/ 103 w 113"/>
              <a:gd name="T1" fmla="*/ 44 h 140"/>
              <a:gd name="T2" fmla="*/ 95 w 113"/>
              <a:gd name="T3" fmla="*/ 46 h 140"/>
              <a:gd name="T4" fmla="*/ 92 w 113"/>
              <a:gd name="T5" fmla="*/ 41 h 140"/>
              <a:gd name="T6" fmla="*/ 72 w 113"/>
              <a:gd name="T7" fmla="*/ 18 h 140"/>
              <a:gd name="T8" fmla="*/ 38 w 113"/>
              <a:gd name="T9" fmla="*/ 12 h 140"/>
              <a:gd name="T10" fmla="*/ 25 w 113"/>
              <a:gd name="T11" fmla="*/ 19 h 140"/>
              <a:gd name="T12" fmla="*/ 26 w 113"/>
              <a:gd name="T13" fmla="*/ 44 h 140"/>
              <a:gd name="T14" fmla="*/ 42 w 113"/>
              <a:gd name="T15" fmla="*/ 53 h 140"/>
              <a:gd name="T16" fmla="*/ 70 w 113"/>
              <a:gd name="T17" fmla="*/ 62 h 140"/>
              <a:gd name="T18" fmla="*/ 90 w 113"/>
              <a:gd name="T19" fmla="*/ 70 h 140"/>
              <a:gd name="T20" fmla="*/ 97 w 113"/>
              <a:gd name="T21" fmla="*/ 125 h 140"/>
              <a:gd name="T22" fmla="*/ 56 w 113"/>
              <a:gd name="T23" fmla="*/ 140 h 140"/>
              <a:gd name="T24" fmla="*/ 25 w 113"/>
              <a:gd name="T25" fmla="*/ 128 h 140"/>
              <a:gd name="T26" fmla="*/ 21 w 113"/>
              <a:gd name="T27" fmla="*/ 125 h 140"/>
              <a:gd name="T28" fmla="*/ 16 w 113"/>
              <a:gd name="T29" fmla="*/ 137 h 140"/>
              <a:gd name="T30" fmla="*/ 10 w 113"/>
              <a:gd name="T31" fmla="*/ 137 h 140"/>
              <a:gd name="T32" fmla="*/ 1 w 113"/>
              <a:gd name="T33" fmla="*/ 89 h 140"/>
              <a:gd name="T34" fmla="*/ 10 w 113"/>
              <a:gd name="T35" fmla="*/ 87 h 140"/>
              <a:gd name="T36" fmla="*/ 13 w 113"/>
              <a:gd name="T37" fmla="*/ 95 h 140"/>
              <a:gd name="T38" fmla="*/ 36 w 113"/>
              <a:gd name="T39" fmla="*/ 122 h 140"/>
              <a:gd name="T40" fmla="*/ 69 w 113"/>
              <a:gd name="T41" fmla="*/ 128 h 140"/>
              <a:gd name="T42" fmla="*/ 85 w 113"/>
              <a:gd name="T43" fmla="*/ 119 h 140"/>
              <a:gd name="T44" fmla="*/ 81 w 113"/>
              <a:gd name="T45" fmla="*/ 86 h 140"/>
              <a:gd name="T46" fmla="*/ 63 w 113"/>
              <a:gd name="T47" fmla="*/ 79 h 140"/>
              <a:gd name="T48" fmla="*/ 38 w 113"/>
              <a:gd name="T49" fmla="*/ 71 h 140"/>
              <a:gd name="T50" fmla="*/ 19 w 113"/>
              <a:gd name="T51" fmla="*/ 62 h 140"/>
              <a:gd name="T52" fmla="*/ 15 w 113"/>
              <a:gd name="T53" fmla="*/ 13 h 140"/>
              <a:gd name="T54" fmla="*/ 51 w 113"/>
              <a:gd name="T55" fmla="*/ 0 h 140"/>
              <a:gd name="T56" fmla="*/ 81 w 113"/>
              <a:gd name="T57" fmla="*/ 10 h 140"/>
              <a:gd name="T58" fmla="*/ 82 w 113"/>
              <a:gd name="T59" fmla="*/ 11 h 140"/>
              <a:gd name="T60" fmla="*/ 83 w 113"/>
              <a:gd name="T61" fmla="*/ 11 h 140"/>
              <a:gd name="T62" fmla="*/ 87 w 113"/>
              <a:gd name="T63" fmla="*/ 2 h 140"/>
              <a:gd name="T64" fmla="*/ 93 w 113"/>
              <a:gd name="T65" fmla="*/ 2 h 140"/>
              <a:gd name="T66" fmla="*/ 103 w 113"/>
              <a:gd name="T67" fmla="*/ 44 h 140"/>
            </a:gdLst>
            <a:rect l="0" t="0" r="r" b="b"/>
            <a:pathLst>
              <a:path w="113" h="140">
                <a:moveTo>
                  <a:pt x="103" y="44"/>
                </a:moveTo>
                <a:cubicBezTo>
                  <a:pt x="100" y="45"/>
                  <a:pt x="98" y="45"/>
                  <a:pt x="95" y="46"/>
                </a:cubicBezTo>
                <a:cubicBezTo>
                  <a:pt x="94" y="44"/>
                  <a:pt x="93" y="43"/>
                  <a:pt x="92" y="41"/>
                </a:cubicBezTo>
                <a:cubicBezTo>
                  <a:pt x="87" y="32"/>
                  <a:pt x="81" y="24"/>
                  <a:pt x="72" y="18"/>
                </a:cubicBezTo>
                <a:cubicBezTo>
                  <a:pt x="61" y="11"/>
                  <a:pt x="50" y="9"/>
                  <a:pt x="38" y="12"/>
                </a:cubicBezTo>
                <a:cubicBezTo>
                  <a:pt x="33" y="13"/>
                  <a:pt x="28" y="16"/>
                  <a:pt x="25" y="19"/>
                </a:cubicBezTo>
                <a:cubicBezTo>
                  <a:pt x="18" y="27"/>
                  <a:pt x="19" y="38"/>
                  <a:pt x="26" y="44"/>
                </a:cubicBezTo>
                <a:cubicBezTo>
                  <a:pt x="31" y="49"/>
                  <a:pt x="36" y="51"/>
                  <a:pt x="42" y="53"/>
                </a:cubicBezTo>
                <a:cubicBezTo>
                  <a:pt x="51" y="56"/>
                  <a:pt x="61" y="59"/>
                  <a:pt x="70" y="62"/>
                </a:cubicBezTo>
                <a:cubicBezTo>
                  <a:pt x="77" y="64"/>
                  <a:pt x="84" y="67"/>
                  <a:pt x="90" y="70"/>
                </a:cubicBezTo>
                <a:cubicBezTo>
                  <a:pt x="113" y="83"/>
                  <a:pt x="112" y="111"/>
                  <a:pt x="97" y="125"/>
                </a:cubicBezTo>
                <a:cubicBezTo>
                  <a:pt x="85" y="137"/>
                  <a:pt x="71" y="140"/>
                  <a:pt x="56" y="140"/>
                </a:cubicBezTo>
                <a:cubicBezTo>
                  <a:pt x="44" y="139"/>
                  <a:pt x="34" y="135"/>
                  <a:pt x="25" y="128"/>
                </a:cubicBezTo>
                <a:cubicBezTo>
                  <a:pt x="24" y="127"/>
                  <a:pt x="23" y="126"/>
                  <a:pt x="21" y="125"/>
                </a:cubicBezTo>
                <a:cubicBezTo>
                  <a:pt x="19" y="129"/>
                  <a:pt x="18" y="133"/>
                  <a:pt x="16" y="137"/>
                </a:cubicBezTo>
                <a:cubicBezTo>
                  <a:pt x="14" y="137"/>
                  <a:pt x="12" y="137"/>
                  <a:pt x="10" y="137"/>
                </a:cubicBezTo>
                <a:cubicBezTo>
                  <a:pt x="7" y="121"/>
                  <a:pt x="4" y="105"/>
                  <a:pt x="1" y="89"/>
                </a:cubicBezTo>
                <a:cubicBezTo>
                  <a:pt x="4" y="88"/>
                  <a:pt x="7" y="88"/>
                  <a:pt x="10" y="87"/>
                </a:cubicBezTo>
                <a:cubicBezTo>
                  <a:pt x="11" y="90"/>
                  <a:pt x="12" y="93"/>
                  <a:pt x="13" y="95"/>
                </a:cubicBezTo>
                <a:cubicBezTo>
                  <a:pt x="18" y="106"/>
                  <a:pt x="26" y="116"/>
                  <a:pt x="36" y="122"/>
                </a:cubicBezTo>
                <a:cubicBezTo>
                  <a:pt x="46" y="129"/>
                  <a:pt x="57" y="131"/>
                  <a:pt x="69" y="128"/>
                </a:cubicBezTo>
                <a:cubicBezTo>
                  <a:pt x="75" y="127"/>
                  <a:pt x="80" y="123"/>
                  <a:pt x="85" y="119"/>
                </a:cubicBezTo>
                <a:cubicBezTo>
                  <a:pt x="94" y="110"/>
                  <a:pt x="94" y="93"/>
                  <a:pt x="81" y="86"/>
                </a:cubicBezTo>
                <a:cubicBezTo>
                  <a:pt x="75" y="83"/>
                  <a:pt x="69" y="81"/>
                  <a:pt x="63" y="79"/>
                </a:cubicBezTo>
                <a:cubicBezTo>
                  <a:pt x="55" y="76"/>
                  <a:pt x="46" y="74"/>
                  <a:pt x="38" y="71"/>
                </a:cubicBezTo>
                <a:cubicBezTo>
                  <a:pt x="31" y="69"/>
                  <a:pt x="25" y="66"/>
                  <a:pt x="19" y="62"/>
                </a:cubicBezTo>
                <a:cubicBezTo>
                  <a:pt x="1" y="51"/>
                  <a:pt x="0" y="27"/>
                  <a:pt x="15" y="13"/>
                </a:cubicBezTo>
                <a:cubicBezTo>
                  <a:pt x="25" y="3"/>
                  <a:pt x="37" y="0"/>
                  <a:pt x="51" y="0"/>
                </a:cubicBezTo>
                <a:cubicBezTo>
                  <a:pt x="62" y="0"/>
                  <a:pt x="72" y="3"/>
                  <a:pt x="81" y="10"/>
                </a:cubicBezTo>
                <a:cubicBezTo>
                  <a:pt x="81" y="10"/>
                  <a:pt x="81" y="11"/>
                  <a:pt x="82" y="11"/>
                </a:cubicBezTo>
                <a:cubicBezTo>
                  <a:pt x="82" y="11"/>
                  <a:pt x="82" y="11"/>
                  <a:pt x="83" y="11"/>
                </a:cubicBezTo>
                <a:cubicBezTo>
                  <a:pt x="84" y="8"/>
                  <a:pt x="85" y="5"/>
                  <a:pt x="87" y="2"/>
                </a:cubicBezTo>
                <a:cubicBezTo>
                  <a:pt x="89" y="2"/>
                  <a:pt x="91" y="2"/>
                  <a:pt x="93" y="2"/>
                </a:cubicBezTo>
                <a:cubicBezTo>
                  <a:pt x="96" y="16"/>
                  <a:pt x="100" y="30"/>
                  <a:pt x="103" y="4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8" name="Freeform 27">
            <a:extLst xmlns:a="http://schemas.openxmlformats.org/drawingml/2006/main">
              <a:ext uri="{FF2B5EF4-FFF2-40B4-BE49-F238E27FC236}">
                <a16:creationId xmlns:a16="http://schemas.microsoft.com/office/drawing/2014/main" id="{925B381E-1C5D-41CA-A96C-7724D88AD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5846" y="688617"/>
            <a:ext cx="57594" cy="68429"/>
          </a:xfrm>
          <a:custGeom xmlns:a="http://schemas.openxmlformats.org/drawingml/2006/main">
            <a:gdLst>
              <a:gd name="T0" fmla="*/ 33 w 113"/>
              <a:gd name="T1" fmla="*/ 78 h 135"/>
              <a:gd name="T2" fmla="*/ 33 w 113"/>
              <a:gd name="T3" fmla="*/ 82 h 135"/>
              <a:gd name="T4" fmla="*/ 33 w 113"/>
              <a:gd name="T5" fmla="*/ 114 h 135"/>
              <a:gd name="T6" fmla="*/ 33 w 113"/>
              <a:gd name="T7" fmla="*/ 118 h 135"/>
              <a:gd name="T8" fmla="*/ 43 w 113"/>
              <a:gd name="T9" fmla="*/ 128 h 135"/>
              <a:gd name="T10" fmla="*/ 49 w 113"/>
              <a:gd name="T11" fmla="*/ 128 h 135"/>
              <a:gd name="T12" fmla="*/ 49 w 113"/>
              <a:gd name="T13" fmla="*/ 135 h 135"/>
              <a:gd name="T14" fmla="*/ 0 w 113"/>
              <a:gd name="T15" fmla="*/ 135 h 135"/>
              <a:gd name="T16" fmla="*/ 0 w 113"/>
              <a:gd name="T17" fmla="*/ 128 h 135"/>
              <a:gd name="T18" fmla="*/ 8 w 113"/>
              <a:gd name="T19" fmla="*/ 127 h 135"/>
              <a:gd name="T20" fmla="*/ 15 w 113"/>
              <a:gd name="T21" fmla="*/ 120 h 135"/>
              <a:gd name="T22" fmla="*/ 15 w 113"/>
              <a:gd name="T23" fmla="*/ 114 h 135"/>
              <a:gd name="T24" fmla="*/ 15 w 113"/>
              <a:gd name="T25" fmla="*/ 21 h 135"/>
              <a:gd name="T26" fmla="*/ 15 w 113"/>
              <a:gd name="T27" fmla="*/ 14 h 135"/>
              <a:gd name="T28" fmla="*/ 9 w 113"/>
              <a:gd name="T29" fmla="*/ 9 h 135"/>
              <a:gd name="T30" fmla="*/ 0 w 113"/>
              <a:gd name="T31" fmla="*/ 8 h 135"/>
              <a:gd name="T32" fmla="*/ 0 w 113"/>
              <a:gd name="T33" fmla="*/ 1 h 135"/>
              <a:gd name="T34" fmla="*/ 4 w 113"/>
              <a:gd name="T35" fmla="*/ 0 h 135"/>
              <a:gd name="T36" fmla="*/ 56 w 113"/>
              <a:gd name="T37" fmla="*/ 0 h 135"/>
              <a:gd name="T38" fmla="*/ 73 w 113"/>
              <a:gd name="T39" fmla="*/ 1 h 135"/>
              <a:gd name="T40" fmla="*/ 106 w 113"/>
              <a:gd name="T41" fmla="*/ 50 h 135"/>
              <a:gd name="T42" fmla="*/ 78 w 113"/>
              <a:gd name="T43" fmla="*/ 76 h 135"/>
              <a:gd name="T44" fmla="*/ 55 w 113"/>
              <a:gd name="T45" fmla="*/ 78 h 135"/>
              <a:gd name="T46" fmla="*/ 33 w 113"/>
              <a:gd name="T47" fmla="*/ 78 h 135"/>
              <a:gd name="T48" fmla="*/ 33 w 113"/>
              <a:gd name="T49" fmla="*/ 68 h 135"/>
              <a:gd name="T50" fmla="*/ 67 w 113"/>
              <a:gd name="T51" fmla="*/ 67 h 135"/>
              <a:gd name="T52" fmla="*/ 85 w 113"/>
              <a:gd name="T53" fmla="*/ 52 h 135"/>
              <a:gd name="T54" fmla="*/ 87 w 113"/>
              <a:gd name="T55" fmla="*/ 29 h 135"/>
              <a:gd name="T56" fmla="*/ 66 w 113"/>
              <a:gd name="T57" fmla="*/ 11 h 135"/>
              <a:gd name="T58" fmla="*/ 34 w 113"/>
              <a:gd name="T59" fmla="*/ 11 h 135"/>
              <a:gd name="T60" fmla="*/ 33 w 113"/>
              <a:gd name="T61" fmla="*/ 11 h 135"/>
              <a:gd name="T62" fmla="*/ 33 w 113"/>
              <a:gd name="T63" fmla="*/ 68 h 135"/>
            </a:gdLst>
            <a:rect l="0" t="0" r="r" b="b"/>
            <a:pathLst>
              <a:path w="113" h="135">
                <a:moveTo>
                  <a:pt x="33" y="78"/>
                </a:moveTo>
                <a:cubicBezTo>
                  <a:pt x="33" y="80"/>
                  <a:pt x="33" y="81"/>
                  <a:pt x="33" y="82"/>
                </a:cubicBezTo>
                <a:cubicBezTo>
                  <a:pt x="33" y="93"/>
                  <a:pt x="33" y="103"/>
                  <a:pt x="33" y="114"/>
                </a:cubicBezTo>
                <a:cubicBezTo>
                  <a:pt x="33" y="115"/>
                  <a:pt x="33" y="117"/>
                  <a:pt x="33" y="118"/>
                </a:cubicBezTo>
                <a:cubicBezTo>
                  <a:pt x="34" y="125"/>
                  <a:pt x="35" y="127"/>
                  <a:pt x="43" y="128"/>
                </a:cubicBezTo>
                <a:cubicBezTo>
                  <a:pt x="45" y="128"/>
                  <a:pt x="47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6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8" y="127"/>
                </a:cubicBezTo>
                <a:cubicBezTo>
                  <a:pt x="13" y="126"/>
                  <a:pt x="14" y="125"/>
                  <a:pt x="15" y="120"/>
                </a:cubicBezTo>
                <a:cubicBezTo>
                  <a:pt x="15" y="118"/>
                  <a:pt x="15" y="116"/>
                  <a:pt x="15" y="114"/>
                </a:cubicBezTo>
                <a:cubicBezTo>
                  <a:pt x="16" y="83"/>
                  <a:pt x="16" y="52"/>
                  <a:pt x="15" y="21"/>
                </a:cubicBezTo>
                <a:cubicBezTo>
                  <a:pt x="15" y="19"/>
                  <a:pt x="15" y="16"/>
                  <a:pt x="15" y="14"/>
                </a:cubicBezTo>
                <a:cubicBezTo>
                  <a:pt x="14" y="11"/>
                  <a:pt x="12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1" y="0"/>
                  <a:pt x="3" y="0"/>
                  <a:pt x="4" y="0"/>
                </a:cubicBezTo>
                <a:cubicBezTo>
                  <a:pt x="21" y="0"/>
                  <a:pt x="39" y="0"/>
                  <a:pt x="56" y="0"/>
                </a:cubicBezTo>
                <a:cubicBezTo>
                  <a:pt x="62" y="0"/>
                  <a:pt x="68" y="1"/>
                  <a:pt x="73" y="1"/>
                </a:cubicBezTo>
                <a:cubicBezTo>
                  <a:pt x="98" y="4"/>
                  <a:pt x="113" y="26"/>
                  <a:pt x="106" y="50"/>
                </a:cubicBezTo>
                <a:cubicBezTo>
                  <a:pt x="102" y="64"/>
                  <a:pt x="93" y="73"/>
                  <a:pt x="78" y="76"/>
                </a:cubicBezTo>
                <a:cubicBezTo>
                  <a:pt x="70" y="77"/>
                  <a:pt x="63" y="77"/>
                  <a:pt x="55" y="78"/>
                </a:cubicBezTo>
                <a:cubicBezTo>
                  <a:pt x="48" y="78"/>
                  <a:pt x="41" y="78"/>
                  <a:pt x="33" y="78"/>
                </a:cubicBezTo>
                <a:close/>
                <a:moveTo>
                  <a:pt x="33" y="68"/>
                </a:moveTo>
                <a:cubicBezTo>
                  <a:pt x="45" y="67"/>
                  <a:pt x="56" y="68"/>
                  <a:pt x="67" y="67"/>
                </a:cubicBezTo>
                <a:cubicBezTo>
                  <a:pt x="76" y="66"/>
                  <a:pt x="82" y="60"/>
                  <a:pt x="85" y="52"/>
                </a:cubicBezTo>
                <a:cubicBezTo>
                  <a:pt x="89" y="45"/>
                  <a:pt x="89" y="37"/>
                  <a:pt x="87" y="29"/>
                </a:cubicBezTo>
                <a:cubicBezTo>
                  <a:pt x="84" y="19"/>
                  <a:pt x="78" y="12"/>
                  <a:pt x="66" y="11"/>
                </a:cubicBezTo>
                <a:cubicBezTo>
                  <a:pt x="56" y="11"/>
                  <a:pt x="45" y="11"/>
                  <a:pt x="34" y="11"/>
                </a:cubicBezTo>
                <a:cubicBezTo>
                  <a:pt x="34" y="11"/>
                  <a:pt x="34" y="11"/>
                  <a:pt x="33" y="11"/>
                </a:cubicBezTo>
                <a:cubicBezTo>
                  <a:pt x="33" y="30"/>
                  <a:pt x="33" y="48"/>
                  <a:pt x="33" y="6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0FDB983E-EC4C-4671-9CA4-97DF28E6F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5017" y="689187"/>
            <a:ext cx="67859" cy="70140"/>
          </a:xfrm>
          <a:custGeom xmlns:a="http://schemas.openxmlformats.org/drawingml/2006/main">
            <a:gdLst>
              <a:gd name="T0" fmla="*/ 49 w 133"/>
              <a:gd name="T1" fmla="*/ 0 h 138"/>
              <a:gd name="T2" fmla="*/ 49 w 133"/>
              <a:gd name="T3" fmla="*/ 7 h 138"/>
              <a:gd name="T4" fmla="*/ 41 w 133"/>
              <a:gd name="T5" fmla="*/ 8 h 138"/>
              <a:gd name="T6" fmla="*/ 34 w 133"/>
              <a:gd name="T7" fmla="*/ 15 h 138"/>
              <a:gd name="T8" fmla="*/ 33 w 133"/>
              <a:gd name="T9" fmla="*/ 23 h 138"/>
              <a:gd name="T10" fmla="*/ 33 w 133"/>
              <a:gd name="T11" fmla="*/ 83 h 138"/>
              <a:gd name="T12" fmla="*/ 34 w 133"/>
              <a:gd name="T13" fmla="*/ 96 h 138"/>
              <a:gd name="T14" fmla="*/ 60 w 133"/>
              <a:gd name="T15" fmla="*/ 124 h 138"/>
              <a:gd name="T16" fmla="*/ 100 w 133"/>
              <a:gd name="T17" fmla="*/ 110 h 138"/>
              <a:gd name="T18" fmla="*/ 106 w 133"/>
              <a:gd name="T19" fmla="*/ 94 h 138"/>
              <a:gd name="T20" fmla="*/ 107 w 133"/>
              <a:gd name="T21" fmla="*/ 80 h 138"/>
              <a:gd name="T22" fmla="*/ 107 w 133"/>
              <a:gd name="T23" fmla="*/ 24 h 138"/>
              <a:gd name="T24" fmla="*/ 106 w 133"/>
              <a:gd name="T25" fmla="*/ 15 h 138"/>
              <a:gd name="T26" fmla="*/ 97 w 133"/>
              <a:gd name="T27" fmla="*/ 8 h 138"/>
              <a:gd name="T28" fmla="*/ 91 w 133"/>
              <a:gd name="T29" fmla="*/ 7 h 138"/>
              <a:gd name="T30" fmla="*/ 91 w 133"/>
              <a:gd name="T31" fmla="*/ 0 h 138"/>
              <a:gd name="T32" fmla="*/ 133 w 133"/>
              <a:gd name="T33" fmla="*/ 0 h 138"/>
              <a:gd name="T34" fmla="*/ 133 w 133"/>
              <a:gd name="T35" fmla="*/ 7 h 138"/>
              <a:gd name="T36" fmla="*/ 126 w 133"/>
              <a:gd name="T37" fmla="*/ 8 h 138"/>
              <a:gd name="T38" fmla="*/ 118 w 133"/>
              <a:gd name="T39" fmla="*/ 15 h 138"/>
              <a:gd name="T40" fmla="*/ 118 w 133"/>
              <a:gd name="T41" fmla="*/ 25 h 138"/>
              <a:gd name="T42" fmla="*/ 117 w 133"/>
              <a:gd name="T43" fmla="*/ 88 h 138"/>
              <a:gd name="T44" fmla="*/ 114 w 133"/>
              <a:gd name="T45" fmla="*/ 105 h 138"/>
              <a:gd name="T46" fmla="*/ 74 w 133"/>
              <a:gd name="T47" fmla="*/ 136 h 138"/>
              <a:gd name="T48" fmla="*/ 35 w 133"/>
              <a:gd name="T49" fmla="*/ 127 h 138"/>
              <a:gd name="T50" fmla="*/ 17 w 133"/>
              <a:gd name="T51" fmla="*/ 96 h 138"/>
              <a:gd name="T52" fmla="*/ 16 w 133"/>
              <a:gd name="T53" fmla="*/ 83 h 138"/>
              <a:gd name="T54" fmla="*/ 16 w 133"/>
              <a:gd name="T55" fmla="*/ 25 h 138"/>
              <a:gd name="T56" fmla="*/ 16 w 133"/>
              <a:gd name="T57" fmla="*/ 15 h 138"/>
              <a:gd name="T58" fmla="*/ 8 w 133"/>
              <a:gd name="T59" fmla="*/ 8 h 138"/>
              <a:gd name="T60" fmla="*/ 0 w 133"/>
              <a:gd name="T61" fmla="*/ 7 h 138"/>
              <a:gd name="T62" fmla="*/ 0 w 133"/>
              <a:gd name="T63" fmla="*/ 0 h 138"/>
              <a:gd name="T64" fmla="*/ 49 w 133"/>
              <a:gd name="T65" fmla="*/ 0 h 138"/>
            </a:gdLst>
            <a:rect l="0" t="0" r="r" b="b"/>
            <a:pathLst>
              <a:path w="133" h="138">
                <a:moveTo>
                  <a:pt x="49" y="0"/>
                </a:move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1" y="8"/>
                </a:cubicBezTo>
                <a:cubicBezTo>
                  <a:pt x="36" y="8"/>
                  <a:pt x="34" y="10"/>
                  <a:pt x="34" y="15"/>
                </a:cubicBezTo>
                <a:cubicBezTo>
                  <a:pt x="33" y="17"/>
                  <a:pt x="33" y="20"/>
                  <a:pt x="33" y="23"/>
                </a:cubicBezTo>
                <a:cubicBezTo>
                  <a:pt x="33" y="43"/>
                  <a:pt x="33" y="63"/>
                  <a:pt x="33" y="83"/>
                </a:cubicBezTo>
                <a:cubicBezTo>
                  <a:pt x="33" y="87"/>
                  <a:pt x="33" y="92"/>
                  <a:pt x="34" y="96"/>
                </a:cubicBezTo>
                <a:cubicBezTo>
                  <a:pt x="36" y="112"/>
                  <a:pt x="46" y="120"/>
                  <a:pt x="60" y="124"/>
                </a:cubicBezTo>
                <a:cubicBezTo>
                  <a:pt x="76" y="128"/>
                  <a:pt x="89" y="123"/>
                  <a:pt x="100" y="110"/>
                </a:cubicBezTo>
                <a:cubicBezTo>
                  <a:pt x="104" y="106"/>
                  <a:pt x="105" y="100"/>
                  <a:pt x="106" y="94"/>
                </a:cubicBezTo>
                <a:cubicBezTo>
                  <a:pt x="106" y="90"/>
                  <a:pt x="106" y="85"/>
                  <a:pt x="107" y="80"/>
                </a:cubicBezTo>
                <a:cubicBezTo>
                  <a:pt x="107" y="62"/>
                  <a:pt x="107" y="43"/>
                  <a:pt x="107" y="24"/>
                </a:cubicBezTo>
                <a:cubicBezTo>
                  <a:pt x="107" y="21"/>
                  <a:pt x="106" y="18"/>
                  <a:pt x="106" y="15"/>
                </a:cubicBezTo>
                <a:cubicBezTo>
                  <a:pt x="105" y="10"/>
                  <a:pt x="103" y="8"/>
                  <a:pt x="97" y="8"/>
                </a:cubicBezTo>
                <a:cubicBezTo>
                  <a:pt x="95" y="7"/>
                  <a:pt x="93" y="7"/>
                  <a:pt x="91" y="7"/>
                </a:cubicBezTo>
                <a:cubicBezTo>
                  <a:pt x="91" y="4"/>
                  <a:pt x="91" y="2"/>
                  <a:pt x="91" y="0"/>
                </a:cubicBezTo>
                <a:cubicBezTo>
                  <a:pt x="105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1" y="7"/>
                  <a:pt x="128" y="7"/>
                  <a:pt x="126" y="8"/>
                </a:cubicBezTo>
                <a:cubicBezTo>
                  <a:pt x="121" y="8"/>
                  <a:pt x="119" y="11"/>
                  <a:pt x="118" y="15"/>
                </a:cubicBezTo>
                <a:cubicBezTo>
                  <a:pt x="118" y="18"/>
                  <a:pt x="118" y="22"/>
                  <a:pt x="118" y="25"/>
                </a:cubicBezTo>
                <a:cubicBezTo>
                  <a:pt x="117" y="46"/>
                  <a:pt x="118" y="67"/>
                  <a:pt x="117" y="88"/>
                </a:cubicBezTo>
                <a:cubicBezTo>
                  <a:pt x="117" y="94"/>
                  <a:pt x="116" y="99"/>
                  <a:pt x="114" y="105"/>
                </a:cubicBezTo>
                <a:cubicBezTo>
                  <a:pt x="108" y="124"/>
                  <a:pt x="94" y="134"/>
                  <a:pt x="74" y="136"/>
                </a:cubicBezTo>
                <a:cubicBezTo>
                  <a:pt x="60" y="138"/>
                  <a:pt x="47" y="135"/>
                  <a:pt x="35" y="127"/>
                </a:cubicBezTo>
                <a:cubicBezTo>
                  <a:pt x="24" y="120"/>
                  <a:pt x="18" y="109"/>
                  <a:pt x="17" y="96"/>
                </a:cubicBezTo>
                <a:cubicBezTo>
                  <a:pt x="16" y="92"/>
                  <a:pt x="16" y="87"/>
                  <a:pt x="16" y="83"/>
                </a:cubicBezTo>
                <a:cubicBezTo>
                  <a:pt x="16" y="64"/>
                  <a:pt x="16" y="45"/>
                  <a:pt x="16" y="25"/>
                </a:cubicBezTo>
                <a:cubicBezTo>
                  <a:pt x="16" y="22"/>
                  <a:pt x="16" y="18"/>
                  <a:pt x="16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1D7B1E1C-56C8-4304-BE7F-32E96E71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371" y="689187"/>
            <a:ext cx="67288" cy="69569"/>
          </a:xfrm>
          <a:custGeom xmlns:a="http://schemas.openxmlformats.org/drawingml/2006/main">
            <a:gdLst>
              <a:gd name="T0" fmla="*/ 73 w 133"/>
              <a:gd name="T1" fmla="*/ 137 h 137"/>
              <a:gd name="T2" fmla="*/ 64 w 133"/>
              <a:gd name="T3" fmla="*/ 137 h 137"/>
              <a:gd name="T4" fmla="*/ 58 w 133"/>
              <a:gd name="T5" fmla="*/ 133 h 137"/>
              <a:gd name="T6" fmla="*/ 39 w 133"/>
              <a:gd name="T7" fmla="*/ 80 h 137"/>
              <a:gd name="T8" fmla="*/ 17 w 133"/>
              <a:gd name="T9" fmla="*/ 23 h 137"/>
              <a:gd name="T10" fmla="*/ 13 w 133"/>
              <a:gd name="T11" fmla="*/ 14 h 137"/>
              <a:gd name="T12" fmla="*/ 4 w 133"/>
              <a:gd name="T13" fmla="*/ 7 h 137"/>
              <a:gd name="T14" fmla="*/ 0 w 133"/>
              <a:gd name="T15" fmla="*/ 7 h 137"/>
              <a:gd name="T16" fmla="*/ 0 w 133"/>
              <a:gd name="T17" fmla="*/ 0 h 137"/>
              <a:gd name="T18" fmla="*/ 47 w 133"/>
              <a:gd name="T19" fmla="*/ 0 h 137"/>
              <a:gd name="T20" fmla="*/ 47 w 133"/>
              <a:gd name="T21" fmla="*/ 7 h 137"/>
              <a:gd name="T22" fmla="*/ 39 w 133"/>
              <a:gd name="T23" fmla="*/ 8 h 137"/>
              <a:gd name="T24" fmla="*/ 34 w 133"/>
              <a:gd name="T25" fmla="*/ 15 h 137"/>
              <a:gd name="T26" fmla="*/ 35 w 133"/>
              <a:gd name="T27" fmla="*/ 20 h 137"/>
              <a:gd name="T28" fmla="*/ 68 w 133"/>
              <a:gd name="T29" fmla="*/ 112 h 137"/>
              <a:gd name="T30" fmla="*/ 70 w 133"/>
              <a:gd name="T31" fmla="*/ 116 h 137"/>
              <a:gd name="T32" fmla="*/ 72 w 133"/>
              <a:gd name="T33" fmla="*/ 113 h 137"/>
              <a:gd name="T34" fmla="*/ 106 w 133"/>
              <a:gd name="T35" fmla="*/ 18 h 137"/>
              <a:gd name="T36" fmla="*/ 106 w 133"/>
              <a:gd name="T37" fmla="*/ 16 h 137"/>
              <a:gd name="T38" fmla="*/ 101 w 133"/>
              <a:gd name="T39" fmla="*/ 7 h 137"/>
              <a:gd name="T40" fmla="*/ 94 w 133"/>
              <a:gd name="T41" fmla="*/ 7 h 137"/>
              <a:gd name="T42" fmla="*/ 94 w 133"/>
              <a:gd name="T43" fmla="*/ 0 h 137"/>
              <a:gd name="T44" fmla="*/ 133 w 133"/>
              <a:gd name="T45" fmla="*/ 0 h 137"/>
              <a:gd name="T46" fmla="*/ 133 w 133"/>
              <a:gd name="T47" fmla="*/ 7 h 137"/>
              <a:gd name="T48" fmla="*/ 130 w 133"/>
              <a:gd name="T49" fmla="*/ 7 h 137"/>
              <a:gd name="T50" fmla="*/ 119 w 133"/>
              <a:gd name="T51" fmla="*/ 16 h 137"/>
              <a:gd name="T52" fmla="*/ 110 w 133"/>
              <a:gd name="T53" fmla="*/ 38 h 137"/>
              <a:gd name="T54" fmla="*/ 74 w 133"/>
              <a:gd name="T55" fmla="*/ 133 h 137"/>
              <a:gd name="T56" fmla="*/ 73 w 133"/>
              <a:gd name="T57" fmla="*/ 137 h 137"/>
            </a:gdLst>
            <a:rect l="0" t="0" r="r" b="b"/>
            <a:pathLst>
              <a:path w="133" h="137">
                <a:moveTo>
                  <a:pt x="73" y="137"/>
                </a:moveTo>
                <a:cubicBezTo>
                  <a:pt x="69" y="137"/>
                  <a:pt x="66" y="137"/>
                  <a:pt x="64" y="137"/>
                </a:cubicBezTo>
                <a:cubicBezTo>
                  <a:pt x="61" y="137"/>
                  <a:pt x="59" y="136"/>
                  <a:pt x="58" y="133"/>
                </a:cubicBezTo>
                <a:cubicBezTo>
                  <a:pt x="52" y="115"/>
                  <a:pt x="45" y="98"/>
                  <a:pt x="39" y="80"/>
                </a:cubicBezTo>
                <a:cubicBezTo>
                  <a:pt x="31" y="61"/>
                  <a:pt x="24" y="42"/>
                  <a:pt x="17" y="23"/>
                </a:cubicBezTo>
                <a:cubicBezTo>
                  <a:pt x="16" y="20"/>
                  <a:pt x="15" y="17"/>
                  <a:pt x="13" y="14"/>
                </a:cubicBezTo>
                <a:cubicBezTo>
                  <a:pt x="11" y="10"/>
                  <a:pt x="8" y="8"/>
                  <a:pt x="4" y="7"/>
                </a:cubicBezTo>
                <a:cubicBezTo>
                  <a:pt x="3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7" y="0"/>
                </a:cubicBezTo>
                <a:cubicBezTo>
                  <a:pt x="47" y="2"/>
                  <a:pt x="47" y="4"/>
                  <a:pt x="47" y="7"/>
                </a:cubicBezTo>
                <a:cubicBezTo>
                  <a:pt x="44" y="7"/>
                  <a:pt x="42" y="7"/>
                  <a:pt x="39" y="8"/>
                </a:cubicBezTo>
                <a:cubicBezTo>
                  <a:pt x="34" y="8"/>
                  <a:pt x="33" y="10"/>
                  <a:pt x="34" y="15"/>
                </a:cubicBezTo>
                <a:cubicBezTo>
                  <a:pt x="34" y="17"/>
                  <a:pt x="35" y="19"/>
                  <a:pt x="35" y="20"/>
                </a:cubicBezTo>
                <a:cubicBezTo>
                  <a:pt x="46" y="51"/>
                  <a:pt x="57" y="81"/>
                  <a:pt x="68" y="112"/>
                </a:cubicBezTo>
                <a:cubicBezTo>
                  <a:pt x="69" y="113"/>
                  <a:pt x="69" y="114"/>
                  <a:pt x="70" y="116"/>
                </a:cubicBezTo>
                <a:cubicBezTo>
                  <a:pt x="71" y="114"/>
                  <a:pt x="71" y="113"/>
                  <a:pt x="72" y="113"/>
                </a:cubicBezTo>
                <a:cubicBezTo>
                  <a:pt x="83" y="81"/>
                  <a:pt x="94" y="50"/>
                  <a:pt x="106" y="18"/>
                </a:cubicBezTo>
                <a:cubicBezTo>
                  <a:pt x="106" y="17"/>
                  <a:pt x="106" y="17"/>
                  <a:pt x="106" y="16"/>
                </a:cubicBezTo>
                <a:cubicBezTo>
                  <a:pt x="107" y="10"/>
                  <a:pt x="106" y="8"/>
                  <a:pt x="101" y="7"/>
                </a:cubicBezTo>
                <a:cubicBezTo>
                  <a:pt x="98" y="7"/>
                  <a:pt x="96" y="7"/>
                  <a:pt x="94" y="7"/>
                </a:cubicBezTo>
                <a:cubicBezTo>
                  <a:pt x="94" y="4"/>
                  <a:pt x="94" y="2"/>
                  <a:pt x="94" y="0"/>
                </a:cubicBezTo>
                <a:cubicBezTo>
                  <a:pt x="106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2" y="7"/>
                  <a:pt x="131" y="7"/>
                  <a:pt x="130" y="7"/>
                </a:cubicBezTo>
                <a:cubicBezTo>
                  <a:pt x="124" y="8"/>
                  <a:pt x="121" y="11"/>
                  <a:pt x="119" y="16"/>
                </a:cubicBezTo>
                <a:cubicBezTo>
                  <a:pt x="116" y="24"/>
                  <a:pt x="113" y="31"/>
                  <a:pt x="110" y="38"/>
                </a:cubicBezTo>
                <a:cubicBezTo>
                  <a:pt x="98" y="70"/>
                  <a:pt x="86" y="101"/>
                  <a:pt x="74" y="133"/>
                </a:cubicBezTo>
                <a:cubicBezTo>
                  <a:pt x="74" y="134"/>
                  <a:pt x="73" y="135"/>
                  <a:pt x="73" y="13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03FAB770-D778-428B-83A4-9423C3F87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6484" y="689187"/>
            <a:ext cx="61016" cy="68429"/>
          </a:xfrm>
          <a:custGeom xmlns:a="http://schemas.openxmlformats.org/drawingml/2006/main">
            <a:gdLst>
              <a:gd name="T0" fmla="*/ 85 w 120"/>
              <a:gd name="T1" fmla="*/ 127 h 135"/>
              <a:gd name="T2" fmla="*/ 85 w 120"/>
              <a:gd name="T3" fmla="*/ 134 h 135"/>
              <a:gd name="T4" fmla="*/ 35 w 120"/>
              <a:gd name="T5" fmla="*/ 134 h 135"/>
              <a:gd name="T6" fmla="*/ 35 w 120"/>
              <a:gd name="T7" fmla="*/ 127 h 135"/>
              <a:gd name="T8" fmla="*/ 44 w 120"/>
              <a:gd name="T9" fmla="*/ 126 h 135"/>
              <a:gd name="T10" fmla="*/ 50 w 120"/>
              <a:gd name="T11" fmla="*/ 120 h 135"/>
              <a:gd name="T12" fmla="*/ 51 w 120"/>
              <a:gd name="T13" fmla="*/ 113 h 135"/>
              <a:gd name="T14" fmla="*/ 51 w 120"/>
              <a:gd name="T15" fmla="*/ 85 h 135"/>
              <a:gd name="T16" fmla="*/ 50 w 120"/>
              <a:gd name="T17" fmla="*/ 79 h 135"/>
              <a:gd name="T18" fmla="*/ 17 w 120"/>
              <a:gd name="T19" fmla="*/ 19 h 135"/>
              <a:gd name="T20" fmla="*/ 15 w 120"/>
              <a:gd name="T21" fmla="*/ 15 h 135"/>
              <a:gd name="T22" fmla="*/ 3 w 120"/>
              <a:gd name="T23" fmla="*/ 7 h 135"/>
              <a:gd name="T24" fmla="*/ 0 w 120"/>
              <a:gd name="T25" fmla="*/ 7 h 135"/>
              <a:gd name="T26" fmla="*/ 0 w 120"/>
              <a:gd name="T27" fmla="*/ 0 h 135"/>
              <a:gd name="T28" fmla="*/ 48 w 120"/>
              <a:gd name="T29" fmla="*/ 0 h 135"/>
              <a:gd name="T30" fmla="*/ 48 w 120"/>
              <a:gd name="T31" fmla="*/ 7 h 135"/>
              <a:gd name="T32" fmla="*/ 40 w 120"/>
              <a:gd name="T33" fmla="*/ 7 h 135"/>
              <a:gd name="T34" fmla="*/ 36 w 120"/>
              <a:gd name="T35" fmla="*/ 14 h 135"/>
              <a:gd name="T36" fmla="*/ 37 w 120"/>
              <a:gd name="T37" fmla="*/ 18 h 135"/>
              <a:gd name="T38" fmla="*/ 61 w 120"/>
              <a:gd name="T39" fmla="*/ 64 h 135"/>
              <a:gd name="T40" fmla="*/ 63 w 120"/>
              <a:gd name="T41" fmla="*/ 68 h 135"/>
              <a:gd name="T42" fmla="*/ 66 w 120"/>
              <a:gd name="T43" fmla="*/ 64 h 135"/>
              <a:gd name="T44" fmla="*/ 91 w 120"/>
              <a:gd name="T45" fmla="*/ 18 h 135"/>
              <a:gd name="T46" fmla="*/ 93 w 120"/>
              <a:gd name="T47" fmla="*/ 12 h 135"/>
              <a:gd name="T48" fmla="*/ 90 w 120"/>
              <a:gd name="T49" fmla="*/ 8 h 135"/>
              <a:gd name="T50" fmla="*/ 81 w 120"/>
              <a:gd name="T51" fmla="*/ 7 h 135"/>
              <a:gd name="T52" fmla="*/ 81 w 120"/>
              <a:gd name="T53" fmla="*/ 0 h 135"/>
              <a:gd name="T54" fmla="*/ 120 w 120"/>
              <a:gd name="T55" fmla="*/ 0 h 135"/>
              <a:gd name="T56" fmla="*/ 120 w 120"/>
              <a:gd name="T57" fmla="*/ 7 h 135"/>
              <a:gd name="T58" fmla="*/ 115 w 120"/>
              <a:gd name="T59" fmla="*/ 8 h 135"/>
              <a:gd name="T60" fmla="*/ 108 w 120"/>
              <a:gd name="T61" fmla="*/ 12 h 135"/>
              <a:gd name="T62" fmla="*/ 103 w 120"/>
              <a:gd name="T63" fmla="*/ 19 h 135"/>
              <a:gd name="T64" fmla="*/ 71 w 120"/>
              <a:gd name="T65" fmla="*/ 75 h 135"/>
              <a:gd name="T66" fmla="*/ 69 w 120"/>
              <a:gd name="T67" fmla="*/ 82 h 135"/>
              <a:gd name="T68" fmla="*/ 69 w 120"/>
              <a:gd name="T69" fmla="*/ 111 h 135"/>
              <a:gd name="T70" fmla="*/ 69 w 120"/>
              <a:gd name="T71" fmla="*/ 118 h 135"/>
              <a:gd name="T72" fmla="*/ 77 w 120"/>
              <a:gd name="T73" fmla="*/ 126 h 135"/>
              <a:gd name="T74" fmla="*/ 85 w 120"/>
              <a:gd name="T75" fmla="*/ 127 h 135"/>
            </a:gdLst>
            <a:rect l="0" t="0" r="r" b="b"/>
            <a:pathLst>
              <a:path w="120" h="135">
                <a:moveTo>
                  <a:pt x="85" y="127"/>
                </a:moveTo>
                <a:cubicBezTo>
                  <a:pt x="85" y="130"/>
                  <a:pt x="85" y="132"/>
                  <a:pt x="85" y="134"/>
                </a:cubicBezTo>
                <a:cubicBezTo>
                  <a:pt x="81" y="135"/>
                  <a:pt x="44" y="135"/>
                  <a:pt x="35" y="134"/>
                </a:cubicBezTo>
                <a:cubicBezTo>
                  <a:pt x="35" y="132"/>
                  <a:pt x="35" y="130"/>
                  <a:pt x="35" y="127"/>
                </a:cubicBezTo>
                <a:cubicBezTo>
                  <a:pt x="38" y="127"/>
                  <a:pt x="41" y="126"/>
                  <a:pt x="44" y="126"/>
                </a:cubicBezTo>
                <a:cubicBezTo>
                  <a:pt x="48" y="126"/>
                  <a:pt x="50" y="124"/>
                  <a:pt x="50" y="120"/>
                </a:cubicBezTo>
                <a:cubicBezTo>
                  <a:pt x="51" y="118"/>
                  <a:pt x="51" y="115"/>
                  <a:pt x="51" y="113"/>
                </a:cubicBezTo>
                <a:cubicBezTo>
                  <a:pt x="51" y="104"/>
                  <a:pt x="51" y="95"/>
                  <a:pt x="51" y="85"/>
                </a:cubicBezTo>
                <a:cubicBezTo>
                  <a:pt x="51" y="83"/>
                  <a:pt x="51" y="81"/>
                  <a:pt x="50" y="79"/>
                </a:cubicBezTo>
                <a:cubicBezTo>
                  <a:pt x="39" y="59"/>
                  <a:pt x="28" y="39"/>
                  <a:pt x="17" y="19"/>
                </a:cubicBezTo>
                <a:cubicBezTo>
                  <a:pt x="16" y="17"/>
                  <a:pt x="15" y="16"/>
                  <a:pt x="15" y="15"/>
                </a:cubicBezTo>
                <a:cubicBezTo>
                  <a:pt x="12" y="10"/>
                  <a:pt x="9" y="7"/>
                  <a:pt x="3" y="7"/>
                </a:cubicBezTo>
                <a:cubicBezTo>
                  <a:pt x="2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8" y="0"/>
                </a:cubicBezTo>
                <a:cubicBezTo>
                  <a:pt x="48" y="2"/>
                  <a:pt x="48" y="4"/>
                  <a:pt x="48" y="7"/>
                </a:cubicBezTo>
                <a:cubicBezTo>
                  <a:pt x="45" y="7"/>
                  <a:pt x="42" y="7"/>
                  <a:pt x="40" y="7"/>
                </a:cubicBezTo>
                <a:cubicBezTo>
                  <a:pt x="35" y="8"/>
                  <a:pt x="34" y="10"/>
                  <a:pt x="36" y="14"/>
                </a:cubicBezTo>
                <a:cubicBezTo>
                  <a:pt x="36" y="15"/>
                  <a:pt x="37" y="17"/>
                  <a:pt x="37" y="18"/>
                </a:cubicBezTo>
                <a:cubicBezTo>
                  <a:pt x="45" y="33"/>
                  <a:pt x="53" y="49"/>
                  <a:pt x="61" y="64"/>
                </a:cubicBezTo>
                <a:cubicBezTo>
                  <a:pt x="61" y="65"/>
                  <a:pt x="62" y="66"/>
                  <a:pt x="63" y="68"/>
                </a:cubicBezTo>
                <a:cubicBezTo>
                  <a:pt x="64" y="66"/>
                  <a:pt x="65" y="65"/>
                  <a:pt x="66" y="64"/>
                </a:cubicBezTo>
                <a:cubicBezTo>
                  <a:pt x="74" y="49"/>
                  <a:pt x="82" y="34"/>
                  <a:pt x="91" y="18"/>
                </a:cubicBezTo>
                <a:cubicBezTo>
                  <a:pt x="92" y="16"/>
                  <a:pt x="93" y="14"/>
                  <a:pt x="93" y="12"/>
                </a:cubicBezTo>
                <a:cubicBezTo>
                  <a:pt x="94" y="9"/>
                  <a:pt x="93" y="8"/>
                  <a:pt x="90" y="8"/>
                </a:cubicBezTo>
                <a:cubicBezTo>
                  <a:pt x="87" y="7"/>
                  <a:pt x="85" y="7"/>
                  <a:pt x="81" y="7"/>
                </a:cubicBezTo>
                <a:cubicBezTo>
                  <a:pt x="81" y="4"/>
                  <a:pt x="81" y="2"/>
                  <a:pt x="81" y="0"/>
                </a:cubicBezTo>
                <a:cubicBezTo>
                  <a:pt x="94" y="0"/>
                  <a:pt x="107" y="0"/>
                  <a:pt x="120" y="0"/>
                </a:cubicBezTo>
                <a:cubicBezTo>
                  <a:pt x="120" y="2"/>
                  <a:pt x="120" y="4"/>
                  <a:pt x="120" y="7"/>
                </a:cubicBezTo>
                <a:cubicBezTo>
                  <a:pt x="119" y="7"/>
                  <a:pt x="117" y="7"/>
                  <a:pt x="115" y="8"/>
                </a:cubicBezTo>
                <a:cubicBezTo>
                  <a:pt x="112" y="8"/>
                  <a:pt x="109" y="9"/>
                  <a:pt x="108" y="12"/>
                </a:cubicBezTo>
                <a:cubicBezTo>
                  <a:pt x="106" y="14"/>
                  <a:pt x="104" y="17"/>
                  <a:pt x="103" y="19"/>
                </a:cubicBezTo>
                <a:cubicBezTo>
                  <a:pt x="92" y="38"/>
                  <a:pt x="81" y="56"/>
                  <a:pt x="71" y="75"/>
                </a:cubicBezTo>
                <a:cubicBezTo>
                  <a:pt x="69" y="77"/>
                  <a:pt x="68" y="80"/>
                  <a:pt x="69" y="82"/>
                </a:cubicBezTo>
                <a:cubicBezTo>
                  <a:pt x="69" y="92"/>
                  <a:pt x="69" y="102"/>
                  <a:pt x="69" y="111"/>
                </a:cubicBezTo>
                <a:cubicBezTo>
                  <a:pt x="69" y="114"/>
                  <a:pt x="69" y="116"/>
                  <a:pt x="69" y="118"/>
                </a:cubicBezTo>
                <a:cubicBezTo>
                  <a:pt x="70" y="124"/>
                  <a:pt x="71" y="125"/>
                  <a:pt x="77" y="126"/>
                </a:cubicBezTo>
                <a:cubicBezTo>
                  <a:pt x="80" y="126"/>
                  <a:pt x="82" y="127"/>
                  <a:pt x="85" y="12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6EC7D4C9-55C0-449E-9581-01624686F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749" y="686906"/>
            <a:ext cx="58735" cy="70140"/>
          </a:xfrm>
          <a:custGeom xmlns:a="http://schemas.openxmlformats.org/drawingml/2006/main">
            <a:gdLst>
              <a:gd name="T0" fmla="*/ 108 w 116"/>
              <a:gd name="T1" fmla="*/ 42 h 139"/>
              <a:gd name="T2" fmla="*/ 102 w 116"/>
              <a:gd name="T3" fmla="*/ 29 h 139"/>
              <a:gd name="T4" fmla="*/ 72 w 116"/>
              <a:gd name="T5" fmla="*/ 14 h 139"/>
              <a:gd name="T6" fmla="*/ 67 w 116"/>
              <a:gd name="T7" fmla="*/ 18 h 139"/>
              <a:gd name="T8" fmla="*/ 66 w 116"/>
              <a:gd name="T9" fmla="*/ 24 h 139"/>
              <a:gd name="T10" fmla="*/ 66 w 116"/>
              <a:gd name="T11" fmla="*/ 115 h 139"/>
              <a:gd name="T12" fmla="*/ 67 w 116"/>
              <a:gd name="T13" fmla="*/ 123 h 139"/>
              <a:gd name="T14" fmla="*/ 75 w 116"/>
              <a:gd name="T15" fmla="*/ 131 h 139"/>
              <a:gd name="T16" fmla="*/ 83 w 116"/>
              <a:gd name="T17" fmla="*/ 132 h 139"/>
              <a:gd name="T18" fmla="*/ 83 w 116"/>
              <a:gd name="T19" fmla="*/ 139 h 139"/>
              <a:gd name="T20" fmla="*/ 33 w 116"/>
              <a:gd name="T21" fmla="*/ 139 h 139"/>
              <a:gd name="T22" fmla="*/ 33 w 116"/>
              <a:gd name="T23" fmla="*/ 132 h 139"/>
              <a:gd name="T24" fmla="*/ 41 w 116"/>
              <a:gd name="T25" fmla="*/ 131 h 139"/>
              <a:gd name="T26" fmla="*/ 49 w 116"/>
              <a:gd name="T27" fmla="*/ 123 h 139"/>
              <a:gd name="T28" fmla="*/ 49 w 116"/>
              <a:gd name="T29" fmla="*/ 118 h 139"/>
              <a:gd name="T30" fmla="*/ 49 w 116"/>
              <a:gd name="T31" fmla="*/ 22 h 139"/>
              <a:gd name="T32" fmla="*/ 41 w 116"/>
              <a:gd name="T33" fmla="*/ 14 h 139"/>
              <a:gd name="T34" fmla="*/ 32 w 116"/>
              <a:gd name="T35" fmla="*/ 15 h 139"/>
              <a:gd name="T36" fmla="*/ 18 w 116"/>
              <a:gd name="T37" fmla="*/ 23 h 139"/>
              <a:gd name="T38" fmla="*/ 11 w 116"/>
              <a:gd name="T39" fmla="*/ 36 h 139"/>
              <a:gd name="T40" fmla="*/ 8 w 116"/>
              <a:gd name="T41" fmla="*/ 42 h 139"/>
              <a:gd name="T42" fmla="*/ 0 w 116"/>
              <a:gd name="T43" fmla="*/ 39 h 139"/>
              <a:gd name="T44" fmla="*/ 13 w 116"/>
              <a:gd name="T45" fmla="*/ 0 h 139"/>
              <a:gd name="T46" fmla="*/ 19 w 116"/>
              <a:gd name="T47" fmla="*/ 0 h 139"/>
              <a:gd name="T48" fmla="*/ 21 w 116"/>
              <a:gd name="T49" fmla="*/ 4 h 139"/>
              <a:gd name="T50" fmla="*/ 95 w 116"/>
              <a:gd name="T51" fmla="*/ 4 h 139"/>
              <a:gd name="T52" fmla="*/ 97 w 116"/>
              <a:gd name="T53" fmla="*/ 0 h 139"/>
              <a:gd name="T54" fmla="*/ 103 w 116"/>
              <a:gd name="T55" fmla="*/ 0 h 139"/>
              <a:gd name="T56" fmla="*/ 116 w 116"/>
              <a:gd name="T57" fmla="*/ 39 h 139"/>
              <a:gd name="T58" fmla="*/ 108 w 116"/>
              <a:gd name="T59" fmla="*/ 42 h 139"/>
            </a:gdLst>
            <a:rect l="0" t="0" r="r" b="b"/>
            <a:pathLst>
              <a:path w="116" h="139">
                <a:moveTo>
                  <a:pt x="108" y="42"/>
                </a:moveTo>
                <a:cubicBezTo>
                  <a:pt x="106" y="37"/>
                  <a:pt x="104" y="33"/>
                  <a:pt x="102" y="29"/>
                </a:cubicBezTo>
                <a:cubicBezTo>
                  <a:pt x="96" y="17"/>
                  <a:pt x="85" y="13"/>
                  <a:pt x="72" y="14"/>
                </a:cubicBezTo>
                <a:cubicBezTo>
                  <a:pt x="68" y="14"/>
                  <a:pt x="67" y="15"/>
                  <a:pt x="67" y="18"/>
                </a:cubicBezTo>
                <a:cubicBezTo>
                  <a:pt x="66" y="20"/>
                  <a:pt x="66" y="22"/>
                  <a:pt x="66" y="24"/>
                </a:cubicBezTo>
                <a:cubicBezTo>
                  <a:pt x="66" y="54"/>
                  <a:pt x="66" y="85"/>
                  <a:pt x="66" y="115"/>
                </a:cubicBezTo>
                <a:cubicBezTo>
                  <a:pt x="66" y="118"/>
                  <a:pt x="67" y="120"/>
                  <a:pt x="67" y="123"/>
                </a:cubicBezTo>
                <a:cubicBezTo>
                  <a:pt x="68" y="128"/>
                  <a:pt x="70" y="130"/>
                  <a:pt x="75" y="131"/>
                </a:cubicBezTo>
                <a:cubicBezTo>
                  <a:pt x="78" y="131"/>
                  <a:pt x="80" y="132"/>
                  <a:pt x="83" y="132"/>
                </a:cubicBezTo>
                <a:cubicBezTo>
                  <a:pt x="83" y="134"/>
                  <a:pt x="83" y="137"/>
                  <a:pt x="83" y="139"/>
                </a:cubicBezTo>
                <a:cubicBezTo>
                  <a:pt x="66" y="139"/>
                  <a:pt x="50" y="139"/>
                  <a:pt x="33" y="139"/>
                </a:cubicBezTo>
                <a:cubicBezTo>
                  <a:pt x="33" y="137"/>
                  <a:pt x="33" y="135"/>
                  <a:pt x="33" y="132"/>
                </a:cubicBezTo>
                <a:cubicBezTo>
                  <a:pt x="36" y="132"/>
                  <a:pt x="39" y="131"/>
                  <a:pt x="41" y="131"/>
                </a:cubicBezTo>
                <a:cubicBezTo>
                  <a:pt x="47" y="130"/>
                  <a:pt x="49" y="128"/>
                  <a:pt x="49" y="123"/>
                </a:cubicBezTo>
                <a:cubicBezTo>
                  <a:pt x="49" y="121"/>
                  <a:pt x="49" y="120"/>
                  <a:pt x="49" y="118"/>
                </a:cubicBezTo>
                <a:cubicBezTo>
                  <a:pt x="49" y="86"/>
                  <a:pt x="49" y="54"/>
                  <a:pt x="49" y="22"/>
                </a:cubicBezTo>
                <a:cubicBezTo>
                  <a:pt x="49" y="14"/>
                  <a:pt x="49" y="13"/>
                  <a:pt x="41" y="14"/>
                </a:cubicBezTo>
                <a:cubicBezTo>
                  <a:pt x="38" y="14"/>
                  <a:pt x="35" y="14"/>
                  <a:pt x="32" y="15"/>
                </a:cubicBezTo>
                <a:cubicBezTo>
                  <a:pt x="26" y="16"/>
                  <a:pt x="21" y="18"/>
                  <a:pt x="18" y="23"/>
                </a:cubicBezTo>
                <a:cubicBezTo>
                  <a:pt x="15" y="27"/>
                  <a:pt x="13" y="32"/>
                  <a:pt x="11" y="36"/>
                </a:cubicBezTo>
                <a:cubicBezTo>
                  <a:pt x="10" y="38"/>
                  <a:pt x="9" y="40"/>
                  <a:pt x="8" y="42"/>
                </a:cubicBezTo>
                <a:cubicBezTo>
                  <a:pt x="5" y="41"/>
                  <a:pt x="3" y="40"/>
                  <a:pt x="0" y="39"/>
                </a:cubicBezTo>
                <a:cubicBezTo>
                  <a:pt x="5" y="26"/>
                  <a:pt x="9" y="13"/>
                  <a:pt x="13" y="0"/>
                </a:cubicBezTo>
                <a:cubicBezTo>
                  <a:pt x="15" y="0"/>
                  <a:pt x="17" y="0"/>
                  <a:pt x="19" y="0"/>
                </a:cubicBezTo>
                <a:cubicBezTo>
                  <a:pt x="20" y="1"/>
                  <a:pt x="20" y="3"/>
                  <a:pt x="21" y="4"/>
                </a:cubicBezTo>
                <a:cubicBezTo>
                  <a:pt x="46" y="4"/>
                  <a:pt x="70" y="4"/>
                  <a:pt x="95" y="4"/>
                </a:cubicBezTo>
                <a:cubicBezTo>
                  <a:pt x="95" y="3"/>
                  <a:pt x="96" y="1"/>
                  <a:pt x="97" y="0"/>
                </a:cubicBezTo>
                <a:cubicBezTo>
                  <a:pt x="98" y="0"/>
                  <a:pt x="100" y="0"/>
                  <a:pt x="103" y="0"/>
                </a:cubicBezTo>
                <a:cubicBezTo>
                  <a:pt x="107" y="13"/>
                  <a:pt x="112" y="26"/>
                  <a:pt x="116" y="39"/>
                </a:cubicBezTo>
                <a:cubicBezTo>
                  <a:pt x="113" y="40"/>
                  <a:pt x="111" y="41"/>
                  <a:pt x="108" y="42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3" name="Freeform 33">
            <a:extLst xmlns:a="http://schemas.openxmlformats.org/drawingml/2006/main">
              <a:ext uri="{FF2B5EF4-FFF2-40B4-BE49-F238E27FC236}">
                <a16:creationId xmlns:a16="http://schemas.microsoft.com/office/drawing/2014/main" id="{30E82C82-7897-4033-97E5-A67C667A2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1440" y="689187"/>
            <a:ext cx="25090" cy="67859"/>
          </a:xfrm>
          <a:custGeom xmlns:a="http://schemas.openxmlformats.org/drawingml/2006/main">
            <a:gdLst>
              <a:gd name="T0" fmla="*/ 0 w 50"/>
              <a:gd name="T1" fmla="*/ 134 h 134"/>
              <a:gd name="T2" fmla="*/ 0 w 50"/>
              <a:gd name="T3" fmla="*/ 127 h 134"/>
              <a:gd name="T4" fmla="*/ 9 w 50"/>
              <a:gd name="T5" fmla="*/ 126 h 134"/>
              <a:gd name="T6" fmla="*/ 16 w 50"/>
              <a:gd name="T7" fmla="*/ 119 h 134"/>
              <a:gd name="T8" fmla="*/ 16 w 50"/>
              <a:gd name="T9" fmla="*/ 113 h 134"/>
              <a:gd name="T10" fmla="*/ 16 w 50"/>
              <a:gd name="T11" fmla="*/ 21 h 134"/>
              <a:gd name="T12" fmla="*/ 16 w 50"/>
              <a:gd name="T13" fmla="*/ 13 h 134"/>
              <a:gd name="T14" fmla="*/ 9 w 50"/>
              <a:gd name="T15" fmla="*/ 8 h 134"/>
              <a:gd name="T16" fmla="*/ 1 w 50"/>
              <a:gd name="T17" fmla="*/ 7 h 134"/>
              <a:gd name="T18" fmla="*/ 1 w 50"/>
              <a:gd name="T19" fmla="*/ 0 h 134"/>
              <a:gd name="T20" fmla="*/ 49 w 50"/>
              <a:gd name="T21" fmla="*/ 0 h 134"/>
              <a:gd name="T22" fmla="*/ 49 w 50"/>
              <a:gd name="T23" fmla="*/ 7 h 134"/>
              <a:gd name="T24" fmla="*/ 42 w 50"/>
              <a:gd name="T25" fmla="*/ 8 h 134"/>
              <a:gd name="T26" fmla="*/ 34 w 50"/>
              <a:gd name="T27" fmla="*/ 15 h 134"/>
              <a:gd name="T28" fmla="*/ 33 w 50"/>
              <a:gd name="T29" fmla="*/ 23 h 134"/>
              <a:gd name="T30" fmla="*/ 33 w 50"/>
              <a:gd name="T31" fmla="*/ 113 h 134"/>
              <a:gd name="T32" fmla="*/ 46 w 50"/>
              <a:gd name="T33" fmla="*/ 127 h 134"/>
              <a:gd name="T34" fmla="*/ 49 w 50"/>
              <a:gd name="T35" fmla="*/ 127 h 134"/>
              <a:gd name="T36" fmla="*/ 50 w 50"/>
              <a:gd name="T37" fmla="*/ 131 h 134"/>
              <a:gd name="T38" fmla="*/ 49 w 50"/>
              <a:gd name="T39" fmla="*/ 134 h 134"/>
              <a:gd name="T40" fmla="*/ 0 w 50"/>
              <a:gd name="T41" fmla="*/ 134 h 134"/>
            </a:gdLst>
            <a:rect l="0" t="0" r="r" b="b"/>
            <a:pathLst>
              <a:path w="50" h="134">
                <a:moveTo>
                  <a:pt x="0" y="134"/>
                </a:move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9" y="126"/>
                </a:cubicBezTo>
                <a:cubicBezTo>
                  <a:pt x="13" y="125"/>
                  <a:pt x="15" y="124"/>
                  <a:pt x="16" y="119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18"/>
                  <a:pt x="16" y="16"/>
                  <a:pt x="16" y="13"/>
                </a:cubicBezTo>
                <a:cubicBezTo>
                  <a:pt x="15" y="10"/>
                  <a:pt x="13" y="8"/>
                  <a:pt x="9" y="8"/>
                </a:cubicBezTo>
                <a:cubicBezTo>
                  <a:pt x="6" y="7"/>
                  <a:pt x="4" y="7"/>
                  <a:pt x="1" y="7"/>
                </a:cubicBezTo>
                <a:cubicBezTo>
                  <a:pt x="1" y="4"/>
                  <a:pt x="1" y="2"/>
                  <a:pt x="1" y="0"/>
                </a:cubicBezTo>
                <a:cubicBezTo>
                  <a:pt x="17" y="0"/>
                  <a:pt x="33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7" y="7"/>
                  <a:pt x="44" y="7"/>
                  <a:pt x="42" y="8"/>
                </a:cubicBezTo>
                <a:cubicBezTo>
                  <a:pt x="38" y="8"/>
                  <a:pt x="35" y="10"/>
                  <a:pt x="34" y="15"/>
                </a:cubicBezTo>
                <a:cubicBezTo>
                  <a:pt x="34" y="17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6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8"/>
                  <a:pt x="50" y="129"/>
                  <a:pt x="50" y="131"/>
                </a:cubicBezTo>
                <a:cubicBezTo>
                  <a:pt x="50" y="132"/>
                  <a:pt x="49" y="133"/>
                  <a:pt x="49" y="134"/>
                </a:cubicBezTo>
                <a:cubicBezTo>
                  <a:pt x="33" y="134"/>
                  <a:pt x="17" y="134"/>
                  <a:pt x="0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4" name="Freeform 34">
            <a:extLst xmlns:a="http://schemas.openxmlformats.org/drawingml/2006/main">
              <a:ext uri="{FF2B5EF4-FFF2-40B4-BE49-F238E27FC236}">
                <a16:creationId xmlns:a16="http://schemas.microsoft.com/office/drawing/2014/main" id="{9067DF81-EA1C-49F3-8A50-BD86E617A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237" y="689187"/>
            <a:ext cx="24520" cy="68429"/>
          </a:xfrm>
          <a:custGeom xmlns:a="http://schemas.openxmlformats.org/drawingml/2006/main">
            <a:gdLst>
              <a:gd name="T0" fmla="*/ 0 w 49"/>
              <a:gd name="T1" fmla="*/ 7 h 135"/>
              <a:gd name="T2" fmla="*/ 0 w 49"/>
              <a:gd name="T3" fmla="*/ 0 h 135"/>
              <a:gd name="T4" fmla="*/ 49 w 49"/>
              <a:gd name="T5" fmla="*/ 0 h 135"/>
              <a:gd name="T6" fmla="*/ 49 w 49"/>
              <a:gd name="T7" fmla="*/ 7 h 135"/>
              <a:gd name="T8" fmla="*/ 42 w 49"/>
              <a:gd name="T9" fmla="*/ 8 h 135"/>
              <a:gd name="T10" fmla="*/ 34 w 49"/>
              <a:gd name="T11" fmla="*/ 15 h 135"/>
              <a:gd name="T12" fmla="*/ 33 w 49"/>
              <a:gd name="T13" fmla="*/ 23 h 135"/>
              <a:gd name="T14" fmla="*/ 33 w 49"/>
              <a:gd name="T15" fmla="*/ 113 h 135"/>
              <a:gd name="T16" fmla="*/ 46 w 49"/>
              <a:gd name="T17" fmla="*/ 127 h 135"/>
              <a:gd name="T18" fmla="*/ 49 w 49"/>
              <a:gd name="T19" fmla="*/ 127 h 135"/>
              <a:gd name="T20" fmla="*/ 49 w 49"/>
              <a:gd name="T21" fmla="*/ 134 h 135"/>
              <a:gd name="T22" fmla="*/ 0 w 49"/>
              <a:gd name="T23" fmla="*/ 134 h 135"/>
              <a:gd name="T24" fmla="*/ 0 w 49"/>
              <a:gd name="T25" fmla="*/ 127 h 135"/>
              <a:gd name="T26" fmla="*/ 7 w 49"/>
              <a:gd name="T27" fmla="*/ 126 h 135"/>
              <a:gd name="T28" fmla="*/ 16 w 49"/>
              <a:gd name="T29" fmla="*/ 118 h 135"/>
              <a:gd name="T30" fmla="*/ 16 w 49"/>
              <a:gd name="T31" fmla="*/ 113 h 135"/>
              <a:gd name="T32" fmla="*/ 16 w 49"/>
              <a:gd name="T33" fmla="*/ 20 h 135"/>
              <a:gd name="T34" fmla="*/ 15 w 49"/>
              <a:gd name="T35" fmla="*/ 13 h 135"/>
              <a:gd name="T36" fmla="*/ 9 w 49"/>
              <a:gd name="T37" fmla="*/ 8 h 135"/>
              <a:gd name="T38" fmla="*/ 0 w 49"/>
              <a:gd name="T39" fmla="*/ 7 h 135"/>
            </a:gdLst>
            <a:rect l="0" t="0" r="r" b="b"/>
            <a:pathLst>
              <a:path w="49" h="135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5" y="10"/>
                  <a:pt x="34" y="15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5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45" y="135"/>
                  <a:pt x="9" y="135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5" y="127"/>
                  <a:pt x="7" y="126"/>
                </a:cubicBezTo>
                <a:cubicBezTo>
                  <a:pt x="13" y="126"/>
                  <a:pt x="15" y="124"/>
                  <a:pt x="16" y="118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8"/>
                  <a:pt x="15" y="16"/>
                  <a:pt x="15" y="13"/>
                </a:cubicBezTo>
                <a:cubicBezTo>
                  <a:pt x="14" y="10"/>
                  <a:pt x="12" y="8"/>
                  <a:pt x="9" y="8"/>
                </a:cubicBezTo>
                <a:cubicBezTo>
                  <a:pt x="6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5" name="Freeform 35">
            <a:extLst xmlns:a="http://schemas.openxmlformats.org/drawingml/2006/main">
              <a:ext uri="{FF2B5EF4-FFF2-40B4-BE49-F238E27FC236}">
                <a16:creationId xmlns:a16="http://schemas.microsoft.com/office/drawing/2014/main" id="{D119543E-8C9F-4DCA-89BA-AA6D86ED6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429" y="689187"/>
            <a:ext cx="24520" cy="67859"/>
          </a:xfrm>
          <a:custGeom xmlns:a="http://schemas.openxmlformats.org/drawingml/2006/main">
            <a:gdLst>
              <a:gd name="T0" fmla="*/ 0 w 49"/>
              <a:gd name="T1" fmla="*/ 7 h 134"/>
              <a:gd name="T2" fmla="*/ 0 w 49"/>
              <a:gd name="T3" fmla="*/ 0 h 134"/>
              <a:gd name="T4" fmla="*/ 49 w 49"/>
              <a:gd name="T5" fmla="*/ 0 h 134"/>
              <a:gd name="T6" fmla="*/ 49 w 49"/>
              <a:gd name="T7" fmla="*/ 7 h 134"/>
              <a:gd name="T8" fmla="*/ 42 w 49"/>
              <a:gd name="T9" fmla="*/ 8 h 134"/>
              <a:gd name="T10" fmla="*/ 34 w 49"/>
              <a:gd name="T11" fmla="*/ 15 h 134"/>
              <a:gd name="T12" fmla="*/ 33 w 49"/>
              <a:gd name="T13" fmla="*/ 23 h 134"/>
              <a:gd name="T14" fmla="*/ 33 w 49"/>
              <a:gd name="T15" fmla="*/ 112 h 134"/>
              <a:gd name="T16" fmla="*/ 34 w 49"/>
              <a:gd name="T17" fmla="*/ 120 h 134"/>
              <a:gd name="T18" fmla="*/ 40 w 49"/>
              <a:gd name="T19" fmla="*/ 126 h 134"/>
              <a:gd name="T20" fmla="*/ 49 w 49"/>
              <a:gd name="T21" fmla="*/ 127 h 134"/>
              <a:gd name="T22" fmla="*/ 49 w 49"/>
              <a:gd name="T23" fmla="*/ 134 h 134"/>
              <a:gd name="T24" fmla="*/ 0 w 49"/>
              <a:gd name="T25" fmla="*/ 134 h 134"/>
              <a:gd name="T26" fmla="*/ 0 w 49"/>
              <a:gd name="T27" fmla="*/ 127 h 134"/>
              <a:gd name="T28" fmla="*/ 8 w 49"/>
              <a:gd name="T29" fmla="*/ 126 h 134"/>
              <a:gd name="T30" fmla="*/ 15 w 49"/>
              <a:gd name="T31" fmla="*/ 119 h 134"/>
              <a:gd name="T32" fmla="*/ 16 w 49"/>
              <a:gd name="T33" fmla="*/ 110 h 134"/>
              <a:gd name="T34" fmla="*/ 16 w 49"/>
              <a:gd name="T35" fmla="*/ 25 h 134"/>
              <a:gd name="T36" fmla="*/ 15 w 49"/>
              <a:gd name="T37" fmla="*/ 15 h 134"/>
              <a:gd name="T38" fmla="*/ 8 w 49"/>
              <a:gd name="T39" fmla="*/ 8 h 134"/>
              <a:gd name="T40" fmla="*/ 0 w 49"/>
              <a:gd name="T41" fmla="*/ 7 h 134"/>
            </a:gdLst>
            <a:rect l="0" t="0" r="r" b="b"/>
            <a:pathLst>
              <a:path w="49" h="134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4" y="10"/>
                  <a:pt x="34" y="15"/>
                </a:cubicBezTo>
                <a:cubicBezTo>
                  <a:pt x="33" y="18"/>
                  <a:pt x="33" y="21"/>
                  <a:pt x="33" y="23"/>
                </a:cubicBezTo>
                <a:cubicBezTo>
                  <a:pt x="33" y="53"/>
                  <a:pt x="33" y="83"/>
                  <a:pt x="33" y="112"/>
                </a:cubicBezTo>
                <a:cubicBezTo>
                  <a:pt x="33" y="115"/>
                  <a:pt x="33" y="118"/>
                  <a:pt x="34" y="120"/>
                </a:cubicBezTo>
                <a:cubicBezTo>
                  <a:pt x="34" y="124"/>
                  <a:pt x="36" y="126"/>
                  <a:pt x="40" y="126"/>
                </a:cubicBezTo>
                <a:cubicBezTo>
                  <a:pt x="43" y="126"/>
                  <a:pt x="45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33" y="134"/>
                  <a:pt x="1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8" y="126"/>
                </a:cubicBezTo>
                <a:cubicBezTo>
                  <a:pt x="13" y="125"/>
                  <a:pt x="15" y="123"/>
                  <a:pt x="15" y="119"/>
                </a:cubicBezTo>
                <a:cubicBezTo>
                  <a:pt x="16" y="116"/>
                  <a:pt x="16" y="113"/>
                  <a:pt x="16" y="110"/>
                </a:cubicBezTo>
                <a:cubicBezTo>
                  <a:pt x="16" y="81"/>
                  <a:pt x="16" y="53"/>
                  <a:pt x="16" y="25"/>
                </a:cubicBezTo>
                <a:cubicBezTo>
                  <a:pt x="16" y="21"/>
                  <a:pt x="16" y="18"/>
                  <a:pt x="15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8" name="Freeform 9">
            <a:extLst xmlns:a="http://schemas.openxmlformats.org/drawingml/2006/main">
              <a:ext uri="{FF2B5EF4-FFF2-40B4-BE49-F238E27FC236}">
                <a16:creationId xmlns:a16="http://schemas.microsoft.com/office/drawing/2014/main" id="{2784A318-FD20-48C5-9600-BAC8B4D8C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4981" y="365289"/>
            <a:ext cx="164800" cy="184188"/>
          </a:xfrm>
          <a:custGeom xmlns:a="http://schemas.openxmlformats.org/drawingml/2006/main">
            <a:gdLst>
              <a:gd name="T0" fmla="*/ 324 w 325"/>
              <a:gd name="T1" fmla="*/ 106 h 363"/>
              <a:gd name="T2" fmla="*/ 283 w 325"/>
              <a:gd name="T3" fmla="*/ 179 h 363"/>
              <a:gd name="T4" fmla="*/ 247 w 325"/>
              <a:gd name="T5" fmla="*/ 214 h 363"/>
              <a:gd name="T6" fmla="*/ 241 w 325"/>
              <a:gd name="T7" fmla="*/ 228 h 363"/>
              <a:gd name="T8" fmla="*/ 271 w 325"/>
              <a:gd name="T9" fmla="*/ 230 h 363"/>
              <a:gd name="T10" fmla="*/ 282 w 325"/>
              <a:gd name="T11" fmla="*/ 240 h 363"/>
              <a:gd name="T12" fmla="*/ 269 w 325"/>
              <a:gd name="T13" fmla="*/ 277 h 363"/>
              <a:gd name="T14" fmla="*/ 223 w 325"/>
              <a:gd name="T15" fmla="*/ 316 h 363"/>
              <a:gd name="T16" fmla="*/ 176 w 325"/>
              <a:gd name="T17" fmla="*/ 340 h 363"/>
              <a:gd name="T18" fmla="*/ 160 w 325"/>
              <a:gd name="T19" fmla="*/ 339 h 363"/>
              <a:gd name="T20" fmla="*/ 165 w 325"/>
              <a:gd name="T21" fmla="*/ 329 h 363"/>
              <a:gd name="T22" fmla="*/ 195 w 325"/>
              <a:gd name="T23" fmla="*/ 302 h 363"/>
              <a:gd name="T24" fmla="*/ 214 w 325"/>
              <a:gd name="T25" fmla="*/ 282 h 363"/>
              <a:gd name="T26" fmla="*/ 223 w 325"/>
              <a:gd name="T27" fmla="*/ 265 h 363"/>
              <a:gd name="T28" fmla="*/ 220 w 325"/>
              <a:gd name="T29" fmla="*/ 257 h 363"/>
              <a:gd name="T30" fmla="*/ 179 w 325"/>
              <a:gd name="T31" fmla="*/ 289 h 363"/>
              <a:gd name="T32" fmla="*/ 106 w 325"/>
              <a:gd name="T33" fmla="*/ 335 h 363"/>
              <a:gd name="T34" fmla="*/ 20 w 325"/>
              <a:gd name="T35" fmla="*/ 363 h 363"/>
              <a:gd name="T36" fmla="*/ 4 w 325"/>
              <a:gd name="T37" fmla="*/ 360 h 363"/>
              <a:gd name="T38" fmla="*/ 78 w 325"/>
              <a:gd name="T39" fmla="*/ 306 h 363"/>
              <a:gd name="T40" fmla="*/ 102 w 325"/>
              <a:gd name="T41" fmla="*/ 295 h 363"/>
              <a:gd name="T42" fmla="*/ 208 w 325"/>
              <a:gd name="T43" fmla="*/ 238 h 363"/>
              <a:gd name="T44" fmla="*/ 207 w 325"/>
              <a:gd name="T45" fmla="*/ 232 h 363"/>
              <a:gd name="T46" fmla="*/ 171 w 325"/>
              <a:gd name="T47" fmla="*/ 243 h 363"/>
              <a:gd name="T48" fmla="*/ 163 w 325"/>
              <a:gd name="T49" fmla="*/ 239 h 363"/>
              <a:gd name="T50" fmla="*/ 170 w 325"/>
              <a:gd name="T51" fmla="*/ 226 h 363"/>
              <a:gd name="T52" fmla="*/ 154 w 325"/>
              <a:gd name="T53" fmla="*/ 206 h 363"/>
              <a:gd name="T54" fmla="*/ 122 w 325"/>
              <a:gd name="T55" fmla="*/ 224 h 363"/>
              <a:gd name="T56" fmla="*/ 99 w 325"/>
              <a:gd name="T57" fmla="*/ 236 h 363"/>
              <a:gd name="T58" fmla="*/ 100 w 325"/>
              <a:gd name="T59" fmla="*/ 222 h 363"/>
              <a:gd name="T60" fmla="*/ 116 w 325"/>
              <a:gd name="T61" fmla="*/ 204 h 363"/>
              <a:gd name="T62" fmla="*/ 118 w 325"/>
              <a:gd name="T63" fmla="*/ 183 h 363"/>
              <a:gd name="T64" fmla="*/ 116 w 325"/>
              <a:gd name="T65" fmla="*/ 174 h 363"/>
              <a:gd name="T66" fmla="*/ 143 w 325"/>
              <a:gd name="T67" fmla="*/ 167 h 363"/>
              <a:gd name="T68" fmla="*/ 158 w 325"/>
              <a:gd name="T69" fmla="*/ 145 h 363"/>
              <a:gd name="T70" fmla="*/ 147 w 325"/>
              <a:gd name="T71" fmla="*/ 144 h 363"/>
              <a:gd name="T72" fmla="*/ 132 w 325"/>
              <a:gd name="T73" fmla="*/ 141 h 363"/>
              <a:gd name="T74" fmla="*/ 141 w 325"/>
              <a:gd name="T75" fmla="*/ 129 h 363"/>
              <a:gd name="T76" fmla="*/ 140 w 325"/>
              <a:gd name="T77" fmla="*/ 115 h 363"/>
              <a:gd name="T78" fmla="*/ 112 w 325"/>
              <a:gd name="T79" fmla="*/ 96 h 363"/>
              <a:gd name="T80" fmla="*/ 127 w 325"/>
              <a:gd name="T81" fmla="*/ 92 h 363"/>
              <a:gd name="T82" fmla="*/ 167 w 325"/>
              <a:gd name="T83" fmla="*/ 81 h 363"/>
              <a:gd name="T84" fmla="*/ 203 w 325"/>
              <a:gd name="T85" fmla="*/ 36 h 363"/>
              <a:gd name="T86" fmla="*/ 204 w 325"/>
              <a:gd name="T87" fmla="*/ 10 h 363"/>
              <a:gd name="T88" fmla="*/ 216 w 325"/>
              <a:gd name="T89" fmla="*/ 3 h 363"/>
              <a:gd name="T90" fmla="*/ 224 w 325"/>
              <a:gd name="T91" fmla="*/ 56 h 363"/>
              <a:gd name="T92" fmla="*/ 205 w 325"/>
              <a:gd name="T93" fmla="*/ 91 h 363"/>
              <a:gd name="T94" fmla="*/ 208 w 325"/>
              <a:gd name="T95" fmla="*/ 105 h 363"/>
              <a:gd name="T96" fmla="*/ 267 w 325"/>
              <a:gd name="T97" fmla="*/ 87 h 363"/>
              <a:gd name="T98" fmla="*/ 297 w 325"/>
              <a:gd name="T99" fmla="*/ 85 h 363"/>
              <a:gd name="T100" fmla="*/ 309 w 325"/>
              <a:gd name="T101" fmla="*/ 86 h 363"/>
              <a:gd name="T102" fmla="*/ 325 w 325"/>
              <a:gd name="T103" fmla="*/ 104 h 363"/>
              <a:gd name="T104" fmla="*/ 198 w 325"/>
              <a:gd name="T105" fmla="*/ 126 h 363"/>
              <a:gd name="T106" fmla="*/ 164 w 325"/>
              <a:gd name="T107" fmla="*/ 175 h 363"/>
              <a:gd name="T108" fmla="*/ 181 w 325"/>
              <a:gd name="T109" fmla="*/ 191 h 363"/>
              <a:gd name="T110" fmla="*/ 186 w 325"/>
              <a:gd name="T111" fmla="*/ 173 h 363"/>
              <a:gd name="T112" fmla="*/ 199 w 325"/>
              <a:gd name="T113" fmla="*/ 170 h 363"/>
              <a:gd name="T114" fmla="*/ 206 w 325"/>
              <a:gd name="T115" fmla="*/ 204 h 363"/>
              <a:gd name="T116" fmla="*/ 217 w 325"/>
              <a:gd name="T117" fmla="*/ 206 h 363"/>
              <a:gd name="T118" fmla="*/ 229 w 325"/>
              <a:gd name="T119" fmla="*/ 188 h 363"/>
              <a:gd name="T120" fmla="*/ 261 w 325"/>
              <a:gd name="T121" fmla="*/ 141 h 363"/>
              <a:gd name="T122" fmla="*/ 250 w 325"/>
              <a:gd name="T123" fmla="*/ 134 h 363"/>
              <a:gd name="T124" fmla="*/ 206 w 325"/>
              <a:gd name="T125" fmla="*/ 122 h 363"/>
            </a:gdLst>
            <a:rect l="0" t="0" r="r" b="b"/>
            <a:pathLst>
              <a:path w="325" h="363">
                <a:moveTo>
                  <a:pt x="325" y="104"/>
                </a:moveTo>
                <a:cubicBezTo>
                  <a:pt x="325" y="104"/>
                  <a:pt x="324" y="105"/>
                  <a:pt x="324" y="106"/>
                </a:cubicBezTo>
                <a:cubicBezTo>
                  <a:pt x="323" y="108"/>
                  <a:pt x="323" y="111"/>
                  <a:pt x="322" y="114"/>
                </a:cubicBezTo>
                <a:cubicBezTo>
                  <a:pt x="312" y="138"/>
                  <a:pt x="300" y="160"/>
                  <a:pt x="283" y="179"/>
                </a:cubicBezTo>
                <a:cubicBezTo>
                  <a:pt x="275" y="188"/>
                  <a:pt x="267" y="197"/>
                  <a:pt x="259" y="205"/>
                </a:cubicBezTo>
                <a:cubicBezTo>
                  <a:pt x="255" y="209"/>
                  <a:pt x="251" y="211"/>
                  <a:pt x="247" y="214"/>
                </a:cubicBezTo>
                <a:cubicBezTo>
                  <a:pt x="244" y="217"/>
                  <a:pt x="241" y="219"/>
                  <a:pt x="239" y="223"/>
                </a:cubicBezTo>
                <a:cubicBezTo>
                  <a:pt x="237" y="226"/>
                  <a:pt x="238" y="227"/>
                  <a:pt x="241" y="228"/>
                </a:cubicBezTo>
                <a:cubicBezTo>
                  <a:pt x="243" y="228"/>
                  <a:pt x="245" y="228"/>
                  <a:pt x="246" y="228"/>
                </a:cubicBezTo>
                <a:cubicBezTo>
                  <a:pt x="255" y="229"/>
                  <a:pt x="263" y="230"/>
                  <a:pt x="271" y="230"/>
                </a:cubicBezTo>
                <a:cubicBezTo>
                  <a:pt x="272" y="230"/>
                  <a:pt x="274" y="231"/>
                  <a:pt x="275" y="231"/>
                </a:cubicBezTo>
                <a:cubicBezTo>
                  <a:pt x="280" y="233"/>
                  <a:pt x="282" y="235"/>
                  <a:pt x="282" y="240"/>
                </a:cubicBezTo>
                <a:cubicBezTo>
                  <a:pt x="283" y="247"/>
                  <a:pt x="282" y="253"/>
                  <a:pt x="279" y="259"/>
                </a:cubicBezTo>
                <a:cubicBezTo>
                  <a:pt x="277" y="265"/>
                  <a:pt x="273" y="271"/>
                  <a:pt x="269" y="277"/>
                </a:cubicBezTo>
                <a:cubicBezTo>
                  <a:pt x="260" y="289"/>
                  <a:pt x="248" y="298"/>
                  <a:pt x="237" y="307"/>
                </a:cubicBezTo>
                <a:cubicBezTo>
                  <a:pt x="233" y="311"/>
                  <a:pt x="228" y="314"/>
                  <a:pt x="223" y="316"/>
                </a:cubicBezTo>
                <a:cubicBezTo>
                  <a:pt x="213" y="321"/>
                  <a:pt x="203" y="327"/>
                  <a:pt x="193" y="332"/>
                </a:cubicBezTo>
                <a:cubicBezTo>
                  <a:pt x="187" y="334"/>
                  <a:pt x="182" y="337"/>
                  <a:pt x="176" y="340"/>
                </a:cubicBezTo>
                <a:cubicBezTo>
                  <a:pt x="173" y="341"/>
                  <a:pt x="169" y="341"/>
                  <a:pt x="166" y="342"/>
                </a:cubicBezTo>
                <a:cubicBezTo>
                  <a:pt x="164" y="342"/>
                  <a:pt x="161" y="341"/>
                  <a:pt x="160" y="339"/>
                </a:cubicBezTo>
                <a:cubicBezTo>
                  <a:pt x="159" y="337"/>
                  <a:pt x="160" y="335"/>
                  <a:pt x="162" y="333"/>
                </a:cubicBezTo>
                <a:cubicBezTo>
                  <a:pt x="163" y="332"/>
                  <a:pt x="164" y="330"/>
                  <a:pt x="165" y="329"/>
                </a:cubicBezTo>
                <a:cubicBezTo>
                  <a:pt x="173" y="323"/>
                  <a:pt x="181" y="316"/>
                  <a:pt x="189" y="310"/>
                </a:cubicBezTo>
                <a:cubicBezTo>
                  <a:pt x="192" y="307"/>
                  <a:pt x="194" y="305"/>
                  <a:pt x="195" y="302"/>
                </a:cubicBezTo>
                <a:cubicBezTo>
                  <a:pt x="196" y="300"/>
                  <a:pt x="198" y="297"/>
                  <a:pt x="200" y="295"/>
                </a:cubicBezTo>
                <a:cubicBezTo>
                  <a:pt x="205" y="291"/>
                  <a:pt x="210" y="287"/>
                  <a:pt x="214" y="282"/>
                </a:cubicBezTo>
                <a:cubicBezTo>
                  <a:pt x="217" y="280"/>
                  <a:pt x="218" y="278"/>
                  <a:pt x="219" y="275"/>
                </a:cubicBezTo>
                <a:cubicBezTo>
                  <a:pt x="219" y="271"/>
                  <a:pt x="221" y="268"/>
                  <a:pt x="223" y="265"/>
                </a:cubicBezTo>
                <a:cubicBezTo>
                  <a:pt x="225" y="263"/>
                  <a:pt x="227" y="261"/>
                  <a:pt x="229" y="259"/>
                </a:cubicBezTo>
                <a:cubicBezTo>
                  <a:pt x="227" y="256"/>
                  <a:pt x="224" y="256"/>
                  <a:pt x="220" y="257"/>
                </a:cubicBezTo>
                <a:cubicBezTo>
                  <a:pt x="212" y="260"/>
                  <a:pt x="205" y="264"/>
                  <a:pt x="199" y="270"/>
                </a:cubicBezTo>
                <a:cubicBezTo>
                  <a:pt x="192" y="276"/>
                  <a:pt x="186" y="282"/>
                  <a:pt x="179" y="289"/>
                </a:cubicBezTo>
                <a:cubicBezTo>
                  <a:pt x="169" y="299"/>
                  <a:pt x="157" y="307"/>
                  <a:pt x="144" y="314"/>
                </a:cubicBezTo>
                <a:cubicBezTo>
                  <a:pt x="131" y="320"/>
                  <a:pt x="119" y="328"/>
                  <a:pt x="106" y="335"/>
                </a:cubicBezTo>
                <a:cubicBezTo>
                  <a:pt x="89" y="344"/>
                  <a:pt x="72" y="352"/>
                  <a:pt x="53" y="357"/>
                </a:cubicBezTo>
                <a:cubicBezTo>
                  <a:pt x="43" y="361"/>
                  <a:pt x="32" y="363"/>
                  <a:pt x="20" y="363"/>
                </a:cubicBezTo>
                <a:cubicBezTo>
                  <a:pt x="16" y="362"/>
                  <a:pt x="12" y="361"/>
                  <a:pt x="7" y="361"/>
                </a:cubicBezTo>
                <a:cubicBezTo>
                  <a:pt x="6" y="361"/>
                  <a:pt x="5" y="360"/>
                  <a:pt x="4" y="360"/>
                </a:cubicBezTo>
                <a:cubicBezTo>
                  <a:pt x="0" y="358"/>
                  <a:pt x="0" y="355"/>
                  <a:pt x="4" y="352"/>
                </a:cubicBezTo>
                <a:cubicBezTo>
                  <a:pt x="28" y="337"/>
                  <a:pt x="53" y="321"/>
                  <a:pt x="78" y="306"/>
                </a:cubicBezTo>
                <a:cubicBezTo>
                  <a:pt x="84" y="302"/>
                  <a:pt x="91" y="298"/>
                  <a:pt x="98" y="297"/>
                </a:cubicBezTo>
                <a:cubicBezTo>
                  <a:pt x="100" y="296"/>
                  <a:pt x="101" y="295"/>
                  <a:pt x="102" y="295"/>
                </a:cubicBezTo>
                <a:cubicBezTo>
                  <a:pt x="135" y="275"/>
                  <a:pt x="169" y="257"/>
                  <a:pt x="204" y="241"/>
                </a:cubicBezTo>
                <a:cubicBezTo>
                  <a:pt x="205" y="240"/>
                  <a:pt x="207" y="239"/>
                  <a:pt x="208" y="238"/>
                </a:cubicBezTo>
                <a:cubicBezTo>
                  <a:pt x="209" y="237"/>
                  <a:pt x="210" y="235"/>
                  <a:pt x="210" y="234"/>
                </a:cubicBezTo>
                <a:cubicBezTo>
                  <a:pt x="210" y="233"/>
                  <a:pt x="208" y="232"/>
                  <a:pt x="207" y="232"/>
                </a:cubicBezTo>
                <a:cubicBezTo>
                  <a:pt x="201" y="231"/>
                  <a:pt x="196" y="233"/>
                  <a:pt x="190" y="235"/>
                </a:cubicBezTo>
                <a:cubicBezTo>
                  <a:pt x="184" y="238"/>
                  <a:pt x="178" y="240"/>
                  <a:pt x="171" y="243"/>
                </a:cubicBezTo>
                <a:cubicBezTo>
                  <a:pt x="170" y="243"/>
                  <a:pt x="169" y="244"/>
                  <a:pt x="168" y="244"/>
                </a:cubicBezTo>
                <a:cubicBezTo>
                  <a:pt x="164" y="244"/>
                  <a:pt x="163" y="244"/>
                  <a:pt x="163" y="239"/>
                </a:cubicBezTo>
                <a:cubicBezTo>
                  <a:pt x="163" y="236"/>
                  <a:pt x="164" y="233"/>
                  <a:pt x="166" y="231"/>
                </a:cubicBezTo>
                <a:cubicBezTo>
                  <a:pt x="167" y="229"/>
                  <a:pt x="169" y="228"/>
                  <a:pt x="170" y="226"/>
                </a:cubicBezTo>
                <a:cubicBezTo>
                  <a:pt x="172" y="222"/>
                  <a:pt x="172" y="218"/>
                  <a:pt x="168" y="215"/>
                </a:cubicBezTo>
                <a:cubicBezTo>
                  <a:pt x="164" y="212"/>
                  <a:pt x="159" y="209"/>
                  <a:pt x="154" y="206"/>
                </a:cubicBezTo>
                <a:cubicBezTo>
                  <a:pt x="148" y="203"/>
                  <a:pt x="143" y="205"/>
                  <a:pt x="138" y="210"/>
                </a:cubicBezTo>
                <a:cubicBezTo>
                  <a:pt x="133" y="215"/>
                  <a:pt x="128" y="219"/>
                  <a:pt x="122" y="224"/>
                </a:cubicBezTo>
                <a:cubicBezTo>
                  <a:pt x="118" y="228"/>
                  <a:pt x="112" y="231"/>
                  <a:pt x="107" y="235"/>
                </a:cubicBezTo>
                <a:cubicBezTo>
                  <a:pt x="105" y="236"/>
                  <a:pt x="102" y="238"/>
                  <a:pt x="99" y="236"/>
                </a:cubicBezTo>
                <a:cubicBezTo>
                  <a:pt x="97" y="234"/>
                  <a:pt x="97" y="231"/>
                  <a:pt x="98" y="229"/>
                </a:cubicBezTo>
                <a:cubicBezTo>
                  <a:pt x="98" y="226"/>
                  <a:pt x="99" y="224"/>
                  <a:pt x="100" y="222"/>
                </a:cubicBezTo>
                <a:cubicBezTo>
                  <a:pt x="102" y="219"/>
                  <a:pt x="105" y="217"/>
                  <a:pt x="107" y="214"/>
                </a:cubicBezTo>
                <a:cubicBezTo>
                  <a:pt x="110" y="211"/>
                  <a:pt x="113" y="208"/>
                  <a:pt x="116" y="204"/>
                </a:cubicBezTo>
                <a:cubicBezTo>
                  <a:pt x="118" y="202"/>
                  <a:pt x="119" y="198"/>
                  <a:pt x="120" y="195"/>
                </a:cubicBezTo>
                <a:cubicBezTo>
                  <a:pt x="122" y="191"/>
                  <a:pt x="122" y="187"/>
                  <a:pt x="118" y="183"/>
                </a:cubicBezTo>
                <a:cubicBezTo>
                  <a:pt x="116" y="182"/>
                  <a:pt x="115" y="181"/>
                  <a:pt x="115" y="179"/>
                </a:cubicBezTo>
                <a:cubicBezTo>
                  <a:pt x="113" y="177"/>
                  <a:pt x="113" y="175"/>
                  <a:pt x="116" y="174"/>
                </a:cubicBezTo>
                <a:cubicBezTo>
                  <a:pt x="123" y="173"/>
                  <a:pt x="130" y="171"/>
                  <a:pt x="137" y="170"/>
                </a:cubicBezTo>
                <a:cubicBezTo>
                  <a:pt x="140" y="170"/>
                  <a:pt x="141" y="169"/>
                  <a:pt x="143" y="167"/>
                </a:cubicBezTo>
                <a:cubicBezTo>
                  <a:pt x="146" y="163"/>
                  <a:pt x="150" y="159"/>
                  <a:pt x="153" y="155"/>
                </a:cubicBezTo>
                <a:cubicBezTo>
                  <a:pt x="155" y="152"/>
                  <a:pt x="157" y="149"/>
                  <a:pt x="158" y="145"/>
                </a:cubicBezTo>
                <a:cubicBezTo>
                  <a:pt x="159" y="141"/>
                  <a:pt x="157" y="140"/>
                  <a:pt x="154" y="141"/>
                </a:cubicBezTo>
                <a:cubicBezTo>
                  <a:pt x="151" y="141"/>
                  <a:pt x="149" y="142"/>
                  <a:pt x="147" y="144"/>
                </a:cubicBezTo>
                <a:cubicBezTo>
                  <a:pt x="144" y="146"/>
                  <a:pt x="140" y="146"/>
                  <a:pt x="137" y="145"/>
                </a:cubicBezTo>
                <a:cubicBezTo>
                  <a:pt x="134" y="145"/>
                  <a:pt x="133" y="144"/>
                  <a:pt x="132" y="141"/>
                </a:cubicBezTo>
                <a:cubicBezTo>
                  <a:pt x="132" y="139"/>
                  <a:pt x="132" y="137"/>
                  <a:pt x="134" y="135"/>
                </a:cubicBezTo>
                <a:cubicBezTo>
                  <a:pt x="137" y="133"/>
                  <a:pt x="139" y="131"/>
                  <a:pt x="141" y="129"/>
                </a:cubicBezTo>
                <a:cubicBezTo>
                  <a:pt x="143" y="126"/>
                  <a:pt x="144" y="123"/>
                  <a:pt x="144" y="119"/>
                </a:cubicBezTo>
                <a:cubicBezTo>
                  <a:pt x="144" y="116"/>
                  <a:pt x="143" y="115"/>
                  <a:pt x="140" y="115"/>
                </a:cubicBezTo>
                <a:cubicBezTo>
                  <a:pt x="136" y="115"/>
                  <a:pt x="132" y="115"/>
                  <a:pt x="129" y="114"/>
                </a:cubicBezTo>
                <a:cubicBezTo>
                  <a:pt x="119" y="112"/>
                  <a:pt x="114" y="106"/>
                  <a:pt x="112" y="96"/>
                </a:cubicBezTo>
                <a:cubicBezTo>
                  <a:pt x="112" y="91"/>
                  <a:pt x="113" y="90"/>
                  <a:pt x="118" y="91"/>
                </a:cubicBezTo>
                <a:cubicBezTo>
                  <a:pt x="121" y="91"/>
                  <a:pt x="124" y="91"/>
                  <a:pt x="127" y="92"/>
                </a:cubicBezTo>
                <a:cubicBezTo>
                  <a:pt x="137" y="93"/>
                  <a:pt x="146" y="92"/>
                  <a:pt x="155" y="86"/>
                </a:cubicBezTo>
                <a:cubicBezTo>
                  <a:pt x="158" y="83"/>
                  <a:pt x="163" y="82"/>
                  <a:pt x="167" y="81"/>
                </a:cubicBezTo>
                <a:cubicBezTo>
                  <a:pt x="174" y="79"/>
                  <a:pt x="180" y="76"/>
                  <a:pt x="184" y="70"/>
                </a:cubicBezTo>
                <a:cubicBezTo>
                  <a:pt x="193" y="60"/>
                  <a:pt x="200" y="49"/>
                  <a:pt x="203" y="36"/>
                </a:cubicBezTo>
                <a:cubicBezTo>
                  <a:pt x="204" y="30"/>
                  <a:pt x="205" y="23"/>
                  <a:pt x="205" y="17"/>
                </a:cubicBezTo>
                <a:cubicBezTo>
                  <a:pt x="204" y="15"/>
                  <a:pt x="204" y="13"/>
                  <a:pt x="204" y="10"/>
                </a:cubicBezTo>
                <a:cubicBezTo>
                  <a:pt x="204" y="7"/>
                  <a:pt x="204" y="4"/>
                  <a:pt x="207" y="2"/>
                </a:cubicBezTo>
                <a:cubicBezTo>
                  <a:pt x="211" y="0"/>
                  <a:pt x="213" y="2"/>
                  <a:pt x="216" y="3"/>
                </a:cubicBezTo>
                <a:cubicBezTo>
                  <a:pt x="230" y="11"/>
                  <a:pt x="236" y="28"/>
                  <a:pt x="230" y="43"/>
                </a:cubicBezTo>
                <a:cubicBezTo>
                  <a:pt x="229" y="48"/>
                  <a:pt x="226" y="52"/>
                  <a:pt x="224" y="56"/>
                </a:cubicBezTo>
                <a:cubicBezTo>
                  <a:pt x="219" y="64"/>
                  <a:pt x="214" y="72"/>
                  <a:pt x="209" y="80"/>
                </a:cubicBezTo>
                <a:cubicBezTo>
                  <a:pt x="207" y="83"/>
                  <a:pt x="206" y="87"/>
                  <a:pt x="205" y="91"/>
                </a:cubicBezTo>
                <a:cubicBezTo>
                  <a:pt x="204" y="93"/>
                  <a:pt x="203" y="95"/>
                  <a:pt x="203" y="98"/>
                </a:cubicBezTo>
                <a:cubicBezTo>
                  <a:pt x="203" y="102"/>
                  <a:pt x="205" y="104"/>
                  <a:pt x="208" y="105"/>
                </a:cubicBezTo>
                <a:cubicBezTo>
                  <a:pt x="213" y="106"/>
                  <a:pt x="217" y="105"/>
                  <a:pt x="221" y="104"/>
                </a:cubicBezTo>
                <a:cubicBezTo>
                  <a:pt x="236" y="97"/>
                  <a:pt x="251" y="91"/>
                  <a:pt x="267" y="87"/>
                </a:cubicBezTo>
                <a:cubicBezTo>
                  <a:pt x="274" y="85"/>
                  <a:pt x="280" y="84"/>
                  <a:pt x="287" y="82"/>
                </a:cubicBezTo>
                <a:cubicBezTo>
                  <a:pt x="290" y="82"/>
                  <a:pt x="294" y="82"/>
                  <a:pt x="297" y="85"/>
                </a:cubicBezTo>
                <a:cubicBezTo>
                  <a:pt x="299" y="86"/>
                  <a:pt x="301" y="86"/>
                  <a:pt x="304" y="86"/>
                </a:cubicBezTo>
                <a:cubicBezTo>
                  <a:pt x="305" y="87"/>
                  <a:pt x="307" y="86"/>
                  <a:pt x="309" y="86"/>
                </a:cubicBezTo>
                <a:cubicBezTo>
                  <a:pt x="317" y="86"/>
                  <a:pt x="323" y="89"/>
                  <a:pt x="325" y="97"/>
                </a:cubicBezTo>
                <a:cubicBezTo>
                  <a:pt x="325" y="99"/>
                  <a:pt x="325" y="101"/>
                  <a:pt x="325" y="104"/>
                </a:cubicBezTo>
                <a:close/>
                <a:moveTo>
                  <a:pt x="206" y="122"/>
                </a:moveTo>
                <a:cubicBezTo>
                  <a:pt x="203" y="122"/>
                  <a:pt x="200" y="123"/>
                  <a:pt x="198" y="126"/>
                </a:cubicBezTo>
                <a:cubicBezTo>
                  <a:pt x="189" y="138"/>
                  <a:pt x="179" y="150"/>
                  <a:pt x="169" y="162"/>
                </a:cubicBezTo>
                <a:cubicBezTo>
                  <a:pt x="166" y="166"/>
                  <a:pt x="164" y="170"/>
                  <a:pt x="164" y="175"/>
                </a:cubicBezTo>
                <a:cubicBezTo>
                  <a:pt x="162" y="184"/>
                  <a:pt x="165" y="188"/>
                  <a:pt x="173" y="193"/>
                </a:cubicBezTo>
                <a:cubicBezTo>
                  <a:pt x="176" y="195"/>
                  <a:pt x="179" y="194"/>
                  <a:pt x="181" y="191"/>
                </a:cubicBezTo>
                <a:cubicBezTo>
                  <a:pt x="183" y="188"/>
                  <a:pt x="183" y="186"/>
                  <a:pt x="184" y="183"/>
                </a:cubicBezTo>
                <a:cubicBezTo>
                  <a:pt x="185" y="180"/>
                  <a:pt x="185" y="176"/>
                  <a:pt x="186" y="173"/>
                </a:cubicBezTo>
                <a:cubicBezTo>
                  <a:pt x="187" y="171"/>
                  <a:pt x="188" y="168"/>
                  <a:pt x="190" y="167"/>
                </a:cubicBezTo>
                <a:cubicBezTo>
                  <a:pt x="194" y="164"/>
                  <a:pt x="197" y="165"/>
                  <a:pt x="199" y="170"/>
                </a:cubicBezTo>
                <a:cubicBezTo>
                  <a:pt x="199" y="171"/>
                  <a:pt x="199" y="171"/>
                  <a:pt x="199" y="172"/>
                </a:cubicBezTo>
                <a:cubicBezTo>
                  <a:pt x="202" y="183"/>
                  <a:pt x="205" y="193"/>
                  <a:pt x="206" y="204"/>
                </a:cubicBezTo>
                <a:cubicBezTo>
                  <a:pt x="206" y="206"/>
                  <a:pt x="207" y="209"/>
                  <a:pt x="210" y="210"/>
                </a:cubicBezTo>
                <a:cubicBezTo>
                  <a:pt x="214" y="210"/>
                  <a:pt x="215" y="208"/>
                  <a:pt x="217" y="206"/>
                </a:cubicBezTo>
                <a:cubicBezTo>
                  <a:pt x="217" y="205"/>
                  <a:pt x="217" y="205"/>
                  <a:pt x="218" y="204"/>
                </a:cubicBezTo>
                <a:cubicBezTo>
                  <a:pt x="221" y="199"/>
                  <a:pt x="225" y="193"/>
                  <a:pt x="229" y="188"/>
                </a:cubicBezTo>
                <a:cubicBezTo>
                  <a:pt x="237" y="177"/>
                  <a:pt x="246" y="167"/>
                  <a:pt x="255" y="157"/>
                </a:cubicBezTo>
                <a:cubicBezTo>
                  <a:pt x="259" y="152"/>
                  <a:pt x="261" y="147"/>
                  <a:pt x="261" y="141"/>
                </a:cubicBezTo>
                <a:cubicBezTo>
                  <a:pt x="261" y="137"/>
                  <a:pt x="259" y="135"/>
                  <a:pt x="255" y="134"/>
                </a:cubicBezTo>
                <a:cubicBezTo>
                  <a:pt x="253" y="134"/>
                  <a:pt x="251" y="134"/>
                  <a:pt x="250" y="134"/>
                </a:cubicBezTo>
                <a:cubicBezTo>
                  <a:pt x="240" y="131"/>
                  <a:pt x="231" y="129"/>
                  <a:pt x="221" y="126"/>
                </a:cubicBezTo>
                <a:cubicBezTo>
                  <a:pt x="216" y="125"/>
                  <a:pt x="211" y="123"/>
                  <a:pt x="206" y="1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9" name="Freeform 10">
            <a:extLst xmlns:a="http://schemas.openxmlformats.org/drawingml/2006/main">
              <a:ext uri="{FF2B5EF4-FFF2-40B4-BE49-F238E27FC236}">
                <a16:creationId xmlns:a16="http://schemas.microsoft.com/office/drawing/2014/main" id="{4442CB64-7E12-417F-ACFB-249340DA7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8190" y="398363"/>
            <a:ext cx="193882" cy="208139"/>
          </a:xfrm>
          <a:custGeom xmlns:a="http://schemas.openxmlformats.org/drawingml/2006/main">
            <a:gdLst>
              <a:gd name="T0" fmla="*/ 83 w 383"/>
              <a:gd name="T1" fmla="*/ 410 h 411"/>
              <a:gd name="T2" fmla="*/ 111 w 383"/>
              <a:gd name="T3" fmla="*/ 380 h 411"/>
              <a:gd name="T4" fmla="*/ 136 w 383"/>
              <a:gd name="T5" fmla="*/ 371 h 411"/>
              <a:gd name="T6" fmla="*/ 198 w 383"/>
              <a:gd name="T7" fmla="*/ 294 h 411"/>
              <a:gd name="T8" fmla="*/ 201 w 383"/>
              <a:gd name="T9" fmla="*/ 280 h 411"/>
              <a:gd name="T10" fmla="*/ 197 w 383"/>
              <a:gd name="T11" fmla="*/ 274 h 411"/>
              <a:gd name="T12" fmla="*/ 166 w 383"/>
              <a:gd name="T13" fmla="*/ 283 h 411"/>
              <a:gd name="T14" fmla="*/ 144 w 383"/>
              <a:gd name="T15" fmla="*/ 291 h 411"/>
              <a:gd name="T16" fmla="*/ 123 w 383"/>
              <a:gd name="T17" fmla="*/ 305 h 411"/>
              <a:gd name="T18" fmla="*/ 62 w 383"/>
              <a:gd name="T19" fmla="*/ 344 h 411"/>
              <a:gd name="T20" fmla="*/ 34 w 383"/>
              <a:gd name="T21" fmla="*/ 353 h 411"/>
              <a:gd name="T22" fmla="*/ 9 w 383"/>
              <a:gd name="T23" fmla="*/ 344 h 411"/>
              <a:gd name="T24" fmla="*/ 1 w 383"/>
              <a:gd name="T25" fmla="*/ 322 h 411"/>
              <a:gd name="T26" fmla="*/ 0 w 383"/>
              <a:gd name="T27" fmla="*/ 288 h 411"/>
              <a:gd name="T28" fmla="*/ 1 w 383"/>
              <a:gd name="T29" fmla="*/ 283 h 411"/>
              <a:gd name="T30" fmla="*/ 6 w 383"/>
              <a:gd name="T31" fmla="*/ 282 h 411"/>
              <a:gd name="T32" fmla="*/ 8 w 383"/>
              <a:gd name="T33" fmla="*/ 285 h 411"/>
              <a:gd name="T34" fmla="*/ 10 w 383"/>
              <a:gd name="T35" fmla="*/ 290 h 411"/>
              <a:gd name="T36" fmla="*/ 32 w 383"/>
              <a:gd name="T37" fmla="*/ 298 h 411"/>
              <a:gd name="T38" fmla="*/ 46 w 383"/>
              <a:gd name="T39" fmla="*/ 293 h 411"/>
              <a:gd name="T40" fmla="*/ 53 w 383"/>
              <a:gd name="T41" fmla="*/ 291 h 411"/>
              <a:gd name="T42" fmla="*/ 65 w 383"/>
              <a:gd name="T43" fmla="*/ 288 h 411"/>
              <a:gd name="T44" fmla="*/ 100 w 383"/>
              <a:gd name="T45" fmla="*/ 268 h 411"/>
              <a:gd name="T46" fmla="*/ 156 w 383"/>
              <a:gd name="T47" fmla="*/ 244 h 411"/>
              <a:gd name="T48" fmla="*/ 197 w 383"/>
              <a:gd name="T49" fmla="*/ 229 h 411"/>
              <a:gd name="T50" fmla="*/ 203 w 383"/>
              <a:gd name="T51" fmla="*/ 226 h 411"/>
              <a:gd name="T52" fmla="*/ 219 w 383"/>
              <a:gd name="T53" fmla="*/ 204 h 411"/>
              <a:gd name="T54" fmla="*/ 222 w 383"/>
              <a:gd name="T55" fmla="*/ 124 h 411"/>
              <a:gd name="T56" fmla="*/ 210 w 383"/>
              <a:gd name="T57" fmla="*/ 69 h 411"/>
              <a:gd name="T58" fmla="*/ 197 w 383"/>
              <a:gd name="T59" fmla="*/ 36 h 411"/>
              <a:gd name="T60" fmla="*/ 194 w 383"/>
              <a:gd name="T61" fmla="*/ 10 h 411"/>
              <a:gd name="T62" fmla="*/ 205 w 383"/>
              <a:gd name="T63" fmla="*/ 2 h 411"/>
              <a:gd name="T64" fmla="*/ 230 w 383"/>
              <a:gd name="T65" fmla="*/ 7 h 411"/>
              <a:gd name="T66" fmla="*/ 237 w 383"/>
              <a:gd name="T67" fmla="*/ 10 h 411"/>
              <a:gd name="T68" fmla="*/ 248 w 383"/>
              <a:gd name="T69" fmla="*/ 19 h 411"/>
              <a:gd name="T70" fmla="*/ 265 w 383"/>
              <a:gd name="T71" fmla="*/ 29 h 411"/>
              <a:gd name="T72" fmla="*/ 280 w 383"/>
              <a:gd name="T73" fmla="*/ 49 h 411"/>
              <a:gd name="T74" fmla="*/ 278 w 383"/>
              <a:gd name="T75" fmla="*/ 66 h 411"/>
              <a:gd name="T76" fmla="*/ 273 w 383"/>
              <a:gd name="T77" fmla="*/ 72 h 411"/>
              <a:gd name="T78" fmla="*/ 270 w 383"/>
              <a:gd name="T79" fmla="*/ 77 h 411"/>
              <a:gd name="T80" fmla="*/ 271 w 383"/>
              <a:gd name="T81" fmla="*/ 158 h 411"/>
              <a:gd name="T82" fmla="*/ 273 w 383"/>
              <a:gd name="T83" fmla="*/ 179 h 411"/>
              <a:gd name="T84" fmla="*/ 278 w 383"/>
              <a:gd name="T85" fmla="*/ 182 h 411"/>
              <a:gd name="T86" fmla="*/ 313 w 383"/>
              <a:gd name="T87" fmla="*/ 160 h 411"/>
              <a:gd name="T88" fmla="*/ 325 w 383"/>
              <a:gd name="T89" fmla="*/ 144 h 411"/>
              <a:gd name="T90" fmla="*/ 341 w 383"/>
              <a:gd name="T91" fmla="*/ 128 h 411"/>
              <a:gd name="T92" fmla="*/ 369 w 383"/>
              <a:gd name="T93" fmla="*/ 122 h 411"/>
              <a:gd name="T94" fmla="*/ 380 w 383"/>
              <a:gd name="T95" fmla="*/ 141 h 411"/>
              <a:gd name="T96" fmla="*/ 372 w 383"/>
              <a:gd name="T97" fmla="*/ 154 h 411"/>
              <a:gd name="T98" fmla="*/ 355 w 383"/>
              <a:gd name="T99" fmla="*/ 169 h 411"/>
              <a:gd name="T100" fmla="*/ 314 w 383"/>
              <a:gd name="T101" fmla="*/ 199 h 411"/>
              <a:gd name="T102" fmla="*/ 275 w 383"/>
              <a:gd name="T103" fmla="*/ 229 h 411"/>
              <a:gd name="T104" fmla="*/ 271 w 383"/>
              <a:gd name="T105" fmla="*/ 238 h 411"/>
              <a:gd name="T106" fmla="*/ 254 w 383"/>
              <a:gd name="T107" fmla="*/ 310 h 411"/>
              <a:gd name="T108" fmla="*/ 250 w 383"/>
              <a:gd name="T109" fmla="*/ 320 h 411"/>
              <a:gd name="T110" fmla="*/ 247 w 383"/>
              <a:gd name="T111" fmla="*/ 325 h 411"/>
              <a:gd name="T112" fmla="*/ 173 w 383"/>
              <a:gd name="T113" fmla="*/ 386 h 411"/>
              <a:gd name="T114" fmla="*/ 95 w 383"/>
              <a:gd name="T115" fmla="*/ 410 h 411"/>
              <a:gd name="T116" fmla="*/ 88 w 383"/>
              <a:gd name="T117" fmla="*/ 411 h 411"/>
              <a:gd name="T118" fmla="*/ 83 w 383"/>
              <a:gd name="T119" fmla="*/ 410 h 411"/>
            </a:gdLst>
            <a:rect l="0" t="0" r="r" b="b"/>
            <a:pathLst>
              <a:path w="383" h="411">
                <a:moveTo>
                  <a:pt x="83" y="410"/>
                </a:moveTo>
                <a:cubicBezTo>
                  <a:pt x="89" y="396"/>
                  <a:pt x="96" y="385"/>
                  <a:pt x="111" y="380"/>
                </a:cubicBezTo>
                <a:cubicBezTo>
                  <a:pt x="120" y="378"/>
                  <a:pt x="128" y="375"/>
                  <a:pt x="136" y="371"/>
                </a:cubicBezTo>
                <a:cubicBezTo>
                  <a:pt x="168" y="355"/>
                  <a:pt x="188" y="328"/>
                  <a:pt x="198" y="294"/>
                </a:cubicBezTo>
                <a:cubicBezTo>
                  <a:pt x="199" y="289"/>
                  <a:pt x="200" y="284"/>
                  <a:pt x="201" y="280"/>
                </a:cubicBezTo>
                <a:cubicBezTo>
                  <a:pt x="202" y="275"/>
                  <a:pt x="201" y="274"/>
                  <a:pt x="197" y="274"/>
                </a:cubicBezTo>
                <a:cubicBezTo>
                  <a:pt x="186" y="275"/>
                  <a:pt x="176" y="278"/>
                  <a:pt x="166" y="283"/>
                </a:cubicBezTo>
                <a:cubicBezTo>
                  <a:pt x="159" y="286"/>
                  <a:pt x="152" y="289"/>
                  <a:pt x="144" y="291"/>
                </a:cubicBezTo>
                <a:cubicBezTo>
                  <a:pt x="136" y="294"/>
                  <a:pt x="130" y="300"/>
                  <a:pt x="123" y="305"/>
                </a:cubicBezTo>
                <a:cubicBezTo>
                  <a:pt x="105" y="321"/>
                  <a:pt x="84" y="334"/>
                  <a:pt x="62" y="344"/>
                </a:cubicBezTo>
                <a:cubicBezTo>
                  <a:pt x="53" y="348"/>
                  <a:pt x="43" y="351"/>
                  <a:pt x="34" y="353"/>
                </a:cubicBezTo>
                <a:cubicBezTo>
                  <a:pt x="24" y="356"/>
                  <a:pt x="15" y="352"/>
                  <a:pt x="9" y="344"/>
                </a:cubicBezTo>
                <a:cubicBezTo>
                  <a:pt x="4" y="338"/>
                  <a:pt x="1" y="330"/>
                  <a:pt x="1" y="322"/>
                </a:cubicBezTo>
                <a:cubicBezTo>
                  <a:pt x="1" y="310"/>
                  <a:pt x="0" y="299"/>
                  <a:pt x="0" y="288"/>
                </a:cubicBezTo>
                <a:cubicBezTo>
                  <a:pt x="0" y="286"/>
                  <a:pt x="0" y="284"/>
                  <a:pt x="1" y="283"/>
                </a:cubicBezTo>
                <a:cubicBezTo>
                  <a:pt x="1" y="280"/>
                  <a:pt x="4" y="279"/>
                  <a:pt x="6" y="282"/>
                </a:cubicBezTo>
                <a:cubicBezTo>
                  <a:pt x="7" y="283"/>
                  <a:pt x="7" y="284"/>
                  <a:pt x="8" y="285"/>
                </a:cubicBezTo>
                <a:cubicBezTo>
                  <a:pt x="9" y="286"/>
                  <a:pt x="9" y="288"/>
                  <a:pt x="10" y="290"/>
                </a:cubicBezTo>
                <a:cubicBezTo>
                  <a:pt x="16" y="297"/>
                  <a:pt x="23" y="301"/>
                  <a:pt x="32" y="298"/>
                </a:cubicBezTo>
                <a:cubicBezTo>
                  <a:pt x="37" y="297"/>
                  <a:pt x="41" y="295"/>
                  <a:pt x="46" y="293"/>
                </a:cubicBezTo>
                <a:cubicBezTo>
                  <a:pt x="48" y="292"/>
                  <a:pt x="51" y="291"/>
                  <a:pt x="53" y="291"/>
                </a:cubicBezTo>
                <a:cubicBezTo>
                  <a:pt x="58" y="292"/>
                  <a:pt x="61" y="290"/>
                  <a:pt x="65" y="288"/>
                </a:cubicBezTo>
                <a:cubicBezTo>
                  <a:pt x="77" y="282"/>
                  <a:pt x="89" y="275"/>
                  <a:pt x="100" y="268"/>
                </a:cubicBezTo>
                <a:cubicBezTo>
                  <a:pt x="118" y="258"/>
                  <a:pt x="137" y="251"/>
                  <a:pt x="156" y="244"/>
                </a:cubicBezTo>
                <a:cubicBezTo>
                  <a:pt x="169" y="239"/>
                  <a:pt x="183" y="234"/>
                  <a:pt x="197" y="229"/>
                </a:cubicBezTo>
                <a:cubicBezTo>
                  <a:pt x="199" y="228"/>
                  <a:pt x="201" y="227"/>
                  <a:pt x="203" y="226"/>
                </a:cubicBezTo>
                <a:cubicBezTo>
                  <a:pt x="212" y="222"/>
                  <a:pt x="218" y="215"/>
                  <a:pt x="219" y="204"/>
                </a:cubicBezTo>
                <a:cubicBezTo>
                  <a:pt x="221" y="178"/>
                  <a:pt x="223" y="151"/>
                  <a:pt x="222" y="124"/>
                </a:cubicBezTo>
                <a:cubicBezTo>
                  <a:pt x="221" y="105"/>
                  <a:pt x="218" y="87"/>
                  <a:pt x="210" y="69"/>
                </a:cubicBezTo>
                <a:cubicBezTo>
                  <a:pt x="205" y="58"/>
                  <a:pt x="201" y="47"/>
                  <a:pt x="197" y="36"/>
                </a:cubicBezTo>
                <a:cubicBezTo>
                  <a:pt x="194" y="28"/>
                  <a:pt x="193" y="19"/>
                  <a:pt x="194" y="10"/>
                </a:cubicBezTo>
                <a:cubicBezTo>
                  <a:pt x="194" y="4"/>
                  <a:pt x="199" y="0"/>
                  <a:pt x="205" y="2"/>
                </a:cubicBezTo>
                <a:cubicBezTo>
                  <a:pt x="213" y="4"/>
                  <a:pt x="222" y="5"/>
                  <a:pt x="230" y="7"/>
                </a:cubicBezTo>
                <a:cubicBezTo>
                  <a:pt x="233" y="7"/>
                  <a:pt x="235" y="9"/>
                  <a:pt x="237" y="10"/>
                </a:cubicBezTo>
                <a:cubicBezTo>
                  <a:pt x="241" y="13"/>
                  <a:pt x="244" y="16"/>
                  <a:pt x="248" y="19"/>
                </a:cubicBezTo>
                <a:cubicBezTo>
                  <a:pt x="253" y="23"/>
                  <a:pt x="259" y="26"/>
                  <a:pt x="265" y="29"/>
                </a:cubicBezTo>
                <a:cubicBezTo>
                  <a:pt x="274" y="33"/>
                  <a:pt x="279" y="40"/>
                  <a:pt x="280" y="49"/>
                </a:cubicBezTo>
                <a:cubicBezTo>
                  <a:pt x="280" y="55"/>
                  <a:pt x="280" y="60"/>
                  <a:pt x="278" y="66"/>
                </a:cubicBezTo>
                <a:cubicBezTo>
                  <a:pt x="277" y="68"/>
                  <a:pt x="275" y="70"/>
                  <a:pt x="273" y="72"/>
                </a:cubicBezTo>
                <a:cubicBezTo>
                  <a:pt x="271" y="74"/>
                  <a:pt x="270" y="75"/>
                  <a:pt x="270" y="77"/>
                </a:cubicBezTo>
                <a:cubicBezTo>
                  <a:pt x="271" y="104"/>
                  <a:pt x="271" y="131"/>
                  <a:pt x="271" y="158"/>
                </a:cubicBezTo>
                <a:cubicBezTo>
                  <a:pt x="272" y="165"/>
                  <a:pt x="272" y="172"/>
                  <a:pt x="273" y="179"/>
                </a:cubicBezTo>
                <a:cubicBezTo>
                  <a:pt x="274" y="183"/>
                  <a:pt x="275" y="184"/>
                  <a:pt x="278" y="182"/>
                </a:cubicBezTo>
                <a:cubicBezTo>
                  <a:pt x="291" y="176"/>
                  <a:pt x="303" y="170"/>
                  <a:pt x="313" y="160"/>
                </a:cubicBezTo>
                <a:cubicBezTo>
                  <a:pt x="317" y="155"/>
                  <a:pt x="321" y="150"/>
                  <a:pt x="325" y="144"/>
                </a:cubicBezTo>
                <a:cubicBezTo>
                  <a:pt x="330" y="138"/>
                  <a:pt x="335" y="132"/>
                  <a:pt x="341" y="128"/>
                </a:cubicBezTo>
                <a:cubicBezTo>
                  <a:pt x="350" y="122"/>
                  <a:pt x="359" y="120"/>
                  <a:pt x="369" y="122"/>
                </a:cubicBezTo>
                <a:cubicBezTo>
                  <a:pt x="379" y="124"/>
                  <a:pt x="383" y="131"/>
                  <a:pt x="380" y="141"/>
                </a:cubicBezTo>
                <a:cubicBezTo>
                  <a:pt x="379" y="146"/>
                  <a:pt x="376" y="151"/>
                  <a:pt x="372" y="154"/>
                </a:cubicBezTo>
                <a:cubicBezTo>
                  <a:pt x="367" y="160"/>
                  <a:pt x="361" y="165"/>
                  <a:pt x="355" y="169"/>
                </a:cubicBezTo>
                <a:cubicBezTo>
                  <a:pt x="341" y="178"/>
                  <a:pt x="328" y="189"/>
                  <a:pt x="314" y="199"/>
                </a:cubicBezTo>
                <a:cubicBezTo>
                  <a:pt x="301" y="209"/>
                  <a:pt x="289" y="219"/>
                  <a:pt x="275" y="229"/>
                </a:cubicBezTo>
                <a:cubicBezTo>
                  <a:pt x="272" y="232"/>
                  <a:pt x="271" y="234"/>
                  <a:pt x="271" y="238"/>
                </a:cubicBezTo>
                <a:cubicBezTo>
                  <a:pt x="267" y="263"/>
                  <a:pt x="262" y="287"/>
                  <a:pt x="254" y="310"/>
                </a:cubicBezTo>
                <a:cubicBezTo>
                  <a:pt x="253" y="314"/>
                  <a:pt x="251" y="317"/>
                  <a:pt x="250" y="320"/>
                </a:cubicBezTo>
                <a:cubicBezTo>
                  <a:pt x="249" y="322"/>
                  <a:pt x="249" y="324"/>
                  <a:pt x="247" y="325"/>
                </a:cubicBezTo>
                <a:cubicBezTo>
                  <a:pt x="226" y="349"/>
                  <a:pt x="202" y="371"/>
                  <a:pt x="173" y="386"/>
                </a:cubicBezTo>
                <a:cubicBezTo>
                  <a:pt x="149" y="400"/>
                  <a:pt x="123" y="408"/>
                  <a:pt x="95" y="410"/>
                </a:cubicBezTo>
                <a:cubicBezTo>
                  <a:pt x="93" y="410"/>
                  <a:pt x="90" y="411"/>
                  <a:pt x="88" y="411"/>
                </a:cubicBezTo>
                <a:cubicBezTo>
                  <a:pt x="87" y="411"/>
                  <a:pt x="85" y="411"/>
                  <a:pt x="83" y="4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0" name="Freeform 11">
            <a:extLst xmlns:a="http://schemas.openxmlformats.org/drawingml/2006/main">
              <a:ext uri="{FF2B5EF4-FFF2-40B4-BE49-F238E27FC236}">
                <a16:creationId xmlns:a16="http://schemas.microsoft.com/office/drawing/2014/main" id="{62E67E92-CB39-4D43-8680-FAAC69A0A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4135" y="400644"/>
            <a:ext cx="98081" cy="227527"/>
          </a:xfrm>
          <a:custGeom xmlns:a="http://schemas.openxmlformats.org/drawingml/2006/main">
            <a:gdLst>
              <a:gd name="T0" fmla="*/ 127 w 193"/>
              <a:gd name="T1" fmla="*/ 371 h 449"/>
              <a:gd name="T2" fmla="*/ 63 w 193"/>
              <a:gd name="T3" fmla="*/ 417 h 449"/>
              <a:gd name="T4" fmla="*/ 47 w 193"/>
              <a:gd name="T5" fmla="*/ 433 h 449"/>
              <a:gd name="T6" fmla="*/ 7 w 193"/>
              <a:gd name="T7" fmla="*/ 434 h 449"/>
              <a:gd name="T8" fmla="*/ 1 w 193"/>
              <a:gd name="T9" fmla="*/ 383 h 449"/>
              <a:gd name="T10" fmla="*/ 33 w 193"/>
              <a:gd name="T11" fmla="*/ 331 h 449"/>
              <a:gd name="T12" fmla="*/ 49 w 193"/>
              <a:gd name="T13" fmla="*/ 286 h 449"/>
              <a:gd name="T14" fmla="*/ 50 w 193"/>
              <a:gd name="T15" fmla="*/ 233 h 449"/>
              <a:gd name="T16" fmla="*/ 38 w 193"/>
              <a:gd name="T17" fmla="*/ 207 h 449"/>
              <a:gd name="T18" fmla="*/ 54 w 193"/>
              <a:gd name="T19" fmla="*/ 201 h 449"/>
              <a:gd name="T20" fmla="*/ 75 w 193"/>
              <a:gd name="T21" fmla="*/ 209 h 449"/>
              <a:gd name="T22" fmla="*/ 107 w 193"/>
              <a:gd name="T23" fmla="*/ 223 h 449"/>
              <a:gd name="T24" fmla="*/ 126 w 193"/>
              <a:gd name="T25" fmla="*/ 233 h 449"/>
              <a:gd name="T26" fmla="*/ 133 w 193"/>
              <a:gd name="T27" fmla="*/ 231 h 449"/>
              <a:gd name="T28" fmla="*/ 135 w 193"/>
              <a:gd name="T29" fmla="*/ 200 h 449"/>
              <a:gd name="T30" fmla="*/ 133 w 193"/>
              <a:gd name="T31" fmla="*/ 99 h 449"/>
              <a:gd name="T32" fmla="*/ 105 w 193"/>
              <a:gd name="T33" fmla="*/ 55 h 449"/>
              <a:gd name="T34" fmla="*/ 77 w 193"/>
              <a:gd name="T35" fmla="*/ 9 h 449"/>
              <a:gd name="T36" fmla="*/ 95 w 193"/>
              <a:gd name="T37" fmla="*/ 6 h 449"/>
              <a:gd name="T38" fmla="*/ 165 w 193"/>
              <a:gd name="T39" fmla="*/ 52 h 449"/>
              <a:gd name="T40" fmla="*/ 189 w 193"/>
              <a:gd name="T41" fmla="*/ 83 h 449"/>
              <a:gd name="T42" fmla="*/ 189 w 193"/>
              <a:gd name="T43" fmla="*/ 292 h 449"/>
              <a:gd name="T44" fmla="*/ 165 w 193"/>
              <a:gd name="T45" fmla="*/ 409 h 449"/>
              <a:gd name="T46" fmla="*/ 145 w 193"/>
              <a:gd name="T47" fmla="*/ 428 h 449"/>
              <a:gd name="T48" fmla="*/ 134 w 193"/>
              <a:gd name="T49" fmla="*/ 415 h 449"/>
              <a:gd name="T50" fmla="*/ 131 w 193"/>
              <a:gd name="T51" fmla="*/ 367 h 449"/>
              <a:gd name="T52" fmla="*/ 124 w 193"/>
              <a:gd name="T53" fmla="*/ 264 h 449"/>
              <a:gd name="T54" fmla="*/ 102 w 193"/>
              <a:gd name="T55" fmla="*/ 280 h 449"/>
              <a:gd name="T56" fmla="*/ 81 w 193"/>
              <a:gd name="T57" fmla="*/ 296 h 449"/>
              <a:gd name="T58" fmla="*/ 59 w 193"/>
              <a:gd name="T59" fmla="*/ 331 h 449"/>
              <a:gd name="T60" fmla="*/ 31 w 193"/>
              <a:gd name="T61" fmla="*/ 373 h 449"/>
              <a:gd name="T62" fmla="*/ 46 w 193"/>
              <a:gd name="T63" fmla="*/ 382 h 449"/>
              <a:gd name="T64" fmla="*/ 78 w 193"/>
              <a:gd name="T65" fmla="*/ 363 h 449"/>
              <a:gd name="T66" fmla="*/ 114 w 193"/>
              <a:gd name="T67" fmla="*/ 346 h 449"/>
              <a:gd name="T68" fmla="*/ 133 w 193"/>
              <a:gd name="T69" fmla="*/ 325 h 449"/>
              <a:gd name="T70" fmla="*/ 132 w 193"/>
              <a:gd name="T71" fmla="*/ 255 h 449"/>
            </a:gdLst>
            <a:rect l="0" t="0" r="r" b="b"/>
            <a:pathLst>
              <a:path w="193" h="449">
                <a:moveTo>
                  <a:pt x="131" y="367"/>
                </a:moveTo>
                <a:cubicBezTo>
                  <a:pt x="129" y="369"/>
                  <a:pt x="128" y="370"/>
                  <a:pt x="127" y="371"/>
                </a:cubicBezTo>
                <a:cubicBezTo>
                  <a:pt x="112" y="385"/>
                  <a:pt x="97" y="397"/>
                  <a:pt x="80" y="408"/>
                </a:cubicBezTo>
                <a:cubicBezTo>
                  <a:pt x="74" y="411"/>
                  <a:pt x="69" y="414"/>
                  <a:pt x="63" y="417"/>
                </a:cubicBezTo>
                <a:cubicBezTo>
                  <a:pt x="61" y="419"/>
                  <a:pt x="59" y="420"/>
                  <a:pt x="57" y="422"/>
                </a:cubicBezTo>
                <a:cubicBezTo>
                  <a:pt x="54" y="426"/>
                  <a:pt x="50" y="430"/>
                  <a:pt x="47" y="433"/>
                </a:cubicBezTo>
                <a:cubicBezTo>
                  <a:pt x="44" y="436"/>
                  <a:pt x="41" y="439"/>
                  <a:pt x="38" y="441"/>
                </a:cubicBezTo>
                <a:cubicBezTo>
                  <a:pt x="27" y="449"/>
                  <a:pt x="13" y="446"/>
                  <a:pt x="7" y="434"/>
                </a:cubicBezTo>
                <a:cubicBezTo>
                  <a:pt x="4" y="428"/>
                  <a:pt x="2" y="421"/>
                  <a:pt x="1" y="415"/>
                </a:cubicBezTo>
                <a:cubicBezTo>
                  <a:pt x="0" y="404"/>
                  <a:pt x="0" y="394"/>
                  <a:pt x="1" y="383"/>
                </a:cubicBezTo>
                <a:cubicBezTo>
                  <a:pt x="2" y="379"/>
                  <a:pt x="3" y="374"/>
                  <a:pt x="7" y="372"/>
                </a:cubicBezTo>
                <a:cubicBezTo>
                  <a:pt x="20" y="361"/>
                  <a:pt x="28" y="346"/>
                  <a:pt x="33" y="331"/>
                </a:cubicBezTo>
                <a:cubicBezTo>
                  <a:pt x="36" y="325"/>
                  <a:pt x="37" y="319"/>
                  <a:pt x="39" y="313"/>
                </a:cubicBezTo>
                <a:cubicBezTo>
                  <a:pt x="42" y="304"/>
                  <a:pt x="45" y="294"/>
                  <a:pt x="49" y="286"/>
                </a:cubicBezTo>
                <a:cubicBezTo>
                  <a:pt x="56" y="272"/>
                  <a:pt x="56" y="258"/>
                  <a:pt x="53" y="244"/>
                </a:cubicBezTo>
                <a:cubicBezTo>
                  <a:pt x="52" y="240"/>
                  <a:pt x="51" y="237"/>
                  <a:pt x="50" y="233"/>
                </a:cubicBezTo>
                <a:cubicBezTo>
                  <a:pt x="49" y="229"/>
                  <a:pt x="47" y="225"/>
                  <a:pt x="44" y="221"/>
                </a:cubicBezTo>
                <a:cubicBezTo>
                  <a:pt x="42" y="217"/>
                  <a:pt x="39" y="212"/>
                  <a:pt x="38" y="207"/>
                </a:cubicBezTo>
                <a:cubicBezTo>
                  <a:pt x="36" y="202"/>
                  <a:pt x="38" y="199"/>
                  <a:pt x="44" y="199"/>
                </a:cubicBezTo>
                <a:cubicBezTo>
                  <a:pt x="48" y="199"/>
                  <a:pt x="51" y="199"/>
                  <a:pt x="54" y="201"/>
                </a:cubicBezTo>
                <a:cubicBezTo>
                  <a:pt x="55" y="202"/>
                  <a:pt x="56" y="203"/>
                  <a:pt x="57" y="203"/>
                </a:cubicBezTo>
                <a:cubicBezTo>
                  <a:pt x="62" y="208"/>
                  <a:pt x="68" y="209"/>
                  <a:pt x="75" y="209"/>
                </a:cubicBezTo>
                <a:cubicBezTo>
                  <a:pt x="83" y="209"/>
                  <a:pt x="90" y="212"/>
                  <a:pt x="96" y="218"/>
                </a:cubicBezTo>
                <a:cubicBezTo>
                  <a:pt x="99" y="221"/>
                  <a:pt x="103" y="223"/>
                  <a:pt x="107" y="223"/>
                </a:cubicBezTo>
                <a:cubicBezTo>
                  <a:pt x="110" y="223"/>
                  <a:pt x="112" y="224"/>
                  <a:pt x="115" y="225"/>
                </a:cubicBezTo>
                <a:cubicBezTo>
                  <a:pt x="120" y="226"/>
                  <a:pt x="124" y="229"/>
                  <a:pt x="126" y="233"/>
                </a:cubicBezTo>
                <a:cubicBezTo>
                  <a:pt x="126" y="234"/>
                  <a:pt x="127" y="235"/>
                  <a:pt x="128" y="236"/>
                </a:cubicBezTo>
                <a:cubicBezTo>
                  <a:pt x="131" y="236"/>
                  <a:pt x="132" y="234"/>
                  <a:pt x="133" y="231"/>
                </a:cubicBezTo>
                <a:cubicBezTo>
                  <a:pt x="134" y="229"/>
                  <a:pt x="134" y="227"/>
                  <a:pt x="134" y="225"/>
                </a:cubicBezTo>
                <a:cubicBezTo>
                  <a:pt x="134" y="217"/>
                  <a:pt x="134" y="208"/>
                  <a:pt x="135" y="200"/>
                </a:cubicBezTo>
                <a:cubicBezTo>
                  <a:pt x="137" y="176"/>
                  <a:pt x="139" y="151"/>
                  <a:pt x="137" y="127"/>
                </a:cubicBezTo>
                <a:cubicBezTo>
                  <a:pt x="137" y="118"/>
                  <a:pt x="135" y="109"/>
                  <a:pt x="133" y="99"/>
                </a:cubicBezTo>
                <a:cubicBezTo>
                  <a:pt x="132" y="90"/>
                  <a:pt x="127" y="81"/>
                  <a:pt x="121" y="74"/>
                </a:cubicBezTo>
                <a:cubicBezTo>
                  <a:pt x="116" y="67"/>
                  <a:pt x="111" y="61"/>
                  <a:pt x="105" y="55"/>
                </a:cubicBezTo>
                <a:cubicBezTo>
                  <a:pt x="98" y="46"/>
                  <a:pt x="90" y="36"/>
                  <a:pt x="83" y="27"/>
                </a:cubicBezTo>
                <a:cubicBezTo>
                  <a:pt x="79" y="22"/>
                  <a:pt x="77" y="15"/>
                  <a:pt x="77" y="9"/>
                </a:cubicBezTo>
                <a:cubicBezTo>
                  <a:pt x="77" y="3"/>
                  <a:pt x="80" y="0"/>
                  <a:pt x="86" y="2"/>
                </a:cubicBezTo>
                <a:cubicBezTo>
                  <a:pt x="89" y="2"/>
                  <a:pt x="92" y="4"/>
                  <a:pt x="95" y="6"/>
                </a:cubicBezTo>
                <a:cubicBezTo>
                  <a:pt x="105" y="15"/>
                  <a:pt x="116" y="22"/>
                  <a:pt x="128" y="28"/>
                </a:cubicBezTo>
                <a:cubicBezTo>
                  <a:pt x="141" y="35"/>
                  <a:pt x="154" y="43"/>
                  <a:pt x="165" y="52"/>
                </a:cubicBezTo>
                <a:cubicBezTo>
                  <a:pt x="172" y="58"/>
                  <a:pt x="179" y="64"/>
                  <a:pt x="184" y="72"/>
                </a:cubicBezTo>
                <a:cubicBezTo>
                  <a:pt x="186" y="75"/>
                  <a:pt x="188" y="78"/>
                  <a:pt x="189" y="83"/>
                </a:cubicBezTo>
                <a:cubicBezTo>
                  <a:pt x="192" y="122"/>
                  <a:pt x="193" y="162"/>
                  <a:pt x="193" y="202"/>
                </a:cubicBezTo>
                <a:cubicBezTo>
                  <a:pt x="193" y="232"/>
                  <a:pt x="192" y="262"/>
                  <a:pt x="189" y="292"/>
                </a:cubicBezTo>
                <a:cubicBezTo>
                  <a:pt x="186" y="321"/>
                  <a:pt x="183" y="350"/>
                  <a:pt x="176" y="378"/>
                </a:cubicBezTo>
                <a:cubicBezTo>
                  <a:pt x="173" y="388"/>
                  <a:pt x="170" y="399"/>
                  <a:pt x="165" y="409"/>
                </a:cubicBezTo>
                <a:cubicBezTo>
                  <a:pt x="162" y="414"/>
                  <a:pt x="159" y="419"/>
                  <a:pt x="155" y="423"/>
                </a:cubicBezTo>
                <a:cubicBezTo>
                  <a:pt x="152" y="426"/>
                  <a:pt x="149" y="428"/>
                  <a:pt x="145" y="428"/>
                </a:cubicBezTo>
                <a:cubicBezTo>
                  <a:pt x="140" y="429"/>
                  <a:pt x="136" y="427"/>
                  <a:pt x="135" y="422"/>
                </a:cubicBezTo>
                <a:cubicBezTo>
                  <a:pt x="135" y="420"/>
                  <a:pt x="135" y="418"/>
                  <a:pt x="134" y="415"/>
                </a:cubicBezTo>
                <a:cubicBezTo>
                  <a:pt x="134" y="407"/>
                  <a:pt x="135" y="399"/>
                  <a:pt x="135" y="391"/>
                </a:cubicBezTo>
                <a:cubicBezTo>
                  <a:pt x="134" y="383"/>
                  <a:pt x="134" y="375"/>
                  <a:pt x="131" y="367"/>
                </a:cubicBezTo>
                <a:close/>
                <a:moveTo>
                  <a:pt x="132" y="255"/>
                </a:moveTo>
                <a:cubicBezTo>
                  <a:pt x="127" y="257"/>
                  <a:pt x="125" y="260"/>
                  <a:pt x="124" y="264"/>
                </a:cubicBezTo>
                <a:cubicBezTo>
                  <a:pt x="123" y="267"/>
                  <a:pt x="122" y="271"/>
                  <a:pt x="119" y="273"/>
                </a:cubicBezTo>
                <a:cubicBezTo>
                  <a:pt x="114" y="277"/>
                  <a:pt x="108" y="280"/>
                  <a:pt x="102" y="280"/>
                </a:cubicBezTo>
                <a:cubicBezTo>
                  <a:pt x="97" y="280"/>
                  <a:pt x="94" y="282"/>
                  <a:pt x="91" y="285"/>
                </a:cubicBezTo>
                <a:cubicBezTo>
                  <a:pt x="87" y="289"/>
                  <a:pt x="84" y="292"/>
                  <a:pt x="81" y="296"/>
                </a:cubicBezTo>
                <a:cubicBezTo>
                  <a:pt x="78" y="299"/>
                  <a:pt x="76" y="302"/>
                  <a:pt x="75" y="305"/>
                </a:cubicBezTo>
                <a:cubicBezTo>
                  <a:pt x="71" y="315"/>
                  <a:pt x="66" y="323"/>
                  <a:pt x="59" y="331"/>
                </a:cubicBezTo>
                <a:cubicBezTo>
                  <a:pt x="54" y="337"/>
                  <a:pt x="50" y="343"/>
                  <a:pt x="45" y="349"/>
                </a:cubicBezTo>
                <a:cubicBezTo>
                  <a:pt x="39" y="356"/>
                  <a:pt x="34" y="364"/>
                  <a:pt x="31" y="373"/>
                </a:cubicBezTo>
                <a:cubicBezTo>
                  <a:pt x="29" y="377"/>
                  <a:pt x="29" y="379"/>
                  <a:pt x="34" y="381"/>
                </a:cubicBezTo>
                <a:cubicBezTo>
                  <a:pt x="38" y="382"/>
                  <a:pt x="42" y="383"/>
                  <a:pt x="46" y="382"/>
                </a:cubicBezTo>
                <a:cubicBezTo>
                  <a:pt x="53" y="381"/>
                  <a:pt x="59" y="378"/>
                  <a:pt x="64" y="374"/>
                </a:cubicBezTo>
                <a:cubicBezTo>
                  <a:pt x="69" y="371"/>
                  <a:pt x="73" y="367"/>
                  <a:pt x="78" y="363"/>
                </a:cubicBezTo>
                <a:cubicBezTo>
                  <a:pt x="81" y="361"/>
                  <a:pt x="83" y="359"/>
                  <a:pt x="87" y="358"/>
                </a:cubicBezTo>
                <a:cubicBezTo>
                  <a:pt x="97" y="356"/>
                  <a:pt x="106" y="351"/>
                  <a:pt x="114" y="346"/>
                </a:cubicBezTo>
                <a:cubicBezTo>
                  <a:pt x="119" y="343"/>
                  <a:pt x="123" y="340"/>
                  <a:pt x="127" y="338"/>
                </a:cubicBezTo>
                <a:cubicBezTo>
                  <a:pt x="131" y="335"/>
                  <a:pt x="133" y="331"/>
                  <a:pt x="133" y="325"/>
                </a:cubicBezTo>
                <a:cubicBezTo>
                  <a:pt x="132" y="304"/>
                  <a:pt x="132" y="282"/>
                  <a:pt x="132" y="260"/>
                </a:cubicBezTo>
                <a:cubicBezTo>
                  <a:pt x="132" y="259"/>
                  <a:pt x="132" y="257"/>
                  <a:pt x="132" y="25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1" name="Freeform 12">
            <a:extLst xmlns:a="http://schemas.openxmlformats.org/drawingml/2006/main">
              <a:ext uri="{FF2B5EF4-FFF2-40B4-BE49-F238E27FC236}">
                <a16:creationId xmlns:a16="http://schemas.microsoft.com/office/drawing/2014/main" id="{8EA2A6A6-CC9B-439F-9284-D0D376632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0994" y="431437"/>
            <a:ext cx="115759" cy="160238"/>
          </a:xfrm>
          <a:custGeom xmlns:a="http://schemas.openxmlformats.org/drawingml/2006/main">
            <a:gdLst>
              <a:gd name="T0" fmla="*/ 34 w 229"/>
              <a:gd name="T1" fmla="*/ 0 h 316"/>
              <a:gd name="T2" fmla="*/ 37 w 229"/>
              <a:gd name="T3" fmla="*/ 2 h 316"/>
              <a:gd name="T4" fmla="*/ 69 w 229"/>
              <a:gd name="T5" fmla="*/ 32 h 316"/>
              <a:gd name="T6" fmla="*/ 73 w 229"/>
              <a:gd name="T7" fmla="*/ 38 h 316"/>
              <a:gd name="T8" fmla="*/ 99 w 229"/>
              <a:gd name="T9" fmla="*/ 117 h 316"/>
              <a:gd name="T10" fmla="*/ 101 w 229"/>
              <a:gd name="T11" fmla="*/ 128 h 316"/>
              <a:gd name="T12" fmla="*/ 112 w 229"/>
              <a:gd name="T13" fmla="*/ 132 h 316"/>
              <a:gd name="T14" fmla="*/ 120 w 229"/>
              <a:gd name="T15" fmla="*/ 127 h 316"/>
              <a:gd name="T16" fmla="*/ 145 w 229"/>
              <a:gd name="T17" fmla="*/ 109 h 316"/>
              <a:gd name="T18" fmla="*/ 148 w 229"/>
              <a:gd name="T19" fmla="*/ 103 h 316"/>
              <a:gd name="T20" fmla="*/ 148 w 229"/>
              <a:gd name="T21" fmla="*/ 80 h 316"/>
              <a:gd name="T22" fmla="*/ 159 w 229"/>
              <a:gd name="T23" fmla="*/ 69 h 316"/>
              <a:gd name="T24" fmla="*/ 162 w 229"/>
              <a:gd name="T25" fmla="*/ 71 h 316"/>
              <a:gd name="T26" fmla="*/ 164 w 229"/>
              <a:gd name="T27" fmla="*/ 75 h 316"/>
              <a:gd name="T28" fmla="*/ 171 w 229"/>
              <a:gd name="T29" fmla="*/ 86 h 316"/>
              <a:gd name="T30" fmla="*/ 204 w 229"/>
              <a:gd name="T31" fmla="*/ 104 h 316"/>
              <a:gd name="T32" fmla="*/ 209 w 229"/>
              <a:gd name="T33" fmla="*/ 112 h 316"/>
              <a:gd name="T34" fmla="*/ 169 w 229"/>
              <a:gd name="T35" fmla="*/ 170 h 316"/>
              <a:gd name="T36" fmla="*/ 128 w 229"/>
              <a:gd name="T37" fmla="*/ 175 h 316"/>
              <a:gd name="T38" fmla="*/ 114 w 229"/>
              <a:gd name="T39" fmla="*/ 190 h 316"/>
              <a:gd name="T40" fmla="*/ 115 w 229"/>
              <a:gd name="T41" fmla="*/ 196 h 316"/>
              <a:gd name="T42" fmla="*/ 115 w 229"/>
              <a:gd name="T43" fmla="*/ 219 h 316"/>
              <a:gd name="T44" fmla="*/ 109 w 229"/>
              <a:gd name="T45" fmla="*/ 226 h 316"/>
              <a:gd name="T46" fmla="*/ 89 w 229"/>
              <a:gd name="T47" fmla="*/ 246 h 316"/>
              <a:gd name="T48" fmla="*/ 95 w 229"/>
              <a:gd name="T49" fmla="*/ 260 h 316"/>
              <a:gd name="T50" fmla="*/ 113 w 229"/>
              <a:gd name="T51" fmla="*/ 259 h 316"/>
              <a:gd name="T52" fmla="*/ 148 w 229"/>
              <a:gd name="T53" fmla="*/ 248 h 316"/>
              <a:gd name="T54" fmla="*/ 170 w 229"/>
              <a:gd name="T55" fmla="*/ 243 h 316"/>
              <a:gd name="T56" fmla="*/ 187 w 229"/>
              <a:gd name="T57" fmla="*/ 237 h 316"/>
              <a:gd name="T58" fmla="*/ 212 w 229"/>
              <a:gd name="T59" fmla="*/ 229 h 316"/>
              <a:gd name="T60" fmla="*/ 220 w 229"/>
              <a:gd name="T61" fmla="*/ 229 h 316"/>
              <a:gd name="T62" fmla="*/ 227 w 229"/>
              <a:gd name="T63" fmla="*/ 241 h 316"/>
              <a:gd name="T64" fmla="*/ 214 w 229"/>
              <a:gd name="T65" fmla="*/ 267 h 316"/>
              <a:gd name="T66" fmla="*/ 203 w 229"/>
              <a:gd name="T67" fmla="*/ 277 h 316"/>
              <a:gd name="T68" fmla="*/ 174 w 229"/>
              <a:gd name="T69" fmla="*/ 289 h 316"/>
              <a:gd name="T70" fmla="*/ 140 w 229"/>
              <a:gd name="T71" fmla="*/ 298 h 316"/>
              <a:gd name="T72" fmla="*/ 127 w 229"/>
              <a:gd name="T73" fmla="*/ 298 h 316"/>
              <a:gd name="T74" fmla="*/ 116 w 229"/>
              <a:gd name="T75" fmla="*/ 301 h 316"/>
              <a:gd name="T76" fmla="*/ 55 w 229"/>
              <a:gd name="T77" fmla="*/ 304 h 316"/>
              <a:gd name="T78" fmla="*/ 44 w 229"/>
              <a:gd name="T79" fmla="*/ 292 h 316"/>
              <a:gd name="T80" fmla="*/ 27 w 229"/>
              <a:gd name="T81" fmla="*/ 257 h 316"/>
              <a:gd name="T82" fmla="*/ 25 w 229"/>
              <a:gd name="T83" fmla="*/ 252 h 316"/>
              <a:gd name="T84" fmla="*/ 18 w 229"/>
              <a:gd name="T85" fmla="*/ 217 h 316"/>
              <a:gd name="T86" fmla="*/ 18 w 229"/>
              <a:gd name="T87" fmla="*/ 210 h 316"/>
              <a:gd name="T88" fmla="*/ 1 w 229"/>
              <a:gd name="T89" fmla="*/ 140 h 316"/>
              <a:gd name="T90" fmla="*/ 0 w 229"/>
              <a:gd name="T91" fmla="*/ 134 h 316"/>
              <a:gd name="T92" fmla="*/ 18 w 229"/>
              <a:gd name="T93" fmla="*/ 50 h 316"/>
              <a:gd name="T94" fmla="*/ 32 w 229"/>
              <a:gd name="T95" fmla="*/ 4 h 316"/>
              <a:gd name="T96" fmla="*/ 34 w 229"/>
              <a:gd name="T97" fmla="*/ 0 h 316"/>
            </a:gdLst>
            <a:rect l="0" t="0" r="r" b="b"/>
            <a:pathLst>
              <a:path w="229" h="316">
                <a:moveTo>
                  <a:pt x="34" y="0"/>
                </a:moveTo>
                <a:cubicBezTo>
                  <a:pt x="35" y="1"/>
                  <a:pt x="36" y="2"/>
                  <a:pt x="37" y="2"/>
                </a:cubicBezTo>
                <a:cubicBezTo>
                  <a:pt x="48" y="12"/>
                  <a:pt x="58" y="22"/>
                  <a:pt x="69" y="32"/>
                </a:cubicBezTo>
                <a:cubicBezTo>
                  <a:pt x="71" y="34"/>
                  <a:pt x="72" y="36"/>
                  <a:pt x="73" y="38"/>
                </a:cubicBezTo>
                <a:cubicBezTo>
                  <a:pt x="86" y="63"/>
                  <a:pt x="94" y="89"/>
                  <a:pt x="99" y="117"/>
                </a:cubicBezTo>
                <a:cubicBezTo>
                  <a:pt x="99" y="120"/>
                  <a:pt x="100" y="124"/>
                  <a:pt x="101" y="128"/>
                </a:cubicBezTo>
                <a:cubicBezTo>
                  <a:pt x="103" y="133"/>
                  <a:pt x="107" y="134"/>
                  <a:pt x="112" y="132"/>
                </a:cubicBezTo>
                <a:cubicBezTo>
                  <a:pt x="115" y="130"/>
                  <a:pt x="117" y="129"/>
                  <a:pt x="120" y="127"/>
                </a:cubicBezTo>
                <a:cubicBezTo>
                  <a:pt x="128" y="121"/>
                  <a:pt x="136" y="115"/>
                  <a:pt x="145" y="109"/>
                </a:cubicBezTo>
                <a:cubicBezTo>
                  <a:pt x="147" y="108"/>
                  <a:pt x="148" y="106"/>
                  <a:pt x="148" y="103"/>
                </a:cubicBezTo>
                <a:cubicBezTo>
                  <a:pt x="148" y="95"/>
                  <a:pt x="148" y="88"/>
                  <a:pt x="148" y="80"/>
                </a:cubicBezTo>
                <a:cubicBezTo>
                  <a:pt x="148" y="75"/>
                  <a:pt x="153" y="69"/>
                  <a:pt x="159" y="69"/>
                </a:cubicBezTo>
                <a:cubicBezTo>
                  <a:pt x="160" y="69"/>
                  <a:pt x="162" y="70"/>
                  <a:pt x="162" y="71"/>
                </a:cubicBezTo>
                <a:cubicBezTo>
                  <a:pt x="163" y="72"/>
                  <a:pt x="164" y="73"/>
                  <a:pt x="164" y="75"/>
                </a:cubicBezTo>
                <a:cubicBezTo>
                  <a:pt x="164" y="79"/>
                  <a:pt x="167" y="83"/>
                  <a:pt x="171" y="86"/>
                </a:cubicBezTo>
                <a:cubicBezTo>
                  <a:pt x="181" y="94"/>
                  <a:pt x="192" y="100"/>
                  <a:pt x="204" y="104"/>
                </a:cubicBezTo>
                <a:cubicBezTo>
                  <a:pt x="208" y="106"/>
                  <a:pt x="209" y="108"/>
                  <a:pt x="209" y="112"/>
                </a:cubicBezTo>
                <a:cubicBezTo>
                  <a:pt x="210" y="140"/>
                  <a:pt x="196" y="160"/>
                  <a:pt x="169" y="170"/>
                </a:cubicBezTo>
                <a:cubicBezTo>
                  <a:pt x="156" y="175"/>
                  <a:pt x="142" y="177"/>
                  <a:pt x="128" y="175"/>
                </a:cubicBezTo>
                <a:cubicBezTo>
                  <a:pt x="119" y="173"/>
                  <a:pt x="112" y="182"/>
                  <a:pt x="114" y="190"/>
                </a:cubicBezTo>
                <a:cubicBezTo>
                  <a:pt x="114" y="192"/>
                  <a:pt x="115" y="194"/>
                  <a:pt x="115" y="196"/>
                </a:cubicBezTo>
                <a:cubicBezTo>
                  <a:pt x="118" y="203"/>
                  <a:pt x="118" y="211"/>
                  <a:pt x="115" y="219"/>
                </a:cubicBezTo>
                <a:cubicBezTo>
                  <a:pt x="114" y="222"/>
                  <a:pt x="112" y="224"/>
                  <a:pt x="109" y="226"/>
                </a:cubicBezTo>
                <a:cubicBezTo>
                  <a:pt x="101" y="231"/>
                  <a:pt x="95" y="238"/>
                  <a:pt x="89" y="246"/>
                </a:cubicBezTo>
                <a:cubicBezTo>
                  <a:pt x="84" y="254"/>
                  <a:pt x="85" y="258"/>
                  <a:pt x="95" y="260"/>
                </a:cubicBezTo>
                <a:cubicBezTo>
                  <a:pt x="101" y="261"/>
                  <a:pt x="107" y="261"/>
                  <a:pt x="113" y="259"/>
                </a:cubicBezTo>
                <a:cubicBezTo>
                  <a:pt x="125" y="256"/>
                  <a:pt x="137" y="252"/>
                  <a:pt x="148" y="248"/>
                </a:cubicBezTo>
                <a:cubicBezTo>
                  <a:pt x="155" y="245"/>
                  <a:pt x="162" y="243"/>
                  <a:pt x="170" y="243"/>
                </a:cubicBezTo>
                <a:cubicBezTo>
                  <a:pt x="176" y="242"/>
                  <a:pt x="182" y="240"/>
                  <a:pt x="187" y="237"/>
                </a:cubicBezTo>
                <a:cubicBezTo>
                  <a:pt x="195" y="234"/>
                  <a:pt x="203" y="230"/>
                  <a:pt x="212" y="229"/>
                </a:cubicBezTo>
                <a:cubicBezTo>
                  <a:pt x="214" y="229"/>
                  <a:pt x="217" y="229"/>
                  <a:pt x="220" y="229"/>
                </a:cubicBezTo>
                <a:cubicBezTo>
                  <a:pt x="226" y="230"/>
                  <a:pt x="229" y="236"/>
                  <a:pt x="227" y="241"/>
                </a:cubicBezTo>
                <a:cubicBezTo>
                  <a:pt x="223" y="250"/>
                  <a:pt x="218" y="259"/>
                  <a:pt x="214" y="267"/>
                </a:cubicBezTo>
                <a:cubicBezTo>
                  <a:pt x="211" y="271"/>
                  <a:pt x="207" y="274"/>
                  <a:pt x="203" y="277"/>
                </a:cubicBezTo>
                <a:cubicBezTo>
                  <a:pt x="194" y="282"/>
                  <a:pt x="184" y="286"/>
                  <a:pt x="174" y="289"/>
                </a:cubicBezTo>
                <a:cubicBezTo>
                  <a:pt x="163" y="292"/>
                  <a:pt x="151" y="295"/>
                  <a:pt x="140" y="298"/>
                </a:cubicBezTo>
                <a:cubicBezTo>
                  <a:pt x="136" y="299"/>
                  <a:pt x="131" y="298"/>
                  <a:pt x="127" y="298"/>
                </a:cubicBezTo>
                <a:cubicBezTo>
                  <a:pt x="122" y="298"/>
                  <a:pt x="119" y="299"/>
                  <a:pt x="116" y="301"/>
                </a:cubicBezTo>
                <a:cubicBezTo>
                  <a:pt x="97" y="315"/>
                  <a:pt x="74" y="316"/>
                  <a:pt x="55" y="304"/>
                </a:cubicBezTo>
                <a:cubicBezTo>
                  <a:pt x="51" y="301"/>
                  <a:pt x="47" y="297"/>
                  <a:pt x="44" y="292"/>
                </a:cubicBezTo>
                <a:cubicBezTo>
                  <a:pt x="37" y="281"/>
                  <a:pt x="32" y="269"/>
                  <a:pt x="27" y="257"/>
                </a:cubicBezTo>
                <a:cubicBezTo>
                  <a:pt x="26" y="255"/>
                  <a:pt x="26" y="254"/>
                  <a:pt x="25" y="252"/>
                </a:cubicBezTo>
                <a:cubicBezTo>
                  <a:pt x="20" y="241"/>
                  <a:pt x="17" y="230"/>
                  <a:pt x="18" y="217"/>
                </a:cubicBezTo>
                <a:cubicBezTo>
                  <a:pt x="19" y="215"/>
                  <a:pt x="18" y="213"/>
                  <a:pt x="18" y="210"/>
                </a:cubicBezTo>
                <a:cubicBezTo>
                  <a:pt x="12" y="187"/>
                  <a:pt x="6" y="163"/>
                  <a:pt x="1" y="140"/>
                </a:cubicBezTo>
                <a:cubicBezTo>
                  <a:pt x="0" y="138"/>
                  <a:pt x="0" y="136"/>
                  <a:pt x="0" y="134"/>
                </a:cubicBezTo>
                <a:cubicBezTo>
                  <a:pt x="6" y="106"/>
                  <a:pt x="12" y="78"/>
                  <a:pt x="18" y="50"/>
                </a:cubicBezTo>
                <a:cubicBezTo>
                  <a:pt x="22" y="35"/>
                  <a:pt x="26" y="19"/>
                  <a:pt x="32" y="4"/>
                </a:cubicBezTo>
                <a:cubicBezTo>
                  <a:pt x="33" y="2"/>
                  <a:pt x="33" y="1"/>
                  <a:pt x="3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2" name="Freeform 13">
            <a:extLst xmlns:a="http://schemas.openxmlformats.org/drawingml/2006/main">
              <a:ext uri="{FF2B5EF4-FFF2-40B4-BE49-F238E27FC236}">
                <a16:creationId xmlns:a16="http://schemas.microsoft.com/office/drawing/2014/main" id="{D7DC4A30-9362-44BA-8F65-70DD74A32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5489" y="493594"/>
            <a:ext cx="137428" cy="152255"/>
          </a:xfrm>
          <a:custGeom xmlns:a="http://schemas.openxmlformats.org/drawingml/2006/main">
            <a:gdLst>
              <a:gd name="T0" fmla="*/ 194 w 271"/>
              <a:gd name="T1" fmla="*/ 98 h 300"/>
              <a:gd name="T2" fmla="*/ 236 w 271"/>
              <a:gd name="T3" fmla="*/ 96 h 300"/>
              <a:gd name="T4" fmla="*/ 237 w 271"/>
              <a:gd name="T5" fmla="*/ 111 h 300"/>
              <a:gd name="T6" fmla="*/ 175 w 271"/>
              <a:gd name="T7" fmla="*/ 150 h 300"/>
              <a:gd name="T8" fmla="*/ 169 w 271"/>
              <a:gd name="T9" fmla="*/ 195 h 300"/>
              <a:gd name="T10" fmla="*/ 177 w 271"/>
              <a:gd name="T11" fmla="*/ 299 h 300"/>
              <a:gd name="T12" fmla="*/ 159 w 271"/>
              <a:gd name="T13" fmla="*/ 285 h 300"/>
              <a:gd name="T14" fmla="*/ 150 w 271"/>
              <a:gd name="T15" fmla="*/ 266 h 300"/>
              <a:gd name="T16" fmla="*/ 133 w 271"/>
              <a:gd name="T17" fmla="*/ 260 h 300"/>
              <a:gd name="T18" fmla="*/ 132 w 271"/>
              <a:gd name="T19" fmla="*/ 243 h 300"/>
              <a:gd name="T20" fmla="*/ 149 w 271"/>
              <a:gd name="T21" fmla="*/ 232 h 300"/>
              <a:gd name="T22" fmla="*/ 139 w 271"/>
              <a:gd name="T23" fmla="*/ 197 h 300"/>
              <a:gd name="T24" fmla="*/ 117 w 271"/>
              <a:gd name="T25" fmla="*/ 216 h 300"/>
              <a:gd name="T26" fmla="*/ 101 w 271"/>
              <a:gd name="T27" fmla="*/ 235 h 300"/>
              <a:gd name="T28" fmla="*/ 26 w 271"/>
              <a:gd name="T29" fmla="*/ 293 h 300"/>
              <a:gd name="T30" fmla="*/ 0 w 271"/>
              <a:gd name="T31" fmla="*/ 243 h 300"/>
              <a:gd name="T32" fmla="*/ 9 w 271"/>
              <a:gd name="T33" fmla="*/ 237 h 300"/>
              <a:gd name="T34" fmla="*/ 32 w 271"/>
              <a:gd name="T35" fmla="*/ 234 h 300"/>
              <a:gd name="T36" fmla="*/ 59 w 271"/>
              <a:gd name="T37" fmla="*/ 219 h 300"/>
              <a:gd name="T38" fmla="*/ 116 w 271"/>
              <a:gd name="T39" fmla="*/ 185 h 300"/>
              <a:gd name="T40" fmla="*/ 145 w 271"/>
              <a:gd name="T41" fmla="*/ 155 h 300"/>
              <a:gd name="T42" fmla="*/ 133 w 271"/>
              <a:gd name="T43" fmla="*/ 142 h 300"/>
              <a:gd name="T44" fmla="*/ 145 w 271"/>
              <a:gd name="T45" fmla="*/ 112 h 300"/>
              <a:gd name="T46" fmla="*/ 143 w 271"/>
              <a:gd name="T47" fmla="*/ 104 h 300"/>
              <a:gd name="T48" fmla="*/ 124 w 271"/>
              <a:gd name="T49" fmla="*/ 108 h 300"/>
              <a:gd name="T50" fmla="*/ 121 w 271"/>
              <a:gd name="T51" fmla="*/ 140 h 300"/>
              <a:gd name="T52" fmla="*/ 87 w 271"/>
              <a:gd name="T53" fmla="*/ 188 h 300"/>
              <a:gd name="T54" fmla="*/ 73 w 271"/>
              <a:gd name="T55" fmla="*/ 176 h 300"/>
              <a:gd name="T56" fmla="*/ 67 w 271"/>
              <a:gd name="T57" fmla="*/ 159 h 300"/>
              <a:gd name="T58" fmla="*/ 66 w 271"/>
              <a:gd name="T59" fmla="*/ 63 h 300"/>
              <a:gd name="T60" fmla="*/ 72 w 271"/>
              <a:gd name="T61" fmla="*/ 47 h 300"/>
              <a:gd name="T62" fmla="*/ 88 w 271"/>
              <a:gd name="T63" fmla="*/ 55 h 300"/>
              <a:gd name="T64" fmla="*/ 109 w 271"/>
              <a:gd name="T65" fmla="*/ 63 h 300"/>
              <a:gd name="T66" fmla="*/ 160 w 271"/>
              <a:gd name="T67" fmla="*/ 28 h 300"/>
              <a:gd name="T68" fmla="*/ 187 w 271"/>
              <a:gd name="T69" fmla="*/ 16 h 300"/>
              <a:gd name="T70" fmla="*/ 258 w 271"/>
              <a:gd name="T71" fmla="*/ 4 h 300"/>
              <a:gd name="T72" fmla="*/ 271 w 271"/>
              <a:gd name="T73" fmla="*/ 16 h 300"/>
              <a:gd name="T74" fmla="*/ 248 w 271"/>
              <a:gd name="T75" fmla="*/ 37 h 300"/>
              <a:gd name="T76" fmla="*/ 215 w 271"/>
              <a:gd name="T77" fmla="*/ 67 h 300"/>
              <a:gd name="T78" fmla="*/ 186 w 271"/>
              <a:gd name="T79" fmla="*/ 95 h 300"/>
            </a:gdLst>
            <a:rect l="0" t="0" r="r" b="b"/>
            <a:pathLst>
              <a:path w="271" h="300">
                <a:moveTo>
                  <a:pt x="185" y="102"/>
                </a:moveTo>
                <a:cubicBezTo>
                  <a:pt x="188" y="101"/>
                  <a:pt x="191" y="99"/>
                  <a:pt x="194" y="98"/>
                </a:cubicBezTo>
                <a:cubicBezTo>
                  <a:pt x="200" y="94"/>
                  <a:pt x="206" y="91"/>
                  <a:pt x="213" y="90"/>
                </a:cubicBezTo>
                <a:cubicBezTo>
                  <a:pt x="221" y="89"/>
                  <a:pt x="229" y="92"/>
                  <a:pt x="236" y="96"/>
                </a:cubicBezTo>
                <a:cubicBezTo>
                  <a:pt x="237" y="97"/>
                  <a:pt x="238" y="98"/>
                  <a:pt x="239" y="99"/>
                </a:cubicBezTo>
                <a:cubicBezTo>
                  <a:pt x="242" y="103"/>
                  <a:pt x="242" y="108"/>
                  <a:pt x="237" y="111"/>
                </a:cubicBezTo>
                <a:cubicBezTo>
                  <a:pt x="220" y="127"/>
                  <a:pt x="200" y="139"/>
                  <a:pt x="179" y="148"/>
                </a:cubicBezTo>
                <a:cubicBezTo>
                  <a:pt x="178" y="149"/>
                  <a:pt x="176" y="149"/>
                  <a:pt x="175" y="150"/>
                </a:cubicBezTo>
                <a:cubicBezTo>
                  <a:pt x="167" y="153"/>
                  <a:pt x="164" y="159"/>
                  <a:pt x="163" y="168"/>
                </a:cubicBezTo>
                <a:cubicBezTo>
                  <a:pt x="163" y="177"/>
                  <a:pt x="165" y="187"/>
                  <a:pt x="169" y="195"/>
                </a:cubicBezTo>
                <a:cubicBezTo>
                  <a:pt x="182" y="226"/>
                  <a:pt x="186" y="259"/>
                  <a:pt x="185" y="292"/>
                </a:cubicBezTo>
                <a:cubicBezTo>
                  <a:pt x="185" y="298"/>
                  <a:pt x="183" y="300"/>
                  <a:pt x="177" y="299"/>
                </a:cubicBezTo>
                <a:cubicBezTo>
                  <a:pt x="171" y="299"/>
                  <a:pt x="165" y="297"/>
                  <a:pt x="161" y="292"/>
                </a:cubicBezTo>
                <a:cubicBezTo>
                  <a:pt x="159" y="290"/>
                  <a:pt x="159" y="287"/>
                  <a:pt x="159" y="285"/>
                </a:cubicBezTo>
                <a:cubicBezTo>
                  <a:pt x="159" y="284"/>
                  <a:pt x="159" y="282"/>
                  <a:pt x="159" y="281"/>
                </a:cubicBezTo>
                <a:cubicBezTo>
                  <a:pt x="159" y="274"/>
                  <a:pt x="156" y="269"/>
                  <a:pt x="150" y="266"/>
                </a:cubicBezTo>
                <a:cubicBezTo>
                  <a:pt x="146" y="263"/>
                  <a:pt x="141" y="262"/>
                  <a:pt x="136" y="260"/>
                </a:cubicBezTo>
                <a:cubicBezTo>
                  <a:pt x="135" y="260"/>
                  <a:pt x="134" y="260"/>
                  <a:pt x="133" y="260"/>
                </a:cubicBezTo>
                <a:cubicBezTo>
                  <a:pt x="129" y="258"/>
                  <a:pt x="126" y="255"/>
                  <a:pt x="126" y="252"/>
                </a:cubicBezTo>
                <a:cubicBezTo>
                  <a:pt x="125" y="248"/>
                  <a:pt x="128" y="244"/>
                  <a:pt x="132" y="243"/>
                </a:cubicBezTo>
                <a:cubicBezTo>
                  <a:pt x="134" y="242"/>
                  <a:pt x="136" y="242"/>
                  <a:pt x="138" y="242"/>
                </a:cubicBezTo>
                <a:cubicBezTo>
                  <a:pt x="144" y="241"/>
                  <a:pt x="147" y="238"/>
                  <a:pt x="149" y="232"/>
                </a:cubicBezTo>
                <a:cubicBezTo>
                  <a:pt x="153" y="220"/>
                  <a:pt x="151" y="208"/>
                  <a:pt x="144" y="197"/>
                </a:cubicBezTo>
                <a:cubicBezTo>
                  <a:pt x="142" y="195"/>
                  <a:pt x="141" y="195"/>
                  <a:pt x="139" y="197"/>
                </a:cubicBezTo>
                <a:cubicBezTo>
                  <a:pt x="138" y="197"/>
                  <a:pt x="137" y="198"/>
                  <a:pt x="136" y="199"/>
                </a:cubicBezTo>
                <a:cubicBezTo>
                  <a:pt x="129" y="205"/>
                  <a:pt x="123" y="210"/>
                  <a:pt x="117" y="216"/>
                </a:cubicBezTo>
                <a:cubicBezTo>
                  <a:pt x="112" y="220"/>
                  <a:pt x="108" y="225"/>
                  <a:pt x="105" y="231"/>
                </a:cubicBezTo>
                <a:cubicBezTo>
                  <a:pt x="104" y="232"/>
                  <a:pt x="103" y="233"/>
                  <a:pt x="101" y="235"/>
                </a:cubicBezTo>
                <a:cubicBezTo>
                  <a:pt x="84" y="253"/>
                  <a:pt x="66" y="270"/>
                  <a:pt x="48" y="288"/>
                </a:cubicBezTo>
                <a:cubicBezTo>
                  <a:pt x="41" y="296"/>
                  <a:pt x="35" y="297"/>
                  <a:pt x="26" y="293"/>
                </a:cubicBezTo>
                <a:cubicBezTo>
                  <a:pt x="20" y="291"/>
                  <a:pt x="16" y="287"/>
                  <a:pt x="13" y="282"/>
                </a:cubicBezTo>
                <a:cubicBezTo>
                  <a:pt x="4" y="271"/>
                  <a:pt x="1" y="257"/>
                  <a:pt x="0" y="243"/>
                </a:cubicBezTo>
                <a:cubicBezTo>
                  <a:pt x="0" y="240"/>
                  <a:pt x="1" y="239"/>
                  <a:pt x="3" y="239"/>
                </a:cubicBezTo>
                <a:cubicBezTo>
                  <a:pt x="5" y="238"/>
                  <a:pt x="7" y="237"/>
                  <a:pt x="9" y="237"/>
                </a:cubicBezTo>
                <a:cubicBezTo>
                  <a:pt x="13" y="235"/>
                  <a:pt x="16" y="235"/>
                  <a:pt x="20" y="237"/>
                </a:cubicBezTo>
                <a:cubicBezTo>
                  <a:pt x="24" y="239"/>
                  <a:pt x="28" y="238"/>
                  <a:pt x="32" y="234"/>
                </a:cubicBezTo>
                <a:cubicBezTo>
                  <a:pt x="34" y="233"/>
                  <a:pt x="37" y="231"/>
                  <a:pt x="39" y="230"/>
                </a:cubicBezTo>
                <a:cubicBezTo>
                  <a:pt x="46" y="226"/>
                  <a:pt x="52" y="222"/>
                  <a:pt x="59" y="219"/>
                </a:cubicBezTo>
                <a:cubicBezTo>
                  <a:pt x="60" y="218"/>
                  <a:pt x="62" y="217"/>
                  <a:pt x="63" y="216"/>
                </a:cubicBezTo>
                <a:cubicBezTo>
                  <a:pt x="81" y="206"/>
                  <a:pt x="98" y="195"/>
                  <a:pt x="116" y="185"/>
                </a:cubicBezTo>
                <a:cubicBezTo>
                  <a:pt x="122" y="181"/>
                  <a:pt x="128" y="177"/>
                  <a:pt x="134" y="172"/>
                </a:cubicBezTo>
                <a:cubicBezTo>
                  <a:pt x="139" y="168"/>
                  <a:pt x="143" y="163"/>
                  <a:pt x="145" y="155"/>
                </a:cubicBezTo>
                <a:cubicBezTo>
                  <a:pt x="143" y="155"/>
                  <a:pt x="142" y="154"/>
                  <a:pt x="140" y="154"/>
                </a:cubicBezTo>
                <a:cubicBezTo>
                  <a:pt x="134" y="152"/>
                  <a:pt x="132" y="148"/>
                  <a:pt x="133" y="142"/>
                </a:cubicBezTo>
                <a:cubicBezTo>
                  <a:pt x="134" y="140"/>
                  <a:pt x="135" y="137"/>
                  <a:pt x="136" y="135"/>
                </a:cubicBezTo>
                <a:cubicBezTo>
                  <a:pt x="139" y="127"/>
                  <a:pt x="142" y="119"/>
                  <a:pt x="145" y="112"/>
                </a:cubicBezTo>
                <a:cubicBezTo>
                  <a:pt x="145" y="111"/>
                  <a:pt x="146" y="110"/>
                  <a:pt x="146" y="109"/>
                </a:cubicBezTo>
                <a:cubicBezTo>
                  <a:pt x="147" y="105"/>
                  <a:pt x="146" y="104"/>
                  <a:pt x="143" y="104"/>
                </a:cubicBezTo>
                <a:cubicBezTo>
                  <a:pt x="140" y="104"/>
                  <a:pt x="138" y="104"/>
                  <a:pt x="135" y="105"/>
                </a:cubicBezTo>
                <a:cubicBezTo>
                  <a:pt x="132" y="106"/>
                  <a:pt x="128" y="107"/>
                  <a:pt x="124" y="108"/>
                </a:cubicBezTo>
                <a:cubicBezTo>
                  <a:pt x="122" y="109"/>
                  <a:pt x="121" y="111"/>
                  <a:pt x="121" y="113"/>
                </a:cubicBezTo>
                <a:cubicBezTo>
                  <a:pt x="121" y="122"/>
                  <a:pt x="121" y="131"/>
                  <a:pt x="121" y="140"/>
                </a:cubicBezTo>
                <a:cubicBezTo>
                  <a:pt x="121" y="142"/>
                  <a:pt x="120" y="144"/>
                  <a:pt x="119" y="146"/>
                </a:cubicBezTo>
                <a:cubicBezTo>
                  <a:pt x="108" y="160"/>
                  <a:pt x="98" y="174"/>
                  <a:pt x="87" y="188"/>
                </a:cubicBezTo>
                <a:cubicBezTo>
                  <a:pt x="87" y="189"/>
                  <a:pt x="86" y="189"/>
                  <a:pt x="86" y="190"/>
                </a:cubicBezTo>
                <a:cubicBezTo>
                  <a:pt x="81" y="185"/>
                  <a:pt x="77" y="181"/>
                  <a:pt x="73" y="176"/>
                </a:cubicBezTo>
                <a:cubicBezTo>
                  <a:pt x="70" y="173"/>
                  <a:pt x="69" y="170"/>
                  <a:pt x="69" y="166"/>
                </a:cubicBezTo>
                <a:cubicBezTo>
                  <a:pt x="68" y="164"/>
                  <a:pt x="68" y="161"/>
                  <a:pt x="67" y="159"/>
                </a:cubicBezTo>
                <a:cubicBezTo>
                  <a:pt x="58" y="138"/>
                  <a:pt x="57" y="117"/>
                  <a:pt x="63" y="95"/>
                </a:cubicBezTo>
                <a:cubicBezTo>
                  <a:pt x="67" y="84"/>
                  <a:pt x="67" y="74"/>
                  <a:pt x="66" y="63"/>
                </a:cubicBezTo>
                <a:cubicBezTo>
                  <a:pt x="66" y="60"/>
                  <a:pt x="66" y="57"/>
                  <a:pt x="66" y="54"/>
                </a:cubicBezTo>
                <a:cubicBezTo>
                  <a:pt x="66" y="50"/>
                  <a:pt x="68" y="47"/>
                  <a:pt x="72" y="47"/>
                </a:cubicBezTo>
                <a:cubicBezTo>
                  <a:pt x="75" y="46"/>
                  <a:pt x="78" y="47"/>
                  <a:pt x="80" y="48"/>
                </a:cubicBezTo>
                <a:cubicBezTo>
                  <a:pt x="83" y="50"/>
                  <a:pt x="85" y="52"/>
                  <a:pt x="88" y="55"/>
                </a:cubicBezTo>
                <a:cubicBezTo>
                  <a:pt x="90" y="57"/>
                  <a:pt x="91" y="59"/>
                  <a:pt x="93" y="61"/>
                </a:cubicBezTo>
                <a:cubicBezTo>
                  <a:pt x="99" y="66"/>
                  <a:pt x="103" y="67"/>
                  <a:pt x="109" y="63"/>
                </a:cubicBezTo>
                <a:cubicBezTo>
                  <a:pt x="117" y="58"/>
                  <a:pt x="125" y="53"/>
                  <a:pt x="133" y="48"/>
                </a:cubicBezTo>
                <a:cubicBezTo>
                  <a:pt x="142" y="41"/>
                  <a:pt x="151" y="35"/>
                  <a:pt x="160" y="28"/>
                </a:cubicBezTo>
                <a:cubicBezTo>
                  <a:pt x="163" y="25"/>
                  <a:pt x="167" y="24"/>
                  <a:pt x="171" y="23"/>
                </a:cubicBezTo>
                <a:cubicBezTo>
                  <a:pt x="177" y="23"/>
                  <a:pt x="182" y="20"/>
                  <a:pt x="187" y="16"/>
                </a:cubicBezTo>
                <a:cubicBezTo>
                  <a:pt x="196" y="6"/>
                  <a:pt x="208" y="2"/>
                  <a:pt x="221" y="1"/>
                </a:cubicBezTo>
                <a:cubicBezTo>
                  <a:pt x="233" y="0"/>
                  <a:pt x="246" y="0"/>
                  <a:pt x="258" y="4"/>
                </a:cubicBezTo>
                <a:cubicBezTo>
                  <a:pt x="261" y="5"/>
                  <a:pt x="264" y="7"/>
                  <a:pt x="267" y="9"/>
                </a:cubicBezTo>
                <a:cubicBezTo>
                  <a:pt x="270" y="10"/>
                  <a:pt x="271" y="13"/>
                  <a:pt x="271" y="16"/>
                </a:cubicBezTo>
                <a:cubicBezTo>
                  <a:pt x="271" y="18"/>
                  <a:pt x="271" y="19"/>
                  <a:pt x="269" y="21"/>
                </a:cubicBezTo>
                <a:cubicBezTo>
                  <a:pt x="262" y="26"/>
                  <a:pt x="255" y="31"/>
                  <a:pt x="248" y="37"/>
                </a:cubicBezTo>
                <a:cubicBezTo>
                  <a:pt x="240" y="43"/>
                  <a:pt x="232" y="50"/>
                  <a:pt x="226" y="58"/>
                </a:cubicBezTo>
                <a:cubicBezTo>
                  <a:pt x="223" y="62"/>
                  <a:pt x="219" y="65"/>
                  <a:pt x="215" y="67"/>
                </a:cubicBezTo>
                <a:cubicBezTo>
                  <a:pt x="213" y="68"/>
                  <a:pt x="212" y="69"/>
                  <a:pt x="211" y="70"/>
                </a:cubicBezTo>
                <a:cubicBezTo>
                  <a:pt x="202" y="79"/>
                  <a:pt x="194" y="87"/>
                  <a:pt x="186" y="95"/>
                </a:cubicBezTo>
                <a:cubicBezTo>
                  <a:pt x="184" y="97"/>
                  <a:pt x="183" y="99"/>
                  <a:pt x="185" y="10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3" name="Freeform 14">
            <a:extLst xmlns:a="http://schemas.openxmlformats.org/drawingml/2006/main">
              <a:ext uri="{FF2B5EF4-FFF2-40B4-BE49-F238E27FC236}">
                <a16:creationId xmlns:a16="http://schemas.microsoft.com/office/drawing/2014/main" id="{0E7E908D-B384-4CA9-844D-D5EE638CF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1601" y="548337"/>
            <a:ext cx="141990" cy="90098"/>
          </a:xfrm>
          <a:custGeom xmlns:a="http://schemas.openxmlformats.org/drawingml/2006/main">
            <a:gdLst>
              <a:gd name="T0" fmla="*/ 16 w 280"/>
              <a:gd name="T1" fmla="*/ 133 h 178"/>
              <a:gd name="T2" fmla="*/ 14 w 280"/>
              <a:gd name="T3" fmla="*/ 124 h 178"/>
              <a:gd name="T4" fmla="*/ 2 w 280"/>
              <a:gd name="T5" fmla="*/ 103 h 178"/>
              <a:gd name="T6" fmla="*/ 6 w 280"/>
              <a:gd name="T7" fmla="*/ 81 h 178"/>
              <a:gd name="T8" fmla="*/ 16 w 280"/>
              <a:gd name="T9" fmla="*/ 77 h 178"/>
              <a:gd name="T10" fmla="*/ 22 w 280"/>
              <a:gd name="T11" fmla="*/ 77 h 178"/>
              <a:gd name="T12" fmla="*/ 40 w 280"/>
              <a:gd name="T13" fmla="*/ 71 h 178"/>
              <a:gd name="T14" fmla="*/ 54 w 280"/>
              <a:gd name="T15" fmla="*/ 64 h 178"/>
              <a:gd name="T16" fmla="*/ 63 w 280"/>
              <a:gd name="T17" fmla="*/ 61 h 178"/>
              <a:gd name="T18" fmla="*/ 144 w 280"/>
              <a:gd name="T19" fmla="*/ 25 h 178"/>
              <a:gd name="T20" fmla="*/ 169 w 280"/>
              <a:gd name="T21" fmla="*/ 16 h 178"/>
              <a:gd name="T22" fmla="*/ 186 w 280"/>
              <a:gd name="T23" fmla="*/ 13 h 178"/>
              <a:gd name="T24" fmla="*/ 209 w 280"/>
              <a:gd name="T25" fmla="*/ 9 h 178"/>
              <a:gd name="T26" fmla="*/ 224 w 280"/>
              <a:gd name="T27" fmla="*/ 3 h 178"/>
              <a:gd name="T28" fmla="*/ 233 w 280"/>
              <a:gd name="T29" fmla="*/ 0 h 178"/>
              <a:gd name="T30" fmla="*/ 265 w 280"/>
              <a:gd name="T31" fmla="*/ 5 h 178"/>
              <a:gd name="T32" fmla="*/ 274 w 280"/>
              <a:gd name="T33" fmla="*/ 29 h 178"/>
              <a:gd name="T34" fmla="*/ 256 w 280"/>
              <a:gd name="T35" fmla="*/ 50 h 178"/>
              <a:gd name="T36" fmla="*/ 245 w 280"/>
              <a:gd name="T37" fmla="*/ 53 h 178"/>
              <a:gd name="T38" fmla="*/ 220 w 280"/>
              <a:gd name="T39" fmla="*/ 56 h 178"/>
              <a:gd name="T40" fmla="*/ 213 w 280"/>
              <a:gd name="T41" fmla="*/ 58 h 178"/>
              <a:gd name="T42" fmla="*/ 208 w 280"/>
              <a:gd name="T43" fmla="*/ 67 h 178"/>
              <a:gd name="T44" fmla="*/ 210 w 280"/>
              <a:gd name="T45" fmla="*/ 76 h 178"/>
              <a:gd name="T46" fmla="*/ 218 w 280"/>
              <a:gd name="T47" fmla="*/ 92 h 178"/>
              <a:gd name="T48" fmla="*/ 224 w 280"/>
              <a:gd name="T49" fmla="*/ 115 h 178"/>
              <a:gd name="T50" fmla="*/ 220 w 280"/>
              <a:gd name="T51" fmla="*/ 146 h 178"/>
              <a:gd name="T52" fmla="*/ 197 w 280"/>
              <a:gd name="T53" fmla="*/ 163 h 178"/>
              <a:gd name="T54" fmla="*/ 189 w 280"/>
              <a:gd name="T55" fmla="*/ 163 h 178"/>
              <a:gd name="T56" fmla="*/ 181 w 280"/>
              <a:gd name="T57" fmla="*/ 167 h 178"/>
              <a:gd name="T58" fmla="*/ 178 w 280"/>
              <a:gd name="T59" fmla="*/ 170 h 178"/>
              <a:gd name="T60" fmla="*/ 156 w 280"/>
              <a:gd name="T61" fmla="*/ 175 h 178"/>
              <a:gd name="T62" fmla="*/ 140 w 280"/>
              <a:gd name="T63" fmla="*/ 166 h 178"/>
              <a:gd name="T64" fmla="*/ 126 w 280"/>
              <a:gd name="T65" fmla="*/ 162 h 178"/>
              <a:gd name="T66" fmla="*/ 119 w 280"/>
              <a:gd name="T67" fmla="*/ 160 h 178"/>
              <a:gd name="T68" fmla="*/ 113 w 280"/>
              <a:gd name="T69" fmla="*/ 150 h 178"/>
              <a:gd name="T70" fmla="*/ 115 w 280"/>
              <a:gd name="T71" fmla="*/ 147 h 178"/>
              <a:gd name="T72" fmla="*/ 122 w 280"/>
              <a:gd name="T73" fmla="*/ 147 h 178"/>
              <a:gd name="T74" fmla="*/ 166 w 280"/>
              <a:gd name="T75" fmla="*/ 141 h 178"/>
              <a:gd name="T76" fmla="*/ 185 w 280"/>
              <a:gd name="T77" fmla="*/ 129 h 178"/>
              <a:gd name="T78" fmla="*/ 188 w 280"/>
              <a:gd name="T79" fmla="*/ 120 h 178"/>
              <a:gd name="T80" fmla="*/ 185 w 280"/>
              <a:gd name="T81" fmla="*/ 92 h 178"/>
              <a:gd name="T82" fmla="*/ 184 w 280"/>
              <a:gd name="T83" fmla="*/ 77 h 178"/>
              <a:gd name="T84" fmla="*/ 179 w 280"/>
              <a:gd name="T85" fmla="*/ 71 h 178"/>
              <a:gd name="T86" fmla="*/ 163 w 280"/>
              <a:gd name="T87" fmla="*/ 75 h 178"/>
              <a:gd name="T88" fmla="*/ 158 w 280"/>
              <a:gd name="T89" fmla="*/ 79 h 178"/>
              <a:gd name="T90" fmla="*/ 145 w 280"/>
              <a:gd name="T91" fmla="*/ 82 h 178"/>
              <a:gd name="T92" fmla="*/ 116 w 280"/>
              <a:gd name="T93" fmla="*/ 91 h 178"/>
              <a:gd name="T94" fmla="*/ 80 w 280"/>
              <a:gd name="T95" fmla="*/ 118 h 178"/>
              <a:gd name="T96" fmla="*/ 52 w 280"/>
              <a:gd name="T97" fmla="*/ 135 h 178"/>
              <a:gd name="T98" fmla="*/ 22 w 280"/>
              <a:gd name="T99" fmla="*/ 136 h 178"/>
              <a:gd name="T100" fmla="*/ 18 w 280"/>
              <a:gd name="T101" fmla="*/ 134 h 178"/>
              <a:gd name="T102" fmla="*/ 16 w 280"/>
              <a:gd name="T103" fmla="*/ 133 h 178"/>
            </a:gdLst>
            <a:rect l="0" t="0" r="r" b="b"/>
            <a:pathLst>
              <a:path w="280" h="178">
                <a:moveTo>
                  <a:pt x="16" y="133"/>
                </a:moveTo>
                <a:cubicBezTo>
                  <a:pt x="18" y="129"/>
                  <a:pt x="16" y="127"/>
                  <a:pt x="14" y="124"/>
                </a:cubicBezTo>
                <a:cubicBezTo>
                  <a:pt x="9" y="118"/>
                  <a:pt x="5" y="111"/>
                  <a:pt x="2" y="103"/>
                </a:cubicBezTo>
                <a:cubicBezTo>
                  <a:pt x="0" y="95"/>
                  <a:pt x="1" y="88"/>
                  <a:pt x="6" y="81"/>
                </a:cubicBezTo>
                <a:cubicBezTo>
                  <a:pt x="9" y="78"/>
                  <a:pt x="12" y="76"/>
                  <a:pt x="16" y="77"/>
                </a:cubicBezTo>
                <a:cubicBezTo>
                  <a:pt x="18" y="77"/>
                  <a:pt x="20" y="76"/>
                  <a:pt x="22" y="77"/>
                </a:cubicBezTo>
                <a:cubicBezTo>
                  <a:pt x="29" y="79"/>
                  <a:pt x="36" y="76"/>
                  <a:pt x="40" y="71"/>
                </a:cubicBezTo>
                <a:cubicBezTo>
                  <a:pt x="44" y="67"/>
                  <a:pt x="49" y="65"/>
                  <a:pt x="54" y="64"/>
                </a:cubicBezTo>
                <a:cubicBezTo>
                  <a:pt x="57" y="64"/>
                  <a:pt x="60" y="62"/>
                  <a:pt x="63" y="61"/>
                </a:cubicBezTo>
                <a:cubicBezTo>
                  <a:pt x="89" y="47"/>
                  <a:pt x="116" y="35"/>
                  <a:pt x="144" y="25"/>
                </a:cubicBezTo>
                <a:cubicBezTo>
                  <a:pt x="152" y="22"/>
                  <a:pt x="161" y="19"/>
                  <a:pt x="169" y="16"/>
                </a:cubicBezTo>
                <a:cubicBezTo>
                  <a:pt x="174" y="14"/>
                  <a:pt x="180" y="14"/>
                  <a:pt x="186" y="13"/>
                </a:cubicBezTo>
                <a:cubicBezTo>
                  <a:pt x="194" y="12"/>
                  <a:pt x="201" y="11"/>
                  <a:pt x="209" y="9"/>
                </a:cubicBezTo>
                <a:cubicBezTo>
                  <a:pt x="214" y="8"/>
                  <a:pt x="219" y="5"/>
                  <a:pt x="224" y="3"/>
                </a:cubicBezTo>
                <a:cubicBezTo>
                  <a:pt x="227" y="1"/>
                  <a:pt x="230" y="0"/>
                  <a:pt x="233" y="0"/>
                </a:cubicBezTo>
                <a:cubicBezTo>
                  <a:pt x="244" y="0"/>
                  <a:pt x="255" y="1"/>
                  <a:pt x="265" y="5"/>
                </a:cubicBezTo>
                <a:cubicBezTo>
                  <a:pt x="276" y="9"/>
                  <a:pt x="280" y="19"/>
                  <a:pt x="274" y="29"/>
                </a:cubicBezTo>
                <a:cubicBezTo>
                  <a:pt x="270" y="38"/>
                  <a:pt x="263" y="45"/>
                  <a:pt x="256" y="50"/>
                </a:cubicBezTo>
                <a:cubicBezTo>
                  <a:pt x="252" y="53"/>
                  <a:pt x="249" y="53"/>
                  <a:pt x="245" y="53"/>
                </a:cubicBezTo>
                <a:cubicBezTo>
                  <a:pt x="236" y="54"/>
                  <a:pt x="228" y="55"/>
                  <a:pt x="220" y="56"/>
                </a:cubicBezTo>
                <a:cubicBezTo>
                  <a:pt x="218" y="57"/>
                  <a:pt x="215" y="57"/>
                  <a:pt x="213" y="58"/>
                </a:cubicBezTo>
                <a:cubicBezTo>
                  <a:pt x="209" y="60"/>
                  <a:pt x="208" y="63"/>
                  <a:pt x="208" y="67"/>
                </a:cubicBezTo>
                <a:cubicBezTo>
                  <a:pt x="208" y="70"/>
                  <a:pt x="209" y="73"/>
                  <a:pt x="210" y="76"/>
                </a:cubicBezTo>
                <a:cubicBezTo>
                  <a:pt x="213" y="82"/>
                  <a:pt x="215" y="87"/>
                  <a:pt x="218" y="92"/>
                </a:cubicBezTo>
                <a:cubicBezTo>
                  <a:pt x="221" y="100"/>
                  <a:pt x="224" y="107"/>
                  <a:pt x="224" y="115"/>
                </a:cubicBezTo>
                <a:cubicBezTo>
                  <a:pt x="224" y="126"/>
                  <a:pt x="223" y="136"/>
                  <a:pt x="220" y="146"/>
                </a:cubicBezTo>
                <a:cubicBezTo>
                  <a:pt x="216" y="157"/>
                  <a:pt x="209" y="162"/>
                  <a:pt x="197" y="163"/>
                </a:cubicBezTo>
                <a:cubicBezTo>
                  <a:pt x="194" y="163"/>
                  <a:pt x="192" y="163"/>
                  <a:pt x="189" y="163"/>
                </a:cubicBezTo>
                <a:cubicBezTo>
                  <a:pt x="186" y="163"/>
                  <a:pt x="183" y="163"/>
                  <a:pt x="181" y="167"/>
                </a:cubicBezTo>
                <a:cubicBezTo>
                  <a:pt x="180" y="168"/>
                  <a:pt x="179" y="169"/>
                  <a:pt x="178" y="170"/>
                </a:cubicBezTo>
                <a:cubicBezTo>
                  <a:pt x="171" y="176"/>
                  <a:pt x="164" y="178"/>
                  <a:pt x="156" y="175"/>
                </a:cubicBezTo>
                <a:cubicBezTo>
                  <a:pt x="151" y="172"/>
                  <a:pt x="145" y="169"/>
                  <a:pt x="140" y="166"/>
                </a:cubicBezTo>
                <a:cubicBezTo>
                  <a:pt x="136" y="163"/>
                  <a:pt x="132" y="162"/>
                  <a:pt x="126" y="162"/>
                </a:cubicBezTo>
                <a:cubicBezTo>
                  <a:pt x="124" y="162"/>
                  <a:pt x="121" y="163"/>
                  <a:pt x="119" y="160"/>
                </a:cubicBezTo>
                <a:cubicBezTo>
                  <a:pt x="116" y="157"/>
                  <a:pt x="114" y="154"/>
                  <a:pt x="113" y="150"/>
                </a:cubicBezTo>
                <a:cubicBezTo>
                  <a:pt x="112" y="148"/>
                  <a:pt x="113" y="147"/>
                  <a:pt x="115" y="147"/>
                </a:cubicBezTo>
                <a:cubicBezTo>
                  <a:pt x="117" y="147"/>
                  <a:pt x="120" y="147"/>
                  <a:pt x="122" y="147"/>
                </a:cubicBezTo>
                <a:cubicBezTo>
                  <a:pt x="137" y="148"/>
                  <a:pt x="152" y="146"/>
                  <a:pt x="166" y="141"/>
                </a:cubicBezTo>
                <a:cubicBezTo>
                  <a:pt x="173" y="138"/>
                  <a:pt x="179" y="134"/>
                  <a:pt x="185" y="129"/>
                </a:cubicBezTo>
                <a:cubicBezTo>
                  <a:pt x="188" y="126"/>
                  <a:pt x="189" y="123"/>
                  <a:pt x="188" y="120"/>
                </a:cubicBezTo>
                <a:cubicBezTo>
                  <a:pt x="187" y="111"/>
                  <a:pt x="186" y="102"/>
                  <a:pt x="185" y="92"/>
                </a:cubicBezTo>
                <a:cubicBezTo>
                  <a:pt x="184" y="87"/>
                  <a:pt x="184" y="82"/>
                  <a:pt x="184" y="77"/>
                </a:cubicBezTo>
                <a:cubicBezTo>
                  <a:pt x="184" y="73"/>
                  <a:pt x="183" y="71"/>
                  <a:pt x="179" y="71"/>
                </a:cubicBezTo>
                <a:cubicBezTo>
                  <a:pt x="173" y="70"/>
                  <a:pt x="168" y="70"/>
                  <a:pt x="163" y="75"/>
                </a:cubicBezTo>
                <a:cubicBezTo>
                  <a:pt x="162" y="76"/>
                  <a:pt x="160" y="77"/>
                  <a:pt x="158" y="79"/>
                </a:cubicBezTo>
                <a:cubicBezTo>
                  <a:pt x="154" y="81"/>
                  <a:pt x="150" y="83"/>
                  <a:pt x="145" y="82"/>
                </a:cubicBezTo>
                <a:cubicBezTo>
                  <a:pt x="134" y="82"/>
                  <a:pt x="124" y="85"/>
                  <a:pt x="116" y="91"/>
                </a:cubicBezTo>
                <a:cubicBezTo>
                  <a:pt x="104" y="100"/>
                  <a:pt x="92" y="109"/>
                  <a:pt x="80" y="118"/>
                </a:cubicBezTo>
                <a:cubicBezTo>
                  <a:pt x="71" y="124"/>
                  <a:pt x="62" y="131"/>
                  <a:pt x="52" y="135"/>
                </a:cubicBezTo>
                <a:cubicBezTo>
                  <a:pt x="42" y="139"/>
                  <a:pt x="32" y="140"/>
                  <a:pt x="22" y="136"/>
                </a:cubicBezTo>
                <a:cubicBezTo>
                  <a:pt x="20" y="136"/>
                  <a:pt x="19" y="135"/>
                  <a:pt x="18" y="134"/>
                </a:cubicBezTo>
                <a:cubicBezTo>
                  <a:pt x="17" y="134"/>
                  <a:pt x="17" y="134"/>
                  <a:pt x="16" y="133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4" name="Freeform 15">
            <a:extLst xmlns:a="http://schemas.openxmlformats.org/drawingml/2006/main">
              <a:ext uri="{FF2B5EF4-FFF2-40B4-BE49-F238E27FC236}">
                <a16:creationId xmlns:a16="http://schemas.microsoft.com/office/drawing/2014/main" id="{69FC799A-32E3-42DB-940F-997CAA04C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703" y="432578"/>
            <a:ext cx="107776" cy="57594"/>
          </a:xfrm>
          <a:custGeom xmlns:a="http://schemas.openxmlformats.org/drawingml/2006/main">
            <a:gdLst>
              <a:gd name="T0" fmla="*/ 197 w 212"/>
              <a:gd name="T1" fmla="*/ 0 h 114"/>
              <a:gd name="T2" fmla="*/ 205 w 212"/>
              <a:gd name="T3" fmla="*/ 0 h 114"/>
              <a:gd name="T4" fmla="*/ 211 w 212"/>
              <a:gd name="T5" fmla="*/ 9 h 114"/>
              <a:gd name="T6" fmla="*/ 191 w 212"/>
              <a:gd name="T7" fmla="*/ 29 h 114"/>
              <a:gd name="T8" fmla="*/ 187 w 212"/>
              <a:gd name="T9" fmla="*/ 29 h 114"/>
              <a:gd name="T10" fmla="*/ 174 w 212"/>
              <a:gd name="T11" fmla="*/ 33 h 114"/>
              <a:gd name="T12" fmla="*/ 132 w 212"/>
              <a:gd name="T13" fmla="*/ 67 h 114"/>
              <a:gd name="T14" fmla="*/ 109 w 212"/>
              <a:gd name="T15" fmla="*/ 91 h 114"/>
              <a:gd name="T16" fmla="*/ 71 w 212"/>
              <a:gd name="T17" fmla="*/ 112 h 114"/>
              <a:gd name="T18" fmla="*/ 40 w 212"/>
              <a:gd name="T19" fmla="*/ 108 h 114"/>
              <a:gd name="T20" fmla="*/ 9 w 212"/>
              <a:gd name="T21" fmla="*/ 90 h 114"/>
              <a:gd name="T22" fmla="*/ 8 w 212"/>
              <a:gd name="T23" fmla="*/ 89 h 114"/>
              <a:gd name="T24" fmla="*/ 11 w 212"/>
              <a:gd name="T25" fmla="*/ 64 h 114"/>
              <a:gd name="T26" fmla="*/ 15 w 212"/>
              <a:gd name="T27" fmla="*/ 62 h 114"/>
              <a:gd name="T28" fmla="*/ 114 w 212"/>
              <a:gd name="T29" fmla="*/ 23 h 114"/>
              <a:gd name="T30" fmla="*/ 130 w 212"/>
              <a:gd name="T31" fmla="*/ 18 h 114"/>
              <a:gd name="T32" fmla="*/ 164 w 212"/>
              <a:gd name="T33" fmla="*/ 7 h 114"/>
              <a:gd name="T34" fmla="*/ 197 w 212"/>
              <a:gd name="T35" fmla="*/ 0 h 114"/>
            </a:gdLst>
            <a:rect l="0" t="0" r="r" b="b"/>
            <a:pathLst>
              <a:path w="212" h="114">
                <a:moveTo>
                  <a:pt x="197" y="0"/>
                </a:moveTo>
                <a:cubicBezTo>
                  <a:pt x="199" y="0"/>
                  <a:pt x="202" y="0"/>
                  <a:pt x="205" y="0"/>
                </a:cubicBezTo>
                <a:cubicBezTo>
                  <a:pt x="209" y="1"/>
                  <a:pt x="212" y="5"/>
                  <a:pt x="211" y="9"/>
                </a:cubicBezTo>
                <a:cubicBezTo>
                  <a:pt x="207" y="18"/>
                  <a:pt x="200" y="25"/>
                  <a:pt x="191" y="29"/>
                </a:cubicBezTo>
                <a:cubicBezTo>
                  <a:pt x="189" y="29"/>
                  <a:pt x="188" y="29"/>
                  <a:pt x="187" y="29"/>
                </a:cubicBezTo>
                <a:cubicBezTo>
                  <a:pt x="182" y="28"/>
                  <a:pt x="178" y="30"/>
                  <a:pt x="174" y="33"/>
                </a:cubicBezTo>
                <a:cubicBezTo>
                  <a:pt x="158" y="43"/>
                  <a:pt x="144" y="54"/>
                  <a:pt x="132" y="67"/>
                </a:cubicBezTo>
                <a:cubicBezTo>
                  <a:pt x="124" y="75"/>
                  <a:pt x="116" y="83"/>
                  <a:pt x="109" y="91"/>
                </a:cubicBezTo>
                <a:cubicBezTo>
                  <a:pt x="99" y="102"/>
                  <a:pt x="86" y="110"/>
                  <a:pt x="71" y="112"/>
                </a:cubicBezTo>
                <a:cubicBezTo>
                  <a:pt x="61" y="114"/>
                  <a:pt x="50" y="112"/>
                  <a:pt x="40" y="108"/>
                </a:cubicBezTo>
                <a:cubicBezTo>
                  <a:pt x="29" y="104"/>
                  <a:pt x="19" y="98"/>
                  <a:pt x="9" y="90"/>
                </a:cubicBezTo>
                <a:cubicBezTo>
                  <a:pt x="9" y="90"/>
                  <a:pt x="9" y="89"/>
                  <a:pt x="8" y="89"/>
                </a:cubicBezTo>
                <a:cubicBezTo>
                  <a:pt x="0" y="81"/>
                  <a:pt x="2" y="70"/>
                  <a:pt x="11" y="64"/>
                </a:cubicBezTo>
                <a:cubicBezTo>
                  <a:pt x="12" y="63"/>
                  <a:pt x="14" y="63"/>
                  <a:pt x="15" y="62"/>
                </a:cubicBezTo>
                <a:cubicBezTo>
                  <a:pt x="48" y="49"/>
                  <a:pt x="81" y="36"/>
                  <a:pt x="114" y="23"/>
                </a:cubicBezTo>
                <a:cubicBezTo>
                  <a:pt x="119" y="21"/>
                  <a:pt x="125" y="19"/>
                  <a:pt x="130" y="18"/>
                </a:cubicBezTo>
                <a:cubicBezTo>
                  <a:pt x="142" y="15"/>
                  <a:pt x="153" y="12"/>
                  <a:pt x="164" y="7"/>
                </a:cubicBezTo>
                <a:cubicBezTo>
                  <a:pt x="175" y="2"/>
                  <a:pt x="186" y="0"/>
                  <a:pt x="197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5" name="Freeform 16">
            <a:extLst xmlns:a="http://schemas.openxmlformats.org/drawingml/2006/main">
              <a:ext uri="{FF2B5EF4-FFF2-40B4-BE49-F238E27FC236}">
                <a16:creationId xmlns:a16="http://schemas.microsoft.com/office/drawing/2014/main" id="{DC24DE66-A2B7-4915-9C06-9FC30B99F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5059" y="361297"/>
            <a:ext cx="57594" cy="63867"/>
          </a:xfrm>
          <a:custGeom xmlns:a="http://schemas.openxmlformats.org/drawingml/2006/main">
            <a:gdLst>
              <a:gd name="T0" fmla="*/ 114 w 114"/>
              <a:gd name="T1" fmla="*/ 70 h 126"/>
              <a:gd name="T2" fmla="*/ 101 w 114"/>
              <a:gd name="T3" fmla="*/ 91 h 126"/>
              <a:gd name="T4" fmla="*/ 78 w 114"/>
              <a:gd name="T5" fmla="*/ 97 h 126"/>
              <a:gd name="T6" fmla="*/ 58 w 114"/>
              <a:gd name="T7" fmla="*/ 106 h 126"/>
              <a:gd name="T8" fmla="*/ 40 w 114"/>
              <a:gd name="T9" fmla="*/ 121 h 126"/>
              <a:gd name="T10" fmla="*/ 31 w 114"/>
              <a:gd name="T11" fmla="*/ 125 h 126"/>
              <a:gd name="T12" fmla="*/ 23 w 114"/>
              <a:gd name="T13" fmla="*/ 122 h 126"/>
              <a:gd name="T14" fmla="*/ 23 w 114"/>
              <a:gd name="T15" fmla="*/ 112 h 126"/>
              <a:gd name="T16" fmla="*/ 26 w 114"/>
              <a:gd name="T17" fmla="*/ 68 h 126"/>
              <a:gd name="T18" fmla="*/ 16 w 114"/>
              <a:gd name="T19" fmla="*/ 50 h 126"/>
              <a:gd name="T20" fmla="*/ 11 w 114"/>
              <a:gd name="T21" fmla="*/ 39 h 126"/>
              <a:gd name="T22" fmla="*/ 3 w 114"/>
              <a:gd name="T23" fmla="*/ 21 h 126"/>
              <a:gd name="T24" fmla="*/ 3 w 114"/>
              <a:gd name="T25" fmla="*/ 6 h 126"/>
              <a:gd name="T26" fmla="*/ 12 w 114"/>
              <a:gd name="T27" fmla="*/ 0 h 126"/>
              <a:gd name="T28" fmla="*/ 18 w 114"/>
              <a:gd name="T29" fmla="*/ 1 h 126"/>
              <a:gd name="T30" fmla="*/ 50 w 114"/>
              <a:gd name="T31" fmla="*/ 12 h 126"/>
              <a:gd name="T32" fmla="*/ 86 w 114"/>
              <a:gd name="T33" fmla="*/ 31 h 126"/>
              <a:gd name="T34" fmla="*/ 106 w 114"/>
              <a:gd name="T35" fmla="*/ 48 h 126"/>
              <a:gd name="T36" fmla="*/ 114 w 114"/>
              <a:gd name="T37" fmla="*/ 70 h 126"/>
            </a:gdLst>
            <a:rect l="0" t="0" r="r" b="b"/>
            <a:pathLst>
              <a:path w="114" h="126">
                <a:moveTo>
                  <a:pt x="114" y="70"/>
                </a:moveTo>
                <a:cubicBezTo>
                  <a:pt x="114" y="79"/>
                  <a:pt x="109" y="86"/>
                  <a:pt x="101" y="91"/>
                </a:cubicBezTo>
                <a:cubicBezTo>
                  <a:pt x="94" y="95"/>
                  <a:pt x="86" y="97"/>
                  <a:pt x="78" y="97"/>
                </a:cubicBezTo>
                <a:cubicBezTo>
                  <a:pt x="64" y="97"/>
                  <a:pt x="66" y="98"/>
                  <a:pt x="58" y="106"/>
                </a:cubicBezTo>
                <a:cubicBezTo>
                  <a:pt x="52" y="111"/>
                  <a:pt x="46" y="116"/>
                  <a:pt x="40" y="121"/>
                </a:cubicBezTo>
                <a:cubicBezTo>
                  <a:pt x="38" y="123"/>
                  <a:pt x="35" y="124"/>
                  <a:pt x="31" y="125"/>
                </a:cubicBezTo>
                <a:cubicBezTo>
                  <a:pt x="28" y="126"/>
                  <a:pt x="25" y="125"/>
                  <a:pt x="23" y="122"/>
                </a:cubicBezTo>
                <a:cubicBezTo>
                  <a:pt x="22" y="118"/>
                  <a:pt x="21" y="115"/>
                  <a:pt x="23" y="112"/>
                </a:cubicBezTo>
                <a:cubicBezTo>
                  <a:pt x="33" y="98"/>
                  <a:pt x="33" y="83"/>
                  <a:pt x="26" y="68"/>
                </a:cubicBezTo>
                <a:cubicBezTo>
                  <a:pt x="23" y="61"/>
                  <a:pt x="19" y="56"/>
                  <a:pt x="16" y="50"/>
                </a:cubicBezTo>
                <a:cubicBezTo>
                  <a:pt x="14" y="46"/>
                  <a:pt x="12" y="43"/>
                  <a:pt x="11" y="39"/>
                </a:cubicBezTo>
                <a:cubicBezTo>
                  <a:pt x="9" y="33"/>
                  <a:pt x="7" y="27"/>
                  <a:pt x="3" y="21"/>
                </a:cubicBezTo>
                <a:cubicBezTo>
                  <a:pt x="0" y="17"/>
                  <a:pt x="0" y="12"/>
                  <a:pt x="3" y="6"/>
                </a:cubicBezTo>
                <a:cubicBezTo>
                  <a:pt x="5" y="2"/>
                  <a:pt x="8" y="0"/>
                  <a:pt x="12" y="0"/>
                </a:cubicBezTo>
                <a:cubicBezTo>
                  <a:pt x="14" y="0"/>
                  <a:pt x="16" y="1"/>
                  <a:pt x="18" y="1"/>
                </a:cubicBezTo>
                <a:cubicBezTo>
                  <a:pt x="29" y="3"/>
                  <a:pt x="40" y="7"/>
                  <a:pt x="50" y="12"/>
                </a:cubicBezTo>
                <a:cubicBezTo>
                  <a:pt x="62" y="19"/>
                  <a:pt x="74" y="25"/>
                  <a:pt x="86" y="31"/>
                </a:cubicBezTo>
                <a:cubicBezTo>
                  <a:pt x="94" y="36"/>
                  <a:pt x="101" y="41"/>
                  <a:pt x="106" y="48"/>
                </a:cubicBezTo>
                <a:cubicBezTo>
                  <a:pt x="111" y="54"/>
                  <a:pt x="114" y="61"/>
                  <a:pt x="114" y="7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6" name="Freeform 24">
            <a:extLst xmlns:a="http://schemas.openxmlformats.org/drawingml/2006/main">
              <a:ext uri="{FF2B5EF4-FFF2-40B4-BE49-F238E27FC236}">
                <a16:creationId xmlns:a16="http://schemas.microsoft.com/office/drawing/2014/main" id="{78CC2EB4-1332-4C83-BEA7-392363D7C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4717" y="420032"/>
            <a:ext cx="56454" cy="76412"/>
          </a:xfrm>
          <a:custGeom xmlns:a="http://schemas.openxmlformats.org/drawingml/2006/main">
            <a:gdLst>
              <a:gd name="T0" fmla="*/ 111 w 111"/>
              <a:gd name="T1" fmla="*/ 118 h 150"/>
              <a:gd name="T2" fmla="*/ 108 w 111"/>
              <a:gd name="T3" fmla="*/ 125 h 150"/>
              <a:gd name="T4" fmla="*/ 94 w 111"/>
              <a:gd name="T5" fmla="*/ 142 h 150"/>
              <a:gd name="T6" fmla="*/ 80 w 111"/>
              <a:gd name="T7" fmla="*/ 149 h 150"/>
              <a:gd name="T8" fmla="*/ 72 w 111"/>
              <a:gd name="T9" fmla="*/ 144 h 150"/>
              <a:gd name="T10" fmla="*/ 66 w 111"/>
              <a:gd name="T11" fmla="*/ 117 h 150"/>
              <a:gd name="T12" fmla="*/ 59 w 111"/>
              <a:gd name="T13" fmla="*/ 90 h 150"/>
              <a:gd name="T14" fmla="*/ 50 w 111"/>
              <a:gd name="T15" fmla="*/ 75 h 150"/>
              <a:gd name="T16" fmla="*/ 19 w 111"/>
              <a:gd name="T17" fmla="*/ 40 h 150"/>
              <a:gd name="T18" fmla="*/ 6 w 111"/>
              <a:gd name="T19" fmla="*/ 27 h 150"/>
              <a:gd name="T20" fmla="*/ 0 w 111"/>
              <a:gd name="T21" fmla="*/ 10 h 150"/>
              <a:gd name="T22" fmla="*/ 0 w 111"/>
              <a:gd name="T23" fmla="*/ 8 h 150"/>
              <a:gd name="T24" fmla="*/ 9 w 111"/>
              <a:gd name="T25" fmla="*/ 2 h 150"/>
              <a:gd name="T26" fmla="*/ 18 w 111"/>
              <a:gd name="T27" fmla="*/ 7 h 150"/>
              <a:gd name="T28" fmla="*/ 27 w 111"/>
              <a:gd name="T29" fmla="*/ 15 h 150"/>
              <a:gd name="T30" fmla="*/ 44 w 111"/>
              <a:gd name="T31" fmla="*/ 26 h 150"/>
              <a:gd name="T32" fmla="*/ 85 w 111"/>
              <a:gd name="T33" fmla="*/ 57 h 150"/>
              <a:gd name="T34" fmla="*/ 110 w 111"/>
              <a:gd name="T35" fmla="*/ 114 h 150"/>
              <a:gd name="T36" fmla="*/ 110 w 111"/>
              <a:gd name="T37" fmla="*/ 117 h 150"/>
              <a:gd name="T38" fmla="*/ 111 w 111"/>
              <a:gd name="T39" fmla="*/ 118 h 150"/>
            </a:gdLst>
            <a:rect l="0" t="0" r="r" b="b"/>
            <a:pathLst>
              <a:path w="111" h="150">
                <a:moveTo>
                  <a:pt x="111" y="118"/>
                </a:moveTo>
                <a:cubicBezTo>
                  <a:pt x="110" y="120"/>
                  <a:pt x="109" y="123"/>
                  <a:pt x="108" y="125"/>
                </a:cubicBezTo>
                <a:cubicBezTo>
                  <a:pt x="103" y="131"/>
                  <a:pt x="99" y="136"/>
                  <a:pt x="94" y="142"/>
                </a:cubicBezTo>
                <a:cubicBezTo>
                  <a:pt x="90" y="146"/>
                  <a:pt x="86" y="148"/>
                  <a:pt x="80" y="149"/>
                </a:cubicBezTo>
                <a:cubicBezTo>
                  <a:pt x="75" y="150"/>
                  <a:pt x="73" y="149"/>
                  <a:pt x="72" y="144"/>
                </a:cubicBezTo>
                <a:cubicBezTo>
                  <a:pt x="70" y="135"/>
                  <a:pt x="68" y="126"/>
                  <a:pt x="66" y="117"/>
                </a:cubicBezTo>
                <a:cubicBezTo>
                  <a:pt x="64" y="108"/>
                  <a:pt x="63" y="99"/>
                  <a:pt x="59" y="90"/>
                </a:cubicBezTo>
                <a:cubicBezTo>
                  <a:pt x="57" y="85"/>
                  <a:pt x="54" y="80"/>
                  <a:pt x="50" y="75"/>
                </a:cubicBezTo>
                <a:cubicBezTo>
                  <a:pt x="40" y="63"/>
                  <a:pt x="29" y="51"/>
                  <a:pt x="19" y="40"/>
                </a:cubicBezTo>
                <a:cubicBezTo>
                  <a:pt x="15" y="35"/>
                  <a:pt x="11" y="31"/>
                  <a:pt x="6" y="27"/>
                </a:cubicBezTo>
                <a:cubicBezTo>
                  <a:pt x="1" y="22"/>
                  <a:pt x="0" y="17"/>
                  <a:pt x="0" y="10"/>
                </a:cubicBezTo>
                <a:cubicBezTo>
                  <a:pt x="0" y="9"/>
                  <a:pt x="0" y="9"/>
                  <a:pt x="0" y="8"/>
                </a:cubicBezTo>
                <a:cubicBezTo>
                  <a:pt x="2" y="1"/>
                  <a:pt x="3" y="0"/>
                  <a:pt x="9" y="2"/>
                </a:cubicBezTo>
                <a:cubicBezTo>
                  <a:pt x="12" y="4"/>
                  <a:pt x="15" y="5"/>
                  <a:pt x="18" y="7"/>
                </a:cubicBezTo>
                <a:cubicBezTo>
                  <a:pt x="21" y="10"/>
                  <a:pt x="24" y="12"/>
                  <a:pt x="27" y="15"/>
                </a:cubicBezTo>
                <a:cubicBezTo>
                  <a:pt x="32" y="20"/>
                  <a:pt x="38" y="24"/>
                  <a:pt x="44" y="26"/>
                </a:cubicBezTo>
                <a:cubicBezTo>
                  <a:pt x="61" y="33"/>
                  <a:pt x="74" y="43"/>
                  <a:pt x="85" y="57"/>
                </a:cubicBezTo>
                <a:cubicBezTo>
                  <a:pt x="98" y="73"/>
                  <a:pt x="107" y="92"/>
                  <a:pt x="110" y="114"/>
                </a:cubicBezTo>
                <a:cubicBezTo>
                  <a:pt x="110" y="115"/>
                  <a:pt x="110" y="116"/>
                  <a:pt x="110" y="117"/>
                </a:cubicBezTo>
                <a:cubicBezTo>
                  <a:pt x="110" y="117"/>
                  <a:pt x="110" y="118"/>
                  <a:pt x="111" y="1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7" name="Freeform 26">
            <a:extLst xmlns:a="http://schemas.openxmlformats.org/drawingml/2006/main">
              <a:ext uri="{FF2B5EF4-FFF2-40B4-BE49-F238E27FC236}">
                <a16:creationId xmlns:a16="http://schemas.microsoft.com/office/drawing/2014/main" id="{E052122B-7B99-4688-B21B-D9F785A85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4100" y="564304"/>
            <a:ext cx="41057" cy="50181"/>
          </a:xfrm>
          <a:custGeom xmlns:a="http://schemas.openxmlformats.org/drawingml/2006/main">
            <a:gdLst>
              <a:gd name="T0" fmla="*/ 0 w 81"/>
              <a:gd name="T1" fmla="*/ 18 h 99"/>
              <a:gd name="T2" fmla="*/ 1 w 81"/>
              <a:gd name="T3" fmla="*/ 9 h 99"/>
              <a:gd name="T4" fmla="*/ 11 w 81"/>
              <a:gd name="T5" fmla="*/ 1 h 99"/>
              <a:gd name="T6" fmla="*/ 50 w 81"/>
              <a:gd name="T7" fmla="*/ 12 h 99"/>
              <a:gd name="T8" fmla="*/ 78 w 81"/>
              <a:gd name="T9" fmla="*/ 44 h 99"/>
              <a:gd name="T10" fmla="*/ 80 w 81"/>
              <a:gd name="T11" fmla="*/ 51 h 99"/>
              <a:gd name="T12" fmla="*/ 77 w 81"/>
              <a:gd name="T13" fmla="*/ 79 h 99"/>
              <a:gd name="T14" fmla="*/ 43 w 81"/>
              <a:gd name="T15" fmla="*/ 92 h 99"/>
              <a:gd name="T16" fmla="*/ 30 w 81"/>
              <a:gd name="T17" fmla="*/ 81 h 99"/>
              <a:gd name="T18" fmla="*/ 12 w 81"/>
              <a:gd name="T19" fmla="*/ 60 h 99"/>
              <a:gd name="T20" fmla="*/ 1 w 81"/>
              <a:gd name="T21" fmla="*/ 24 h 99"/>
              <a:gd name="T22" fmla="*/ 1 w 81"/>
              <a:gd name="T23" fmla="*/ 18 h 99"/>
              <a:gd name="T24" fmla="*/ 0 w 81"/>
              <a:gd name="T25" fmla="*/ 18 h 99"/>
            </a:gdLst>
            <a:rect l="0" t="0" r="r" b="b"/>
            <a:pathLst>
              <a:path w="81" h="99">
                <a:moveTo>
                  <a:pt x="0" y="18"/>
                </a:moveTo>
                <a:cubicBezTo>
                  <a:pt x="1" y="15"/>
                  <a:pt x="1" y="12"/>
                  <a:pt x="1" y="9"/>
                </a:cubicBezTo>
                <a:cubicBezTo>
                  <a:pt x="2" y="4"/>
                  <a:pt x="5" y="1"/>
                  <a:pt x="11" y="1"/>
                </a:cubicBezTo>
                <a:cubicBezTo>
                  <a:pt x="25" y="0"/>
                  <a:pt x="39" y="2"/>
                  <a:pt x="50" y="12"/>
                </a:cubicBezTo>
                <a:cubicBezTo>
                  <a:pt x="62" y="21"/>
                  <a:pt x="70" y="32"/>
                  <a:pt x="78" y="44"/>
                </a:cubicBezTo>
                <a:cubicBezTo>
                  <a:pt x="79" y="46"/>
                  <a:pt x="80" y="49"/>
                  <a:pt x="80" y="51"/>
                </a:cubicBezTo>
                <a:cubicBezTo>
                  <a:pt x="81" y="61"/>
                  <a:pt x="80" y="70"/>
                  <a:pt x="77" y="79"/>
                </a:cubicBezTo>
                <a:cubicBezTo>
                  <a:pt x="74" y="89"/>
                  <a:pt x="57" y="99"/>
                  <a:pt x="43" y="92"/>
                </a:cubicBezTo>
                <a:cubicBezTo>
                  <a:pt x="38" y="89"/>
                  <a:pt x="33" y="86"/>
                  <a:pt x="30" y="81"/>
                </a:cubicBezTo>
                <a:cubicBezTo>
                  <a:pt x="24" y="74"/>
                  <a:pt x="18" y="67"/>
                  <a:pt x="12" y="60"/>
                </a:cubicBezTo>
                <a:cubicBezTo>
                  <a:pt x="4" y="49"/>
                  <a:pt x="2" y="37"/>
                  <a:pt x="1" y="24"/>
                </a:cubicBezTo>
                <a:cubicBezTo>
                  <a:pt x="1" y="22"/>
                  <a:pt x="1" y="20"/>
                  <a:pt x="1" y="18"/>
                </a:cubicBezTo>
                <a:cubicBezTo>
                  <a:pt x="1" y="18"/>
                  <a:pt x="1" y="18"/>
                  <a:pt x="0" y="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E80E0ED8-798A-4858-ACB0-690F22B5B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7552" y="552329"/>
            <a:ext cx="43908" cy="50751"/>
          </a:xfrm>
          <a:custGeom xmlns:a="http://schemas.openxmlformats.org/drawingml/2006/main">
            <a:gdLst>
              <a:gd name="T0" fmla="*/ 38 w 87"/>
              <a:gd name="T1" fmla="*/ 100 h 100"/>
              <a:gd name="T2" fmla="*/ 27 w 87"/>
              <a:gd name="T3" fmla="*/ 98 h 100"/>
              <a:gd name="T4" fmla="*/ 22 w 87"/>
              <a:gd name="T5" fmla="*/ 91 h 100"/>
              <a:gd name="T6" fmla="*/ 17 w 87"/>
              <a:gd name="T7" fmla="*/ 65 h 100"/>
              <a:gd name="T8" fmla="*/ 1 w 87"/>
              <a:gd name="T9" fmla="*/ 16 h 100"/>
              <a:gd name="T10" fmla="*/ 0 w 87"/>
              <a:gd name="T11" fmla="*/ 4 h 100"/>
              <a:gd name="T12" fmla="*/ 4 w 87"/>
              <a:gd name="T13" fmla="*/ 0 h 100"/>
              <a:gd name="T14" fmla="*/ 12 w 87"/>
              <a:gd name="T15" fmla="*/ 0 h 100"/>
              <a:gd name="T16" fmla="*/ 20 w 87"/>
              <a:gd name="T17" fmla="*/ 4 h 100"/>
              <a:gd name="T18" fmla="*/ 31 w 87"/>
              <a:gd name="T19" fmla="*/ 12 h 100"/>
              <a:gd name="T20" fmla="*/ 65 w 87"/>
              <a:gd name="T21" fmla="*/ 41 h 100"/>
              <a:gd name="T22" fmla="*/ 78 w 87"/>
              <a:gd name="T23" fmla="*/ 56 h 100"/>
              <a:gd name="T24" fmla="*/ 73 w 87"/>
              <a:gd name="T25" fmla="*/ 87 h 100"/>
              <a:gd name="T26" fmla="*/ 38 w 87"/>
              <a:gd name="T27" fmla="*/ 100 h 100"/>
            </a:gdLst>
            <a:rect l="0" t="0" r="r" b="b"/>
            <a:pathLst>
              <a:path w="87" h="100">
                <a:moveTo>
                  <a:pt x="38" y="100"/>
                </a:moveTo>
                <a:cubicBezTo>
                  <a:pt x="34" y="99"/>
                  <a:pt x="31" y="99"/>
                  <a:pt x="27" y="98"/>
                </a:cubicBezTo>
                <a:cubicBezTo>
                  <a:pt x="24" y="97"/>
                  <a:pt x="22" y="94"/>
                  <a:pt x="22" y="91"/>
                </a:cubicBezTo>
                <a:cubicBezTo>
                  <a:pt x="23" y="81"/>
                  <a:pt x="20" y="73"/>
                  <a:pt x="17" y="65"/>
                </a:cubicBezTo>
                <a:cubicBezTo>
                  <a:pt x="11" y="49"/>
                  <a:pt x="4" y="33"/>
                  <a:pt x="1" y="16"/>
                </a:cubicBezTo>
                <a:cubicBezTo>
                  <a:pt x="0" y="12"/>
                  <a:pt x="0" y="8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7" y="0"/>
                  <a:pt x="10" y="0"/>
                  <a:pt x="12" y="0"/>
                </a:cubicBezTo>
                <a:cubicBezTo>
                  <a:pt x="15" y="1"/>
                  <a:pt x="18" y="2"/>
                  <a:pt x="20" y="4"/>
                </a:cubicBezTo>
                <a:cubicBezTo>
                  <a:pt x="24" y="7"/>
                  <a:pt x="28" y="9"/>
                  <a:pt x="31" y="12"/>
                </a:cubicBezTo>
                <a:cubicBezTo>
                  <a:pt x="42" y="22"/>
                  <a:pt x="54" y="31"/>
                  <a:pt x="65" y="41"/>
                </a:cubicBezTo>
                <a:cubicBezTo>
                  <a:pt x="70" y="45"/>
                  <a:pt x="74" y="51"/>
                  <a:pt x="78" y="56"/>
                </a:cubicBezTo>
                <a:cubicBezTo>
                  <a:pt x="87" y="69"/>
                  <a:pt x="85" y="78"/>
                  <a:pt x="73" y="87"/>
                </a:cubicBezTo>
                <a:cubicBezTo>
                  <a:pt x="64" y="95"/>
                  <a:pt x="50" y="100"/>
                  <a:pt x="38" y="1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9" name="Freeform 36">
            <a:extLst xmlns:a="http://schemas.openxmlformats.org/drawingml/2006/main">
              <a:ext uri="{FF2B5EF4-FFF2-40B4-BE49-F238E27FC236}">
                <a16:creationId xmlns:a16="http://schemas.microsoft.com/office/drawing/2014/main" id="{E7413241-6A58-420B-A84F-D55FBC5EB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3006" y="481619"/>
            <a:ext cx="22809" cy="43908"/>
          </a:xfrm>
          <a:custGeom xmlns:a="http://schemas.openxmlformats.org/drawingml/2006/main">
            <a:gdLst>
              <a:gd name="T0" fmla="*/ 6 w 44"/>
              <a:gd name="T1" fmla="*/ 57 h 87"/>
              <a:gd name="T2" fmla="*/ 2 w 44"/>
              <a:gd name="T3" fmla="*/ 8 h 87"/>
              <a:gd name="T4" fmla="*/ 3 w 44"/>
              <a:gd name="T5" fmla="*/ 2 h 87"/>
              <a:gd name="T6" fmla="*/ 10 w 44"/>
              <a:gd name="T7" fmla="*/ 2 h 87"/>
              <a:gd name="T8" fmla="*/ 15 w 44"/>
              <a:gd name="T9" fmla="*/ 6 h 87"/>
              <a:gd name="T10" fmla="*/ 29 w 44"/>
              <a:gd name="T11" fmla="*/ 22 h 87"/>
              <a:gd name="T12" fmla="*/ 39 w 44"/>
              <a:gd name="T13" fmla="*/ 36 h 87"/>
              <a:gd name="T14" fmla="*/ 43 w 44"/>
              <a:gd name="T15" fmla="*/ 52 h 87"/>
              <a:gd name="T16" fmla="*/ 38 w 44"/>
              <a:gd name="T17" fmla="*/ 74 h 87"/>
              <a:gd name="T18" fmla="*/ 16 w 44"/>
              <a:gd name="T19" fmla="*/ 87 h 87"/>
              <a:gd name="T20" fmla="*/ 8 w 44"/>
              <a:gd name="T21" fmla="*/ 81 h 87"/>
              <a:gd name="T22" fmla="*/ 6 w 44"/>
              <a:gd name="T23" fmla="*/ 65 h 87"/>
              <a:gd name="T24" fmla="*/ 6 w 44"/>
              <a:gd name="T25" fmla="*/ 57 h 87"/>
            </a:gdLst>
            <a:rect l="0" t="0" r="r" b="b"/>
            <a:pathLst>
              <a:path w="44" h="87">
                <a:moveTo>
                  <a:pt x="6" y="57"/>
                </a:moveTo>
                <a:cubicBezTo>
                  <a:pt x="7" y="39"/>
                  <a:pt x="5" y="23"/>
                  <a:pt x="2" y="8"/>
                </a:cubicBezTo>
                <a:cubicBezTo>
                  <a:pt x="1" y="6"/>
                  <a:pt x="0" y="3"/>
                  <a:pt x="3" y="2"/>
                </a:cubicBezTo>
                <a:cubicBezTo>
                  <a:pt x="5" y="0"/>
                  <a:pt x="7" y="0"/>
                  <a:pt x="10" y="2"/>
                </a:cubicBezTo>
                <a:cubicBezTo>
                  <a:pt x="12" y="3"/>
                  <a:pt x="14" y="4"/>
                  <a:pt x="15" y="6"/>
                </a:cubicBezTo>
                <a:cubicBezTo>
                  <a:pt x="20" y="11"/>
                  <a:pt x="25" y="17"/>
                  <a:pt x="29" y="22"/>
                </a:cubicBezTo>
                <a:cubicBezTo>
                  <a:pt x="33" y="27"/>
                  <a:pt x="36" y="32"/>
                  <a:pt x="39" y="36"/>
                </a:cubicBezTo>
                <a:cubicBezTo>
                  <a:pt x="42" y="41"/>
                  <a:pt x="44" y="46"/>
                  <a:pt x="43" y="52"/>
                </a:cubicBezTo>
                <a:cubicBezTo>
                  <a:pt x="42" y="59"/>
                  <a:pt x="41" y="67"/>
                  <a:pt x="38" y="74"/>
                </a:cubicBezTo>
                <a:cubicBezTo>
                  <a:pt x="33" y="83"/>
                  <a:pt x="27" y="87"/>
                  <a:pt x="16" y="87"/>
                </a:cubicBezTo>
                <a:cubicBezTo>
                  <a:pt x="12" y="87"/>
                  <a:pt x="10" y="85"/>
                  <a:pt x="8" y="81"/>
                </a:cubicBezTo>
                <a:cubicBezTo>
                  <a:pt x="6" y="76"/>
                  <a:pt x="6" y="71"/>
                  <a:pt x="6" y="65"/>
                </a:cubicBezTo>
                <a:cubicBezTo>
                  <a:pt x="6" y="62"/>
                  <a:pt x="6" y="59"/>
                  <a:pt x="6" y="5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5" name="Freeform 8">
            <a:extLst xmlns:a="http://schemas.openxmlformats.org/drawingml/2006/main">
              <a:ext uri="{FF2B5EF4-FFF2-40B4-BE49-F238E27FC236}">
                <a16:creationId xmlns:a16="http://schemas.microsoft.com/office/drawing/2014/main" id="{29FDD707-46F8-4928-8E84-4A98EDF20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7780" y="329883"/>
            <a:ext cx="445930" cy="444892"/>
          </a:xfrm>
          <a:custGeom xmlns:a="http://schemas.openxmlformats.org/drawingml/2006/main"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Freeform 42">
            <a:extLst xmlns:a="http://schemas.openxmlformats.org/drawingml/2006/main">
              <a:ext uri="{FF2B5EF4-FFF2-40B4-BE49-F238E27FC236}">
                <a16:creationId xmlns:a16="http://schemas.microsoft.com/office/drawing/2014/main" id="{7DFBD711-E597-48F8-B7D7-83C448394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5990" y="387574"/>
            <a:ext cx="328990" cy="328471"/>
          </a:xfrm>
          <a:custGeom xmlns:a="http://schemas.openxmlformats.org/drawingml/2006/main"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7" name="Freeform 43">
            <a:extLst xmlns:a="http://schemas.openxmlformats.org/drawingml/2006/main">
              <a:ext uri="{FF2B5EF4-FFF2-40B4-BE49-F238E27FC236}">
                <a16:creationId xmlns:a16="http://schemas.microsoft.com/office/drawing/2014/main" id="{962869E6-0A54-47EC-8BC8-56F5A5C59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836" y="420317"/>
            <a:ext cx="36381" cy="43657"/>
          </a:xfrm>
          <a:custGeom xmlns:a="http://schemas.openxmlformats.org/drawingml/2006/main"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8" name="Freeform 44">
            <a:extLst xmlns:a="http://schemas.openxmlformats.org/drawingml/2006/main">
              <a:ext uri="{FF2B5EF4-FFF2-40B4-BE49-F238E27FC236}">
                <a16:creationId xmlns:a16="http://schemas.microsoft.com/office/drawing/2014/main" id="{61F4AE79-C2D5-430A-939C-9A2268FA3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451" y="502955"/>
            <a:ext cx="34822" cy="37420"/>
          </a:xfrm>
          <a:custGeom xmlns:a="http://schemas.openxmlformats.org/drawingml/2006/main"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9" name="Freeform 45">
            <a:extLst xmlns:a="http://schemas.openxmlformats.org/drawingml/2006/main">
              <a:ext uri="{FF2B5EF4-FFF2-40B4-BE49-F238E27FC236}">
                <a16:creationId xmlns:a16="http://schemas.microsoft.com/office/drawing/2014/main" id="{07598BD7-2379-4EDC-BE4C-0EB599EEA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0534" y="383416"/>
            <a:ext cx="37940" cy="40539"/>
          </a:xfrm>
          <a:custGeom xmlns:a="http://schemas.openxmlformats.org/drawingml/2006/main"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0" name="Freeform 46">
            <a:extLst xmlns:a="http://schemas.openxmlformats.org/drawingml/2006/main">
              <a:ext uri="{FF2B5EF4-FFF2-40B4-BE49-F238E27FC236}">
                <a16:creationId xmlns:a16="http://schemas.microsoft.com/office/drawing/2014/main" id="{0E9AE568-62BB-4DEA-9318-C747D700E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451" y="561165"/>
            <a:ext cx="32743" cy="31184"/>
          </a:xfrm>
          <a:custGeom xmlns:a="http://schemas.openxmlformats.org/drawingml/2006/main"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1" name="Freeform 47">
            <a:extLst xmlns:a="http://schemas.openxmlformats.org/drawingml/2006/main">
              <a:ext uri="{FF2B5EF4-FFF2-40B4-BE49-F238E27FC236}">
                <a16:creationId xmlns:a16="http://schemas.microsoft.com/office/drawing/2014/main" id="{1AA87FB5-20E4-44A1-BF18-0FEE21C50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2285" y="723322"/>
            <a:ext cx="22868" cy="32743"/>
          </a:xfrm>
          <a:custGeom xmlns:a="http://schemas.openxmlformats.org/drawingml/2006/main"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2" name="Freeform 48">
            <a:extLst xmlns:a="http://schemas.openxmlformats.org/drawingml/2006/main">
              <a:ext uri="{FF2B5EF4-FFF2-40B4-BE49-F238E27FC236}">
                <a16:creationId xmlns:a16="http://schemas.microsoft.com/office/drawing/2014/main" id="{3B282EE5-9844-4244-9926-9DD1DBDC7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8444" y="613138"/>
            <a:ext cx="33782" cy="29105"/>
          </a:xfrm>
          <a:custGeom xmlns:a="http://schemas.openxmlformats.org/drawingml/2006/main"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3" name="Freeform 49">
            <a:extLst xmlns:a="http://schemas.openxmlformats.org/drawingml/2006/main">
              <a:ext uri="{FF2B5EF4-FFF2-40B4-BE49-F238E27FC236}">
                <a16:creationId xmlns:a16="http://schemas.microsoft.com/office/drawing/2014/main" id="{8B836479-9570-4CB4-8BD3-FC90FA2F9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8194" y="415639"/>
            <a:ext cx="40019" cy="43657"/>
          </a:xfrm>
          <a:custGeom xmlns:a="http://schemas.openxmlformats.org/drawingml/2006/main"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4" name="Freeform 50">
            <a:extLst xmlns:a="http://schemas.openxmlformats.org/drawingml/2006/main">
              <a:ext uri="{FF2B5EF4-FFF2-40B4-BE49-F238E27FC236}">
                <a16:creationId xmlns:a16="http://schemas.microsoft.com/office/drawing/2014/main" id="{0FC855AB-2F3D-46AD-B816-37DDCDFB3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3113" y="709289"/>
            <a:ext cx="28065" cy="32223"/>
          </a:xfrm>
          <a:custGeom xmlns:a="http://schemas.openxmlformats.org/drawingml/2006/main"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5" name="Freeform 51">
            <a:extLst xmlns:a="http://schemas.openxmlformats.org/drawingml/2006/main">
              <a:ext uri="{FF2B5EF4-FFF2-40B4-BE49-F238E27FC236}">
                <a16:creationId xmlns:a16="http://schemas.microsoft.com/office/drawing/2014/main" id="{AB1D8277-BC4E-4B5A-87FE-22238CF81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6135" y="379258"/>
            <a:ext cx="37940" cy="36901"/>
          </a:xfrm>
          <a:custGeom xmlns:a="http://schemas.openxmlformats.org/drawingml/2006/main"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6" name="Freeform 52">
            <a:extLst xmlns:a="http://schemas.openxmlformats.org/drawingml/2006/main">
              <a:ext uri="{FF2B5EF4-FFF2-40B4-BE49-F238E27FC236}">
                <a16:creationId xmlns:a16="http://schemas.microsoft.com/office/drawing/2014/main" id="{E676B193-5512-4CB2-A3E3-EBC9B9A8B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8397" y="345475"/>
            <a:ext cx="30144" cy="32743"/>
          </a:xfrm>
          <a:custGeom xmlns:a="http://schemas.openxmlformats.org/drawingml/2006/main"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7" name="Freeform 53">
            <a:extLst xmlns:a="http://schemas.openxmlformats.org/drawingml/2006/main">
              <a:ext uri="{FF2B5EF4-FFF2-40B4-BE49-F238E27FC236}">
                <a16:creationId xmlns:a16="http://schemas.microsoft.com/office/drawing/2014/main" id="{E5296BFE-ED02-4097-910A-696092E90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5298" y="723322"/>
            <a:ext cx="23387" cy="33262"/>
          </a:xfrm>
          <a:custGeom xmlns:a="http://schemas.openxmlformats.org/drawingml/2006/main"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8" name="Freeform 54">
            <a:extLst xmlns:a="http://schemas.openxmlformats.org/drawingml/2006/main">
              <a:ext uri="{FF2B5EF4-FFF2-40B4-BE49-F238E27FC236}">
                <a16:creationId xmlns:a16="http://schemas.microsoft.com/office/drawing/2014/main" id="{54EBCC3B-FFFD-49D1-A7F4-76E26FC99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5" y="351712"/>
            <a:ext cx="31183" cy="35341"/>
          </a:xfrm>
          <a:custGeom xmlns:a="http://schemas.openxmlformats.org/drawingml/2006/main"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9" name="Freeform 55">
            <a:extLst xmlns:a="http://schemas.openxmlformats.org/drawingml/2006/main">
              <a:ext uri="{FF2B5EF4-FFF2-40B4-BE49-F238E27FC236}">
                <a16:creationId xmlns:a16="http://schemas.microsoft.com/office/drawing/2014/main" id="{2B8D24F4-011E-4972-A853-7361DFE8A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303" y="471251"/>
            <a:ext cx="36381" cy="29105"/>
          </a:xfrm>
          <a:custGeom xmlns:a="http://schemas.openxmlformats.org/drawingml/2006/main"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0" name="Freeform 56">
            <a:extLst xmlns:a="http://schemas.openxmlformats.org/drawingml/2006/main">
              <a:ext uri="{FF2B5EF4-FFF2-40B4-BE49-F238E27FC236}">
                <a16:creationId xmlns:a16="http://schemas.microsoft.com/office/drawing/2014/main" id="{8104EAB2-5CEE-4738-96E4-BFFA7A396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823" y="607941"/>
            <a:ext cx="35861" cy="33262"/>
          </a:xfrm>
          <a:custGeom xmlns:a="http://schemas.openxmlformats.org/drawingml/2006/main"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1" name="Freeform 57">
            <a:extLst xmlns:a="http://schemas.openxmlformats.org/drawingml/2006/main">
              <a:ext uri="{FF2B5EF4-FFF2-40B4-BE49-F238E27FC236}">
                <a16:creationId xmlns:a16="http://schemas.microsoft.com/office/drawing/2014/main" id="{C40D2276-2332-4CED-990A-1645944EA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816" y="556487"/>
            <a:ext cx="31703" cy="28065"/>
          </a:xfrm>
          <a:custGeom xmlns:a="http://schemas.openxmlformats.org/drawingml/2006/main"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2" name="Freeform 58">
            <a:extLst xmlns:a="http://schemas.openxmlformats.org/drawingml/2006/main">
              <a:ext uri="{FF2B5EF4-FFF2-40B4-BE49-F238E27FC236}">
                <a16:creationId xmlns:a16="http://schemas.microsoft.com/office/drawing/2014/main" id="{CAE7DED7-2B08-40F9-91C7-C1152DDE8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8830" y="357949"/>
            <a:ext cx="28585" cy="35861"/>
          </a:xfrm>
          <a:custGeom xmlns:a="http://schemas.openxmlformats.org/drawingml/2006/main"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3" name="Freeform 59">
            <a:extLst xmlns:a="http://schemas.openxmlformats.org/drawingml/2006/main">
              <a:ext uri="{FF2B5EF4-FFF2-40B4-BE49-F238E27FC236}">
                <a16:creationId xmlns:a16="http://schemas.microsoft.com/office/drawing/2014/main" id="{EBFE97B6-1932-4DE7-A2A0-02D470582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9484" y="461896"/>
            <a:ext cx="32743" cy="28585"/>
          </a:xfrm>
          <a:custGeom xmlns:a="http://schemas.openxmlformats.org/drawingml/2006/main"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4" name="Freeform 60">
            <a:extLst xmlns:a="http://schemas.openxmlformats.org/drawingml/2006/main">
              <a:ext uri="{FF2B5EF4-FFF2-40B4-BE49-F238E27FC236}">
                <a16:creationId xmlns:a16="http://schemas.microsoft.com/office/drawing/2014/main" id="{40ABB20C-30C0-4D5A-BB30-5E7679342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297" y="515428"/>
            <a:ext cx="31703" cy="20789"/>
          </a:xfrm>
          <a:custGeom xmlns:a="http://schemas.openxmlformats.org/drawingml/2006/main"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5" name="Freeform 61">
            <a:extLst xmlns:a="http://schemas.openxmlformats.org/drawingml/2006/main">
              <a:ext uri="{FF2B5EF4-FFF2-40B4-BE49-F238E27FC236}">
                <a16:creationId xmlns:a16="http://schemas.microsoft.com/office/drawing/2014/main" id="{24CA8082-F1E2-4190-9DD0-984E60D98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6212" y="349113"/>
            <a:ext cx="19230" cy="32223"/>
          </a:xfrm>
          <a:custGeom xmlns:a="http://schemas.openxmlformats.org/drawingml/2006/main"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6" name="Freeform 62">
            <a:extLst xmlns:a="http://schemas.openxmlformats.org/drawingml/2006/main">
              <a:ext uri="{FF2B5EF4-FFF2-40B4-BE49-F238E27FC236}">
                <a16:creationId xmlns:a16="http://schemas.microsoft.com/office/drawing/2014/main" id="{AC8D7D2E-6520-477F-A93F-7BE7EEC45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8753" y="711368"/>
            <a:ext cx="23907" cy="31184"/>
          </a:xfrm>
          <a:custGeom xmlns:a="http://schemas.openxmlformats.org/drawingml/2006/main"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7" name="Freeform 71">
            <a:extLst xmlns:a="http://schemas.openxmlformats.org/drawingml/2006/main">
              <a:ext uri="{FF2B5EF4-FFF2-40B4-BE49-F238E27FC236}">
                <a16:creationId xmlns:a16="http://schemas.microsoft.com/office/drawing/2014/main" id="{C2C88D8E-C341-4FB5-A6E5-661B78239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0023" y="401606"/>
            <a:ext cx="301445" cy="300925"/>
          </a:xfrm>
          <a:custGeom xmlns:a="http://schemas.openxmlformats.org/drawingml/2006/main"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6" name="标题 1">
            <a:extLst xmlns:a="http://schemas.openxmlformats.org/drawingml/2006/main">
              <a:ext uri="{FF2B5EF4-FFF2-40B4-BE49-F238E27FC236}">
                <a16:creationId xmlns:a16="http://schemas.microsoft.com/office/drawing/2014/main" id="{5C6C6474-78D9-4E0F-9379-59811E398C5D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42913" y="243569"/>
            <a:ext cx="9056851" cy="61751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400" b="1" kern="1200" baseline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/>
        </p:txBody>
      </p:sp>
      <p:sp>
        <p:nvSpPr>
          <p:cNvPr id="178" name="直接连接符 177">
            <a:extLst xmlns:a="http://schemas.openxmlformats.org/drawingml/2006/main">
              <a:ext uri="{FF2B5EF4-FFF2-40B4-BE49-F238E27FC236}">
                <a16:creationId xmlns:a16="http://schemas.microsoft.com/office/drawing/2014/main" id="{FF68C188-9EBE-4CF5-B415-28FDDE4C4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06" y="867990"/>
            <a:ext cx="2433027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6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79" name="直接连接符 178">
            <a:extLst xmlns:a="http://schemas.openxmlformats.org/drawingml/2006/main">
              <a:ext uri="{FF2B5EF4-FFF2-40B4-BE49-F238E27FC236}">
                <a16:creationId xmlns:a16="http://schemas.microsoft.com/office/drawing/2014/main" id="{8EC3085B-84AD-4063-98FA-A084BDAC3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06" y="867990"/>
            <a:ext cx="589713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1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EA2BB753-7921-4372-9BCD-06495C94D26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9005791" y="6394353"/>
            <a:ext cx="2743200" cy="2921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3" name="文本框 62">
            <a:extLst xmlns:a="http://schemas.openxmlformats.org/drawingml/2006/main">
              <a:ext uri="{FF2B5EF4-FFF2-40B4-BE49-F238E27FC236}">
                <a16:creationId xmlns:a16="http://schemas.microsoft.com/office/drawing/2014/main" id="{2533F7DF-B63E-443C-A1B6-C062E5D29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3" y="6394353"/>
            <a:ext cx="1545907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" name="图片占位符 1">
            <a:extLst xmlns:a="http://schemas.openxmlformats.org/drawingml/2006/main">
              <a:ext uri="{FF2B5EF4-FFF2-40B4-BE49-F238E27FC236}">
                <a16:creationId xmlns:a16="http://schemas.microsoft.com/office/drawing/2014/main" id="{F13C489D-F1CD-49BE-B9EA-C2316DF19F04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5627650" y="1131849"/>
            <a:ext cx="2386361" cy="5157440"/>
          </a:xfrm>
          <a:prstGeom xmlns:a="http://schemas.openxmlformats.org/drawingml/2006/main" prst="roundRect">
            <a:avLst>
              <a:gd name="adj" fmla="val 10149"/>
            </a:avLst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21.xml><?xml version="1.0" encoding="utf-8"?>
<p:sldLayout xmlns:p="http://schemas.openxmlformats.org/presentationml/2006/main" preserve="1" userDrawn="1">
  <p:cSld name="封面-1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5" name="图片 2">
            <a:extLst xmlns:a="http://schemas.openxmlformats.org/drawingml/2006/main">
              <a:ext uri="{FF2B5EF4-FFF2-40B4-BE49-F238E27FC236}">
                <a16:creationId xmlns:a16="http://schemas.microsoft.com/office/drawing/2014/main" id="{9727A8D1-68FE-4B5A-B932-89177E88C8F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d3824faa4545d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3357217"/>
          </a:xfrm>
          <a:prstGeom xmlns:a="http://schemas.openxmlformats.org/drawingml/2006/main" prst="rect">
            <a:avLst/>
          </a:prstGeom>
        </p:spPr>
      </p:pic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935A1B84-E258-451E-A01B-1E4DB3724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800" y="-7913"/>
            <a:ext cx="12192000" cy="33612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0001">
              <a:alpha val="23000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椭圆 4">
            <a:extLst xmlns:a="http://schemas.openxmlformats.org/drawingml/2006/main">
              <a:ext uri="{FF2B5EF4-FFF2-40B4-BE49-F238E27FC236}">
                <a16:creationId xmlns:a16="http://schemas.microsoft.com/office/drawing/2014/main" id="{E6CD97E4-F06D-462F-AF50-E09D361A6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2562096"/>
            <a:ext cx="1584960" cy="1584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Freeform 8">
            <a:extLst xmlns:a="http://schemas.openxmlformats.org/drawingml/2006/main">
              <a:ext uri="{FF2B5EF4-FFF2-40B4-BE49-F238E27FC236}">
                <a16:creationId xmlns:a16="http://schemas.microsoft.com/office/drawing/2014/main" id="{D517D763-DCD9-4120-B6EE-E0F73FF69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670375"/>
            <a:ext cx="1371600" cy="1368402"/>
          </a:xfrm>
          <a:custGeom xmlns:a="http://schemas.openxmlformats.org/drawingml/2006/main"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 xmlns:a="http://schemas.openxmlformats.org/drawingml/2006/main">
            <a:srgbClr val="8B0012">
              <a:alpha val="8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solidFill>
                <a:srgbClr val="FF0000"/>
              </a:solidFill>
            </a:endParaRPr>
          </a:p>
        </p:txBody>
      </p:sp>
      <p:sp>
        <p:nvSpPr>
          <p:cNvPr id="8" name="Freeform 42">
            <a:extLst xmlns:a="http://schemas.openxmlformats.org/drawingml/2006/main">
              <a:ext uri="{FF2B5EF4-FFF2-40B4-BE49-F238E27FC236}">
                <a16:creationId xmlns:a16="http://schemas.microsoft.com/office/drawing/2014/main" id="{76FF2264-D867-4F0F-B86E-1DD469275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9243" y="2847820"/>
            <a:ext cx="1011914" cy="1010315"/>
          </a:xfrm>
          <a:custGeom xmlns:a="http://schemas.openxmlformats.org/drawingml/2006/main"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 xmlns:a="http://schemas.openxmlformats.org/drawingml/2006/main">
            <a:srgbClr val="8B0012">
              <a:alpha val="8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solidFill>
                <a:srgbClr val="FF0000"/>
              </a:solidFill>
            </a:endParaRPr>
          </a:p>
        </p:txBody>
      </p:sp>
      <p:sp>
        <p:nvSpPr>
          <p:cNvPr id="9" name="Freeform 43">
            <a:extLst xmlns:a="http://schemas.openxmlformats.org/drawingml/2006/main">
              <a:ext uri="{FF2B5EF4-FFF2-40B4-BE49-F238E27FC236}">
                <a16:creationId xmlns:a16="http://schemas.microsoft.com/office/drawing/2014/main" id="{8A2E76FD-AF46-4062-8AA5-D6BDFC948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8439" y="2948532"/>
            <a:ext cx="111902" cy="134282"/>
          </a:xfrm>
          <a:custGeom xmlns:a="http://schemas.openxmlformats.org/drawingml/2006/main"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 xmlns:a="http://schemas.openxmlformats.org/drawingml/2006/main">
            <a:srgbClr val="8B0012">
              <a:alpha val="8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solidFill>
                <a:srgbClr val="FF0000"/>
              </a:solidFill>
            </a:endParaRPr>
          </a:p>
        </p:txBody>
      </p:sp>
      <p:sp>
        <p:nvSpPr>
          <p:cNvPr id="10" name="Freeform 44">
            <a:extLst xmlns:a="http://schemas.openxmlformats.org/drawingml/2006/main">
              <a:ext uri="{FF2B5EF4-FFF2-40B4-BE49-F238E27FC236}">
                <a16:creationId xmlns:a16="http://schemas.microsoft.com/office/drawing/2014/main" id="{EBAA7BF7-7FCF-4E42-9E36-C88D0DF3F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4552" y="3202709"/>
            <a:ext cx="107106" cy="115099"/>
          </a:xfrm>
          <a:custGeom xmlns:a="http://schemas.openxmlformats.org/drawingml/2006/main"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 xmlns:a="http://schemas.openxmlformats.org/drawingml/2006/main">
            <a:srgbClr val="8B0012">
              <a:alpha val="8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solidFill>
                <a:srgbClr val="FF0000"/>
              </a:solidFill>
            </a:endParaRPr>
          </a:p>
        </p:txBody>
      </p:sp>
      <p:sp>
        <p:nvSpPr>
          <p:cNvPr id="11" name="Freeform 45">
            <a:extLst xmlns:a="http://schemas.openxmlformats.org/drawingml/2006/main">
              <a:ext uri="{FF2B5EF4-FFF2-40B4-BE49-F238E27FC236}">
                <a16:creationId xmlns:a16="http://schemas.microsoft.com/office/drawing/2014/main" id="{253C62E7-6D80-4DA3-89BB-C3C240D82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2931" y="2835031"/>
            <a:ext cx="116697" cy="124690"/>
          </a:xfrm>
          <a:custGeom xmlns:a="http://schemas.openxmlformats.org/drawingml/2006/main"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 xmlns:a="http://schemas.openxmlformats.org/drawingml/2006/main">
            <a:srgbClr val="8B0012">
              <a:alpha val="8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solidFill>
                <a:srgbClr val="FF0000"/>
              </a:solidFill>
            </a:endParaRPr>
          </a:p>
        </p:txBody>
      </p:sp>
      <p:sp>
        <p:nvSpPr>
          <p:cNvPr id="12" name="Freeform 46">
            <a:extLst xmlns:a="http://schemas.openxmlformats.org/drawingml/2006/main">
              <a:ext uri="{FF2B5EF4-FFF2-40B4-BE49-F238E27FC236}">
                <a16:creationId xmlns:a16="http://schemas.microsoft.com/office/drawing/2014/main" id="{5CFCBBB4-3A7C-4297-BA2E-5842A02B0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4552" y="3381752"/>
            <a:ext cx="100711" cy="95916"/>
          </a:xfrm>
          <a:custGeom xmlns:a="http://schemas.openxmlformats.org/drawingml/2006/main"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 xmlns:a="http://schemas.openxmlformats.org/drawingml/2006/main">
            <a:srgbClr val="8B0012">
              <a:alpha val="8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solidFill>
                <a:srgbClr val="FF0000"/>
              </a:solidFill>
            </a:endParaRPr>
          </a:p>
        </p:txBody>
      </p:sp>
      <p:sp>
        <p:nvSpPr>
          <p:cNvPr id="13" name="Freeform 47">
            <a:extLst xmlns:a="http://schemas.openxmlformats.org/drawingml/2006/main">
              <a:ext uri="{FF2B5EF4-FFF2-40B4-BE49-F238E27FC236}">
                <a16:creationId xmlns:a16="http://schemas.microsoft.com/office/drawing/2014/main" id="{01C05D7B-8F94-474C-8C40-8CDA83AF3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7703" y="3880516"/>
            <a:ext cx="70338" cy="100711"/>
          </a:xfrm>
          <a:custGeom xmlns:a="http://schemas.openxmlformats.org/drawingml/2006/main"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 xmlns:a="http://schemas.openxmlformats.org/drawingml/2006/main">
            <a:srgbClr val="8B0012">
              <a:alpha val="8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solidFill>
                <a:srgbClr val="FF0000"/>
              </a:solidFill>
            </a:endParaRPr>
          </a:p>
        </p:txBody>
      </p:sp>
      <p:sp>
        <p:nvSpPr>
          <p:cNvPr id="14" name="Freeform 48">
            <a:extLst xmlns:a="http://schemas.openxmlformats.org/drawingml/2006/main">
              <a:ext uri="{FF2B5EF4-FFF2-40B4-BE49-F238E27FC236}">
                <a16:creationId xmlns:a16="http://schemas.microsoft.com/office/drawing/2014/main" id="{E031806E-57F3-4079-86FA-C045C7FDC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4518" y="3541612"/>
            <a:ext cx="103909" cy="89521"/>
          </a:xfrm>
          <a:custGeom xmlns:a="http://schemas.openxmlformats.org/drawingml/2006/main"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 xmlns:a="http://schemas.openxmlformats.org/drawingml/2006/main">
            <a:srgbClr val="8B0012">
              <a:alpha val="8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solidFill>
                <a:srgbClr val="FF0000"/>
              </a:solidFill>
            </a:endParaRPr>
          </a:p>
        </p:txBody>
      </p:sp>
      <p:sp>
        <p:nvSpPr>
          <p:cNvPr id="15" name="Freeform 49">
            <a:extLst xmlns:a="http://schemas.openxmlformats.org/drawingml/2006/main">
              <a:ext uri="{FF2B5EF4-FFF2-40B4-BE49-F238E27FC236}">
                <a16:creationId xmlns:a16="http://schemas.microsoft.com/office/drawing/2014/main" id="{C929841C-2766-41F1-8430-FCA9E2E8F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5264" y="2934144"/>
            <a:ext cx="123092" cy="134282"/>
          </a:xfrm>
          <a:custGeom xmlns:a="http://schemas.openxmlformats.org/drawingml/2006/main"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 xmlns:a="http://schemas.openxmlformats.org/drawingml/2006/main">
            <a:srgbClr val="8B0012">
              <a:alpha val="8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solidFill>
                <a:srgbClr val="FF0000"/>
              </a:solidFill>
            </a:endParaRPr>
          </a:p>
        </p:txBody>
      </p:sp>
      <p:sp>
        <p:nvSpPr>
          <p:cNvPr id="16" name="Freeform 50">
            <a:extLst xmlns:a="http://schemas.openxmlformats.org/drawingml/2006/main">
              <a:ext uri="{FF2B5EF4-FFF2-40B4-BE49-F238E27FC236}">
                <a16:creationId xmlns:a16="http://schemas.microsoft.com/office/drawing/2014/main" id="{D2912C30-8362-46E9-AD95-62CBD56D9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7832" y="3837353"/>
            <a:ext cx="86324" cy="99113"/>
          </a:xfrm>
          <a:custGeom xmlns:a="http://schemas.openxmlformats.org/drawingml/2006/main"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 xmlns:a="http://schemas.openxmlformats.org/drawingml/2006/main">
            <a:srgbClr val="8B0012">
              <a:alpha val="8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solidFill>
                <a:srgbClr val="FF0000"/>
              </a:solidFill>
            </a:endParaRPr>
          </a:p>
        </p:txBody>
      </p:sp>
      <p:sp>
        <p:nvSpPr>
          <p:cNvPr id="17" name="Freeform 51">
            <a:extLst xmlns:a="http://schemas.openxmlformats.org/drawingml/2006/main">
              <a:ext uri="{FF2B5EF4-FFF2-40B4-BE49-F238E27FC236}">
                <a16:creationId xmlns:a16="http://schemas.microsoft.com/office/drawing/2014/main" id="{444950A2-7F82-403E-ADCF-BDB8BADCA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1962" y="2822242"/>
            <a:ext cx="116697" cy="113500"/>
          </a:xfrm>
          <a:custGeom xmlns:a="http://schemas.openxmlformats.org/drawingml/2006/main"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 xmlns:a="http://schemas.openxmlformats.org/drawingml/2006/main">
            <a:srgbClr val="8B0012">
              <a:alpha val="8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solidFill>
                <a:srgbClr val="FF0000"/>
              </a:solidFill>
            </a:endParaRPr>
          </a:p>
        </p:txBody>
      </p:sp>
      <p:sp>
        <p:nvSpPr>
          <p:cNvPr id="18" name="Freeform 52">
            <a:extLst xmlns:a="http://schemas.openxmlformats.org/drawingml/2006/main">
              <a:ext uri="{FF2B5EF4-FFF2-40B4-BE49-F238E27FC236}">
                <a16:creationId xmlns:a16="http://schemas.microsoft.com/office/drawing/2014/main" id="{5E7C4CA6-F7BA-445E-BBB9-892022C01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7260" y="2718333"/>
            <a:ext cx="92718" cy="100711"/>
          </a:xfrm>
          <a:custGeom xmlns:a="http://schemas.openxmlformats.org/drawingml/2006/main"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 xmlns:a="http://schemas.openxmlformats.org/drawingml/2006/main">
            <a:srgbClr val="8B0012">
              <a:alpha val="8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solidFill>
                <a:srgbClr val="FF0000"/>
              </a:solidFill>
            </a:endParaRPr>
          </a:p>
        </p:txBody>
      </p:sp>
      <p:sp>
        <p:nvSpPr>
          <p:cNvPr id="19" name="Freeform 53">
            <a:extLst xmlns:a="http://schemas.openxmlformats.org/drawingml/2006/main">
              <a:ext uri="{FF2B5EF4-FFF2-40B4-BE49-F238E27FC236}">
                <a16:creationId xmlns:a16="http://schemas.microsoft.com/office/drawing/2014/main" id="{97E4F9C4-E88E-4214-9977-3972717A8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0761" y="3880516"/>
            <a:ext cx="71937" cy="102310"/>
          </a:xfrm>
          <a:custGeom xmlns:a="http://schemas.openxmlformats.org/drawingml/2006/main"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 xmlns:a="http://schemas.openxmlformats.org/drawingml/2006/main">
            <a:srgbClr val="8B0012">
              <a:alpha val="8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solidFill>
                <a:srgbClr val="FF0000"/>
              </a:solidFill>
            </a:endParaRPr>
          </a:p>
        </p:txBody>
      </p:sp>
      <p:sp>
        <p:nvSpPr>
          <p:cNvPr id="20" name="Freeform 54">
            <a:extLst xmlns:a="http://schemas.openxmlformats.org/drawingml/2006/main">
              <a:ext uri="{FF2B5EF4-FFF2-40B4-BE49-F238E27FC236}">
                <a16:creationId xmlns:a16="http://schemas.microsoft.com/office/drawing/2014/main" id="{21CD117A-3192-44B0-B5EF-F80E51AB6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1006" y="2737516"/>
            <a:ext cx="95916" cy="108704"/>
          </a:xfrm>
          <a:custGeom xmlns:a="http://schemas.openxmlformats.org/drawingml/2006/main"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 xmlns:a="http://schemas.openxmlformats.org/drawingml/2006/main">
            <a:srgbClr val="8B0012">
              <a:alpha val="8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solidFill>
                <a:srgbClr val="FF0000"/>
              </a:solidFill>
            </a:endParaRPr>
          </a:p>
        </p:txBody>
      </p:sp>
      <p:sp>
        <p:nvSpPr>
          <p:cNvPr id="21" name="Freeform 55">
            <a:extLst xmlns:a="http://schemas.openxmlformats.org/drawingml/2006/main">
              <a:ext uri="{FF2B5EF4-FFF2-40B4-BE49-F238E27FC236}">
                <a16:creationId xmlns:a16="http://schemas.microsoft.com/office/drawing/2014/main" id="{0CC5AD8A-B65D-498E-A2AF-2A1E3CAF7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6771" y="3105195"/>
            <a:ext cx="111902" cy="89521"/>
          </a:xfrm>
          <a:custGeom xmlns:a="http://schemas.openxmlformats.org/drawingml/2006/main"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 xmlns:a="http://schemas.openxmlformats.org/drawingml/2006/main">
            <a:srgbClr val="8B0012">
              <a:alpha val="8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solidFill>
                <a:srgbClr val="FF0000"/>
              </a:solidFill>
            </a:endParaRPr>
          </a:p>
        </p:txBody>
      </p:sp>
      <p:sp>
        <p:nvSpPr>
          <p:cNvPr id="22" name="Freeform 56">
            <a:extLst xmlns:a="http://schemas.openxmlformats.org/drawingml/2006/main">
              <a:ext uri="{FF2B5EF4-FFF2-40B4-BE49-F238E27FC236}">
                <a16:creationId xmlns:a16="http://schemas.microsoft.com/office/drawing/2014/main" id="{B69E9B22-C016-49F4-8BC8-BF8DCBFBF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8369" y="3525626"/>
            <a:ext cx="110303" cy="102310"/>
          </a:xfrm>
          <a:custGeom xmlns:a="http://schemas.openxmlformats.org/drawingml/2006/main"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 xmlns:a="http://schemas.openxmlformats.org/drawingml/2006/main">
            <a:srgbClr val="8B0012">
              <a:alpha val="8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solidFill>
                <a:srgbClr val="FF0000"/>
              </a:solidFill>
            </a:endParaRPr>
          </a:p>
        </p:txBody>
      </p:sp>
      <p:sp>
        <p:nvSpPr>
          <p:cNvPr id="23" name="Freeform 57">
            <a:extLst xmlns:a="http://schemas.openxmlformats.org/drawingml/2006/main">
              <a:ext uri="{FF2B5EF4-FFF2-40B4-BE49-F238E27FC236}">
                <a16:creationId xmlns:a16="http://schemas.microsoft.com/office/drawing/2014/main" id="{146D8BFF-F216-4916-AE70-0E6440E40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8334" y="3367365"/>
            <a:ext cx="97514" cy="86324"/>
          </a:xfrm>
          <a:custGeom xmlns:a="http://schemas.openxmlformats.org/drawingml/2006/main"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 xmlns:a="http://schemas.openxmlformats.org/drawingml/2006/main">
            <a:srgbClr val="8B0012">
              <a:alpha val="8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solidFill>
                <a:srgbClr val="FF0000"/>
              </a:solidFill>
            </a:endParaRPr>
          </a:p>
        </p:txBody>
      </p:sp>
      <p:sp>
        <p:nvSpPr>
          <p:cNvPr id="24" name="Freeform 58">
            <a:extLst xmlns:a="http://schemas.openxmlformats.org/drawingml/2006/main">
              <a:ext uri="{FF2B5EF4-FFF2-40B4-BE49-F238E27FC236}">
                <a16:creationId xmlns:a16="http://schemas.microsoft.com/office/drawing/2014/main" id="{229227FA-4FC3-42C7-9404-A0799B96C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417" y="2756700"/>
            <a:ext cx="87923" cy="110303"/>
          </a:xfrm>
          <a:custGeom xmlns:a="http://schemas.openxmlformats.org/drawingml/2006/main"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 xmlns:a="http://schemas.openxmlformats.org/drawingml/2006/main">
            <a:srgbClr val="8B0012">
              <a:alpha val="8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solidFill>
                <a:srgbClr val="FF0000"/>
              </a:solidFill>
            </a:endParaRPr>
          </a:p>
        </p:txBody>
      </p:sp>
      <p:sp>
        <p:nvSpPr>
          <p:cNvPr id="25" name="Freeform 59">
            <a:extLst xmlns:a="http://schemas.openxmlformats.org/drawingml/2006/main">
              <a:ext uri="{FF2B5EF4-FFF2-40B4-BE49-F238E27FC236}">
                <a16:creationId xmlns:a16="http://schemas.microsoft.com/office/drawing/2014/main" id="{BC6B1735-353D-4896-95FF-884EA4E7F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7715" y="3076420"/>
            <a:ext cx="100711" cy="87923"/>
          </a:xfrm>
          <a:custGeom xmlns:a="http://schemas.openxmlformats.org/drawingml/2006/main"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 xmlns:a="http://schemas.openxmlformats.org/drawingml/2006/main">
            <a:srgbClr val="8B0012">
              <a:alpha val="8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solidFill>
                <a:srgbClr val="FF0000"/>
              </a:solidFill>
            </a:endParaRPr>
          </a:p>
        </p:txBody>
      </p:sp>
      <p:sp>
        <p:nvSpPr>
          <p:cNvPr id="26" name="Freeform 60">
            <a:extLst xmlns:a="http://schemas.openxmlformats.org/drawingml/2006/main">
              <a:ext uri="{FF2B5EF4-FFF2-40B4-BE49-F238E27FC236}">
                <a16:creationId xmlns:a16="http://schemas.microsoft.com/office/drawing/2014/main" id="{5F02C7E8-AAC1-43C4-B2F0-401F0F767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6736" y="3241076"/>
            <a:ext cx="97514" cy="63943"/>
          </a:xfrm>
          <a:custGeom xmlns:a="http://schemas.openxmlformats.org/drawingml/2006/main"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 xmlns:a="http://schemas.openxmlformats.org/drawingml/2006/main">
            <a:srgbClr val="8B0012">
              <a:alpha val="8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solidFill>
                <a:srgbClr val="FF0000"/>
              </a:solidFill>
            </a:endParaRPr>
          </a:p>
        </p:txBody>
      </p:sp>
      <p:sp>
        <p:nvSpPr>
          <p:cNvPr id="27" name="Freeform 61">
            <a:extLst xmlns:a="http://schemas.openxmlformats.org/drawingml/2006/main">
              <a:ext uri="{FF2B5EF4-FFF2-40B4-BE49-F238E27FC236}">
                <a16:creationId xmlns:a16="http://schemas.microsoft.com/office/drawing/2014/main" id="{A6B14746-D3BF-48C1-BC4F-212E27072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4332" y="2729523"/>
            <a:ext cx="59148" cy="99113"/>
          </a:xfrm>
          <a:custGeom xmlns:a="http://schemas.openxmlformats.org/drawingml/2006/main"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 xmlns:a="http://schemas.openxmlformats.org/drawingml/2006/main">
            <a:srgbClr val="8B0012">
              <a:alpha val="8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solidFill>
                <a:srgbClr val="FF0000"/>
              </a:solidFill>
            </a:endParaRPr>
          </a:p>
        </p:txBody>
      </p:sp>
      <p:sp>
        <p:nvSpPr>
          <p:cNvPr id="28" name="Freeform 62">
            <a:extLst xmlns:a="http://schemas.openxmlformats.org/drawingml/2006/main">
              <a:ext uri="{FF2B5EF4-FFF2-40B4-BE49-F238E27FC236}">
                <a16:creationId xmlns:a16="http://schemas.microsoft.com/office/drawing/2014/main" id="{B0423F8D-6903-4DE4-9076-3D1B00D1F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3048" y="3843748"/>
            <a:ext cx="73535" cy="95916"/>
          </a:xfrm>
          <a:custGeom xmlns:a="http://schemas.openxmlformats.org/drawingml/2006/main"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 xmlns:a="http://schemas.openxmlformats.org/drawingml/2006/main">
            <a:srgbClr val="8B0012">
              <a:alpha val="8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solidFill>
                <a:srgbClr val="FF0000"/>
              </a:solidFill>
            </a:endParaRPr>
          </a:p>
        </p:txBody>
      </p:sp>
      <p:sp>
        <p:nvSpPr>
          <p:cNvPr id="29" name="Freeform 71">
            <a:extLst xmlns:a="http://schemas.openxmlformats.org/drawingml/2006/main">
              <a:ext uri="{FF2B5EF4-FFF2-40B4-BE49-F238E27FC236}">
                <a16:creationId xmlns:a16="http://schemas.microsoft.com/office/drawing/2014/main" id="{A6FFE91A-D73F-45C7-8982-3E3EE4A91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2406" y="2890982"/>
            <a:ext cx="927188" cy="925589"/>
          </a:xfrm>
          <a:custGeom xmlns:a="http://schemas.openxmlformats.org/drawingml/2006/main"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 xmlns:a="http://schemas.openxmlformats.org/drawingml/2006/main">
            <a:srgbClr val="8B0012">
              <a:alpha val="8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solidFill>
                <a:srgbClr val="FF0000"/>
              </a:solidFill>
            </a:endParaRPr>
          </a:p>
        </p:txBody>
      </p:sp>
      <p:sp>
        <p:nvSpPr>
          <p:cNvPr id="36" name="文本占位符 35">
            <a:extLst xmlns:a="http://schemas.openxmlformats.org/drawingml/2006/main">
              <a:ext uri="{FF2B5EF4-FFF2-40B4-BE49-F238E27FC236}">
                <a16:creationId xmlns:a16="http://schemas.microsoft.com/office/drawing/2014/main" id="{A905DCDE-7345-4FB5-9067-A310D662839D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1606550" y="4264178"/>
            <a:ext cx="8975725" cy="78105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ctr" defTabSz="914400">
              <a:lnSpc>
                <a:spcPct val="120000"/>
              </a:lnSpc>
              <a:buNone/>
              <a:defRPr sz="4000" b="1" kern="1200" spc="3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algn="ctr">
              <a:lnSpc>
                <a:spcPct val="120000"/>
              </a:lnSpc>
              <a:buNone/>
            </a:pPr>
            <a:endParaRPr sz="4000" b="1" spc="300">
              <a:solidFill>
                <a:schemeClr val="tx1">
                  <a:lumMod val="85000"/>
                  <a:lumOff val="15000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文本占位符 37">
            <a:extLst xmlns:a="http://schemas.openxmlformats.org/drawingml/2006/main">
              <a:ext uri="{FF2B5EF4-FFF2-40B4-BE49-F238E27FC236}">
                <a16:creationId xmlns:a16="http://schemas.microsoft.com/office/drawing/2014/main" id="{874D8016-198B-45FA-ADB9-44132FFE5B53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2244991" y="5389156"/>
            <a:ext cx="1987550" cy="341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 marL="0" indent="0">
              <a:buNone/>
              <a:defRPr sz="1800">
                <a:solidFill>
                  <a:srgbClr val="222A35"/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pPr marL="0" lvl="0">
              <a:buNone/>
            </a:pPr>
          </a:p>
        </p:txBody>
      </p:sp>
      <p:sp>
        <p:nvSpPr>
          <p:cNvPr id="42" name="文本占位符 37">
            <a:extLst xmlns:a="http://schemas.openxmlformats.org/drawingml/2006/main">
              <a:ext uri="{FF2B5EF4-FFF2-40B4-BE49-F238E27FC236}">
                <a16:creationId xmlns:a16="http://schemas.microsoft.com/office/drawing/2014/main" id="{60DA38CB-89EA-43AB-A822-E797E2665B48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5102225" y="5389156"/>
            <a:ext cx="1987550" cy="341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 marL="0" indent="0" algn="ctr">
              <a:buNone/>
              <a:defRPr sz="1800">
                <a:solidFill>
                  <a:srgbClr val="222A35"/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pPr marL="0" lvl="0">
              <a:buNone/>
            </a:pPr>
          </a:p>
        </p:txBody>
      </p:sp>
      <p:sp>
        <p:nvSpPr>
          <p:cNvPr id="43" name="文本占位符 37">
            <a:extLst xmlns:a="http://schemas.openxmlformats.org/drawingml/2006/main">
              <a:ext uri="{FF2B5EF4-FFF2-40B4-BE49-F238E27FC236}">
                <a16:creationId xmlns:a16="http://schemas.microsoft.com/office/drawing/2014/main" id="{B8538780-5383-4283-B617-E11AAFBEC270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7959460" y="5389156"/>
            <a:ext cx="1987550" cy="341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 marL="0" indent="0" algn="r">
              <a:buNone/>
              <a:defRPr sz="1800">
                <a:solidFill>
                  <a:srgbClr val="222A35"/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pPr marL="0" lvl="0">
              <a:buNone/>
            </a:pPr>
          </a:p>
        </p:txBody>
      </p:sp>
    </p:spTree>
  </p:cSld>
</p:sldLayout>
</file>

<file path=ppt/slideLayouts/slideLayout22.xml><?xml version="1.0" encoding="utf-8"?>
<p:sldLayout xmlns:p="http://schemas.openxmlformats.org/presentationml/2006/main" preserve="1" userDrawn="1">
  <p:cSld name="目录-4部分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矩形 54">
            <a:extLst xmlns:a="http://schemas.openxmlformats.org/drawingml/2006/main">
              <a:ext uri="{FF2B5EF4-FFF2-40B4-BE49-F238E27FC236}">
                <a16:creationId xmlns:a16="http://schemas.microsoft.com/office/drawing/2014/main" id="{FC658352-A1F4-455C-AEA1-AAA0CB382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" y="0"/>
            <a:ext cx="6096001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82" name="图形 34">
            <a:extLst xmlns:a="http://schemas.openxmlformats.org/drawingml/2006/main">
              <a:ext uri="{FF2B5EF4-FFF2-40B4-BE49-F238E27FC236}">
                <a16:creationId xmlns:a16="http://schemas.microsoft.com/office/drawing/2014/main" id="{02C27ED8-558B-48B0-AC42-1CF39628A23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07aafc26fc4aef">
            <a:extLst>
              <a:ext uri="{96DAC541-7B7A-43D3-8B79-37D633B846F1}">
                <asvg:svgBlip xmlns:asvg="http://schemas.microsoft.com/office/drawing/2016/SVG/main" r:embed="R931531790d1a400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601832" y="3365787"/>
            <a:ext cx="6665290" cy="4818286"/>
          </a:xfrm>
          <a:prstGeom xmlns:a="http://schemas.openxmlformats.org/drawingml/2006/main" prst="rect">
            <a:avLst/>
          </a:prstGeom>
        </p:spPr>
      </p:pic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E394734B-2257-4FA6-A748-4A978AEFF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281" y="476251"/>
            <a:ext cx="11013440" cy="5905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glow rad="101600">
              <a:schemeClr val="tx1">
                <a:alpha val="10000"/>
              </a:schemeClr>
            </a:glo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标题 1">
            <a:extLst xmlns:a="http://schemas.openxmlformats.org/drawingml/2006/main">
              <a:ext uri="{FF2B5EF4-FFF2-40B4-BE49-F238E27FC236}">
                <a16:creationId xmlns:a16="http://schemas.microsoft.com/office/drawing/2014/main" id="{AD03A4DE-DB68-4E88-8C9A-54CD8B561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6213" y="1033221"/>
            <a:ext cx="2165279" cy="15006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rgbClr val="0070C0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marL="0" marR="0" lvl="0" indent="0" algn="ctr" defTabSz="9144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5400" b="1" i="0" u="none" strike="noStrike" kern="2200" cap="none" spc="0" baseline="0">
              <a:ln>
                <a:noFill/>
              </a:ln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3E936634-0E34-49F6-A9B1-4F6621579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3024" y="2078629"/>
            <a:ext cx="2168084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strike="noStrike" kern="2200" cap="none" spc="-20" baseline="0">
              <a:ln>
                <a:noFill/>
              </a:ln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文本占位符 40">
            <a:extLst xmlns:a="http://schemas.openxmlformats.org/drawingml/2006/main">
              <a:ext uri="{FF2B5EF4-FFF2-40B4-BE49-F238E27FC236}">
                <a16:creationId xmlns:a16="http://schemas.microsoft.com/office/drawing/2014/main" id="{3917279C-FEBF-4146-957D-65355D2DABF2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7825514" y="1561152"/>
            <a:ext cx="3055845" cy="48768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l" defTabSz="914400">
              <a:buNone/>
              <a:defRPr sz="2800" kern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/>
            </a:lvl2pPr>
          </a:lstStyle>
          <a:p xmlns:a="http://schemas.openxmlformats.org/drawingml/2006/main">
            <a:pPr lvl="0">
              <a:buNone/>
            </a:pPr>
          </a:p>
        </p:txBody>
      </p:sp>
      <p:sp>
        <p:nvSpPr>
          <p:cNvPr id="46" name="文本占位符 40">
            <a:extLst xmlns:a="http://schemas.openxmlformats.org/drawingml/2006/main">
              <a:ext uri="{FF2B5EF4-FFF2-40B4-BE49-F238E27FC236}">
                <a16:creationId xmlns:a16="http://schemas.microsoft.com/office/drawing/2014/main" id="{8C21B5AD-8609-44AE-B0A3-C4F3469F973F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825514" y="2650906"/>
            <a:ext cx="3055845" cy="48768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l" defTabSz="914400">
              <a:buNone/>
              <a:defRPr sz="2800" kern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/>
            </a:lvl2pPr>
          </a:lstStyle>
          <a:p xmlns:a="http://schemas.openxmlformats.org/drawingml/2006/main">
            <a:pPr lvl="0">
              <a:buNone/>
            </a:pPr>
          </a:p>
        </p:txBody>
      </p:sp>
      <p:sp>
        <p:nvSpPr>
          <p:cNvPr id="47" name="文本占位符 40">
            <a:extLst xmlns:a="http://schemas.openxmlformats.org/drawingml/2006/main">
              <a:ext uri="{FF2B5EF4-FFF2-40B4-BE49-F238E27FC236}">
                <a16:creationId xmlns:a16="http://schemas.microsoft.com/office/drawing/2014/main" id="{7BBB384F-D94A-4A38-A8C8-8FFDC2622330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7825514" y="3740660"/>
            <a:ext cx="3055845" cy="48768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l" defTabSz="914400">
              <a:buNone/>
              <a:defRPr sz="2800" kern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/>
            </a:lvl2pPr>
          </a:lstStyle>
          <a:p xmlns:a="http://schemas.openxmlformats.org/drawingml/2006/main">
            <a:pPr lvl="0">
              <a:buNone/>
            </a:pPr>
          </a:p>
        </p:txBody>
      </p:sp>
      <p:sp>
        <p:nvSpPr>
          <p:cNvPr id="49" name="文本占位符 40">
            <a:extLst xmlns:a="http://schemas.openxmlformats.org/drawingml/2006/main">
              <a:ext uri="{FF2B5EF4-FFF2-40B4-BE49-F238E27FC236}">
                <a16:creationId xmlns:a16="http://schemas.microsoft.com/office/drawing/2014/main" id="{E2EDBB65-4896-4601-9B93-32B35D447E8B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7825514" y="4830414"/>
            <a:ext cx="3055845" cy="48768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l" defTabSz="914400">
              <a:buNone/>
              <a:defRPr sz="2800" kern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/>
            </a:lvl2pPr>
          </a:lstStyle>
          <a:p xmlns:a="http://schemas.openxmlformats.org/drawingml/2006/main">
            <a:pPr lvl="0">
              <a:buNone/>
            </a:pPr>
          </a:p>
        </p:txBody>
      </p:sp>
      <p:sp>
        <p:nvSpPr>
          <p:cNvPr id="50" name="文本框 49">
            <a:extLst xmlns:a="http://schemas.openxmlformats.org/drawingml/2006/main">
              <a:ext uri="{FF2B5EF4-FFF2-40B4-BE49-F238E27FC236}">
                <a16:creationId xmlns:a16="http://schemas.microsoft.com/office/drawing/2014/main" id="{794E48DB-3961-49D4-8629-9F3259795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4866" y="1512604"/>
            <a:ext cx="675822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3200" b="1">
              <a:solidFill>
                <a:srgbClr val="9A0001"/>
              </a:solidFill>
            </a:endParaRPr>
          </a:p>
        </p:txBody>
      </p:sp>
      <p:sp>
        <p:nvSpPr>
          <p:cNvPr id="51" name="文本框 50">
            <a:extLst xmlns:a="http://schemas.openxmlformats.org/drawingml/2006/main">
              <a:ext uri="{FF2B5EF4-FFF2-40B4-BE49-F238E27FC236}">
                <a16:creationId xmlns:a16="http://schemas.microsoft.com/office/drawing/2014/main" id="{DE15D109-67B4-4F56-AD49-157DFB051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4866" y="2596050"/>
            <a:ext cx="675822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3200" b="1">
              <a:solidFill>
                <a:srgbClr val="9A0001"/>
              </a:solidFill>
            </a:endParaRPr>
          </a:p>
        </p:txBody>
      </p:sp>
      <p:sp>
        <p:nvSpPr>
          <p:cNvPr id="52" name="文本框 51">
            <a:extLst xmlns:a="http://schemas.openxmlformats.org/drawingml/2006/main">
              <a:ext uri="{FF2B5EF4-FFF2-40B4-BE49-F238E27FC236}">
                <a16:creationId xmlns:a16="http://schemas.microsoft.com/office/drawing/2014/main" id="{ECA4C015-2EF0-4753-A5E3-27FD1E26D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4866" y="3679496"/>
            <a:ext cx="675822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3200" b="1">
              <a:solidFill>
                <a:srgbClr val="9A0001"/>
              </a:solidFill>
            </a:endParaRPr>
          </a:p>
        </p:txBody>
      </p:sp>
      <p:sp>
        <p:nvSpPr>
          <p:cNvPr id="53" name="文本框 52">
            <a:extLst xmlns:a="http://schemas.openxmlformats.org/drawingml/2006/main">
              <a:ext uri="{FF2B5EF4-FFF2-40B4-BE49-F238E27FC236}">
                <a16:creationId xmlns:a16="http://schemas.microsoft.com/office/drawing/2014/main" id="{C4F4F9A4-A0EA-4A7D-9764-4335DBB75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4866" y="4762941"/>
            <a:ext cx="675822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3200" b="1">
              <a:solidFill>
                <a:srgbClr val="9A0001"/>
              </a:solidFill>
            </a:endParaRPr>
          </a:p>
        </p:txBody>
      </p:sp>
      <p:sp>
        <p:nvSpPr>
          <p:cNvPr id="57" name="Freeform 8">
            <a:extLst xmlns:a="http://schemas.openxmlformats.org/drawingml/2006/main">
              <a:ext uri="{FF2B5EF4-FFF2-40B4-BE49-F238E27FC236}">
                <a16:creationId xmlns:a16="http://schemas.microsoft.com/office/drawing/2014/main" id="{E5059852-847A-4A22-857D-50E5F0753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5132" y="3183822"/>
            <a:ext cx="1945700" cy="1941162"/>
          </a:xfrm>
          <a:custGeom xmlns:a="http://schemas.openxmlformats.org/drawingml/2006/main"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" name="Freeform 42">
            <a:extLst xmlns:a="http://schemas.openxmlformats.org/drawingml/2006/main">
              <a:ext uri="{FF2B5EF4-FFF2-40B4-BE49-F238E27FC236}">
                <a16:creationId xmlns:a16="http://schemas.microsoft.com/office/drawing/2014/main" id="{9F81C468-5446-4FF7-8848-427908F77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9116" y="3435538"/>
            <a:ext cx="1435463" cy="1433194"/>
          </a:xfrm>
          <a:custGeom xmlns:a="http://schemas.openxmlformats.org/drawingml/2006/main"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" name="Freeform 43">
            <a:extLst xmlns:a="http://schemas.openxmlformats.org/drawingml/2006/main">
              <a:ext uri="{FF2B5EF4-FFF2-40B4-BE49-F238E27FC236}">
                <a16:creationId xmlns:a16="http://schemas.microsoft.com/office/drawing/2014/main" id="{072339B9-F251-408C-B8D9-03B2B5458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3052" y="3578404"/>
            <a:ext cx="158739" cy="190487"/>
          </a:xfrm>
          <a:custGeom xmlns:a="http://schemas.openxmlformats.org/drawingml/2006/main"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0" name="Freeform 44">
            <a:extLst xmlns:a="http://schemas.openxmlformats.org/drawingml/2006/main">
              <a:ext uri="{FF2B5EF4-FFF2-40B4-BE49-F238E27FC236}">
                <a16:creationId xmlns:a16="http://schemas.microsoft.com/office/drawing/2014/main" id="{FB26D22A-65DA-4A14-9A90-1A5821BD3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2234" y="3938970"/>
            <a:ext cx="151937" cy="163275"/>
          </a:xfrm>
          <a:custGeom xmlns:a="http://schemas.openxmlformats.org/drawingml/2006/main"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" name="Freeform 45">
            <a:extLst xmlns:a="http://schemas.openxmlformats.org/drawingml/2006/main">
              <a:ext uri="{FF2B5EF4-FFF2-40B4-BE49-F238E27FC236}">
                <a16:creationId xmlns:a16="http://schemas.microsoft.com/office/drawing/2014/main" id="{42CEE712-C818-4A24-B224-FF750204B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3383" y="3417397"/>
            <a:ext cx="165543" cy="176881"/>
          </a:xfrm>
          <a:custGeom xmlns:a="http://schemas.openxmlformats.org/drawingml/2006/main"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" name="Freeform 46">
            <a:extLst xmlns:a="http://schemas.openxmlformats.org/drawingml/2006/main">
              <a:ext uri="{FF2B5EF4-FFF2-40B4-BE49-F238E27FC236}">
                <a16:creationId xmlns:a16="http://schemas.microsoft.com/office/drawing/2014/main" id="{AF9F7DE2-C741-4886-B7AF-89C953446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2234" y="4192954"/>
            <a:ext cx="142866" cy="136062"/>
          </a:xfrm>
          <a:custGeom xmlns:a="http://schemas.openxmlformats.org/drawingml/2006/main"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" name="Freeform 47">
            <a:extLst xmlns:a="http://schemas.openxmlformats.org/drawingml/2006/main">
              <a:ext uri="{FF2B5EF4-FFF2-40B4-BE49-F238E27FC236}">
                <a16:creationId xmlns:a16="http://schemas.microsoft.com/office/drawing/2014/main" id="{5D59099D-3E70-4A77-A220-EBF4E9884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0171" y="4900481"/>
            <a:ext cx="99779" cy="142865"/>
          </a:xfrm>
          <a:custGeom xmlns:a="http://schemas.openxmlformats.org/drawingml/2006/main"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" name="Freeform 48">
            <a:extLst xmlns:a="http://schemas.openxmlformats.org/drawingml/2006/main">
              <a:ext uri="{FF2B5EF4-FFF2-40B4-BE49-F238E27FC236}">
                <a16:creationId xmlns:a16="http://schemas.microsoft.com/office/drawing/2014/main" id="{2B6BED93-A0E3-4CBF-95AF-884BFF71F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8927" y="4419726"/>
            <a:ext cx="147401" cy="126991"/>
          </a:xfrm>
          <a:custGeom xmlns:a="http://schemas.openxmlformats.org/drawingml/2006/main"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" name="Freeform 49">
            <a:extLst xmlns:a="http://schemas.openxmlformats.org/drawingml/2006/main">
              <a:ext uri="{FF2B5EF4-FFF2-40B4-BE49-F238E27FC236}">
                <a16:creationId xmlns:a16="http://schemas.microsoft.com/office/drawing/2014/main" id="{899CA964-CF92-49DF-A866-7256B77E8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5100" y="3557995"/>
            <a:ext cx="174614" cy="190487"/>
          </a:xfrm>
          <a:custGeom xmlns:a="http://schemas.openxmlformats.org/drawingml/2006/main"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6" name="Freeform 50">
            <a:extLst xmlns:a="http://schemas.openxmlformats.org/drawingml/2006/main">
              <a:ext uri="{FF2B5EF4-FFF2-40B4-BE49-F238E27FC236}">
                <a16:creationId xmlns:a16="http://schemas.microsoft.com/office/drawing/2014/main" id="{21C19401-AD05-4D16-9312-06A377480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0108" y="4839252"/>
            <a:ext cx="122456" cy="140598"/>
          </a:xfrm>
          <a:custGeom xmlns:a="http://schemas.openxmlformats.org/drawingml/2006/main"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7" name="Freeform 51">
            <a:extLst xmlns:a="http://schemas.openxmlformats.org/drawingml/2006/main">
              <a:ext uri="{FF2B5EF4-FFF2-40B4-BE49-F238E27FC236}">
                <a16:creationId xmlns:a16="http://schemas.microsoft.com/office/drawing/2014/main" id="{ED1B5AFA-D3E9-4681-9985-2937EE1FD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0643" y="3399255"/>
            <a:ext cx="165543" cy="161007"/>
          </a:xfrm>
          <a:custGeom xmlns:a="http://schemas.openxmlformats.org/drawingml/2006/main"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8" name="Freeform 52">
            <a:extLst xmlns:a="http://schemas.openxmlformats.org/drawingml/2006/main">
              <a:ext uri="{FF2B5EF4-FFF2-40B4-BE49-F238E27FC236}">
                <a16:creationId xmlns:a16="http://schemas.microsoft.com/office/drawing/2014/main" id="{FD1462BD-0EB4-4607-98FA-615ED22BA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0470" y="3251853"/>
            <a:ext cx="131527" cy="142865"/>
          </a:xfrm>
          <a:custGeom xmlns:a="http://schemas.openxmlformats.org/drawingml/2006/main"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9" name="Freeform 53">
            <a:extLst xmlns:a="http://schemas.openxmlformats.org/drawingml/2006/main">
              <a:ext uri="{FF2B5EF4-FFF2-40B4-BE49-F238E27FC236}">
                <a16:creationId xmlns:a16="http://schemas.microsoft.com/office/drawing/2014/main" id="{8BBD194D-D33D-4BE7-ACA1-90A37B333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1478" y="4900481"/>
            <a:ext cx="102047" cy="145133"/>
          </a:xfrm>
          <a:custGeom xmlns:a="http://schemas.openxmlformats.org/drawingml/2006/main"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0" name="Freeform 54">
            <a:extLst xmlns:a="http://schemas.openxmlformats.org/drawingml/2006/main">
              <a:ext uri="{FF2B5EF4-FFF2-40B4-BE49-F238E27FC236}">
                <a16:creationId xmlns:a16="http://schemas.microsoft.com/office/drawing/2014/main" id="{C111E4DE-1976-446E-A632-FAD07BDE9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4628" y="3279066"/>
            <a:ext cx="136062" cy="154204"/>
          </a:xfrm>
          <a:custGeom xmlns:a="http://schemas.openxmlformats.org/drawingml/2006/main"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1" name="Freeform 55">
            <a:extLst xmlns:a="http://schemas.openxmlformats.org/drawingml/2006/main">
              <a:ext uri="{FF2B5EF4-FFF2-40B4-BE49-F238E27FC236}">
                <a16:creationId xmlns:a16="http://schemas.microsoft.com/office/drawing/2014/main" id="{58F940B6-033A-4905-95C9-0013FA3F5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4171" y="3800640"/>
            <a:ext cx="158739" cy="126991"/>
          </a:xfrm>
          <a:custGeom xmlns:a="http://schemas.openxmlformats.org/drawingml/2006/main"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2" name="Freeform 56">
            <a:extLst xmlns:a="http://schemas.openxmlformats.org/drawingml/2006/main">
              <a:ext uri="{FF2B5EF4-FFF2-40B4-BE49-F238E27FC236}">
                <a16:creationId xmlns:a16="http://schemas.microsoft.com/office/drawing/2014/main" id="{CC690155-5BE3-4387-B70C-35A120987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6438" y="4397048"/>
            <a:ext cx="156472" cy="145133"/>
          </a:xfrm>
          <a:custGeom xmlns:a="http://schemas.openxmlformats.org/drawingml/2006/main"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3" name="Freeform 57">
            <a:extLst xmlns:a="http://schemas.openxmlformats.org/drawingml/2006/main">
              <a:ext uri="{FF2B5EF4-FFF2-40B4-BE49-F238E27FC236}">
                <a16:creationId xmlns:a16="http://schemas.microsoft.com/office/drawing/2014/main" id="{6892887A-71B8-484E-B66D-0BEB58993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3131" y="4172545"/>
            <a:ext cx="138330" cy="122456"/>
          </a:xfrm>
          <a:custGeom xmlns:a="http://schemas.openxmlformats.org/drawingml/2006/main"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Freeform 58">
            <a:extLst xmlns:a="http://schemas.openxmlformats.org/drawingml/2006/main">
              <a:ext uri="{FF2B5EF4-FFF2-40B4-BE49-F238E27FC236}">
                <a16:creationId xmlns:a16="http://schemas.microsoft.com/office/drawing/2014/main" id="{A6A8C4D5-3AAB-4EF0-8395-94DB74157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053" y="3306279"/>
            <a:ext cx="124724" cy="156472"/>
          </a:xfrm>
          <a:custGeom xmlns:a="http://schemas.openxmlformats.org/drawingml/2006/main"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Freeform 59">
            <a:extLst xmlns:a="http://schemas.openxmlformats.org/drawingml/2006/main">
              <a:ext uri="{FF2B5EF4-FFF2-40B4-BE49-F238E27FC236}">
                <a16:creationId xmlns:a16="http://schemas.microsoft.com/office/drawing/2014/main" id="{FCC9B9CA-E8E4-494A-A4DE-6418B2487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3462" y="3759821"/>
            <a:ext cx="142866" cy="124724"/>
          </a:xfrm>
          <a:custGeom xmlns:a="http://schemas.openxmlformats.org/drawingml/2006/main"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6" name="Freeform 60">
            <a:extLst xmlns:a="http://schemas.openxmlformats.org/drawingml/2006/main">
              <a:ext uri="{FF2B5EF4-FFF2-40B4-BE49-F238E27FC236}">
                <a16:creationId xmlns:a16="http://schemas.microsoft.com/office/drawing/2014/main" id="{BCB998F8-3349-4087-95CA-F595514AA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0863" y="3993396"/>
            <a:ext cx="138330" cy="90708"/>
          </a:xfrm>
          <a:custGeom xmlns:a="http://schemas.openxmlformats.org/drawingml/2006/main"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7" name="Freeform 61">
            <a:extLst xmlns:a="http://schemas.openxmlformats.org/drawingml/2006/main">
              <a:ext uri="{FF2B5EF4-FFF2-40B4-BE49-F238E27FC236}">
                <a16:creationId xmlns:a16="http://schemas.microsoft.com/office/drawing/2014/main" id="{718ED288-F7A1-4178-AA6D-65403CBA2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9100" y="3267728"/>
            <a:ext cx="83905" cy="140598"/>
          </a:xfrm>
          <a:custGeom xmlns:a="http://schemas.openxmlformats.org/drawingml/2006/main"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8" name="Freeform 62">
            <a:extLst xmlns:a="http://schemas.openxmlformats.org/drawingml/2006/main">
              <a:ext uri="{FF2B5EF4-FFF2-40B4-BE49-F238E27FC236}">
                <a16:creationId xmlns:a16="http://schemas.microsoft.com/office/drawing/2014/main" id="{624EA439-ED70-48C1-BDCC-3D1CDFDB3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6596" y="4848323"/>
            <a:ext cx="104315" cy="136062"/>
          </a:xfrm>
          <a:custGeom xmlns:a="http://schemas.openxmlformats.org/drawingml/2006/main"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9" name="Freeform 71">
            <a:extLst xmlns:a="http://schemas.openxmlformats.org/drawingml/2006/main">
              <a:ext uri="{FF2B5EF4-FFF2-40B4-BE49-F238E27FC236}">
                <a16:creationId xmlns:a16="http://schemas.microsoft.com/office/drawing/2014/main" id="{F028B7BE-4122-4184-B6BE-BA4A3D385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0345" y="3496766"/>
            <a:ext cx="1315275" cy="1313006"/>
          </a:xfrm>
          <a:custGeom xmlns:a="http://schemas.openxmlformats.org/drawingml/2006/main"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23.xml><?xml version="1.0" encoding="utf-8"?>
<p:sldLayout xmlns:p="http://schemas.openxmlformats.org/presentationml/2006/main" preserve="1" userDrawn="1">
  <p:cSld name="目录-5部分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D8439A5E-E1B2-475D-96CA-D96DFF113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" y="0"/>
            <a:ext cx="6096001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1" name="矩形 70">
            <a:extLst xmlns:a="http://schemas.openxmlformats.org/drawingml/2006/main">
              <a:ext uri="{FF2B5EF4-FFF2-40B4-BE49-F238E27FC236}">
                <a16:creationId xmlns:a16="http://schemas.microsoft.com/office/drawing/2014/main" id="{121A9C5F-AC1C-45A1-A6AF-E83479BA0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281" y="476251"/>
            <a:ext cx="11013440" cy="5905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glow rad="101600">
              <a:schemeClr val="tx1">
                <a:alpha val="10000"/>
              </a:schemeClr>
            </a:glo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75" name="图形 34">
            <a:extLst xmlns:a="http://schemas.openxmlformats.org/drawingml/2006/main">
              <a:ext uri="{FF2B5EF4-FFF2-40B4-BE49-F238E27FC236}">
                <a16:creationId xmlns:a16="http://schemas.microsoft.com/office/drawing/2014/main" id="{54317295-D3FA-436B-A2AD-2EDF59235D4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1d35db16f24b33">
            <a:extLst>
              <a:ext uri="{96DAC541-7B7A-43D3-8B79-37D633B846F1}">
                <asvg:svgBlip xmlns:asvg="http://schemas.microsoft.com/office/drawing/2016/SVG/main" r:embed="R9b60ab89937a485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601832" y="3365787"/>
            <a:ext cx="6665290" cy="4818286"/>
          </a:xfrm>
          <a:prstGeom xmlns:a="http://schemas.openxmlformats.org/drawingml/2006/main" prst="rect">
            <a:avLst/>
          </a:prstGeom>
        </p:spPr>
      </p:pic>
      <p:sp>
        <p:nvSpPr>
          <p:cNvPr id="9" name="标题 1">
            <a:extLst xmlns:a="http://schemas.openxmlformats.org/drawingml/2006/main">
              <a:ext uri="{FF2B5EF4-FFF2-40B4-BE49-F238E27FC236}">
                <a16:creationId xmlns:a16="http://schemas.microsoft.com/office/drawing/2014/main" id="{40C8B1CF-C3DD-4ED4-9FF1-D1ABBC01F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6213" y="1033221"/>
            <a:ext cx="2165279" cy="15006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rgbClr val="0070C0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marL="0" marR="0" lvl="0" indent="0" algn="ctr" defTabSz="9144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5400" b="1" i="0" u="none" strike="noStrike" kern="2200" cap="none" spc="0" baseline="0">
              <a:ln>
                <a:noFill/>
              </a:ln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0AECFD0E-98C2-4311-8CC2-E63F42EBD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3024" y="2078629"/>
            <a:ext cx="2168084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strike="noStrike" kern="2200" cap="none" spc="-20" baseline="0">
              <a:ln>
                <a:noFill/>
              </a:ln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" name="文本占位符 40">
            <a:extLst xmlns:a="http://schemas.openxmlformats.org/drawingml/2006/main">
              <a:ext uri="{FF2B5EF4-FFF2-40B4-BE49-F238E27FC236}">
                <a16:creationId xmlns:a16="http://schemas.microsoft.com/office/drawing/2014/main" id="{A23E1B8C-4390-4323-A8BA-50BA7126EFC1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7819905" y="1408752"/>
            <a:ext cx="3071615" cy="48768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l" defTabSz="914400">
              <a:buNone/>
              <a:defRPr sz="2800" kern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/>
            </a:lvl2pPr>
          </a:lstStyle>
          <a:p xmlns:a="http://schemas.openxmlformats.org/drawingml/2006/main">
            <a:pPr lvl="0">
              <a:buNone/>
            </a:pPr>
          </a:p>
        </p:txBody>
      </p:sp>
      <p:sp>
        <p:nvSpPr>
          <p:cNvPr id="42" name="文本占位符 40">
            <a:extLst xmlns:a="http://schemas.openxmlformats.org/drawingml/2006/main">
              <a:ext uri="{FF2B5EF4-FFF2-40B4-BE49-F238E27FC236}">
                <a16:creationId xmlns:a16="http://schemas.microsoft.com/office/drawing/2014/main" id="{6C7958B8-FA68-4473-BD10-311CD821958D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819905" y="2302202"/>
            <a:ext cx="3071615" cy="48768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l" defTabSz="914400">
              <a:buNone/>
              <a:defRPr sz="2800" kern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/>
            </a:lvl2pPr>
          </a:lstStyle>
          <a:p xmlns:a="http://schemas.openxmlformats.org/drawingml/2006/main">
            <a:pPr lvl="0">
              <a:buNone/>
            </a:pPr>
          </a:p>
        </p:txBody>
      </p:sp>
      <p:sp>
        <p:nvSpPr>
          <p:cNvPr id="43" name="文本占位符 40">
            <a:extLst xmlns:a="http://schemas.openxmlformats.org/drawingml/2006/main">
              <a:ext uri="{FF2B5EF4-FFF2-40B4-BE49-F238E27FC236}">
                <a16:creationId xmlns:a16="http://schemas.microsoft.com/office/drawing/2014/main" id="{A9719749-B08C-4B23-BB8E-EF7A595616D7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7819905" y="3195652"/>
            <a:ext cx="3071615" cy="48768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l" defTabSz="914400">
              <a:buNone/>
              <a:defRPr sz="2800" kern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/>
            </a:lvl2pPr>
          </a:lstStyle>
          <a:p xmlns:a="http://schemas.openxmlformats.org/drawingml/2006/main">
            <a:pPr lvl="0">
              <a:buNone/>
            </a:pPr>
          </a:p>
        </p:txBody>
      </p:sp>
      <p:sp>
        <p:nvSpPr>
          <p:cNvPr id="44" name="文本占位符 40">
            <a:extLst xmlns:a="http://schemas.openxmlformats.org/drawingml/2006/main">
              <a:ext uri="{FF2B5EF4-FFF2-40B4-BE49-F238E27FC236}">
                <a16:creationId xmlns:a16="http://schemas.microsoft.com/office/drawing/2014/main" id="{4F5C090D-0674-4668-BD6D-D034CD99BAE3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7819905" y="4982551"/>
            <a:ext cx="3071615" cy="48768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l" defTabSz="914400">
              <a:buNone/>
              <a:defRPr sz="2800" kern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/>
            </a:lvl2pPr>
          </a:lstStyle>
          <a:p xmlns:a="http://schemas.openxmlformats.org/drawingml/2006/main">
            <a:pPr lvl="0">
              <a:buNone/>
            </a:pPr>
          </a:p>
        </p:txBody>
      </p:sp>
      <p:sp>
        <p:nvSpPr>
          <p:cNvPr id="36" name="文本占位符 40">
            <a:extLst xmlns:a="http://schemas.openxmlformats.org/drawingml/2006/main">
              <a:ext uri="{FF2B5EF4-FFF2-40B4-BE49-F238E27FC236}">
                <a16:creationId xmlns:a16="http://schemas.microsoft.com/office/drawing/2014/main" id="{BC763BB0-F6D1-46CF-AD29-1A0774962A33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7819905" y="4089102"/>
            <a:ext cx="3071615" cy="48768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l" defTabSz="914400">
              <a:buNone/>
              <a:defRPr sz="2800" kern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/>
            </a:lvl2pPr>
          </a:lstStyle>
          <a:p xmlns:a="http://schemas.openxmlformats.org/drawingml/2006/main">
            <a:pPr lvl="0">
              <a:buNone/>
            </a:pP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15CA46A9-FB21-42E9-9913-B1EF4C9A1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9256" y="1360204"/>
            <a:ext cx="675822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3200" b="1">
              <a:solidFill>
                <a:srgbClr val="9A0001"/>
              </a:solidFill>
            </a:endParaRPr>
          </a:p>
        </p:txBody>
      </p:sp>
      <p:sp>
        <p:nvSpPr>
          <p:cNvPr id="39" name="文本框 38">
            <a:extLst xmlns:a="http://schemas.openxmlformats.org/drawingml/2006/main">
              <a:ext uri="{FF2B5EF4-FFF2-40B4-BE49-F238E27FC236}">
                <a16:creationId xmlns:a16="http://schemas.microsoft.com/office/drawing/2014/main" id="{F17D9C72-337D-47A9-95D4-AF7959C69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9256" y="2253654"/>
            <a:ext cx="675822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3200" b="1">
              <a:solidFill>
                <a:srgbClr val="9A0001"/>
              </a:solidFill>
            </a:endParaRPr>
          </a:p>
        </p:txBody>
      </p:sp>
      <p:sp>
        <p:nvSpPr>
          <p:cNvPr id="40" name="文本框 39">
            <a:extLst xmlns:a="http://schemas.openxmlformats.org/drawingml/2006/main">
              <a:ext uri="{FF2B5EF4-FFF2-40B4-BE49-F238E27FC236}">
                <a16:creationId xmlns:a16="http://schemas.microsoft.com/office/drawing/2014/main" id="{4DD65F9E-C25C-4527-8C1B-576C9DD19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9256" y="3148379"/>
            <a:ext cx="675822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3200" b="1">
              <a:solidFill>
                <a:srgbClr val="9A0001"/>
              </a:solidFill>
            </a:endParaRPr>
          </a:p>
        </p:txBody>
      </p:sp>
      <p:sp>
        <p:nvSpPr>
          <p:cNvPr id="45" name="文本框 44">
            <a:extLst xmlns:a="http://schemas.openxmlformats.org/drawingml/2006/main">
              <a:ext uri="{FF2B5EF4-FFF2-40B4-BE49-F238E27FC236}">
                <a16:creationId xmlns:a16="http://schemas.microsoft.com/office/drawing/2014/main" id="{94CFD8F7-C907-49E0-8E93-003D4FCAD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9256" y="4021629"/>
            <a:ext cx="675822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3200" b="1">
              <a:solidFill>
                <a:srgbClr val="9A0001"/>
              </a:solidFill>
            </a:endParaRPr>
          </a:p>
        </p:txBody>
      </p:sp>
      <p:sp>
        <p:nvSpPr>
          <p:cNvPr id="46" name="文本框 45">
            <a:extLst xmlns:a="http://schemas.openxmlformats.org/drawingml/2006/main">
              <a:ext uri="{FF2B5EF4-FFF2-40B4-BE49-F238E27FC236}">
                <a16:creationId xmlns:a16="http://schemas.microsoft.com/office/drawing/2014/main" id="{1F1DEAEF-C7DF-4EF0-97B9-4D13D285E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9256" y="4921514"/>
            <a:ext cx="675822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3200" b="1">
              <a:solidFill>
                <a:srgbClr val="9A0001"/>
              </a:solidFill>
            </a:endParaRPr>
          </a:p>
        </p:txBody>
      </p:sp>
      <p:sp>
        <p:nvSpPr>
          <p:cNvPr id="48" name="Freeform 8">
            <a:extLst xmlns:a="http://schemas.openxmlformats.org/drawingml/2006/main">
              <a:ext uri="{FF2B5EF4-FFF2-40B4-BE49-F238E27FC236}">
                <a16:creationId xmlns:a16="http://schemas.microsoft.com/office/drawing/2014/main" id="{7745D27B-EC86-450F-A9FB-1D45A2356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5132" y="3183822"/>
            <a:ext cx="1945700" cy="1941162"/>
          </a:xfrm>
          <a:custGeom xmlns:a="http://schemas.openxmlformats.org/drawingml/2006/main"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9" name="Freeform 42">
            <a:extLst xmlns:a="http://schemas.openxmlformats.org/drawingml/2006/main">
              <a:ext uri="{FF2B5EF4-FFF2-40B4-BE49-F238E27FC236}">
                <a16:creationId xmlns:a16="http://schemas.microsoft.com/office/drawing/2014/main" id="{DF76C722-5F31-4722-AE87-A03E7CB68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9116" y="3435538"/>
            <a:ext cx="1435463" cy="1433194"/>
          </a:xfrm>
          <a:custGeom xmlns:a="http://schemas.openxmlformats.org/drawingml/2006/main"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0" name="Freeform 43">
            <a:extLst xmlns:a="http://schemas.openxmlformats.org/drawingml/2006/main">
              <a:ext uri="{FF2B5EF4-FFF2-40B4-BE49-F238E27FC236}">
                <a16:creationId xmlns:a16="http://schemas.microsoft.com/office/drawing/2014/main" id="{E0A51C6F-A8D2-4B0C-984D-BD04B0860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3052" y="3578404"/>
            <a:ext cx="158739" cy="190487"/>
          </a:xfrm>
          <a:custGeom xmlns:a="http://schemas.openxmlformats.org/drawingml/2006/main"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1" name="Freeform 44">
            <a:extLst xmlns:a="http://schemas.openxmlformats.org/drawingml/2006/main">
              <a:ext uri="{FF2B5EF4-FFF2-40B4-BE49-F238E27FC236}">
                <a16:creationId xmlns:a16="http://schemas.microsoft.com/office/drawing/2014/main" id="{D3C4D376-9ED5-49BE-BA1A-81999EEE6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2234" y="3938970"/>
            <a:ext cx="151937" cy="163275"/>
          </a:xfrm>
          <a:custGeom xmlns:a="http://schemas.openxmlformats.org/drawingml/2006/main"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2" name="Freeform 45">
            <a:extLst xmlns:a="http://schemas.openxmlformats.org/drawingml/2006/main">
              <a:ext uri="{FF2B5EF4-FFF2-40B4-BE49-F238E27FC236}">
                <a16:creationId xmlns:a16="http://schemas.microsoft.com/office/drawing/2014/main" id="{17D5844F-E1B8-4073-9035-CEC1DC17A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3383" y="3417397"/>
            <a:ext cx="165543" cy="176881"/>
          </a:xfrm>
          <a:custGeom xmlns:a="http://schemas.openxmlformats.org/drawingml/2006/main"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3" name="Freeform 46">
            <a:extLst xmlns:a="http://schemas.openxmlformats.org/drawingml/2006/main">
              <a:ext uri="{FF2B5EF4-FFF2-40B4-BE49-F238E27FC236}">
                <a16:creationId xmlns:a16="http://schemas.microsoft.com/office/drawing/2014/main" id="{A92E0449-AA3B-452A-91B0-28E2C2FF7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2234" y="4192954"/>
            <a:ext cx="142866" cy="136062"/>
          </a:xfrm>
          <a:custGeom xmlns:a="http://schemas.openxmlformats.org/drawingml/2006/main"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" name="Freeform 47">
            <a:extLst xmlns:a="http://schemas.openxmlformats.org/drawingml/2006/main">
              <a:ext uri="{FF2B5EF4-FFF2-40B4-BE49-F238E27FC236}">
                <a16:creationId xmlns:a16="http://schemas.microsoft.com/office/drawing/2014/main" id="{469FEFF8-6C87-49AC-B763-C2A1B4080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0171" y="4900481"/>
            <a:ext cx="99779" cy="142865"/>
          </a:xfrm>
          <a:custGeom xmlns:a="http://schemas.openxmlformats.org/drawingml/2006/main"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" name="Freeform 48">
            <a:extLst xmlns:a="http://schemas.openxmlformats.org/drawingml/2006/main">
              <a:ext uri="{FF2B5EF4-FFF2-40B4-BE49-F238E27FC236}">
                <a16:creationId xmlns:a16="http://schemas.microsoft.com/office/drawing/2014/main" id="{F1413D7B-5B4D-4E0B-9EA8-594F8BB6E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8927" y="4419726"/>
            <a:ext cx="147401" cy="126991"/>
          </a:xfrm>
          <a:custGeom xmlns:a="http://schemas.openxmlformats.org/drawingml/2006/main"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" name="Freeform 49">
            <a:extLst xmlns:a="http://schemas.openxmlformats.org/drawingml/2006/main">
              <a:ext uri="{FF2B5EF4-FFF2-40B4-BE49-F238E27FC236}">
                <a16:creationId xmlns:a16="http://schemas.microsoft.com/office/drawing/2014/main" id="{0494E4C0-0804-4D5F-BA2E-FB17C26D0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5100" y="3557995"/>
            <a:ext cx="174614" cy="190487"/>
          </a:xfrm>
          <a:custGeom xmlns:a="http://schemas.openxmlformats.org/drawingml/2006/main"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" name="Freeform 50">
            <a:extLst xmlns:a="http://schemas.openxmlformats.org/drawingml/2006/main">
              <a:ext uri="{FF2B5EF4-FFF2-40B4-BE49-F238E27FC236}">
                <a16:creationId xmlns:a16="http://schemas.microsoft.com/office/drawing/2014/main" id="{2BF5BDAB-3286-4D9A-9190-D3D9A0A48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0108" y="4839252"/>
            <a:ext cx="122456" cy="140598"/>
          </a:xfrm>
          <a:custGeom xmlns:a="http://schemas.openxmlformats.org/drawingml/2006/main"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" name="Freeform 51">
            <a:extLst xmlns:a="http://schemas.openxmlformats.org/drawingml/2006/main">
              <a:ext uri="{FF2B5EF4-FFF2-40B4-BE49-F238E27FC236}">
                <a16:creationId xmlns:a16="http://schemas.microsoft.com/office/drawing/2014/main" id="{A14B6BD4-0323-4821-87B1-01DD939ED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0643" y="3399255"/>
            <a:ext cx="165543" cy="161007"/>
          </a:xfrm>
          <a:custGeom xmlns:a="http://schemas.openxmlformats.org/drawingml/2006/main"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" name="Freeform 52">
            <a:extLst xmlns:a="http://schemas.openxmlformats.org/drawingml/2006/main">
              <a:ext uri="{FF2B5EF4-FFF2-40B4-BE49-F238E27FC236}">
                <a16:creationId xmlns:a16="http://schemas.microsoft.com/office/drawing/2014/main" id="{445550DE-E772-426A-AD2F-2709F76DF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0470" y="3251853"/>
            <a:ext cx="131527" cy="142865"/>
          </a:xfrm>
          <a:custGeom xmlns:a="http://schemas.openxmlformats.org/drawingml/2006/main"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0" name="Freeform 53">
            <a:extLst xmlns:a="http://schemas.openxmlformats.org/drawingml/2006/main">
              <a:ext uri="{FF2B5EF4-FFF2-40B4-BE49-F238E27FC236}">
                <a16:creationId xmlns:a16="http://schemas.microsoft.com/office/drawing/2014/main" id="{8D8432B1-A0CE-4BF1-AD5B-26DA641C0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1478" y="4900481"/>
            <a:ext cx="102047" cy="145133"/>
          </a:xfrm>
          <a:custGeom xmlns:a="http://schemas.openxmlformats.org/drawingml/2006/main"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" name="Freeform 54">
            <a:extLst xmlns:a="http://schemas.openxmlformats.org/drawingml/2006/main">
              <a:ext uri="{FF2B5EF4-FFF2-40B4-BE49-F238E27FC236}">
                <a16:creationId xmlns:a16="http://schemas.microsoft.com/office/drawing/2014/main" id="{9A166B1E-14B1-48C9-AED7-E9288A677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4628" y="3279066"/>
            <a:ext cx="136062" cy="154204"/>
          </a:xfrm>
          <a:custGeom xmlns:a="http://schemas.openxmlformats.org/drawingml/2006/main"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" name="Freeform 55">
            <a:extLst xmlns:a="http://schemas.openxmlformats.org/drawingml/2006/main">
              <a:ext uri="{FF2B5EF4-FFF2-40B4-BE49-F238E27FC236}">
                <a16:creationId xmlns:a16="http://schemas.microsoft.com/office/drawing/2014/main" id="{F187E029-44D1-435F-B61B-28DFEC121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4171" y="3800640"/>
            <a:ext cx="158739" cy="126991"/>
          </a:xfrm>
          <a:custGeom xmlns:a="http://schemas.openxmlformats.org/drawingml/2006/main"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" name="Freeform 56">
            <a:extLst xmlns:a="http://schemas.openxmlformats.org/drawingml/2006/main">
              <a:ext uri="{FF2B5EF4-FFF2-40B4-BE49-F238E27FC236}">
                <a16:creationId xmlns:a16="http://schemas.microsoft.com/office/drawing/2014/main" id="{A6243A81-2353-4926-8024-A339420C5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6438" y="4397048"/>
            <a:ext cx="156472" cy="145133"/>
          </a:xfrm>
          <a:custGeom xmlns:a="http://schemas.openxmlformats.org/drawingml/2006/main"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" name="Freeform 57">
            <a:extLst xmlns:a="http://schemas.openxmlformats.org/drawingml/2006/main">
              <a:ext uri="{FF2B5EF4-FFF2-40B4-BE49-F238E27FC236}">
                <a16:creationId xmlns:a16="http://schemas.microsoft.com/office/drawing/2014/main" id="{17FF3480-CDE2-4D41-8507-146882D2A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3131" y="4172545"/>
            <a:ext cx="138330" cy="122456"/>
          </a:xfrm>
          <a:custGeom xmlns:a="http://schemas.openxmlformats.org/drawingml/2006/main"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" name="Freeform 58">
            <a:extLst xmlns:a="http://schemas.openxmlformats.org/drawingml/2006/main">
              <a:ext uri="{FF2B5EF4-FFF2-40B4-BE49-F238E27FC236}">
                <a16:creationId xmlns:a16="http://schemas.microsoft.com/office/drawing/2014/main" id="{A5EE0431-45C2-4382-9C43-C58CA9E9B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053" y="3306279"/>
            <a:ext cx="124724" cy="156472"/>
          </a:xfrm>
          <a:custGeom xmlns:a="http://schemas.openxmlformats.org/drawingml/2006/main"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6" name="Freeform 59">
            <a:extLst xmlns:a="http://schemas.openxmlformats.org/drawingml/2006/main">
              <a:ext uri="{FF2B5EF4-FFF2-40B4-BE49-F238E27FC236}">
                <a16:creationId xmlns:a16="http://schemas.microsoft.com/office/drawing/2014/main" id="{A86F8105-AAEA-4574-9751-8B647167B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3462" y="3759821"/>
            <a:ext cx="142866" cy="124724"/>
          </a:xfrm>
          <a:custGeom xmlns:a="http://schemas.openxmlformats.org/drawingml/2006/main"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7" name="Freeform 60">
            <a:extLst xmlns:a="http://schemas.openxmlformats.org/drawingml/2006/main">
              <a:ext uri="{FF2B5EF4-FFF2-40B4-BE49-F238E27FC236}">
                <a16:creationId xmlns:a16="http://schemas.microsoft.com/office/drawing/2014/main" id="{1BF8E09A-C0E6-4980-8334-959A3C39A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0863" y="3993396"/>
            <a:ext cx="138330" cy="90708"/>
          </a:xfrm>
          <a:custGeom xmlns:a="http://schemas.openxmlformats.org/drawingml/2006/main"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8" name="Freeform 61">
            <a:extLst xmlns:a="http://schemas.openxmlformats.org/drawingml/2006/main">
              <a:ext uri="{FF2B5EF4-FFF2-40B4-BE49-F238E27FC236}">
                <a16:creationId xmlns:a16="http://schemas.microsoft.com/office/drawing/2014/main" id="{4E16E7DC-DCCC-423F-B694-0211EFB9B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9100" y="3267728"/>
            <a:ext cx="83905" cy="140598"/>
          </a:xfrm>
          <a:custGeom xmlns:a="http://schemas.openxmlformats.org/drawingml/2006/main"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9" name="Freeform 62">
            <a:extLst xmlns:a="http://schemas.openxmlformats.org/drawingml/2006/main">
              <a:ext uri="{FF2B5EF4-FFF2-40B4-BE49-F238E27FC236}">
                <a16:creationId xmlns:a16="http://schemas.microsoft.com/office/drawing/2014/main" id="{4213B1D8-A945-43F9-8BC1-BF8EB68B2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6596" y="4848323"/>
            <a:ext cx="104315" cy="136062"/>
          </a:xfrm>
          <a:custGeom xmlns:a="http://schemas.openxmlformats.org/drawingml/2006/main"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0" name="Freeform 71">
            <a:extLst xmlns:a="http://schemas.openxmlformats.org/drawingml/2006/main">
              <a:ext uri="{FF2B5EF4-FFF2-40B4-BE49-F238E27FC236}">
                <a16:creationId xmlns:a16="http://schemas.microsoft.com/office/drawing/2014/main" id="{55E9E786-0903-469D-8758-96059AC1A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0345" y="3496766"/>
            <a:ext cx="1315275" cy="1313006"/>
          </a:xfrm>
          <a:custGeom xmlns:a="http://schemas.openxmlformats.org/drawingml/2006/main"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24.xml><?xml version="1.0" encoding="utf-8"?>
<p:sldLayout xmlns:p="http://schemas.openxmlformats.org/presentationml/2006/main" preserve="1" userDrawn="1">
  <p:cSld name="目录-6部分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89F3878B-B323-433A-8EF8-E00DE2F4B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" y="0"/>
            <a:ext cx="6096001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52" name="图形 34">
            <a:extLst xmlns:a="http://schemas.openxmlformats.org/drawingml/2006/main">
              <a:ext uri="{FF2B5EF4-FFF2-40B4-BE49-F238E27FC236}">
                <a16:creationId xmlns:a16="http://schemas.microsoft.com/office/drawing/2014/main" id="{FA95F7E8-3082-482E-B846-C4457886538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37148459bf4dc0">
            <a:extLst>
              <a:ext uri="{96DAC541-7B7A-43D3-8B79-37D633B846F1}">
                <asvg:svgBlip xmlns:asvg="http://schemas.microsoft.com/office/drawing/2016/SVG/main" r:embed="R05aaeb1b815045a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601832" y="3365787"/>
            <a:ext cx="6665290" cy="4818286"/>
          </a:xfrm>
          <a:prstGeom xmlns:a="http://schemas.openxmlformats.org/drawingml/2006/main" prst="rect">
            <a:avLst/>
          </a:prstGeom>
        </p:spPr>
      </p:pic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D3E9CE46-E757-417E-A6D4-6712133A8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281" y="476251"/>
            <a:ext cx="11013440" cy="5905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glow rad="101600">
              <a:schemeClr val="tx1">
                <a:alpha val="10000"/>
              </a:schemeClr>
            </a:glo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标题 1">
            <a:extLst xmlns:a="http://schemas.openxmlformats.org/drawingml/2006/main">
              <a:ext uri="{FF2B5EF4-FFF2-40B4-BE49-F238E27FC236}">
                <a16:creationId xmlns:a16="http://schemas.microsoft.com/office/drawing/2014/main" id="{BF2D2C5E-054C-4E01-841F-BCD936C72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6213" y="1033221"/>
            <a:ext cx="2165279" cy="15006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rgbClr val="0070C0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marL="0" marR="0" lvl="0" indent="0" algn="ctr" defTabSz="9144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5400" b="1" i="0" u="none" strike="noStrike" kern="2200" cap="none" spc="0" baseline="0">
              <a:ln>
                <a:noFill/>
              </a:ln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9F9B882F-A853-4931-A621-7E88BA45C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3024" y="2078629"/>
            <a:ext cx="2168084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strike="noStrike" kern="2200" cap="none" spc="-20" baseline="0">
              <a:ln>
                <a:noFill/>
              </a:ln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Freeform 8">
            <a:extLst xmlns:a="http://schemas.openxmlformats.org/drawingml/2006/main">
              <a:ext uri="{FF2B5EF4-FFF2-40B4-BE49-F238E27FC236}">
                <a16:creationId xmlns:a16="http://schemas.microsoft.com/office/drawing/2014/main" id="{19B6004B-7B5B-4BE1-9C0D-9AF91EBEF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5132" y="3183822"/>
            <a:ext cx="1945700" cy="1941162"/>
          </a:xfrm>
          <a:custGeom xmlns:a="http://schemas.openxmlformats.org/drawingml/2006/main"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Freeform 42">
            <a:extLst xmlns:a="http://schemas.openxmlformats.org/drawingml/2006/main">
              <a:ext uri="{FF2B5EF4-FFF2-40B4-BE49-F238E27FC236}">
                <a16:creationId xmlns:a16="http://schemas.microsoft.com/office/drawing/2014/main" id="{F07D5FB7-E7B7-4CC5-A986-1EFE546E6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9116" y="3435538"/>
            <a:ext cx="1435463" cy="1433194"/>
          </a:xfrm>
          <a:custGeom xmlns:a="http://schemas.openxmlformats.org/drawingml/2006/main"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Freeform 43">
            <a:extLst xmlns:a="http://schemas.openxmlformats.org/drawingml/2006/main">
              <a:ext uri="{FF2B5EF4-FFF2-40B4-BE49-F238E27FC236}">
                <a16:creationId xmlns:a16="http://schemas.microsoft.com/office/drawing/2014/main" id="{457A9366-C5F9-4C5C-9F44-65F6B7B6E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3052" y="3578404"/>
            <a:ext cx="158739" cy="190487"/>
          </a:xfrm>
          <a:custGeom xmlns:a="http://schemas.openxmlformats.org/drawingml/2006/main"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Freeform 44">
            <a:extLst xmlns:a="http://schemas.openxmlformats.org/drawingml/2006/main">
              <a:ext uri="{FF2B5EF4-FFF2-40B4-BE49-F238E27FC236}">
                <a16:creationId xmlns:a16="http://schemas.microsoft.com/office/drawing/2014/main" id="{0165D975-C4DF-43E8-8A4D-DF2EFA0F8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2234" y="3938970"/>
            <a:ext cx="151937" cy="163275"/>
          </a:xfrm>
          <a:custGeom xmlns:a="http://schemas.openxmlformats.org/drawingml/2006/main"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Freeform 45">
            <a:extLst xmlns:a="http://schemas.openxmlformats.org/drawingml/2006/main">
              <a:ext uri="{FF2B5EF4-FFF2-40B4-BE49-F238E27FC236}">
                <a16:creationId xmlns:a16="http://schemas.microsoft.com/office/drawing/2014/main" id="{E7B778F3-DBB4-4C51-A3A3-32C269403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3383" y="3417397"/>
            <a:ext cx="165543" cy="176881"/>
          </a:xfrm>
          <a:custGeom xmlns:a="http://schemas.openxmlformats.org/drawingml/2006/main"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Freeform 46">
            <a:extLst xmlns:a="http://schemas.openxmlformats.org/drawingml/2006/main">
              <a:ext uri="{FF2B5EF4-FFF2-40B4-BE49-F238E27FC236}">
                <a16:creationId xmlns:a16="http://schemas.microsoft.com/office/drawing/2014/main" id="{AE4D29D1-7947-4558-AD54-2E95B8323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2234" y="4192954"/>
            <a:ext cx="142866" cy="136062"/>
          </a:xfrm>
          <a:custGeom xmlns:a="http://schemas.openxmlformats.org/drawingml/2006/main"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Freeform 47">
            <a:extLst xmlns:a="http://schemas.openxmlformats.org/drawingml/2006/main">
              <a:ext uri="{FF2B5EF4-FFF2-40B4-BE49-F238E27FC236}">
                <a16:creationId xmlns:a16="http://schemas.microsoft.com/office/drawing/2014/main" id="{11266CE9-5538-4652-B2B0-0F465EA51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0171" y="4900481"/>
            <a:ext cx="99779" cy="142865"/>
          </a:xfrm>
          <a:custGeom xmlns:a="http://schemas.openxmlformats.org/drawingml/2006/main"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Freeform 48">
            <a:extLst xmlns:a="http://schemas.openxmlformats.org/drawingml/2006/main">
              <a:ext uri="{FF2B5EF4-FFF2-40B4-BE49-F238E27FC236}">
                <a16:creationId xmlns:a16="http://schemas.microsoft.com/office/drawing/2014/main" id="{E23821A8-5DA3-4710-9C17-DE74411C2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8927" y="4419726"/>
            <a:ext cx="147401" cy="126991"/>
          </a:xfrm>
          <a:custGeom xmlns:a="http://schemas.openxmlformats.org/drawingml/2006/main"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Freeform 49">
            <a:extLst xmlns:a="http://schemas.openxmlformats.org/drawingml/2006/main">
              <a:ext uri="{FF2B5EF4-FFF2-40B4-BE49-F238E27FC236}">
                <a16:creationId xmlns:a16="http://schemas.microsoft.com/office/drawing/2014/main" id="{D089AD77-D0A3-4E35-A916-20B41684F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5100" y="3557995"/>
            <a:ext cx="174614" cy="190487"/>
          </a:xfrm>
          <a:custGeom xmlns:a="http://schemas.openxmlformats.org/drawingml/2006/main"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Freeform 50">
            <a:extLst xmlns:a="http://schemas.openxmlformats.org/drawingml/2006/main">
              <a:ext uri="{FF2B5EF4-FFF2-40B4-BE49-F238E27FC236}">
                <a16:creationId xmlns:a16="http://schemas.microsoft.com/office/drawing/2014/main" id="{2C67958F-DAA4-4863-906C-CB395B1BE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0108" y="4839252"/>
            <a:ext cx="122456" cy="140598"/>
          </a:xfrm>
          <a:custGeom xmlns:a="http://schemas.openxmlformats.org/drawingml/2006/main"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Freeform 51">
            <a:extLst xmlns:a="http://schemas.openxmlformats.org/drawingml/2006/main">
              <a:ext uri="{FF2B5EF4-FFF2-40B4-BE49-F238E27FC236}">
                <a16:creationId xmlns:a16="http://schemas.microsoft.com/office/drawing/2014/main" id="{97CB4C75-576B-4D36-A372-65534942F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0643" y="3399255"/>
            <a:ext cx="165543" cy="161007"/>
          </a:xfrm>
          <a:custGeom xmlns:a="http://schemas.openxmlformats.org/drawingml/2006/main"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" name="Freeform 52">
            <a:extLst xmlns:a="http://schemas.openxmlformats.org/drawingml/2006/main">
              <a:ext uri="{FF2B5EF4-FFF2-40B4-BE49-F238E27FC236}">
                <a16:creationId xmlns:a16="http://schemas.microsoft.com/office/drawing/2014/main" id="{3CE3363A-A11E-457D-8297-C79CA2434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0470" y="3251853"/>
            <a:ext cx="131527" cy="142865"/>
          </a:xfrm>
          <a:custGeom xmlns:a="http://schemas.openxmlformats.org/drawingml/2006/main"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Freeform 53">
            <a:extLst xmlns:a="http://schemas.openxmlformats.org/drawingml/2006/main">
              <a:ext uri="{FF2B5EF4-FFF2-40B4-BE49-F238E27FC236}">
                <a16:creationId xmlns:a16="http://schemas.microsoft.com/office/drawing/2014/main" id="{B931EFAB-02D4-4121-ADAE-1DD8EC811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1478" y="4900481"/>
            <a:ext cx="102047" cy="145133"/>
          </a:xfrm>
          <a:custGeom xmlns:a="http://schemas.openxmlformats.org/drawingml/2006/main"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" name="Freeform 54">
            <a:extLst xmlns:a="http://schemas.openxmlformats.org/drawingml/2006/main">
              <a:ext uri="{FF2B5EF4-FFF2-40B4-BE49-F238E27FC236}">
                <a16:creationId xmlns:a16="http://schemas.microsoft.com/office/drawing/2014/main" id="{FB163981-36E0-455F-9555-555CB2757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4628" y="3279066"/>
            <a:ext cx="136062" cy="154204"/>
          </a:xfrm>
          <a:custGeom xmlns:a="http://schemas.openxmlformats.org/drawingml/2006/main"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" name="Freeform 55">
            <a:extLst xmlns:a="http://schemas.openxmlformats.org/drawingml/2006/main">
              <a:ext uri="{FF2B5EF4-FFF2-40B4-BE49-F238E27FC236}">
                <a16:creationId xmlns:a16="http://schemas.microsoft.com/office/drawing/2014/main" id="{1A8B40D6-DCD5-40F3-B944-2F12A1C42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4171" y="3800640"/>
            <a:ext cx="158739" cy="126991"/>
          </a:xfrm>
          <a:custGeom xmlns:a="http://schemas.openxmlformats.org/drawingml/2006/main"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Freeform 56">
            <a:extLst xmlns:a="http://schemas.openxmlformats.org/drawingml/2006/main">
              <a:ext uri="{FF2B5EF4-FFF2-40B4-BE49-F238E27FC236}">
                <a16:creationId xmlns:a16="http://schemas.microsoft.com/office/drawing/2014/main" id="{4D68A514-FF3B-4C4C-9EEF-0B2AFB3F6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6438" y="4397048"/>
            <a:ext cx="156472" cy="145133"/>
          </a:xfrm>
          <a:custGeom xmlns:a="http://schemas.openxmlformats.org/drawingml/2006/main"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" name="Freeform 57">
            <a:extLst xmlns:a="http://schemas.openxmlformats.org/drawingml/2006/main">
              <a:ext uri="{FF2B5EF4-FFF2-40B4-BE49-F238E27FC236}">
                <a16:creationId xmlns:a16="http://schemas.microsoft.com/office/drawing/2014/main" id="{D05C38D4-B9D6-4154-AA14-095F373E8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3131" y="4172545"/>
            <a:ext cx="138330" cy="122456"/>
          </a:xfrm>
          <a:custGeom xmlns:a="http://schemas.openxmlformats.org/drawingml/2006/main"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" name="Freeform 58">
            <a:extLst xmlns:a="http://schemas.openxmlformats.org/drawingml/2006/main">
              <a:ext uri="{FF2B5EF4-FFF2-40B4-BE49-F238E27FC236}">
                <a16:creationId xmlns:a16="http://schemas.microsoft.com/office/drawing/2014/main" id="{AEBF4A7B-E275-4A88-A99C-4A57BE83F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053" y="3306279"/>
            <a:ext cx="124724" cy="156472"/>
          </a:xfrm>
          <a:custGeom xmlns:a="http://schemas.openxmlformats.org/drawingml/2006/main"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" name="Freeform 59">
            <a:extLst xmlns:a="http://schemas.openxmlformats.org/drawingml/2006/main">
              <a:ext uri="{FF2B5EF4-FFF2-40B4-BE49-F238E27FC236}">
                <a16:creationId xmlns:a16="http://schemas.microsoft.com/office/drawing/2014/main" id="{485A9CAC-7B08-4890-89BD-C63E820B4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3462" y="3759821"/>
            <a:ext cx="142866" cy="124724"/>
          </a:xfrm>
          <a:custGeom xmlns:a="http://schemas.openxmlformats.org/drawingml/2006/main"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" name="Freeform 60">
            <a:extLst xmlns:a="http://schemas.openxmlformats.org/drawingml/2006/main">
              <a:ext uri="{FF2B5EF4-FFF2-40B4-BE49-F238E27FC236}">
                <a16:creationId xmlns:a16="http://schemas.microsoft.com/office/drawing/2014/main" id="{4BB7706F-8596-4894-AF22-1F88E4DF0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0863" y="3993396"/>
            <a:ext cx="138330" cy="90708"/>
          </a:xfrm>
          <a:custGeom xmlns:a="http://schemas.openxmlformats.org/drawingml/2006/main"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" name="Freeform 61">
            <a:extLst xmlns:a="http://schemas.openxmlformats.org/drawingml/2006/main">
              <a:ext uri="{FF2B5EF4-FFF2-40B4-BE49-F238E27FC236}">
                <a16:creationId xmlns:a16="http://schemas.microsoft.com/office/drawing/2014/main" id="{537C1C37-C025-43FA-9BC8-1DF53BD88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9100" y="3267728"/>
            <a:ext cx="83905" cy="140598"/>
          </a:xfrm>
          <a:custGeom xmlns:a="http://schemas.openxmlformats.org/drawingml/2006/main"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Freeform 62">
            <a:extLst xmlns:a="http://schemas.openxmlformats.org/drawingml/2006/main">
              <a:ext uri="{FF2B5EF4-FFF2-40B4-BE49-F238E27FC236}">
                <a16:creationId xmlns:a16="http://schemas.microsoft.com/office/drawing/2014/main" id="{D6B7E606-7081-409B-86DF-4F453C75B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6596" y="4848323"/>
            <a:ext cx="104315" cy="136062"/>
          </a:xfrm>
          <a:custGeom xmlns:a="http://schemas.openxmlformats.org/drawingml/2006/main"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" name="Freeform 71">
            <a:extLst xmlns:a="http://schemas.openxmlformats.org/drawingml/2006/main">
              <a:ext uri="{FF2B5EF4-FFF2-40B4-BE49-F238E27FC236}">
                <a16:creationId xmlns:a16="http://schemas.microsoft.com/office/drawing/2014/main" id="{A1FB9D6D-0A8B-465F-A512-C8B4B931B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0345" y="3496766"/>
            <a:ext cx="1315275" cy="1313006"/>
          </a:xfrm>
          <a:custGeom xmlns:a="http://schemas.openxmlformats.org/drawingml/2006/main"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" name="文本占位符 40">
            <a:extLst xmlns:a="http://schemas.openxmlformats.org/drawingml/2006/main">
              <a:ext uri="{FF2B5EF4-FFF2-40B4-BE49-F238E27FC236}">
                <a16:creationId xmlns:a16="http://schemas.microsoft.com/office/drawing/2014/main" id="{CD856EE6-6409-4A13-A95C-9AFED6247C95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7819905" y="1317312"/>
            <a:ext cx="3061455" cy="48768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l" defTabSz="914400">
              <a:buNone/>
              <a:defRPr sz="2800" kern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/>
            </a:lvl2pPr>
          </a:lstStyle>
          <a:p xmlns:a="http://schemas.openxmlformats.org/drawingml/2006/main">
            <a:pPr lvl="0">
              <a:buNone/>
            </a:pPr>
          </a:p>
        </p:txBody>
      </p:sp>
      <p:sp>
        <p:nvSpPr>
          <p:cNvPr id="42" name="文本占位符 40">
            <a:extLst xmlns:a="http://schemas.openxmlformats.org/drawingml/2006/main">
              <a:ext uri="{FF2B5EF4-FFF2-40B4-BE49-F238E27FC236}">
                <a16:creationId xmlns:a16="http://schemas.microsoft.com/office/drawing/2014/main" id="{F581B411-81D7-48B2-AED4-3D92FEB9A0C6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819905" y="2067882"/>
            <a:ext cx="3061455" cy="48768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l" defTabSz="914400">
              <a:buNone/>
              <a:defRPr sz="2800" kern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/>
            </a:lvl2pPr>
          </a:lstStyle>
          <a:p xmlns:a="http://schemas.openxmlformats.org/drawingml/2006/main">
            <a:pPr lvl="0">
              <a:buNone/>
            </a:pPr>
          </a:p>
        </p:txBody>
      </p:sp>
      <p:sp>
        <p:nvSpPr>
          <p:cNvPr id="43" name="文本占位符 40">
            <a:extLst xmlns:a="http://schemas.openxmlformats.org/drawingml/2006/main">
              <a:ext uri="{FF2B5EF4-FFF2-40B4-BE49-F238E27FC236}">
                <a16:creationId xmlns:a16="http://schemas.microsoft.com/office/drawing/2014/main" id="{7BF047FD-1021-44BB-85D9-009EB21201A8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7819905" y="2818452"/>
            <a:ext cx="3061455" cy="48768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l" defTabSz="914400">
              <a:buNone/>
              <a:defRPr sz="2800" kern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/>
            </a:lvl2pPr>
          </a:lstStyle>
          <a:p xmlns:a="http://schemas.openxmlformats.org/drawingml/2006/main">
            <a:pPr lvl="0">
              <a:buNone/>
            </a:pPr>
          </a:p>
        </p:txBody>
      </p:sp>
      <p:sp>
        <p:nvSpPr>
          <p:cNvPr id="44" name="文本占位符 40">
            <a:extLst xmlns:a="http://schemas.openxmlformats.org/drawingml/2006/main">
              <a:ext uri="{FF2B5EF4-FFF2-40B4-BE49-F238E27FC236}">
                <a16:creationId xmlns:a16="http://schemas.microsoft.com/office/drawing/2014/main" id="{83284AB1-C5E7-46C8-9D08-5ED6A15659A2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7819905" y="4319592"/>
            <a:ext cx="3061455" cy="48768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l" defTabSz="914400">
              <a:buNone/>
              <a:defRPr sz="2800" kern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/>
            </a:lvl2pPr>
          </a:lstStyle>
          <a:p xmlns:a="http://schemas.openxmlformats.org/drawingml/2006/main">
            <a:pPr lvl="0">
              <a:buNone/>
            </a:pPr>
          </a:p>
        </p:txBody>
      </p:sp>
      <p:sp>
        <p:nvSpPr>
          <p:cNvPr id="36" name="文本占位符 40">
            <a:extLst xmlns:a="http://schemas.openxmlformats.org/drawingml/2006/main">
              <a:ext uri="{FF2B5EF4-FFF2-40B4-BE49-F238E27FC236}">
                <a16:creationId xmlns:a16="http://schemas.microsoft.com/office/drawing/2014/main" id="{1BE2312E-5E15-45A7-912A-BFE842ED618E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7819905" y="3569022"/>
            <a:ext cx="3061455" cy="48768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l" defTabSz="914400">
              <a:buNone/>
              <a:defRPr sz="2800" kern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/>
            </a:lvl2pPr>
          </a:lstStyle>
          <a:p xmlns:a="http://schemas.openxmlformats.org/drawingml/2006/main">
            <a:pPr lvl="0">
              <a:buNone/>
            </a:pP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97BE02F7-BD48-459F-9852-A8CD4752C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9256" y="1268764"/>
            <a:ext cx="675822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3200" b="1">
              <a:solidFill>
                <a:srgbClr val="9A0001"/>
              </a:solidFill>
            </a:endParaRPr>
          </a:p>
        </p:txBody>
      </p:sp>
      <p:sp>
        <p:nvSpPr>
          <p:cNvPr id="39" name="文本框 38">
            <a:extLst xmlns:a="http://schemas.openxmlformats.org/drawingml/2006/main">
              <a:ext uri="{FF2B5EF4-FFF2-40B4-BE49-F238E27FC236}">
                <a16:creationId xmlns:a16="http://schemas.microsoft.com/office/drawing/2014/main" id="{E5954F0C-BE8C-4F19-9FAE-725CB0014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9256" y="2016836"/>
            <a:ext cx="675822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3200" b="1">
              <a:solidFill>
                <a:srgbClr val="9A0001"/>
              </a:solidFill>
            </a:endParaRPr>
          </a:p>
        </p:txBody>
      </p:sp>
      <p:sp>
        <p:nvSpPr>
          <p:cNvPr id="40" name="文本框 39">
            <a:extLst xmlns:a="http://schemas.openxmlformats.org/drawingml/2006/main">
              <a:ext uri="{FF2B5EF4-FFF2-40B4-BE49-F238E27FC236}">
                <a16:creationId xmlns:a16="http://schemas.microsoft.com/office/drawing/2014/main" id="{559897F9-55D8-4520-A85A-27B315EAE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9256" y="2764908"/>
            <a:ext cx="675822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3200" b="1">
              <a:solidFill>
                <a:srgbClr val="9A0001"/>
              </a:solidFill>
            </a:endParaRPr>
          </a:p>
        </p:txBody>
      </p:sp>
      <p:sp>
        <p:nvSpPr>
          <p:cNvPr id="45" name="文本框 44">
            <a:extLst xmlns:a="http://schemas.openxmlformats.org/drawingml/2006/main">
              <a:ext uri="{FF2B5EF4-FFF2-40B4-BE49-F238E27FC236}">
                <a16:creationId xmlns:a16="http://schemas.microsoft.com/office/drawing/2014/main" id="{77E173C3-7F69-4CF0-AE1E-CB31A2F12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9256" y="3512980"/>
            <a:ext cx="675822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3200" b="1">
              <a:solidFill>
                <a:srgbClr val="9A0001"/>
              </a:solidFill>
            </a:endParaRPr>
          </a:p>
        </p:txBody>
      </p:sp>
      <p:sp>
        <p:nvSpPr>
          <p:cNvPr id="46" name="文本框 45">
            <a:extLst xmlns:a="http://schemas.openxmlformats.org/drawingml/2006/main">
              <a:ext uri="{FF2B5EF4-FFF2-40B4-BE49-F238E27FC236}">
                <a16:creationId xmlns:a16="http://schemas.microsoft.com/office/drawing/2014/main" id="{DB64AEE4-951B-4243-8D8B-116B58847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9256" y="4261052"/>
            <a:ext cx="675822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3200" b="1">
              <a:solidFill>
                <a:srgbClr val="9A0001"/>
              </a:solidFill>
            </a:endParaRPr>
          </a:p>
        </p:txBody>
      </p:sp>
      <p:sp>
        <p:nvSpPr>
          <p:cNvPr id="47" name="文本占位符 40">
            <a:extLst xmlns:a="http://schemas.openxmlformats.org/drawingml/2006/main">
              <a:ext uri="{FF2B5EF4-FFF2-40B4-BE49-F238E27FC236}">
                <a16:creationId xmlns:a16="http://schemas.microsoft.com/office/drawing/2014/main" id="{05D9A89F-9533-4A86-A840-CEFBD0FEA936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7819905" y="5070163"/>
            <a:ext cx="3061455" cy="48768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l" defTabSz="914400">
              <a:buNone/>
              <a:defRPr sz="2800" kern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/>
            </a:lvl2pPr>
          </a:lstStyle>
          <a:p xmlns:a="http://schemas.openxmlformats.org/drawingml/2006/main">
            <a:pPr lvl="0">
              <a:buNone/>
            </a:pPr>
          </a:p>
        </p:txBody>
      </p:sp>
      <p:sp>
        <p:nvSpPr>
          <p:cNvPr id="48" name="文本框 47">
            <a:extLst xmlns:a="http://schemas.openxmlformats.org/drawingml/2006/main">
              <a:ext uri="{FF2B5EF4-FFF2-40B4-BE49-F238E27FC236}">
                <a16:creationId xmlns:a16="http://schemas.microsoft.com/office/drawing/2014/main" id="{A187EB92-D25A-4A3E-9971-CE47E43E8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9256" y="5009126"/>
            <a:ext cx="675822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3200" b="1">
              <a:solidFill>
                <a:srgbClr val="9A0001"/>
              </a:solidFill>
            </a:endParaRPr>
          </a:p>
        </p:txBody>
      </p:sp>
    </p:spTree>
  </p:cSld>
</p:sldLayout>
</file>

<file path=ppt/slideLayouts/slideLayout25.xml><?xml version="1.0" encoding="utf-8"?>
<p:sldLayout xmlns:p="http://schemas.openxmlformats.org/presentationml/2006/main" preserve="1" userDrawn="1">
  <p:cSld name="章节页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矩形 65">
            <a:extLst xmlns:a="http://schemas.openxmlformats.org/drawingml/2006/main">
              <a:ext uri="{FF2B5EF4-FFF2-40B4-BE49-F238E27FC236}">
                <a16:creationId xmlns:a16="http://schemas.microsoft.com/office/drawing/2014/main" id="{0ED81B17-932A-4DDF-8B67-B6B69CEBB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64872"/>
            <a:ext cx="12192000" cy="332825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0" name="直接连接符 69">
            <a:extLst xmlns:a="http://schemas.openxmlformats.org/drawingml/2006/main">
              <a:ext uri="{FF2B5EF4-FFF2-40B4-BE49-F238E27FC236}">
                <a16:creationId xmlns:a16="http://schemas.microsoft.com/office/drawing/2014/main" id="{89B393FD-5E15-434D-BE99-115853799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403" y="3428999"/>
            <a:ext cx="377398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02750A56-A814-4397-B921-D62ABCD293F2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2465501" y="2552244"/>
            <a:ext cx="5716686" cy="707886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>
              <a:buFontTx/>
              <a:buNone/>
              <a:defRPr sz="4000" b="1" i="0" u="none" strike="noStrike" kern="1200" cap="none" spc="0" baseline="0">
                <a:ln>
                  <a:noFill/>
                </a:ln>
                <a:solidFill>
                  <a:prstClr val="whit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27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5D75CBF9-B3C2-4408-B00F-DCF95B8FD3E1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882188" y="3684327"/>
            <a:ext cx="7299999" cy="887667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FontTx/>
              <a:buNone/>
              <a:defRPr sz="4800" b="1" kern="1200" spc="400">
                <a:solidFill>
                  <a:prstClr val="whit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pic>
        <p:nvPicPr>
          <p:cNvPr id="180" name="图形 127">
            <a:extLst xmlns:a="http://schemas.openxmlformats.org/drawingml/2006/main">
              <a:ext uri="{FF2B5EF4-FFF2-40B4-BE49-F238E27FC236}">
                <a16:creationId xmlns:a16="http://schemas.microsoft.com/office/drawing/2014/main" id="{A151351A-5263-40F1-8858-0D35124BEA6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4a2f423b5b48f7">
            <a:extLst>
              <a:ext uri="{96DAC541-7B7A-43D3-8B79-37D633B846F1}">
                <asvg:svgBlip xmlns:asvg="http://schemas.microsoft.com/office/drawing/2016/SVG/main" r:embed="R98104724b815474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63687" y="1559486"/>
            <a:ext cx="5172316" cy="3739027"/>
          </a:xfrm>
          <a:prstGeom xmlns:a="http://schemas.openxmlformats.org/drawingml/2006/main" prst="rect">
            <a:avLst/>
          </a:prstGeom>
        </p:spPr>
      </p:pic>
      <p:sp>
        <p:nvSpPr>
          <p:cNvPr id="63" name="Freeform 17">
            <a:extLst xmlns:a="http://schemas.openxmlformats.org/drawingml/2006/main">
              <a:ext uri="{FF2B5EF4-FFF2-40B4-BE49-F238E27FC236}">
                <a16:creationId xmlns:a16="http://schemas.microsoft.com/office/drawing/2014/main" id="{CCD3C61F-CC3D-405F-B61E-51F8F7684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5296" y="1148009"/>
            <a:ext cx="96009" cy="102807"/>
          </a:xfrm>
          <a:custGeom xmlns:a="http://schemas.openxmlformats.org/drawingml/2006/main">
            <a:gdLst>
              <a:gd name="T0" fmla="*/ 34 w 127"/>
              <a:gd name="T1" fmla="*/ 71 h 136"/>
              <a:gd name="T2" fmla="*/ 34 w 127"/>
              <a:gd name="T3" fmla="*/ 81 h 136"/>
              <a:gd name="T4" fmla="*/ 34 w 127"/>
              <a:gd name="T5" fmla="*/ 114 h 136"/>
              <a:gd name="T6" fmla="*/ 35 w 127"/>
              <a:gd name="T7" fmla="*/ 122 h 136"/>
              <a:gd name="T8" fmla="*/ 40 w 127"/>
              <a:gd name="T9" fmla="*/ 127 h 136"/>
              <a:gd name="T10" fmla="*/ 49 w 127"/>
              <a:gd name="T11" fmla="*/ 128 h 136"/>
              <a:gd name="T12" fmla="*/ 49 w 127"/>
              <a:gd name="T13" fmla="*/ 135 h 136"/>
              <a:gd name="T14" fmla="*/ 1 w 127"/>
              <a:gd name="T15" fmla="*/ 135 h 136"/>
              <a:gd name="T16" fmla="*/ 0 w 127"/>
              <a:gd name="T17" fmla="*/ 132 h 136"/>
              <a:gd name="T18" fmla="*/ 0 w 127"/>
              <a:gd name="T19" fmla="*/ 128 h 136"/>
              <a:gd name="T20" fmla="*/ 9 w 127"/>
              <a:gd name="T21" fmla="*/ 127 h 136"/>
              <a:gd name="T22" fmla="*/ 16 w 127"/>
              <a:gd name="T23" fmla="*/ 120 h 136"/>
              <a:gd name="T24" fmla="*/ 17 w 127"/>
              <a:gd name="T25" fmla="*/ 111 h 136"/>
              <a:gd name="T26" fmla="*/ 17 w 127"/>
              <a:gd name="T27" fmla="*/ 22 h 136"/>
              <a:gd name="T28" fmla="*/ 16 w 127"/>
              <a:gd name="T29" fmla="*/ 15 h 136"/>
              <a:gd name="T30" fmla="*/ 9 w 127"/>
              <a:gd name="T31" fmla="*/ 9 h 136"/>
              <a:gd name="T32" fmla="*/ 0 w 127"/>
              <a:gd name="T33" fmla="*/ 8 h 136"/>
              <a:gd name="T34" fmla="*/ 0 w 127"/>
              <a:gd name="T35" fmla="*/ 1 h 136"/>
              <a:gd name="T36" fmla="*/ 4 w 127"/>
              <a:gd name="T37" fmla="*/ 0 h 136"/>
              <a:gd name="T38" fmla="*/ 71 w 127"/>
              <a:gd name="T39" fmla="*/ 0 h 136"/>
              <a:gd name="T40" fmla="*/ 94 w 127"/>
              <a:gd name="T41" fmla="*/ 4 h 136"/>
              <a:gd name="T42" fmla="*/ 116 w 127"/>
              <a:gd name="T43" fmla="*/ 32 h 136"/>
              <a:gd name="T44" fmla="*/ 97 w 127"/>
              <a:gd name="T45" fmla="*/ 66 h 136"/>
              <a:gd name="T46" fmla="*/ 80 w 127"/>
              <a:gd name="T47" fmla="*/ 70 h 136"/>
              <a:gd name="T48" fmla="*/ 71 w 127"/>
              <a:gd name="T49" fmla="*/ 71 h 136"/>
              <a:gd name="T50" fmla="*/ 73 w 127"/>
              <a:gd name="T51" fmla="*/ 75 h 136"/>
              <a:gd name="T52" fmla="*/ 104 w 127"/>
              <a:gd name="T53" fmla="*/ 114 h 136"/>
              <a:gd name="T54" fmla="*/ 105 w 127"/>
              <a:gd name="T55" fmla="*/ 116 h 136"/>
              <a:gd name="T56" fmla="*/ 127 w 127"/>
              <a:gd name="T57" fmla="*/ 128 h 136"/>
              <a:gd name="T58" fmla="*/ 127 w 127"/>
              <a:gd name="T59" fmla="*/ 135 h 136"/>
              <a:gd name="T60" fmla="*/ 116 w 127"/>
              <a:gd name="T61" fmla="*/ 135 h 136"/>
              <a:gd name="T62" fmla="*/ 102 w 127"/>
              <a:gd name="T63" fmla="*/ 136 h 136"/>
              <a:gd name="T64" fmla="*/ 96 w 127"/>
              <a:gd name="T65" fmla="*/ 132 h 136"/>
              <a:gd name="T66" fmla="*/ 59 w 127"/>
              <a:gd name="T67" fmla="*/ 82 h 136"/>
              <a:gd name="T68" fmla="*/ 52 w 127"/>
              <a:gd name="T69" fmla="*/ 73 h 136"/>
              <a:gd name="T70" fmla="*/ 49 w 127"/>
              <a:gd name="T71" fmla="*/ 71 h 136"/>
              <a:gd name="T72" fmla="*/ 34 w 127"/>
              <a:gd name="T73" fmla="*/ 71 h 136"/>
              <a:gd name="T74" fmla="*/ 34 w 127"/>
              <a:gd name="T75" fmla="*/ 61 h 136"/>
              <a:gd name="T76" fmla="*/ 36 w 127"/>
              <a:gd name="T77" fmla="*/ 62 h 136"/>
              <a:gd name="T78" fmla="*/ 66 w 127"/>
              <a:gd name="T79" fmla="*/ 62 h 136"/>
              <a:gd name="T80" fmla="*/ 82 w 127"/>
              <a:gd name="T81" fmla="*/ 59 h 136"/>
              <a:gd name="T82" fmla="*/ 96 w 127"/>
              <a:gd name="T83" fmla="*/ 44 h 136"/>
              <a:gd name="T84" fmla="*/ 96 w 127"/>
              <a:gd name="T85" fmla="*/ 29 h 136"/>
              <a:gd name="T86" fmla="*/ 81 w 127"/>
              <a:gd name="T87" fmla="*/ 12 h 136"/>
              <a:gd name="T88" fmla="*/ 70 w 127"/>
              <a:gd name="T89" fmla="*/ 11 h 136"/>
              <a:gd name="T90" fmla="*/ 37 w 127"/>
              <a:gd name="T91" fmla="*/ 11 h 136"/>
              <a:gd name="T92" fmla="*/ 34 w 127"/>
              <a:gd name="T93" fmla="*/ 11 h 136"/>
              <a:gd name="T94" fmla="*/ 34 w 127"/>
              <a:gd name="T95" fmla="*/ 61 h 136"/>
            </a:gdLst>
            <a:rect l="0" t="0" r="r" b="b"/>
            <a:pathLst>
              <a:path w="127" h="136">
                <a:moveTo>
                  <a:pt x="34" y="71"/>
                </a:moveTo>
                <a:cubicBezTo>
                  <a:pt x="34" y="75"/>
                  <a:pt x="34" y="78"/>
                  <a:pt x="34" y="81"/>
                </a:cubicBezTo>
                <a:cubicBezTo>
                  <a:pt x="34" y="92"/>
                  <a:pt x="34" y="103"/>
                  <a:pt x="34" y="114"/>
                </a:cubicBezTo>
                <a:cubicBezTo>
                  <a:pt x="34" y="117"/>
                  <a:pt x="34" y="119"/>
                  <a:pt x="35" y="122"/>
                </a:cubicBezTo>
                <a:cubicBezTo>
                  <a:pt x="35" y="125"/>
                  <a:pt x="37" y="127"/>
                  <a:pt x="40" y="127"/>
                </a:cubicBezTo>
                <a:cubicBezTo>
                  <a:pt x="43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1" y="135"/>
                </a:cubicBezTo>
                <a:cubicBezTo>
                  <a:pt x="0" y="134"/>
                  <a:pt x="0" y="133"/>
                  <a:pt x="0" y="132"/>
                </a:cubicBezTo>
                <a:cubicBezTo>
                  <a:pt x="0" y="131"/>
                  <a:pt x="0" y="130"/>
                  <a:pt x="0" y="128"/>
                </a:cubicBezTo>
                <a:cubicBezTo>
                  <a:pt x="3" y="128"/>
                  <a:pt x="6" y="128"/>
                  <a:pt x="9" y="127"/>
                </a:cubicBezTo>
                <a:cubicBezTo>
                  <a:pt x="14" y="126"/>
                  <a:pt x="15" y="125"/>
                  <a:pt x="16" y="120"/>
                </a:cubicBezTo>
                <a:cubicBezTo>
                  <a:pt x="16" y="117"/>
                  <a:pt x="17" y="114"/>
                  <a:pt x="17" y="111"/>
                </a:cubicBezTo>
                <a:cubicBezTo>
                  <a:pt x="17" y="81"/>
                  <a:pt x="17" y="52"/>
                  <a:pt x="17" y="22"/>
                </a:cubicBezTo>
                <a:cubicBezTo>
                  <a:pt x="17" y="20"/>
                  <a:pt x="16" y="17"/>
                  <a:pt x="16" y="15"/>
                </a:cubicBezTo>
                <a:cubicBezTo>
                  <a:pt x="15" y="11"/>
                  <a:pt x="13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2" y="1"/>
                  <a:pt x="3" y="0"/>
                  <a:pt x="4" y="0"/>
                </a:cubicBezTo>
                <a:cubicBezTo>
                  <a:pt x="26" y="0"/>
                  <a:pt x="49" y="0"/>
                  <a:pt x="71" y="0"/>
                </a:cubicBezTo>
                <a:cubicBezTo>
                  <a:pt x="79" y="0"/>
                  <a:pt x="86" y="1"/>
                  <a:pt x="94" y="4"/>
                </a:cubicBezTo>
                <a:cubicBezTo>
                  <a:pt x="108" y="9"/>
                  <a:pt x="115" y="18"/>
                  <a:pt x="116" y="32"/>
                </a:cubicBezTo>
                <a:cubicBezTo>
                  <a:pt x="117" y="48"/>
                  <a:pt x="110" y="60"/>
                  <a:pt x="97" y="66"/>
                </a:cubicBezTo>
                <a:cubicBezTo>
                  <a:pt x="91" y="68"/>
                  <a:pt x="86" y="70"/>
                  <a:pt x="80" y="70"/>
                </a:cubicBezTo>
                <a:cubicBezTo>
                  <a:pt x="77" y="70"/>
                  <a:pt x="74" y="71"/>
                  <a:pt x="71" y="71"/>
                </a:cubicBezTo>
                <a:cubicBezTo>
                  <a:pt x="72" y="73"/>
                  <a:pt x="73" y="74"/>
                  <a:pt x="73" y="75"/>
                </a:cubicBezTo>
                <a:cubicBezTo>
                  <a:pt x="84" y="88"/>
                  <a:pt x="94" y="101"/>
                  <a:pt x="104" y="114"/>
                </a:cubicBezTo>
                <a:cubicBezTo>
                  <a:pt x="105" y="115"/>
                  <a:pt x="105" y="115"/>
                  <a:pt x="105" y="116"/>
                </a:cubicBezTo>
                <a:cubicBezTo>
                  <a:pt x="111" y="122"/>
                  <a:pt x="117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24" y="135"/>
                  <a:pt x="120" y="135"/>
                  <a:pt x="116" y="135"/>
                </a:cubicBezTo>
                <a:cubicBezTo>
                  <a:pt x="111" y="135"/>
                  <a:pt x="107" y="135"/>
                  <a:pt x="102" y="136"/>
                </a:cubicBezTo>
                <a:cubicBezTo>
                  <a:pt x="99" y="136"/>
                  <a:pt x="97" y="134"/>
                  <a:pt x="96" y="132"/>
                </a:cubicBezTo>
                <a:cubicBezTo>
                  <a:pt x="83" y="115"/>
                  <a:pt x="71" y="99"/>
                  <a:pt x="59" y="82"/>
                </a:cubicBezTo>
                <a:cubicBezTo>
                  <a:pt x="57" y="79"/>
                  <a:pt x="54" y="76"/>
                  <a:pt x="52" y="73"/>
                </a:cubicBezTo>
                <a:cubicBezTo>
                  <a:pt x="51" y="72"/>
                  <a:pt x="50" y="71"/>
                  <a:pt x="49" y="71"/>
                </a:cubicBezTo>
                <a:cubicBezTo>
                  <a:pt x="44" y="71"/>
                  <a:pt x="39" y="71"/>
                  <a:pt x="34" y="71"/>
                </a:cubicBezTo>
                <a:close/>
                <a:moveTo>
                  <a:pt x="34" y="61"/>
                </a:moveTo>
                <a:cubicBezTo>
                  <a:pt x="35" y="62"/>
                  <a:pt x="36" y="62"/>
                  <a:pt x="36" y="62"/>
                </a:cubicBezTo>
                <a:cubicBezTo>
                  <a:pt x="46" y="62"/>
                  <a:pt x="56" y="62"/>
                  <a:pt x="66" y="62"/>
                </a:cubicBezTo>
                <a:cubicBezTo>
                  <a:pt x="72" y="61"/>
                  <a:pt x="77" y="60"/>
                  <a:pt x="82" y="59"/>
                </a:cubicBezTo>
                <a:cubicBezTo>
                  <a:pt x="90" y="56"/>
                  <a:pt x="94" y="51"/>
                  <a:pt x="96" y="44"/>
                </a:cubicBezTo>
                <a:cubicBezTo>
                  <a:pt x="96" y="39"/>
                  <a:pt x="97" y="34"/>
                  <a:pt x="96" y="29"/>
                </a:cubicBezTo>
                <a:cubicBezTo>
                  <a:pt x="95" y="20"/>
                  <a:pt x="90" y="15"/>
                  <a:pt x="81" y="12"/>
                </a:cubicBezTo>
                <a:cubicBezTo>
                  <a:pt x="77" y="11"/>
                  <a:pt x="74" y="11"/>
                  <a:pt x="70" y="11"/>
                </a:cubicBezTo>
                <a:cubicBezTo>
                  <a:pt x="59" y="10"/>
                  <a:pt x="48" y="11"/>
                  <a:pt x="37" y="11"/>
                </a:cubicBezTo>
                <a:cubicBezTo>
                  <a:pt x="36" y="11"/>
                  <a:pt x="35" y="11"/>
                  <a:pt x="34" y="11"/>
                </a:cubicBezTo>
                <a:cubicBezTo>
                  <a:pt x="34" y="28"/>
                  <a:pt x="34" y="44"/>
                  <a:pt x="34" y="61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" name="Freeform 18">
            <a:extLst xmlns:a="http://schemas.openxmlformats.org/drawingml/2006/main">
              <a:ext uri="{FF2B5EF4-FFF2-40B4-BE49-F238E27FC236}">
                <a16:creationId xmlns:a16="http://schemas.microsoft.com/office/drawing/2014/main" id="{946610EF-D899-4F25-B005-C4938B065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4410" y="1148009"/>
            <a:ext cx="96009" cy="101957"/>
          </a:xfrm>
          <a:custGeom xmlns:a="http://schemas.openxmlformats.org/drawingml/2006/main">
            <a:gdLst>
              <a:gd name="T0" fmla="*/ 50 w 127"/>
              <a:gd name="T1" fmla="*/ 70 h 135"/>
              <a:gd name="T2" fmla="*/ 34 w 127"/>
              <a:gd name="T3" fmla="*/ 87 h 135"/>
              <a:gd name="T4" fmla="*/ 33 w 127"/>
              <a:gd name="T5" fmla="*/ 90 h 135"/>
              <a:gd name="T6" fmla="*/ 33 w 127"/>
              <a:gd name="T7" fmla="*/ 116 h 135"/>
              <a:gd name="T8" fmla="*/ 34 w 127"/>
              <a:gd name="T9" fmla="*/ 120 h 135"/>
              <a:gd name="T10" fmla="*/ 41 w 127"/>
              <a:gd name="T11" fmla="*/ 127 h 135"/>
              <a:gd name="T12" fmla="*/ 49 w 127"/>
              <a:gd name="T13" fmla="*/ 128 h 135"/>
              <a:gd name="T14" fmla="*/ 49 w 127"/>
              <a:gd name="T15" fmla="*/ 135 h 135"/>
              <a:gd name="T16" fmla="*/ 0 w 127"/>
              <a:gd name="T17" fmla="*/ 135 h 135"/>
              <a:gd name="T18" fmla="*/ 0 w 127"/>
              <a:gd name="T19" fmla="*/ 128 h 135"/>
              <a:gd name="T20" fmla="*/ 7 w 127"/>
              <a:gd name="T21" fmla="*/ 128 h 135"/>
              <a:gd name="T22" fmla="*/ 16 w 127"/>
              <a:gd name="T23" fmla="*/ 118 h 135"/>
              <a:gd name="T24" fmla="*/ 16 w 127"/>
              <a:gd name="T25" fmla="*/ 111 h 135"/>
              <a:gd name="T26" fmla="*/ 16 w 127"/>
              <a:gd name="T27" fmla="*/ 24 h 135"/>
              <a:gd name="T28" fmla="*/ 16 w 127"/>
              <a:gd name="T29" fmla="*/ 16 h 135"/>
              <a:gd name="T30" fmla="*/ 8 w 127"/>
              <a:gd name="T31" fmla="*/ 9 h 135"/>
              <a:gd name="T32" fmla="*/ 0 w 127"/>
              <a:gd name="T33" fmla="*/ 8 h 135"/>
              <a:gd name="T34" fmla="*/ 0 w 127"/>
              <a:gd name="T35" fmla="*/ 1 h 135"/>
              <a:gd name="T36" fmla="*/ 49 w 127"/>
              <a:gd name="T37" fmla="*/ 1 h 135"/>
              <a:gd name="T38" fmla="*/ 50 w 127"/>
              <a:gd name="T39" fmla="*/ 8 h 135"/>
              <a:gd name="T40" fmla="*/ 41 w 127"/>
              <a:gd name="T41" fmla="*/ 9 h 135"/>
              <a:gd name="T42" fmla="*/ 34 w 127"/>
              <a:gd name="T43" fmla="*/ 16 h 135"/>
              <a:gd name="T44" fmla="*/ 33 w 127"/>
              <a:gd name="T45" fmla="*/ 23 h 135"/>
              <a:gd name="T46" fmla="*/ 33 w 127"/>
              <a:gd name="T47" fmla="*/ 70 h 135"/>
              <a:gd name="T48" fmla="*/ 33 w 127"/>
              <a:gd name="T49" fmla="*/ 73 h 135"/>
              <a:gd name="T50" fmla="*/ 36 w 127"/>
              <a:gd name="T51" fmla="*/ 71 h 135"/>
              <a:gd name="T52" fmla="*/ 83 w 127"/>
              <a:gd name="T53" fmla="*/ 19 h 135"/>
              <a:gd name="T54" fmla="*/ 86 w 127"/>
              <a:gd name="T55" fmla="*/ 14 h 135"/>
              <a:gd name="T56" fmla="*/ 84 w 127"/>
              <a:gd name="T57" fmla="*/ 9 h 135"/>
              <a:gd name="T58" fmla="*/ 76 w 127"/>
              <a:gd name="T59" fmla="*/ 8 h 135"/>
              <a:gd name="T60" fmla="*/ 76 w 127"/>
              <a:gd name="T61" fmla="*/ 1 h 135"/>
              <a:gd name="T62" fmla="*/ 122 w 127"/>
              <a:gd name="T63" fmla="*/ 1 h 135"/>
              <a:gd name="T64" fmla="*/ 122 w 127"/>
              <a:gd name="T65" fmla="*/ 8 h 135"/>
              <a:gd name="T66" fmla="*/ 118 w 127"/>
              <a:gd name="T67" fmla="*/ 8 h 135"/>
              <a:gd name="T68" fmla="*/ 99 w 127"/>
              <a:gd name="T69" fmla="*/ 18 h 135"/>
              <a:gd name="T70" fmla="*/ 77 w 127"/>
              <a:gd name="T71" fmla="*/ 41 h 135"/>
              <a:gd name="T72" fmla="*/ 62 w 127"/>
              <a:gd name="T73" fmla="*/ 57 h 135"/>
              <a:gd name="T74" fmla="*/ 64 w 127"/>
              <a:gd name="T75" fmla="*/ 61 h 135"/>
              <a:gd name="T76" fmla="*/ 102 w 127"/>
              <a:gd name="T77" fmla="*/ 113 h 135"/>
              <a:gd name="T78" fmla="*/ 108 w 127"/>
              <a:gd name="T79" fmla="*/ 120 h 135"/>
              <a:gd name="T80" fmla="*/ 123 w 127"/>
              <a:gd name="T81" fmla="*/ 127 h 135"/>
              <a:gd name="T82" fmla="*/ 127 w 127"/>
              <a:gd name="T83" fmla="*/ 128 h 135"/>
              <a:gd name="T84" fmla="*/ 127 w 127"/>
              <a:gd name="T85" fmla="*/ 135 h 135"/>
              <a:gd name="T86" fmla="*/ 73 w 127"/>
              <a:gd name="T87" fmla="*/ 135 h 135"/>
              <a:gd name="T88" fmla="*/ 73 w 127"/>
              <a:gd name="T89" fmla="*/ 128 h 135"/>
              <a:gd name="T90" fmla="*/ 80 w 127"/>
              <a:gd name="T91" fmla="*/ 127 h 135"/>
              <a:gd name="T92" fmla="*/ 84 w 127"/>
              <a:gd name="T93" fmla="*/ 120 h 135"/>
              <a:gd name="T94" fmla="*/ 82 w 127"/>
              <a:gd name="T95" fmla="*/ 115 h 135"/>
              <a:gd name="T96" fmla="*/ 51 w 127"/>
              <a:gd name="T97" fmla="*/ 72 h 135"/>
              <a:gd name="T98" fmla="*/ 50 w 127"/>
              <a:gd name="T99" fmla="*/ 70 h 135"/>
            </a:gdLst>
            <a:rect l="0" t="0" r="r" b="b"/>
            <a:pathLst>
              <a:path w="127" h="135">
                <a:moveTo>
                  <a:pt x="50" y="70"/>
                </a:moveTo>
                <a:cubicBezTo>
                  <a:pt x="44" y="76"/>
                  <a:pt x="39" y="81"/>
                  <a:pt x="34" y="87"/>
                </a:cubicBezTo>
                <a:cubicBezTo>
                  <a:pt x="33" y="88"/>
                  <a:pt x="33" y="89"/>
                  <a:pt x="33" y="90"/>
                </a:cubicBezTo>
                <a:cubicBezTo>
                  <a:pt x="33" y="99"/>
                  <a:pt x="33" y="107"/>
                  <a:pt x="33" y="116"/>
                </a:cubicBezTo>
                <a:cubicBezTo>
                  <a:pt x="33" y="117"/>
                  <a:pt x="33" y="118"/>
                  <a:pt x="34" y="120"/>
                </a:cubicBezTo>
                <a:cubicBezTo>
                  <a:pt x="35" y="125"/>
                  <a:pt x="36" y="126"/>
                  <a:pt x="41" y="127"/>
                </a:cubicBezTo>
                <a:cubicBezTo>
                  <a:pt x="44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7" y="128"/>
                </a:cubicBezTo>
                <a:cubicBezTo>
                  <a:pt x="14" y="127"/>
                  <a:pt x="16" y="125"/>
                  <a:pt x="16" y="118"/>
                </a:cubicBezTo>
                <a:cubicBezTo>
                  <a:pt x="16" y="115"/>
                  <a:pt x="16" y="113"/>
                  <a:pt x="16" y="111"/>
                </a:cubicBezTo>
                <a:cubicBezTo>
                  <a:pt x="16" y="82"/>
                  <a:pt x="16" y="53"/>
                  <a:pt x="16" y="24"/>
                </a:cubicBezTo>
                <a:cubicBezTo>
                  <a:pt x="16" y="21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5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4" y="0"/>
                  <a:pt x="40" y="0"/>
                  <a:pt x="49" y="1"/>
                </a:cubicBezTo>
                <a:cubicBezTo>
                  <a:pt x="49" y="3"/>
                  <a:pt x="50" y="5"/>
                  <a:pt x="50" y="8"/>
                </a:cubicBezTo>
                <a:cubicBezTo>
                  <a:pt x="47" y="8"/>
                  <a:pt x="44" y="8"/>
                  <a:pt x="41" y="9"/>
                </a:cubicBezTo>
                <a:cubicBezTo>
                  <a:pt x="37" y="9"/>
                  <a:pt x="34" y="11"/>
                  <a:pt x="34" y="16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39"/>
                  <a:pt x="33" y="54"/>
                  <a:pt x="33" y="70"/>
                </a:cubicBezTo>
                <a:cubicBezTo>
                  <a:pt x="33" y="71"/>
                  <a:pt x="33" y="72"/>
                  <a:pt x="33" y="73"/>
                </a:cubicBezTo>
                <a:cubicBezTo>
                  <a:pt x="35" y="72"/>
                  <a:pt x="36" y="72"/>
                  <a:pt x="36" y="71"/>
                </a:cubicBezTo>
                <a:cubicBezTo>
                  <a:pt x="52" y="54"/>
                  <a:pt x="67" y="37"/>
                  <a:pt x="83" y="19"/>
                </a:cubicBezTo>
                <a:cubicBezTo>
                  <a:pt x="84" y="18"/>
                  <a:pt x="85" y="16"/>
                  <a:pt x="86" y="14"/>
                </a:cubicBezTo>
                <a:cubicBezTo>
                  <a:pt x="88" y="12"/>
                  <a:pt x="87" y="10"/>
                  <a:pt x="84" y="9"/>
                </a:cubicBezTo>
                <a:cubicBezTo>
                  <a:pt x="81" y="8"/>
                  <a:pt x="79" y="8"/>
                  <a:pt x="76" y="8"/>
                </a:cubicBezTo>
                <a:cubicBezTo>
                  <a:pt x="76" y="5"/>
                  <a:pt x="76" y="3"/>
                  <a:pt x="76" y="1"/>
                </a:cubicBezTo>
                <a:cubicBezTo>
                  <a:pt x="79" y="0"/>
                  <a:pt x="114" y="0"/>
                  <a:pt x="122" y="1"/>
                </a:cubicBezTo>
                <a:cubicBezTo>
                  <a:pt x="122" y="3"/>
                  <a:pt x="122" y="5"/>
                  <a:pt x="122" y="8"/>
                </a:cubicBezTo>
                <a:cubicBezTo>
                  <a:pt x="121" y="8"/>
                  <a:pt x="120" y="8"/>
                  <a:pt x="118" y="8"/>
                </a:cubicBezTo>
                <a:cubicBezTo>
                  <a:pt x="111" y="9"/>
                  <a:pt x="104" y="12"/>
                  <a:pt x="99" y="18"/>
                </a:cubicBezTo>
                <a:cubicBezTo>
                  <a:pt x="92" y="25"/>
                  <a:pt x="85" y="33"/>
                  <a:pt x="77" y="41"/>
                </a:cubicBezTo>
                <a:cubicBezTo>
                  <a:pt x="72" y="46"/>
                  <a:pt x="67" y="52"/>
                  <a:pt x="62" y="57"/>
                </a:cubicBezTo>
                <a:cubicBezTo>
                  <a:pt x="63" y="58"/>
                  <a:pt x="64" y="59"/>
                  <a:pt x="64" y="61"/>
                </a:cubicBezTo>
                <a:cubicBezTo>
                  <a:pt x="77" y="78"/>
                  <a:pt x="90" y="95"/>
                  <a:pt x="102" y="113"/>
                </a:cubicBezTo>
                <a:cubicBezTo>
                  <a:pt x="104" y="115"/>
                  <a:pt x="106" y="118"/>
                  <a:pt x="108" y="120"/>
                </a:cubicBezTo>
                <a:cubicBezTo>
                  <a:pt x="112" y="124"/>
                  <a:pt x="117" y="127"/>
                  <a:pt x="123" y="127"/>
                </a:cubicBezTo>
                <a:cubicBezTo>
                  <a:pt x="124" y="128"/>
                  <a:pt x="125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09" y="135"/>
                  <a:pt x="91" y="135"/>
                  <a:pt x="73" y="135"/>
                </a:cubicBezTo>
                <a:cubicBezTo>
                  <a:pt x="73" y="133"/>
                  <a:pt x="73" y="131"/>
                  <a:pt x="73" y="128"/>
                </a:cubicBezTo>
                <a:cubicBezTo>
                  <a:pt x="75" y="128"/>
                  <a:pt x="78" y="128"/>
                  <a:pt x="80" y="127"/>
                </a:cubicBezTo>
                <a:cubicBezTo>
                  <a:pt x="85" y="127"/>
                  <a:pt x="86" y="125"/>
                  <a:pt x="84" y="120"/>
                </a:cubicBezTo>
                <a:cubicBezTo>
                  <a:pt x="84" y="118"/>
                  <a:pt x="83" y="117"/>
                  <a:pt x="82" y="115"/>
                </a:cubicBezTo>
                <a:cubicBezTo>
                  <a:pt x="72" y="101"/>
                  <a:pt x="61" y="86"/>
                  <a:pt x="51" y="72"/>
                </a:cubicBezTo>
                <a:cubicBezTo>
                  <a:pt x="51" y="71"/>
                  <a:pt x="50" y="71"/>
                  <a:pt x="50" y="7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" name="Freeform 19">
            <a:extLst xmlns:a="http://schemas.openxmlformats.org/drawingml/2006/main">
              <a:ext uri="{FF2B5EF4-FFF2-40B4-BE49-F238E27FC236}">
                <a16:creationId xmlns:a16="http://schemas.microsoft.com/office/drawing/2014/main" id="{F93FCF6F-E0B9-4014-AAD0-65D06C2A0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0145" y="1148009"/>
            <a:ext cx="95160" cy="101957"/>
          </a:xfrm>
          <a:custGeom xmlns:a="http://schemas.openxmlformats.org/drawingml/2006/main">
            <a:gdLst>
              <a:gd name="T0" fmla="*/ 28 w 126"/>
              <a:gd name="T1" fmla="*/ 16 h 135"/>
              <a:gd name="T2" fmla="*/ 28 w 126"/>
              <a:gd name="T3" fmla="*/ 20 h 135"/>
              <a:gd name="T4" fmla="*/ 28 w 126"/>
              <a:gd name="T5" fmla="*/ 109 h 135"/>
              <a:gd name="T6" fmla="*/ 28 w 126"/>
              <a:gd name="T7" fmla="*/ 119 h 135"/>
              <a:gd name="T8" fmla="*/ 37 w 126"/>
              <a:gd name="T9" fmla="*/ 127 h 135"/>
              <a:gd name="T10" fmla="*/ 44 w 126"/>
              <a:gd name="T11" fmla="*/ 128 h 135"/>
              <a:gd name="T12" fmla="*/ 44 w 126"/>
              <a:gd name="T13" fmla="*/ 135 h 135"/>
              <a:gd name="T14" fmla="*/ 0 w 126"/>
              <a:gd name="T15" fmla="*/ 135 h 135"/>
              <a:gd name="T16" fmla="*/ 0 w 126"/>
              <a:gd name="T17" fmla="*/ 128 h 135"/>
              <a:gd name="T18" fmla="*/ 8 w 126"/>
              <a:gd name="T19" fmla="*/ 127 h 135"/>
              <a:gd name="T20" fmla="*/ 16 w 126"/>
              <a:gd name="T21" fmla="*/ 120 h 135"/>
              <a:gd name="T22" fmla="*/ 16 w 126"/>
              <a:gd name="T23" fmla="*/ 113 h 135"/>
              <a:gd name="T24" fmla="*/ 16 w 126"/>
              <a:gd name="T25" fmla="*/ 19 h 135"/>
              <a:gd name="T26" fmla="*/ 16 w 126"/>
              <a:gd name="T27" fmla="*/ 15 h 135"/>
              <a:gd name="T28" fmla="*/ 9 w 126"/>
              <a:gd name="T29" fmla="*/ 9 h 135"/>
              <a:gd name="T30" fmla="*/ 5 w 126"/>
              <a:gd name="T31" fmla="*/ 8 h 135"/>
              <a:gd name="T32" fmla="*/ 1 w 126"/>
              <a:gd name="T33" fmla="*/ 8 h 135"/>
              <a:gd name="T34" fmla="*/ 1 w 126"/>
              <a:gd name="T35" fmla="*/ 1 h 135"/>
              <a:gd name="T36" fmla="*/ 40 w 126"/>
              <a:gd name="T37" fmla="*/ 1 h 135"/>
              <a:gd name="T38" fmla="*/ 98 w 126"/>
              <a:gd name="T39" fmla="*/ 100 h 135"/>
              <a:gd name="T40" fmla="*/ 99 w 126"/>
              <a:gd name="T41" fmla="*/ 100 h 135"/>
              <a:gd name="T42" fmla="*/ 99 w 126"/>
              <a:gd name="T43" fmla="*/ 96 h 135"/>
              <a:gd name="T44" fmla="*/ 99 w 126"/>
              <a:gd name="T45" fmla="*/ 24 h 135"/>
              <a:gd name="T46" fmla="*/ 98 w 126"/>
              <a:gd name="T47" fmla="*/ 16 h 135"/>
              <a:gd name="T48" fmla="*/ 90 w 126"/>
              <a:gd name="T49" fmla="*/ 9 h 135"/>
              <a:gd name="T50" fmla="*/ 83 w 126"/>
              <a:gd name="T51" fmla="*/ 8 h 135"/>
              <a:gd name="T52" fmla="*/ 83 w 126"/>
              <a:gd name="T53" fmla="*/ 1 h 135"/>
              <a:gd name="T54" fmla="*/ 126 w 126"/>
              <a:gd name="T55" fmla="*/ 1 h 135"/>
              <a:gd name="T56" fmla="*/ 126 w 126"/>
              <a:gd name="T57" fmla="*/ 8 h 135"/>
              <a:gd name="T58" fmla="*/ 119 w 126"/>
              <a:gd name="T59" fmla="*/ 9 h 135"/>
              <a:gd name="T60" fmla="*/ 111 w 126"/>
              <a:gd name="T61" fmla="*/ 16 h 135"/>
              <a:gd name="T62" fmla="*/ 110 w 126"/>
              <a:gd name="T63" fmla="*/ 27 h 135"/>
              <a:gd name="T64" fmla="*/ 110 w 126"/>
              <a:gd name="T65" fmla="*/ 129 h 135"/>
              <a:gd name="T66" fmla="*/ 110 w 126"/>
              <a:gd name="T67" fmla="*/ 135 h 135"/>
              <a:gd name="T68" fmla="*/ 99 w 126"/>
              <a:gd name="T69" fmla="*/ 135 h 135"/>
              <a:gd name="T70" fmla="*/ 29 w 126"/>
              <a:gd name="T71" fmla="*/ 15 h 135"/>
              <a:gd name="T72" fmla="*/ 28 w 126"/>
              <a:gd name="T73" fmla="*/ 16 h 135"/>
            </a:gdLst>
            <a:rect l="0" t="0" r="r" b="b"/>
            <a:pathLst>
              <a:path w="126" h="135">
                <a:moveTo>
                  <a:pt x="28" y="16"/>
                </a:moveTo>
                <a:cubicBezTo>
                  <a:pt x="28" y="17"/>
                  <a:pt x="28" y="19"/>
                  <a:pt x="28" y="20"/>
                </a:cubicBezTo>
                <a:cubicBezTo>
                  <a:pt x="28" y="50"/>
                  <a:pt x="28" y="79"/>
                  <a:pt x="28" y="109"/>
                </a:cubicBezTo>
                <a:cubicBezTo>
                  <a:pt x="28" y="112"/>
                  <a:pt x="28" y="115"/>
                  <a:pt x="28" y="119"/>
                </a:cubicBezTo>
                <a:cubicBezTo>
                  <a:pt x="29" y="124"/>
                  <a:pt x="31" y="126"/>
                  <a:pt x="37" y="127"/>
                </a:cubicBezTo>
                <a:cubicBezTo>
                  <a:pt x="39" y="127"/>
                  <a:pt x="41" y="128"/>
                  <a:pt x="44" y="128"/>
                </a:cubicBezTo>
                <a:cubicBezTo>
                  <a:pt x="44" y="130"/>
                  <a:pt x="44" y="133"/>
                  <a:pt x="44" y="135"/>
                </a:cubicBezTo>
                <a:cubicBezTo>
                  <a:pt x="29" y="135"/>
                  <a:pt x="15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5" y="127"/>
                  <a:pt x="8" y="127"/>
                </a:cubicBezTo>
                <a:cubicBezTo>
                  <a:pt x="12" y="127"/>
                  <a:pt x="15" y="124"/>
                  <a:pt x="16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0"/>
                  <a:pt x="16" y="19"/>
                </a:cubicBezTo>
                <a:cubicBezTo>
                  <a:pt x="16" y="18"/>
                  <a:pt x="16" y="17"/>
                  <a:pt x="16" y="15"/>
                </a:cubicBezTo>
                <a:cubicBezTo>
                  <a:pt x="16" y="11"/>
                  <a:pt x="14" y="9"/>
                  <a:pt x="9" y="9"/>
                </a:cubicBezTo>
                <a:cubicBezTo>
                  <a:pt x="8" y="8"/>
                  <a:pt x="7" y="8"/>
                  <a:pt x="5" y="8"/>
                </a:cubicBezTo>
                <a:cubicBezTo>
                  <a:pt x="4" y="8"/>
                  <a:pt x="2" y="8"/>
                  <a:pt x="1" y="8"/>
                </a:cubicBezTo>
                <a:cubicBezTo>
                  <a:pt x="1" y="5"/>
                  <a:pt x="1" y="3"/>
                  <a:pt x="1" y="1"/>
                </a:cubicBezTo>
                <a:cubicBezTo>
                  <a:pt x="14" y="1"/>
                  <a:pt x="27" y="1"/>
                  <a:pt x="40" y="1"/>
                </a:cubicBezTo>
                <a:cubicBezTo>
                  <a:pt x="59" y="34"/>
                  <a:pt x="79" y="67"/>
                  <a:pt x="98" y="100"/>
                </a:cubicBezTo>
                <a:cubicBezTo>
                  <a:pt x="98" y="100"/>
                  <a:pt x="99" y="100"/>
                  <a:pt x="99" y="100"/>
                </a:cubicBezTo>
                <a:cubicBezTo>
                  <a:pt x="99" y="99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1"/>
                  <a:pt x="99" y="19"/>
                  <a:pt x="98" y="16"/>
                </a:cubicBezTo>
                <a:cubicBezTo>
                  <a:pt x="97" y="12"/>
                  <a:pt x="94" y="9"/>
                  <a:pt x="90" y="9"/>
                </a:cubicBezTo>
                <a:cubicBezTo>
                  <a:pt x="88" y="8"/>
                  <a:pt x="86" y="8"/>
                  <a:pt x="83" y="8"/>
                </a:cubicBezTo>
                <a:cubicBezTo>
                  <a:pt x="83" y="5"/>
                  <a:pt x="83" y="3"/>
                  <a:pt x="83" y="1"/>
                </a:cubicBezTo>
                <a:cubicBezTo>
                  <a:pt x="87" y="0"/>
                  <a:pt x="115" y="0"/>
                  <a:pt x="126" y="1"/>
                </a:cubicBezTo>
                <a:cubicBezTo>
                  <a:pt x="126" y="3"/>
                  <a:pt x="126" y="5"/>
                  <a:pt x="126" y="8"/>
                </a:cubicBezTo>
                <a:cubicBezTo>
                  <a:pt x="124" y="8"/>
                  <a:pt x="122" y="8"/>
                  <a:pt x="119" y="9"/>
                </a:cubicBezTo>
                <a:cubicBezTo>
                  <a:pt x="115" y="9"/>
                  <a:pt x="112" y="12"/>
                  <a:pt x="111" y="16"/>
                </a:cubicBezTo>
                <a:cubicBezTo>
                  <a:pt x="111" y="20"/>
                  <a:pt x="110" y="23"/>
                  <a:pt x="110" y="27"/>
                </a:cubicBezTo>
                <a:cubicBezTo>
                  <a:pt x="110" y="61"/>
                  <a:pt x="110" y="95"/>
                  <a:pt x="110" y="129"/>
                </a:cubicBezTo>
                <a:cubicBezTo>
                  <a:pt x="110" y="131"/>
                  <a:pt x="110" y="133"/>
                  <a:pt x="110" y="135"/>
                </a:cubicBezTo>
                <a:cubicBezTo>
                  <a:pt x="106" y="135"/>
                  <a:pt x="103" y="135"/>
                  <a:pt x="99" y="135"/>
                </a:cubicBezTo>
                <a:cubicBezTo>
                  <a:pt x="76" y="95"/>
                  <a:pt x="52" y="55"/>
                  <a:pt x="29" y="15"/>
                </a:cubicBezTo>
                <a:cubicBezTo>
                  <a:pt x="28" y="15"/>
                  <a:pt x="28" y="15"/>
                  <a:pt x="28" y="16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7" name="Freeform 20">
            <a:extLst xmlns:a="http://schemas.openxmlformats.org/drawingml/2006/main">
              <a:ext uri="{FF2B5EF4-FFF2-40B4-BE49-F238E27FC236}">
                <a16:creationId xmlns:a16="http://schemas.microsoft.com/office/drawing/2014/main" id="{956499C9-641A-419E-B5EE-04B7BB0DD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3339" y="1148009"/>
            <a:ext cx="93461" cy="101957"/>
          </a:xfrm>
          <a:custGeom xmlns:a="http://schemas.openxmlformats.org/drawingml/2006/main">
            <a:gdLst>
              <a:gd name="T0" fmla="*/ 0 w 124"/>
              <a:gd name="T1" fmla="*/ 8 h 135"/>
              <a:gd name="T2" fmla="*/ 0 w 124"/>
              <a:gd name="T3" fmla="*/ 1 h 135"/>
              <a:gd name="T4" fmla="*/ 105 w 124"/>
              <a:gd name="T5" fmla="*/ 1 h 135"/>
              <a:gd name="T6" fmla="*/ 117 w 124"/>
              <a:gd name="T7" fmla="*/ 35 h 135"/>
              <a:gd name="T8" fmla="*/ 110 w 124"/>
              <a:gd name="T9" fmla="*/ 39 h 135"/>
              <a:gd name="T10" fmla="*/ 107 w 124"/>
              <a:gd name="T11" fmla="*/ 33 h 135"/>
              <a:gd name="T12" fmla="*/ 78 w 124"/>
              <a:gd name="T13" fmla="*/ 11 h 135"/>
              <a:gd name="T14" fmla="*/ 34 w 124"/>
              <a:gd name="T15" fmla="*/ 11 h 135"/>
              <a:gd name="T16" fmla="*/ 34 w 124"/>
              <a:gd name="T17" fmla="*/ 61 h 135"/>
              <a:gd name="T18" fmla="*/ 55 w 124"/>
              <a:gd name="T19" fmla="*/ 60 h 135"/>
              <a:gd name="T20" fmla="*/ 69 w 124"/>
              <a:gd name="T21" fmla="*/ 45 h 135"/>
              <a:gd name="T22" fmla="*/ 70 w 124"/>
              <a:gd name="T23" fmla="*/ 36 h 135"/>
              <a:gd name="T24" fmla="*/ 78 w 124"/>
              <a:gd name="T25" fmla="*/ 36 h 135"/>
              <a:gd name="T26" fmla="*/ 78 w 124"/>
              <a:gd name="T27" fmla="*/ 95 h 135"/>
              <a:gd name="T28" fmla="*/ 74 w 124"/>
              <a:gd name="T29" fmla="*/ 95 h 135"/>
              <a:gd name="T30" fmla="*/ 70 w 124"/>
              <a:gd name="T31" fmla="*/ 95 h 135"/>
              <a:gd name="T32" fmla="*/ 70 w 124"/>
              <a:gd name="T33" fmla="*/ 88 h 135"/>
              <a:gd name="T34" fmla="*/ 68 w 124"/>
              <a:gd name="T35" fmla="*/ 81 h 135"/>
              <a:gd name="T36" fmla="*/ 58 w 124"/>
              <a:gd name="T37" fmla="*/ 71 h 135"/>
              <a:gd name="T38" fmla="*/ 34 w 124"/>
              <a:gd name="T39" fmla="*/ 70 h 135"/>
              <a:gd name="T40" fmla="*/ 33 w 124"/>
              <a:gd name="T41" fmla="*/ 74 h 135"/>
              <a:gd name="T42" fmla="*/ 33 w 124"/>
              <a:gd name="T43" fmla="*/ 115 h 135"/>
              <a:gd name="T44" fmla="*/ 43 w 124"/>
              <a:gd name="T45" fmla="*/ 125 h 135"/>
              <a:gd name="T46" fmla="*/ 69 w 124"/>
              <a:gd name="T47" fmla="*/ 125 h 135"/>
              <a:gd name="T48" fmla="*/ 112 w 124"/>
              <a:gd name="T49" fmla="*/ 97 h 135"/>
              <a:gd name="T50" fmla="*/ 115 w 124"/>
              <a:gd name="T51" fmla="*/ 90 h 135"/>
              <a:gd name="T52" fmla="*/ 124 w 124"/>
              <a:gd name="T53" fmla="*/ 93 h 135"/>
              <a:gd name="T54" fmla="*/ 109 w 124"/>
              <a:gd name="T55" fmla="*/ 135 h 135"/>
              <a:gd name="T56" fmla="*/ 0 w 124"/>
              <a:gd name="T57" fmla="*/ 135 h 135"/>
              <a:gd name="T58" fmla="*/ 0 w 124"/>
              <a:gd name="T59" fmla="*/ 128 h 135"/>
              <a:gd name="T60" fmla="*/ 8 w 124"/>
              <a:gd name="T61" fmla="*/ 127 h 135"/>
              <a:gd name="T62" fmla="*/ 15 w 124"/>
              <a:gd name="T63" fmla="*/ 120 h 135"/>
              <a:gd name="T64" fmla="*/ 16 w 124"/>
              <a:gd name="T65" fmla="*/ 113 h 135"/>
              <a:gd name="T66" fmla="*/ 16 w 124"/>
              <a:gd name="T67" fmla="*/ 21 h 135"/>
              <a:gd name="T68" fmla="*/ 16 w 124"/>
              <a:gd name="T69" fmla="*/ 16 h 135"/>
              <a:gd name="T70" fmla="*/ 8 w 124"/>
              <a:gd name="T71" fmla="*/ 9 h 135"/>
              <a:gd name="T72" fmla="*/ 4 w 124"/>
              <a:gd name="T73" fmla="*/ 8 h 135"/>
              <a:gd name="T74" fmla="*/ 0 w 124"/>
              <a:gd name="T75" fmla="*/ 8 h 135"/>
            </a:gdLst>
            <a:rect l="0" t="0" r="r" b="b"/>
            <a:pathLst>
              <a:path w="124" h="135">
                <a:moveTo>
                  <a:pt x="0" y="8"/>
                </a:moveTo>
                <a:cubicBezTo>
                  <a:pt x="0" y="5"/>
                  <a:pt x="0" y="3"/>
                  <a:pt x="0" y="1"/>
                </a:cubicBezTo>
                <a:cubicBezTo>
                  <a:pt x="3" y="0"/>
                  <a:pt x="98" y="0"/>
                  <a:pt x="105" y="1"/>
                </a:cubicBezTo>
                <a:cubicBezTo>
                  <a:pt x="109" y="12"/>
                  <a:pt x="113" y="24"/>
                  <a:pt x="117" y="35"/>
                </a:cubicBezTo>
                <a:cubicBezTo>
                  <a:pt x="115" y="37"/>
                  <a:pt x="112" y="38"/>
                  <a:pt x="110" y="39"/>
                </a:cubicBezTo>
                <a:cubicBezTo>
                  <a:pt x="109" y="36"/>
                  <a:pt x="108" y="35"/>
                  <a:pt x="107" y="33"/>
                </a:cubicBezTo>
                <a:cubicBezTo>
                  <a:pt x="101" y="20"/>
                  <a:pt x="92" y="13"/>
                  <a:pt x="78" y="11"/>
                </a:cubicBezTo>
                <a:cubicBezTo>
                  <a:pt x="63" y="10"/>
                  <a:pt x="48" y="11"/>
                  <a:pt x="34" y="11"/>
                </a:cubicBezTo>
                <a:cubicBezTo>
                  <a:pt x="33" y="15"/>
                  <a:pt x="33" y="55"/>
                  <a:pt x="34" y="61"/>
                </a:cubicBezTo>
                <a:cubicBezTo>
                  <a:pt x="41" y="61"/>
                  <a:pt x="48" y="61"/>
                  <a:pt x="55" y="60"/>
                </a:cubicBezTo>
                <a:cubicBezTo>
                  <a:pt x="64" y="59"/>
                  <a:pt x="68" y="54"/>
                  <a:pt x="69" y="45"/>
                </a:cubicBezTo>
                <a:cubicBezTo>
                  <a:pt x="70" y="42"/>
                  <a:pt x="70" y="39"/>
                  <a:pt x="70" y="36"/>
                </a:cubicBezTo>
                <a:cubicBezTo>
                  <a:pt x="73" y="36"/>
                  <a:pt x="75" y="36"/>
                  <a:pt x="78" y="36"/>
                </a:cubicBezTo>
                <a:cubicBezTo>
                  <a:pt x="78" y="56"/>
                  <a:pt x="78" y="75"/>
                  <a:pt x="78" y="95"/>
                </a:cubicBezTo>
                <a:cubicBezTo>
                  <a:pt x="77" y="95"/>
                  <a:pt x="76" y="95"/>
                  <a:pt x="74" y="95"/>
                </a:cubicBezTo>
                <a:cubicBezTo>
                  <a:pt x="73" y="95"/>
                  <a:pt x="72" y="95"/>
                  <a:pt x="70" y="95"/>
                </a:cubicBezTo>
                <a:cubicBezTo>
                  <a:pt x="70" y="93"/>
                  <a:pt x="70" y="90"/>
                  <a:pt x="70" y="88"/>
                </a:cubicBezTo>
                <a:cubicBezTo>
                  <a:pt x="69" y="86"/>
                  <a:pt x="69" y="83"/>
                  <a:pt x="68" y="81"/>
                </a:cubicBezTo>
                <a:cubicBezTo>
                  <a:pt x="67" y="75"/>
                  <a:pt x="64" y="72"/>
                  <a:pt x="58" y="71"/>
                </a:cubicBezTo>
                <a:cubicBezTo>
                  <a:pt x="50" y="69"/>
                  <a:pt x="42" y="70"/>
                  <a:pt x="34" y="70"/>
                </a:cubicBezTo>
                <a:cubicBezTo>
                  <a:pt x="33" y="72"/>
                  <a:pt x="33" y="73"/>
                  <a:pt x="33" y="74"/>
                </a:cubicBezTo>
                <a:cubicBezTo>
                  <a:pt x="33" y="88"/>
                  <a:pt x="33" y="102"/>
                  <a:pt x="33" y="115"/>
                </a:cubicBezTo>
                <a:cubicBezTo>
                  <a:pt x="33" y="124"/>
                  <a:pt x="34" y="125"/>
                  <a:pt x="43" y="125"/>
                </a:cubicBezTo>
                <a:cubicBezTo>
                  <a:pt x="52" y="125"/>
                  <a:pt x="60" y="125"/>
                  <a:pt x="69" y="125"/>
                </a:cubicBezTo>
                <a:cubicBezTo>
                  <a:pt x="89" y="125"/>
                  <a:pt x="104" y="115"/>
                  <a:pt x="112" y="97"/>
                </a:cubicBezTo>
                <a:cubicBezTo>
                  <a:pt x="113" y="95"/>
                  <a:pt x="114" y="93"/>
                  <a:pt x="115" y="90"/>
                </a:cubicBezTo>
                <a:cubicBezTo>
                  <a:pt x="118" y="91"/>
                  <a:pt x="121" y="92"/>
                  <a:pt x="124" y="93"/>
                </a:cubicBezTo>
                <a:cubicBezTo>
                  <a:pt x="119" y="108"/>
                  <a:pt x="114" y="121"/>
                  <a:pt x="109" y="135"/>
                </a:cubicBezTo>
                <a:cubicBezTo>
                  <a:pt x="73" y="135"/>
                  <a:pt x="3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6" y="128"/>
                  <a:pt x="8" y="127"/>
                </a:cubicBezTo>
                <a:cubicBezTo>
                  <a:pt x="13" y="126"/>
                  <a:pt x="15" y="125"/>
                  <a:pt x="15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20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7" y="9"/>
                  <a:pt x="6" y="8"/>
                  <a:pt x="4" y="8"/>
                </a:cubicBezTo>
                <a:cubicBezTo>
                  <a:pt x="3" y="8"/>
                  <a:pt x="2" y="8"/>
                  <a:pt x="0" y="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8" name="Freeform 21">
            <a:extLst xmlns:a="http://schemas.openxmlformats.org/drawingml/2006/main">
              <a:ext uri="{FF2B5EF4-FFF2-40B4-BE49-F238E27FC236}">
                <a16:creationId xmlns:a16="http://schemas.microsoft.com/office/drawing/2014/main" id="{3D3510DF-28F3-4169-99D5-7B579EBD1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2452" y="1148859"/>
            <a:ext cx="93461" cy="101108"/>
          </a:xfrm>
          <a:custGeom xmlns:a="http://schemas.openxmlformats.org/drawingml/2006/main">
            <a:gdLst>
              <a:gd name="T0" fmla="*/ 33 w 123"/>
              <a:gd name="T1" fmla="*/ 60 h 134"/>
              <a:gd name="T2" fmla="*/ 55 w 123"/>
              <a:gd name="T3" fmla="*/ 59 h 134"/>
              <a:gd name="T4" fmla="*/ 68 w 123"/>
              <a:gd name="T5" fmla="*/ 45 h 134"/>
              <a:gd name="T6" fmla="*/ 70 w 123"/>
              <a:gd name="T7" fmla="*/ 35 h 134"/>
              <a:gd name="T8" fmla="*/ 77 w 123"/>
              <a:gd name="T9" fmla="*/ 35 h 134"/>
              <a:gd name="T10" fmla="*/ 77 w 123"/>
              <a:gd name="T11" fmla="*/ 94 h 134"/>
              <a:gd name="T12" fmla="*/ 75 w 123"/>
              <a:gd name="T13" fmla="*/ 94 h 134"/>
              <a:gd name="T14" fmla="*/ 70 w 123"/>
              <a:gd name="T15" fmla="*/ 94 h 134"/>
              <a:gd name="T16" fmla="*/ 69 w 123"/>
              <a:gd name="T17" fmla="*/ 83 h 134"/>
              <a:gd name="T18" fmla="*/ 54 w 123"/>
              <a:gd name="T19" fmla="*/ 69 h 134"/>
              <a:gd name="T20" fmla="*/ 33 w 123"/>
              <a:gd name="T21" fmla="*/ 69 h 134"/>
              <a:gd name="T22" fmla="*/ 33 w 123"/>
              <a:gd name="T23" fmla="*/ 73 h 134"/>
              <a:gd name="T24" fmla="*/ 33 w 123"/>
              <a:gd name="T25" fmla="*/ 114 h 134"/>
              <a:gd name="T26" fmla="*/ 43 w 123"/>
              <a:gd name="T27" fmla="*/ 124 h 134"/>
              <a:gd name="T28" fmla="*/ 68 w 123"/>
              <a:gd name="T29" fmla="*/ 124 h 134"/>
              <a:gd name="T30" fmla="*/ 112 w 123"/>
              <a:gd name="T31" fmla="*/ 96 h 134"/>
              <a:gd name="T32" fmla="*/ 115 w 123"/>
              <a:gd name="T33" fmla="*/ 90 h 134"/>
              <a:gd name="T34" fmla="*/ 115 w 123"/>
              <a:gd name="T35" fmla="*/ 90 h 134"/>
              <a:gd name="T36" fmla="*/ 123 w 123"/>
              <a:gd name="T37" fmla="*/ 92 h 134"/>
              <a:gd name="T38" fmla="*/ 109 w 123"/>
              <a:gd name="T39" fmla="*/ 134 h 134"/>
              <a:gd name="T40" fmla="*/ 0 w 123"/>
              <a:gd name="T41" fmla="*/ 134 h 134"/>
              <a:gd name="T42" fmla="*/ 0 w 123"/>
              <a:gd name="T43" fmla="*/ 127 h 134"/>
              <a:gd name="T44" fmla="*/ 8 w 123"/>
              <a:gd name="T45" fmla="*/ 126 h 134"/>
              <a:gd name="T46" fmla="*/ 15 w 123"/>
              <a:gd name="T47" fmla="*/ 120 h 134"/>
              <a:gd name="T48" fmla="*/ 16 w 123"/>
              <a:gd name="T49" fmla="*/ 113 h 134"/>
              <a:gd name="T50" fmla="*/ 16 w 123"/>
              <a:gd name="T51" fmla="*/ 20 h 134"/>
              <a:gd name="T52" fmla="*/ 5 w 123"/>
              <a:gd name="T53" fmla="*/ 7 h 134"/>
              <a:gd name="T54" fmla="*/ 0 w 123"/>
              <a:gd name="T55" fmla="*/ 7 h 134"/>
              <a:gd name="T56" fmla="*/ 0 w 123"/>
              <a:gd name="T57" fmla="*/ 0 h 134"/>
              <a:gd name="T58" fmla="*/ 105 w 123"/>
              <a:gd name="T59" fmla="*/ 0 h 134"/>
              <a:gd name="T60" fmla="*/ 117 w 123"/>
              <a:gd name="T61" fmla="*/ 35 h 134"/>
              <a:gd name="T62" fmla="*/ 109 w 123"/>
              <a:gd name="T63" fmla="*/ 38 h 134"/>
              <a:gd name="T64" fmla="*/ 107 w 123"/>
              <a:gd name="T65" fmla="*/ 34 h 134"/>
              <a:gd name="T66" fmla="*/ 105 w 123"/>
              <a:gd name="T67" fmla="*/ 29 h 134"/>
              <a:gd name="T68" fmla="*/ 78 w 123"/>
              <a:gd name="T69" fmla="*/ 11 h 134"/>
              <a:gd name="T70" fmla="*/ 42 w 123"/>
              <a:gd name="T71" fmla="*/ 10 h 134"/>
              <a:gd name="T72" fmla="*/ 33 w 123"/>
              <a:gd name="T73" fmla="*/ 10 h 134"/>
              <a:gd name="T74" fmla="*/ 33 w 123"/>
              <a:gd name="T75" fmla="*/ 60 h 134"/>
            </a:gdLst>
            <a:rect l="0" t="0" r="r" b="b"/>
            <a:pathLst>
              <a:path w="123" h="134">
                <a:moveTo>
                  <a:pt x="33" y="60"/>
                </a:moveTo>
                <a:cubicBezTo>
                  <a:pt x="41" y="60"/>
                  <a:pt x="48" y="61"/>
                  <a:pt x="55" y="59"/>
                </a:cubicBezTo>
                <a:cubicBezTo>
                  <a:pt x="63" y="57"/>
                  <a:pt x="67" y="53"/>
                  <a:pt x="68" y="45"/>
                </a:cubicBezTo>
                <a:cubicBezTo>
                  <a:pt x="69" y="42"/>
                  <a:pt x="69" y="39"/>
                  <a:pt x="70" y="35"/>
                </a:cubicBezTo>
                <a:cubicBezTo>
                  <a:pt x="72" y="35"/>
                  <a:pt x="75" y="35"/>
                  <a:pt x="77" y="35"/>
                </a:cubicBezTo>
                <a:cubicBezTo>
                  <a:pt x="77" y="55"/>
                  <a:pt x="77" y="74"/>
                  <a:pt x="77" y="94"/>
                </a:cubicBezTo>
                <a:cubicBezTo>
                  <a:pt x="76" y="94"/>
                  <a:pt x="75" y="94"/>
                  <a:pt x="75" y="94"/>
                </a:cubicBezTo>
                <a:cubicBezTo>
                  <a:pt x="73" y="94"/>
                  <a:pt x="71" y="94"/>
                  <a:pt x="70" y="94"/>
                </a:cubicBezTo>
                <a:cubicBezTo>
                  <a:pt x="69" y="90"/>
                  <a:pt x="69" y="86"/>
                  <a:pt x="69" y="83"/>
                </a:cubicBezTo>
                <a:cubicBezTo>
                  <a:pt x="67" y="74"/>
                  <a:pt x="63" y="70"/>
                  <a:pt x="54" y="69"/>
                </a:cubicBezTo>
                <a:cubicBezTo>
                  <a:pt x="47" y="69"/>
                  <a:pt x="40" y="69"/>
                  <a:pt x="33" y="69"/>
                </a:cubicBezTo>
                <a:cubicBezTo>
                  <a:pt x="33" y="71"/>
                  <a:pt x="33" y="72"/>
                  <a:pt x="33" y="73"/>
                </a:cubicBezTo>
                <a:cubicBezTo>
                  <a:pt x="33" y="87"/>
                  <a:pt x="33" y="101"/>
                  <a:pt x="33" y="114"/>
                </a:cubicBezTo>
                <a:cubicBezTo>
                  <a:pt x="33" y="123"/>
                  <a:pt x="34" y="124"/>
                  <a:pt x="43" y="124"/>
                </a:cubicBezTo>
                <a:cubicBezTo>
                  <a:pt x="51" y="124"/>
                  <a:pt x="60" y="124"/>
                  <a:pt x="68" y="124"/>
                </a:cubicBezTo>
                <a:cubicBezTo>
                  <a:pt x="89" y="124"/>
                  <a:pt x="103" y="114"/>
                  <a:pt x="112" y="96"/>
                </a:cubicBezTo>
                <a:cubicBezTo>
                  <a:pt x="113" y="94"/>
                  <a:pt x="114" y="92"/>
                  <a:pt x="115" y="90"/>
                </a:cubicBezTo>
                <a:cubicBezTo>
                  <a:pt x="115" y="90"/>
                  <a:pt x="115" y="90"/>
                  <a:pt x="115" y="90"/>
                </a:cubicBezTo>
                <a:cubicBezTo>
                  <a:pt x="118" y="90"/>
                  <a:pt x="120" y="91"/>
                  <a:pt x="123" y="92"/>
                </a:cubicBezTo>
                <a:cubicBezTo>
                  <a:pt x="118" y="107"/>
                  <a:pt x="113" y="120"/>
                  <a:pt x="109" y="134"/>
                </a:cubicBezTo>
                <a:cubicBezTo>
                  <a:pt x="72" y="134"/>
                  <a:pt x="3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6"/>
                  <a:pt x="8" y="126"/>
                </a:cubicBezTo>
                <a:cubicBezTo>
                  <a:pt x="12" y="126"/>
                  <a:pt x="14" y="124"/>
                  <a:pt x="15" y="120"/>
                </a:cubicBezTo>
                <a:cubicBezTo>
                  <a:pt x="15" y="118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0"/>
                  <a:pt x="14" y="8"/>
                  <a:pt x="5" y="7"/>
                </a:cubicBezTo>
                <a:cubicBezTo>
                  <a:pt x="3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34" y="0"/>
                  <a:pt x="69" y="0"/>
                  <a:pt x="105" y="0"/>
                </a:cubicBezTo>
                <a:cubicBezTo>
                  <a:pt x="109" y="11"/>
                  <a:pt x="112" y="22"/>
                  <a:pt x="117" y="35"/>
                </a:cubicBezTo>
                <a:cubicBezTo>
                  <a:pt x="114" y="36"/>
                  <a:pt x="112" y="37"/>
                  <a:pt x="109" y="38"/>
                </a:cubicBezTo>
                <a:cubicBezTo>
                  <a:pt x="108" y="36"/>
                  <a:pt x="108" y="35"/>
                  <a:pt x="107" y="34"/>
                </a:cubicBezTo>
                <a:cubicBezTo>
                  <a:pt x="107" y="32"/>
                  <a:pt x="106" y="31"/>
                  <a:pt x="105" y="29"/>
                </a:cubicBezTo>
                <a:cubicBezTo>
                  <a:pt x="100" y="18"/>
                  <a:pt x="90" y="11"/>
                  <a:pt x="78" y="11"/>
                </a:cubicBezTo>
                <a:cubicBezTo>
                  <a:pt x="66" y="10"/>
                  <a:pt x="54" y="10"/>
                  <a:pt x="42" y="10"/>
                </a:cubicBezTo>
                <a:cubicBezTo>
                  <a:pt x="39" y="10"/>
                  <a:pt x="36" y="10"/>
                  <a:pt x="33" y="10"/>
                </a:cubicBezTo>
                <a:cubicBezTo>
                  <a:pt x="33" y="26"/>
                  <a:pt x="33" y="43"/>
                  <a:pt x="33" y="6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9" name="Freeform 22">
            <a:extLst xmlns:a="http://schemas.openxmlformats.org/drawingml/2006/main">
              <a:ext uri="{FF2B5EF4-FFF2-40B4-BE49-F238E27FC236}">
                <a16:creationId xmlns:a16="http://schemas.microsoft.com/office/drawing/2014/main" id="{B09CA35C-3414-4AF5-ADAB-BD655DAAA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3947" y="1148859"/>
            <a:ext cx="95160" cy="101108"/>
          </a:xfrm>
          <a:custGeom xmlns:a="http://schemas.openxmlformats.org/drawingml/2006/main">
            <a:gdLst>
              <a:gd name="T0" fmla="*/ 43 w 126"/>
              <a:gd name="T1" fmla="*/ 134 h 134"/>
              <a:gd name="T2" fmla="*/ 0 w 126"/>
              <a:gd name="T3" fmla="*/ 134 h 134"/>
              <a:gd name="T4" fmla="*/ 0 w 126"/>
              <a:gd name="T5" fmla="*/ 127 h 134"/>
              <a:gd name="T6" fmla="*/ 7 w 126"/>
              <a:gd name="T7" fmla="*/ 126 h 134"/>
              <a:gd name="T8" fmla="*/ 16 w 126"/>
              <a:gd name="T9" fmla="*/ 118 h 134"/>
              <a:gd name="T10" fmla="*/ 16 w 126"/>
              <a:gd name="T11" fmla="*/ 110 h 134"/>
              <a:gd name="T12" fmla="*/ 16 w 126"/>
              <a:gd name="T13" fmla="*/ 18 h 134"/>
              <a:gd name="T14" fmla="*/ 5 w 126"/>
              <a:gd name="T15" fmla="*/ 7 h 134"/>
              <a:gd name="T16" fmla="*/ 0 w 126"/>
              <a:gd name="T17" fmla="*/ 7 h 134"/>
              <a:gd name="T18" fmla="*/ 0 w 126"/>
              <a:gd name="T19" fmla="*/ 0 h 134"/>
              <a:gd name="T20" fmla="*/ 40 w 126"/>
              <a:gd name="T21" fmla="*/ 0 h 134"/>
              <a:gd name="T22" fmla="*/ 98 w 126"/>
              <a:gd name="T23" fmla="*/ 100 h 134"/>
              <a:gd name="T24" fmla="*/ 99 w 126"/>
              <a:gd name="T25" fmla="*/ 96 h 134"/>
              <a:gd name="T26" fmla="*/ 99 w 126"/>
              <a:gd name="T27" fmla="*/ 24 h 134"/>
              <a:gd name="T28" fmla="*/ 98 w 126"/>
              <a:gd name="T29" fmla="*/ 17 h 134"/>
              <a:gd name="T30" fmla="*/ 89 w 126"/>
              <a:gd name="T31" fmla="*/ 7 h 134"/>
              <a:gd name="T32" fmla="*/ 83 w 126"/>
              <a:gd name="T33" fmla="*/ 7 h 134"/>
              <a:gd name="T34" fmla="*/ 83 w 126"/>
              <a:gd name="T35" fmla="*/ 4 h 134"/>
              <a:gd name="T36" fmla="*/ 83 w 126"/>
              <a:gd name="T37" fmla="*/ 0 h 134"/>
              <a:gd name="T38" fmla="*/ 125 w 126"/>
              <a:gd name="T39" fmla="*/ 0 h 134"/>
              <a:gd name="T40" fmla="*/ 126 w 126"/>
              <a:gd name="T41" fmla="*/ 3 h 134"/>
              <a:gd name="T42" fmla="*/ 126 w 126"/>
              <a:gd name="T43" fmla="*/ 7 h 134"/>
              <a:gd name="T44" fmla="*/ 120 w 126"/>
              <a:gd name="T45" fmla="*/ 7 h 134"/>
              <a:gd name="T46" fmla="*/ 110 w 126"/>
              <a:gd name="T47" fmla="*/ 16 h 134"/>
              <a:gd name="T48" fmla="*/ 110 w 126"/>
              <a:gd name="T49" fmla="*/ 26 h 134"/>
              <a:gd name="T50" fmla="*/ 110 w 126"/>
              <a:gd name="T51" fmla="*/ 128 h 134"/>
              <a:gd name="T52" fmla="*/ 110 w 126"/>
              <a:gd name="T53" fmla="*/ 134 h 134"/>
              <a:gd name="T54" fmla="*/ 98 w 126"/>
              <a:gd name="T55" fmla="*/ 134 h 134"/>
              <a:gd name="T56" fmla="*/ 28 w 126"/>
              <a:gd name="T57" fmla="*/ 14 h 134"/>
              <a:gd name="T58" fmla="*/ 28 w 126"/>
              <a:gd name="T59" fmla="*/ 14 h 134"/>
              <a:gd name="T60" fmla="*/ 27 w 126"/>
              <a:gd name="T61" fmla="*/ 17 h 134"/>
              <a:gd name="T62" fmla="*/ 27 w 126"/>
              <a:gd name="T63" fmla="*/ 110 h 134"/>
              <a:gd name="T64" fmla="*/ 28 w 126"/>
              <a:gd name="T65" fmla="*/ 118 h 134"/>
              <a:gd name="T66" fmla="*/ 36 w 126"/>
              <a:gd name="T67" fmla="*/ 126 h 134"/>
              <a:gd name="T68" fmla="*/ 43 w 126"/>
              <a:gd name="T69" fmla="*/ 127 h 134"/>
              <a:gd name="T70" fmla="*/ 43 w 126"/>
              <a:gd name="T71" fmla="*/ 134 h 134"/>
            </a:gdLst>
            <a:rect l="0" t="0" r="r" b="b"/>
            <a:pathLst>
              <a:path w="126" h="134">
                <a:moveTo>
                  <a:pt x="43" y="134"/>
                </a:moveTo>
                <a:cubicBezTo>
                  <a:pt x="29" y="134"/>
                  <a:pt x="14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7"/>
                  <a:pt x="7" y="126"/>
                </a:cubicBezTo>
                <a:cubicBezTo>
                  <a:pt x="13" y="125"/>
                  <a:pt x="15" y="123"/>
                  <a:pt x="16" y="118"/>
                </a:cubicBezTo>
                <a:cubicBezTo>
                  <a:pt x="16" y="115"/>
                  <a:pt x="16" y="113"/>
                  <a:pt x="16" y="110"/>
                </a:cubicBezTo>
                <a:cubicBezTo>
                  <a:pt x="16" y="80"/>
                  <a:pt x="16" y="49"/>
                  <a:pt x="16" y="18"/>
                </a:cubicBezTo>
                <a:cubicBezTo>
                  <a:pt x="16" y="9"/>
                  <a:pt x="14" y="8"/>
                  <a:pt x="5" y="7"/>
                </a:cubicBezTo>
                <a:cubicBezTo>
                  <a:pt x="4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3" y="0"/>
                  <a:pt x="26" y="0"/>
                  <a:pt x="40" y="0"/>
                </a:cubicBezTo>
                <a:cubicBezTo>
                  <a:pt x="59" y="33"/>
                  <a:pt x="78" y="66"/>
                  <a:pt x="98" y="100"/>
                </a:cubicBezTo>
                <a:cubicBezTo>
                  <a:pt x="98" y="98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2"/>
                  <a:pt x="99" y="19"/>
                  <a:pt x="98" y="17"/>
                </a:cubicBezTo>
                <a:cubicBezTo>
                  <a:pt x="97" y="11"/>
                  <a:pt x="95" y="8"/>
                  <a:pt x="89" y="7"/>
                </a:cubicBezTo>
                <a:cubicBezTo>
                  <a:pt x="87" y="7"/>
                  <a:pt x="85" y="7"/>
                  <a:pt x="83" y="7"/>
                </a:cubicBezTo>
                <a:cubicBezTo>
                  <a:pt x="83" y="6"/>
                  <a:pt x="83" y="5"/>
                  <a:pt x="83" y="4"/>
                </a:cubicBezTo>
                <a:cubicBezTo>
                  <a:pt x="83" y="2"/>
                  <a:pt x="83" y="1"/>
                  <a:pt x="83" y="0"/>
                </a:cubicBezTo>
                <a:cubicBezTo>
                  <a:pt x="97" y="0"/>
                  <a:pt x="111" y="0"/>
                  <a:pt x="125" y="0"/>
                </a:cubicBezTo>
                <a:cubicBezTo>
                  <a:pt x="125" y="1"/>
                  <a:pt x="126" y="2"/>
                  <a:pt x="126" y="3"/>
                </a:cubicBezTo>
                <a:cubicBezTo>
                  <a:pt x="126" y="4"/>
                  <a:pt x="126" y="5"/>
                  <a:pt x="126" y="7"/>
                </a:cubicBezTo>
                <a:cubicBezTo>
                  <a:pt x="124" y="7"/>
                  <a:pt x="122" y="7"/>
                  <a:pt x="120" y="7"/>
                </a:cubicBezTo>
                <a:cubicBezTo>
                  <a:pt x="114" y="8"/>
                  <a:pt x="111" y="11"/>
                  <a:pt x="110" y="16"/>
                </a:cubicBezTo>
                <a:cubicBezTo>
                  <a:pt x="110" y="20"/>
                  <a:pt x="110" y="23"/>
                  <a:pt x="110" y="26"/>
                </a:cubicBezTo>
                <a:cubicBezTo>
                  <a:pt x="110" y="60"/>
                  <a:pt x="110" y="94"/>
                  <a:pt x="110" y="128"/>
                </a:cubicBezTo>
                <a:cubicBezTo>
                  <a:pt x="110" y="130"/>
                  <a:pt x="110" y="132"/>
                  <a:pt x="110" y="134"/>
                </a:cubicBezTo>
                <a:cubicBezTo>
                  <a:pt x="106" y="134"/>
                  <a:pt x="102" y="134"/>
                  <a:pt x="98" y="134"/>
                </a:cubicBezTo>
                <a:cubicBezTo>
                  <a:pt x="75" y="94"/>
                  <a:pt x="52" y="54"/>
                  <a:pt x="28" y="14"/>
                </a:cubicBezTo>
                <a:cubicBezTo>
                  <a:pt x="28" y="14"/>
                  <a:pt x="28" y="14"/>
                  <a:pt x="28" y="14"/>
                </a:cubicBezTo>
                <a:cubicBezTo>
                  <a:pt x="27" y="15"/>
                  <a:pt x="27" y="16"/>
                  <a:pt x="27" y="17"/>
                </a:cubicBezTo>
                <a:cubicBezTo>
                  <a:pt x="27" y="48"/>
                  <a:pt x="27" y="79"/>
                  <a:pt x="27" y="110"/>
                </a:cubicBezTo>
                <a:cubicBezTo>
                  <a:pt x="27" y="113"/>
                  <a:pt x="27" y="116"/>
                  <a:pt x="28" y="118"/>
                </a:cubicBezTo>
                <a:cubicBezTo>
                  <a:pt x="29" y="123"/>
                  <a:pt x="31" y="125"/>
                  <a:pt x="36" y="126"/>
                </a:cubicBezTo>
                <a:cubicBezTo>
                  <a:pt x="38" y="126"/>
                  <a:pt x="41" y="127"/>
                  <a:pt x="43" y="127"/>
                </a:cubicBezTo>
                <a:cubicBezTo>
                  <a:pt x="43" y="129"/>
                  <a:pt x="43" y="132"/>
                  <a:pt x="43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1" name="Freeform 23">
            <a:extLst xmlns:a="http://schemas.openxmlformats.org/drawingml/2006/main">
              <a:ext uri="{FF2B5EF4-FFF2-40B4-BE49-F238E27FC236}">
                <a16:creationId xmlns:a16="http://schemas.microsoft.com/office/drawing/2014/main" id="{2961569B-6003-4C67-A574-811F96D40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6755" y="1145460"/>
            <a:ext cx="105356" cy="108755"/>
          </a:xfrm>
          <a:custGeom xmlns:a="http://schemas.openxmlformats.org/drawingml/2006/main">
            <a:gdLst>
              <a:gd name="T0" fmla="*/ 87 w 139"/>
              <a:gd name="T1" fmla="*/ 79 h 144"/>
              <a:gd name="T2" fmla="*/ 87 w 139"/>
              <a:gd name="T3" fmla="*/ 71 h 144"/>
              <a:gd name="T4" fmla="*/ 139 w 139"/>
              <a:gd name="T5" fmla="*/ 71 h 144"/>
              <a:gd name="T6" fmla="*/ 139 w 139"/>
              <a:gd name="T7" fmla="*/ 79 h 144"/>
              <a:gd name="T8" fmla="*/ 133 w 139"/>
              <a:gd name="T9" fmla="*/ 79 h 144"/>
              <a:gd name="T10" fmla="*/ 124 w 139"/>
              <a:gd name="T11" fmla="*/ 88 h 144"/>
              <a:gd name="T12" fmla="*/ 124 w 139"/>
              <a:gd name="T13" fmla="*/ 95 h 144"/>
              <a:gd name="T14" fmla="*/ 124 w 139"/>
              <a:gd name="T15" fmla="*/ 134 h 144"/>
              <a:gd name="T16" fmla="*/ 124 w 139"/>
              <a:gd name="T17" fmla="*/ 139 h 144"/>
              <a:gd name="T18" fmla="*/ 115 w 139"/>
              <a:gd name="T19" fmla="*/ 139 h 144"/>
              <a:gd name="T20" fmla="*/ 110 w 139"/>
              <a:gd name="T21" fmla="*/ 128 h 144"/>
              <a:gd name="T22" fmla="*/ 105 w 139"/>
              <a:gd name="T23" fmla="*/ 131 h 144"/>
              <a:gd name="T24" fmla="*/ 56 w 139"/>
              <a:gd name="T25" fmla="*/ 141 h 144"/>
              <a:gd name="T26" fmla="*/ 10 w 139"/>
              <a:gd name="T27" fmla="*/ 103 h 144"/>
              <a:gd name="T28" fmla="*/ 15 w 139"/>
              <a:gd name="T29" fmla="*/ 33 h 144"/>
              <a:gd name="T30" fmla="*/ 56 w 139"/>
              <a:gd name="T31" fmla="*/ 3 h 144"/>
              <a:gd name="T32" fmla="*/ 99 w 139"/>
              <a:gd name="T33" fmla="*/ 11 h 144"/>
              <a:gd name="T34" fmla="*/ 102 w 139"/>
              <a:gd name="T35" fmla="*/ 13 h 144"/>
              <a:gd name="T36" fmla="*/ 105 w 139"/>
              <a:gd name="T37" fmla="*/ 5 h 144"/>
              <a:gd name="T38" fmla="*/ 112 w 139"/>
              <a:gd name="T39" fmla="*/ 5 h 144"/>
              <a:gd name="T40" fmla="*/ 122 w 139"/>
              <a:gd name="T41" fmla="*/ 46 h 144"/>
              <a:gd name="T42" fmla="*/ 114 w 139"/>
              <a:gd name="T43" fmla="*/ 49 h 144"/>
              <a:gd name="T44" fmla="*/ 112 w 139"/>
              <a:gd name="T45" fmla="*/ 44 h 144"/>
              <a:gd name="T46" fmla="*/ 100 w 139"/>
              <a:gd name="T47" fmla="*/ 25 h 144"/>
              <a:gd name="T48" fmla="*/ 42 w 139"/>
              <a:gd name="T49" fmla="*/ 23 h 144"/>
              <a:gd name="T50" fmla="*/ 24 w 139"/>
              <a:gd name="T51" fmla="*/ 62 h 144"/>
              <a:gd name="T52" fmla="*/ 34 w 139"/>
              <a:gd name="T53" fmla="*/ 109 h 144"/>
              <a:gd name="T54" fmla="*/ 77 w 139"/>
              <a:gd name="T55" fmla="*/ 131 h 144"/>
              <a:gd name="T56" fmla="*/ 101 w 139"/>
              <a:gd name="T57" fmla="*/ 120 h 144"/>
              <a:gd name="T58" fmla="*/ 106 w 139"/>
              <a:gd name="T59" fmla="*/ 109 h 144"/>
              <a:gd name="T60" fmla="*/ 106 w 139"/>
              <a:gd name="T61" fmla="*/ 90 h 144"/>
              <a:gd name="T62" fmla="*/ 96 w 139"/>
              <a:gd name="T63" fmla="*/ 79 h 144"/>
              <a:gd name="T64" fmla="*/ 87 w 139"/>
              <a:gd name="T65" fmla="*/ 79 h 144"/>
            </a:gdLst>
            <a:rect l="0" t="0" r="r" b="b"/>
            <a:pathLst>
              <a:path w="139" h="144">
                <a:moveTo>
                  <a:pt x="87" y="79"/>
                </a:moveTo>
                <a:cubicBezTo>
                  <a:pt x="87" y="76"/>
                  <a:pt x="87" y="74"/>
                  <a:pt x="87" y="71"/>
                </a:cubicBezTo>
                <a:cubicBezTo>
                  <a:pt x="105" y="71"/>
                  <a:pt x="122" y="71"/>
                  <a:pt x="139" y="71"/>
                </a:cubicBezTo>
                <a:cubicBezTo>
                  <a:pt x="139" y="74"/>
                  <a:pt x="139" y="76"/>
                  <a:pt x="139" y="79"/>
                </a:cubicBezTo>
                <a:cubicBezTo>
                  <a:pt x="137" y="79"/>
                  <a:pt x="135" y="79"/>
                  <a:pt x="133" y="79"/>
                </a:cubicBezTo>
                <a:cubicBezTo>
                  <a:pt x="127" y="79"/>
                  <a:pt x="125" y="81"/>
                  <a:pt x="124" y="88"/>
                </a:cubicBezTo>
                <a:cubicBezTo>
                  <a:pt x="124" y="90"/>
                  <a:pt x="124" y="93"/>
                  <a:pt x="124" y="95"/>
                </a:cubicBezTo>
                <a:cubicBezTo>
                  <a:pt x="124" y="108"/>
                  <a:pt x="124" y="121"/>
                  <a:pt x="124" y="134"/>
                </a:cubicBezTo>
                <a:cubicBezTo>
                  <a:pt x="124" y="135"/>
                  <a:pt x="124" y="137"/>
                  <a:pt x="124" y="139"/>
                </a:cubicBezTo>
                <a:cubicBezTo>
                  <a:pt x="121" y="139"/>
                  <a:pt x="118" y="139"/>
                  <a:pt x="115" y="139"/>
                </a:cubicBezTo>
                <a:cubicBezTo>
                  <a:pt x="113" y="136"/>
                  <a:pt x="112" y="132"/>
                  <a:pt x="110" y="128"/>
                </a:cubicBezTo>
                <a:cubicBezTo>
                  <a:pt x="108" y="129"/>
                  <a:pt x="107" y="130"/>
                  <a:pt x="105" y="131"/>
                </a:cubicBezTo>
                <a:cubicBezTo>
                  <a:pt x="90" y="140"/>
                  <a:pt x="74" y="144"/>
                  <a:pt x="56" y="141"/>
                </a:cubicBezTo>
                <a:cubicBezTo>
                  <a:pt x="34" y="137"/>
                  <a:pt x="18" y="124"/>
                  <a:pt x="10" y="103"/>
                </a:cubicBezTo>
                <a:cubicBezTo>
                  <a:pt x="0" y="79"/>
                  <a:pt x="1" y="55"/>
                  <a:pt x="15" y="33"/>
                </a:cubicBezTo>
                <a:cubicBezTo>
                  <a:pt x="24" y="17"/>
                  <a:pt x="38" y="6"/>
                  <a:pt x="56" y="3"/>
                </a:cubicBezTo>
                <a:cubicBezTo>
                  <a:pt x="71" y="0"/>
                  <a:pt x="86" y="2"/>
                  <a:pt x="99" y="11"/>
                </a:cubicBezTo>
                <a:cubicBezTo>
                  <a:pt x="100" y="12"/>
                  <a:pt x="101" y="12"/>
                  <a:pt x="102" y="13"/>
                </a:cubicBezTo>
                <a:cubicBezTo>
                  <a:pt x="103" y="10"/>
                  <a:pt x="104" y="7"/>
                  <a:pt x="105" y="5"/>
                </a:cubicBezTo>
                <a:cubicBezTo>
                  <a:pt x="107" y="5"/>
                  <a:pt x="109" y="5"/>
                  <a:pt x="112" y="5"/>
                </a:cubicBezTo>
                <a:cubicBezTo>
                  <a:pt x="115" y="18"/>
                  <a:pt x="119" y="32"/>
                  <a:pt x="122" y="46"/>
                </a:cubicBezTo>
                <a:cubicBezTo>
                  <a:pt x="120" y="47"/>
                  <a:pt x="117" y="48"/>
                  <a:pt x="114" y="49"/>
                </a:cubicBezTo>
                <a:cubicBezTo>
                  <a:pt x="114" y="47"/>
                  <a:pt x="113" y="45"/>
                  <a:pt x="112" y="44"/>
                </a:cubicBezTo>
                <a:cubicBezTo>
                  <a:pt x="109" y="37"/>
                  <a:pt x="105" y="30"/>
                  <a:pt x="100" y="25"/>
                </a:cubicBezTo>
                <a:cubicBezTo>
                  <a:pt x="84" y="8"/>
                  <a:pt x="59" y="7"/>
                  <a:pt x="42" y="23"/>
                </a:cubicBezTo>
                <a:cubicBezTo>
                  <a:pt x="31" y="34"/>
                  <a:pt x="25" y="47"/>
                  <a:pt x="24" y="62"/>
                </a:cubicBezTo>
                <a:cubicBezTo>
                  <a:pt x="22" y="79"/>
                  <a:pt x="25" y="95"/>
                  <a:pt x="34" y="109"/>
                </a:cubicBezTo>
                <a:cubicBezTo>
                  <a:pt x="44" y="125"/>
                  <a:pt x="59" y="132"/>
                  <a:pt x="77" y="131"/>
                </a:cubicBezTo>
                <a:cubicBezTo>
                  <a:pt x="86" y="130"/>
                  <a:pt x="94" y="127"/>
                  <a:pt x="101" y="120"/>
                </a:cubicBezTo>
                <a:cubicBezTo>
                  <a:pt x="104" y="117"/>
                  <a:pt x="106" y="114"/>
                  <a:pt x="106" y="109"/>
                </a:cubicBezTo>
                <a:cubicBezTo>
                  <a:pt x="106" y="103"/>
                  <a:pt x="107" y="96"/>
                  <a:pt x="106" y="90"/>
                </a:cubicBezTo>
                <a:cubicBezTo>
                  <a:pt x="106" y="82"/>
                  <a:pt x="104" y="81"/>
                  <a:pt x="96" y="79"/>
                </a:cubicBezTo>
                <a:cubicBezTo>
                  <a:pt x="94" y="79"/>
                  <a:pt x="91" y="79"/>
                  <a:pt x="87" y="79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9" name="Freeform 25">
            <a:extLst xmlns:a="http://schemas.openxmlformats.org/drawingml/2006/main">
              <a:ext uri="{FF2B5EF4-FFF2-40B4-BE49-F238E27FC236}">
                <a16:creationId xmlns:a16="http://schemas.microsoft.com/office/drawing/2014/main" id="{F6AC990D-5EEC-415E-9527-1C2DDD00B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8103" y="1147160"/>
            <a:ext cx="85814" cy="105356"/>
          </a:xfrm>
          <a:custGeom xmlns:a="http://schemas.openxmlformats.org/drawingml/2006/main">
            <a:gdLst>
              <a:gd name="T0" fmla="*/ 103 w 113"/>
              <a:gd name="T1" fmla="*/ 44 h 140"/>
              <a:gd name="T2" fmla="*/ 95 w 113"/>
              <a:gd name="T3" fmla="*/ 46 h 140"/>
              <a:gd name="T4" fmla="*/ 92 w 113"/>
              <a:gd name="T5" fmla="*/ 41 h 140"/>
              <a:gd name="T6" fmla="*/ 72 w 113"/>
              <a:gd name="T7" fmla="*/ 18 h 140"/>
              <a:gd name="T8" fmla="*/ 38 w 113"/>
              <a:gd name="T9" fmla="*/ 12 h 140"/>
              <a:gd name="T10" fmla="*/ 25 w 113"/>
              <a:gd name="T11" fmla="*/ 19 h 140"/>
              <a:gd name="T12" fmla="*/ 26 w 113"/>
              <a:gd name="T13" fmla="*/ 44 h 140"/>
              <a:gd name="T14" fmla="*/ 42 w 113"/>
              <a:gd name="T15" fmla="*/ 53 h 140"/>
              <a:gd name="T16" fmla="*/ 70 w 113"/>
              <a:gd name="T17" fmla="*/ 62 h 140"/>
              <a:gd name="T18" fmla="*/ 90 w 113"/>
              <a:gd name="T19" fmla="*/ 70 h 140"/>
              <a:gd name="T20" fmla="*/ 97 w 113"/>
              <a:gd name="T21" fmla="*/ 125 h 140"/>
              <a:gd name="T22" fmla="*/ 56 w 113"/>
              <a:gd name="T23" fmla="*/ 140 h 140"/>
              <a:gd name="T24" fmla="*/ 25 w 113"/>
              <a:gd name="T25" fmla="*/ 128 h 140"/>
              <a:gd name="T26" fmla="*/ 21 w 113"/>
              <a:gd name="T27" fmla="*/ 125 h 140"/>
              <a:gd name="T28" fmla="*/ 16 w 113"/>
              <a:gd name="T29" fmla="*/ 137 h 140"/>
              <a:gd name="T30" fmla="*/ 10 w 113"/>
              <a:gd name="T31" fmla="*/ 137 h 140"/>
              <a:gd name="T32" fmla="*/ 1 w 113"/>
              <a:gd name="T33" fmla="*/ 89 h 140"/>
              <a:gd name="T34" fmla="*/ 10 w 113"/>
              <a:gd name="T35" fmla="*/ 87 h 140"/>
              <a:gd name="T36" fmla="*/ 13 w 113"/>
              <a:gd name="T37" fmla="*/ 95 h 140"/>
              <a:gd name="T38" fmla="*/ 36 w 113"/>
              <a:gd name="T39" fmla="*/ 122 h 140"/>
              <a:gd name="T40" fmla="*/ 69 w 113"/>
              <a:gd name="T41" fmla="*/ 128 h 140"/>
              <a:gd name="T42" fmla="*/ 85 w 113"/>
              <a:gd name="T43" fmla="*/ 119 h 140"/>
              <a:gd name="T44" fmla="*/ 81 w 113"/>
              <a:gd name="T45" fmla="*/ 86 h 140"/>
              <a:gd name="T46" fmla="*/ 63 w 113"/>
              <a:gd name="T47" fmla="*/ 79 h 140"/>
              <a:gd name="T48" fmla="*/ 38 w 113"/>
              <a:gd name="T49" fmla="*/ 71 h 140"/>
              <a:gd name="T50" fmla="*/ 19 w 113"/>
              <a:gd name="T51" fmla="*/ 62 h 140"/>
              <a:gd name="T52" fmla="*/ 15 w 113"/>
              <a:gd name="T53" fmla="*/ 13 h 140"/>
              <a:gd name="T54" fmla="*/ 51 w 113"/>
              <a:gd name="T55" fmla="*/ 0 h 140"/>
              <a:gd name="T56" fmla="*/ 81 w 113"/>
              <a:gd name="T57" fmla="*/ 10 h 140"/>
              <a:gd name="T58" fmla="*/ 82 w 113"/>
              <a:gd name="T59" fmla="*/ 11 h 140"/>
              <a:gd name="T60" fmla="*/ 83 w 113"/>
              <a:gd name="T61" fmla="*/ 11 h 140"/>
              <a:gd name="T62" fmla="*/ 87 w 113"/>
              <a:gd name="T63" fmla="*/ 2 h 140"/>
              <a:gd name="T64" fmla="*/ 93 w 113"/>
              <a:gd name="T65" fmla="*/ 2 h 140"/>
              <a:gd name="T66" fmla="*/ 103 w 113"/>
              <a:gd name="T67" fmla="*/ 44 h 140"/>
            </a:gdLst>
            <a:rect l="0" t="0" r="r" b="b"/>
            <a:pathLst>
              <a:path w="113" h="140">
                <a:moveTo>
                  <a:pt x="103" y="44"/>
                </a:moveTo>
                <a:cubicBezTo>
                  <a:pt x="100" y="45"/>
                  <a:pt x="98" y="45"/>
                  <a:pt x="95" y="46"/>
                </a:cubicBezTo>
                <a:cubicBezTo>
                  <a:pt x="94" y="44"/>
                  <a:pt x="93" y="43"/>
                  <a:pt x="92" y="41"/>
                </a:cubicBezTo>
                <a:cubicBezTo>
                  <a:pt x="87" y="32"/>
                  <a:pt x="81" y="24"/>
                  <a:pt x="72" y="18"/>
                </a:cubicBezTo>
                <a:cubicBezTo>
                  <a:pt x="61" y="11"/>
                  <a:pt x="50" y="9"/>
                  <a:pt x="38" y="12"/>
                </a:cubicBezTo>
                <a:cubicBezTo>
                  <a:pt x="33" y="13"/>
                  <a:pt x="28" y="16"/>
                  <a:pt x="25" y="19"/>
                </a:cubicBezTo>
                <a:cubicBezTo>
                  <a:pt x="18" y="27"/>
                  <a:pt x="19" y="38"/>
                  <a:pt x="26" y="44"/>
                </a:cubicBezTo>
                <a:cubicBezTo>
                  <a:pt x="31" y="49"/>
                  <a:pt x="36" y="51"/>
                  <a:pt x="42" y="53"/>
                </a:cubicBezTo>
                <a:cubicBezTo>
                  <a:pt x="51" y="56"/>
                  <a:pt x="61" y="59"/>
                  <a:pt x="70" y="62"/>
                </a:cubicBezTo>
                <a:cubicBezTo>
                  <a:pt x="77" y="64"/>
                  <a:pt x="84" y="67"/>
                  <a:pt x="90" y="70"/>
                </a:cubicBezTo>
                <a:cubicBezTo>
                  <a:pt x="113" y="83"/>
                  <a:pt x="112" y="111"/>
                  <a:pt x="97" y="125"/>
                </a:cubicBezTo>
                <a:cubicBezTo>
                  <a:pt x="85" y="137"/>
                  <a:pt x="71" y="140"/>
                  <a:pt x="56" y="140"/>
                </a:cubicBezTo>
                <a:cubicBezTo>
                  <a:pt x="44" y="139"/>
                  <a:pt x="34" y="135"/>
                  <a:pt x="25" y="128"/>
                </a:cubicBezTo>
                <a:cubicBezTo>
                  <a:pt x="24" y="127"/>
                  <a:pt x="23" y="126"/>
                  <a:pt x="21" y="125"/>
                </a:cubicBezTo>
                <a:cubicBezTo>
                  <a:pt x="19" y="129"/>
                  <a:pt x="18" y="133"/>
                  <a:pt x="16" y="137"/>
                </a:cubicBezTo>
                <a:cubicBezTo>
                  <a:pt x="14" y="137"/>
                  <a:pt x="12" y="137"/>
                  <a:pt x="10" y="137"/>
                </a:cubicBezTo>
                <a:cubicBezTo>
                  <a:pt x="7" y="121"/>
                  <a:pt x="4" y="105"/>
                  <a:pt x="1" y="89"/>
                </a:cubicBezTo>
                <a:cubicBezTo>
                  <a:pt x="4" y="88"/>
                  <a:pt x="7" y="88"/>
                  <a:pt x="10" y="87"/>
                </a:cubicBezTo>
                <a:cubicBezTo>
                  <a:pt x="11" y="90"/>
                  <a:pt x="12" y="93"/>
                  <a:pt x="13" y="95"/>
                </a:cubicBezTo>
                <a:cubicBezTo>
                  <a:pt x="18" y="106"/>
                  <a:pt x="26" y="116"/>
                  <a:pt x="36" y="122"/>
                </a:cubicBezTo>
                <a:cubicBezTo>
                  <a:pt x="46" y="129"/>
                  <a:pt x="57" y="131"/>
                  <a:pt x="69" y="128"/>
                </a:cubicBezTo>
                <a:cubicBezTo>
                  <a:pt x="75" y="127"/>
                  <a:pt x="80" y="123"/>
                  <a:pt x="85" y="119"/>
                </a:cubicBezTo>
                <a:cubicBezTo>
                  <a:pt x="94" y="110"/>
                  <a:pt x="94" y="93"/>
                  <a:pt x="81" y="86"/>
                </a:cubicBezTo>
                <a:cubicBezTo>
                  <a:pt x="75" y="83"/>
                  <a:pt x="69" y="81"/>
                  <a:pt x="63" y="79"/>
                </a:cubicBezTo>
                <a:cubicBezTo>
                  <a:pt x="55" y="76"/>
                  <a:pt x="46" y="74"/>
                  <a:pt x="38" y="71"/>
                </a:cubicBezTo>
                <a:cubicBezTo>
                  <a:pt x="31" y="69"/>
                  <a:pt x="25" y="66"/>
                  <a:pt x="19" y="62"/>
                </a:cubicBezTo>
                <a:cubicBezTo>
                  <a:pt x="1" y="51"/>
                  <a:pt x="0" y="27"/>
                  <a:pt x="15" y="13"/>
                </a:cubicBezTo>
                <a:cubicBezTo>
                  <a:pt x="25" y="3"/>
                  <a:pt x="37" y="0"/>
                  <a:pt x="51" y="0"/>
                </a:cubicBezTo>
                <a:cubicBezTo>
                  <a:pt x="62" y="0"/>
                  <a:pt x="72" y="3"/>
                  <a:pt x="81" y="10"/>
                </a:cubicBezTo>
                <a:cubicBezTo>
                  <a:pt x="81" y="10"/>
                  <a:pt x="81" y="11"/>
                  <a:pt x="82" y="11"/>
                </a:cubicBezTo>
                <a:cubicBezTo>
                  <a:pt x="82" y="11"/>
                  <a:pt x="82" y="11"/>
                  <a:pt x="83" y="11"/>
                </a:cubicBezTo>
                <a:cubicBezTo>
                  <a:pt x="84" y="8"/>
                  <a:pt x="85" y="5"/>
                  <a:pt x="87" y="2"/>
                </a:cubicBezTo>
                <a:cubicBezTo>
                  <a:pt x="89" y="2"/>
                  <a:pt x="91" y="2"/>
                  <a:pt x="93" y="2"/>
                </a:cubicBezTo>
                <a:cubicBezTo>
                  <a:pt x="96" y="16"/>
                  <a:pt x="100" y="30"/>
                  <a:pt x="103" y="4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0" name="Freeform 27">
            <a:extLst xmlns:a="http://schemas.openxmlformats.org/drawingml/2006/main">
              <a:ext uri="{FF2B5EF4-FFF2-40B4-BE49-F238E27FC236}">
                <a16:creationId xmlns:a16="http://schemas.microsoft.com/office/drawing/2014/main" id="{D7564E9E-FAE9-42D0-A840-5A5DF4892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4090" y="1148009"/>
            <a:ext cx="85814" cy="101957"/>
          </a:xfrm>
          <a:custGeom xmlns:a="http://schemas.openxmlformats.org/drawingml/2006/main">
            <a:gdLst>
              <a:gd name="T0" fmla="*/ 33 w 113"/>
              <a:gd name="T1" fmla="*/ 78 h 135"/>
              <a:gd name="T2" fmla="*/ 33 w 113"/>
              <a:gd name="T3" fmla="*/ 82 h 135"/>
              <a:gd name="T4" fmla="*/ 33 w 113"/>
              <a:gd name="T5" fmla="*/ 114 h 135"/>
              <a:gd name="T6" fmla="*/ 33 w 113"/>
              <a:gd name="T7" fmla="*/ 118 h 135"/>
              <a:gd name="T8" fmla="*/ 43 w 113"/>
              <a:gd name="T9" fmla="*/ 128 h 135"/>
              <a:gd name="T10" fmla="*/ 49 w 113"/>
              <a:gd name="T11" fmla="*/ 128 h 135"/>
              <a:gd name="T12" fmla="*/ 49 w 113"/>
              <a:gd name="T13" fmla="*/ 135 h 135"/>
              <a:gd name="T14" fmla="*/ 0 w 113"/>
              <a:gd name="T15" fmla="*/ 135 h 135"/>
              <a:gd name="T16" fmla="*/ 0 w 113"/>
              <a:gd name="T17" fmla="*/ 128 h 135"/>
              <a:gd name="T18" fmla="*/ 8 w 113"/>
              <a:gd name="T19" fmla="*/ 127 h 135"/>
              <a:gd name="T20" fmla="*/ 15 w 113"/>
              <a:gd name="T21" fmla="*/ 120 h 135"/>
              <a:gd name="T22" fmla="*/ 15 w 113"/>
              <a:gd name="T23" fmla="*/ 114 h 135"/>
              <a:gd name="T24" fmla="*/ 15 w 113"/>
              <a:gd name="T25" fmla="*/ 21 h 135"/>
              <a:gd name="T26" fmla="*/ 15 w 113"/>
              <a:gd name="T27" fmla="*/ 14 h 135"/>
              <a:gd name="T28" fmla="*/ 9 w 113"/>
              <a:gd name="T29" fmla="*/ 9 h 135"/>
              <a:gd name="T30" fmla="*/ 0 w 113"/>
              <a:gd name="T31" fmla="*/ 8 h 135"/>
              <a:gd name="T32" fmla="*/ 0 w 113"/>
              <a:gd name="T33" fmla="*/ 1 h 135"/>
              <a:gd name="T34" fmla="*/ 4 w 113"/>
              <a:gd name="T35" fmla="*/ 0 h 135"/>
              <a:gd name="T36" fmla="*/ 56 w 113"/>
              <a:gd name="T37" fmla="*/ 0 h 135"/>
              <a:gd name="T38" fmla="*/ 73 w 113"/>
              <a:gd name="T39" fmla="*/ 1 h 135"/>
              <a:gd name="T40" fmla="*/ 106 w 113"/>
              <a:gd name="T41" fmla="*/ 50 h 135"/>
              <a:gd name="T42" fmla="*/ 78 w 113"/>
              <a:gd name="T43" fmla="*/ 76 h 135"/>
              <a:gd name="T44" fmla="*/ 55 w 113"/>
              <a:gd name="T45" fmla="*/ 78 h 135"/>
              <a:gd name="T46" fmla="*/ 33 w 113"/>
              <a:gd name="T47" fmla="*/ 78 h 135"/>
              <a:gd name="T48" fmla="*/ 33 w 113"/>
              <a:gd name="T49" fmla="*/ 68 h 135"/>
              <a:gd name="T50" fmla="*/ 67 w 113"/>
              <a:gd name="T51" fmla="*/ 67 h 135"/>
              <a:gd name="T52" fmla="*/ 85 w 113"/>
              <a:gd name="T53" fmla="*/ 52 h 135"/>
              <a:gd name="T54" fmla="*/ 87 w 113"/>
              <a:gd name="T55" fmla="*/ 29 h 135"/>
              <a:gd name="T56" fmla="*/ 66 w 113"/>
              <a:gd name="T57" fmla="*/ 11 h 135"/>
              <a:gd name="T58" fmla="*/ 34 w 113"/>
              <a:gd name="T59" fmla="*/ 11 h 135"/>
              <a:gd name="T60" fmla="*/ 33 w 113"/>
              <a:gd name="T61" fmla="*/ 11 h 135"/>
              <a:gd name="T62" fmla="*/ 33 w 113"/>
              <a:gd name="T63" fmla="*/ 68 h 135"/>
            </a:gdLst>
            <a:rect l="0" t="0" r="r" b="b"/>
            <a:pathLst>
              <a:path w="113" h="135">
                <a:moveTo>
                  <a:pt x="33" y="78"/>
                </a:moveTo>
                <a:cubicBezTo>
                  <a:pt x="33" y="80"/>
                  <a:pt x="33" y="81"/>
                  <a:pt x="33" y="82"/>
                </a:cubicBezTo>
                <a:cubicBezTo>
                  <a:pt x="33" y="93"/>
                  <a:pt x="33" y="103"/>
                  <a:pt x="33" y="114"/>
                </a:cubicBezTo>
                <a:cubicBezTo>
                  <a:pt x="33" y="115"/>
                  <a:pt x="33" y="117"/>
                  <a:pt x="33" y="118"/>
                </a:cubicBezTo>
                <a:cubicBezTo>
                  <a:pt x="34" y="125"/>
                  <a:pt x="35" y="127"/>
                  <a:pt x="43" y="128"/>
                </a:cubicBezTo>
                <a:cubicBezTo>
                  <a:pt x="45" y="128"/>
                  <a:pt x="47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6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8" y="127"/>
                </a:cubicBezTo>
                <a:cubicBezTo>
                  <a:pt x="13" y="126"/>
                  <a:pt x="14" y="125"/>
                  <a:pt x="15" y="120"/>
                </a:cubicBezTo>
                <a:cubicBezTo>
                  <a:pt x="15" y="118"/>
                  <a:pt x="15" y="116"/>
                  <a:pt x="15" y="114"/>
                </a:cubicBezTo>
                <a:cubicBezTo>
                  <a:pt x="16" y="83"/>
                  <a:pt x="16" y="52"/>
                  <a:pt x="15" y="21"/>
                </a:cubicBezTo>
                <a:cubicBezTo>
                  <a:pt x="15" y="19"/>
                  <a:pt x="15" y="16"/>
                  <a:pt x="15" y="14"/>
                </a:cubicBezTo>
                <a:cubicBezTo>
                  <a:pt x="14" y="11"/>
                  <a:pt x="12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1" y="0"/>
                  <a:pt x="3" y="0"/>
                  <a:pt x="4" y="0"/>
                </a:cubicBezTo>
                <a:cubicBezTo>
                  <a:pt x="21" y="0"/>
                  <a:pt x="39" y="0"/>
                  <a:pt x="56" y="0"/>
                </a:cubicBezTo>
                <a:cubicBezTo>
                  <a:pt x="62" y="0"/>
                  <a:pt x="68" y="1"/>
                  <a:pt x="73" y="1"/>
                </a:cubicBezTo>
                <a:cubicBezTo>
                  <a:pt x="98" y="4"/>
                  <a:pt x="113" y="26"/>
                  <a:pt x="106" y="50"/>
                </a:cubicBezTo>
                <a:cubicBezTo>
                  <a:pt x="102" y="64"/>
                  <a:pt x="93" y="73"/>
                  <a:pt x="78" y="76"/>
                </a:cubicBezTo>
                <a:cubicBezTo>
                  <a:pt x="70" y="77"/>
                  <a:pt x="63" y="77"/>
                  <a:pt x="55" y="78"/>
                </a:cubicBezTo>
                <a:cubicBezTo>
                  <a:pt x="48" y="78"/>
                  <a:pt x="41" y="78"/>
                  <a:pt x="33" y="78"/>
                </a:cubicBezTo>
                <a:close/>
                <a:moveTo>
                  <a:pt x="33" y="68"/>
                </a:moveTo>
                <a:cubicBezTo>
                  <a:pt x="45" y="67"/>
                  <a:pt x="56" y="68"/>
                  <a:pt x="67" y="67"/>
                </a:cubicBezTo>
                <a:cubicBezTo>
                  <a:pt x="76" y="66"/>
                  <a:pt x="82" y="60"/>
                  <a:pt x="85" y="52"/>
                </a:cubicBezTo>
                <a:cubicBezTo>
                  <a:pt x="89" y="45"/>
                  <a:pt x="89" y="37"/>
                  <a:pt x="87" y="29"/>
                </a:cubicBezTo>
                <a:cubicBezTo>
                  <a:pt x="84" y="19"/>
                  <a:pt x="78" y="12"/>
                  <a:pt x="66" y="11"/>
                </a:cubicBezTo>
                <a:cubicBezTo>
                  <a:pt x="56" y="11"/>
                  <a:pt x="45" y="11"/>
                  <a:pt x="34" y="11"/>
                </a:cubicBezTo>
                <a:cubicBezTo>
                  <a:pt x="34" y="11"/>
                  <a:pt x="34" y="11"/>
                  <a:pt x="33" y="11"/>
                </a:cubicBezTo>
                <a:cubicBezTo>
                  <a:pt x="33" y="30"/>
                  <a:pt x="33" y="48"/>
                  <a:pt x="33" y="6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1" name="Freeform 29">
            <a:extLst xmlns:a="http://schemas.openxmlformats.org/drawingml/2006/main">
              <a:ext uri="{FF2B5EF4-FFF2-40B4-BE49-F238E27FC236}">
                <a16:creationId xmlns:a16="http://schemas.microsoft.com/office/drawing/2014/main" id="{56339110-E095-484B-8D35-8801ED2A0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8841" y="1148859"/>
            <a:ext cx="101107" cy="104506"/>
          </a:xfrm>
          <a:custGeom xmlns:a="http://schemas.openxmlformats.org/drawingml/2006/main">
            <a:gdLst>
              <a:gd name="T0" fmla="*/ 49 w 133"/>
              <a:gd name="T1" fmla="*/ 0 h 138"/>
              <a:gd name="T2" fmla="*/ 49 w 133"/>
              <a:gd name="T3" fmla="*/ 7 h 138"/>
              <a:gd name="T4" fmla="*/ 41 w 133"/>
              <a:gd name="T5" fmla="*/ 8 h 138"/>
              <a:gd name="T6" fmla="*/ 34 w 133"/>
              <a:gd name="T7" fmla="*/ 15 h 138"/>
              <a:gd name="T8" fmla="*/ 33 w 133"/>
              <a:gd name="T9" fmla="*/ 23 h 138"/>
              <a:gd name="T10" fmla="*/ 33 w 133"/>
              <a:gd name="T11" fmla="*/ 83 h 138"/>
              <a:gd name="T12" fmla="*/ 34 w 133"/>
              <a:gd name="T13" fmla="*/ 96 h 138"/>
              <a:gd name="T14" fmla="*/ 60 w 133"/>
              <a:gd name="T15" fmla="*/ 124 h 138"/>
              <a:gd name="T16" fmla="*/ 100 w 133"/>
              <a:gd name="T17" fmla="*/ 110 h 138"/>
              <a:gd name="T18" fmla="*/ 106 w 133"/>
              <a:gd name="T19" fmla="*/ 94 h 138"/>
              <a:gd name="T20" fmla="*/ 107 w 133"/>
              <a:gd name="T21" fmla="*/ 80 h 138"/>
              <a:gd name="T22" fmla="*/ 107 w 133"/>
              <a:gd name="T23" fmla="*/ 24 h 138"/>
              <a:gd name="T24" fmla="*/ 106 w 133"/>
              <a:gd name="T25" fmla="*/ 15 h 138"/>
              <a:gd name="T26" fmla="*/ 97 w 133"/>
              <a:gd name="T27" fmla="*/ 8 h 138"/>
              <a:gd name="T28" fmla="*/ 91 w 133"/>
              <a:gd name="T29" fmla="*/ 7 h 138"/>
              <a:gd name="T30" fmla="*/ 91 w 133"/>
              <a:gd name="T31" fmla="*/ 0 h 138"/>
              <a:gd name="T32" fmla="*/ 133 w 133"/>
              <a:gd name="T33" fmla="*/ 0 h 138"/>
              <a:gd name="T34" fmla="*/ 133 w 133"/>
              <a:gd name="T35" fmla="*/ 7 h 138"/>
              <a:gd name="T36" fmla="*/ 126 w 133"/>
              <a:gd name="T37" fmla="*/ 8 h 138"/>
              <a:gd name="T38" fmla="*/ 118 w 133"/>
              <a:gd name="T39" fmla="*/ 15 h 138"/>
              <a:gd name="T40" fmla="*/ 118 w 133"/>
              <a:gd name="T41" fmla="*/ 25 h 138"/>
              <a:gd name="T42" fmla="*/ 117 w 133"/>
              <a:gd name="T43" fmla="*/ 88 h 138"/>
              <a:gd name="T44" fmla="*/ 114 w 133"/>
              <a:gd name="T45" fmla="*/ 105 h 138"/>
              <a:gd name="T46" fmla="*/ 74 w 133"/>
              <a:gd name="T47" fmla="*/ 136 h 138"/>
              <a:gd name="T48" fmla="*/ 35 w 133"/>
              <a:gd name="T49" fmla="*/ 127 h 138"/>
              <a:gd name="T50" fmla="*/ 17 w 133"/>
              <a:gd name="T51" fmla="*/ 96 h 138"/>
              <a:gd name="T52" fmla="*/ 16 w 133"/>
              <a:gd name="T53" fmla="*/ 83 h 138"/>
              <a:gd name="T54" fmla="*/ 16 w 133"/>
              <a:gd name="T55" fmla="*/ 25 h 138"/>
              <a:gd name="T56" fmla="*/ 16 w 133"/>
              <a:gd name="T57" fmla="*/ 15 h 138"/>
              <a:gd name="T58" fmla="*/ 8 w 133"/>
              <a:gd name="T59" fmla="*/ 8 h 138"/>
              <a:gd name="T60" fmla="*/ 0 w 133"/>
              <a:gd name="T61" fmla="*/ 7 h 138"/>
              <a:gd name="T62" fmla="*/ 0 w 133"/>
              <a:gd name="T63" fmla="*/ 0 h 138"/>
              <a:gd name="T64" fmla="*/ 49 w 133"/>
              <a:gd name="T65" fmla="*/ 0 h 138"/>
            </a:gdLst>
            <a:rect l="0" t="0" r="r" b="b"/>
            <a:pathLst>
              <a:path w="133" h="138">
                <a:moveTo>
                  <a:pt x="49" y="0"/>
                </a:move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1" y="8"/>
                </a:cubicBezTo>
                <a:cubicBezTo>
                  <a:pt x="36" y="8"/>
                  <a:pt x="34" y="10"/>
                  <a:pt x="34" y="15"/>
                </a:cubicBezTo>
                <a:cubicBezTo>
                  <a:pt x="33" y="17"/>
                  <a:pt x="33" y="20"/>
                  <a:pt x="33" y="23"/>
                </a:cubicBezTo>
                <a:cubicBezTo>
                  <a:pt x="33" y="43"/>
                  <a:pt x="33" y="63"/>
                  <a:pt x="33" y="83"/>
                </a:cubicBezTo>
                <a:cubicBezTo>
                  <a:pt x="33" y="87"/>
                  <a:pt x="33" y="92"/>
                  <a:pt x="34" y="96"/>
                </a:cubicBezTo>
                <a:cubicBezTo>
                  <a:pt x="36" y="112"/>
                  <a:pt x="46" y="120"/>
                  <a:pt x="60" y="124"/>
                </a:cubicBezTo>
                <a:cubicBezTo>
                  <a:pt x="76" y="128"/>
                  <a:pt x="89" y="123"/>
                  <a:pt x="100" y="110"/>
                </a:cubicBezTo>
                <a:cubicBezTo>
                  <a:pt x="104" y="106"/>
                  <a:pt x="105" y="100"/>
                  <a:pt x="106" y="94"/>
                </a:cubicBezTo>
                <a:cubicBezTo>
                  <a:pt x="106" y="90"/>
                  <a:pt x="106" y="85"/>
                  <a:pt x="107" y="80"/>
                </a:cubicBezTo>
                <a:cubicBezTo>
                  <a:pt x="107" y="62"/>
                  <a:pt x="107" y="43"/>
                  <a:pt x="107" y="24"/>
                </a:cubicBezTo>
                <a:cubicBezTo>
                  <a:pt x="107" y="21"/>
                  <a:pt x="106" y="18"/>
                  <a:pt x="106" y="15"/>
                </a:cubicBezTo>
                <a:cubicBezTo>
                  <a:pt x="105" y="10"/>
                  <a:pt x="103" y="8"/>
                  <a:pt x="97" y="8"/>
                </a:cubicBezTo>
                <a:cubicBezTo>
                  <a:pt x="95" y="7"/>
                  <a:pt x="93" y="7"/>
                  <a:pt x="91" y="7"/>
                </a:cubicBezTo>
                <a:cubicBezTo>
                  <a:pt x="91" y="4"/>
                  <a:pt x="91" y="2"/>
                  <a:pt x="91" y="0"/>
                </a:cubicBezTo>
                <a:cubicBezTo>
                  <a:pt x="105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1" y="7"/>
                  <a:pt x="128" y="7"/>
                  <a:pt x="126" y="8"/>
                </a:cubicBezTo>
                <a:cubicBezTo>
                  <a:pt x="121" y="8"/>
                  <a:pt x="119" y="11"/>
                  <a:pt x="118" y="15"/>
                </a:cubicBezTo>
                <a:cubicBezTo>
                  <a:pt x="118" y="18"/>
                  <a:pt x="118" y="22"/>
                  <a:pt x="118" y="25"/>
                </a:cubicBezTo>
                <a:cubicBezTo>
                  <a:pt x="117" y="46"/>
                  <a:pt x="118" y="67"/>
                  <a:pt x="117" y="88"/>
                </a:cubicBezTo>
                <a:cubicBezTo>
                  <a:pt x="117" y="94"/>
                  <a:pt x="116" y="99"/>
                  <a:pt x="114" y="105"/>
                </a:cubicBezTo>
                <a:cubicBezTo>
                  <a:pt x="108" y="124"/>
                  <a:pt x="94" y="134"/>
                  <a:pt x="74" y="136"/>
                </a:cubicBezTo>
                <a:cubicBezTo>
                  <a:pt x="60" y="138"/>
                  <a:pt x="47" y="135"/>
                  <a:pt x="35" y="127"/>
                </a:cubicBezTo>
                <a:cubicBezTo>
                  <a:pt x="24" y="120"/>
                  <a:pt x="18" y="109"/>
                  <a:pt x="17" y="96"/>
                </a:cubicBezTo>
                <a:cubicBezTo>
                  <a:pt x="16" y="92"/>
                  <a:pt x="16" y="87"/>
                  <a:pt x="16" y="83"/>
                </a:cubicBezTo>
                <a:cubicBezTo>
                  <a:pt x="16" y="64"/>
                  <a:pt x="16" y="45"/>
                  <a:pt x="16" y="25"/>
                </a:cubicBezTo>
                <a:cubicBezTo>
                  <a:pt x="16" y="22"/>
                  <a:pt x="16" y="18"/>
                  <a:pt x="16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2" name="Freeform 30">
            <a:extLst xmlns:a="http://schemas.openxmlformats.org/drawingml/2006/main">
              <a:ext uri="{FF2B5EF4-FFF2-40B4-BE49-F238E27FC236}">
                <a16:creationId xmlns:a16="http://schemas.microsoft.com/office/drawing/2014/main" id="{94B16972-5994-4284-A880-1055383F7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7133" y="1148859"/>
            <a:ext cx="100258" cy="103657"/>
          </a:xfrm>
          <a:custGeom xmlns:a="http://schemas.openxmlformats.org/drawingml/2006/main">
            <a:gdLst>
              <a:gd name="T0" fmla="*/ 73 w 133"/>
              <a:gd name="T1" fmla="*/ 137 h 137"/>
              <a:gd name="T2" fmla="*/ 64 w 133"/>
              <a:gd name="T3" fmla="*/ 137 h 137"/>
              <a:gd name="T4" fmla="*/ 58 w 133"/>
              <a:gd name="T5" fmla="*/ 133 h 137"/>
              <a:gd name="T6" fmla="*/ 39 w 133"/>
              <a:gd name="T7" fmla="*/ 80 h 137"/>
              <a:gd name="T8" fmla="*/ 17 w 133"/>
              <a:gd name="T9" fmla="*/ 23 h 137"/>
              <a:gd name="T10" fmla="*/ 13 w 133"/>
              <a:gd name="T11" fmla="*/ 14 h 137"/>
              <a:gd name="T12" fmla="*/ 4 w 133"/>
              <a:gd name="T13" fmla="*/ 7 h 137"/>
              <a:gd name="T14" fmla="*/ 0 w 133"/>
              <a:gd name="T15" fmla="*/ 7 h 137"/>
              <a:gd name="T16" fmla="*/ 0 w 133"/>
              <a:gd name="T17" fmla="*/ 0 h 137"/>
              <a:gd name="T18" fmla="*/ 47 w 133"/>
              <a:gd name="T19" fmla="*/ 0 h 137"/>
              <a:gd name="T20" fmla="*/ 47 w 133"/>
              <a:gd name="T21" fmla="*/ 7 h 137"/>
              <a:gd name="T22" fmla="*/ 39 w 133"/>
              <a:gd name="T23" fmla="*/ 8 h 137"/>
              <a:gd name="T24" fmla="*/ 34 w 133"/>
              <a:gd name="T25" fmla="*/ 15 h 137"/>
              <a:gd name="T26" fmla="*/ 35 w 133"/>
              <a:gd name="T27" fmla="*/ 20 h 137"/>
              <a:gd name="T28" fmla="*/ 68 w 133"/>
              <a:gd name="T29" fmla="*/ 112 h 137"/>
              <a:gd name="T30" fmla="*/ 70 w 133"/>
              <a:gd name="T31" fmla="*/ 116 h 137"/>
              <a:gd name="T32" fmla="*/ 72 w 133"/>
              <a:gd name="T33" fmla="*/ 113 h 137"/>
              <a:gd name="T34" fmla="*/ 106 w 133"/>
              <a:gd name="T35" fmla="*/ 18 h 137"/>
              <a:gd name="T36" fmla="*/ 106 w 133"/>
              <a:gd name="T37" fmla="*/ 16 h 137"/>
              <a:gd name="T38" fmla="*/ 101 w 133"/>
              <a:gd name="T39" fmla="*/ 7 h 137"/>
              <a:gd name="T40" fmla="*/ 94 w 133"/>
              <a:gd name="T41" fmla="*/ 7 h 137"/>
              <a:gd name="T42" fmla="*/ 94 w 133"/>
              <a:gd name="T43" fmla="*/ 0 h 137"/>
              <a:gd name="T44" fmla="*/ 133 w 133"/>
              <a:gd name="T45" fmla="*/ 0 h 137"/>
              <a:gd name="T46" fmla="*/ 133 w 133"/>
              <a:gd name="T47" fmla="*/ 7 h 137"/>
              <a:gd name="T48" fmla="*/ 130 w 133"/>
              <a:gd name="T49" fmla="*/ 7 h 137"/>
              <a:gd name="T50" fmla="*/ 119 w 133"/>
              <a:gd name="T51" fmla="*/ 16 h 137"/>
              <a:gd name="T52" fmla="*/ 110 w 133"/>
              <a:gd name="T53" fmla="*/ 38 h 137"/>
              <a:gd name="T54" fmla="*/ 74 w 133"/>
              <a:gd name="T55" fmla="*/ 133 h 137"/>
              <a:gd name="T56" fmla="*/ 73 w 133"/>
              <a:gd name="T57" fmla="*/ 137 h 137"/>
            </a:gdLst>
            <a:rect l="0" t="0" r="r" b="b"/>
            <a:pathLst>
              <a:path w="133" h="137">
                <a:moveTo>
                  <a:pt x="73" y="137"/>
                </a:moveTo>
                <a:cubicBezTo>
                  <a:pt x="69" y="137"/>
                  <a:pt x="66" y="137"/>
                  <a:pt x="64" y="137"/>
                </a:cubicBezTo>
                <a:cubicBezTo>
                  <a:pt x="61" y="137"/>
                  <a:pt x="59" y="136"/>
                  <a:pt x="58" y="133"/>
                </a:cubicBezTo>
                <a:cubicBezTo>
                  <a:pt x="52" y="115"/>
                  <a:pt x="45" y="98"/>
                  <a:pt x="39" y="80"/>
                </a:cubicBezTo>
                <a:cubicBezTo>
                  <a:pt x="31" y="61"/>
                  <a:pt x="24" y="42"/>
                  <a:pt x="17" y="23"/>
                </a:cubicBezTo>
                <a:cubicBezTo>
                  <a:pt x="16" y="20"/>
                  <a:pt x="15" y="17"/>
                  <a:pt x="13" y="14"/>
                </a:cubicBezTo>
                <a:cubicBezTo>
                  <a:pt x="11" y="10"/>
                  <a:pt x="8" y="8"/>
                  <a:pt x="4" y="7"/>
                </a:cubicBezTo>
                <a:cubicBezTo>
                  <a:pt x="3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7" y="0"/>
                </a:cubicBezTo>
                <a:cubicBezTo>
                  <a:pt x="47" y="2"/>
                  <a:pt x="47" y="4"/>
                  <a:pt x="47" y="7"/>
                </a:cubicBezTo>
                <a:cubicBezTo>
                  <a:pt x="44" y="7"/>
                  <a:pt x="42" y="7"/>
                  <a:pt x="39" y="8"/>
                </a:cubicBezTo>
                <a:cubicBezTo>
                  <a:pt x="34" y="8"/>
                  <a:pt x="33" y="10"/>
                  <a:pt x="34" y="15"/>
                </a:cubicBezTo>
                <a:cubicBezTo>
                  <a:pt x="34" y="17"/>
                  <a:pt x="35" y="19"/>
                  <a:pt x="35" y="20"/>
                </a:cubicBezTo>
                <a:cubicBezTo>
                  <a:pt x="46" y="51"/>
                  <a:pt x="57" y="81"/>
                  <a:pt x="68" y="112"/>
                </a:cubicBezTo>
                <a:cubicBezTo>
                  <a:pt x="69" y="113"/>
                  <a:pt x="69" y="114"/>
                  <a:pt x="70" y="116"/>
                </a:cubicBezTo>
                <a:cubicBezTo>
                  <a:pt x="71" y="114"/>
                  <a:pt x="71" y="113"/>
                  <a:pt x="72" y="113"/>
                </a:cubicBezTo>
                <a:cubicBezTo>
                  <a:pt x="83" y="81"/>
                  <a:pt x="94" y="50"/>
                  <a:pt x="106" y="18"/>
                </a:cubicBezTo>
                <a:cubicBezTo>
                  <a:pt x="106" y="17"/>
                  <a:pt x="106" y="17"/>
                  <a:pt x="106" y="16"/>
                </a:cubicBezTo>
                <a:cubicBezTo>
                  <a:pt x="107" y="10"/>
                  <a:pt x="106" y="8"/>
                  <a:pt x="101" y="7"/>
                </a:cubicBezTo>
                <a:cubicBezTo>
                  <a:pt x="98" y="7"/>
                  <a:pt x="96" y="7"/>
                  <a:pt x="94" y="7"/>
                </a:cubicBezTo>
                <a:cubicBezTo>
                  <a:pt x="94" y="4"/>
                  <a:pt x="94" y="2"/>
                  <a:pt x="94" y="0"/>
                </a:cubicBezTo>
                <a:cubicBezTo>
                  <a:pt x="106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2" y="7"/>
                  <a:pt x="131" y="7"/>
                  <a:pt x="130" y="7"/>
                </a:cubicBezTo>
                <a:cubicBezTo>
                  <a:pt x="124" y="8"/>
                  <a:pt x="121" y="11"/>
                  <a:pt x="119" y="16"/>
                </a:cubicBezTo>
                <a:cubicBezTo>
                  <a:pt x="116" y="24"/>
                  <a:pt x="113" y="31"/>
                  <a:pt x="110" y="38"/>
                </a:cubicBezTo>
                <a:cubicBezTo>
                  <a:pt x="98" y="70"/>
                  <a:pt x="86" y="101"/>
                  <a:pt x="74" y="133"/>
                </a:cubicBezTo>
                <a:cubicBezTo>
                  <a:pt x="74" y="134"/>
                  <a:pt x="73" y="135"/>
                  <a:pt x="73" y="13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3" name="Freeform 31">
            <a:extLst xmlns:a="http://schemas.openxmlformats.org/drawingml/2006/main">
              <a:ext uri="{FF2B5EF4-FFF2-40B4-BE49-F238E27FC236}">
                <a16:creationId xmlns:a16="http://schemas.microsoft.com/office/drawing/2014/main" id="{DBE07C2A-1A7E-4977-B20D-3C4F0509F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0711" y="1148859"/>
            <a:ext cx="90912" cy="101957"/>
          </a:xfrm>
          <a:custGeom xmlns:a="http://schemas.openxmlformats.org/drawingml/2006/main">
            <a:gdLst>
              <a:gd name="T0" fmla="*/ 85 w 120"/>
              <a:gd name="T1" fmla="*/ 127 h 135"/>
              <a:gd name="T2" fmla="*/ 85 w 120"/>
              <a:gd name="T3" fmla="*/ 134 h 135"/>
              <a:gd name="T4" fmla="*/ 35 w 120"/>
              <a:gd name="T5" fmla="*/ 134 h 135"/>
              <a:gd name="T6" fmla="*/ 35 w 120"/>
              <a:gd name="T7" fmla="*/ 127 h 135"/>
              <a:gd name="T8" fmla="*/ 44 w 120"/>
              <a:gd name="T9" fmla="*/ 126 h 135"/>
              <a:gd name="T10" fmla="*/ 50 w 120"/>
              <a:gd name="T11" fmla="*/ 120 h 135"/>
              <a:gd name="T12" fmla="*/ 51 w 120"/>
              <a:gd name="T13" fmla="*/ 113 h 135"/>
              <a:gd name="T14" fmla="*/ 51 w 120"/>
              <a:gd name="T15" fmla="*/ 85 h 135"/>
              <a:gd name="T16" fmla="*/ 50 w 120"/>
              <a:gd name="T17" fmla="*/ 79 h 135"/>
              <a:gd name="T18" fmla="*/ 17 w 120"/>
              <a:gd name="T19" fmla="*/ 19 h 135"/>
              <a:gd name="T20" fmla="*/ 15 w 120"/>
              <a:gd name="T21" fmla="*/ 15 h 135"/>
              <a:gd name="T22" fmla="*/ 3 w 120"/>
              <a:gd name="T23" fmla="*/ 7 h 135"/>
              <a:gd name="T24" fmla="*/ 0 w 120"/>
              <a:gd name="T25" fmla="*/ 7 h 135"/>
              <a:gd name="T26" fmla="*/ 0 w 120"/>
              <a:gd name="T27" fmla="*/ 0 h 135"/>
              <a:gd name="T28" fmla="*/ 48 w 120"/>
              <a:gd name="T29" fmla="*/ 0 h 135"/>
              <a:gd name="T30" fmla="*/ 48 w 120"/>
              <a:gd name="T31" fmla="*/ 7 h 135"/>
              <a:gd name="T32" fmla="*/ 40 w 120"/>
              <a:gd name="T33" fmla="*/ 7 h 135"/>
              <a:gd name="T34" fmla="*/ 36 w 120"/>
              <a:gd name="T35" fmla="*/ 14 h 135"/>
              <a:gd name="T36" fmla="*/ 37 w 120"/>
              <a:gd name="T37" fmla="*/ 18 h 135"/>
              <a:gd name="T38" fmla="*/ 61 w 120"/>
              <a:gd name="T39" fmla="*/ 64 h 135"/>
              <a:gd name="T40" fmla="*/ 63 w 120"/>
              <a:gd name="T41" fmla="*/ 68 h 135"/>
              <a:gd name="T42" fmla="*/ 66 w 120"/>
              <a:gd name="T43" fmla="*/ 64 h 135"/>
              <a:gd name="T44" fmla="*/ 91 w 120"/>
              <a:gd name="T45" fmla="*/ 18 h 135"/>
              <a:gd name="T46" fmla="*/ 93 w 120"/>
              <a:gd name="T47" fmla="*/ 12 h 135"/>
              <a:gd name="T48" fmla="*/ 90 w 120"/>
              <a:gd name="T49" fmla="*/ 8 h 135"/>
              <a:gd name="T50" fmla="*/ 81 w 120"/>
              <a:gd name="T51" fmla="*/ 7 h 135"/>
              <a:gd name="T52" fmla="*/ 81 w 120"/>
              <a:gd name="T53" fmla="*/ 0 h 135"/>
              <a:gd name="T54" fmla="*/ 120 w 120"/>
              <a:gd name="T55" fmla="*/ 0 h 135"/>
              <a:gd name="T56" fmla="*/ 120 w 120"/>
              <a:gd name="T57" fmla="*/ 7 h 135"/>
              <a:gd name="T58" fmla="*/ 115 w 120"/>
              <a:gd name="T59" fmla="*/ 8 h 135"/>
              <a:gd name="T60" fmla="*/ 108 w 120"/>
              <a:gd name="T61" fmla="*/ 12 h 135"/>
              <a:gd name="T62" fmla="*/ 103 w 120"/>
              <a:gd name="T63" fmla="*/ 19 h 135"/>
              <a:gd name="T64" fmla="*/ 71 w 120"/>
              <a:gd name="T65" fmla="*/ 75 h 135"/>
              <a:gd name="T66" fmla="*/ 69 w 120"/>
              <a:gd name="T67" fmla="*/ 82 h 135"/>
              <a:gd name="T68" fmla="*/ 69 w 120"/>
              <a:gd name="T69" fmla="*/ 111 h 135"/>
              <a:gd name="T70" fmla="*/ 69 w 120"/>
              <a:gd name="T71" fmla="*/ 118 h 135"/>
              <a:gd name="T72" fmla="*/ 77 w 120"/>
              <a:gd name="T73" fmla="*/ 126 h 135"/>
              <a:gd name="T74" fmla="*/ 85 w 120"/>
              <a:gd name="T75" fmla="*/ 127 h 135"/>
            </a:gdLst>
            <a:rect l="0" t="0" r="r" b="b"/>
            <a:pathLst>
              <a:path w="120" h="135">
                <a:moveTo>
                  <a:pt x="85" y="127"/>
                </a:moveTo>
                <a:cubicBezTo>
                  <a:pt x="85" y="130"/>
                  <a:pt x="85" y="132"/>
                  <a:pt x="85" y="134"/>
                </a:cubicBezTo>
                <a:cubicBezTo>
                  <a:pt x="81" y="135"/>
                  <a:pt x="44" y="135"/>
                  <a:pt x="35" y="134"/>
                </a:cubicBezTo>
                <a:cubicBezTo>
                  <a:pt x="35" y="132"/>
                  <a:pt x="35" y="130"/>
                  <a:pt x="35" y="127"/>
                </a:cubicBezTo>
                <a:cubicBezTo>
                  <a:pt x="38" y="127"/>
                  <a:pt x="41" y="126"/>
                  <a:pt x="44" y="126"/>
                </a:cubicBezTo>
                <a:cubicBezTo>
                  <a:pt x="48" y="126"/>
                  <a:pt x="50" y="124"/>
                  <a:pt x="50" y="120"/>
                </a:cubicBezTo>
                <a:cubicBezTo>
                  <a:pt x="51" y="118"/>
                  <a:pt x="51" y="115"/>
                  <a:pt x="51" y="113"/>
                </a:cubicBezTo>
                <a:cubicBezTo>
                  <a:pt x="51" y="104"/>
                  <a:pt x="51" y="95"/>
                  <a:pt x="51" y="85"/>
                </a:cubicBezTo>
                <a:cubicBezTo>
                  <a:pt x="51" y="83"/>
                  <a:pt x="51" y="81"/>
                  <a:pt x="50" y="79"/>
                </a:cubicBezTo>
                <a:cubicBezTo>
                  <a:pt x="39" y="59"/>
                  <a:pt x="28" y="39"/>
                  <a:pt x="17" y="19"/>
                </a:cubicBezTo>
                <a:cubicBezTo>
                  <a:pt x="16" y="17"/>
                  <a:pt x="15" y="16"/>
                  <a:pt x="15" y="15"/>
                </a:cubicBezTo>
                <a:cubicBezTo>
                  <a:pt x="12" y="10"/>
                  <a:pt x="9" y="7"/>
                  <a:pt x="3" y="7"/>
                </a:cubicBezTo>
                <a:cubicBezTo>
                  <a:pt x="2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8" y="0"/>
                </a:cubicBezTo>
                <a:cubicBezTo>
                  <a:pt x="48" y="2"/>
                  <a:pt x="48" y="4"/>
                  <a:pt x="48" y="7"/>
                </a:cubicBezTo>
                <a:cubicBezTo>
                  <a:pt x="45" y="7"/>
                  <a:pt x="42" y="7"/>
                  <a:pt x="40" y="7"/>
                </a:cubicBezTo>
                <a:cubicBezTo>
                  <a:pt x="35" y="8"/>
                  <a:pt x="34" y="10"/>
                  <a:pt x="36" y="14"/>
                </a:cubicBezTo>
                <a:cubicBezTo>
                  <a:pt x="36" y="15"/>
                  <a:pt x="37" y="17"/>
                  <a:pt x="37" y="18"/>
                </a:cubicBezTo>
                <a:cubicBezTo>
                  <a:pt x="45" y="33"/>
                  <a:pt x="53" y="49"/>
                  <a:pt x="61" y="64"/>
                </a:cubicBezTo>
                <a:cubicBezTo>
                  <a:pt x="61" y="65"/>
                  <a:pt x="62" y="66"/>
                  <a:pt x="63" y="68"/>
                </a:cubicBezTo>
                <a:cubicBezTo>
                  <a:pt x="64" y="66"/>
                  <a:pt x="65" y="65"/>
                  <a:pt x="66" y="64"/>
                </a:cubicBezTo>
                <a:cubicBezTo>
                  <a:pt x="74" y="49"/>
                  <a:pt x="82" y="34"/>
                  <a:pt x="91" y="18"/>
                </a:cubicBezTo>
                <a:cubicBezTo>
                  <a:pt x="92" y="16"/>
                  <a:pt x="93" y="14"/>
                  <a:pt x="93" y="12"/>
                </a:cubicBezTo>
                <a:cubicBezTo>
                  <a:pt x="94" y="9"/>
                  <a:pt x="93" y="8"/>
                  <a:pt x="90" y="8"/>
                </a:cubicBezTo>
                <a:cubicBezTo>
                  <a:pt x="87" y="7"/>
                  <a:pt x="85" y="7"/>
                  <a:pt x="81" y="7"/>
                </a:cubicBezTo>
                <a:cubicBezTo>
                  <a:pt x="81" y="4"/>
                  <a:pt x="81" y="2"/>
                  <a:pt x="81" y="0"/>
                </a:cubicBezTo>
                <a:cubicBezTo>
                  <a:pt x="94" y="0"/>
                  <a:pt x="107" y="0"/>
                  <a:pt x="120" y="0"/>
                </a:cubicBezTo>
                <a:cubicBezTo>
                  <a:pt x="120" y="2"/>
                  <a:pt x="120" y="4"/>
                  <a:pt x="120" y="7"/>
                </a:cubicBezTo>
                <a:cubicBezTo>
                  <a:pt x="119" y="7"/>
                  <a:pt x="117" y="7"/>
                  <a:pt x="115" y="8"/>
                </a:cubicBezTo>
                <a:cubicBezTo>
                  <a:pt x="112" y="8"/>
                  <a:pt x="109" y="9"/>
                  <a:pt x="108" y="12"/>
                </a:cubicBezTo>
                <a:cubicBezTo>
                  <a:pt x="106" y="14"/>
                  <a:pt x="104" y="17"/>
                  <a:pt x="103" y="19"/>
                </a:cubicBezTo>
                <a:cubicBezTo>
                  <a:pt x="92" y="38"/>
                  <a:pt x="81" y="56"/>
                  <a:pt x="71" y="75"/>
                </a:cubicBezTo>
                <a:cubicBezTo>
                  <a:pt x="69" y="77"/>
                  <a:pt x="68" y="80"/>
                  <a:pt x="69" y="82"/>
                </a:cubicBezTo>
                <a:cubicBezTo>
                  <a:pt x="69" y="92"/>
                  <a:pt x="69" y="102"/>
                  <a:pt x="69" y="111"/>
                </a:cubicBezTo>
                <a:cubicBezTo>
                  <a:pt x="69" y="114"/>
                  <a:pt x="69" y="116"/>
                  <a:pt x="69" y="118"/>
                </a:cubicBezTo>
                <a:cubicBezTo>
                  <a:pt x="70" y="124"/>
                  <a:pt x="71" y="125"/>
                  <a:pt x="77" y="126"/>
                </a:cubicBezTo>
                <a:cubicBezTo>
                  <a:pt x="80" y="126"/>
                  <a:pt x="82" y="127"/>
                  <a:pt x="85" y="12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4" name="Freeform 32">
            <a:extLst xmlns:a="http://schemas.openxmlformats.org/drawingml/2006/main">
              <a:ext uri="{FF2B5EF4-FFF2-40B4-BE49-F238E27FC236}">
                <a16:creationId xmlns:a16="http://schemas.microsoft.com/office/drawing/2014/main" id="{91E0BC84-E2EE-4AB0-B1AC-37CCB6AFF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3197" y="1145460"/>
            <a:ext cx="87513" cy="104506"/>
          </a:xfrm>
          <a:custGeom xmlns:a="http://schemas.openxmlformats.org/drawingml/2006/main">
            <a:gdLst>
              <a:gd name="T0" fmla="*/ 108 w 116"/>
              <a:gd name="T1" fmla="*/ 42 h 139"/>
              <a:gd name="T2" fmla="*/ 102 w 116"/>
              <a:gd name="T3" fmla="*/ 29 h 139"/>
              <a:gd name="T4" fmla="*/ 72 w 116"/>
              <a:gd name="T5" fmla="*/ 14 h 139"/>
              <a:gd name="T6" fmla="*/ 67 w 116"/>
              <a:gd name="T7" fmla="*/ 18 h 139"/>
              <a:gd name="T8" fmla="*/ 66 w 116"/>
              <a:gd name="T9" fmla="*/ 24 h 139"/>
              <a:gd name="T10" fmla="*/ 66 w 116"/>
              <a:gd name="T11" fmla="*/ 115 h 139"/>
              <a:gd name="T12" fmla="*/ 67 w 116"/>
              <a:gd name="T13" fmla="*/ 123 h 139"/>
              <a:gd name="T14" fmla="*/ 75 w 116"/>
              <a:gd name="T15" fmla="*/ 131 h 139"/>
              <a:gd name="T16" fmla="*/ 83 w 116"/>
              <a:gd name="T17" fmla="*/ 132 h 139"/>
              <a:gd name="T18" fmla="*/ 83 w 116"/>
              <a:gd name="T19" fmla="*/ 139 h 139"/>
              <a:gd name="T20" fmla="*/ 33 w 116"/>
              <a:gd name="T21" fmla="*/ 139 h 139"/>
              <a:gd name="T22" fmla="*/ 33 w 116"/>
              <a:gd name="T23" fmla="*/ 132 h 139"/>
              <a:gd name="T24" fmla="*/ 41 w 116"/>
              <a:gd name="T25" fmla="*/ 131 h 139"/>
              <a:gd name="T26" fmla="*/ 49 w 116"/>
              <a:gd name="T27" fmla="*/ 123 h 139"/>
              <a:gd name="T28" fmla="*/ 49 w 116"/>
              <a:gd name="T29" fmla="*/ 118 h 139"/>
              <a:gd name="T30" fmla="*/ 49 w 116"/>
              <a:gd name="T31" fmla="*/ 22 h 139"/>
              <a:gd name="T32" fmla="*/ 41 w 116"/>
              <a:gd name="T33" fmla="*/ 14 h 139"/>
              <a:gd name="T34" fmla="*/ 32 w 116"/>
              <a:gd name="T35" fmla="*/ 15 h 139"/>
              <a:gd name="T36" fmla="*/ 18 w 116"/>
              <a:gd name="T37" fmla="*/ 23 h 139"/>
              <a:gd name="T38" fmla="*/ 11 w 116"/>
              <a:gd name="T39" fmla="*/ 36 h 139"/>
              <a:gd name="T40" fmla="*/ 8 w 116"/>
              <a:gd name="T41" fmla="*/ 42 h 139"/>
              <a:gd name="T42" fmla="*/ 0 w 116"/>
              <a:gd name="T43" fmla="*/ 39 h 139"/>
              <a:gd name="T44" fmla="*/ 13 w 116"/>
              <a:gd name="T45" fmla="*/ 0 h 139"/>
              <a:gd name="T46" fmla="*/ 19 w 116"/>
              <a:gd name="T47" fmla="*/ 0 h 139"/>
              <a:gd name="T48" fmla="*/ 21 w 116"/>
              <a:gd name="T49" fmla="*/ 4 h 139"/>
              <a:gd name="T50" fmla="*/ 95 w 116"/>
              <a:gd name="T51" fmla="*/ 4 h 139"/>
              <a:gd name="T52" fmla="*/ 97 w 116"/>
              <a:gd name="T53" fmla="*/ 0 h 139"/>
              <a:gd name="T54" fmla="*/ 103 w 116"/>
              <a:gd name="T55" fmla="*/ 0 h 139"/>
              <a:gd name="T56" fmla="*/ 116 w 116"/>
              <a:gd name="T57" fmla="*/ 39 h 139"/>
              <a:gd name="T58" fmla="*/ 108 w 116"/>
              <a:gd name="T59" fmla="*/ 42 h 139"/>
            </a:gdLst>
            <a:rect l="0" t="0" r="r" b="b"/>
            <a:pathLst>
              <a:path w="116" h="139">
                <a:moveTo>
                  <a:pt x="108" y="42"/>
                </a:moveTo>
                <a:cubicBezTo>
                  <a:pt x="106" y="37"/>
                  <a:pt x="104" y="33"/>
                  <a:pt x="102" y="29"/>
                </a:cubicBezTo>
                <a:cubicBezTo>
                  <a:pt x="96" y="17"/>
                  <a:pt x="85" y="13"/>
                  <a:pt x="72" y="14"/>
                </a:cubicBezTo>
                <a:cubicBezTo>
                  <a:pt x="68" y="14"/>
                  <a:pt x="67" y="15"/>
                  <a:pt x="67" y="18"/>
                </a:cubicBezTo>
                <a:cubicBezTo>
                  <a:pt x="66" y="20"/>
                  <a:pt x="66" y="22"/>
                  <a:pt x="66" y="24"/>
                </a:cubicBezTo>
                <a:cubicBezTo>
                  <a:pt x="66" y="54"/>
                  <a:pt x="66" y="85"/>
                  <a:pt x="66" y="115"/>
                </a:cubicBezTo>
                <a:cubicBezTo>
                  <a:pt x="66" y="118"/>
                  <a:pt x="67" y="120"/>
                  <a:pt x="67" y="123"/>
                </a:cubicBezTo>
                <a:cubicBezTo>
                  <a:pt x="68" y="128"/>
                  <a:pt x="70" y="130"/>
                  <a:pt x="75" y="131"/>
                </a:cubicBezTo>
                <a:cubicBezTo>
                  <a:pt x="78" y="131"/>
                  <a:pt x="80" y="132"/>
                  <a:pt x="83" y="132"/>
                </a:cubicBezTo>
                <a:cubicBezTo>
                  <a:pt x="83" y="134"/>
                  <a:pt x="83" y="137"/>
                  <a:pt x="83" y="139"/>
                </a:cubicBezTo>
                <a:cubicBezTo>
                  <a:pt x="66" y="139"/>
                  <a:pt x="50" y="139"/>
                  <a:pt x="33" y="139"/>
                </a:cubicBezTo>
                <a:cubicBezTo>
                  <a:pt x="33" y="137"/>
                  <a:pt x="33" y="135"/>
                  <a:pt x="33" y="132"/>
                </a:cubicBezTo>
                <a:cubicBezTo>
                  <a:pt x="36" y="132"/>
                  <a:pt x="39" y="131"/>
                  <a:pt x="41" y="131"/>
                </a:cubicBezTo>
                <a:cubicBezTo>
                  <a:pt x="47" y="130"/>
                  <a:pt x="49" y="128"/>
                  <a:pt x="49" y="123"/>
                </a:cubicBezTo>
                <a:cubicBezTo>
                  <a:pt x="49" y="121"/>
                  <a:pt x="49" y="120"/>
                  <a:pt x="49" y="118"/>
                </a:cubicBezTo>
                <a:cubicBezTo>
                  <a:pt x="49" y="86"/>
                  <a:pt x="49" y="54"/>
                  <a:pt x="49" y="22"/>
                </a:cubicBezTo>
                <a:cubicBezTo>
                  <a:pt x="49" y="14"/>
                  <a:pt x="49" y="13"/>
                  <a:pt x="41" y="14"/>
                </a:cubicBezTo>
                <a:cubicBezTo>
                  <a:pt x="38" y="14"/>
                  <a:pt x="35" y="14"/>
                  <a:pt x="32" y="15"/>
                </a:cubicBezTo>
                <a:cubicBezTo>
                  <a:pt x="26" y="16"/>
                  <a:pt x="21" y="18"/>
                  <a:pt x="18" y="23"/>
                </a:cubicBezTo>
                <a:cubicBezTo>
                  <a:pt x="15" y="27"/>
                  <a:pt x="13" y="32"/>
                  <a:pt x="11" y="36"/>
                </a:cubicBezTo>
                <a:cubicBezTo>
                  <a:pt x="10" y="38"/>
                  <a:pt x="9" y="40"/>
                  <a:pt x="8" y="42"/>
                </a:cubicBezTo>
                <a:cubicBezTo>
                  <a:pt x="5" y="41"/>
                  <a:pt x="3" y="40"/>
                  <a:pt x="0" y="39"/>
                </a:cubicBezTo>
                <a:cubicBezTo>
                  <a:pt x="5" y="26"/>
                  <a:pt x="9" y="13"/>
                  <a:pt x="13" y="0"/>
                </a:cubicBezTo>
                <a:cubicBezTo>
                  <a:pt x="15" y="0"/>
                  <a:pt x="17" y="0"/>
                  <a:pt x="19" y="0"/>
                </a:cubicBezTo>
                <a:cubicBezTo>
                  <a:pt x="20" y="1"/>
                  <a:pt x="20" y="3"/>
                  <a:pt x="21" y="4"/>
                </a:cubicBezTo>
                <a:cubicBezTo>
                  <a:pt x="46" y="4"/>
                  <a:pt x="70" y="4"/>
                  <a:pt x="95" y="4"/>
                </a:cubicBezTo>
                <a:cubicBezTo>
                  <a:pt x="95" y="3"/>
                  <a:pt x="96" y="1"/>
                  <a:pt x="97" y="0"/>
                </a:cubicBezTo>
                <a:cubicBezTo>
                  <a:pt x="98" y="0"/>
                  <a:pt x="100" y="0"/>
                  <a:pt x="103" y="0"/>
                </a:cubicBezTo>
                <a:cubicBezTo>
                  <a:pt x="107" y="13"/>
                  <a:pt x="112" y="26"/>
                  <a:pt x="116" y="39"/>
                </a:cubicBezTo>
                <a:cubicBezTo>
                  <a:pt x="113" y="40"/>
                  <a:pt x="111" y="41"/>
                  <a:pt x="108" y="42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5" name="Freeform 33">
            <a:extLst xmlns:a="http://schemas.openxmlformats.org/drawingml/2006/main">
              <a:ext uri="{FF2B5EF4-FFF2-40B4-BE49-F238E27FC236}">
                <a16:creationId xmlns:a16="http://schemas.microsoft.com/office/drawing/2014/main" id="{168B61AF-49EF-47A2-9195-DE70D524C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5518" y="1148859"/>
            <a:ext cx="37384" cy="101108"/>
          </a:xfrm>
          <a:custGeom xmlns:a="http://schemas.openxmlformats.org/drawingml/2006/main">
            <a:gdLst>
              <a:gd name="T0" fmla="*/ 0 w 50"/>
              <a:gd name="T1" fmla="*/ 134 h 134"/>
              <a:gd name="T2" fmla="*/ 0 w 50"/>
              <a:gd name="T3" fmla="*/ 127 h 134"/>
              <a:gd name="T4" fmla="*/ 9 w 50"/>
              <a:gd name="T5" fmla="*/ 126 h 134"/>
              <a:gd name="T6" fmla="*/ 16 w 50"/>
              <a:gd name="T7" fmla="*/ 119 h 134"/>
              <a:gd name="T8" fmla="*/ 16 w 50"/>
              <a:gd name="T9" fmla="*/ 113 h 134"/>
              <a:gd name="T10" fmla="*/ 16 w 50"/>
              <a:gd name="T11" fmla="*/ 21 h 134"/>
              <a:gd name="T12" fmla="*/ 16 w 50"/>
              <a:gd name="T13" fmla="*/ 13 h 134"/>
              <a:gd name="T14" fmla="*/ 9 w 50"/>
              <a:gd name="T15" fmla="*/ 8 h 134"/>
              <a:gd name="T16" fmla="*/ 1 w 50"/>
              <a:gd name="T17" fmla="*/ 7 h 134"/>
              <a:gd name="T18" fmla="*/ 1 w 50"/>
              <a:gd name="T19" fmla="*/ 0 h 134"/>
              <a:gd name="T20" fmla="*/ 49 w 50"/>
              <a:gd name="T21" fmla="*/ 0 h 134"/>
              <a:gd name="T22" fmla="*/ 49 w 50"/>
              <a:gd name="T23" fmla="*/ 7 h 134"/>
              <a:gd name="T24" fmla="*/ 42 w 50"/>
              <a:gd name="T25" fmla="*/ 8 h 134"/>
              <a:gd name="T26" fmla="*/ 34 w 50"/>
              <a:gd name="T27" fmla="*/ 15 h 134"/>
              <a:gd name="T28" fmla="*/ 33 w 50"/>
              <a:gd name="T29" fmla="*/ 23 h 134"/>
              <a:gd name="T30" fmla="*/ 33 w 50"/>
              <a:gd name="T31" fmla="*/ 113 h 134"/>
              <a:gd name="T32" fmla="*/ 46 w 50"/>
              <a:gd name="T33" fmla="*/ 127 h 134"/>
              <a:gd name="T34" fmla="*/ 49 w 50"/>
              <a:gd name="T35" fmla="*/ 127 h 134"/>
              <a:gd name="T36" fmla="*/ 50 w 50"/>
              <a:gd name="T37" fmla="*/ 131 h 134"/>
              <a:gd name="T38" fmla="*/ 49 w 50"/>
              <a:gd name="T39" fmla="*/ 134 h 134"/>
              <a:gd name="T40" fmla="*/ 0 w 50"/>
              <a:gd name="T41" fmla="*/ 134 h 134"/>
            </a:gdLst>
            <a:rect l="0" t="0" r="r" b="b"/>
            <a:pathLst>
              <a:path w="50" h="134">
                <a:moveTo>
                  <a:pt x="0" y="134"/>
                </a:move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9" y="126"/>
                </a:cubicBezTo>
                <a:cubicBezTo>
                  <a:pt x="13" y="125"/>
                  <a:pt x="15" y="124"/>
                  <a:pt x="16" y="119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18"/>
                  <a:pt x="16" y="16"/>
                  <a:pt x="16" y="13"/>
                </a:cubicBezTo>
                <a:cubicBezTo>
                  <a:pt x="15" y="10"/>
                  <a:pt x="13" y="8"/>
                  <a:pt x="9" y="8"/>
                </a:cubicBezTo>
                <a:cubicBezTo>
                  <a:pt x="6" y="7"/>
                  <a:pt x="4" y="7"/>
                  <a:pt x="1" y="7"/>
                </a:cubicBezTo>
                <a:cubicBezTo>
                  <a:pt x="1" y="4"/>
                  <a:pt x="1" y="2"/>
                  <a:pt x="1" y="0"/>
                </a:cubicBezTo>
                <a:cubicBezTo>
                  <a:pt x="17" y="0"/>
                  <a:pt x="33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7" y="7"/>
                  <a:pt x="44" y="7"/>
                  <a:pt x="42" y="8"/>
                </a:cubicBezTo>
                <a:cubicBezTo>
                  <a:pt x="38" y="8"/>
                  <a:pt x="35" y="10"/>
                  <a:pt x="34" y="15"/>
                </a:cubicBezTo>
                <a:cubicBezTo>
                  <a:pt x="34" y="17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6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8"/>
                  <a:pt x="50" y="129"/>
                  <a:pt x="50" y="131"/>
                </a:cubicBezTo>
                <a:cubicBezTo>
                  <a:pt x="50" y="132"/>
                  <a:pt x="49" y="133"/>
                  <a:pt x="49" y="134"/>
                </a:cubicBezTo>
                <a:cubicBezTo>
                  <a:pt x="33" y="134"/>
                  <a:pt x="17" y="134"/>
                  <a:pt x="0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6" name="Freeform 34">
            <a:extLst xmlns:a="http://schemas.openxmlformats.org/drawingml/2006/main">
              <a:ext uri="{FF2B5EF4-FFF2-40B4-BE49-F238E27FC236}">
                <a16:creationId xmlns:a16="http://schemas.microsoft.com/office/drawing/2014/main" id="{553283C5-89CE-4BB2-8B50-06B9232C8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715" y="1148859"/>
            <a:ext cx="36534" cy="101957"/>
          </a:xfrm>
          <a:custGeom xmlns:a="http://schemas.openxmlformats.org/drawingml/2006/main">
            <a:gdLst>
              <a:gd name="T0" fmla="*/ 0 w 49"/>
              <a:gd name="T1" fmla="*/ 7 h 135"/>
              <a:gd name="T2" fmla="*/ 0 w 49"/>
              <a:gd name="T3" fmla="*/ 0 h 135"/>
              <a:gd name="T4" fmla="*/ 49 w 49"/>
              <a:gd name="T5" fmla="*/ 0 h 135"/>
              <a:gd name="T6" fmla="*/ 49 w 49"/>
              <a:gd name="T7" fmla="*/ 7 h 135"/>
              <a:gd name="T8" fmla="*/ 42 w 49"/>
              <a:gd name="T9" fmla="*/ 8 h 135"/>
              <a:gd name="T10" fmla="*/ 34 w 49"/>
              <a:gd name="T11" fmla="*/ 15 h 135"/>
              <a:gd name="T12" fmla="*/ 33 w 49"/>
              <a:gd name="T13" fmla="*/ 23 h 135"/>
              <a:gd name="T14" fmla="*/ 33 w 49"/>
              <a:gd name="T15" fmla="*/ 113 h 135"/>
              <a:gd name="T16" fmla="*/ 46 w 49"/>
              <a:gd name="T17" fmla="*/ 127 h 135"/>
              <a:gd name="T18" fmla="*/ 49 w 49"/>
              <a:gd name="T19" fmla="*/ 127 h 135"/>
              <a:gd name="T20" fmla="*/ 49 w 49"/>
              <a:gd name="T21" fmla="*/ 134 h 135"/>
              <a:gd name="T22" fmla="*/ 0 w 49"/>
              <a:gd name="T23" fmla="*/ 134 h 135"/>
              <a:gd name="T24" fmla="*/ 0 w 49"/>
              <a:gd name="T25" fmla="*/ 127 h 135"/>
              <a:gd name="T26" fmla="*/ 7 w 49"/>
              <a:gd name="T27" fmla="*/ 126 h 135"/>
              <a:gd name="T28" fmla="*/ 16 w 49"/>
              <a:gd name="T29" fmla="*/ 118 h 135"/>
              <a:gd name="T30" fmla="*/ 16 w 49"/>
              <a:gd name="T31" fmla="*/ 113 h 135"/>
              <a:gd name="T32" fmla="*/ 16 w 49"/>
              <a:gd name="T33" fmla="*/ 20 h 135"/>
              <a:gd name="T34" fmla="*/ 15 w 49"/>
              <a:gd name="T35" fmla="*/ 13 h 135"/>
              <a:gd name="T36" fmla="*/ 9 w 49"/>
              <a:gd name="T37" fmla="*/ 8 h 135"/>
              <a:gd name="T38" fmla="*/ 0 w 49"/>
              <a:gd name="T39" fmla="*/ 7 h 135"/>
            </a:gdLst>
            <a:rect l="0" t="0" r="r" b="b"/>
            <a:pathLst>
              <a:path w="49" h="135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5" y="10"/>
                  <a:pt x="34" y="15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5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45" y="135"/>
                  <a:pt x="9" y="135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5" y="127"/>
                  <a:pt x="7" y="126"/>
                </a:cubicBezTo>
                <a:cubicBezTo>
                  <a:pt x="13" y="126"/>
                  <a:pt x="15" y="124"/>
                  <a:pt x="16" y="118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8"/>
                  <a:pt x="15" y="16"/>
                  <a:pt x="15" y="13"/>
                </a:cubicBezTo>
                <a:cubicBezTo>
                  <a:pt x="14" y="10"/>
                  <a:pt x="12" y="8"/>
                  <a:pt x="9" y="8"/>
                </a:cubicBezTo>
                <a:cubicBezTo>
                  <a:pt x="6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7" name="Freeform 35">
            <a:extLst xmlns:a="http://schemas.openxmlformats.org/drawingml/2006/main">
              <a:ext uri="{FF2B5EF4-FFF2-40B4-BE49-F238E27FC236}">
                <a16:creationId xmlns:a16="http://schemas.microsoft.com/office/drawing/2014/main" id="{F7186C89-1766-4FE3-81B0-26DAF8AF2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5501" y="1148859"/>
            <a:ext cx="36534" cy="101108"/>
          </a:xfrm>
          <a:custGeom xmlns:a="http://schemas.openxmlformats.org/drawingml/2006/main">
            <a:gdLst>
              <a:gd name="T0" fmla="*/ 0 w 49"/>
              <a:gd name="T1" fmla="*/ 7 h 134"/>
              <a:gd name="T2" fmla="*/ 0 w 49"/>
              <a:gd name="T3" fmla="*/ 0 h 134"/>
              <a:gd name="T4" fmla="*/ 49 w 49"/>
              <a:gd name="T5" fmla="*/ 0 h 134"/>
              <a:gd name="T6" fmla="*/ 49 w 49"/>
              <a:gd name="T7" fmla="*/ 7 h 134"/>
              <a:gd name="T8" fmla="*/ 42 w 49"/>
              <a:gd name="T9" fmla="*/ 8 h 134"/>
              <a:gd name="T10" fmla="*/ 34 w 49"/>
              <a:gd name="T11" fmla="*/ 15 h 134"/>
              <a:gd name="T12" fmla="*/ 33 w 49"/>
              <a:gd name="T13" fmla="*/ 23 h 134"/>
              <a:gd name="T14" fmla="*/ 33 w 49"/>
              <a:gd name="T15" fmla="*/ 112 h 134"/>
              <a:gd name="T16" fmla="*/ 34 w 49"/>
              <a:gd name="T17" fmla="*/ 120 h 134"/>
              <a:gd name="T18" fmla="*/ 40 w 49"/>
              <a:gd name="T19" fmla="*/ 126 h 134"/>
              <a:gd name="T20" fmla="*/ 49 w 49"/>
              <a:gd name="T21" fmla="*/ 127 h 134"/>
              <a:gd name="T22" fmla="*/ 49 w 49"/>
              <a:gd name="T23" fmla="*/ 134 h 134"/>
              <a:gd name="T24" fmla="*/ 0 w 49"/>
              <a:gd name="T25" fmla="*/ 134 h 134"/>
              <a:gd name="T26" fmla="*/ 0 w 49"/>
              <a:gd name="T27" fmla="*/ 127 h 134"/>
              <a:gd name="T28" fmla="*/ 8 w 49"/>
              <a:gd name="T29" fmla="*/ 126 h 134"/>
              <a:gd name="T30" fmla="*/ 15 w 49"/>
              <a:gd name="T31" fmla="*/ 119 h 134"/>
              <a:gd name="T32" fmla="*/ 16 w 49"/>
              <a:gd name="T33" fmla="*/ 110 h 134"/>
              <a:gd name="T34" fmla="*/ 16 w 49"/>
              <a:gd name="T35" fmla="*/ 25 h 134"/>
              <a:gd name="T36" fmla="*/ 15 w 49"/>
              <a:gd name="T37" fmla="*/ 15 h 134"/>
              <a:gd name="T38" fmla="*/ 8 w 49"/>
              <a:gd name="T39" fmla="*/ 8 h 134"/>
              <a:gd name="T40" fmla="*/ 0 w 49"/>
              <a:gd name="T41" fmla="*/ 7 h 134"/>
            </a:gdLst>
            <a:rect l="0" t="0" r="r" b="b"/>
            <a:pathLst>
              <a:path w="49" h="134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4" y="10"/>
                  <a:pt x="34" y="15"/>
                </a:cubicBezTo>
                <a:cubicBezTo>
                  <a:pt x="33" y="18"/>
                  <a:pt x="33" y="21"/>
                  <a:pt x="33" y="23"/>
                </a:cubicBezTo>
                <a:cubicBezTo>
                  <a:pt x="33" y="53"/>
                  <a:pt x="33" y="83"/>
                  <a:pt x="33" y="112"/>
                </a:cubicBezTo>
                <a:cubicBezTo>
                  <a:pt x="33" y="115"/>
                  <a:pt x="33" y="118"/>
                  <a:pt x="34" y="120"/>
                </a:cubicBezTo>
                <a:cubicBezTo>
                  <a:pt x="34" y="124"/>
                  <a:pt x="36" y="126"/>
                  <a:pt x="40" y="126"/>
                </a:cubicBezTo>
                <a:cubicBezTo>
                  <a:pt x="43" y="126"/>
                  <a:pt x="45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33" y="134"/>
                  <a:pt x="1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8" y="126"/>
                </a:cubicBezTo>
                <a:cubicBezTo>
                  <a:pt x="13" y="125"/>
                  <a:pt x="15" y="123"/>
                  <a:pt x="15" y="119"/>
                </a:cubicBezTo>
                <a:cubicBezTo>
                  <a:pt x="16" y="116"/>
                  <a:pt x="16" y="113"/>
                  <a:pt x="16" y="110"/>
                </a:cubicBezTo>
                <a:cubicBezTo>
                  <a:pt x="16" y="81"/>
                  <a:pt x="16" y="53"/>
                  <a:pt x="16" y="25"/>
                </a:cubicBezTo>
                <a:cubicBezTo>
                  <a:pt x="16" y="21"/>
                  <a:pt x="16" y="18"/>
                  <a:pt x="15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9" name="Freeform 9">
            <a:extLst xmlns:a="http://schemas.openxmlformats.org/drawingml/2006/main">
              <a:ext uri="{FF2B5EF4-FFF2-40B4-BE49-F238E27FC236}">
                <a16:creationId xmlns:a16="http://schemas.microsoft.com/office/drawing/2014/main" id="{F7DCB372-CD79-4F51-A781-C4B1064C8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9474" y="666260"/>
            <a:ext cx="245547" cy="274435"/>
          </a:xfrm>
          <a:custGeom xmlns:a="http://schemas.openxmlformats.org/drawingml/2006/main">
            <a:gdLst>
              <a:gd name="T0" fmla="*/ 324 w 325"/>
              <a:gd name="T1" fmla="*/ 106 h 363"/>
              <a:gd name="T2" fmla="*/ 283 w 325"/>
              <a:gd name="T3" fmla="*/ 179 h 363"/>
              <a:gd name="T4" fmla="*/ 247 w 325"/>
              <a:gd name="T5" fmla="*/ 214 h 363"/>
              <a:gd name="T6" fmla="*/ 241 w 325"/>
              <a:gd name="T7" fmla="*/ 228 h 363"/>
              <a:gd name="T8" fmla="*/ 271 w 325"/>
              <a:gd name="T9" fmla="*/ 230 h 363"/>
              <a:gd name="T10" fmla="*/ 282 w 325"/>
              <a:gd name="T11" fmla="*/ 240 h 363"/>
              <a:gd name="T12" fmla="*/ 269 w 325"/>
              <a:gd name="T13" fmla="*/ 277 h 363"/>
              <a:gd name="T14" fmla="*/ 223 w 325"/>
              <a:gd name="T15" fmla="*/ 316 h 363"/>
              <a:gd name="T16" fmla="*/ 176 w 325"/>
              <a:gd name="T17" fmla="*/ 340 h 363"/>
              <a:gd name="T18" fmla="*/ 160 w 325"/>
              <a:gd name="T19" fmla="*/ 339 h 363"/>
              <a:gd name="T20" fmla="*/ 165 w 325"/>
              <a:gd name="T21" fmla="*/ 329 h 363"/>
              <a:gd name="T22" fmla="*/ 195 w 325"/>
              <a:gd name="T23" fmla="*/ 302 h 363"/>
              <a:gd name="T24" fmla="*/ 214 w 325"/>
              <a:gd name="T25" fmla="*/ 282 h 363"/>
              <a:gd name="T26" fmla="*/ 223 w 325"/>
              <a:gd name="T27" fmla="*/ 265 h 363"/>
              <a:gd name="T28" fmla="*/ 220 w 325"/>
              <a:gd name="T29" fmla="*/ 257 h 363"/>
              <a:gd name="T30" fmla="*/ 179 w 325"/>
              <a:gd name="T31" fmla="*/ 289 h 363"/>
              <a:gd name="T32" fmla="*/ 106 w 325"/>
              <a:gd name="T33" fmla="*/ 335 h 363"/>
              <a:gd name="T34" fmla="*/ 20 w 325"/>
              <a:gd name="T35" fmla="*/ 363 h 363"/>
              <a:gd name="T36" fmla="*/ 4 w 325"/>
              <a:gd name="T37" fmla="*/ 360 h 363"/>
              <a:gd name="T38" fmla="*/ 78 w 325"/>
              <a:gd name="T39" fmla="*/ 306 h 363"/>
              <a:gd name="T40" fmla="*/ 102 w 325"/>
              <a:gd name="T41" fmla="*/ 295 h 363"/>
              <a:gd name="T42" fmla="*/ 208 w 325"/>
              <a:gd name="T43" fmla="*/ 238 h 363"/>
              <a:gd name="T44" fmla="*/ 207 w 325"/>
              <a:gd name="T45" fmla="*/ 232 h 363"/>
              <a:gd name="T46" fmla="*/ 171 w 325"/>
              <a:gd name="T47" fmla="*/ 243 h 363"/>
              <a:gd name="T48" fmla="*/ 163 w 325"/>
              <a:gd name="T49" fmla="*/ 239 h 363"/>
              <a:gd name="T50" fmla="*/ 170 w 325"/>
              <a:gd name="T51" fmla="*/ 226 h 363"/>
              <a:gd name="T52" fmla="*/ 154 w 325"/>
              <a:gd name="T53" fmla="*/ 206 h 363"/>
              <a:gd name="T54" fmla="*/ 122 w 325"/>
              <a:gd name="T55" fmla="*/ 224 h 363"/>
              <a:gd name="T56" fmla="*/ 99 w 325"/>
              <a:gd name="T57" fmla="*/ 236 h 363"/>
              <a:gd name="T58" fmla="*/ 100 w 325"/>
              <a:gd name="T59" fmla="*/ 222 h 363"/>
              <a:gd name="T60" fmla="*/ 116 w 325"/>
              <a:gd name="T61" fmla="*/ 204 h 363"/>
              <a:gd name="T62" fmla="*/ 118 w 325"/>
              <a:gd name="T63" fmla="*/ 183 h 363"/>
              <a:gd name="T64" fmla="*/ 116 w 325"/>
              <a:gd name="T65" fmla="*/ 174 h 363"/>
              <a:gd name="T66" fmla="*/ 143 w 325"/>
              <a:gd name="T67" fmla="*/ 167 h 363"/>
              <a:gd name="T68" fmla="*/ 158 w 325"/>
              <a:gd name="T69" fmla="*/ 145 h 363"/>
              <a:gd name="T70" fmla="*/ 147 w 325"/>
              <a:gd name="T71" fmla="*/ 144 h 363"/>
              <a:gd name="T72" fmla="*/ 132 w 325"/>
              <a:gd name="T73" fmla="*/ 141 h 363"/>
              <a:gd name="T74" fmla="*/ 141 w 325"/>
              <a:gd name="T75" fmla="*/ 129 h 363"/>
              <a:gd name="T76" fmla="*/ 140 w 325"/>
              <a:gd name="T77" fmla="*/ 115 h 363"/>
              <a:gd name="T78" fmla="*/ 112 w 325"/>
              <a:gd name="T79" fmla="*/ 96 h 363"/>
              <a:gd name="T80" fmla="*/ 127 w 325"/>
              <a:gd name="T81" fmla="*/ 92 h 363"/>
              <a:gd name="T82" fmla="*/ 167 w 325"/>
              <a:gd name="T83" fmla="*/ 81 h 363"/>
              <a:gd name="T84" fmla="*/ 203 w 325"/>
              <a:gd name="T85" fmla="*/ 36 h 363"/>
              <a:gd name="T86" fmla="*/ 204 w 325"/>
              <a:gd name="T87" fmla="*/ 10 h 363"/>
              <a:gd name="T88" fmla="*/ 216 w 325"/>
              <a:gd name="T89" fmla="*/ 3 h 363"/>
              <a:gd name="T90" fmla="*/ 224 w 325"/>
              <a:gd name="T91" fmla="*/ 56 h 363"/>
              <a:gd name="T92" fmla="*/ 205 w 325"/>
              <a:gd name="T93" fmla="*/ 91 h 363"/>
              <a:gd name="T94" fmla="*/ 208 w 325"/>
              <a:gd name="T95" fmla="*/ 105 h 363"/>
              <a:gd name="T96" fmla="*/ 267 w 325"/>
              <a:gd name="T97" fmla="*/ 87 h 363"/>
              <a:gd name="T98" fmla="*/ 297 w 325"/>
              <a:gd name="T99" fmla="*/ 85 h 363"/>
              <a:gd name="T100" fmla="*/ 309 w 325"/>
              <a:gd name="T101" fmla="*/ 86 h 363"/>
              <a:gd name="T102" fmla="*/ 325 w 325"/>
              <a:gd name="T103" fmla="*/ 104 h 363"/>
              <a:gd name="T104" fmla="*/ 198 w 325"/>
              <a:gd name="T105" fmla="*/ 126 h 363"/>
              <a:gd name="T106" fmla="*/ 164 w 325"/>
              <a:gd name="T107" fmla="*/ 175 h 363"/>
              <a:gd name="T108" fmla="*/ 181 w 325"/>
              <a:gd name="T109" fmla="*/ 191 h 363"/>
              <a:gd name="T110" fmla="*/ 186 w 325"/>
              <a:gd name="T111" fmla="*/ 173 h 363"/>
              <a:gd name="T112" fmla="*/ 199 w 325"/>
              <a:gd name="T113" fmla="*/ 170 h 363"/>
              <a:gd name="T114" fmla="*/ 206 w 325"/>
              <a:gd name="T115" fmla="*/ 204 h 363"/>
              <a:gd name="T116" fmla="*/ 217 w 325"/>
              <a:gd name="T117" fmla="*/ 206 h 363"/>
              <a:gd name="T118" fmla="*/ 229 w 325"/>
              <a:gd name="T119" fmla="*/ 188 h 363"/>
              <a:gd name="T120" fmla="*/ 261 w 325"/>
              <a:gd name="T121" fmla="*/ 141 h 363"/>
              <a:gd name="T122" fmla="*/ 250 w 325"/>
              <a:gd name="T123" fmla="*/ 134 h 363"/>
              <a:gd name="T124" fmla="*/ 206 w 325"/>
              <a:gd name="T125" fmla="*/ 122 h 363"/>
            </a:gdLst>
            <a:rect l="0" t="0" r="r" b="b"/>
            <a:pathLst>
              <a:path w="325" h="363">
                <a:moveTo>
                  <a:pt x="325" y="104"/>
                </a:moveTo>
                <a:cubicBezTo>
                  <a:pt x="325" y="104"/>
                  <a:pt x="324" y="105"/>
                  <a:pt x="324" y="106"/>
                </a:cubicBezTo>
                <a:cubicBezTo>
                  <a:pt x="323" y="108"/>
                  <a:pt x="323" y="111"/>
                  <a:pt x="322" y="114"/>
                </a:cubicBezTo>
                <a:cubicBezTo>
                  <a:pt x="312" y="138"/>
                  <a:pt x="300" y="160"/>
                  <a:pt x="283" y="179"/>
                </a:cubicBezTo>
                <a:cubicBezTo>
                  <a:pt x="275" y="188"/>
                  <a:pt x="267" y="197"/>
                  <a:pt x="259" y="205"/>
                </a:cubicBezTo>
                <a:cubicBezTo>
                  <a:pt x="255" y="209"/>
                  <a:pt x="251" y="211"/>
                  <a:pt x="247" y="214"/>
                </a:cubicBezTo>
                <a:cubicBezTo>
                  <a:pt x="244" y="217"/>
                  <a:pt x="241" y="219"/>
                  <a:pt x="239" y="223"/>
                </a:cubicBezTo>
                <a:cubicBezTo>
                  <a:pt x="237" y="226"/>
                  <a:pt x="238" y="227"/>
                  <a:pt x="241" y="228"/>
                </a:cubicBezTo>
                <a:cubicBezTo>
                  <a:pt x="243" y="228"/>
                  <a:pt x="245" y="228"/>
                  <a:pt x="246" y="228"/>
                </a:cubicBezTo>
                <a:cubicBezTo>
                  <a:pt x="255" y="229"/>
                  <a:pt x="263" y="230"/>
                  <a:pt x="271" y="230"/>
                </a:cubicBezTo>
                <a:cubicBezTo>
                  <a:pt x="272" y="230"/>
                  <a:pt x="274" y="231"/>
                  <a:pt x="275" y="231"/>
                </a:cubicBezTo>
                <a:cubicBezTo>
                  <a:pt x="280" y="233"/>
                  <a:pt x="282" y="235"/>
                  <a:pt x="282" y="240"/>
                </a:cubicBezTo>
                <a:cubicBezTo>
                  <a:pt x="283" y="247"/>
                  <a:pt x="282" y="253"/>
                  <a:pt x="279" y="259"/>
                </a:cubicBezTo>
                <a:cubicBezTo>
                  <a:pt x="277" y="265"/>
                  <a:pt x="273" y="271"/>
                  <a:pt x="269" y="277"/>
                </a:cubicBezTo>
                <a:cubicBezTo>
                  <a:pt x="260" y="289"/>
                  <a:pt x="248" y="298"/>
                  <a:pt x="237" y="307"/>
                </a:cubicBezTo>
                <a:cubicBezTo>
                  <a:pt x="233" y="311"/>
                  <a:pt x="228" y="314"/>
                  <a:pt x="223" y="316"/>
                </a:cubicBezTo>
                <a:cubicBezTo>
                  <a:pt x="213" y="321"/>
                  <a:pt x="203" y="327"/>
                  <a:pt x="193" y="332"/>
                </a:cubicBezTo>
                <a:cubicBezTo>
                  <a:pt x="187" y="334"/>
                  <a:pt x="182" y="337"/>
                  <a:pt x="176" y="340"/>
                </a:cubicBezTo>
                <a:cubicBezTo>
                  <a:pt x="173" y="341"/>
                  <a:pt x="169" y="341"/>
                  <a:pt x="166" y="342"/>
                </a:cubicBezTo>
                <a:cubicBezTo>
                  <a:pt x="164" y="342"/>
                  <a:pt x="161" y="341"/>
                  <a:pt x="160" y="339"/>
                </a:cubicBezTo>
                <a:cubicBezTo>
                  <a:pt x="159" y="337"/>
                  <a:pt x="160" y="335"/>
                  <a:pt x="162" y="333"/>
                </a:cubicBezTo>
                <a:cubicBezTo>
                  <a:pt x="163" y="332"/>
                  <a:pt x="164" y="330"/>
                  <a:pt x="165" y="329"/>
                </a:cubicBezTo>
                <a:cubicBezTo>
                  <a:pt x="173" y="323"/>
                  <a:pt x="181" y="316"/>
                  <a:pt x="189" y="310"/>
                </a:cubicBezTo>
                <a:cubicBezTo>
                  <a:pt x="192" y="307"/>
                  <a:pt x="194" y="305"/>
                  <a:pt x="195" y="302"/>
                </a:cubicBezTo>
                <a:cubicBezTo>
                  <a:pt x="196" y="300"/>
                  <a:pt x="198" y="297"/>
                  <a:pt x="200" y="295"/>
                </a:cubicBezTo>
                <a:cubicBezTo>
                  <a:pt x="205" y="291"/>
                  <a:pt x="210" y="287"/>
                  <a:pt x="214" y="282"/>
                </a:cubicBezTo>
                <a:cubicBezTo>
                  <a:pt x="217" y="280"/>
                  <a:pt x="218" y="278"/>
                  <a:pt x="219" y="275"/>
                </a:cubicBezTo>
                <a:cubicBezTo>
                  <a:pt x="219" y="271"/>
                  <a:pt x="221" y="268"/>
                  <a:pt x="223" y="265"/>
                </a:cubicBezTo>
                <a:cubicBezTo>
                  <a:pt x="225" y="263"/>
                  <a:pt x="227" y="261"/>
                  <a:pt x="229" y="259"/>
                </a:cubicBezTo>
                <a:cubicBezTo>
                  <a:pt x="227" y="256"/>
                  <a:pt x="224" y="256"/>
                  <a:pt x="220" y="257"/>
                </a:cubicBezTo>
                <a:cubicBezTo>
                  <a:pt x="212" y="260"/>
                  <a:pt x="205" y="264"/>
                  <a:pt x="199" y="270"/>
                </a:cubicBezTo>
                <a:cubicBezTo>
                  <a:pt x="192" y="276"/>
                  <a:pt x="186" y="282"/>
                  <a:pt x="179" y="289"/>
                </a:cubicBezTo>
                <a:cubicBezTo>
                  <a:pt x="169" y="299"/>
                  <a:pt x="157" y="307"/>
                  <a:pt x="144" y="314"/>
                </a:cubicBezTo>
                <a:cubicBezTo>
                  <a:pt x="131" y="320"/>
                  <a:pt x="119" y="328"/>
                  <a:pt x="106" y="335"/>
                </a:cubicBezTo>
                <a:cubicBezTo>
                  <a:pt x="89" y="344"/>
                  <a:pt x="72" y="352"/>
                  <a:pt x="53" y="357"/>
                </a:cubicBezTo>
                <a:cubicBezTo>
                  <a:pt x="43" y="361"/>
                  <a:pt x="32" y="363"/>
                  <a:pt x="20" y="363"/>
                </a:cubicBezTo>
                <a:cubicBezTo>
                  <a:pt x="16" y="362"/>
                  <a:pt x="12" y="361"/>
                  <a:pt x="7" y="361"/>
                </a:cubicBezTo>
                <a:cubicBezTo>
                  <a:pt x="6" y="361"/>
                  <a:pt x="5" y="360"/>
                  <a:pt x="4" y="360"/>
                </a:cubicBezTo>
                <a:cubicBezTo>
                  <a:pt x="0" y="358"/>
                  <a:pt x="0" y="355"/>
                  <a:pt x="4" y="352"/>
                </a:cubicBezTo>
                <a:cubicBezTo>
                  <a:pt x="28" y="337"/>
                  <a:pt x="53" y="321"/>
                  <a:pt x="78" y="306"/>
                </a:cubicBezTo>
                <a:cubicBezTo>
                  <a:pt x="84" y="302"/>
                  <a:pt x="91" y="298"/>
                  <a:pt x="98" y="297"/>
                </a:cubicBezTo>
                <a:cubicBezTo>
                  <a:pt x="100" y="296"/>
                  <a:pt x="101" y="295"/>
                  <a:pt x="102" y="295"/>
                </a:cubicBezTo>
                <a:cubicBezTo>
                  <a:pt x="135" y="275"/>
                  <a:pt x="169" y="257"/>
                  <a:pt x="204" y="241"/>
                </a:cubicBezTo>
                <a:cubicBezTo>
                  <a:pt x="205" y="240"/>
                  <a:pt x="207" y="239"/>
                  <a:pt x="208" y="238"/>
                </a:cubicBezTo>
                <a:cubicBezTo>
                  <a:pt x="209" y="237"/>
                  <a:pt x="210" y="235"/>
                  <a:pt x="210" y="234"/>
                </a:cubicBezTo>
                <a:cubicBezTo>
                  <a:pt x="210" y="233"/>
                  <a:pt x="208" y="232"/>
                  <a:pt x="207" y="232"/>
                </a:cubicBezTo>
                <a:cubicBezTo>
                  <a:pt x="201" y="231"/>
                  <a:pt x="196" y="233"/>
                  <a:pt x="190" y="235"/>
                </a:cubicBezTo>
                <a:cubicBezTo>
                  <a:pt x="184" y="238"/>
                  <a:pt x="178" y="240"/>
                  <a:pt x="171" y="243"/>
                </a:cubicBezTo>
                <a:cubicBezTo>
                  <a:pt x="170" y="243"/>
                  <a:pt x="169" y="244"/>
                  <a:pt x="168" y="244"/>
                </a:cubicBezTo>
                <a:cubicBezTo>
                  <a:pt x="164" y="244"/>
                  <a:pt x="163" y="244"/>
                  <a:pt x="163" y="239"/>
                </a:cubicBezTo>
                <a:cubicBezTo>
                  <a:pt x="163" y="236"/>
                  <a:pt x="164" y="233"/>
                  <a:pt x="166" y="231"/>
                </a:cubicBezTo>
                <a:cubicBezTo>
                  <a:pt x="167" y="229"/>
                  <a:pt x="169" y="228"/>
                  <a:pt x="170" y="226"/>
                </a:cubicBezTo>
                <a:cubicBezTo>
                  <a:pt x="172" y="222"/>
                  <a:pt x="172" y="218"/>
                  <a:pt x="168" y="215"/>
                </a:cubicBezTo>
                <a:cubicBezTo>
                  <a:pt x="164" y="212"/>
                  <a:pt x="159" y="209"/>
                  <a:pt x="154" y="206"/>
                </a:cubicBezTo>
                <a:cubicBezTo>
                  <a:pt x="148" y="203"/>
                  <a:pt x="143" y="205"/>
                  <a:pt x="138" y="210"/>
                </a:cubicBezTo>
                <a:cubicBezTo>
                  <a:pt x="133" y="215"/>
                  <a:pt x="128" y="219"/>
                  <a:pt x="122" y="224"/>
                </a:cubicBezTo>
                <a:cubicBezTo>
                  <a:pt x="118" y="228"/>
                  <a:pt x="112" y="231"/>
                  <a:pt x="107" y="235"/>
                </a:cubicBezTo>
                <a:cubicBezTo>
                  <a:pt x="105" y="236"/>
                  <a:pt x="102" y="238"/>
                  <a:pt x="99" y="236"/>
                </a:cubicBezTo>
                <a:cubicBezTo>
                  <a:pt x="97" y="234"/>
                  <a:pt x="97" y="231"/>
                  <a:pt x="98" y="229"/>
                </a:cubicBezTo>
                <a:cubicBezTo>
                  <a:pt x="98" y="226"/>
                  <a:pt x="99" y="224"/>
                  <a:pt x="100" y="222"/>
                </a:cubicBezTo>
                <a:cubicBezTo>
                  <a:pt x="102" y="219"/>
                  <a:pt x="105" y="217"/>
                  <a:pt x="107" y="214"/>
                </a:cubicBezTo>
                <a:cubicBezTo>
                  <a:pt x="110" y="211"/>
                  <a:pt x="113" y="208"/>
                  <a:pt x="116" y="204"/>
                </a:cubicBezTo>
                <a:cubicBezTo>
                  <a:pt x="118" y="202"/>
                  <a:pt x="119" y="198"/>
                  <a:pt x="120" y="195"/>
                </a:cubicBezTo>
                <a:cubicBezTo>
                  <a:pt x="122" y="191"/>
                  <a:pt x="122" y="187"/>
                  <a:pt x="118" y="183"/>
                </a:cubicBezTo>
                <a:cubicBezTo>
                  <a:pt x="116" y="182"/>
                  <a:pt x="115" y="181"/>
                  <a:pt x="115" y="179"/>
                </a:cubicBezTo>
                <a:cubicBezTo>
                  <a:pt x="113" y="177"/>
                  <a:pt x="113" y="175"/>
                  <a:pt x="116" y="174"/>
                </a:cubicBezTo>
                <a:cubicBezTo>
                  <a:pt x="123" y="173"/>
                  <a:pt x="130" y="171"/>
                  <a:pt x="137" y="170"/>
                </a:cubicBezTo>
                <a:cubicBezTo>
                  <a:pt x="140" y="170"/>
                  <a:pt x="141" y="169"/>
                  <a:pt x="143" y="167"/>
                </a:cubicBezTo>
                <a:cubicBezTo>
                  <a:pt x="146" y="163"/>
                  <a:pt x="150" y="159"/>
                  <a:pt x="153" y="155"/>
                </a:cubicBezTo>
                <a:cubicBezTo>
                  <a:pt x="155" y="152"/>
                  <a:pt x="157" y="149"/>
                  <a:pt x="158" y="145"/>
                </a:cubicBezTo>
                <a:cubicBezTo>
                  <a:pt x="159" y="141"/>
                  <a:pt x="157" y="140"/>
                  <a:pt x="154" y="141"/>
                </a:cubicBezTo>
                <a:cubicBezTo>
                  <a:pt x="151" y="141"/>
                  <a:pt x="149" y="142"/>
                  <a:pt x="147" y="144"/>
                </a:cubicBezTo>
                <a:cubicBezTo>
                  <a:pt x="144" y="146"/>
                  <a:pt x="140" y="146"/>
                  <a:pt x="137" y="145"/>
                </a:cubicBezTo>
                <a:cubicBezTo>
                  <a:pt x="134" y="145"/>
                  <a:pt x="133" y="144"/>
                  <a:pt x="132" y="141"/>
                </a:cubicBezTo>
                <a:cubicBezTo>
                  <a:pt x="132" y="139"/>
                  <a:pt x="132" y="137"/>
                  <a:pt x="134" y="135"/>
                </a:cubicBezTo>
                <a:cubicBezTo>
                  <a:pt x="137" y="133"/>
                  <a:pt x="139" y="131"/>
                  <a:pt x="141" y="129"/>
                </a:cubicBezTo>
                <a:cubicBezTo>
                  <a:pt x="143" y="126"/>
                  <a:pt x="144" y="123"/>
                  <a:pt x="144" y="119"/>
                </a:cubicBezTo>
                <a:cubicBezTo>
                  <a:pt x="144" y="116"/>
                  <a:pt x="143" y="115"/>
                  <a:pt x="140" y="115"/>
                </a:cubicBezTo>
                <a:cubicBezTo>
                  <a:pt x="136" y="115"/>
                  <a:pt x="132" y="115"/>
                  <a:pt x="129" y="114"/>
                </a:cubicBezTo>
                <a:cubicBezTo>
                  <a:pt x="119" y="112"/>
                  <a:pt x="114" y="106"/>
                  <a:pt x="112" y="96"/>
                </a:cubicBezTo>
                <a:cubicBezTo>
                  <a:pt x="112" y="91"/>
                  <a:pt x="113" y="90"/>
                  <a:pt x="118" y="91"/>
                </a:cubicBezTo>
                <a:cubicBezTo>
                  <a:pt x="121" y="91"/>
                  <a:pt x="124" y="91"/>
                  <a:pt x="127" y="92"/>
                </a:cubicBezTo>
                <a:cubicBezTo>
                  <a:pt x="137" y="93"/>
                  <a:pt x="146" y="92"/>
                  <a:pt x="155" y="86"/>
                </a:cubicBezTo>
                <a:cubicBezTo>
                  <a:pt x="158" y="83"/>
                  <a:pt x="163" y="82"/>
                  <a:pt x="167" y="81"/>
                </a:cubicBezTo>
                <a:cubicBezTo>
                  <a:pt x="174" y="79"/>
                  <a:pt x="180" y="76"/>
                  <a:pt x="184" y="70"/>
                </a:cubicBezTo>
                <a:cubicBezTo>
                  <a:pt x="193" y="60"/>
                  <a:pt x="200" y="49"/>
                  <a:pt x="203" y="36"/>
                </a:cubicBezTo>
                <a:cubicBezTo>
                  <a:pt x="204" y="30"/>
                  <a:pt x="205" y="23"/>
                  <a:pt x="205" y="17"/>
                </a:cubicBezTo>
                <a:cubicBezTo>
                  <a:pt x="204" y="15"/>
                  <a:pt x="204" y="13"/>
                  <a:pt x="204" y="10"/>
                </a:cubicBezTo>
                <a:cubicBezTo>
                  <a:pt x="204" y="7"/>
                  <a:pt x="204" y="4"/>
                  <a:pt x="207" y="2"/>
                </a:cubicBezTo>
                <a:cubicBezTo>
                  <a:pt x="211" y="0"/>
                  <a:pt x="213" y="2"/>
                  <a:pt x="216" y="3"/>
                </a:cubicBezTo>
                <a:cubicBezTo>
                  <a:pt x="230" y="11"/>
                  <a:pt x="236" y="28"/>
                  <a:pt x="230" y="43"/>
                </a:cubicBezTo>
                <a:cubicBezTo>
                  <a:pt x="229" y="48"/>
                  <a:pt x="226" y="52"/>
                  <a:pt x="224" y="56"/>
                </a:cubicBezTo>
                <a:cubicBezTo>
                  <a:pt x="219" y="64"/>
                  <a:pt x="214" y="72"/>
                  <a:pt x="209" y="80"/>
                </a:cubicBezTo>
                <a:cubicBezTo>
                  <a:pt x="207" y="83"/>
                  <a:pt x="206" y="87"/>
                  <a:pt x="205" y="91"/>
                </a:cubicBezTo>
                <a:cubicBezTo>
                  <a:pt x="204" y="93"/>
                  <a:pt x="203" y="95"/>
                  <a:pt x="203" y="98"/>
                </a:cubicBezTo>
                <a:cubicBezTo>
                  <a:pt x="203" y="102"/>
                  <a:pt x="205" y="104"/>
                  <a:pt x="208" y="105"/>
                </a:cubicBezTo>
                <a:cubicBezTo>
                  <a:pt x="213" y="106"/>
                  <a:pt x="217" y="105"/>
                  <a:pt x="221" y="104"/>
                </a:cubicBezTo>
                <a:cubicBezTo>
                  <a:pt x="236" y="97"/>
                  <a:pt x="251" y="91"/>
                  <a:pt x="267" y="87"/>
                </a:cubicBezTo>
                <a:cubicBezTo>
                  <a:pt x="274" y="85"/>
                  <a:pt x="280" y="84"/>
                  <a:pt x="287" y="82"/>
                </a:cubicBezTo>
                <a:cubicBezTo>
                  <a:pt x="290" y="82"/>
                  <a:pt x="294" y="82"/>
                  <a:pt x="297" y="85"/>
                </a:cubicBezTo>
                <a:cubicBezTo>
                  <a:pt x="299" y="86"/>
                  <a:pt x="301" y="86"/>
                  <a:pt x="304" y="86"/>
                </a:cubicBezTo>
                <a:cubicBezTo>
                  <a:pt x="305" y="87"/>
                  <a:pt x="307" y="86"/>
                  <a:pt x="309" y="86"/>
                </a:cubicBezTo>
                <a:cubicBezTo>
                  <a:pt x="317" y="86"/>
                  <a:pt x="323" y="89"/>
                  <a:pt x="325" y="97"/>
                </a:cubicBezTo>
                <a:cubicBezTo>
                  <a:pt x="325" y="99"/>
                  <a:pt x="325" y="101"/>
                  <a:pt x="325" y="104"/>
                </a:cubicBezTo>
                <a:close/>
                <a:moveTo>
                  <a:pt x="206" y="122"/>
                </a:moveTo>
                <a:cubicBezTo>
                  <a:pt x="203" y="122"/>
                  <a:pt x="200" y="123"/>
                  <a:pt x="198" y="126"/>
                </a:cubicBezTo>
                <a:cubicBezTo>
                  <a:pt x="189" y="138"/>
                  <a:pt x="179" y="150"/>
                  <a:pt x="169" y="162"/>
                </a:cubicBezTo>
                <a:cubicBezTo>
                  <a:pt x="166" y="166"/>
                  <a:pt x="164" y="170"/>
                  <a:pt x="164" y="175"/>
                </a:cubicBezTo>
                <a:cubicBezTo>
                  <a:pt x="162" y="184"/>
                  <a:pt x="165" y="188"/>
                  <a:pt x="173" y="193"/>
                </a:cubicBezTo>
                <a:cubicBezTo>
                  <a:pt x="176" y="195"/>
                  <a:pt x="179" y="194"/>
                  <a:pt x="181" y="191"/>
                </a:cubicBezTo>
                <a:cubicBezTo>
                  <a:pt x="183" y="188"/>
                  <a:pt x="183" y="186"/>
                  <a:pt x="184" y="183"/>
                </a:cubicBezTo>
                <a:cubicBezTo>
                  <a:pt x="185" y="180"/>
                  <a:pt x="185" y="176"/>
                  <a:pt x="186" y="173"/>
                </a:cubicBezTo>
                <a:cubicBezTo>
                  <a:pt x="187" y="171"/>
                  <a:pt x="188" y="168"/>
                  <a:pt x="190" y="167"/>
                </a:cubicBezTo>
                <a:cubicBezTo>
                  <a:pt x="194" y="164"/>
                  <a:pt x="197" y="165"/>
                  <a:pt x="199" y="170"/>
                </a:cubicBezTo>
                <a:cubicBezTo>
                  <a:pt x="199" y="171"/>
                  <a:pt x="199" y="171"/>
                  <a:pt x="199" y="172"/>
                </a:cubicBezTo>
                <a:cubicBezTo>
                  <a:pt x="202" y="183"/>
                  <a:pt x="205" y="193"/>
                  <a:pt x="206" y="204"/>
                </a:cubicBezTo>
                <a:cubicBezTo>
                  <a:pt x="206" y="206"/>
                  <a:pt x="207" y="209"/>
                  <a:pt x="210" y="210"/>
                </a:cubicBezTo>
                <a:cubicBezTo>
                  <a:pt x="214" y="210"/>
                  <a:pt x="215" y="208"/>
                  <a:pt x="217" y="206"/>
                </a:cubicBezTo>
                <a:cubicBezTo>
                  <a:pt x="217" y="205"/>
                  <a:pt x="217" y="205"/>
                  <a:pt x="218" y="204"/>
                </a:cubicBezTo>
                <a:cubicBezTo>
                  <a:pt x="221" y="199"/>
                  <a:pt x="225" y="193"/>
                  <a:pt x="229" y="188"/>
                </a:cubicBezTo>
                <a:cubicBezTo>
                  <a:pt x="237" y="177"/>
                  <a:pt x="246" y="167"/>
                  <a:pt x="255" y="157"/>
                </a:cubicBezTo>
                <a:cubicBezTo>
                  <a:pt x="259" y="152"/>
                  <a:pt x="261" y="147"/>
                  <a:pt x="261" y="141"/>
                </a:cubicBezTo>
                <a:cubicBezTo>
                  <a:pt x="261" y="137"/>
                  <a:pt x="259" y="135"/>
                  <a:pt x="255" y="134"/>
                </a:cubicBezTo>
                <a:cubicBezTo>
                  <a:pt x="253" y="134"/>
                  <a:pt x="251" y="134"/>
                  <a:pt x="250" y="134"/>
                </a:cubicBezTo>
                <a:cubicBezTo>
                  <a:pt x="240" y="131"/>
                  <a:pt x="231" y="129"/>
                  <a:pt x="221" y="126"/>
                </a:cubicBezTo>
                <a:cubicBezTo>
                  <a:pt x="216" y="125"/>
                  <a:pt x="211" y="123"/>
                  <a:pt x="206" y="1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54DC2159-6D69-4B0E-9A33-3C7732D7D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2365" y="715540"/>
            <a:ext cx="288879" cy="310120"/>
          </a:xfrm>
          <a:custGeom xmlns:a="http://schemas.openxmlformats.org/drawingml/2006/main">
            <a:gdLst>
              <a:gd name="T0" fmla="*/ 83 w 383"/>
              <a:gd name="T1" fmla="*/ 410 h 411"/>
              <a:gd name="T2" fmla="*/ 111 w 383"/>
              <a:gd name="T3" fmla="*/ 380 h 411"/>
              <a:gd name="T4" fmla="*/ 136 w 383"/>
              <a:gd name="T5" fmla="*/ 371 h 411"/>
              <a:gd name="T6" fmla="*/ 198 w 383"/>
              <a:gd name="T7" fmla="*/ 294 h 411"/>
              <a:gd name="T8" fmla="*/ 201 w 383"/>
              <a:gd name="T9" fmla="*/ 280 h 411"/>
              <a:gd name="T10" fmla="*/ 197 w 383"/>
              <a:gd name="T11" fmla="*/ 274 h 411"/>
              <a:gd name="T12" fmla="*/ 166 w 383"/>
              <a:gd name="T13" fmla="*/ 283 h 411"/>
              <a:gd name="T14" fmla="*/ 144 w 383"/>
              <a:gd name="T15" fmla="*/ 291 h 411"/>
              <a:gd name="T16" fmla="*/ 123 w 383"/>
              <a:gd name="T17" fmla="*/ 305 h 411"/>
              <a:gd name="T18" fmla="*/ 62 w 383"/>
              <a:gd name="T19" fmla="*/ 344 h 411"/>
              <a:gd name="T20" fmla="*/ 34 w 383"/>
              <a:gd name="T21" fmla="*/ 353 h 411"/>
              <a:gd name="T22" fmla="*/ 9 w 383"/>
              <a:gd name="T23" fmla="*/ 344 h 411"/>
              <a:gd name="T24" fmla="*/ 1 w 383"/>
              <a:gd name="T25" fmla="*/ 322 h 411"/>
              <a:gd name="T26" fmla="*/ 0 w 383"/>
              <a:gd name="T27" fmla="*/ 288 h 411"/>
              <a:gd name="T28" fmla="*/ 1 w 383"/>
              <a:gd name="T29" fmla="*/ 283 h 411"/>
              <a:gd name="T30" fmla="*/ 6 w 383"/>
              <a:gd name="T31" fmla="*/ 282 h 411"/>
              <a:gd name="T32" fmla="*/ 8 w 383"/>
              <a:gd name="T33" fmla="*/ 285 h 411"/>
              <a:gd name="T34" fmla="*/ 10 w 383"/>
              <a:gd name="T35" fmla="*/ 290 h 411"/>
              <a:gd name="T36" fmla="*/ 32 w 383"/>
              <a:gd name="T37" fmla="*/ 298 h 411"/>
              <a:gd name="T38" fmla="*/ 46 w 383"/>
              <a:gd name="T39" fmla="*/ 293 h 411"/>
              <a:gd name="T40" fmla="*/ 53 w 383"/>
              <a:gd name="T41" fmla="*/ 291 h 411"/>
              <a:gd name="T42" fmla="*/ 65 w 383"/>
              <a:gd name="T43" fmla="*/ 288 h 411"/>
              <a:gd name="T44" fmla="*/ 100 w 383"/>
              <a:gd name="T45" fmla="*/ 268 h 411"/>
              <a:gd name="T46" fmla="*/ 156 w 383"/>
              <a:gd name="T47" fmla="*/ 244 h 411"/>
              <a:gd name="T48" fmla="*/ 197 w 383"/>
              <a:gd name="T49" fmla="*/ 229 h 411"/>
              <a:gd name="T50" fmla="*/ 203 w 383"/>
              <a:gd name="T51" fmla="*/ 226 h 411"/>
              <a:gd name="T52" fmla="*/ 219 w 383"/>
              <a:gd name="T53" fmla="*/ 204 h 411"/>
              <a:gd name="T54" fmla="*/ 222 w 383"/>
              <a:gd name="T55" fmla="*/ 124 h 411"/>
              <a:gd name="T56" fmla="*/ 210 w 383"/>
              <a:gd name="T57" fmla="*/ 69 h 411"/>
              <a:gd name="T58" fmla="*/ 197 w 383"/>
              <a:gd name="T59" fmla="*/ 36 h 411"/>
              <a:gd name="T60" fmla="*/ 194 w 383"/>
              <a:gd name="T61" fmla="*/ 10 h 411"/>
              <a:gd name="T62" fmla="*/ 205 w 383"/>
              <a:gd name="T63" fmla="*/ 2 h 411"/>
              <a:gd name="T64" fmla="*/ 230 w 383"/>
              <a:gd name="T65" fmla="*/ 7 h 411"/>
              <a:gd name="T66" fmla="*/ 237 w 383"/>
              <a:gd name="T67" fmla="*/ 10 h 411"/>
              <a:gd name="T68" fmla="*/ 248 w 383"/>
              <a:gd name="T69" fmla="*/ 19 h 411"/>
              <a:gd name="T70" fmla="*/ 265 w 383"/>
              <a:gd name="T71" fmla="*/ 29 h 411"/>
              <a:gd name="T72" fmla="*/ 280 w 383"/>
              <a:gd name="T73" fmla="*/ 49 h 411"/>
              <a:gd name="T74" fmla="*/ 278 w 383"/>
              <a:gd name="T75" fmla="*/ 66 h 411"/>
              <a:gd name="T76" fmla="*/ 273 w 383"/>
              <a:gd name="T77" fmla="*/ 72 h 411"/>
              <a:gd name="T78" fmla="*/ 270 w 383"/>
              <a:gd name="T79" fmla="*/ 77 h 411"/>
              <a:gd name="T80" fmla="*/ 271 w 383"/>
              <a:gd name="T81" fmla="*/ 158 h 411"/>
              <a:gd name="T82" fmla="*/ 273 w 383"/>
              <a:gd name="T83" fmla="*/ 179 h 411"/>
              <a:gd name="T84" fmla="*/ 278 w 383"/>
              <a:gd name="T85" fmla="*/ 182 h 411"/>
              <a:gd name="T86" fmla="*/ 313 w 383"/>
              <a:gd name="T87" fmla="*/ 160 h 411"/>
              <a:gd name="T88" fmla="*/ 325 w 383"/>
              <a:gd name="T89" fmla="*/ 144 h 411"/>
              <a:gd name="T90" fmla="*/ 341 w 383"/>
              <a:gd name="T91" fmla="*/ 128 h 411"/>
              <a:gd name="T92" fmla="*/ 369 w 383"/>
              <a:gd name="T93" fmla="*/ 122 h 411"/>
              <a:gd name="T94" fmla="*/ 380 w 383"/>
              <a:gd name="T95" fmla="*/ 141 h 411"/>
              <a:gd name="T96" fmla="*/ 372 w 383"/>
              <a:gd name="T97" fmla="*/ 154 h 411"/>
              <a:gd name="T98" fmla="*/ 355 w 383"/>
              <a:gd name="T99" fmla="*/ 169 h 411"/>
              <a:gd name="T100" fmla="*/ 314 w 383"/>
              <a:gd name="T101" fmla="*/ 199 h 411"/>
              <a:gd name="T102" fmla="*/ 275 w 383"/>
              <a:gd name="T103" fmla="*/ 229 h 411"/>
              <a:gd name="T104" fmla="*/ 271 w 383"/>
              <a:gd name="T105" fmla="*/ 238 h 411"/>
              <a:gd name="T106" fmla="*/ 254 w 383"/>
              <a:gd name="T107" fmla="*/ 310 h 411"/>
              <a:gd name="T108" fmla="*/ 250 w 383"/>
              <a:gd name="T109" fmla="*/ 320 h 411"/>
              <a:gd name="T110" fmla="*/ 247 w 383"/>
              <a:gd name="T111" fmla="*/ 325 h 411"/>
              <a:gd name="T112" fmla="*/ 173 w 383"/>
              <a:gd name="T113" fmla="*/ 386 h 411"/>
              <a:gd name="T114" fmla="*/ 95 w 383"/>
              <a:gd name="T115" fmla="*/ 410 h 411"/>
              <a:gd name="T116" fmla="*/ 88 w 383"/>
              <a:gd name="T117" fmla="*/ 411 h 411"/>
              <a:gd name="T118" fmla="*/ 83 w 383"/>
              <a:gd name="T119" fmla="*/ 410 h 411"/>
            </a:gdLst>
            <a:rect l="0" t="0" r="r" b="b"/>
            <a:pathLst>
              <a:path w="383" h="411">
                <a:moveTo>
                  <a:pt x="83" y="410"/>
                </a:moveTo>
                <a:cubicBezTo>
                  <a:pt x="89" y="396"/>
                  <a:pt x="96" y="385"/>
                  <a:pt x="111" y="380"/>
                </a:cubicBezTo>
                <a:cubicBezTo>
                  <a:pt x="120" y="378"/>
                  <a:pt x="128" y="375"/>
                  <a:pt x="136" y="371"/>
                </a:cubicBezTo>
                <a:cubicBezTo>
                  <a:pt x="168" y="355"/>
                  <a:pt x="188" y="328"/>
                  <a:pt x="198" y="294"/>
                </a:cubicBezTo>
                <a:cubicBezTo>
                  <a:pt x="199" y="289"/>
                  <a:pt x="200" y="284"/>
                  <a:pt x="201" y="280"/>
                </a:cubicBezTo>
                <a:cubicBezTo>
                  <a:pt x="202" y="275"/>
                  <a:pt x="201" y="274"/>
                  <a:pt x="197" y="274"/>
                </a:cubicBezTo>
                <a:cubicBezTo>
                  <a:pt x="186" y="275"/>
                  <a:pt x="176" y="278"/>
                  <a:pt x="166" y="283"/>
                </a:cubicBezTo>
                <a:cubicBezTo>
                  <a:pt x="159" y="286"/>
                  <a:pt x="152" y="289"/>
                  <a:pt x="144" y="291"/>
                </a:cubicBezTo>
                <a:cubicBezTo>
                  <a:pt x="136" y="294"/>
                  <a:pt x="130" y="300"/>
                  <a:pt x="123" y="305"/>
                </a:cubicBezTo>
                <a:cubicBezTo>
                  <a:pt x="105" y="321"/>
                  <a:pt x="84" y="334"/>
                  <a:pt x="62" y="344"/>
                </a:cubicBezTo>
                <a:cubicBezTo>
                  <a:pt x="53" y="348"/>
                  <a:pt x="43" y="351"/>
                  <a:pt x="34" y="353"/>
                </a:cubicBezTo>
                <a:cubicBezTo>
                  <a:pt x="24" y="356"/>
                  <a:pt x="15" y="352"/>
                  <a:pt x="9" y="344"/>
                </a:cubicBezTo>
                <a:cubicBezTo>
                  <a:pt x="4" y="338"/>
                  <a:pt x="1" y="330"/>
                  <a:pt x="1" y="322"/>
                </a:cubicBezTo>
                <a:cubicBezTo>
                  <a:pt x="1" y="310"/>
                  <a:pt x="0" y="299"/>
                  <a:pt x="0" y="288"/>
                </a:cubicBezTo>
                <a:cubicBezTo>
                  <a:pt x="0" y="286"/>
                  <a:pt x="0" y="284"/>
                  <a:pt x="1" y="283"/>
                </a:cubicBezTo>
                <a:cubicBezTo>
                  <a:pt x="1" y="280"/>
                  <a:pt x="4" y="279"/>
                  <a:pt x="6" y="282"/>
                </a:cubicBezTo>
                <a:cubicBezTo>
                  <a:pt x="7" y="283"/>
                  <a:pt x="7" y="284"/>
                  <a:pt x="8" y="285"/>
                </a:cubicBezTo>
                <a:cubicBezTo>
                  <a:pt x="9" y="286"/>
                  <a:pt x="9" y="288"/>
                  <a:pt x="10" y="290"/>
                </a:cubicBezTo>
                <a:cubicBezTo>
                  <a:pt x="16" y="297"/>
                  <a:pt x="23" y="301"/>
                  <a:pt x="32" y="298"/>
                </a:cubicBezTo>
                <a:cubicBezTo>
                  <a:pt x="37" y="297"/>
                  <a:pt x="41" y="295"/>
                  <a:pt x="46" y="293"/>
                </a:cubicBezTo>
                <a:cubicBezTo>
                  <a:pt x="48" y="292"/>
                  <a:pt x="51" y="291"/>
                  <a:pt x="53" y="291"/>
                </a:cubicBezTo>
                <a:cubicBezTo>
                  <a:pt x="58" y="292"/>
                  <a:pt x="61" y="290"/>
                  <a:pt x="65" y="288"/>
                </a:cubicBezTo>
                <a:cubicBezTo>
                  <a:pt x="77" y="282"/>
                  <a:pt x="89" y="275"/>
                  <a:pt x="100" y="268"/>
                </a:cubicBezTo>
                <a:cubicBezTo>
                  <a:pt x="118" y="258"/>
                  <a:pt x="137" y="251"/>
                  <a:pt x="156" y="244"/>
                </a:cubicBezTo>
                <a:cubicBezTo>
                  <a:pt x="169" y="239"/>
                  <a:pt x="183" y="234"/>
                  <a:pt x="197" y="229"/>
                </a:cubicBezTo>
                <a:cubicBezTo>
                  <a:pt x="199" y="228"/>
                  <a:pt x="201" y="227"/>
                  <a:pt x="203" y="226"/>
                </a:cubicBezTo>
                <a:cubicBezTo>
                  <a:pt x="212" y="222"/>
                  <a:pt x="218" y="215"/>
                  <a:pt x="219" y="204"/>
                </a:cubicBezTo>
                <a:cubicBezTo>
                  <a:pt x="221" y="178"/>
                  <a:pt x="223" y="151"/>
                  <a:pt x="222" y="124"/>
                </a:cubicBezTo>
                <a:cubicBezTo>
                  <a:pt x="221" y="105"/>
                  <a:pt x="218" y="87"/>
                  <a:pt x="210" y="69"/>
                </a:cubicBezTo>
                <a:cubicBezTo>
                  <a:pt x="205" y="58"/>
                  <a:pt x="201" y="47"/>
                  <a:pt x="197" y="36"/>
                </a:cubicBezTo>
                <a:cubicBezTo>
                  <a:pt x="194" y="28"/>
                  <a:pt x="193" y="19"/>
                  <a:pt x="194" y="10"/>
                </a:cubicBezTo>
                <a:cubicBezTo>
                  <a:pt x="194" y="4"/>
                  <a:pt x="199" y="0"/>
                  <a:pt x="205" y="2"/>
                </a:cubicBezTo>
                <a:cubicBezTo>
                  <a:pt x="213" y="4"/>
                  <a:pt x="222" y="5"/>
                  <a:pt x="230" y="7"/>
                </a:cubicBezTo>
                <a:cubicBezTo>
                  <a:pt x="233" y="7"/>
                  <a:pt x="235" y="9"/>
                  <a:pt x="237" y="10"/>
                </a:cubicBezTo>
                <a:cubicBezTo>
                  <a:pt x="241" y="13"/>
                  <a:pt x="244" y="16"/>
                  <a:pt x="248" y="19"/>
                </a:cubicBezTo>
                <a:cubicBezTo>
                  <a:pt x="253" y="23"/>
                  <a:pt x="259" y="26"/>
                  <a:pt x="265" y="29"/>
                </a:cubicBezTo>
                <a:cubicBezTo>
                  <a:pt x="274" y="33"/>
                  <a:pt x="279" y="40"/>
                  <a:pt x="280" y="49"/>
                </a:cubicBezTo>
                <a:cubicBezTo>
                  <a:pt x="280" y="55"/>
                  <a:pt x="280" y="60"/>
                  <a:pt x="278" y="66"/>
                </a:cubicBezTo>
                <a:cubicBezTo>
                  <a:pt x="277" y="68"/>
                  <a:pt x="275" y="70"/>
                  <a:pt x="273" y="72"/>
                </a:cubicBezTo>
                <a:cubicBezTo>
                  <a:pt x="271" y="74"/>
                  <a:pt x="270" y="75"/>
                  <a:pt x="270" y="77"/>
                </a:cubicBezTo>
                <a:cubicBezTo>
                  <a:pt x="271" y="104"/>
                  <a:pt x="271" y="131"/>
                  <a:pt x="271" y="158"/>
                </a:cubicBezTo>
                <a:cubicBezTo>
                  <a:pt x="272" y="165"/>
                  <a:pt x="272" y="172"/>
                  <a:pt x="273" y="179"/>
                </a:cubicBezTo>
                <a:cubicBezTo>
                  <a:pt x="274" y="183"/>
                  <a:pt x="275" y="184"/>
                  <a:pt x="278" y="182"/>
                </a:cubicBezTo>
                <a:cubicBezTo>
                  <a:pt x="291" y="176"/>
                  <a:pt x="303" y="170"/>
                  <a:pt x="313" y="160"/>
                </a:cubicBezTo>
                <a:cubicBezTo>
                  <a:pt x="317" y="155"/>
                  <a:pt x="321" y="150"/>
                  <a:pt x="325" y="144"/>
                </a:cubicBezTo>
                <a:cubicBezTo>
                  <a:pt x="330" y="138"/>
                  <a:pt x="335" y="132"/>
                  <a:pt x="341" y="128"/>
                </a:cubicBezTo>
                <a:cubicBezTo>
                  <a:pt x="350" y="122"/>
                  <a:pt x="359" y="120"/>
                  <a:pt x="369" y="122"/>
                </a:cubicBezTo>
                <a:cubicBezTo>
                  <a:pt x="379" y="124"/>
                  <a:pt x="383" y="131"/>
                  <a:pt x="380" y="141"/>
                </a:cubicBezTo>
                <a:cubicBezTo>
                  <a:pt x="379" y="146"/>
                  <a:pt x="376" y="151"/>
                  <a:pt x="372" y="154"/>
                </a:cubicBezTo>
                <a:cubicBezTo>
                  <a:pt x="367" y="160"/>
                  <a:pt x="361" y="165"/>
                  <a:pt x="355" y="169"/>
                </a:cubicBezTo>
                <a:cubicBezTo>
                  <a:pt x="341" y="178"/>
                  <a:pt x="328" y="189"/>
                  <a:pt x="314" y="199"/>
                </a:cubicBezTo>
                <a:cubicBezTo>
                  <a:pt x="301" y="209"/>
                  <a:pt x="289" y="219"/>
                  <a:pt x="275" y="229"/>
                </a:cubicBezTo>
                <a:cubicBezTo>
                  <a:pt x="272" y="232"/>
                  <a:pt x="271" y="234"/>
                  <a:pt x="271" y="238"/>
                </a:cubicBezTo>
                <a:cubicBezTo>
                  <a:pt x="267" y="263"/>
                  <a:pt x="262" y="287"/>
                  <a:pt x="254" y="310"/>
                </a:cubicBezTo>
                <a:cubicBezTo>
                  <a:pt x="253" y="314"/>
                  <a:pt x="251" y="317"/>
                  <a:pt x="250" y="320"/>
                </a:cubicBezTo>
                <a:cubicBezTo>
                  <a:pt x="249" y="322"/>
                  <a:pt x="249" y="324"/>
                  <a:pt x="247" y="325"/>
                </a:cubicBezTo>
                <a:cubicBezTo>
                  <a:pt x="226" y="349"/>
                  <a:pt x="202" y="371"/>
                  <a:pt x="173" y="386"/>
                </a:cubicBezTo>
                <a:cubicBezTo>
                  <a:pt x="149" y="400"/>
                  <a:pt x="123" y="408"/>
                  <a:pt x="95" y="410"/>
                </a:cubicBezTo>
                <a:cubicBezTo>
                  <a:pt x="93" y="410"/>
                  <a:pt x="90" y="411"/>
                  <a:pt x="88" y="411"/>
                </a:cubicBezTo>
                <a:cubicBezTo>
                  <a:pt x="87" y="411"/>
                  <a:pt x="85" y="411"/>
                  <a:pt x="83" y="4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FE3F4D3E-D3DF-40AF-871C-CC98C752B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1541" y="718938"/>
            <a:ext cx="146138" cy="339008"/>
          </a:xfrm>
          <a:custGeom xmlns:a="http://schemas.openxmlformats.org/drawingml/2006/main">
            <a:gdLst>
              <a:gd name="T0" fmla="*/ 127 w 193"/>
              <a:gd name="T1" fmla="*/ 371 h 449"/>
              <a:gd name="T2" fmla="*/ 63 w 193"/>
              <a:gd name="T3" fmla="*/ 417 h 449"/>
              <a:gd name="T4" fmla="*/ 47 w 193"/>
              <a:gd name="T5" fmla="*/ 433 h 449"/>
              <a:gd name="T6" fmla="*/ 7 w 193"/>
              <a:gd name="T7" fmla="*/ 434 h 449"/>
              <a:gd name="T8" fmla="*/ 1 w 193"/>
              <a:gd name="T9" fmla="*/ 383 h 449"/>
              <a:gd name="T10" fmla="*/ 33 w 193"/>
              <a:gd name="T11" fmla="*/ 331 h 449"/>
              <a:gd name="T12" fmla="*/ 49 w 193"/>
              <a:gd name="T13" fmla="*/ 286 h 449"/>
              <a:gd name="T14" fmla="*/ 50 w 193"/>
              <a:gd name="T15" fmla="*/ 233 h 449"/>
              <a:gd name="T16" fmla="*/ 38 w 193"/>
              <a:gd name="T17" fmla="*/ 207 h 449"/>
              <a:gd name="T18" fmla="*/ 54 w 193"/>
              <a:gd name="T19" fmla="*/ 201 h 449"/>
              <a:gd name="T20" fmla="*/ 75 w 193"/>
              <a:gd name="T21" fmla="*/ 209 h 449"/>
              <a:gd name="T22" fmla="*/ 107 w 193"/>
              <a:gd name="T23" fmla="*/ 223 h 449"/>
              <a:gd name="T24" fmla="*/ 126 w 193"/>
              <a:gd name="T25" fmla="*/ 233 h 449"/>
              <a:gd name="T26" fmla="*/ 133 w 193"/>
              <a:gd name="T27" fmla="*/ 231 h 449"/>
              <a:gd name="T28" fmla="*/ 135 w 193"/>
              <a:gd name="T29" fmla="*/ 200 h 449"/>
              <a:gd name="T30" fmla="*/ 133 w 193"/>
              <a:gd name="T31" fmla="*/ 99 h 449"/>
              <a:gd name="T32" fmla="*/ 105 w 193"/>
              <a:gd name="T33" fmla="*/ 55 h 449"/>
              <a:gd name="T34" fmla="*/ 77 w 193"/>
              <a:gd name="T35" fmla="*/ 9 h 449"/>
              <a:gd name="T36" fmla="*/ 95 w 193"/>
              <a:gd name="T37" fmla="*/ 6 h 449"/>
              <a:gd name="T38" fmla="*/ 165 w 193"/>
              <a:gd name="T39" fmla="*/ 52 h 449"/>
              <a:gd name="T40" fmla="*/ 189 w 193"/>
              <a:gd name="T41" fmla="*/ 83 h 449"/>
              <a:gd name="T42" fmla="*/ 189 w 193"/>
              <a:gd name="T43" fmla="*/ 292 h 449"/>
              <a:gd name="T44" fmla="*/ 165 w 193"/>
              <a:gd name="T45" fmla="*/ 409 h 449"/>
              <a:gd name="T46" fmla="*/ 145 w 193"/>
              <a:gd name="T47" fmla="*/ 428 h 449"/>
              <a:gd name="T48" fmla="*/ 134 w 193"/>
              <a:gd name="T49" fmla="*/ 415 h 449"/>
              <a:gd name="T50" fmla="*/ 131 w 193"/>
              <a:gd name="T51" fmla="*/ 367 h 449"/>
              <a:gd name="T52" fmla="*/ 124 w 193"/>
              <a:gd name="T53" fmla="*/ 264 h 449"/>
              <a:gd name="T54" fmla="*/ 102 w 193"/>
              <a:gd name="T55" fmla="*/ 280 h 449"/>
              <a:gd name="T56" fmla="*/ 81 w 193"/>
              <a:gd name="T57" fmla="*/ 296 h 449"/>
              <a:gd name="T58" fmla="*/ 59 w 193"/>
              <a:gd name="T59" fmla="*/ 331 h 449"/>
              <a:gd name="T60" fmla="*/ 31 w 193"/>
              <a:gd name="T61" fmla="*/ 373 h 449"/>
              <a:gd name="T62" fmla="*/ 46 w 193"/>
              <a:gd name="T63" fmla="*/ 382 h 449"/>
              <a:gd name="T64" fmla="*/ 78 w 193"/>
              <a:gd name="T65" fmla="*/ 363 h 449"/>
              <a:gd name="T66" fmla="*/ 114 w 193"/>
              <a:gd name="T67" fmla="*/ 346 h 449"/>
              <a:gd name="T68" fmla="*/ 133 w 193"/>
              <a:gd name="T69" fmla="*/ 325 h 449"/>
              <a:gd name="T70" fmla="*/ 132 w 193"/>
              <a:gd name="T71" fmla="*/ 255 h 449"/>
            </a:gdLst>
            <a:rect l="0" t="0" r="r" b="b"/>
            <a:pathLst>
              <a:path w="193" h="449">
                <a:moveTo>
                  <a:pt x="131" y="367"/>
                </a:moveTo>
                <a:cubicBezTo>
                  <a:pt x="129" y="369"/>
                  <a:pt x="128" y="370"/>
                  <a:pt x="127" y="371"/>
                </a:cubicBezTo>
                <a:cubicBezTo>
                  <a:pt x="112" y="385"/>
                  <a:pt x="97" y="397"/>
                  <a:pt x="80" y="408"/>
                </a:cubicBezTo>
                <a:cubicBezTo>
                  <a:pt x="74" y="411"/>
                  <a:pt x="69" y="414"/>
                  <a:pt x="63" y="417"/>
                </a:cubicBezTo>
                <a:cubicBezTo>
                  <a:pt x="61" y="419"/>
                  <a:pt x="59" y="420"/>
                  <a:pt x="57" y="422"/>
                </a:cubicBezTo>
                <a:cubicBezTo>
                  <a:pt x="54" y="426"/>
                  <a:pt x="50" y="430"/>
                  <a:pt x="47" y="433"/>
                </a:cubicBezTo>
                <a:cubicBezTo>
                  <a:pt x="44" y="436"/>
                  <a:pt x="41" y="439"/>
                  <a:pt x="38" y="441"/>
                </a:cubicBezTo>
                <a:cubicBezTo>
                  <a:pt x="27" y="449"/>
                  <a:pt x="13" y="446"/>
                  <a:pt x="7" y="434"/>
                </a:cubicBezTo>
                <a:cubicBezTo>
                  <a:pt x="4" y="428"/>
                  <a:pt x="2" y="421"/>
                  <a:pt x="1" y="415"/>
                </a:cubicBezTo>
                <a:cubicBezTo>
                  <a:pt x="0" y="404"/>
                  <a:pt x="0" y="394"/>
                  <a:pt x="1" y="383"/>
                </a:cubicBezTo>
                <a:cubicBezTo>
                  <a:pt x="2" y="379"/>
                  <a:pt x="3" y="374"/>
                  <a:pt x="7" y="372"/>
                </a:cubicBezTo>
                <a:cubicBezTo>
                  <a:pt x="20" y="361"/>
                  <a:pt x="28" y="346"/>
                  <a:pt x="33" y="331"/>
                </a:cubicBezTo>
                <a:cubicBezTo>
                  <a:pt x="36" y="325"/>
                  <a:pt x="37" y="319"/>
                  <a:pt x="39" y="313"/>
                </a:cubicBezTo>
                <a:cubicBezTo>
                  <a:pt x="42" y="304"/>
                  <a:pt x="45" y="294"/>
                  <a:pt x="49" y="286"/>
                </a:cubicBezTo>
                <a:cubicBezTo>
                  <a:pt x="56" y="272"/>
                  <a:pt x="56" y="258"/>
                  <a:pt x="53" y="244"/>
                </a:cubicBezTo>
                <a:cubicBezTo>
                  <a:pt x="52" y="240"/>
                  <a:pt x="51" y="237"/>
                  <a:pt x="50" y="233"/>
                </a:cubicBezTo>
                <a:cubicBezTo>
                  <a:pt x="49" y="229"/>
                  <a:pt x="47" y="225"/>
                  <a:pt x="44" y="221"/>
                </a:cubicBezTo>
                <a:cubicBezTo>
                  <a:pt x="42" y="217"/>
                  <a:pt x="39" y="212"/>
                  <a:pt x="38" y="207"/>
                </a:cubicBezTo>
                <a:cubicBezTo>
                  <a:pt x="36" y="202"/>
                  <a:pt x="38" y="199"/>
                  <a:pt x="44" y="199"/>
                </a:cubicBezTo>
                <a:cubicBezTo>
                  <a:pt x="48" y="199"/>
                  <a:pt x="51" y="199"/>
                  <a:pt x="54" y="201"/>
                </a:cubicBezTo>
                <a:cubicBezTo>
                  <a:pt x="55" y="202"/>
                  <a:pt x="56" y="203"/>
                  <a:pt x="57" y="203"/>
                </a:cubicBezTo>
                <a:cubicBezTo>
                  <a:pt x="62" y="208"/>
                  <a:pt x="68" y="209"/>
                  <a:pt x="75" y="209"/>
                </a:cubicBezTo>
                <a:cubicBezTo>
                  <a:pt x="83" y="209"/>
                  <a:pt x="90" y="212"/>
                  <a:pt x="96" y="218"/>
                </a:cubicBezTo>
                <a:cubicBezTo>
                  <a:pt x="99" y="221"/>
                  <a:pt x="103" y="223"/>
                  <a:pt x="107" y="223"/>
                </a:cubicBezTo>
                <a:cubicBezTo>
                  <a:pt x="110" y="223"/>
                  <a:pt x="112" y="224"/>
                  <a:pt x="115" y="225"/>
                </a:cubicBezTo>
                <a:cubicBezTo>
                  <a:pt x="120" y="226"/>
                  <a:pt x="124" y="229"/>
                  <a:pt x="126" y="233"/>
                </a:cubicBezTo>
                <a:cubicBezTo>
                  <a:pt x="126" y="234"/>
                  <a:pt x="127" y="235"/>
                  <a:pt x="128" y="236"/>
                </a:cubicBezTo>
                <a:cubicBezTo>
                  <a:pt x="131" y="236"/>
                  <a:pt x="132" y="234"/>
                  <a:pt x="133" y="231"/>
                </a:cubicBezTo>
                <a:cubicBezTo>
                  <a:pt x="134" y="229"/>
                  <a:pt x="134" y="227"/>
                  <a:pt x="134" y="225"/>
                </a:cubicBezTo>
                <a:cubicBezTo>
                  <a:pt x="134" y="217"/>
                  <a:pt x="134" y="208"/>
                  <a:pt x="135" y="200"/>
                </a:cubicBezTo>
                <a:cubicBezTo>
                  <a:pt x="137" y="176"/>
                  <a:pt x="139" y="151"/>
                  <a:pt x="137" y="127"/>
                </a:cubicBezTo>
                <a:cubicBezTo>
                  <a:pt x="137" y="118"/>
                  <a:pt x="135" y="109"/>
                  <a:pt x="133" y="99"/>
                </a:cubicBezTo>
                <a:cubicBezTo>
                  <a:pt x="132" y="90"/>
                  <a:pt x="127" y="81"/>
                  <a:pt x="121" y="74"/>
                </a:cubicBezTo>
                <a:cubicBezTo>
                  <a:pt x="116" y="67"/>
                  <a:pt x="111" y="61"/>
                  <a:pt x="105" y="55"/>
                </a:cubicBezTo>
                <a:cubicBezTo>
                  <a:pt x="98" y="46"/>
                  <a:pt x="90" y="36"/>
                  <a:pt x="83" y="27"/>
                </a:cubicBezTo>
                <a:cubicBezTo>
                  <a:pt x="79" y="22"/>
                  <a:pt x="77" y="15"/>
                  <a:pt x="77" y="9"/>
                </a:cubicBezTo>
                <a:cubicBezTo>
                  <a:pt x="77" y="3"/>
                  <a:pt x="80" y="0"/>
                  <a:pt x="86" y="2"/>
                </a:cubicBezTo>
                <a:cubicBezTo>
                  <a:pt x="89" y="2"/>
                  <a:pt x="92" y="4"/>
                  <a:pt x="95" y="6"/>
                </a:cubicBezTo>
                <a:cubicBezTo>
                  <a:pt x="105" y="15"/>
                  <a:pt x="116" y="22"/>
                  <a:pt x="128" y="28"/>
                </a:cubicBezTo>
                <a:cubicBezTo>
                  <a:pt x="141" y="35"/>
                  <a:pt x="154" y="43"/>
                  <a:pt x="165" y="52"/>
                </a:cubicBezTo>
                <a:cubicBezTo>
                  <a:pt x="172" y="58"/>
                  <a:pt x="179" y="64"/>
                  <a:pt x="184" y="72"/>
                </a:cubicBezTo>
                <a:cubicBezTo>
                  <a:pt x="186" y="75"/>
                  <a:pt x="188" y="78"/>
                  <a:pt x="189" y="83"/>
                </a:cubicBezTo>
                <a:cubicBezTo>
                  <a:pt x="192" y="122"/>
                  <a:pt x="193" y="162"/>
                  <a:pt x="193" y="202"/>
                </a:cubicBezTo>
                <a:cubicBezTo>
                  <a:pt x="193" y="232"/>
                  <a:pt x="192" y="262"/>
                  <a:pt x="189" y="292"/>
                </a:cubicBezTo>
                <a:cubicBezTo>
                  <a:pt x="186" y="321"/>
                  <a:pt x="183" y="350"/>
                  <a:pt x="176" y="378"/>
                </a:cubicBezTo>
                <a:cubicBezTo>
                  <a:pt x="173" y="388"/>
                  <a:pt x="170" y="399"/>
                  <a:pt x="165" y="409"/>
                </a:cubicBezTo>
                <a:cubicBezTo>
                  <a:pt x="162" y="414"/>
                  <a:pt x="159" y="419"/>
                  <a:pt x="155" y="423"/>
                </a:cubicBezTo>
                <a:cubicBezTo>
                  <a:pt x="152" y="426"/>
                  <a:pt x="149" y="428"/>
                  <a:pt x="145" y="428"/>
                </a:cubicBezTo>
                <a:cubicBezTo>
                  <a:pt x="140" y="429"/>
                  <a:pt x="136" y="427"/>
                  <a:pt x="135" y="422"/>
                </a:cubicBezTo>
                <a:cubicBezTo>
                  <a:pt x="135" y="420"/>
                  <a:pt x="135" y="418"/>
                  <a:pt x="134" y="415"/>
                </a:cubicBezTo>
                <a:cubicBezTo>
                  <a:pt x="134" y="407"/>
                  <a:pt x="135" y="399"/>
                  <a:pt x="135" y="391"/>
                </a:cubicBezTo>
                <a:cubicBezTo>
                  <a:pt x="134" y="383"/>
                  <a:pt x="134" y="375"/>
                  <a:pt x="131" y="367"/>
                </a:cubicBezTo>
                <a:close/>
                <a:moveTo>
                  <a:pt x="132" y="255"/>
                </a:moveTo>
                <a:cubicBezTo>
                  <a:pt x="127" y="257"/>
                  <a:pt x="125" y="260"/>
                  <a:pt x="124" y="264"/>
                </a:cubicBezTo>
                <a:cubicBezTo>
                  <a:pt x="123" y="267"/>
                  <a:pt x="122" y="271"/>
                  <a:pt x="119" y="273"/>
                </a:cubicBezTo>
                <a:cubicBezTo>
                  <a:pt x="114" y="277"/>
                  <a:pt x="108" y="280"/>
                  <a:pt x="102" y="280"/>
                </a:cubicBezTo>
                <a:cubicBezTo>
                  <a:pt x="97" y="280"/>
                  <a:pt x="94" y="282"/>
                  <a:pt x="91" y="285"/>
                </a:cubicBezTo>
                <a:cubicBezTo>
                  <a:pt x="87" y="289"/>
                  <a:pt x="84" y="292"/>
                  <a:pt x="81" y="296"/>
                </a:cubicBezTo>
                <a:cubicBezTo>
                  <a:pt x="78" y="299"/>
                  <a:pt x="76" y="302"/>
                  <a:pt x="75" y="305"/>
                </a:cubicBezTo>
                <a:cubicBezTo>
                  <a:pt x="71" y="315"/>
                  <a:pt x="66" y="323"/>
                  <a:pt x="59" y="331"/>
                </a:cubicBezTo>
                <a:cubicBezTo>
                  <a:pt x="54" y="337"/>
                  <a:pt x="50" y="343"/>
                  <a:pt x="45" y="349"/>
                </a:cubicBezTo>
                <a:cubicBezTo>
                  <a:pt x="39" y="356"/>
                  <a:pt x="34" y="364"/>
                  <a:pt x="31" y="373"/>
                </a:cubicBezTo>
                <a:cubicBezTo>
                  <a:pt x="29" y="377"/>
                  <a:pt x="29" y="379"/>
                  <a:pt x="34" y="381"/>
                </a:cubicBezTo>
                <a:cubicBezTo>
                  <a:pt x="38" y="382"/>
                  <a:pt x="42" y="383"/>
                  <a:pt x="46" y="382"/>
                </a:cubicBezTo>
                <a:cubicBezTo>
                  <a:pt x="53" y="381"/>
                  <a:pt x="59" y="378"/>
                  <a:pt x="64" y="374"/>
                </a:cubicBezTo>
                <a:cubicBezTo>
                  <a:pt x="69" y="371"/>
                  <a:pt x="73" y="367"/>
                  <a:pt x="78" y="363"/>
                </a:cubicBezTo>
                <a:cubicBezTo>
                  <a:pt x="81" y="361"/>
                  <a:pt x="83" y="359"/>
                  <a:pt x="87" y="358"/>
                </a:cubicBezTo>
                <a:cubicBezTo>
                  <a:pt x="97" y="356"/>
                  <a:pt x="106" y="351"/>
                  <a:pt x="114" y="346"/>
                </a:cubicBezTo>
                <a:cubicBezTo>
                  <a:pt x="119" y="343"/>
                  <a:pt x="123" y="340"/>
                  <a:pt x="127" y="338"/>
                </a:cubicBezTo>
                <a:cubicBezTo>
                  <a:pt x="131" y="335"/>
                  <a:pt x="133" y="331"/>
                  <a:pt x="133" y="325"/>
                </a:cubicBezTo>
                <a:cubicBezTo>
                  <a:pt x="132" y="304"/>
                  <a:pt x="132" y="282"/>
                  <a:pt x="132" y="260"/>
                </a:cubicBezTo>
                <a:cubicBezTo>
                  <a:pt x="132" y="259"/>
                  <a:pt x="132" y="257"/>
                  <a:pt x="132" y="25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2" name="Freeform 12">
            <a:extLst xmlns:a="http://schemas.openxmlformats.org/drawingml/2006/main">
              <a:ext uri="{FF2B5EF4-FFF2-40B4-BE49-F238E27FC236}">
                <a16:creationId xmlns:a16="http://schemas.microsoft.com/office/drawing/2014/main" id="{85A7E33A-A2F5-4BF5-93F2-7DB697DCC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5456" y="764819"/>
            <a:ext cx="172477" cy="238750"/>
          </a:xfrm>
          <a:custGeom xmlns:a="http://schemas.openxmlformats.org/drawingml/2006/main">
            <a:gdLst>
              <a:gd name="T0" fmla="*/ 34 w 229"/>
              <a:gd name="T1" fmla="*/ 0 h 316"/>
              <a:gd name="T2" fmla="*/ 37 w 229"/>
              <a:gd name="T3" fmla="*/ 2 h 316"/>
              <a:gd name="T4" fmla="*/ 69 w 229"/>
              <a:gd name="T5" fmla="*/ 32 h 316"/>
              <a:gd name="T6" fmla="*/ 73 w 229"/>
              <a:gd name="T7" fmla="*/ 38 h 316"/>
              <a:gd name="T8" fmla="*/ 99 w 229"/>
              <a:gd name="T9" fmla="*/ 117 h 316"/>
              <a:gd name="T10" fmla="*/ 101 w 229"/>
              <a:gd name="T11" fmla="*/ 128 h 316"/>
              <a:gd name="T12" fmla="*/ 112 w 229"/>
              <a:gd name="T13" fmla="*/ 132 h 316"/>
              <a:gd name="T14" fmla="*/ 120 w 229"/>
              <a:gd name="T15" fmla="*/ 127 h 316"/>
              <a:gd name="T16" fmla="*/ 145 w 229"/>
              <a:gd name="T17" fmla="*/ 109 h 316"/>
              <a:gd name="T18" fmla="*/ 148 w 229"/>
              <a:gd name="T19" fmla="*/ 103 h 316"/>
              <a:gd name="T20" fmla="*/ 148 w 229"/>
              <a:gd name="T21" fmla="*/ 80 h 316"/>
              <a:gd name="T22" fmla="*/ 159 w 229"/>
              <a:gd name="T23" fmla="*/ 69 h 316"/>
              <a:gd name="T24" fmla="*/ 162 w 229"/>
              <a:gd name="T25" fmla="*/ 71 h 316"/>
              <a:gd name="T26" fmla="*/ 164 w 229"/>
              <a:gd name="T27" fmla="*/ 75 h 316"/>
              <a:gd name="T28" fmla="*/ 171 w 229"/>
              <a:gd name="T29" fmla="*/ 86 h 316"/>
              <a:gd name="T30" fmla="*/ 204 w 229"/>
              <a:gd name="T31" fmla="*/ 104 h 316"/>
              <a:gd name="T32" fmla="*/ 209 w 229"/>
              <a:gd name="T33" fmla="*/ 112 h 316"/>
              <a:gd name="T34" fmla="*/ 169 w 229"/>
              <a:gd name="T35" fmla="*/ 170 h 316"/>
              <a:gd name="T36" fmla="*/ 128 w 229"/>
              <a:gd name="T37" fmla="*/ 175 h 316"/>
              <a:gd name="T38" fmla="*/ 114 w 229"/>
              <a:gd name="T39" fmla="*/ 190 h 316"/>
              <a:gd name="T40" fmla="*/ 115 w 229"/>
              <a:gd name="T41" fmla="*/ 196 h 316"/>
              <a:gd name="T42" fmla="*/ 115 w 229"/>
              <a:gd name="T43" fmla="*/ 219 h 316"/>
              <a:gd name="T44" fmla="*/ 109 w 229"/>
              <a:gd name="T45" fmla="*/ 226 h 316"/>
              <a:gd name="T46" fmla="*/ 89 w 229"/>
              <a:gd name="T47" fmla="*/ 246 h 316"/>
              <a:gd name="T48" fmla="*/ 95 w 229"/>
              <a:gd name="T49" fmla="*/ 260 h 316"/>
              <a:gd name="T50" fmla="*/ 113 w 229"/>
              <a:gd name="T51" fmla="*/ 259 h 316"/>
              <a:gd name="T52" fmla="*/ 148 w 229"/>
              <a:gd name="T53" fmla="*/ 248 h 316"/>
              <a:gd name="T54" fmla="*/ 170 w 229"/>
              <a:gd name="T55" fmla="*/ 243 h 316"/>
              <a:gd name="T56" fmla="*/ 187 w 229"/>
              <a:gd name="T57" fmla="*/ 237 h 316"/>
              <a:gd name="T58" fmla="*/ 212 w 229"/>
              <a:gd name="T59" fmla="*/ 229 h 316"/>
              <a:gd name="T60" fmla="*/ 220 w 229"/>
              <a:gd name="T61" fmla="*/ 229 h 316"/>
              <a:gd name="T62" fmla="*/ 227 w 229"/>
              <a:gd name="T63" fmla="*/ 241 h 316"/>
              <a:gd name="T64" fmla="*/ 214 w 229"/>
              <a:gd name="T65" fmla="*/ 267 h 316"/>
              <a:gd name="T66" fmla="*/ 203 w 229"/>
              <a:gd name="T67" fmla="*/ 277 h 316"/>
              <a:gd name="T68" fmla="*/ 174 w 229"/>
              <a:gd name="T69" fmla="*/ 289 h 316"/>
              <a:gd name="T70" fmla="*/ 140 w 229"/>
              <a:gd name="T71" fmla="*/ 298 h 316"/>
              <a:gd name="T72" fmla="*/ 127 w 229"/>
              <a:gd name="T73" fmla="*/ 298 h 316"/>
              <a:gd name="T74" fmla="*/ 116 w 229"/>
              <a:gd name="T75" fmla="*/ 301 h 316"/>
              <a:gd name="T76" fmla="*/ 55 w 229"/>
              <a:gd name="T77" fmla="*/ 304 h 316"/>
              <a:gd name="T78" fmla="*/ 44 w 229"/>
              <a:gd name="T79" fmla="*/ 292 h 316"/>
              <a:gd name="T80" fmla="*/ 27 w 229"/>
              <a:gd name="T81" fmla="*/ 257 h 316"/>
              <a:gd name="T82" fmla="*/ 25 w 229"/>
              <a:gd name="T83" fmla="*/ 252 h 316"/>
              <a:gd name="T84" fmla="*/ 18 w 229"/>
              <a:gd name="T85" fmla="*/ 217 h 316"/>
              <a:gd name="T86" fmla="*/ 18 w 229"/>
              <a:gd name="T87" fmla="*/ 210 h 316"/>
              <a:gd name="T88" fmla="*/ 1 w 229"/>
              <a:gd name="T89" fmla="*/ 140 h 316"/>
              <a:gd name="T90" fmla="*/ 0 w 229"/>
              <a:gd name="T91" fmla="*/ 134 h 316"/>
              <a:gd name="T92" fmla="*/ 18 w 229"/>
              <a:gd name="T93" fmla="*/ 50 h 316"/>
              <a:gd name="T94" fmla="*/ 32 w 229"/>
              <a:gd name="T95" fmla="*/ 4 h 316"/>
              <a:gd name="T96" fmla="*/ 34 w 229"/>
              <a:gd name="T97" fmla="*/ 0 h 316"/>
            </a:gdLst>
            <a:rect l="0" t="0" r="r" b="b"/>
            <a:pathLst>
              <a:path w="229" h="316">
                <a:moveTo>
                  <a:pt x="34" y="0"/>
                </a:moveTo>
                <a:cubicBezTo>
                  <a:pt x="35" y="1"/>
                  <a:pt x="36" y="2"/>
                  <a:pt x="37" y="2"/>
                </a:cubicBezTo>
                <a:cubicBezTo>
                  <a:pt x="48" y="12"/>
                  <a:pt x="58" y="22"/>
                  <a:pt x="69" y="32"/>
                </a:cubicBezTo>
                <a:cubicBezTo>
                  <a:pt x="71" y="34"/>
                  <a:pt x="72" y="36"/>
                  <a:pt x="73" y="38"/>
                </a:cubicBezTo>
                <a:cubicBezTo>
                  <a:pt x="86" y="63"/>
                  <a:pt x="94" y="89"/>
                  <a:pt x="99" y="117"/>
                </a:cubicBezTo>
                <a:cubicBezTo>
                  <a:pt x="99" y="120"/>
                  <a:pt x="100" y="124"/>
                  <a:pt x="101" y="128"/>
                </a:cubicBezTo>
                <a:cubicBezTo>
                  <a:pt x="103" y="133"/>
                  <a:pt x="107" y="134"/>
                  <a:pt x="112" y="132"/>
                </a:cubicBezTo>
                <a:cubicBezTo>
                  <a:pt x="115" y="130"/>
                  <a:pt x="117" y="129"/>
                  <a:pt x="120" y="127"/>
                </a:cubicBezTo>
                <a:cubicBezTo>
                  <a:pt x="128" y="121"/>
                  <a:pt x="136" y="115"/>
                  <a:pt x="145" y="109"/>
                </a:cubicBezTo>
                <a:cubicBezTo>
                  <a:pt x="147" y="108"/>
                  <a:pt x="148" y="106"/>
                  <a:pt x="148" y="103"/>
                </a:cubicBezTo>
                <a:cubicBezTo>
                  <a:pt x="148" y="95"/>
                  <a:pt x="148" y="88"/>
                  <a:pt x="148" y="80"/>
                </a:cubicBezTo>
                <a:cubicBezTo>
                  <a:pt x="148" y="75"/>
                  <a:pt x="153" y="69"/>
                  <a:pt x="159" y="69"/>
                </a:cubicBezTo>
                <a:cubicBezTo>
                  <a:pt x="160" y="69"/>
                  <a:pt x="162" y="70"/>
                  <a:pt x="162" y="71"/>
                </a:cubicBezTo>
                <a:cubicBezTo>
                  <a:pt x="163" y="72"/>
                  <a:pt x="164" y="73"/>
                  <a:pt x="164" y="75"/>
                </a:cubicBezTo>
                <a:cubicBezTo>
                  <a:pt x="164" y="79"/>
                  <a:pt x="167" y="83"/>
                  <a:pt x="171" y="86"/>
                </a:cubicBezTo>
                <a:cubicBezTo>
                  <a:pt x="181" y="94"/>
                  <a:pt x="192" y="100"/>
                  <a:pt x="204" y="104"/>
                </a:cubicBezTo>
                <a:cubicBezTo>
                  <a:pt x="208" y="106"/>
                  <a:pt x="209" y="108"/>
                  <a:pt x="209" y="112"/>
                </a:cubicBezTo>
                <a:cubicBezTo>
                  <a:pt x="210" y="140"/>
                  <a:pt x="196" y="160"/>
                  <a:pt x="169" y="170"/>
                </a:cubicBezTo>
                <a:cubicBezTo>
                  <a:pt x="156" y="175"/>
                  <a:pt x="142" y="177"/>
                  <a:pt x="128" y="175"/>
                </a:cubicBezTo>
                <a:cubicBezTo>
                  <a:pt x="119" y="173"/>
                  <a:pt x="112" y="182"/>
                  <a:pt x="114" y="190"/>
                </a:cubicBezTo>
                <a:cubicBezTo>
                  <a:pt x="114" y="192"/>
                  <a:pt x="115" y="194"/>
                  <a:pt x="115" y="196"/>
                </a:cubicBezTo>
                <a:cubicBezTo>
                  <a:pt x="118" y="203"/>
                  <a:pt x="118" y="211"/>
                  <a:pt x="115" y="219"/>
                </a:cubicBezTo>
                <a:cubicBezTo>
                  <a:pt x="114" y="222"/>
                  <a:pt x="112" y="224"/>
                  <a:pt x="109" y="226"/>
                </a:cubicBezTo>
                <a:cubicBezTo>
                  <a:pt x="101" y="231"/>
                  <a:pt x="95" y="238"/>
                  <a:pt x="89" y="246"/>
                </a:cubicBezTo>
                <a:cubicBezTo>
                  <a:pt x="84" y="254"/>
                  <a:pt x="85" y="258"/>
                  <a:pt x="95" y="260"/>
                </a:cubicBezTo>
                <a:cubicBezTo>
                  <a:pt x="101" y="261"/>
                  <a:pt x="107" y="261"/>
                  <a:pt x="113" y="259"/>
                </a:cubicBezTo>
                <a:cubicBezTo>
                  <a:pt x="125" y="256"/>
                  <a:pt x="137" y="252"/>
                  <a:pt x="148" y="248"/>
                </a:cubicBezTo>
                <a:cubicBezTo>
                  <a:pt x="155" y="245"/>
                  <a:pt x="162" y="243"/>
                  <a:pt x="170" y="243"/>
                </a:cubicBezTo>
                <a:cubicBezTo>
                  <a:pt x="176" y="242"/>
                  <a:pt x="182" y="240"/>
                  <a:pt x="187" y="237"/>
                </a:cubicBezTo>
                <a:cubicBezTo>
                  <a:pt x="195" y="234"/>
                  <a:pt x="203" y="230"/>
                  <a:pt x="212" y="229"/>
                </a:cubicBezTo>
                <a:cubicBezTo>
                  <a:pt x="214" y="229"/>
                  <a:pt x="217" y="229"/>
                  <a:pt x="220" y="229"/>
                </a:cubicBezTo>
                <a:cubicBezTo>
                  <a:pt x="226" y="230"/>
                  <a:pt x="229" y="236"/>
                  <a:pt x="227" y="241"/>
                </a:cubicBezTo>
                <a:cubicBezTo>
                  <a:pt x="223" y="250"/>
                  <a:pt x="218" y="259"/>
                  <a:pt x="214" y="267"/>
                </a:cubicBezTo>
                <a:cubicBezTo>
                  <a:pt x="211" y="271"/>
                  <a:pt x="207" y="274"/>
                  <a:pt x="203" y="277"/>
                </a:cubicBezTo>
                <a:cubicBezTo>
                  <a:pt x="194" y="282"/>
                  <a:pt x="184" y="286"/>
                  <a:pt x="174" y="289"/>
                </a:cubicBezTo>
                <a:cubicBezTo>
                  <a:pt x="163" y="292"/>
                  <a:pt x="151" y="295"/>
                  <a:pt x="140" y="298"/>
                </a:cubicBezTo>
                <a:cubicBezTo>
                  <a:pt x="136" y="299"/>
                  <a:pt x="131" y="298"/>
                  <a:pt x="127" y="298"/>
                </a:cubicBezTo>
                <a:cubicBezTo>
                  <a:pt x="122" y="298"/>
                  <a:pt x="119" y="299"/>
                  <a:pt x="116" y="301"/>
                </a:cubicBezTo>
                <a:cubicBezTo>
                  <a:pt x="97" y="315"/>
                  <a:pt x="74" y="316"/>
                  <a:pt x="55" y="304"/>
                </a:cubicBezTo>
                <a:cubicBezTo>
                  <a:pt x="51" y="301"/>
                  <a:pt x="47" y="297"/>
                  <a:pt x="44" y="292"/>
                </a:cubicBezTo>
                <a:cubicBezTo>
                  <a:pt x="37" y="281"/>
                  <a:pt x="32" y="269"/>
                  <a:pt x="27" y="257"/>
                </a:cubicBezTo>
                <a:cubicBezTo>
                  <a:pt x="26" y="255"/>
                  <a:pt x="26" y="254"/>
                  <a:pt x="25" y="252"/>
                </a:cubicBezTo>
                <a:cubicBezTo>
                  <a:pt x="20" y="241"/>
                  <a:pt x="17" y="230"/>
                  <a:pt x="18" y="217"/>
                </a:cubicBezTo>
                <a:cubicBezTo>
                  <a:pt x="19" y="215"/>
                  <a:pt x="18" y="213"/>
                  <a:pt x="18" y="210"/>
                </a:cubicBezTo>
                <a:cubicBezTo>
                  <a:pt x="12" y="187"/>
                  <a:pt x="6" y="163"/>
                  <a:pt x="1" y="140"/>
                </a:cubicBezTo>
                <a:cubicBezTo>
                  <a:pt x="0" y="138"/>
                  <a:pt x="0" y="136"/>
                  <a:pt x="0" y="134"/>
                </a:cubicBezTo>
                <a:cubicBezTo>
                  <a:pt x="6" y="106"/>
                  <a:pt x="12" y="78"/>
                  <a:pt x="18" y="50"/>
                </a:cubicBezTo>
                <a:cubicBezTo>
                  <a:pt x="22" y="35"/>
                  <a:pt x="26" y="19"/>
                  <a:pt x="32" y="4"/>
                </a:cubicBezTo>
                <a:cubicBezTo>
                  <a:pt x="33" y="2"/>
                  <a:pt x="33" y="1"/>
                  <a:pt x="3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1B3DA2FF-14C9-4700-8EFB-58B873500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5447" y="857431"/>
            <a:ext cx="204764" cy="226855"/>
          </a:xfrm>
          <a:custGeom xmlns:a="http://schemas.openxmlformats.org/drawingml/2006/main">
            <a:gdLst>
              <a:gd name="T0" fmla="*/ 194 w 271"/>
              <a:gd name="T1" fmla="*/ 98 h 300"/>
              <a:gd name="T2" fmla="*/ 236 w 271"/>
              <a:gd name="T3" fmla="*/ 96 h 300"/>
              <a:gd name="T4" fmla="*/ 237 w 271"/>
              <a:gd name="T5" fmla="*/ 111 h 300"/>
              <a:gd name="T6" fmla="*/ 175 w 271"/>
              <a:gd name="T7" fmla="*/ 150 h 300"/>
              <a:gd name="T8" fmla="*/ 169 w 271"/>
              <a:gd name="T9" fmla="*/ 195 h 300"/>
              <a:gd name="T10" fmla="*/ 177 w 271"/>
              <a:gd name="T11" fmla="*/ 299 h 300"/>
              <a:gd name="T12" fmla="*/ 159 w 271"/>
              <a:gd name="T13" fmla="*/ 285 h 300"/>
              <a:gd name="T14" fmla="*/ 150 w 271"/>
              <a:gd name="T15" fmla="*/ 266 h 300"/>
              <a:gd name="T16" fmla="*/ 133 w 271"/>
              <a:gd name="T17" fmla="*/ 260 h 300"/>
              <a:gd name="T18" fmla="*/ 132 w 271"/>
              <a:gd name="T19" fmla="*/ 243 h 300"/>
              <a:gd name="T20" fmla="*/ 149 w 271"/>
              <a:gd name="T21" fmla="*/ 232 h 300"/>
              <a:gd name="T22" fmla="*/ 139 w 271"/>
              <a:gd name="T23" fmla="*/ 197 h 300"/>
              <a:gd name="T24" fmla="*/ 117 w 271"/>
              <a:gd name="T25" fmla="*/ 216 h 300"/>
              <a:gd name="T26" fmla="*/ 101 w 271"/>
              <a:gd name="T27" fmla="*/ 235 h 300"/>
              <a:gd name="T28" fmla="*/ 26 w 271"/>
              <a:gd name="T29" fmla="*/ 293 h 300"/>
              <a:gd name="T30" fmla="*/ 0 w 271"/>
              <a:gd name="T31" fmla="*/ 243 h 300"/>
              <a:gd name="T32" fmla="*/ 9 w 271"/>
              <a:gd name="T33" fmla="*/ 237 h 300"/>
              <a:gd name="T34" fmla="*/ 32 w 271"/>
              <a:gd name="T35" fmla="*/ 234 h 300"/>
              <a:gd name="T36" fmla="*/ 59 w 271"/>
              <a:gd name="T37" fmla="*/ 219 h 300"/>
              <a:gd name="T38" fmla="*/ 116 w 271"/>
              <a:gd name="T39" fmla="*/ 185 h 300"/>
              <a:gd name="T40" fmla="*/ 145 w 271"/>
              <a:gd name="T41" fmla="*/ 155 h 300"/>
              <a:gd name="T42" fmla="*/ 133 w 271"/>
              <a:gd name="T43" fmla="*/ 142 h 300"/>
              <a:gd name="T44" fmla="*/ 145 w 271"/>
              <a:gd name="T45" fmla="*/ 112 h 300"/>
              <a:gd name="T46" fmla="*/ 143 w 271"/>
              <a:gd name="T47" fmla="*/ 104 h 300"/>
              <a:gd name="T48" fmla="*/ 124 w 271"/>
              <a:gd name="T49" fmla="*/ 108 h 300"/>
              <a:gd name="T50" fmla="*/ 121 w 271"/>
              <a:gd name="T51" fmla="*/ 140 h 300"/>
              <a:gd name="T52" fmla="*/ 87 w 271"/>
              <a:gd name="T53" fmla="*/ 188 h 300"/>
              <a:gd name="T54" fmla="*/ 73 w 271"/>
              <a:gd name="T55" fmla="*/ 176 h 300"/>
              <a:gd name="T56" fmla="*/ 67 w 271"/>
              <a:gd name="T57" fmla="*/ 159 h 300"/>
              <a:gd name="T58" fmla="*/ 66 w 271"/>
              <a:gd name="T59" fmla="*/ 63 h 300"/>
              <a:gd name="T60" fmla="*/ 72 w 271"/>
              <a:gd name="T61" fmla="*/ 47 h 300"/>
              <a:gd name="T62" fmla="*/ 88 w 271"/>
              <a:gd name="T63" fmla="*/ 55 h 300"/>
              <a:gd name="T64" fmla="*/ 109 w 271"/>
              <a:gd name="T65" fmla="*/ 63 h 300"/>
              <a:gd name="T66" fmla="*/ 160 w 271"/>
              <a:gd name="T67" fmla="*/ 28 h 300"/>
              <a:gd name="T68" fmla="*/ 187 w 271"/>
              <a:gd name="T69" fmla="*/ 16 h 300"/>
              <a:gd name="T70" fmla="*/ 258 w 271"/>
              <a:gd name="T71" fmla="*/ 4 h 300"/>
              <a:gd name="T72" fmla="*/ 271 w 271"/>
              <a:gd name="T73" fmla="*/ 16 h 300"/>
              <a:gd name="T74" fmla="*/ 248 w 271"/>
              <a:gd name="T75" fmla="*/ 37 h 300"/>
              <a:gd name="T76" fmla="*/ 215 w 271"/>
              <a:gd name="T77" fmla="*/ 67 h 300"/>
              <a:gd name="T78" fmla="*/ 186 w 271"/>
              <a:gd name="T79" fmla="*/ 95 h 300"/>
            </a:gdLst>
            <a:rect l="0" t="0" r="r" b="b"/>
            <a:pathLst>
              <a:path w="271" h="300">
                <a:moveTo>
                  <a:pt x="185" y="102"/>
                </a:moveTo>
                <a:cubicBezTo>
                  <a:pt x="188" y="101"/>
                  <a:pt x="191" y="99"/>
                  <a:pt x="194" y="98"/>
                </a:cubicBezTo>
                <a:cubicBezTo>
                  <a:pt x="200" y="94"/>
                  <a:pt x="206" y="91"/>
                  <a:pt x="213" y="90"/>
                </a:cubicBezTo>
                <a:cubicBezTo>
                  <a:pt x="221" y="89"/>
                  <a:pt x="229" y="92"/>
                  <a:pt x="236" y="96"/>
                </a:cubicBezTo>
                <a:cubicBezTo>
                  <a:pt x="237" y="97"/>
                  <a:pt x="238" y="98"/>
                  <a:pt x="239" y="99"/>
                </a:cubicBezTo>
                <a:cubicBezTo>
                  <a:pt x="242" y="103"/>
                  <a:pt x="242" y="108"/>
                  <a:pt x="237" y="111"/>
                </a:cubicBezTo>
                <a:cubicBezTo>
                  <a:pt x="220" y="127"/>
                  <a:pt x="200" y="139"/>
                  <a:pt x="179" y="148"/>
                </a:cubicBezTo>
                <a:cubicBezTo>
                  <a:pt x="178" y="149"/>
                  <a:pt x="176" y="149"/>
                  <a:pt x="175" y="150"/>
                </a:cubicBezTo>
                <a:cubicBezTo>
                  <a:pt x="167" y="153"/>
                  <a:pt x="164" y="159"/>
                  <a:pt x="163" y="168"/>
                </a:cubicBezTo>
                <a:cubicBezTo>
                  <a:pt x="163" y="177"/>
                  <a:pt x="165" y="187"/>
                  <a:pt x="169" y="195"/>
                </a:cubicBezTo>
                <a:cubicBezTo>
                  <a:pt x="182" y="226"/>
                  <a:pt x="186" y="259"/>
                  <a:pt x="185" y="292"/>
                </a:cubicBezTo>
                <a:cubicBezTo>
                  <a:pt x="185" y="298"/>
                  <a:pt x="183" y="300"/>
                  <a:pt x="177" y="299"/>
                </a:cubicBezTo>
                <a:cubicBezTo>
                  <a:pt x="171" y="299"/>
                  <a:pt x="165" y="297"/>
                  <a:pt x="161" y="292"/>
                </a:cubicBezTo>
                <a:cubicBezTo>
                  <a:pt x="159" y="290"/>
                  <a:pt x="159" y="287"/>
                  <a:pt x="159" y="285"/>
                </a:cubicBezTo>
                <a:cubicBezTo>
                  <a:pt x="159" y="284"/>
                  <a:pt x="159" y="282"/>
                  <a:pt x="159" y="281"/>
                </a:cubicBezTo>
                <a:cubicBezTo>
                  <a:pt x="159" y="274"/>
                  <a:pt x="156" y="269"/>
                  <a:pt x="150" y="266"/>
                </a:cubicBezTo>
                <a:cubicBezTo>
                  <a:pt x="146" y="263"/>
                  <a:pt x="141" y="262"/>
                  <a:pt x="136" y="260"/>
                </a:cubicBezTo>
                <a:cubicBezTo>
                  <a:pt x="135" y="260"/>
                  <a:pt x="134" y="260"/>
                  <a:pt x="133" y="260"/>
                </a:cubicBezTo>
                <a:cubicBezTo>
                  <a:pt x="129" y="258"/>
                  <a:pt x="126" y="255"/>
                  <a:pt x="126" y="252"/>
                </a:cubicBezTo>
                <a:cubicBezTo>
                  <a:pt x="125" y="248"/>
                  <a:pt x="128" y="244"/>
                  <a:pt x="132" y="243"/>
                </a:cubicBezTo>
                <a:cubicBezTo>
                  <a:pt x="134" y="242"/>
                  <a:pt x="136" y="242"/>
                  <a:pt x="138" y="242"/>
                </a:cubicBezTo>
                <a:cubicBezTo>
                  <a:pt x="144" y="241"/>
                  <a:pt x="147" y="238"/>
                  <a:pt x="149" y="232"/>
                </a:cubicBezTo>
                <a:cubicBezTo>
                  <a:pt x="153" y="220"/>
                  <a:pt x="151" y="208"/>
                  <a:pt x="144" y="197"/>
                </a:cubicBezTo>
                <a:cubicBezTo>
                  <a:pt x="142" y="195"/>
                  <a:pt x="141" y="195"/>
                  <a:pt x="139" y="197"/>
                </a:cubicBezTo>
                <a:cubicBezTo>
                  <a:pt x="138" y="197"/>
                  <a:pt x="137" y="198"/>
                  <a:pt x="136" y="199"/>
                </a:cubicBezTo>
                <a:cubicBezTo>
                  <a:pt x="129" y="205"/>
                  <a:pt x="123" y="210"/>
                  <a:pt x="117" y="216"/>
                </a:cubicBezTo>
                <a:cubicBezTo>
                  <a:pt x="112" y="220"/>
                  <a:pt x="108" y="225"/>
                  <a:pt x="105" y="231"/>
                </a:cubicBezTo>
                <a:cubicBezTo>
                  <a:pt x="104" y="232"/>
                  <a:pt x="103" y="233"/>
                  <a:pt x="101" y="235"/>
                </a:cubicBezTo>
                <a:cubicBezTo>
                  <a:pt x="84" y="253"/>
                  <a:pt x="66" y="270"/>
                  <a:pt x="48" y="288"/>
                </a:cubicBezTo>
                <a:cubicBezTo>
                  <a:pt x="41" y="296"/>
                  <a:pt x="35" y="297"/>
                  <a:pt x="26" y="293"/>
                </a:cubicBezTo>
                <a:cubicBezTo>
                  <a:pt x="20" y="291"/>
                  <a:pt x="16" y="287"/>
                  <a:pt x="13" y="282"/>
                </a:cubicBezTo>
                <a:cubicBezTo>
                  <a:pt x="4" y="271"/>
                  <a:pt x="1" y="257"/>
                  <a:pt x="0" y="243"/>
                </a:cubicBezTo>
                <a:cubicBezTo>
                  <a:pt x="0" y="240"/>
                  <a:pt x="1" y="239"/>
                  <a:pt x="3" y="239"/>
                </a:cubicBezTo>
                <a:cubicBezTo>
                  <a:pt x="5" y="238"/>
                  <a:pt x="7" y="237"/>
                  <a:pt x="9" y="237"/>
                </a:cubicBezTo>
                <a:cubicBezTo>
                  <a:pt x="13" y="235"/>
                  <a:pt x="16" y="235"/>
                  <a:pt x="20" y="237"/>
                </a:cubicBezTo>
                <a:cubicBezTo>
                  <a:pt x="24" y="239"/>
                  <a:pt x="28" y="238"/>
                  <a:pt x="32" y="234"/>
                </a:cubicBezTo>
                <a:cubicBezTo>
                  <a:pt x="34" y="233"/>
                  <a:pt x="37" y="231"/>
                  <a:pt x="39" y="230"/>
                </a:cubicBezTo>
                <a:cubicBezTo>
                  <a:pt x="46" y="226"/>
                  <a:pt x="52" y="222"/>
                  <a:pt x="59" y="219"/>
                </a:cubicBezTo>
                <a:cubicBezTo>
                  <a:pt x="60" y="218"/>
                  <a:pt x="62" y="217"/>
                  <a:pt x="63" y="216"/>
                </a:cubicBezTo>
                <a:cubicBezTo>
                  <a:pt x="81" y="206"/>
                  <a:pt x="98" y="195"/>
                  <a:pt x="116" y="185"/>
                </a:cubicBezTo>
                <a:cubicBezTo>
                  <a:pt x="122" y="181"/>
                  <a:pt x="128" y="177"/>
                  <a:pt x="134" y="172"/>
                </a:cubicBezTo>
                <a:cubicBezTo>
                  <a:pt x="139" y="168"/>
                  <a:pt x="143" y="163"/>
                  <a:pt x="145" y="155"/>
                </a:cubicBezTo>
                <a:cubicBezTo>
                  <a:pt x="143" y="155"/>
                  <a:pt x="142" y="154"/>
                  <a:pt x="140" y="154"/>
                </a:cubicBezTo>
                <a:cubicBezTo>
                  <a:pt x="134" y="152"/>
                  <a:pt x="132" y="148"/>
                  <a:pt x="133" y="142"/>
                </a:cubicBezTo>
                <a:cubicBezTo>
                  <a:pt x="134" y="140"/>
                  <a:pt x="135" y="137"/>
                  <a:pt x="136" y="135"/>
                </a:cubicBezTo>
                <a:cubicBezTo>
                  <a:pt x="139" y="127"/>
                  <a:pt x="142" y="119"/>
                  <a:pt x="145" y="112"/>
                </a:cubicBezTo>
                <a:cubicBezTo>
                  <a:pt x="145" y="111"/>
                  <a:pt x="146" y="110"/>
                  <a:pt x="146" y="109"/>
                </a:cubicBezTo>
                <a:cubicBezTo>
                  <a:pt x="147" y="105"/>
                  <a:pt x="146" y="104"/>
                  <a:pt x="143" y="104"/>
                </a:cubicBezTo>
                <a:cubicBezTo>
                  <a:pt x="140" y="104"/>
                  <a:pt x="138" y="104"/>
                  <a:pt x="135" y="105"/>
                </a:cubicBezTo>
                <a:cubicBezTo>
                  <a:pt x="132" y="106"/>
                  <a:pt x="128" y="107"/>
                  <a:pt x="124" y="108"/>
                </a:cubicBezTo>
                <a:cubicBezTo>
                  <a:pt x="122" y="109"/>
                  <a:pt x="121" y="111"/>
                  <a:pt x="121" y="113"/>
                </a:cubicBezTo>
                <a:cubicBezTo>
                  <a:pt x="121" y="122"/>
                  <a:pt x="121" y="131"/>
                  <a:pt x="121" y="140"/>
                </a:cubicBezTo>
                <a:cubicBezTo>
                  <a:pt x="121" y="142"/>
                  <a:pt x="120" y="144"/>
                  <a:pt x="119" y="146"/>
                </a:cubicBezTo>
                <a:cubicBezTo>
                  <a:pt x="108" y="160"/>
                  <a:pt x="98" y="174"/>
                  <a:pt x="87" y="188"/>
                </a:cubicBezTo>
                <a:cubicBezTo>
                  <a:pt x="87" y="189"/>
                  <a:pt x="86" y="189"/>
                  <a:pt x="86" y="190"/>
                </a:cubicBezTo>
                <a:cubicBezTo>
                  <a:pt x="81" y="185"/>
                  <a:pt x="77" y="181"/>
                  <a:pt x="73" y="176"/>
                </a:cubicBezTo>
                <a:cubicBezTo>
                  <a:pt x="70" y="173"/>
                  <a:pt x="69" y="170"/>
                  <a:pt x="69" y="166"/>
                </a:cubicBezTo>
                <a:cubicBezTo>
                  <a:pt x="68" y="164"/>
                  <a:pt x="68" y="161"/>
                  <a:pt x="67" y="159"/>
                </a:cubicBezTo>
                <a:cubicBezTo>
                  <a:pt x="58" y="138"/>
                  <a:pt x="57" y="117"/>
                  <a:pt x="63" y="95"/>
                </a:cubicBezTo>
                <a:cubicBezTo>
                  <a:pt x="67" y="84"/>
                  <a:pt x="67" y="74"/>
                  <a:pt x="66" y="63"/>
                </a:cubicBezTo>
                <a:cubicBezTo>
                  <a:pt x="66" y="60"/>
                  <a:pt x="66" y="57"/>
                  <a:pt x="66" y="54"/>
                </a:cubicBezTo>
                <a:cubicBezTo>
                  <a:pt x="66" y="50"/>
                  <a:pt x="68" y="47"/>
                  <a:pt x="72" y="47"/>
                </a:cubicBezTo>
                <a:cubicBezTo>
                  <a:pt x="75" y="46"/>
                  <a:pt x="78" y="47"/>
                  <a:pt x="80" y="48"/>
                </a:cubicBezTo>
                <a:cubicBezTo>
                  <a:pt x="83" y="50"/>
                  <a:pt x="85" y="52"/>
                  <a:pt x="88" y="55"/>
                </a:cubicBezTo>
                <a:cubicBezTo>
                  <a:pt x="90" y="57"/>
                  <a:pt x="91" y="59"/>
                  <a:pt x="93" y="61"/>
                </a:cubicBezTo>
                <a:cubicBezTo>
                  <a:pt x="99" y="66"/>
                  <a:pt x="103" y="67"/>
                  <a:pt x="109" y="63"/>
                </a:cubicBezTo>
                <a:cubicBezTo>
                  <a:pt x="117" y="58"/>
                  <a:pt x="125" y="53"/>
                  <a:pt x="133" y="48"/>
                </a:cubicBezTo>
                <a:cubicBezTo>
                  <a:pt x="142" y="41"/>
                  <a:pt x="151" y="35"/>
                  <a:pt x="160" y="28"/>
                </a:cubicBezTo>
                <a:cubicBezTo>
                  <a:pt x="163" y="25"/>
                  <a:pt x="167" y="24"/>
                  <a:pt x="171" y="23"/>
                </a:cubicBezTo>
                <a:cubicBezTo>
                  <a:pt x="177" y="23"/>
                  <a:pt x="182" y="20"/>
                  <a:pt x="187" y="16"/>
                </a:cubicBezTo>
                <a:cubicBezTo>
                  <a:pt x="196" y="6"/>
                  <a:pt x="208" y="2"/>
                  <a:pt x="221" y="1"/>
                </a:cubicBezTo>
                <a:cubicBezTo>
                  <a:pt x="233" y="0"/>
                  <a:pt x="246" y="0"/>
                  <a:pt x="258" y="4"/>
                </a:cubicBezTo>
                <a:cubicBezTo>
                  <a:pt x="261" y="5"/>
                  <a:pt x="264" y="7"/>
                  <a:pt x="267" y="9"/>
                </a:cubicBezTo>
                <a:cubicBezTo>
                  <a:pt x="270" y="10"/>
                  <a:pt x="271" y="13"/>
                  <a:pt x="271" y="16"/>
                </a:cubicBezTo>
                <a:cubicBezTo>
                  <a:pt x="271" y="18"/>
                  <a:pt x="271" y="19"/>
                  <a:pt x="269" y="21"/>
                </a:cubicBezTo>
                <a:cubicBezTo>
                  <a:pt x="262" y="26"/>
                  <a:pt x="255" y="31"/>
                  <a:pt x="248" y="37"/>
                </a:cubicBezTo>
                <a:cubicBezTo>
                  <a:pt x="240" y="43"/>
                  <a:pt x="232" y="50"/>
                  <a:pt x="226" y="58"/>
                </a:cubicBezTo>
                <a:cubicBezTo>
                  <a:pt x="223" y="62"/>
                  <a:pt x="219" y="65"/>
                  <a:pt x="215" y="67"/>
                </a:cubicBezTo>
                <a:cubicBezTo>
                  <a:pt x="213" y="68"/>
                  <a:pt x="212" y="69"/>
                  <a:pt x="211" y="70"/>
                </a:cubicBezTo>
                <a:cubicBezTo>
                  <a:pt x="202" y="79"/>
                  <a:pt x="194" y="87"/>
                  <a:pt x="186" y="95"/>
                </a:cubicBezTo>
                <a:cubicBezTo>
                  <a:pt x="184" y="97"/>
                  <a:pt x="183" y="99"/>
                  <a:pt x="185" y="10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F666E96E-A442-40E5-B4CB-3C96CB8A2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4639" y="938996"/>
            <a:ext cx="211561" cy="134243"/>
          </a:xfrm>
          <a:custGeom xmlns:a="http://schemas.openxmlformats.org/drawingml/2006/main">
            <a:gdLst>
              <a:gd name="T0" fmla="*/ 16 w 280"/>
              <a:gd name="T1" fmla="*/ 133 h 178"/>
              <a:gd name="T2" fmla="*/ 14 w 280"/>
              <a:gd name="T3" fmla="*/ 124 h 178"/>
              <a:gd name="T4" fmla="*/ 2 w 280"/>
              <a:gd name="T5" fmla="*/ 103 h 178"/>
              <a:gd name="T6" fmla="*/ 6 w 280"/>
              <a:gd name="T7" fmla="*/ 81 h 178"/>
              <a:gd name="T8" fmla="*/ 16 w 280"/>
              <a:gd name="T9" fmla="*/ 77 h 178"/>
              <a:gd name="T10" fmla="*/ 22 w 280"/>
              <a:gd name="T11" fmla="*/ 77 h 178"/>
              <a:gd name="T12" fmla="*/ 40 w 280"/>
              <a:gd name="T13" fmla="*/ 71 h 178"/>
              <a:gd name="T14" fmla="*/ 54 w 280"/>
              <a:gd name="T15" fmla="*/ 64 h 178"/>
              <a:gd name="T16" fmla="*/ 63 w 280"/>
              <a:gd name="T17" fmla="*/ 61 h 178"/>
              <a:gd name="T18" fmla="*/ 144 w 280"/>
              <a:gd name="T19" fmla="*/ 25 h 178"/>
              <a:gd name="T20" fmla="*/ 169 w 280"/>
              <a:gd name="T21" fmla="*/ 16 h 178"/>
              <a:gd name="T22" fmla="*/ 186 w 280"/>
              <a:gd name="T23" fmla="*/ 13 h 178"/>
              <a:gd name="T24" fmla="*/ 209 w 280"/>
              <a:gd name="T25" fmla="*/ 9 h 178"/>
              <a:gd name="T26" fmla="*/ 224 w 280"/>
              <a:gd name="T27" fmla="*/ 3 h 178"/>
              <a:gd name="T28" fmla="*/ 233 w 280"/>
              <a:gd name="T29" fmla="*/ 0 h 178"/>
              <a:gd name="T30" fmla="*/ 265 w 280"/>
              <a:gd name="T31" fmla="*/ 5 h 178"/>
              <a:gd name="T32" fmla="*/ 274 w 280"/>
              <a:gd name="T33" fmla="*/ 29 h 178"/>
              <a:gd name="T34" fmla="*/ 256 w 280"/>
              <a:gd name="T35" fmla="*/ 50 h 178"/>
              <a:gd name="T36" fmla="*/ 245 w 280"/>
              <a:gd name="T37" fmla="*/ 53 h 178"/>
              <a:gd name="T38" fmla="*/ 220 w 280"/>
              <a:gd name="T39" fmla="*/ 56 h 178"/>
              <a:gd name="T40" fmla="*/ 213 w 280"/>
              <a:gd name="T41" fmla="*/ 58 h 178"/>
              <a:gd name="T42" fmla="*/ 208 w 280"/>
              <a:gd name="T43" fmla="*/ 67 h 178"/>
              <a:gd name="T44" fmla="*/ 210 w 280"/>
              <a:gd name="T45" fmla="*/ 76 h 178"/>
              <a:gd name="T46" fmla="*/ 218 w 280"/>
              <a:gd name="T47" fmla="*/ 92 h 178"/>
              <a:gd name="T48" fmla="*/ 224 w 280"/>
              <a:gd name="T49" fmla="*/ 115 h 178"/>
              <a:gd name="T50" fmla="*/ 220 w 280"/>
              <a:gd name="T51" fmla="*/ 146 h 178"/>
              <a:gd name="T52" fmla="*/ 197 w 280"/>
              <a:gd name="T53" fmla="*/ 163 h 178"/>
              <a:gd name="T54" fmla="*/ 189 w 280"/>
              <a:gd name="T55" fmla="*/ 163 h 178"/>
              <a:gd name="T56" fmla="*/ 181 w 280"/>
              <a:gd name="T57" fmla="*/ 167 h 178"/>
              <a:gd name="T58" fmla="*/ 178 w 280"/>
              <a:gd name="T59" fmla="*/ 170 h 178"/>
              <a:gd name="T60" fmla="*/ 156 w 280"/>
              <a:gd name="T61" fmla="*/ 175 h 178"/>
              <a:gd name="T62" fmla="*/ 140 w 280"/>
              <a:gd name="T63" fmla="*/ 166 h 178"/>
              <a:gd name="T64" fmla="*/ 126 w 280"/>
              <a:gd name="T65" fmla="*/ 162 h 178"/>
              <a:gd name="T66" fmla="*/ 119 w 280"/>
              <a:gd name="T67" fmla="*/ 160 h 178"/>
              <a:gd name="T68" fmla="*/ 113 w 280"/>
              <a:gd name="T69" fmla="*/ 150 h 178"/>
              <a:gd name="T70" fmla="*/ 115 w 280"/>
              <a:gd name="T71" fmla="*/ 147 h 178"/>
              <a:gd name="T72" fmla="*/ 122 w 280"/>
              <a:gd name="T73" fmla="*/ 147 h 178"/>
              <a:gd name="T74" fmla="*/ 166 w 280"/>
              <a:gd name="T75" fmla="*/ 141 h 178"/>
              <a:gd name="T76" fmla="*/ 185 w 280"/>
              <a:gd name="T77" fmla="*/ 129 h 178"/>
              <a:gd name="T78" fmla="*/ 188 w 280"/>
              <a:gd name="T79" fmla="*/ 120 h 178"/>
              <a:gd name="T80" fmla="*/ 185 w 280"/>
              <a:gd name="T81" fmla="*/ 92 h 178"/>
              <a:gd name="T82" fmla="*/ 184 w 280"/>
              <a:gd name="T83" fmla="*/ 77 h 178"/>
              <a:gd name="T84" fmla="*/ 179 w 280"/>
              <a:gd name="T85" fmla="*/ 71 h 178"/>
              <a:gd name="T86" fmla="*/ 163 w 280"/>
              <a:gd name="T87" fmla="*/ 75 h 178"/>
              <a:gd name="T88" fmla="*/ 158 w 280"/>
              <a:gd name="T89" fmla="*/ 79 h 178"/>
              <a:gd name="T90" fmla="*/ 145 w 280"/>
              <a:gd name="T91" fmla="*/ 82 h 178"/>
              <a:gd name="T92" fmla="*/ 116 w 280"/>
              <a:gd name="T93" fmla="*/ 91 h 178"/>
              <a:gd name="T94" fmla="*/ 80 w 280"/>
              <a:gd name="T95" fmla="*/ 118 h 178"/>
              <a:gd name="T96" fmla="*/ 52 w 280"/>
              <a:gd name="T97" fmla="*/ 135 h 178"/>
              <a:gd name="T98" fmla="*/ 22 w 280"/>
              <a:gd name="T99" fmla="*/ 136 h 178"/>
              <a:gd name="T100" fmla="*/ 18 w 280"/>
              <a:gd name="T101" fmla="*/ 134 h 178"/>
              <a:gd name="T102" fmla="*/ 16 w 280"/>
              <a:gd name="T103" fmla="*/ 133 h 178"/>
            </a:gdLst>
            <a:rect l="0" t="0" r="r" b="b"/>
            <a:pathLst>
              <a:path w="280" h="178">
                <a:moveTo>
                  <a:pt x="16" y="133"/>
                </a:moveTo>
                <a:cubicBezTo>
                  <a:pt x="18" y="129"/>
                  <a:pt x="16" y="127"/>
                  <a:pt x="14" y="124"/>
                </a:cubicBezTo>
                <a:cubicBezTo>
                  <a:pt x="9" y="118"/>
                  <a:pt x="5" y="111"/>
                  <a:pt x="2" y="103"/>
                </a:cubicBezTo>
                <a:cubicBezTo>
                  <a:pt x="0" y="95"/>
                  <a:pt x="1" y="88"/>
                  <a:pt x="6" y="81"/>
                </a:cubicBezTo>
                <a:cubicBezTo>
                  <a:pt x="9" y="78"/>
                  <a:pt x="12" y="76"/>
                  <a:pt x="16" y="77"/>
                </a:cubicBezTo>
                <a:cubicBezTo>
                  <a:pt x="18" y="77"/>
                  <a:pt x="20" y="76"/>
                  <a:pt x="22" y="77"/>
                </a:cubicBezTo>
                <a:cubicBezTo>
                  <a:pt x="29" y="79"/>
                  <a:pt x="36" y="76"/>
                  <a:pt x="40" y="71"/>
                </a:cubicBezTo>
                <a:cubicBezTo>
                  <a:pt x="44" y="67"/>
                  <a:pt x="49" y="65"/>
                  <a:pt x="54" y="64"/>
                </a:cubicBezTo>
                <a:cubicBezTo>
                  <a:pt x="57" y="64"/>
                  <a:pt x="60" y="62"/>
                  <a:pt x="63" y="61"/>
                </a:cubicBezTo>
                <a:cubicBezTo>
                  <a:pt x="89" y="47"/>
                  <a:pt x="116" y="35"/>
                  <a:pt x="144" y="25"/>
                </a:cubicBezTo>
                <a:cubicBezTo>
                  <a:pt x="152" y="22"/>
                  <a:pt x="161" y="19"/>
                  <a:pt x="169" y="16"/>
                </a:cubicBezTo>
                <a:cubicBezTo>
                  <a:pt x="174" y="14"/>
                  <a:pt x="180" y="14"/>
                  <a:pt x="186" y="13"/>
                </a:cubicBezTo>
                <a:cubicBezTo>
                  <a:pt x="194" y="12"/>
                  <a:pt x="201" y="11"/>
                  <a:pt x="209" y="9"/>
                </a:cubicBezTo>
                <a:cubicBezTo>
                  <a:pt x="214" y="8"/>
                  <a:pt x="219" y="5"/>
                  <a:pt x="224" y="3"/>
                </a:cubicBezTo>
                <a:cubicBezTo>
                  <a:pt x="227" y="1"/>
                  <a:pt x="230" y="0"/>
                  <a:pt x="233" y="0"/>
                </a:cubicBezTo>
                <a:cubicBezTo>
                  <a:pt x="244" y="0"/>
                  <a:pt x="255" y="1"/>
                  <a:pt x="265" y="5"/>
                </a:cubicBezTo>
                <a:cubicBezTo>
                  <a:pt x="276" y="9"/>
                  <a:pt x="280" y="19"/>
                  <a:pt x="274" y="29"/>
                </a:cubicBezTo>
                <a:cubicBezTo>
                  <a:pt x="270" y="38"/>
                  <a:pt x="263" y="45"/>
                  <a:pt x="256" y="50"/>
                </a:cubicBezTo>
                <a:cubicBezTo>
                  <a:pt x="252" y="53"/>
                  <a:pt x="249" y="53"/>
                  <a:pt x="245" y="53"/>
                </a:cubicBezTo>
                <a:cubicBezTo>
                  <a:pt x="236" y="54"/>
                  <a:pt x="228" y="55"/>
                  <a:pt x="220" y="56"/>
                </a:cubicBezTo>
                <a:cubicBezTo>
                  <a:pt x="218" y="57"/>
                  <a:pt x="215" y="57"/>
                  <a:pt x="213" y="58"/>
                </a:cubicBezTo>
                <a:cubicBezTo>
                  <a:pt x="209" y="60"/>
                  <a:pt x="208" y="63"/>
                  <a:pt x="208" y="67"/>
                </a:cubicBezTo>
                <a:cubicBezTo>
                  <a:pt x="208" y="70"/>
                  <a:pt x="209" y="73"/>
                  <a:pt x="210" y="76"/>
                </a:cubicBezTo>
                <a:cubicBezTo>
                  <a:pt x="213" y="82"/>
                  <a:pt x="215" y="87"/>
                  <a:pt x="218" y="92"/>
                </a:cubicBezTo>
                <a:cubicBezTo>
                  <a:pt x="221" y="100"/>
                  <a:pt x="224" y="107"/>
                  <a:pt x="224" y="115"/>
                </a:cubicBezTo>
                <a:cubicBezTo>
                  <a:pt x="224" y="126"/>
                  <a:pt x="223" y="136"/>
                  <a:pt x="220" y="146"/>
                </a:cubicBezTo>
                <a:cubicBezTo>
                  <a:pt x="216" y="157"/>
                  <a:pt x="209" y="162"/>
                  <a:pt x="197" y="163"/>
                </a:cubicBezTo>
                <a:cubicBezTo>
                  <a:pt x="194" y="163"/>
                  <a:pt x="192" y="163"/>
                  <a:pt x="189" y="163"/>
                </a:cubicBezTo>
                <a:cubicBezTo>
                  <a:pt x="186" y="163"/>
                  <a:pt x="183" y="163"/>
                  <a:pt x="181" y="167"/>
                </a:cubicBezTo>
                <a:cubicBezTo>
                  <a:pt x="180" y="168"/>
                  <a:pt x="179" y="169"/>
                  <a:pt x="178" y="170"/>
                </a:cubicBezTo>
                <a:cubicBezTo>
                  <a:pt x="171" y="176"/>
                  <a:pt x="164" y="178"/>
                  <a:pt x="156" y="175"/>
                </a:cubicBezTo>
                <a:cubicBezTo>
                  <a:pt x="151" y="172"/>
                  <a:pt x="145" y="169"/>
                  <a:pt x="140" y="166"/>
                </a:cubicBezTo>
                <a:cubicBezTo>
                  <a:pt x="136" y="163"/>
                  <a:pt x="132" y="162"/>
                  <a:pt x="126" y="162"/>
                </a:cubicBezTo>
                <a:cubicBezTo>
                  <a:pt x="124" y="162"/>
                  <a:pt x="121" y="163"/>
                  <a:pt x="119" y="160"/>
                </a:cubicBezTo>
                <a:cubicBezTo>
                  <a:pt x="116" y="157"/>
                  <a:pt x="114" y="154"/>
                  <a:pt x="113" y="150"/>
                </a:cubicBezTo>
                <a:cubicBezTo>
                  <a:pt x="112" y="148"/>
                  <a:pt x="113" y="147"/>
                  <a:pt x="115" y="147"/>
                </a:cubicBezTo>
                <a:cubicBezTo>
                  <a:pt x="117" y="147"/>
                  <a:pt x="120" y="147"/>
                  <a:pt x="122" y="147"/>
                </a:cubicBezTo>
                <a:cubicBezTo>
                  <a:pt x="137" y="148"/>
                  <a:pt x="152" y="146"/>
                  <a:pt x="166" y="141"/>
                </a:cubicBezTo>
                <a:cubicBezTo>
                  <a:pt x="173" y="138"/>
                  <a:pt x="179" y="134"/>
                  <a:pt x="185" y="129"/>
                </a:cubicBezTo>
                <a:cubicBezTo>
                  <a:pt x="188" y="126"/>
                  <a:pt x="189" y="123"/>
                  <a:pt x="188" y="120"/>
                </a:cubicBezTo>
                <a:cubicBezTo>
                  <a:pt x="187" y="111"/>
                  <a:pt x="186" y="102"/>
                  <a:pt x="185" y="92"/>
                </a:cubicBezTo>
                <a:cubicBezTo>
                  <a:pt x="184" y="87"/>
                  <a:pt x="184" y="82"/>
                  <a:pt x="184" y="77"/>
                </a:cubicBezTo>
                <a:cubicBezTo>
                  <a:pt x="184" y="73"/>
                  <a:pt x="183" y="71"/>
                  <a:pt x="179" y="71"/>
                </a:cubicBezTo>
                <a:cubicBezTo>
                  <a:pt x="173" y="70"/>
                  <a:pt x="168" y="70"/>
                  <a:pt x="163" y="75"/>
                </a:cubicBezTo>
                <a:cubicBezTo>
                  <a:pt x="162" y="76"/>
                  <a:pt x="160" y="77"/>
                  <a:pt x="158" y="79"/>
                </a:cubicBezTo>
                <a:cubicBezTo>
                  <a:pt x="154" y="81"/>
                  <a:pt x="150" y="83"/>
                  <a:pt x="145" y="82"/>
                </a:cubicBezTo>
                <a:cubicBezTo>
                  <a:pt x="134" y="82"/>
                  <a:pt x="124" y="85"/>
                  <a:pt x="116" y="91"/>
                </a:cubicBezTo>
                <a:cubicBezTo>
                  <a:pt x="104" y="100"/>
                  <a:pt x="92" y="109"/>
                  <a:pt x="80" y="118"/>
                </a:cubicBezTo>
                <a:cubicBezTo>
                  <a:pt x="71" y="124"/>
                  <a:pt x="62" y="131"/>
                  <a:pt x="52" y="135"/>
                </a:cubicBezTo>
                <a:cubicBezTo>
                  <a:pt x="42" y="139"/>
                  <a:pt x="32" y="140"/>
                  <a:pt x="22" y="136"/>
                </a:cubicBezTo>
                <a:cubicBezTo>
                  <a:pt x="20" y="136"/>
                  <a:pt x="19" y="135"/>
                  <a:pt x="18" y="134"/>
                </a:cubicBezTo>
                <a:cubicBezTo>
                  <a:pt x="17" y="134"/>
                  <a:pt x="17" y="134"/>
                  <a:pt x="16" y="133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5" name="Freeform 15">
            <a:extLst xmlns:a="http://schemas.openxmlformats.org/drawingml/2006/main">
              <a:ext uri="{FF2B5EF4-FFF2-40B4-BE49-F238E27FC236}">
                <a16:creationId xmlns:a16="http://schemas.microsoft.com/office/drawing/2014/main" id="{E6FCA0A3-CF88-4525-8DAB-46C6D15D2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6426" y="766519"/>
            <a:ext cx="160582" cy="85814"/>
          </a:xfrm>
          <a:custGeom xmlns:a="http://schemas.openxmlformats.org/drawingml/2006/main">
            <a:gdLst>
              <a:gd name="T0" fmla="*/ 197 w 212"/>
              <a:gd name="T1" fmla="*/ 0 h 114"/>
              <a:gd name="T2" fmla="*/ 205 w 212"/>
              <a:gd name="T3" fmla="*/ 0 h 114"/>
              <a:gd name="T4" fmla="*/ 211 w 212"/>
              <a:gd name="T5" fmla="*/ 9 h 114"/>
              <a:gd name="T6" fmla="*/ 191 w 212"/>
              <a:gd name="T7" fmla="*/ 29 h 114"/>
              <a:gd name="T8" fmla="*/ 187 w 212"/>
              <a:gd name="T9" fmla="*/ 29 h 114"/>
              <a:gd name="T10" fmla="*/ 174 w 212"/>
              <a:gd name="T11" fmla="*/ 33 h 114"/>
              <a:gd name="T12" fmla="*/ 132 w 212"/>
              <a:gd name="T13" fmla="*/ 67 h 114"/>
              <a:gd name="T14" fmla="*/ 109 w 212"/>
              <a:gd name="T15" fmla="*/ 91 h 114"/>
              <a:gd name="T16" fmla="*/ 71 w 212"/>
              <a:gd name="T17" fmla="*/ 112 h 114"/>
              <a:gd name="T18" fmla="*/ 40 w 212"/>
              <a:gd name="T19" fmla="*/ 108 h 114"/>
              <a:gd name="T20" fmla="*/ 9 w 212"/>
              <a:gd name="T21" fmla="*/ 90 h 114"/>
              <a:gd name="T22" fmla="*/ 8 w 212"/>
              <a:gd name="T23" fmla="*/ 89 h 114"/>
              <a:gd name="T24" fmla="*/ 11 w 212"/>
              <a:gd name="T25" fmla="*/ 64 h 114"/>
              <a:gd name="T26" fmla="*/ 15 w 212"/>
              <a:gd name="T27" fmla="*/ 62 h 114"/>
              <a:gd name="T28" fmla="*/ 114 w 212"/>
              <a:gd name="T29" fmla="*/ 23 h 114"/>
              <a:gd name="T30" fmla="*/ 130 w 212"/>
              <a:gd name="T31" fmla="*/ 18 h 114"/>
              <a:gd name="T32" fmla="*/ 164 w 212"/>
              <a:gd name="T33" fmla="*/ 7 h 114"/>
              <a:gd name="T34" fmla="*/ 197 w 212"/>
              <a:gd name="T35" fmla="*/ 0 h 114"/>
            </a:gdLst>
            <a:rect l="0" t="0" r="r" b="b"/>
            <a:pathLst>
              <a:path w="212" h="114">
                <a:moveTo>
                  <a:pt x="197" y="0"/>
                </a:moveTo>
                <a:cubicBezTo>
                  <a:pt x="199" y="0"/>
                  <a:pt x="202" y="0"/>
                  <a:pt x="205" y="0"/>
                </a:cubicBezTo>
                <a:cubicBezTo>
                  <a:pt x="209" y="1"/>
                  <a:pt x="212" y="5"/>
                  <a:pt x="211" y="9"/>
                </a:cubicBezTo>
                <a:cubicBezTo>
                  <a:pt x="207" y="18"/>
                  <a:pt x="200" y="25"/>
                  <a:pt x="191" y="29"/>
                </a:cubicBezTo>
                <a:cubicBezTo>
                  <a:pt x="189" y="29"/>
                  <a:pt x="188" y="29"/>
                  <a:pt x="187" y="29"/>
                </a:cubicBezTo>
                <a:cubicBezTo>
                  <a:pt x="182" y="28"/>
                  <a:pt x="178" y="30"/>
                  <a:pt x="174" y="33"/>
                </a:cubicBezTo>
                <a:cubicBezTo>
                  <a:pt x="158" y="43"/>
                  <a:pt x="144" y="54"/>
                  <a:pt x="132" y="67"/>
                </a:cubicBezTo>
                <a:cubicBezTo>
                  <a:pt x="124" y="75"/>
                  <a:pt x="116" y="83"/>
                  <a:pt x="109" y="91"/>
                </a:cubicBezTo>
                <a:cubicBezTo>
                  <a:pt x="99" y="102"/>
                  <a:pt x="86" y="110"/>
                  <a:pt x="71" y="112"/>
                </a:cubicBezTo>
                <a:cubicBezTo>
                  <a:pt x="61" y="114"/>
                  <a:pt x="50" y="112"/>
                  <a:pt x="40" y="108"/>
                </a:cubicBezTo>
                <a:cubicBezTo>
                  <a:pt x="29" y="104"/>
                  <a:pt x="19" y="98"/>
                  <a:pt x="9" y="90"/>
                </a:cubicBezTo>
                <a:cubicBezTo>
                  <a:pt x="9" y="90"/>
                  <a:pt x="9" y="89"/>
                  <a:pt x="8" y="89"/>
                </a:cubicBezTo>
                <a:cubicBezTo>
                  <a:pt x="0" y="81"/>
                  <a:pt x="2" y="70"/>
                  <a:pt x="11" y="64"/>
                </a:cubicBezTo>
                <a:cubicBezTo>
                  <a:pt x="12" y="63"/>
                  <a:pt x="14" y="63"/>
                  <a:pt x="15" y="62"/>
                </a:cubicBezTo>
                <a:cubicBezTo>
                  <a:pt x="48" y="49"/>
                  <a:pt x="81" y="36"/>
                  <a:pt x="114" y="23"/>
                </a:cubicBezTo>
                <a:cubicBezTo>
                  <a:pt x="119" y="21"/>
                  <a:pt x="125" y="19"/>
                  <a:pt x="130" y="18"/>
                </a:cubicBezTo>
                <a:cubicBezTo>
                  <a:pt x="142" y="15"/>
                  <a:pt x="153" y="12"/>
                  <a:pt x="164" y="7"/>
                </a:cubicBezTo>
                <a:cubicBezTo>
                  <a:pt x="175" y="2"/>
                  <a:pt x="186" y="0"/>
                  <a:pt x="197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45AED2B0-A86F-4DE3-A742-DA2937411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104" y="660313"/>
            <a:ext cx="85814" cy="95160"/>
          </a:xfrm>
          <a:custGeom xmlns:a="http://schemas.openxmlformats.org/drawingml/2006/main">
            <a:gdLst>
              <a:gd name="T0" fmla="*/ 114 w 114"/>
              <a:gd name="T1" fmla="*/ 70 h 126"/>
              <a:gd name="T2" fmla="*/ 101 w 114"/>
              <a:gd name="T3" fmla="*/ 91 h 126"/>
              <a:gd name="T4" fmla="*/ 78 w 114"/>
              <a:gd name="T5" fmla="*/ 97 h 126"/>
              <a:gd name="T6" fmla="*/ 58 w 114"/>
              <a:gd name="T7" fmla="*/ 106 h 126"/>
              <a:gd name="T8" fmla="*/ 40 w 114"/>
              <a:gd name="T9" fmla="*/ 121 h 126"/>
              <a:gd name="T10" fmla="*/ 31 w 114"/>
              <a:gd name="T11" fmla="*/ 125 h 126"/>
              <a:gd name="T12" fmla="*/ 23 w 114"/>
              <a:gd name="T13" fmla="*/ 122 h 126"/>
              <a:gd name="T14" fmla="*/ 23 w 114"/>
              <a:gd name="T15" fmla="*/ 112 h 126"/>
              <a:gd name="T16" fmla="*/ 26 w 114"/>
              <a:gd name="T17" fmla="*/ 68 h 126"/>
              <a:gd name="T18" fmla="*/ 16 w 114"/>
              <a:gd name="T19" fmla="*/ 50 h 126"/>
              <a:gd name="T20" fmla="*/ 11 w 114"/>
              <a:gd name="T21" fmla="*/ 39 h 126"/>
              <a:gd name="T22" fmla="*/ 3 w 114"/>
              <a:gd name="T23" fmla="*/ 21 h 126"/>
              <a:gd name="T24" fmla="*/ 3 w 114"/>
              <a:gd name="T25" fmla="*/ 6 h 126"/>
              <a:gd name="T26" fmla="*/ 12 w 114"/>
              <a:gd name="T27" fmla="*/ 0 h 126"/>
              <a:gd name="T28" fmla="*/ 18 w 114"/>
              <a:gd name="T29" fmla="*/ 1 h 126"/>
              <a:gd name="T30" fmla="*/ 50 w 114"/>
              <a:gd name="T31" fmla="*/ 12 h 126"/>
              <a:gd name="T32" fmla="*/ 86 w 114"/>
              <a:gd name="T33" fmla="*/ 31 h 126"/>
              <a:gd name="T34" fmla="*/ 106 w 114"/>
              <a:gd name="T35" fmla="*/ 48 h 126"/>
              <a:gd name="T36" fmla="*/ 114 w 114"/>
              <a:gd name="T37" fmla="*/ 70 h 126"/>
            </a:gdLst>
            <a:rect l="0" t="0" r="r" b="b"/>
            <a:pathLst>
              <a:path w="114" h="126">
                <a:moveTo>
                  <a:pt x="114" y="70"/>
                </a:moveTo>
                <a:cubicBezTo>
                  <a:pt x="114" y="79"/>
                  <a:pt x="109" y="86"/>
                  <a:pt x="101" y="91"/>
                </a:cubicBezTo>
                <a:cubicBezTo>
                  <a:pt x="94" y="95"/>
                  <a:pt x="86" y="97"/>
                  <a:pt x="78" y="97"/>
                </a:cubicBezTo>
                <a:cubicBezTo>
                  <a:pt x="64" y="97"/>
                  <a:pt x="66" y="98"/>
                  <a:pt x="58" y="106"/>
                </a:cubicBezTo>
                <a:cubicBezTo>
                  <a:pt x="52" y="111"/>
                  <a:pt x="46" y="116"/>
                  <a:pt x="40" y="121"/>
                </a:cubicBezTo>
                <a:cubicBezTo>
                  <a:pt x="38" y="123"/>
                  <a:pt x="35" y="124"/>
                  <a:pt x="31" y="125"/>
                </a:cubicBezTo>
                <a:cubicBezTo>
                  <a:pt x="28" y="126"/>
                  <a:pt x="25" y="125"/>
                  <a:pt x="23" y="122"/>
                </a:cubicBezTo>
                <a:cubicBezTo>
                  <a:pt x="22" y="118"/>
                  <a:pt x="21" y="115"/>
                  <a:pt x="23" y="112"/>
                </a:cubicBezTo>
                <a:cubicBezTo>
                  <a:pt x="33" y="98"/>
                  <a:pt x="33" y="83"/>
                  <a:pt x="26" y="68"/>
                </a:cubicBezTo>
                <a:cubicBezTo>
                  <a:pt x="23" y="61"/>
                  <a:pt x="19" y="56"/>
                  <a:pt x="16" y="50"/>
                </a:cubicBezTo>
                <a:cubicBezTo>
                  <a:pt x="14" y="46"/>
                  <a:pt x="12" y="43"/>
                  <a:pt x="11" y="39"/>
                </a:cubicBezTo>
                <a:cubicBezTo>
                  <a:pt x="9" y="33"/>
                  <a:pt x="7" y="27"/>
                  <a:pt x="3" y="21"/>
                </a:cubicBezTo>
                <a:cubicBezTo>
                  <a:pt x="0" y="17"/>
                  <a:pt x="0" y="12"/>
                  <a:pt x="3" y="6"/>
                </a:cubicBezTo>
                <a:cubicBezTo>
                  <a:pt x="5" y="2"/>
                  <a:pt x="8" y="0"/>
                  <a:pt x="12" y="0"/>
                </a:cubicBezTo>
                <a:cubicBezTo>
                  <a:pt x="14" y="0"/>
                  <a:pt x="16" y="1"/>
                  <a:pt x="18" y="1"/>
                </a:cubicBezTo>
                <a:cubicBezTo>
                  <a:pt x="29" y="3"/>
                  <a:pt x="40" y="7"/>
                  <a:pt x="50" y="12"/>
                </a:cubicBezTo>
                <a:cubicBezTo>
                  <a:pt x="62" y="19"/>
                  <a:pt x="74" y="25"/>
                  <a:pt x="86" y="31"/>
                </a:cubicBezTo>
                <a:cubicBezTo>
                  <a:pt x="94" y="36"/>
                  <a:pt x="101" y="41"/>
                  <a:pt x="106" y="48"/>
                </a:cubicBezTo>
                <a:cubicBezTo>
                  <a:pt x="111" y="54"/>
                  <a:pt x="114" y="61"/>
                  <a:pt x="114" y="7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7" name="Freeform 24">
            <a:extLst xmlns:a="http://schemas.openxmlformats.org/drawingml/2006/main">
              <a:ext uri="{FF2B5EF4-FFF2-40B4-BE49-F238E27FC236}">
                <a16:creationId xmlns:a16="http://schemas.microsoft.com/office/drawing/2014/main" id="{328B78F0-0F3A-44F3-80A8-25D6F6C7E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4181" y="747826"/>
            <a:ext cx="84114" cy="113852"/>
          </a:xfrm>
          <a:custGeom xmlns:a="http://schemas.openxmlformats.org/drawingml/2006/main">
            <a:gdLst>
              <a:gd name="T0" fmla="*/ 111 w 111"/>
              <a:gd name="T1" fmla="*/ 118 h 150"/>
              <a:gd name="T2" fmla="*/ 108 w 111"/>
              <a:gd name="T3" fmla="*/ 125 h 150"/>
              <a:gd name="T4" fmla="*/ 94 w 111"/>
              <a:gd name="T5" fmla="*/ 142 h 150"/>
              <a:gd name="T6" fmla="*/ 80 w 111"/>
              <a:gd name="T7" fmla="*/ 149 h 150"/>
              <a:gd name="T8" fmla="*/ 72 w 111"/>
              <a:gd name="T9" fmla="*/ 144 h 150"/>
              <a:gd name="T10" fmla="*/ 66 w 111"/>
              <a:gd name="T11" fmla="*/ 117 h 150"/>
              <a:gd name="T12" fmla="*/ 59 w 111"/>
              <a:gd name="T13" fmla="*/ 90 h 150"/>
              <a:gd name="T14" fmla="*/ 50 w 111"/>
              <a:gd name="T15" fmla="*/ 75 h 150"/>
              <a:gd name="T16" fmla="*/ 19 w 111"/>
              <a:gd name="T17" fmla="*/ 40 h 150"/>
              <a:gd name="T18" fmla="*/ 6 w 111"/>
              <a:gd name="T19" fmla="*/ 27 h 150"/>
              <a:gd name="T20" fmla="*/ 0 w 111"/>
              <a:gd name="T21" fmla="*/ 10 h 150"/>
              <a:gd name="T22" fmla="*/ 0 w 111"/>
              <a:gd name="T23" fmla="*/ 8 h 150"/>
              <a:gd name="T24" fmla="*/ 9 w 111"/>
              <a:gd name="T25" fmla="*/ 2 h 150"/>
              <a:gd name="T26" fmla="*/ 18 w 111"/>
              <a:gd name="T27" fmla="*/ 7 h 150"/>
              <a:gd name="T28" fmla="*/ 27 w 111"/>
              <a:gd name="T29" fmla="*/ 15 h 150"/>
              <a:gd name="T30" fmla="*/ 44 w 111"/>
              <a:gd name="T31" fmla="*/ 26 h 150"/>
              <a:gd name="T32" fmla="*/ 85 w 111"/>
              <a:gd name="T33" fmla="*/ 57 h 150"/>
              <a:gd name="T34" fmla="*/ 110 w 111"/>
              <a:gd name="T35" fmla="*/ 114 h 150"/>
              <a:gd name="T36" fmla="*/ 110 w 111"/>
              <a:gd name="T37" fmla="*/ 117 h 150"/>
              <a:gd name="T38" fmla="*/ 111 w 111"/>
              <a:gd name="T39" fmla="*/ 118 h 150"/>
            </a:gdLst>
            <a:rect l="0" t="0" r="r" b="b"/>
            <a:pathLst>
              <a:path w="111" h="150">
                <a:moveTo>
                  <a:pt x="111" y="118"/>
                </a:moveTo>
                <a:cubicBezTo>
                  <a:pt x="110" y="120"/>
                  <a:pt x="109" y="123"/>
                  <a:pt x="108" y="125"/>
                </a:cubicBezTo>
                <a:cubicBezTo>
                  <a:pt x="103" y="131"/>
                  <a:pt x="99" y="136"/>
                  <a:pt x="94" y="142"/>
                </a:cubicBezTo>
                <a:cubicBezTo>
                  <a:pt x="90" y="146"/>
                  <a:pt x="86" y="148"/>
                  <a:pt x="80" y="149"/>
                </a:cubicBezTo>
                <a:cubicBezTo>
                  <a:pt x="75" y="150"/>
                  <a:pt x="73" y="149"/>
                  <a:pt x="72" y="144"/>
                </a:cubicBezTo>
                <a:cubicBezTo>
                  <a:pt x="70" y="135"/>
                  <a:pt x="68" y="126"/>
                  <a:pt x="66" y="117"/>
                </a:cubicBezTo>
                <a:cubicBezTo>
                  <a:pt x="64" y="108"/>
                  <a:pt x="63" y="99"/>
                  <a:pt x="59" y="90"/>
                </a:cubicBezTo>
                <a:cubicBezTo>
                  <a:pt x="57" y="85"/>
                  <a:pt x="54" y="80"/>
                  <a:pt x="50" y="75"/>
                </a:cubicBezTo>
                <a:cubicBezTo>
                  <a:pt x="40" y="63"/>
                  <a:pt x="29" y="51"/>
                  <a:pt x="19" y="40"/>
                </a:cubicBezTo>
                <a:cubicBezTo>
                  <a:pt x="15" y="35"/>
                  <a:pt x="11" y="31"/>
                  <a:pt x="6" y="27"/>
                </a:cubicBezTo>
                <a:cubicBezTo>
                  <a:pt x="1" y="22"/>
                  <a:pt x="0" y="17"/>
                  <a:pt x="0" y="10"/>
                </a:cubicBezTo>
                <a:cubicBezTo>
                  <a:pt x="0" y="9"/>
                  <a:pt x="0" y="9"/>
                  <a:pt x="0" y="8"/>
                </a:cubicBezTo>
                <a:cubicBezTo>
                  <a:pt x="2" y="1"/>
                  <a:pt x="3" y="0"/>
                  <a:pt x="9" y="2"/>
                </a:cubicBezTo>
                <a:cubicBezTo>
                  <a:pt x="12" y="4"/>
                  <a:pt x="15" y="5"/>
                  <a:pt x="18" y="7"/>
                </a:cubicBezTo>
                <a:cubicBezTo>
                  <a:pt x="21" y="10"/>
                  <a:pt x="24" y="12"/>
                  <a:pt x="27" y="15"/>
                </a:cubicBezTo>
                <a:cubicBezTo>
                  <a:pt x="32" y="20"/>
                  <a:pt x="38" y="24"/>
                  <a:pt x="44" y="26"/>
                </a:cubicBezTo>
                <a:cubicBezTo>
                  <a:pt x="61" y="33"/>
                  <a:pt x="74" y="43"/>
                  <a:pt x="85" y="57"/>
                </a:cubicBezTo>
                <a:cubicBezTo>
                  <a:pt x="98" y="73"/>
                  <a:pt x="107" y="92"/>
                  <a:pt x="110" y="114"/>
                </a:cubicBezTo>
                <a:cubicBezTo>
                  <a:pt x="110" y="115"/>
                  <a:pt x="110" y="116"/>
                  <a:pt x="110" y="117"/>
                </a:cubicBezTo>
                <a:cubicBezTo>
                  <a:pt x="110" y="117"/>
                  <a:pt x="110" y="118"/>
                  <a:pt x="111" y="1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8" name="Freeform 26">
            <a:extLst xmlns:a="http://schemas.openxmlformats.org/drawingml/2006/main">
              <a:ext uri="{FF2B5EF4-FFF2-40B4-BE49-F238E27FC236}">
                <a16:creationId xmlns:a16="http://schemas.microsoft.com/office/drawing/2014/main" id="{0108E8EC-2971-41DF-BB36-9F4986156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2174" y="962787"/>
            <a:ext cx="61174" cy="74768"/>
          </a:xfrm>
          <a:custGeom xmlns:a="http://schemas.openxmlformats.org/drawingml/2006/main">
            <a:gdLst>
              <a:gd name="T0" fmla="*/ 0 w 81"/>
              <a:gd name="T1" fmla="*/ 18 h 99"/>
              <a:gd name="T2" fmla="*/ 1 w 81"/>
              <a:gd name="T3" fmla="*/ 9 h 99"/>
              <a:gd name="T4" fmla="*/ 11 w 81"/>
              <a:gd name="T5" fmla="*/ 1 h 99"/>
              <a:gd name="T6" fmla="*/ 50 w 81"/>
              <a:gd name="T7" fmla="*/ 12 h 99"/>
              <a:gd name="T8" fmla="*/ 78 w 81"/>
              <a:gd name="T9" fmla="*/ 44 h 99"/>
              <a:gd name="T10" fmla="*/ 80 w 81"/>
              <a:gd name="T11" fmla="*/ 51 h 99"/>
              <a:gd name="T12" fmla="*/ 77 w 81"/>
              <a:gd name="T13" fmla="*/ 79 h 99"/>
              <a:gd name="T14" fmla="*/ 43 w 81"/>
              <a:gd name="T15" fmla="*/ 92 h 99"/>
              <a:gd name="T16" fmla="*/ 30 w 81"/>
              <a:gd name="T17" fmla="*/ 81 h 99"/>
              <a:gd name="T18" fmla="*/ 12 w 81"/>
              <a:gd name="T19" fmla="*/ 60 h 99"/>
              <a:gd name="T20" fmla="*/ 1 w 81"/>
              <a:gd name="T21" fmla="*/ 24 h 99"/>
              <a:gd name="T22" fmla="*/ 1 w 81"/>
              <a:gd name="T23" fmla="*/ 18 h 99"/>
              <a:gd name="T24" fmla="*/ 0 w 81"/>
              <a:gd name="T25" fmla="*/ 18 h 99"/>
            </a:gdLst>
            <a:rect l="0" t="0" r="r" b="b"/>
            <a:pathLst>
              <a:path w="81" h="99">
                <a:moveTo>
                  <a:pt x="0" y="18"/>
                </a:moveTo>
                <a:cubicBezTo>
                  <a:pt x="1" y="15"/>
                  <a:pt x="1" y="12"/>
                  <a:pt x="1" y="9"/>
                </a:cubicBezTo>
                <a:cubicBezTo>
                  <a:pt x="2" y="4"/>
                  <a:pt x="5" y="1"/>
                  <a:pt x="11" y="1"/>
                </a:cubicBezTo>
                <a:cubicBezTo>
                  <a:pt x="25" y="0"/>
                  <a:pt x="39" y="2"/>
                  <a:pt x="50" y="12"/>
                </a:cubicBezTo>
                <a:cubicBezTo>
                  <a:pt x="62" y="21"/>
                  <a:pt x="70" y="32"/>
                  <a:pt x="78" y="44"/>
                </a:cubicBezTo>
                <a:cubicBezTo>
                  <a:pt x="79" y="46"/>
                  <a:pt x="80" y="49"/>
                  <a:pt x="80" y="51"/>
                </a:cubicBezTo>
                <a:cubicBezTo>
                  <a:pt x="81" y="61"/>
                  <a:pt x="80" y="70"/>
                  <a:pt x="77" y="79"/>
                </a:cubicBezTo>
                <a:cubicBezTo>
                  <a:pt x="74" y="89"/>
                  <a:pt x="57" y="99"/>
                  <a:pt x="43" y="92"/>
                </a:cubicBezTo>
                <a:cubicBezTo>
                  <a:pt x="38" y="89"/>
                  <a:pt x="33" y="86"/>
                  <a:pt x="30" y="81"/>
                </a:cubicBezTo>
                <a:cubicBezTo>
                  <a:pt x="24" y="74"/>
                  <a:pt x="18" y="67"/>
                  <a:pt x="12" y="60"/>
                </a:cubicBezTo>
                <a:cubicBezTo>
                  <a:pt x="4" y="49"/>
                  <a:pt x="2" y="37"/>
                  <a:pt x="1" y="24"/>
                </a:cubicBezTo>
                <a:cubicBezTo>
                  <a:pt x="1" y="22"/>
                  <a:pt x="1" y="20"/>
                  <a:pt x="1" y="18"/>
                </a:cubicBezTo>
                <a:cubicBezTo>
                  <a:pt x="1" y="18"/>
                  <a:pt x="1" y="18"/>
                  <a:pt x="0" y="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9" name="Freeform 28">
            <a:extLst xmlns:a="http://schemas.openxmlformats.org/drawingml/2006/main">
              <a:ext uri="{FF2B5EF4-FFF2-40B4-BE49-F238E27FC236}">
                <a16:creationId xmlns:a16="http://schemas.microsoft.com/office/drawing/2014/main" id="{6B112C9E-88D7-456E-8376-0B321FA23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4710" y="944944"/>
            <a:ext cx="65422" cy="75618"/>
          </a:xfrm>
          <a:custGeom xmlns:a="http://schemas.openxmlformats.org/drawingml/2006/main">
            <a:gdLst>
              <a:gd name="T0" fmla="*/ 38 w 87"/>
              <a:gd name="T1" fmla="*/ 100 h 100"/>
              <a:gd name="T2" fmla="*/ 27 w 87"/>
              <a:gd name="T3" fmla="*/ 98 h 100"/>
              <a:gd name="T4" fmla="*/ 22 w 87"/>
              <a:gd name="T5" fmla="*/ 91 h 100"/>
              <a:gd name="T6" fmla="*/ 17 w 87"/>
              <a:gd name="T7" fmla="*/ 65 h 100"/>
              <a:gd name="T8" fmla="*/ 1 w 87"/>
              <a:gd name="T9" fmla="*/ 16 h 100"/>
              <a:gd name="T10" fmla="*/ 0 w 87"/>
              <a:gd name="T11" fmla="*/ 4 h 100"/>
              <a:gd name="T12" fmla="*/ 4 w 87"/>
              <a:gd name="T13" fmla="*/ 0 h 100"/>
              <a:gd name="T14" fmla="*/ 12 w 87"/>
              <a:gd name="T15" fmla="*/ 0 h 100"/>
              <a:gd name="T16" fmla="*/ 20 w 87"/>
              <a:gd name="T17" fmla="*/ 4 h 100"/>
              <a:gd name="T18" fmla="*/ 31 w 87"/>
              <a:gd name="T19" fmla="*/ 12 h 100"/>
              <a:gd name="T20" fmla="*/ 65 w 87"/>
              <a:gd name="T21" fmla="*/ 41 h 100"/>
              <a:gd name="T22" fmla="*/ 78 w 87"/>
              <a:gd name="T23" fmla="*/ 56 h 100"/>
              <a:gd name="T24" fmla="*/ 73 w 87"/>
              <a:gd name="T25" fmla="*/ 87 h 100"/>
              <a:gd name="T26" fmla="*/ 38 w 87"/>
              <a:gd name="T27" fmla="*/ 100 h 100"/>
            </a:gdLst>
            <a:rect l="0" t="0" r="r" b="b"/>
            <a:pathLst>
              <a:path w="87" h="100">
                <a:moveTo>
                  <a:pt x="38" y="100"/>
                </a:moveTo>
                <a:cubicBezTo>
                  <a:pt x="34" y="99"/>
                  <a:pt x="31" y="99"/>
                  <a:pt x="27" y="98"/>
                </a:cubicBezTo>
                <a:cubicBezTo>
                  <a:pt x="24" y="97"/>
                  <a:pt x="22" y="94"/>
                  <a:pt x="22" y="91"/>
                </a:cubicBezTo>
                <a:cubicBezTo>
                  <a:pt x="23" y="81"/>
                  <a:pt x="20" y="73"/>
                  <a:pt x="17" y="65"/>
                </a:cubicBezTo>
                <a:cubicBezTo>
                  <a:pt x="11" y="49"/>
                  <a:pt x="4" y="33"/>
                  <a:pt x="1" y="16"/>
                </a:cubicBezTo>
                <a:cubicBezTo>
                  <a:pt x="0" y="12"/>
                  <a:pt x="0" y="8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7" y="0"/>
                  <a:pt x="10" y="0"/>
                  <a:pt x="12" y="0"/>
                </a:cubicBezTo>
                <a:cubicBezTo>
                  <a:pt x="15" y="1"/>
                  <a:pt x="18" y="2"/>
                  <a:pt x="20" y="4"/>
                </a:cubicBezTo>
                <a:cubicBezTo>
                  <a:pt x="24" y="7"/>
                  <a:pt x="28" y="9"/>
                  <a:pt x="31" y="12"/>
                </a:cubicBezTo>
                <a:cubicBezTo>
                  <a:pt x="42" y="22"/>
                  <a:pt x="54" y="31"/>
                  <a:pt x="65" y="41"/>
                </a:cubicBezTo>
                <a:cubicBezTo>
                  <a:pt x="70" y="45"/>
                  <a:pt x="74" y="51"/>
                  <a:pt x="78" y="56"/>
                </a:cubicBezTo>
                <a:cubicBezTo>
                  <a:pt x="87" y="69"/>
                  <a:pt x="85" y="78"/>
                  <a:pt x="73" y="87"/>
                </a:cubicBezTo>
                <a:cubicBezTo>
                  <a:pt x="64" y="95"/>
                  <a:pt x="50" y="100"/>
                  <a:pt x="38" y="1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0" name="Freeform 36">
            <a:extLst xmlns:a="http://schemas.openxmlformats.org/drawingml/2006/main">
              <a:ext uri="{FF2B5EF4-FFF2-40B4-BE49-F238E27FC236}">
                <a16:creationId xmlns:a16="http://schemas.microsoft.com/office/drawing/2014/main" id="{25D36261-8B2B-441C-B54B-9E8A3A53D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1632" y="839588"/>
            <a:ext cx="33985" cy="65422"/>
          </a:xfrm>
          <a:custGeom xmlns:a="http://schemas.openxmlformats.org/drawingml/2006/main">
            <a:gdLst>
              <a:gd name="T0" fmla="*/ 6 w 44"/>
              <a:gd name="T1" fmla="*/ 57 h 87"/>
              <a:gd name="T2" fmla="*/ 2 w 44"/>
              <a:gd name="T3" fmla="*/ 8 h 87"/>
              <a:gd name="T4" fmla="*/ 3 w 44"/>
              <a:gd name="T5" fmla="*/ 2 h 87"/>
              <a:gd name="T6" fmla="*/ 10 w 44"/>
              <a:gd name="T7" fmla="*/ 2 h 87"/>
              <a:gd name="T8" fmla="*/ 15 w 44"/>
              <a:gd name="T9" fmla="*/ 6 h 87"/>
              <a:gd name="T10" fmla="*/ 29 w 44"/>
              <a:gd name="T11" fmla="*/ 22 h 87"/>
              <a:gd name="T12" fmla="*/ 39 w 44"/>
              <a:gd name="T13" fmla="*/ 36 h 87"/>
              <a:gd name="T14" fmla="*/ 43 w 44"/>
              <a:gd name="T15" fmla="*/ 52 h 87"/>
              <a:gd name="T16" fmla="*/ 38 w 44"/>
              <a:gd name="T17" fmla="*/ 74 h 87"/>
              <a:gd name="T18" fmla="*/ 16 w 44"/>
              <a:gd name="T19" fmla="*/ 87 h 87"/>
              <a:gd name="T20" fmla="*/ 8 w 44"/>
              <a:gd name="T21" fmla="*/ 81 h 87"/>
              <a:gd name="T22" fmla="*/ 6 w 44"/>
              <a:gd name="T23" fmla="*/ 65 h 87"/>
              <a:gd name="T24" fmla="*/ 6 w 44"/>
              <a:gd name="T25" fmla="*/ 57 h 87"/>
            </a:gdLst>
            <a:rect l="0" t="0" r="r" b="b"/>
            <a:pathLst>
              <a:path w="44" h="87">
                <a:moveTo>
                  <a:pt x="6" y="57"/>
                </a:moveTo>
                <a:cubicBezTo>
                  <a:pt x="7" y="39"/>
                  <a:pt x="5" y="23"/>
                  <a:pt x="2" y="8"/>
                </a:cubicBezTo>
                <a:cubicBezTo>
                  <a:pt x="1" y="6"/>
                  <a:pt x="0" y="3"/>
                  <a:pt x="3" y="2"/>
                </a:cubicBezTo>
                <a:cubicBezTo>
                  <a:pt x="5" y="0"/>
                  <a:pt x="7" y="0"/>
                  <a:pt x="10" y="2"/>
                </a:cubicBezTo>
                <a:cubicBezTo>
                  <a:pt x="12" y="3"/>
                  <a:pt x="14" y="4"/>
                  <a:pt x="15" y="6"/>
                </a:cubicBezTo>
                <a:cubicBezTo>
                  <a:pt x="20" y="11"/>
                  <a:pt x="25" y="17"/>
                  <a:pt x="29" y="22"/>
                </a:cubicBezTo>
                <a:cubicBezTo>
                  <a:pt x="33" y="27"/>
                  <a:pt x="36" y="32"/>
                  <a:pt x="39" y="36"/>
                </a:cubicBezTo>
                <a:cubicBezTo>
                  <a:pt x="42" y="41"/>
                  <a:pt x="44" y="46"/>
                  <a:pt x="43" y="52"/>
                </a:cubicBezTo>
                <a:cubicBezTo>
                  <a:pt x="42" y="59"/>
                  <a:pt x="41" y="67"/>
                  <a:pt x="38" y="74"/>
                </a:cubicBezTo>
                <a:cubicBezTo>
                  <a:pt x="33" y="83"/>
                  <a:pt x="27" y="87"/>
                  <a:pt x="16" y="87"/>
                </a:cubicBezTo>
                <a:cubicBezTo>
                  <a:pt x="12" y="87"/>
                  <a:pt x="10" y="85"/>
                  <a:pt x="8" y="81"/>
                </a:cubicBezTo>
                <a:cubicBezTo>
                  <a:pt x="6" y="76"/>
                  <a:pt x="6" y="71"/>
                  <a:pt x="6" y="65"/>
                </a:cubicBezTo>
                <a:cubicBezTo>
                  <a:pt x="6" y="62"/>
                  <a:pt x="6" y="59"/>
                  <a:pt x="6" y="5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2" name="Freeform 8">
            <a:extLst xmlns:a="http://schemas.openxmlformats.org/drawingml/2006/main">
              <a:ext uri="{FF2B5EF4-FFF2-40B4-BE49-F238E27FC236}">
                <a16:creationId xmlns:a16="http://schemas.microsoft.com/office/drawing/2014/main" id="{1B2FD357-783F-4B84-AEC1-3A1F9B8D2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188" y="613507"/>
            <a:ext cx="664422" cy="662874"/>
          </a:xfrm>
          <a:custGeom xmlns:a="http://schemas.openxmlformats.org/drawingml/2006/main"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3" name="Freeform 42">
            <a:extLst xmlns:a="http://schemas.openxmlformats.org/drawingml/2006/main">
              <a:ext uri="{FF2B5EF4-FFF2-40B4-BE49-F238E27FC236}">
                <a16:creationId xmlns:a16="http://schemas.microsoft.com/office/drawing/2014/main" id="{11CCA49D-A561-415D-9463-C5B82BF08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919" y="699464"/>
            <a:ext cx="490185" cy="489411"/>
          </a:xfrm>
          <a:custGeom xmlns:a="http://schemas.openxmlformats.org/drawingml/2006/main"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4" name="Freeform 43">
            <a:extLst xmlns:a="http://schemas.openxmlformats.org/drawingml/2006/main">
              <a:ext uri="{FF2B5EF4-FFF2-40B4-BE49-F238E27FC236}">
                <a16:creationId xmlns:a16="http://schemas.microsoft.com/office/drawing/2014/main" id="{E8E74DBF-44AE-4CA4-9E41-A04D2935E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190" y="748250"/>
            <a:ext cx="54206" cy="65048"/>
          </a:xfrm>
          <a:custGeom xmlns:a="http://schemas.openxmlformats.org/drawingml/2006/main"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5" name="Freeform 44">
            <a:extLst xmlns:a="http://schemas.openxmlformats.org/drawingml/2006/main">
              <a:ext uri="{FF2B5EF4-FFF2-40B4-BE49-F238E27FC236}">
                <a16:creationId xmlns:a16="http://schemas.microsoft.com/office/drawing/2014/main" id="{9E37D6E2-6DB4-4CEC-9249-CB05D3B24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517" y="871377"/>
            <a:ext cx="51883" cy="55755"/>
          </a:xfrm>
          <a:custGeom xmlns:a="http://schemas.openxmlformats.org/drawingml/2006/main"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6" name="Freeform 45">
            <a:extLst xmlns:a="http://schemas.openxmlformats.org/drawingml/2006/main">
              <a:ext uri="{FF2B5EF4-FFF2-40B4-BE49-F238E27FC236}">
                <a16:creationId xmlns:a16="http://schemas.microsoft.com/office/drawing/2014/main" id="{97CCB248-4D37-4170-AB69-87B202B9E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081" y="693269"/>
            <a:ext cx="56530" cy="60402"/>
          </a:xfrm>
          <a:custGeom xmlns:a="http://schemas.openxmlformats.org/drawingml/2006/main"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7" name="Freeform 46">
            <a:extLst xmlns:a="http://schemas.openxmlformats.org/drawingml/2006/main">
              <a:ext uri="{FF2B5EF4-FFF2-40B4-BE49-F238E27FC236}">
                <a16:creationId xmlns:a16="http://schemas.microsoft.com/office/drawing/2014/main" id="{BCD90A80-F43C-4E02-B57A-8AEA89817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517" y="958108"/>
            <a:ext cx="48786" cy="46463"/>
          </a:xfrm>
          <a:custGeom xmlns:a="http://schemas.openxmlformats.org/drawingml/2006/main"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8" name="Freeform 47">
            <a:extLst xmlns:a="http://schemas.openxmlformats.org/drawingml/2006/main">
              <a:ext uri="{FF2B5EF4-FFF2-40B4-BE49-F238E27FC236}">
                <a16:creationId xmlns:a16="http://schemas.microsoft.com/office/drawing/2014/main" id="{9098EE37-368C-41B0-8471-A0C87773A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095" y="1199717"/>
            <a:ext cx="34072" cy="48786"/>
          </a:xfrm>
          <a:custGeom xmlns:a="http://schemas.openxmlformats.org/drawingml/2006/main"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9" name="Freeform 48">
            <a:extLst xmlns:a="http://schemas.openxmlformats.org/drawingml/2006/main">
              <a:ext uri="{FF2B5EF4-FFF2-40B4-BE49-F238E27FC236}">
                <a16:creationId xmlns:a16="http://schemas.microsoft.com/office/drawing/2014/main" id="{D7221CEB-3178-4021-80E9-CADEA2A23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877" y="1035547"/>
            <a:ext cx="50335" cy="43365"/>
          </a:xfrm>
          <a:custGeom xmlns:a="http://schemas.openxmlformats.org/drawingml/2006/main"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0" name="Freeform 49">
            <a:extLst xmlns:a="http://schemas.openxmlformats.org/drawingml/2006/main">
              <a:ext uri="{FF2B5EF4-FFF2-40B4-BE49-F238E27FC236}">
                <a16:creationId xmlns:a16="http://schemas.microsoft.com/office/drawing/2014/main" id="{704C48D6-22DE-4947-939B-4D34A499E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303" y="741280"/>
            <a:ext cx="59627" cy="65048"/>
          </a:xfrm>
          <a:custGeom xmlns:a="http://schemas.openxmlformats.org/drawingml/2006/main"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1" name="Freeform 50">
            <a:extLst xmlns:a="http://schemas.openxmlformats.org/drawingml/2006/main">
              <a:ext uri="{FF2B5EF4-FFF2-40B4-BE49-F238E27FC236}">
                <a16:creationId xmlns:a16="http://schemas.microsoft.com/office/drawing/2014/main" id="{C830AF16-F408-43B9-8C98-19567BAB3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325" y="1178808"/>
            <a:ext cx="41816" cy="48011"/>
          </a:xfrm>
          <a:custGeom xmlns:a="http://schemas.openxmlformats.org/drawingml/2006/main"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2" name="Freeform 51">
            <a:extLst xmlns:a="http://schemas.openxmlformats.org/drawingml/2006/main">
              <a:ext uri="{FF2B5EF4-FFF2-40B4-BE49-F238E27FC236}">
                <a16:creationId xmlns:a16="http://schemas.microsoft.com/office/drawing/2014/main" id="{43C05C32-2427-4A54-B92E-8C33E02C1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833" y="687073"/>
            <a:ext cx="56530" cy="54981"/>
          </a:xfrm>
          <a:custGeom xmlns:a="http://schemas.openxmlformats.org/drawingml/2006/main"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3" name="Freeform 52">
            <a:extLst xmlns:a="http://schemas.openxmlformats.org/drawingml/2006/main">
              <a:ext uri="{FF2B5EF4-FFF2-40B4-BE49-F238E27FC236}">
                <a16:creationId xmlns:a16="http://schemas.microsoft.com/office/drawing/2014/main" id="{ACDCE623-D6C0-43DE-BF59-A7FE5F9A1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1" y="636738"/>
            <a:ext cx="44914" cy="48786"/>
          </a:xfrm>
          <a:custGeom xmlns:a="http://schemas.openxmlformats.org/drawingml/2006/main"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4" name="Freeform 53">
            <a:extLst xmlns:a="http://schemas.openxmlformats.org/drawingml/2006/main">
              <a:ext uri="{FF2B5EF4-FFF2-40B4-BE49-F238E27FC236}">
                <a16:creationId xmlns:a16="http://schemas.microsoft.com/office/drawing/2014/main" id="{A1B728BD-F653-44C8-A406-F4D6F5D05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082" y="1199717"/>
            <a:ext cx="34847" cy="49560"/>
          </a:xfrm>
          <a:custGeom xmlns:a="http://schemas.openxmlformats.org/drawingml/2006/main"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5" name="Freeform 54">
            <a:extLst xmlns:a="http://schemas.openxmlformats.org/drawingml/2006/main">
              <a:ext uri="{FF2B5EF4-FFF2-40B4-BE49-F238E27FC236}">
                <a16:creationId xmlns:a16="http://schemas.microsoft.com/office/drawing/2014/main" id="{D710E6BE-84B0-4080-B6EC-A2E0E9C21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565" y="646031"/>
            <a:ext cx="46463" cy="52658"/>
          </a:xfrm>
          <a:custGeom xmlns:a="http://schemas.openxmlformats.org/drawingml/2006/main"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6" name="Freeform 55">
            <a:extLst xmlns:a="http://schemas.openxmlformats.org/drawingml/2006/main">
              <a:ext uri="{FF2B5EF4-FFF2-40B4-BE49-F238E27FC236}">
                <a16:creationId xmlns:a16="http://schemas.microsoft.com/office/drawing/2014/main" id="{37F0896E-FD67-4D8F-89D1-51BDB61CE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135" y="824140"/>
            <a:ext cx="54206" cy="43365"/>
          </a:xfrm>
          <a:custGeom xmlns:a="http://schemas.openxmlformats.org/drawingml/2006/main"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7" name="Freeform 56">
            <a:extLst xmlns:a="http://schemas.openxmlformats.org/drawingml/2006/main">
              <a:ext uri="{FF2B5EF4-FFF2-40B4-BE49-F238E27FC236}">
                <a16:creationId xmlns:a16="http://schemas.microsoft.com/office/drawing/2014/main" id="{9358F615-7CB6-4785-BD95-1F5360845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909" y="1027803"/>
            <a:ext cx="53432" cy="49560"/>
          </a:xfrm>
          <a:custGeom xmlns:a="http://schemas.openxmlformats.org/drawingml/2006/main"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8" name="Freeform 57">
            <a:extLst xmlns:a="http://schemas.openxmlformats.org/drawingml/2006/main">
              <a:ext uri="{FF2B5EF4-FFF2-40B4-BE49-F238E27FC236}">
                <a16:creationId xmlns:a16="http://schemas.microsoft.com/office/drawing/2014/main" id="{326670E1-A0EB-494B-B897-3FE59DAD7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2269" y="951139"/>
            <a:ext cx="47237" cy="41816"/>
          </a:xfrm>
          <a:custGeom xmlns:a="http://schemas.openxmlformats.org/drawingml/2006/main"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9" name="Freeform 58">
            <a:extLst xmlns:a="http://schemas.openxmlformats.org/drawingml/2006/main">
              <a:ext uri="{FF2B5EF4-FFF2-40B4-BE49-F238E27FC236}">
                <a16:creationId xmlns:a16="http://schemas.microsoft.com/office/drawing/2014/main" id="{F8F6B414-9AF5-465D-8B66-AACF2F7F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5843" y="655324"/>
            <a:ext cx="42591" cy="53432"/>
          </a:xfrm>
          <a:custGeom xmlns:a="http://schemas.openxmlformats.org/drawingml/2006/main"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0" name="Freeform 59">
            <a:extLst xmlns:a="http://schemas.openxmlformats.org/drawingml/2006/main">
              <a:ext uri="{FF2B5EF4-FFF2-40B4-BE49-F238E27FC236}">
                <a16:creationId xmlns:a16="http://schemas.microsoft.com/office/drawing/2014/main" id="{DD248FA5-386C-422F-84D4-D78CBDBE4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425" y="810201"/>
            <a:ext cx="48786" cy="42591"/>
          </a:xfrm>
          <a:custGeom xmlns:a="http://schemas.openxmlformats.org/drawingml/2006/main"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1" name="Freeform 60">
            <a:extLst xmlns:a="http://schemas.openxmlformats.org/drawingml/2006/main">
              <a:ext uri="{FF2B5EF4-FFF2-40B4-BE49-F238E27FC236}">
                <a16:creationId xmlns:a16="http://schemas.microsoft.com/office/drawing/2014/main" id="{3E5750FA-8994-4A7A-A2FF-9E73BB736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495" y="889962"/>
            <a:ext cx="47237" cy="30975"/>
          </a:xfrm>
          <a:custGeom xmlns:a="http://schemas.openxmlformats.org/drawingml/2006/main"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2" name="Freeform 61">
            <a:extLst xmlns:a="http://schemas.openxmlformats.org/drawingml/2006/main">
              <a:ext uri="{FF2B5EF4-FFF2-40B4-BE49-F238E27FC236}">
                <a16:creationId xmlns:a16="http://schemas.microsoft.com/office/drawing/2014/main" id="{6ACE2DC8-25DA-4ECB-8EE8-44CEB6EE4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344" y="642159"/>
            <a:ext cx="28652" cy="48011"/>
          </a:xfrm>
          <a:custGeom xmlns:a="http://schemas.openxmlformats.org/drawingml/2006/main"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3" name="Freeform 62">
            <a:extLst xmlns:a="http://schemas.openxmlformats.org/drawingml/2006/main">
              <a:ext uri="{FF2B5EF4-FFF2-40B4-BE49-F238E27FC236}">
                <a16:creationId xmlns:a16="http://schemas.microsoft.com/office/drawing/2014/main" id="{34A8D65F-9EC3-424D-AFBE-971CBE5FB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333" y="1181906"/>
            <a:ext cx="35621" cy="46463"/>
          </a:xfrm>
          <a:custGeom xmlns:a="http://schemas.openxmlformats.org/drawingml/2006/main"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4" name="Freeform 71">
            <a:extLst xmlns:a="http://schemas.openxmlformats.org/drawingml/2006/main">
              <a:ext uri="{FF2B5EF4-FFF2-40B4-BE49-F238E27FC236}">
                <a16:creationId xmlns:a16="http://schemas.microsoft.com/office/drawing/2014/main" id="{8FCB05C1-01C0-4884-AEC2-6308CD6CE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828" y="720372"/>
            <a:ext cx="449143" cy="448369"/>
          </a:xfrm>
          <a:custGeom xmlns:a="http://schemas.openxmlformats.org/drawingml/2006/main"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C6DC0901-2259-4ECE-829C-5FB96E081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08" y="2536911"/>
            <a:ext cx="1503040" cy="70788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endParaRPr sz="40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26.xml><?xml version="1.0" encoding="utf-8"?>
<p:sldLayout xmlns:p="http://schemas.openxmlformats.org/presentationml/2006/main" preserve="1" userDrawn="1">
  <p:cSld name="结尾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矩形 65">
            <a:extLst xmlns:a="http://schemas.openxmlformats.org/drawingml/2006/main">
              <a:ext uri="{FF2B5EF4-FFF2-40B4-BE49-F238E27FC236}">
                <a16:creationId xmlns:a16="http://schemas.microsoft.com/office/drawing/2014/main" id="{9D06BF37-BA0D-4220-A671-36721CC3B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64872"/>
            <a:ext cx="12192000" cy="332825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" name="椭圆 62">
            <a:extLst xmlns:a="http://schemas.openxmlformats.org/drawingml/2006/main">
              <a:ext uri="{FF2B5EF4-FFF2-40B4-BE49-F238E27FC236}">
                <a16:creationId xmlns:a16="http://schemas.microsoft.com/office/drawing/2014/main" id="{D2941692-7162-4DEE-8C54-9EA5634C9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7121" y="624817"/>
            <a:ext cx="1826782" cy="1826782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" name="Freeform 8">
            <a:extLst xmlns:a="http://schemas.openxmlformats.org/drawingml/2006/main">
              <a:ext uri="{FF2B5EF4-FFF2-40B4-BE49-F238E27FC236}">
                <a16:creationId xmlns:a16="http://schemas.microsoft.com/office/drawing/2014/main" id="{4E462012-4521-4668-AD25-894242E04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7814" y="741574"/>
            <a:ext cx="1614432" cy="1610666"/>
          </a:xfrm>
          <a:custGeom xmlns:a="http://schemas.openxmlformats.org/drawingml/2006/main"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7" name="Freeform 42">
            <a:extLst xmlns:a="http://schemas.openxmlformats.org/drawingml/2006/main">
              <a:ext uri="{FF2B5EF4-FFF2-40B4-BE49-F238E27FC236}">
                <a16:creationId xmlns:a16="http://schemas.microsoft.com/office/drawing/2014/main" id="{010B9F04-72B0-4CAB-98F6-AB4559AA0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8555" y="950434"/>
            <a:ext cx="1191066" cy="1189183"/>
          </a:xfrm>
          <a:custGeom xmlns:a="http://schemas.openxmlformats.org/drawingml/2006/main"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8" name="Freeform 43">
            <a:extLst xmlns:a="http://schemas.openxmlformats.org/drawingml/2006/main">
              <a:ext uri="{FF2B5EF4-FFF2-40B4-BE49-F238E27FC236}">
                <a16:creationId xmlns:a16="http://schemas.microsoft.com/office/drawing/2014/main" id="{7775DB09-A67E-4A3C-AD53-D80C4C6A2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488" y="1068976"/>
            <a:ext cx="131713" cy="158055"/>
          </a:xfrm>
          <a:custGeom xmlns:a="http://schemas.openxmlformats.org/drawingml/2006/main"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9" name="Freeform 44">
            <a:extLst xmlns:a="http://schemas.openxmlformats.org/drawingml/2006/main">
              <a:ext uri="{FF2B5EF4-FFF2-40B4-BE49-F238E27FC236}">
                <a16:creationId xmlns:a16="http://schemas.microsoft.com/office/drawing/2014/main" id="{52F769EF-F0F7-44B5-AD90-ACCF873EB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789" y="1368153"/>
            <a:ext cx="126068" cy="135476"/>
          </a:xfrm>
          <a:custGeom xmlns:a="http://schemas.openxmlformats.org/drawingml/2006/main"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1" name="Freeform 45">
            <a:extLst xmlns:a="http://schemas.openxmlformats.org/drawingml/2006/main">
              <a:ext uri="{FF2B5EF4-FFF2-40B4-BE49-F238E27FC236}">
                <a16:creationId xmlns:a16="http://schemas.microsoft.com/office/drawing/2014/main" id="{7ABCC5AC-7FCA-4472-8537-DF8A091B0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301" y="935381"/>
            <a:ext cx="137358" cy="146766"/>
          </a:xfrm>
          <a:custGeom xmlns:a="http://schemas.openxmlformats.org/drawingml/2006/main"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9" name="Freeform 46">
            <a:extLst xmlns:a="http://schemas.openxmlformats.org/drawingml/2006/main">
              <a:ext uri="{FF2B5EF4-FFF2-40B4-BE49-F238E27FC236}">
                <a16:creationId xmlns:a16="http://schemas.microsoft.com/office/drawing/2014/main" id="{4AACA870-8679-4EC9-8B24-0A137C7BA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789" y="1578895"/>
            <a:ext cx="118542" cy="112897"/>
          </a:xfrm>
          <a:custGeom xmlns:a="http://schemas.openxmlformats.org/drawingml/2006/main"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0" name="Freeform 47">
            <a:extLst xmlns:a="http://schemas.openxmlformats.org/drawingml/2006/main">
              <a:ext uri="{FF2B5EF4-FFF2-40B4-BE49-F238E27FC236}">
                <a16:creationId xmlns:a16="http://schemas.microsoft.com/office/drawing/2014/main" id="{013294F1-4CEF-4F73-B166-DB1131887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5790" y="2165960"/>
            <a:ext cx="82791" cy="118541"/>
          </a:xfrm>
          <a:custGeom xmlns:a="http://schemas.openxmlformats.org/drawingml/2006/main"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1" name="Freeform 48">
            <a:extLst xmlns:a="http://schemas.openxmlformats.org/drawingml/2006/main">
              <a:ext uri="{FF2B5EF4-FFF2-40B4-BE49-F238E27FC236}">
                <a16:creationId xmlns:a16="http://schemas.microsoft.com/office/drawing/2014/main" id="{79672437-A2B4-4E1D-BAA2-A1B8D833F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8830" y="1767057"/>
            <a:ext cx="122305" cy="105370"/>
          </a:xfrm>
          <a:custGeom xmlns:a="http://schemas.openxmlformats.org/drawingml/2006/main"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2" name="Freeform 49">
            <a:extLst xmlns:a="http://schemas.openxmlformats.org/drawingml/2006/main">
              <a:ext uri="{FF2B5EF4-FFF2-40B4-BE49-F238E27FC236}">
                <a16:creationId xmlns:a16="http://schemas.microsoft.com/office/drawing/2014/main" id="{4DC13235-EA7A-4480-9331-700E9C365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0331" y="1052041"/>
            <a:ext cx="144884" cy="158055"/>
          </a:xfrm>
          <a:custGeom xmlns:a="http://schemas.openxmlformats.org/drawingml/2006/main"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3" name="Freeform 50">
            <a:extLst xmlns:a="http://schemas.openxmlformats.org/drawingml/2006/main">
              <a:ext uri="{FF2B5EF4-FFF2-40B4-BE49-F238E27FC236}">
                <a16:creationId xmlns:a16="http://schemas.microsoft.com/office/drawing/2014/main" id="{3DC401B5-998F-4F36-8364-052D84024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824" y="2115156"/>
            <a:ext cx="101607" cy="116660"/>
          </a:xfrm>
          <a:custGeom xmlns:a="http://schemas.openxmlformats.org/drawingml/2006/main"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4" name="Freeform 51">
            <a:extLst xmlns:a="http://schemas.openxmlformats.org/drawingml/2006/main">
              <a:ext uri="{FF2B5EF4-FFF2-40B4-BE49-F238E27FC236}">
                <a16:creationId xmlns:a16="http://schemas.microsoft.com/office/drawing/2014/main" id="{A01778F5-942E-4F75-82F6-117C864BB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7690" y="920328"/>
            <a:ext cx="137358" cy="133595"/>
          </a:xfrm>
          <a:custGeom xmlns:a="http://schemas.openxmlformats.org/drawingml/2006/main"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5" name="Freeform 52">
            <a:extLst xmlns:a="http://schemas.openxmlformats.org/drawingml/2006/main">
              <a:ext uri="{FF2B5EF4-FFF2-40B4-BE49-F238E27FC236}">
                <a16:creationId xmlns:a16="http://schemas.microsoft.com/office/drawing/2014/main" id="{DDD905E8-0C56-48AC-AE52-8FAE2C9CA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4120" y="798023"/>
            <a:ext cx="109134" cy="118541"/>
          </a:xfrm>
          <a:custGeom xmlns:a="http://schemas.openxmlformats.org/drawingml/2006/main"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6" name="Freeform 53">
            <a:extLst xmlns:a="http://schemas.openxmlformats.org/drawingml/2006/main">
              <a:ext uri="{FF2B5EF4-FFF2-40B4-BE49-F238E27FC236}">
                <a16:creationId xmlns:a16="http://schemas.microsoft.com/office/drawing/2014/main" id="{C999749A-D320-4CAD-9110-4BAA7F591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7715" y="2165960"/>
            <a:ext cx="84673" cy="120423"/>
          </a:xfrm>
          <a:custGeom xmlns:a="http://schemas.openxmlformats.org/drawingml/2006/main"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7" name="Freeform 54">
            <a:extLst xmlns:a="http://schemas.openxmlformats.org/drawingml/2006/main">
              <a:ext uri="{FF2B5EF4-FFF2-40B4-BE49-F238E27FC236}">
                <a16:creationId xmlns:a16="http://schemas.microsoft.com/office/drawing/2014/main" id="{00BA1AC2-3EFB-42A1-8FEE-DF2F300E1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431" y="820602"/>
            <a:ext cx="112897" cy="127950"/>
          </a:xfrm>
          <a:custGeom xmlns:a="http://schemas.openxmlformats.org/drawingml/2006/main"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8" name="Freeform 55">
            <a:extLst xmlns:a="http://schemas.openxmlformats.org/drawingml/2006/main">
              <a:ext uri="{FF2B5EF4-FFF2-40B4-BE49-F238E27FC236}">
                <a16:creationId xmlns:a16="http://schemas.microsoft.com/office/drawing/2014/main" id="{9D0AC4DA-70C0-4811-B9A3-F3721EEEE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2688" y="1253375"/>
            <a:ext cx="131713" cy="105370"/>
          </a:xfrm>
          <a:custGeom xmlns:a="http://schemas.openxmlformats.org/drawingml/2006/main"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9" name="Freeform 56">
            <a:extLst xmlns:a="http://schemas.openxmlformats.org/drawingml/2006/main">
              <a:ext uri="{FF2B5EF4-FFF2-40B4-BE49-F238E27FC236}">
                <a16:creationId xmlns:a16="http://schemas.microsoft.com/office/drawing/2014/main" id="{82E36434-9ECE-474C-9CAE-400872266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4569" y="1748241"/>
            <a:ext cx="129832" cy="120423"/>
          </a:xfrm>
          <a:custGeom xmlns:a="http://schemas.openxmlformats.org/drawingml/2006/main"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0" name="Freeform 57">
            <a:extLst xmlns:a="http://schemas.openxmlformats.org/drawingml/2006/main">
              <a:ext uri="{FF2B5EF4-FFF2-40B4-BE49-F238E27FC236}">
                <a16:creationId xmlns:a16="http://schemas.microsoft.com/office/drawing/2014/main" id="{B1EDEA0C-3C4F-4C85-9C99-7ACE8489B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1610" y="1561960"/>
            <a:ext cx="114778" cy="101607"/>
          </a:xfrm>
          <a:custGeom xmlns:a="http://schemas.openxmlformats.org/drawingml/2006/main"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1" name="Freeform 58">
            <a:extLst xmlns:a="http://schemas.openxmlformats.org/drawingml/2006/main">
              <a:ext uri="{FF2B5EF4-FFF2-40B4-BE49-F238E27FC236}">
                <a16:creationId xmlns:a16="http://schemas.microsoft.com/office/drawing/2014/main" id="{860A53C3-DA03-49AB-94F4-69AA7B26D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1522" y="843182"/>
            <a:ext cx="103489" cy="129831"/>
          </a:xfrm>
          <a:custGeom xmlns:a="http://schemas.openxmlformats.org/drawingml/2006/main"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2" name="Freeform 59">
            <a:extLst xmlns:a="http://schemas.openxmlformats.org/drawingml/2006/main">
              <a:ext uri="{FF2B5EF4-FFF2-40B4-BE49-F238E27FC236}">
                <a16:creationId xmlns:a16="http://schemas.microsoft.com/office/drawing/2014/main" id="{1FBB26F2-D38E-4B82-B4EA-D9B11AD31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2593" y="1219506"/>
            <a:ext cx="118542" cy="103489"/>
          </a:xfrm>
          <a:custGeom xmlns:a="http://schemas.openxmlformats.org/drawingml/2006/main"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3" name="Freeform 60">
            <a:extLst xmlns:a="http://schemas.openxmlformats.org/drawingml/2006/main">
              <a:ext uri="{FF2B5EF4-FFF2-40B4-BE49-F238E27FC236}">
                <a16:creationId xmlns:a16="http://schemas.microsoft.com/office/drawing/2014/main" id="{3CB35C3D-59A8-4198-9420-FABA643AB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9728" y="1413312"/>
            <a:ext cx="114778" cy="75264"/>
          </a:xfrm>
          <a:custGeom xmlns:a="http://schemas.openxmlformats.org/drawingml/2006/main"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4" name="Freeform 61">
            <a:extLst xmlns:a="http://schemas.openxmlformats.org/drawingml/2006/main">
              <a:ext uri="{FF2B5EF4-FFF2-40B4-BE49-F238E27FC236}">
                <a16:creationId xmlns:a16="http://schemas.microsoft.com/office/drawing/2014/main" id="{44B79101-A78F-49A6-98FA-ADD1E31B7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229" y="811194"/>
            <a:ext cx="69620" cy="116660"/>
          </a:xfrm>
          <a:custGeom xmlns:a="http://schemas.openxmlformats.org/drawingml/2006/main"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5" name="Freeform 62">
            <a:extLst xmlns:a="http://schemas.openxmlformats.org/drawingml/2006/main">
              <a:ext uri="{FF2B5EF4-FFF2-40B4-BE49-F238E27FC236}">
                <a16:creationId xmlns:a16="http://schemas.microsoft.com/office/drawing/2014/main" id="{C8FCA84E-108A-4061-B7FA-69F1060B7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983" y="2122683"/>
            <a:ext cx="86554" cy="112897"/>
          </a:xfrm>
          <a:custGeom xmlns:a="http://schemas.openxmlformats.org/drawingml/2006/main"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6" name="Freeform 71">
            <a:extLst xmlns:a="http://schemas.openxmlformats.org/drawingml/2006/main">
              <a:ext uri="{FF2B5EF4-FFF2-40B4-BE49-F238E27FC236}">
                <a16:creationId xmlns:a16="http://schemas.microsoft.com/office/drawing/2014/main" id="{AA894514-1C57-404D-8F52-9994441DD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9360" y="1001237"/>
            <a:ext cx="1091340" cy="1089457"/>
          </a:xfrm>
          <a:custGeom xmlns:a="http://schemas.openxmlformats.org/drawingml/2006/main"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7" name="标题 1">
            <a:extLst xmlns:a="http://schemas.openxmlformats.org/drawingml/2006/main">
              <a:ext uri="{FF2B5EF4-FFF2-40B4-BE49-F238E27FC236}">
                <a16:creationId xmlns:a16="http://schemas.microsoft.com/office/drawing/2014/main" id="{A9395BF1-F373-4420-812F-B73108EDFD83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1615440" y="2929530"/>
            <a:ext cx="8961120" cy="1213643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>
              <a:buNone/>
              <a:defRPr sz="6000" b="1" i="0" u="none" strike="noStrike" kern="1200" cap="none" spc="400" baseline="0">
                <a:ln>
                  <a:noFill/>
                </a:ln>
                <a:solidFill>
                  <a:prstClr val="whit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marR="0" lvl="0" indent="0" algn="ctr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48" name="副标题 2">
            <a:extLst xmlns:a="http://schemas.openxmlformats.org/drawingml/2006/main">
              <a:ext uri="{FF2B5EF4-FFF2-40B4-BE49-F238E27FC236}">
                <a16:creationId xmlns:a16="http://schemas.microsoft.com/office/drawing/2014/main" id="{9C4B0FA6-72F7-41A7-9AAD-63F575E5EDAC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3105150" y="5630308"/>
            <a:ext cx="5981700" cy="360071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ctr">
              <a:buNone/>
              <a:defRPr sz="1800" kern="1200">
                <a:solidFill>
                  <a:prstClr val="black">
                    <a:lumMod val="75000"/>
                    <a:lumOff val="25000"/>
                  </a:prstClr>
                </a:solidFill>
                <a:latin typeface="Arial"/>
                <a:ea typeface="Arial"/>
                <a:cs typeface="Arial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</p:spTree>
  </p:cSld>
</p:sldLayout>
</file>

<file path=ppt/slideLayouts/slideLayout27.xml><?xml version="1.0" encoding="utf-8"?>
<p:sldLayout xmlns:p="http://schemas.openxmlformats.org/presentationml/2006/main" preserve="1" userDrawn="1">
  <p:cSld name="内容页-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0" name="Freeform 17">
            <a:extLst xmlns:a="http://schemas.openxmlformats.org/drawingml/2006/main">
              <a:ext uri="{FF2B5EF4-FFF2-40B4-BE49-F238E27FC236}">
                <a16:creationId xmlns:a16="http://schemas.microsoft.com/office/drawing/2014/main" id="{91680304-C27C-433C-B802-241F5FC9E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8081" y="688617"/>
            <a:ext cx="64437" cy="68999"/>
          </a:xfrm>
          <a:custGeom xmlns:a="http://schemas.openxmlformats.org/drawingml/2006/main">
            <a:gdLst>
              <a:gd name="T0" fmla="*/ 34 w 127"/>
              <a:gd name="T1" fmla="*/ 71 h 136"/>
              <a:gd name="T2" fmla="*/ 34 w 127"/>
              <a:gd name="T3" fmla="*/ 81 h 136"/>
              <a:gd name="T4" fmla="*/ 34 w 127"/>
              <a:gd name="T5" fmla="*/ 114 h 136"/>
              <a:gd name="T6" fmla="*/ 35 w 127"/>
              <a:gd name="T7" fmla="*/ 122 h 136"/>
              <a:gd name="T8" fmla="*/ 40 w 127"/>
              <a:gd name="T9" fmla="*/ 127 h 136"/>
              <a:gd name="T10" fmla="*/ 49 w 127"/>
              <a:gd name="T11" fmla="*/ 128 h 136"/>
              <a:gd name="T12" fmla="*/ 49 w 127"/>
              <a:gd name="T13" fmla="*/ 135 h 136"/>
              <a:gd name="T14" fmla="*/ 1 w 127"/>
              <a:gd name="T15" fmla="*/ 135 h 136"/>
              <a:gd name="T16" fmla="*/ 0 w 127"/>
              <a:gd name="T17" fmla="*/ 132 h 136"/>
              <a:gd name="T18" fmla="*/ 0 w 127"/>
              <a:gd name="T19" fmla="*/ 128 h 136"/>
              <a:gd name="T20" fmla="*/ 9 w 127"/>
              <a:gd name="T21" fmla="*/ 127 h 136"/>
              <a:gd name="T22" fmla="*/ 16 w 127"/>
              <a:gd name="T23" fmla="*/ 120 h 136"/>
              <a:gd name="T24" fmla="*/ 17 w 127"/>
              <a:gd name="T25" fmla="*/ 111 h 136"/>
              <a:gd name="T26" fmla="*/ 17 w 127"/>
              <a:gd name="T27" fmla="*/ 22 h 136"/>
              <a:gd name="T28" fmla="*/ 16 w 127"/>
              <a:gd name="T29" fmla="*/ 15 h 136"/>
              <a:gd name="T30" fmla="*/ 9 w 127"/>
              <a:gd name="T31" fmla="*/ 9 h 136"/>
              <a:gd name="T32" fmla="*/ 0 w 127"/>
              <a:gd name="T33" fmla="*/ 8 h 136"/>
              <a:gd name="T34" fmla="*/ 0 w 127"/>
              <a:gd name="T35" fmla="*/ 1 h 136"/>
              <a:gd name="T36" fmla="*/ 4 w 127"/>
              <a:gd name="T37" fmla="*/ 0 h 136"/>
              <a:gd name="T38" fmla="*/ 71 w 127"/>
              <a:gd name="T39" fmla="*/ 0 h 136"/>
              <a:gd name="T40" fmla="*/ 94 w 127"/>
              <a:gd name="T41" fmla="*/ 4 h 136"/>
              <a:gd name="T42" fmla="*/ 116 w 127"/>
              <a:gd name="T43" fmla="*/ 32 h 136"/>
              <a:gd name="T44" fmla="*/ 97 w 127"/>
              <a:gd name="T45" fmla="*/ 66 h 136"/>
              <a:gd name="T46" fmla="*/ 80 w 127"/>
              <a:gd name="T47" fmla="*/ 70 h 136"/>
              <a:gd name="T48" fmla="*/ 71 w 127"/>
              <a:gd name="T49" fmla="*/ 71 h 136"/>
              <a:gd name="T50" fmla="*/ 73 w 127"/>
              <a:gd name="T51" fmla="*/ 75 h 136"/>
              <a:gd name="T52" fmla="*/ 104 w 127"/>
              <a:gd name="T53" fmla="*/ 114 h 136"/>
              <a:gd name="T54" fmla="*/ 105 w 127"/>
              <a:gd name="T55" fmla="*/ 116 h 136"/>
              <a:gd name="T56" fmla="*/ 127 w 127"/>
              <a:gd name="T57" fmla="*/ 128 h 136"/>
              <a:gd name="T58" fmla="*/ 127 w 127"/>
              <a:gd name="T59" fmla="*/ 135 h 136"/>
              <a:gd name="T60" fmla="*/ 116 w 127"/>
              <a:gd name="T61" fmla="*/ 135 h 136"/>
              <a:gd name="T62" fmla="*/ 102 w 127"/>
              <a:gd name="T63" fmla="*/ 136 h 136"/>
              <a:gd name="T64" fmla="*/ 96 w 127"/>
              <a:gd name="T65" fmla="*/ 132 h 136"/>
              <a:gd name="T66" fmla="*/ 59 w 127"/>
              <a:gd name="T67" fmla="*/ 82 h 136"/>
              <a:gd name="T68" fmla="*/ 52 w 127"/>
              <a:gd name="T69" fmla="*/ 73 h 136"/>
              <a:gd name="T70" fmla="*/ 49 w 127"/>
              <a:gd name="T71" fmla="*/ 71 h 136"/>
              <a:gd name="T72" fmla="*/ 34 w 127"/>
              <a:gd name="T73" fmla="*/ 71 h 136"/>
              <a:gd name="T74" fmla="*/ 34 w 127"/>
              <a:gd name="T75" fmla="*/ 61 h 136"/>
              <a:gd name="T76" fmla="*/ 36 w 127"/>
              <a:gd name="T77" fmla="*/ 62 h 136"/>
              <a:gd name="T78" fmla="*/ 66 w 127"/>
              <a:gd name="T79" fmla="*/ 62 h 136"/>
              <a:gd name="T80" fmla="*/ 82 w 127"/>
              <a:gd name="T81" fmla="*/ 59 h 136"/>
              <a:gd name="T82" fmla="*/ 96 w 127"/>
              <a:gd name="T83" fmla="*/ 44 h 136"/>
              <a:gd name="T84" fmla="*/ 96 w 127"/>
              <a:gd name="T85" fmla="*/ 29 h 136"/>
              <a:gd name="T86" fmla="*/ 81 w 127"/>
              <a:gd name="T87" fmla="*/ 12 h 136"/>
              <a:gd name="T88" fmla="*/ 70 w 127"/>
              <a:gd name="T89" fmla="*/ 11 h 136"/>
              <a:gd name="T90" fmla="*/ 37 w 127"/>
              <a:gd name="T91" fmla="*/ 11 h 136"/>
              <a:gd name="T92" fmla="*/ 34 w 127"/>
              <a:gd name="T93" fmla="*/ 11 h 136"/>
              <a:gd name="T94" fmla="*/ 34 w 127"/>
              <a:gd name="T95" fmla="*/ 61 h 136"/>
            </a:gdLst>
            <a:rect l="0" t="0" r="r" b="b"/>
            <a:pathLst>
              <a:path w="127" h="136">
                <a:moveTo>
                  <a:pt x="34" y="71"/>
                </a:moveTo>
                <a:cubicBezTo>
                  <a:pt x="34" y="75"/>
                  <a:pt x="34" y="78"/>
                  <a:pt x="34" y="81"/>
                </a:cubicBezTo>
                <a:cubicBezTo>
                  <a:pt x="34" y="92"/>
                  <a:pt x="34" y="103"/>
                  <a:pt x="34" y="114"/>
                </a:cubicBezTo>
                <a:cubicBezTo>
                  <a:pt x="34" y="117"/>
                  <a:pt x="34" y="119"/>
                  <a:pt x="35" y="122"/>
                </a:cubicBezTo>
                <a:cubicBezTo>
                  <a:pt x="35" y="125"/>
                  <a:pt x="37" y="127"/>
                  <a:pt x="40" y="127"/>
                </a:cubicBezTo>
                <a:cubicBezTo>
                  <a:pt x="43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1" y="135"/>
                </a:cubicBezTo>
                <a:cubicBezTo>
                  <a:pt x="0" y="134"/>
                  <a:pt x="0" y="133"/>
                  <a:pt x="0" y="132"/>
                </a:cubicBezTo>
                <a:cubicBezTo>
                  <a:pt x="0" y="131"/>
                  <a:pt x="0" y="130"/>
                  <a:pt x="0" y="128"/>
                </a:cubicBezTo>
                <a:cubicBezTo>
                  <a:pt x="3" y="128"/>
                  <a:pt x="6" y="128"/>
                  <a:pt x="9" y="127"/>
                </a:cubicBezTo>
                <a:cubicBezTo>
                  <a:pt x="14" y="126"/>
                  <a:pt x="15" y="125"/>
                  <a:pt x="16" y="120"/>
                </a:cubicBezTo>
                <a:cubicBezTo>
                  <a:pt x="16" y="117"/>
                  <a:pt x="17" y="114"/>
                  <a:pt x="17" y="111"/>
                </a:cubicBezTo>
                <a:cubicBezTo>
                  <a:pt x="17" y="81"/>
                  <a:pt x="17" y="52"/>
                  <a:pt x="17" y="22"/>
                </a:cubicBezTo>
                <a:cubicBezTo>
                  <a:pt x="17" y="20"/>
                  <a:pt x="16" y="17"/>
                  <a:pt x="16" y="15"/>
                </a:cubicBezTo>
                <a:cubicBezTo>
                  <a:pt x="15" y="11"/>
                  <a:pt x="13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2" y="1"/>
                  <a:pt x="3" y="0"/>
                  <a:pt x="4" y="0"/>
                </a:cubicBezTo>
                <a:cubicBezTo>
                  <a:pt x="26" y="0"/>
                  <a:pt x="49" y="0"/>
                  <a:pt x="71" y="0"/>
                </a:cubicBezTo>
                <a:cubicBezTo>
                  <a:pt x="79" y="0"/>
                  <a:pt x="86" y="1"/>
                  <a:pt x="94" y="4"/>
                </a:cubicBezTo>
                <a:cubicBezTo>
                  <a:pt x="108" y="9"/>
                  <a:pt x="115" y="18"/>
                  <a:pt x="116" y="32"/>
                </a:cubicBezTo>
                <a:cubicBezTo>
                  <a:pt x="117" y="48"/>
                  <a:pt x="110" y="60"/>
                  <a:pt x="97" y="66"/>
                </a:cubicBezTo>
                <a:cubicBezTo>
                  <a:pt x="91" y="68"/>
                  <a:pt x="86" y="70"/>
                  <a:pt x="80" y="70"/>
                </a:cubicBezTo>
                <a:cubicBezTo>
                  <a:pt x="77" y="70"/>
                  <a:pt x="74" y="71"/>
                  <a:pt x="71" y="71"/>
                </a:cubicBezTo>
                <a:cubicBezTo>
                  <a:pt x="72" y="73"/>
                  <a:pt x="73" y="74"/>
                  <a:pt x="73" y="75"/>
                </a:cubicBezTo>
                <a:cubicBezTo>
                  <a:pt x="84" y="88"/>
                  <a:pt x="94" y="101"/>
                  <a:pt x="104" y="114"/>
                </a:cubicBezTo>
                <a:cubicBezTo>
                  <a:pt x="105" y="115"/>
                  <a:pt x="105" y="115"/>
                  <a:pt x="105" y="116"/>
                </a:cubicBezTo>
                <a:cubicBezTo>
                  <a:pt x="111" y="122"/>
                  <a:pt x="117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24" y="135"/>
                  <a:pt x="120" y="135"/>
                  <a:pt x="116" y="135"/>
                </a:cubicBezTo>
                <a:cubicBezTo>
                  <a:pt x="111" y="135"/>
                  <a:pt x="107" y="135"/>
                  <a:pt x="102" y="136"/>
                </a:cubicBezTo>
                <a:cubicBezTo>
                  <a:pt x="99" y="136"/>
                  <a:pt x="97" y="134"/>
                  <a:pt x="96" y="132"/>
                </a:cubicBezTo>
                <a:cubicBezTo>
                  <a:pt x="83" y="115"/>
                  <a:pt x="71" y="99"/>
                  <a:pt x="59" y="82"/>
                </a:cubicBezTo>
                <a:cubicBezTo>
                  <a:pt x="57" y="79"/>
                  <a:pt x="54" y="76"/>
                  <a:pt x="52" y="73"/>
                </a:cubicBezTo>
                <a:cubicBezTo>
                  <a:pt x="51" y="72"/>
                  <a:pt x="50" y="71"/>
                  <a:pt x="49" y="71"/>
                </a:cubicBezTo>
                <a:cubicBezTo>
                  <a:pt x="44" y="71"/>
                  <a:pt x="39" y="71"/>
                  <a:pt x="34" y="71"/>
                </a:cubicBezTo>
                <a:close/>
                <a:moveTo>
                  <a:pt x="34" y="61"/>
                </a:moveTo>
                <a:cubicBezTo>
                  <a:pt x="35" y="62"/>
                  <a:pt x="36" y="62"/>
                  <a:pt x="36" y="62"/>
                </a:cubicBezTo>
                <a:cubicBezTo>
                  <a:pt x="46" y="62"/>
                  <a:pt x="56" y="62"/>
                  <a:pt x="66" y="62"/>
                </a:cubicBezTo>
                <a:cubicBezTo>
                  <a:pt x="72" y="61"/>
                  <a:pt x="77" y="60"/>
                  <a:pt x="82" y="59"/>
                </a:cubicBezTo>
                <a:cubicBezTo>
                  <a:pt x="90" y="56"/>
                  <a:pt x="94" y="51"/>
                  <a:pt x="96" y="44"/>
                </a:cubicBezTo>
                <a:cubicBezTo>
                  <a:pt x="96" y="39"/>
                  <a:pt x="97" y="34"/>
                  <a:pt x="96" y="29"/>
                </a:cubicBezTo>
                <a:cubicBezTo>
                  <a:pt x="95" y="20"/>
                  <a:pt x="90" y="15"/>
                  <a:pt x="81" y="12"/>
                </a:cubicBezTo>
                <a:cubicBezTo>
                  <a:pt x="77" y="11"/>
                  <a:pt x="74" y="11"/>
                  <a:pt x="70" y="11"/>
                </a:cubicBezTo>
                <a:cubicBezTo>
                  <a:pt x="59" y="10"/>
                  <a:pt x="48" y="11"/>
                  <a:pt x="37" y="11"/>
                </a:cubicBezTo>
                <a:cubicBezTo>
                  <a:pt x="36" y="11"/>
                  <a:pt x="35" y="11"/>
                  <a:pt x="34" y="11"/>
                </a:cubicBezTo>
                <a:cubicBezTo>
                  <a:pt x="34" y="28"/>
                  <a:pt x="34" y="44"/>
                  <a:pt x="34" y="61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1" name="Freeform 18">
            <a:extLst xmlns:a="http://schemas.openxmlformats.org/drawingml/2006/main">
              <a:ext uri="{FF2B5EF4-FFF2-40B4-BE49-F238E27FC236}">
                <a16:creationId xmlns:a16="http://schemas.microsoft.com/office/drawing/2014/main" id="{0E0B63CC-BF29-4FA8-A474-A3EC71F88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3581" y="688617"/>
            <a:ext cx="64437" cy="68429"/>
          </a:xfrm>
          <a:custGeom xmlns:a="http://schemas.openxmlformats.org/drawingml/2006/main">
            <a:gdLst>
              <a:gd name="T0" fmla="*/ 50 w 127"/>
              <a:gd name="T1" fmla="*/ 70 h 135"/>
              <a:gd name="T2" fmla="*/ 34 w 127"/>
              <a:gd name="T3" fmla="*/ 87 h 135"/>
              <a:gd name="T4" fmla="*/ 33 w 127"/>
              <a:gd name="T5" fmla="*/ 90 h 135"/>
              <a:gd name="T6" fmla="*/ 33 w 127"/>
              <a:gd name="T7" fmla="*/ 116 h 135"/>
              <a:gd name="T8" fmla="*/ 34 w 127"/>
              <a:gd name="T9" fmla="*/ 120 h 135"/>
              <a:gd name="T10" fmla="*/ 41 w 127"/>
              <a:gd name="T11" fmla="*/ 127 h 135"/>
              <a:gd name="T12" fmla="*/ 49 w 127"/>
              <a:gd name="T13" fmla="*/ 128 h 135"/>
              <a:gd name="T14" fmla="*/ 49 w 127"/>
              <a:gd name="T15" fmla="*/ 135 h 135"/>
              <a:gd name="T16" fmla="*/ 0 w 127"/>
              <a:gd name="T17" fmla="*/ 135 h 135"/>
              <a:gd name="T18" fmla="*/ 0 w 127"/>
              <a:gd name="T19" fmla="*/ 128 h 135"/>
              <a:gd name="T20" fmla="*/ 7 w 127"/>
              <a:gd name="T21" fmla="*/ 128 h 135"/>
              <a:gd name="T22" fmla="*/ 16 w 127"/>
              <a:gd name="T23" fmla="*/ 118 h 135"/>
              <a:gd name="T24" fmla="*/ 16 w 127"/>
              <a:gd name="T25" fmla="*/ 111 h 135"/>
              <a:gd name="T26" fmla="*/ 16 w 127"/>
              <a:gd name="T27" fmla="*/ 24 h 135"/>
              <a:gd name="T28" fmla="*/ 16 w 127"/>
              <a:gd name="T29" fmla="*/ 16 h 135"/>
              <a:gd name="T30" fmla="*/ 8 w 127"/>
              <a:gd name="T31" fmla="*/ 9 h 135"/>
              <a:gd name="T32" fmla="*/ 0 w 127"/>
              <a:gd name="T33" fmla="*/ 8 h 135"/>
              <a:gd name="T34" fmla="*/ 0 w 127"/>
              <a:gd name="T35" fmla="*/ 1 h 135"/>
              <a:gd name="T36" fmla="*/ 49 w 127"/>
              <a:gd name="T37" fmla="*/ 1 h 135"/>
              <a:gd name="T38" fmla="*/ 50 w 127"/>
              <a:gd name="T39" fmla="*/ 8 h 135"/>
              <a:gd name="T40" fmla="*/ 41 w 127"/>
              <a:gd name="T41" fmla="*/ 9 h 135"/>
              <a:gd name="T42" fmla="*/ 34 w 127"/>
              <a:gd name="T43" fmla="*/ 16 h 135"/>
              <a:gd name="T44" fmla="*/ 33 w 127"/>
              <a:gd name="T45" fmla="*/ 23 h 135"/>
              <a:gd name="T46" fmla="*/ 33 w 127"/>
              <a:gd name="T47" fmla="*/ 70 h 135"/>
              <a:gd name="T48" fmla="*/ 33 w 127"/>
              <a:gd name="T49" fmla="*/ 73 h 135"/>
              <a:gd name="T50" fmla="*/ 36 w 127"/>
              <a:gd name="T51" fmla="*/ 71 h 135"/>
              <a:gd name="T52" fmla="*/ 83 w 127"/>
              <a:gd name="T53" fmla="*/ 19 h 135"/>
              <a:gd name="T54" fmla="*/ 86 w 127"/>
              <a:gd name="T55" fmla="*/ 14 h 135"/>
              <a:gd name="T56" fmla="*/ 84 w 127"/>
              <a:gd name="T57" fmla="*/ 9 h 135"/>
              <a:gd name="T58" fmla="*/ 76 w 127"/>
              <a:gd name="T59" fmla="*/ 8 h 135"/>
              <a:gd name="T60" fmla="*/ 76 w 127"/>
              <a:gd name="T61" fmla="*/ 1 h 135"/>
              <a:gd name="T62" fmla="*/ 122 w 127"/>
              <a:gd name="T63" fmla="*/ 1 h 135"/>
              <a:gd name="T64" fmla="*/ 122 w 127"/>
              <a:gd name="T65" fmla="*/ 8 h 135"/>
              <a:gd name="T66" fmla="*/ 118 w 127"/>
              <a:gd name="T67" fmla="*/ 8 h 135"/>
              <a:gd name="T68" fmla="*/ 99 w 127"/>
              <a:gd name="T69" fmla="*/ 18 h 135"/>
              <a:gd name="T70" fmla="*/ 77 w 127"/>
              <a:gd name="T71" fmla="*/ 41 h 135"/>
              <a:gd name="T72" fmla="*/ 62 w 127"/>
              <a:gd name="T73" fmla="*/ 57 h 135"/>
              <a:gd name="T74" fmla="*/ 64 w 127"/>
              <a:gd name="T75" fmla="*/ 61 h 135"/>
              <a:gd name="T76" fmla="*/ 102 w 127"/>
              <a:gd name="T77" fmla="*/ 113 h 135"/>
              <a:gd name="T78" fmla="*/ 108 w 127"/>
              <a:gd name="T79" fmla="*/ 120 h 135"/>
              <a:gd name="T80" fmla="*/ 123 w 127"/>
              <a:gd name="T81" fmla="*/ 127 h 135"/>
              <a:gd name="T82" fmla="*/ 127 w 127"/>
              <a:gd name="T83" fmla="*/ 128 h 135"/>
              <a:gd name="T84" fmla="*/ 127 w 127"/>
              <a:gd name="T85" fmla="*/ 135 h 135"/>
              <a:gd name="T86" fmla="*/ 73 w 127"/>
              <a:gd name="T87" fmla="*/ 135 h 135"/>
              <a:gd name="T88" fmla="*/ 73 w 127"/>
              <a:gd name="T89" fmla="*/ 128 h 135"/>
              <a:gd name="T90" fmla="*/ 80 w 127"/>
              <a:gd name="T91" fmla="*/ 127 h 135"/>
              <a:gd name="T92" fmla="*/ 84 w 127"/>
              <a:gd name="T93" fmla="*/ 120 h 135"/>
              <a:gd name="T94" fmla="*/ 82 w 127"/>
              <a:gd name="T95" fmla="*/ 115 h 135"/>
              <a:gd name="T96" fmla="*/ 51 w 127"/>
              <a:gd name="T97" fmla="*/ 72 h 135"/>
              <a:gd name="T98" fmla="*/ 50 w 127"/>
              <a:gd name="T99" fmla="*/ 70 h 135"/>
            </a:gdLst>
            <a:rect l="0" t="0" r="r" b="b"/>
            <a:pathLst>
              <a:path w="127" h="135">
                <a:moveTo>
                  <a:pt x="50" y="70"/>
                </a:moveTo>
                <a:cubicBezTo>
                  <a:pt x="44" y="76"/>
                  <a:pt x="39" y="81"/>
                  <a:pt x="34" y="87"/>
                </a:cubicBezTo>
                <a:cubicBezTo>
                  <a:pt x="33" y="88"/>
                  <a:pt x="33" y="89"/>
                  <a:pt x="33" y="90"/>
                </a:cubicBezTo>
                <a:cubicBezTo>
                  <a:pt x="33" y="99"/>
                  <a:pt x="33" y="107"/>
                  <a:pt x="33" y="116"/>
                </a:cubicBezTo>
                <a:cubicBezTo>
                  <a:pt x="33" y="117"/>
                  <a:pt x="33" y="118"/>
                  <a:pt x="34" y="120"/>
                </a:cubicBezTo>
                <a:cubicBezTo>
                  <a:pt x="35" y="125"/>
                  <a:pt x="36" y="126"/>
                  <a:pt x="41" y="127"/>
                </a:cubicBezTo>
                <a:cubicBezTo>
                  <a:pt x="44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7" y="128"/>
                </a:cubicBezTo>
                <a:cubicBezTo>
                  <a:pt x="14" y="127"/>
                  <a:pt x="16" y="125"/>
                  <a:pt x="16" y="118"/>
                </a:cubicBezTo>
                <a:cubicBezTo>
                  <a:pt x="16" y="115"/>
                  <a:pt x="16" y="113"/>
                  <a:pt x="16" y="111"/>
                </a:cubicBezTo>
                <a:cubicBezTo>
                  <a:pt x="16" y="82"/>
                  <a:pt x="16" y="53"/>
                  <a:pt x="16" y="24"/>
                </a:cubicBezTo>
                <a:cubicBezTo>
                  <a:pt x="16" y="21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5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4" y="0"/>
                  <a:pt x="40" y="0"/>
                  <a:pt x="49" y="1"/>
                </a:cubicBezTo>
                <a:cubicBezTo>
                  <a:pt x="49" y="3"/>
                  <a:pt x="50" y="5"/>
                  <a:pt x="50" y="8"/>
                </a:cubicBezTo>
                <a:cubicBezTo>
                  <a:pt x="47" y="8"/>
                  <a:pt x="44" y="8"/>
                  <a:pt x="41" y="9"/>
                </a:cubicBezTo>
                <a:cubicBezTo>
                  <a:pt x="37" y="9"/>
                  <a:pt x="34" y="11"/>
                  <a:pt x="34" y="16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39"/>
                  <a:pt x="33" y="54"/>
                  <a:pt x="33" y="70"/>
                </a:cubicBezTo>
                <a:cubicBezTo>
                  <a:pt x="33" y="71"/>
                  <a:pt x="33" y="72"/>
                  <a:pt x="33" y="73"/>
                </a:cubicBezTo>
                <a:cubicBezTo>
                  <a:pt x="35" y="72"/>
                  <a:pt x="36" y="72"/>
                  <a:pt x="36" y="71"/>
                </a:cubicBezTo>
                <a:cubicBezTo>
                  <a:pt x="52" y="54"/>
                  <a:pt x="67" y="37"/>
                  <a:pt x="83" y="19"/>
                </a:cubicBezTo>
                <a:cubicBezTo>
                  <a:pt x="84" y="18"/>
                  <a:pt x="85" y="16"/>
                  <a:pt x="86" y="14"/>
                </a:cubicBezTo>
                <a:cubicBezTo>
                  <a:pt x="88" y="12"/>
                  <a:pt x="87" y="10"/>
                  <a:pt x="84" y="9"/>
                </a:cubicBezTo>
                <a:cubicBezTo>
                  <a:pt x="81" y="8"/>
                  <a:pt x="79" y="8"/>
                  <a:pt x="76" y="8"/>
                </a:cubicBezTo>
                <a:cubicBezTo>
                  <a:pt x="76" y="5"/>
                  <a:pt x="76" y="3"/>
                  <a:pt x="76" y="1"/>
                </a:cubicBezTo>
                <a:cubicBezTo>
                  <a:pt x="79" y="0"/>
                  <a:pt x="114" y="0"/>
                  <a:pt x="122" y="1"/>
                </a:cubicBezTo>
                <a:cubicBezTo>
                  <a:pt x="122" y="3"/>
                  <a:pt x="122" y="5"/>
                  <a:pt x="122" y="8"/>
                </a:cubicBezTo>
                <a:cubicBezTo>
                  <a:pt x="121" y="8"/>
                  <a:pt x="120" y="8"/>
                  <a:pt x="118" y="8"/>
                </a:cubicBezTo>
                <a:cubicBezTo>
                  <a:pt x="111" y="9"/>
                  <a:pt x="104" y="12"/>
                  <a:pt x="99" y="18"/>
                </a:cubicBezTo>
                <a:cubicBezTo>
                  <a:pt x="92" y="25"/>
                  <a:pt x="85" y="33"/>
                  <a:pt x="77" y="41"/>
                </a:cubicBezTo>
                <a:cubicBezTo>
                  <a:pt x="72" y="46"/>
                  <a:pt x="67" y="52"/>
                  <a:pt x="62" y="57"/>
                </a:cubicBezTo>
                <a:cubicBezTo>
                  <a:pt x="63" y="58"/>
                  <a:pt x="64" y="59"/>
                  <a:pt x="64" y="61"/>
                </a:cubicBezTo>
                <a:cubicBezTo>
                  <a:pt x="77" y="78"/>
                  <a:pt x="90" y="95"/>
                  <a:pt x="102" y="113"/>
                </a:cubicBezTo>
                <a:cubicBezTo>
                  <a:pt x="104" y="115"/>
                  <a:pt x="106" y="118"/>
                  <a:pt x="108" y="120"/>
                </a:cubicBezTo>
                <a:cubicBezTo>
                  <a:pt x="112" y="124"/>
                  <a:pt x="117" y="127"/>
                  <a:pt x="123" y="127"/>
                </a:cubicBezTo>
                <a:cubicBezTo>
                  <a:pt x="124" y="128"/>
                  <a:pt x="125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09" y="135"/>
                  <a:pt x="91" y="135"/>
                  <a:pt x="73" y="135"/>
                </a:cubicBezTo>
                <a:cubicBezTo>
                  <a:pt x="73" y="133"/>
                  <a:pt x="73" y="131"/>
                  <a:pt x="73" y="128"/>
                </a:cubicBezTo>
                <a:cubicBezTo>
                  <a:pt x="75" y="128"/>
                  <a:pt x="78" y="128"/>
                  <a:pt x="80" y="127"/>
                </a:cubicBezTo>
                <a:cubicBezTo>
                  <a:pt x="85" y="127"/>
                  <a:pt x="86" y="125"/>
                  <a:pt x="84" y="120"/>
                </a:cubicBezTo>
                <a:cubicBezTo>
                  <a:pt x="84" y="118"/>
                  <a:pt x="83" y="117"/>
                  <a:pt x="82" y="115"/>
                </a:cubicBezTo>
                <a:cubicBezTo>
                  <a:pt x="72" y="101"/>
                  <a:pt x="61" y="86"/>
                  <a:pt x="51" y="72"/>
                </a:cubicBezTo>
                <a:cubicBezTo>
                  <a:pt x="51" y="71"/>
                  <a:pt x="50" y="71"/>
                  <a:pt x="50" y="7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2" name="Freeform 19">
            <a:extLst xmlns:a="http://schemas.openxmlformats.org/drawingml/2006/main">
              <a:ext uri="{FF2B5EF4-FFF2-40B4-BE49-F238E27FC236}">
                <a16:creationId xmlns:a16="http://schemas.microsoft.com/office/drawing/2014/main" id="{CC50EBBD-8A85-4977-92EB-C11092DE2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9719" y="688617"/>
            <a:ext cx="63867" cy="68429"/>
          </a:xfrm>
          <a:custGeom xmlns:a="http://schemas.openxmlformats.org/drawingml/2006/main">
            <a:gdLst>
              <a:gd name="T0" fmla="*/ 28 w 126"/>
              <a:gd name="T1" fmla="*/ 16 h 135"/>
              <a:gd name="T2" fmla="*/ 28 w 126"/>
              <a:gd name="T3" fmla="*/ 20 h 135"/>
              <a:gd name="T4" fmla="*/ 28 w 126"/>
              <a:gd name="T5" fmla="*/ 109 h 135"/>
              <a:gd name="T6" fmla="*/ 28 w 126"/>
              <a:gd name="T7" fmla="*/ 119 h 135"/>
              <a:gd name="T8" fmla="*/ 37 w 126"/>
              <a:gd name="T9" fmla="*/ 127 h 135"/>
              <a:gd name="T10" fmla="*/ 44 w 126"/>
              <a:gd name="T11" fmla="*/ 128 h 135"/>
              <a:gd name="T12" fmla="*/ 44 w 126"/>
              <a:gd name="T13" fmla="*/ 135 h 135"/>
              <a:gd name="T14" fmla="*/ 0 w 126"/>
              <a:gd name="T15" fmla="*/ 135 h 135"/>
              <a:gd name="T16" fmla="*/ 0 w 126"/>
              <a:gd name="T17" fmla="*/ 128 h 135"/>
              <a:gd name="T18" fmla="*/ 8 w 126"/>
              <a:gd name="T19" fmla="*/ 127 h 135"/>
              <a:gd name="T20" fmla="*/ 16 w 126"/>
              <a:gd name="T21" fmla="*/ 120 h 135"/>
              <a:gd name="T22" fmla="*/ 16 w 126"/>
              <a:gd name="T23" fmla="*/ 113 h 135"/>
              <a:gd name="T24" fmla="*/ 16 w 126"/>
              <a:gd name="T25" fmla="*/ 19 h 135"/>
              <a:gd name="T26" fmla="*/ 16 w 126"/>
              <a:gd name="T27" fmla="*/ 15 h 135"/>
              <a:gd name="T28" fmla="*/ 9 w 126"/>
              <a:gd name="T29" fmla="*/ 9 h 135"/>
              <a:gd name="T30" fmla="*/ 5 w 126"/>
              <a:gd name="T31" fmla="*/ 8 h 135"/>
              <a:gd name="T32" fmla="*/ 1 w 126"/>
              <a:gd name="T33" fmla="*/ 8 h 135"/>
              <a:gd name="T34" fmla="*/ 1 w 126"/>
              <a:gd name="T35" fmla="*/ 1 h 135"/>
              <a:gd name="T36" fmla="*/ 40 w 126"/>
              <a:gd name="T37" fmla="*/ 1 h 135"/>
              <a:gd name="T38" fmla="*/ 98 w 126"/>
              <a:gd name="T39" fmla="*/ 100 h 135"/>
              <a:gd name="T40" fmla="*/ 99 w 126"/>
              <a:gd name="T41" fmla="*/ 100 h 135"/>
              <a:gd name="T42" fmla="*/ 99 w 126"/>
              <a:gd name="T43" fmla="*/ 96 h 135"/>
              <a:gd name="T44" fmla="*/ 99 w 126"/>
              <a:gd name="T45" fmla="*/ 24 h 135"/>
              <a:gd name="T46" fmla="*/ 98 w 126"/>
              <a:gd name="T47" fmla="*/ 16 h 135"/>
              <a:gd name="T48" fmla="*/ 90 w 126"/>
              <a:gd name="T49" fmla="*/ 9 h 135"/>
              <a:gd name="T50" fmla="*/ 83 w 126"/>
              <a:gd name="T51" fmla="*/ 8 h 135"/>
              <a:gd name="T52" fmla="*/ 83 w 126"/>
              <a:gd name="T53" fmla="*/ 1 h 135"/>
              <a:gd name="T54" fmla="*/ 126 w 126"/>
              <a:gd name="T55" fmla="*/ 1 h 135"/>
              <a:gd name="T56" fmla="*/ 126 w 126"/>
              <a:gd name="T57" fmla="*/ 8 h 135"/>
              <a:gd name="T58" fmla="*/ 119 w 126"/>
              <a:gd name="T59" fmla="*/ 9 h 135"/>
              <a:gd name="T60" fmla="*/ 111 w 126"/>
              <a:gd name="T61" fmla="*/ 16 h 135"/>
              <a:gd name="T62" fmla="*/ 110 w 126"/>
              <a:gd name="T63" fmla="*/ 27 h 135"/>
              <a:gd name="T64" fmla="*/ 110 w 126"/>
              <a:gd name="T65" fmla="*/ 129 h 135"/>
              <a:gd name="T66" fmla="*/ 110 w 126"/>
              <a:gd name="T67" fmla="*/ 135 h 135"/>
              <a:gd name="T68" fmla="*/ 99 w 126"/>
              <a:gd name="T69" fmla="*/ 135 h 135"/>
              <a:gd name="T70" fmla="*/ 29 w 126"/>
              <a:gd name="T71" fmla="*/ 15 h 135"/>
              <a:gd name="T72" fmla="*/ 28 w 126"/>
              <a:gd name="T73" fmla="*/ 16 h 135"/>
            </a:gdLst>
            <a:rect l="0" t="0" r="r" b="b"/>
            <a:pathLst>
              <a:path w="126" h="135">
                <a:moveTo>
                  <a:pt x="28" y="16"/>
                </a:moveTo>
                <a:cubicBezTo>
                  <a:pt x="28" y="17"/>
                  <a:pt x="28" y="19"/>
                  <a:pt x="28" y="20"/>
                </a:cubicBezTo>
                <a:cubicBezTo>
                  <a:pt x="28" y="50"/>
                  <a:pt x="28" y="79"/>
                  <a:pt x="28" y="109"/>
                </a:cubicBezTo>
                <a:cubicBezTo>
                  <a:pt x="28" y="112"/>
                  <a:pt x="28" y="115"/>
                  <a:pt x="28" y="119"/>
                </a:cubicBezTo>
                <a:cubicBezTo>
                  <a:pt x="29" y="124"/>
                  <a:pt x="31" y="126"/>
                  <a:pt x="37" y="127"/>
                </a:cubicBezTo>
                <a:cubicBezTo>
                  <a:pt x="39" y="127"/>
                  <a:pt x="41" y="128"/>
                  <a:pt x="44" y="128"/>
                </a:cubicBezTo>
                <a:cubicBezTo>
                  <a:pt x="44" y="130"/>
                  <a:pt x="44" y="133"/>
                  <a:pt x="44" y="135"/>
                </a:cubicBezTo>
                <a:cubicBezTo>
                  <a:pt x="29" y="135"/>
                  <a:pt x="15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5" y="127"/>
                  <a:pt x="8" y="127"/>
                </a:cubicBezTo>
                <a:cubicBezTo>
                  <a:pt x="12" y="127"/>
                  <a:pt x="15" y="124"/>
                  <a:pt x="16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0"/>
                  <a:pt x="16" y="19"/>
                </a:cubicBezTo>
                <a:cubicBezTo>
                  <a:pt x="16" y="18"/>
                  <a:pt x="16" y="17"/>
                  <a:pt x="16" y="15"/>
                </a:cubicBezTo>
                <a:cubicBezTo>
                  <a:pt x="16" y="11"/>
                  <a:pt x="14" y="9"/>
                  <a:pt x="9" y="9"/>
                </a:cubicBezTo>
                <a:cubicBezTo>
                  <a:pt x="8" y="8"/>
                  <a:pt x="7" y="8"/>
                  <a:pt x="5" y="8"/>
                </a:cubicBezTo>
                <a:cubicBezTo>
                  <a:pt x="4" y="8"/>
                  <a:pt x="2" y="8"/>
                  <a:pt x="1" y="8"/>
                </a:cubicBezTo>
                <a:cubicBezTo>
                  <a:pt x="1" y="5"/>
                  <a:pt x="1" y="3"/>
                  <a:pt x="1" y="1"/>
                </a:cubicBezTo>
                <a:cubicBezTo>
                  <a:pt x="14" y="1"/>
                  <a:pt x="27" y="1"/>
                  <a:pt x="40" y="1"/>
                </a:cubicBezTo>
                <a:cubicBezTo>
                  <a:pt x="59" y="34"/>
                  <a:pt x="79" y="67"/>
                  <a:pt x="98" y="100"/>
                </a:cubicBezTo>
                <a:cubicBezTo>
                  <a:pt x="98" y="100"/>
                  <a:pt x="99" y="100"/>
                  <a:pt x="99" y="100"/>
                </a:cubicBezTo>
                <a:cubicBezTo>
                  <a:pt x="99" y="99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1"/>
                  <a:pt x="99" y="19"/>
                  <a:pt x="98" y="16"/>
                </a:cubicBezTo>
                <a:cubicBezTo>
                  <a:pt x="97" y="12"/>
                  <a:pt x="94" y="9"/>
                  <a:pt x="90" y="9"/>
                </a:cubicBezTo>
                <a:cubicBezTo>
                  <a:pt x="88" y="8"/>
                  <a:pt x="86" y="8"/>
                  <a:pt x="83" y="8"/>
                </a:cubicBezTo>
                <a:cubicBezTo>
                  <a:pt x="83" y="5"/>
                  <a:pt x="83" y="3"/>
                  <a:pt x="83" y="1"/>
                </a:cubicBezTo>
                <a:cubicBezTo>
                  <a:pt x="87" y="0"/>
                  <a:pt x="115" y="0"/>
                  <a:pt x="126" y="1"/>
                </a:cubicBezTo>
                <a:cubicBezTo>
                  <a:pt x="126" y="3"/>
                  <a:pt x="126" y="5"/>
                  <a:pt x="126" y="8"/>
                </a:cubicBezTo>
                <a:cubicBezTo>
                  <a:pt x="124" y="8"/>
                  <a:pt x="122" y="8"/>
                  <a:pt x="119" y="9"/>
                </a:cubicBezTo>
                <a:cubicBezTo>
                  <a:pt x="115" y="9"/>
                  <a:pt x="112" y="12"/>
                  <a:pt x="111" y="16"/>
                </a:cubicBezTo>
                <a:cubicBezTo>
                  <a:pt x="111" y="20"/>
                  <a:pt x="110" y="23"/>
                  <a:pt x="110" y="27"/>
                </a:cubicBezTo>
                <a:cubicBezTo>
                  <a:pt x="110" y="61"/>
                  <a:pt x="110" y="95"/>
                  <a:pt x="110" y="129"/>
                </a:cubicBezTo>
                <a:cubicBezTo>
                  <a:pt x="110" y="131"/>
                  <a:pt x="110" y="133"/>
                  <a:pt x="110" y="135"/>
                </a:cubicBezTo>
                <a:cubicBezTo>
                  <a:pt x="106" y="135"/>
                  <a:pt x="103" y="135"/>
                  <a:pt x="99" y="135"/>
                </a:cubicBezTo>
                <a:cubicBezTo>
                  <a:pt x="76" y="95"/>
                  <a:pt x="52" y="55"/>
                  <a:pt x="29" y="15"/>
                </a:cubicBezTo>
                <a:cubicBezTo>
                  <a:pt x="28" y="15"/>
                  <a:pt x="28" y="15"/>
                  <a:pt x="28" y="16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3" name="Freeform 20">
            <a:extLst xmlns:a="http://schemas.openxmlformats.org/drawingml/2006/main">
              <a:ext uri="{FF2B5EF4-FFF2-40B4-BE49-F238E27FC236}">
                <a16:creationId xmlns:a16="http://schemas.microsoft.com/office/drawing/2014/main" id="{1DAE1571-9F2D-424A-915C-B0BAE6E8D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9652" y="688617"/>
            <a:ext cx="62726" cy="68429"/>
          </a:xfrm>
          <a:custGeom xmlns:a="http://schemas.openxmlformats.org/drawingml/2006/main">
            <a:gdLst>
              <a:gd name="T0" fmla="*/ 0 w 124"/>
              <a:gd name="T1" fmla="*/ 8 h 135"/>
              <a:gd name="T2" fmla="*/ 0 w 124"/>
              <a:gd name="T3" fmla="*/ 1 h 135"/>
              <a:gd name="T4" fmla="*/ 105 w 124"/>
              <a:gd name="T5" fmla="*/ 1 h 135"/>
              <a:gd name="T6" fmla="*/ 117 w 124"/>
              <a:gd name="T7" fmla="*/ 35 h 135"/>
              <a:gd name="T8" fmla="*/ 110 w 124"/>
              <a:gd name="T9" fmla="*/ 39 h 135"/>
              <a:gd name="T10" fmla="*/ 107 w 124"/>
              <a:gd name="T11" fmla="*/ 33 h 135"/>
              <a:gd name="T12" fmla="*/ 78 w 124"/>
              <a:gd name="T13" fmla="*/ 11 h 135"/>
              <a:gd name="T14" fmla="*/ 34 w 124"/>
              <a:gd name="T15" fmla="*/ 11 h 135"/>
              <a:gd name="T16" fmla="*/ 34 w 124"/>
              <a:gd name="T17" fmla="*/ 61 h 135"/>
              <a:gd name="T18" fmla="*/ 55 w 124"/>
              <a:gd name="T19" fmla="*/ 60 h 135"/>
              <a:gd name="T20" fmla="*/ 69 w 124"/>
              <a:gd name="T21" fmla="*/ 45 h 135"/>
              <a:gd name="T22" fmla="*/ 70 w 124"/>
              <a:gd name="T23" fmla="*/ 36 h 135"/>
              <a:gd name="T24" fmla="*/ 78 w 124"/>
              <a:gd name="T25" fmla="*/ 36 h 135"/>
              <a:gd name="T26" fmla="*/ 78 w 124"/>
              <a:gd name="T27" fmla="*/ 95 h 135"/>
              <a:gd name="T28" fmla="*/ 74 w 124"/>
              <a:gd name="T29" fmla="*/ 95 h 135"/>
              <a:gd name="T30" fmla="*/ 70 w 124"/>
              <a:gd name="T31" fmla="*/ 95 h 135"/>
              <a:gd name="T32" fmla="*/ 70 w 124"/>
              <a:gd name="T33" fmla="*/ 88 h 135"/>
              <a:gd name="T34" fmla="*/ 68 w 124"/>
              <a:gd name="T35" fmla="*/ 81 h 135"/>
              <a:gd name="T36" fmla="*/ 58 w 124"/>
              <a:gd name="T37" fmla="*/ 71 h 135"/>
              <a:gd name="T38" fmla="*/ 34 w 124"/>
              <a:gd name="T39" fmla="*/ 70 h 135"/>
              <a:gd name="T40" fmla="*/ 33 w 124"/>
              <a:gd name="T41" fmla="*/ 74 h 135"/>
              <a:gd name="T42" fmla="*/ 33 w 124"/>
              <a:gd name="T43" fmla="*/ 115 h 135"/>
              <a:gd name="T44" fmla="*/ 43 w 124"/>
              <a:gd name="T45" fmla="*/ 125 h 135"/>
              <a:gd name="T46" fmla="*/ 69 w 124"/>
              <a:gd name="T47" fmla="*/ 125 h 135"/>
              <a:gd name="T48" fmla="*/ 112 w 124"/>
              <a:gd name="T49" fmla="*/ 97 h 135"/>
              <a:gd name="T50" fmla="*/ 115 w 124"/>
              <a:gd name="T51" fmla="*/ 90 h 135"/>
              <a:gd name="T52" fmla="*/ 124 w 124"/>
              <a:gd name="T53" fmla="*/ 93 h 135"/>
              <a:gd name="T54" fmla="*/ 109 w 124"/>
              <a:gd name="T55" fmla="*/ 135 h 135"/>
              <a:gd name="T56" fmla="*/ 0 w 124"/>
              <a:gd name="T57" fmla="*/ 135 h 135"/>
              <a:gd name="T58" fmla="*/ 0 w 124"/>
              <a:gd name="T59" fmla="*/ 128 h 135"/>
              <a:gd name="T60" fmla="*/ 8 w 124"/>
              <a:gd name="T61" fmla="*/ 127 h 135"/>
              <a:gd name="T62" fmla="*/ 15 w 124"/>
              <a:gd name="T63" fmla="*/ 120 h 135"/>
              <a:gd name="T64" fmla="*/ 16 w 124"/>
              <a:gd name="T65" fmla="*/ 113 h 135"/>
              <a:gd name="T66" fmla="*/ 16 w 124"/>
              <a:gd name="T67" fmla="*/ 21 h 135"/>
              <a:gd name="T68" fmla="*/ 16 w 124"/>
              <a:gd name="T69" fmla="*/ 16 h 135"/>
              <a:gd name="T70" fmla="*/ 8 w 124"/>
              <a:gd name="T71" fmla="*/ 9 h 135"/>
              <a:gd name="T72" fmla="*/ 4 w 124"/>
              <a:gd name="T73" fmla="*/ 8 h 135"/>
              <a:gd name="T74" fmla="*/ 0 w 124"/>
              <a:gd name="T75" fmla="*/ 8 h 135"/>
            </a:gdLst>
            <a:rect l="0" t="0" r="r" b="b"/>
            <a:pathLst>
              <a:path w="124" h="135">
                <a:moveTo>
                  <a:pt x="0" y="8"/>
                </a:moveTo>
                <a:cubicBezTo>
                  <a:pt x="0" y="5"/>
                  <a:pt x="0" y="3"/>
                  <a:pt x="0" y="1"/>
                </a:cubicBezTo>
                <a:cubicBezTo>
                  <a:pt x="3" y="0"/>
                  <a:pt x="98" y="0"/>
                  <a:pt x="105" y="1"/>
                </a:cubicBezTo>
                <a:cubicBezTo>
                  <a:pt x="109" y="12"/>
                  <a:pt x="113" y="24"/>
                  <a:pt x="117" y="35"/>
                </a:cubicBezTo>
                <a:cubicBezTo>
                  <a:pt x="115" y="37"/>
                  <a:pt x="112" y="38"/>
                  <a:pt x="110" y="39"/>
                </a:cubicBezTo>
                <a:cubicBezTo>
                  <a:pt x="109" y="36"/>
                  <a:pt x="108" y="35"/>
                  <a:pt x="107" y="33"/>
                </a:cubicBezTo>
                <a:cubicBezTo>
                  <a:pt x="101" y="20"/>
                  <a:pt x="92" y="13"/>
                  <a:pt x="78" y="11"/>
                </a:cubicBezTo>
                <a:cubicBezTo>
                  <a:pt x="63" y="10"/>
                  <a:pt x="48" y="11"/>
                  <a:pt x="34" y="11"/>
                </a:cubicBezTo>
                <a:cubicBezTo>
                  <a:pt x="33" y="15"/>
                  <a:pt x="33" y="55"/>
                  <a:pt x="34" y="61"/>
                </a:cubicBezTo>
                <a:cubicBezTo>
                  <a:pt x="41" y="61"/>
                  <a:pt x="48" y="61"/>
                  <a:pt x="55" y="60"/>
                </a:cubicBezTo>
                <a:cubicBezTo>
                  <a:pt x="64" y="59"/>
                  <a:pt x="68" y="54"/>
                  <a:pt x="69" y="45"/>
                </a:cubicBezTo>
                <a:cubicBezTo>
                  <a:pt x="70" y="42"/>
                  <a:pt x="70" y="39"/>
                  <a:pt x="70" y="36"/>
                </a:cubicBezTo>
                <a:cubicBezTo>
                  <a:pt x="73" y="36"/>
                  <a:pt x="75" y="36"/>
                  <a:pt x="78" y="36"/>
                </a:cubicBezTo>
                <a:cubicBezTo>
                  <a:pt x="78" y="56"/>
                  <a:pt x="78" y="75"/>
                  <a:pt x="78" y="95"/>
                </a:cubicBezTo>
                <a:cubicBezTo>
                  <a:pt x="77" y="95"/>
                  <a:pt x="76" y="95"/>
                  <a:pt x="74" y="95"/>
                </a:cubicBezTo>
                <a:cubicBezTo>
                  <a:pt x="73" y="95"/>
                  <a:pt x="72" y="95"/>
                  <a:pt x="70" y="95"/>
                </a:cubicBezTo>
                <a:cubicBezTo>
                  <a:pt x="70" y="93"/>
                  <a:pt x="70" y="90"/>
                  <a:pt x="70" y="88"/>
                </a:cubicBezTo>
                <a:cubicBezTo>
                  <a:pt x="69" y="86"/>
                  <a:pt x="69" y="83"/>
                  <a:pt x="68" y="81"/>
                </a:cubicBezTo>
                <a:cubicBezTo>
                  <a:pt x="67" y="75"/>
                  <a:pt x="64" y="72"/>
                  <a:pt x="58" y="71"/>
                </a:cubicBezTo>
                <a:cubicBezTo>
                  <a:pt x="50" y="69"/>
                  <a:pt x="42" y="70"/>
                  <a:pt x="34" y="70"/>
                </a:cubicBezTo>
                <a:cubicBezTo>
                  <a:pt x="33" y="72"/>
                  <a:pt x="33" y="73"/>
                  <a:pt x="33" y="74"/>
                </a:cubicBezTo>
                <a:cubicBezTo>
                  <a:pt x="33" y="88"/>
                  <a:pt x="33" y="102"/>
                  <a:pt x="33" y="115"/>
                </a:cubicBezTo>
                <a:cubicBezTo>
                  <a:pt x="33" y="124"/>
                  <a:pt x="34" y="125"/>
                  <a:pt x="43" y="125"/>
                </a:cubicBezTo>
                <a:cubicBezTo>
                  <a:pt x="52" y="125"/>
                  <a:pt x="60" y="125"/>
                  <a:pt x="69" y="125"/>
                </a:cubicBezTo>
                <a:cubicBezTo>
                  <a:pt x="89" y="125"/>
                  <a:pt x="104" y="115"/>
                  <a:pt x="112" y="97"/>
                </a:cubicBezTo>
                <a:cubicBezTo>
                  <a:pt x="113" y="95"/>
                  <a:pt x="114" y="93"/>
                  <a:pt x="115" y="90"/>
                </a:cubicBezTo>
                <a:cubicBezTo>
                  <a:pt x="118" y="91"/>
                  <a:pt x="121" y="92"/>
                  <a:pt x="124" y="93"/>
                </a:cubicBezTo>
                <a:cubicBezTo>
                  <a:pt x="119" y="108"/>
                  <a:pt x="114" y="121"/>
                  <a:pt x="109" y="135"/>
                </a:cubicBezTo>
                <a:cubicBezTo>
                  <a:pt x="73" y="135"/>
                  <a:pt x="3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6" y="128"/>
                  <a:pt x="8" y="127"/>
                </a:cubicBezTo>
                <a:cubicBezTo>
                  <a:pt x="13" y="126"/>
                  <a:pt x="15" y="125"/>
                  <a:pt x="15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20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7" y="9"/>
                  <a:pt x="6" y="8"/>
                  <a:pt x="4" y="8"/>
                </a:cubicBezTo>
                <a:cubicBezTo>
                  <a:pt x="3" y="8"/>
                  <a:pt x="2" y="8"/>
                  <a:pt x="0" y="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4" name="Freeform 21">
            <a:extLst xmlns:a="http://schemas.openxmlformats.org/drawingml/2006/main">
              <a:ext uri="{FF2B5EF4-FFF2-40B4-BE49-F238E27FC236}">
                <a16:creationId xmlns:a16="http://schemas.microsoft.com/office/drawing/2014/main" id="{064BC9E6-3CDA-44A4-9138-9A092E9BA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5152" y="689187"/>
            <a:ext cx="62726" cy="67859"/>
          </a:xfrm>
          <a:custGeom xmlns:a="http://schemas.openxmlformats.org/drawingml/2006/main">
            <a:gdLst>
              <a:gd name="T0" fmla="*/ 33 w 123"/>
              <a:gd name="T1" fmla="*/ 60 h 134"/>
              <a:gd name="T2" fmla="*/ 55 w 123"/>
              <a:gd name="T3" fmla="*/ 59 h 134"/>
              <a:gd name="T4" fmla="*/ 68 w 123"/>
              <a:gd name="T5" fmla="*/ 45 h 134"/>
              <a:gd name="T6" fmla="*/ 70 w 123"/>
              <a:gd name="T7" fmla="*/ 35 h 134"/>
              <a:gd name="T8" fmla="*/ 77 w 123"/>
              <a:gd name="T9" fmla="*/ 35 h 134"/>
              <a:gd name="T10" fmla="*/ 77 w 123"/>
              <a:gd name="T11" fmla="*/ 94 h 134"/>
              <a:gd name="T12" fmla="*/ 75 w 123"/>
              <a:gd name="T13" fmla="*/ 94 h 134"/>
              <a:gd name="T14" fmla="*/ 70 w 123"/>
              <a:gd name="T15" fmla="*/ 94 h 134"/>
              <a:gd name="T16" fmla="*/ 69 w 123"/>
              <a:gd name="T17" fmla="*/ 83 h 134"/>
              <a:gd name="T18" fmla="*/ 54 w 123"/>
              <a:gd name="T19" fmla="*/ 69 h 134"/>
              <a:gd name="T20" fmla="*/ 33 w 123"/>
              <a:gd name="T21" fmla="*/ 69 h 134"/>
              <a:gd name="T22" fmla="*/ 33 w 123"/>
              <a:gd name="T23" fmla="*/ 73 h 134"/>
              <a:gd name="T24" fmla="*/ 33 w 123"/>
              <a:gd name="T25" fmla="*/ 114 h 134"/>
              <a:gd name="T26" fmla="*/ 43 w 123"/>
              <a:gd name="T27" fmla="*/ 124 h 134"/>
              <a:gd name="T28" fmla="*/ 68 w 123"/>
              <a:gd name="T29" fmla="*/ 124 h 134"/>
              <a:gd name="T30" fmla="*/ 112 w 123"/>
              <a:gd name="T31" fmla="*/ 96 h 134"/>
              <a:gd name="T32" fmla="*/ 115 w 123"/>
              <a:gd name="T33" fmla="*/ 90 h 134"/>
              <a:gd name="T34" fmla="*/ 115 w 123"/>
              <a:gd name="T35" fmla="*/ 90 h 134"/>
              <a:gd name="T36" fmla="*/ 123 w 123"/>
              <a:gd name="T37" fmla="*/ 92 h 134"/>
              <a:gd name="T38" fmla="*/ 109 w 123"/>
              <a:gd name="T39" fmla="*/ 134 h 134"/>
              <a:gd name="T40" fmla="*/ 0 w 123"/>
              <a:gd name="T41" fmla="*/ 134 h 134"/>
              <a:gd name="T42" fmla="*/ 0 w 123"/>
              <a:gd name="T43" fmla="*/ 127 h 134"/>
              <a:gd name="T44" fmla="*/ 8 w 123"/>
              <a:gd name="T45" fmla="*/ 126 h 134"/>
              <a:gd name="T46" fmla="*/ 15 w 123"/>
              <a:gd name="T47" fmla="*/ 120 h 134"/>
              <a:gd name="T48" fmla="*/ 16 w 123"/>
              <a:gd name="T49" fmla="*/ 113 h 134"/>
              <a:gd name="T50" fmla="*/ 16 w 123"/>
              <a:gd name="T51" fmla="*/ 20 h 134"/>
              <a:gd name="T52" fmla="*/ 5 w 123"/>
              <a:gd name="T53" fmla="*/ 7 h 134"/>
              <a:gd name="T54" fmla="*/ 0 w 123"/>
              <a:gd name="T55" fmla="*/ 7 h 134"/>
              <a:gd name="T56" fmla="*/ 0 w 123"/>
              <a:gd name="T57" fmla="*/ 0 h 134"/>
              <a:gd name="T58" fmla="*/ 105 w 123"/>
              <a:gd name="T59" fmla="*/ 0 h 134"/>
              <a:gd name="T60" fmla="*/ 117 w 123"/>
              <a:gd name="T61" fmla="*/ 35 h 134"/>
              <a:gd name="T62" fmla="*/ 109 w 123"/>
              <a:gd name="T63" fmla="*/ 38 h 134"/>
              <a:gd name="T64" fmla="*/ 107 w 123"/>
              <a:gd name="T65" fmla="*/ 34 h 134"/>
              <a:gd name="T66" fmla="*/ 105 w 123"/>
              <a:gd name="T67" fmla="*/ 29 h 134"/>
              <a:gd name="T68" fmla="*/ 78 w 123"/>
              <a:gd name="T69" fmla="*/ 11 h 134"/>
              <a:gd name="T70" fmla="*/ 42 w 123"/>
              <a:gd name="T71" fmla="*/ 10 h 134"/>
              <a:gd name="T72" fmla="*/ 33 w 123"/>
              <a:gd name="T73" fmla="*/ 10 h 134"/>
              <a:gd name="T74" fmla="*/ 33 w 123"/>
              <a:gd name="T75" fmla="*/ 60 h 134"/>
            </a:gdLst>
            <a:rect l="0" t="0" r="r" b="b"/>
            <a:pathLst>
              <a:path w="123" h="134">
                <a:moveTo>
                  <a:pt x="33" y="60"/>
                </a:moveTo>
                <a:cubicBezTo>
                  <a:pt x="41" y="60"/>
                  <a:pt x="48" y="61"/>
                  <a:pt x="55" y="59"/>
                </a:cubicBezTo>
                <a:cubicBezTo>
                  <a:pt x="63" y="57"/>
                  <a:pt x="67" y="53"/>
                  <a:pt x="68" y="45"/>
                </a:cubicBezTo>
                <a:cubicBezTo>
                  <a:pt x="69" y="42"/>
                  <a:pt x="69" y="39"/>
                  <a:pt x="70" y="35"/>
                </a:cubicBezTo>
                <a:cubicBezTo>
                  <a:pt x="72" y="35"/>
                  <a:pt x="75" y="35"/>
                  <a:pt x="77" y="35"/>
                </a:cubicBezTo>
                <a:cubicBezTo>
                  <a:pt x="77" y="55"/>
                  <a:pt x="77" y="74"/>
                  <a:pt x="77" y="94"/>
                </a:cubicBezTo>
                <a:cubicBezTo>
                  <a:pt x="76" y="94"/>
                  <a:pt x="75" y="94"/>
                  <a:pt x="75" y="94"/>
                </a:cubicBezTo>
                <a:cubicBezTo>
                  <a:pt x="73" y="94"/>
                  <a:pt x="71" y="94"/>
                  <a:pt x="70" y="94"/>
                </a:cubicBezTo>
                <a:cubicBezTo>
                  <a:pt x="69" y="90"/>
                  <a:pt x="69" y="86"/>
                  <a:pt x="69" y="83"/>
                </a:cubicBezTo>
                <a:cubicBezTo>
                  <a:pt x="67" y="74"/>
                  <a:pt x="63" y="70"/>
                  <a:pt x="54" y="69"/>
                </a:cubicBezTo>
                <a:cubicBezTo>
                  <a:pt x="47" y="69"/>
                  <a:pt x="40" y="69"/>
                  <a:pt x="33" y="69"/>
                </a:cubicBezTo>
                <a:cubicBezTo>
                  <a:pt x="33" y="71"/>
                  <a:pt x="33" y="72"/>
                  <a:pt x="33" y="73"/>
                </a:cubicBezTo>
                <a:cubicBezTo>
                  <a:pt x="33" y="87"/>
                  <a:pt x="33" y="101"/>
                  <a:pt x="33" y="114"/>
                </a:cubicBezTo>
                <a:cubicBezTo>
                  <a:pt x="33" y="123"/>
                  <a:pt x="34" y="124"/>
                  <a:pt x="43" y="124"/>
                </a:cubicBezTo>
                <a:cubicBezTo>
                  <a:pt x="51" y="124"/>
                  <a:pt x="60" y="124"/>
                  <a:pt x="68" y="124"/>
                </a:cubicBezTo>
                <a:cubicBezTo>
                  <a:pt x="89" y="124"/>
                  <a:pt x="103" y="114"/>
                  <a:pt x="112" y="96"/>
                </a:cubicBezTo>
                <a:cubicBezTo>
                  <a:pt x="113" y="94"/>
                  <a:pt x="114" y="92"/>
                  <a:pt x="115" y="90"/>
                </a:cubicBezTo>
                <a:cubicBezTo>
                  <a:pt x="115" y="90"/>
                  <a:pt x="115" y="90"/>
                  <a:pt x="115" y="90"/>
                </a:cubicBezTo>
                <a:cubicBezTo>
                  <a:pt x="118" y="90"/>
                  <a:pt x="120" y="91"/>
                  <a:pt x="123" y="92"/>
                </a:cubicBezTo>
                <a:cubicBezTo>
                  <a:pt x="118" y="107"/>
                  <a:pt x="113" y="120"/>
                  <a:pt x="109" y="134"/>
                </a:cubicBezTo>
                <a:cubicBezTo>
                  <a:pt x="72" y="134"/>
                  <a:pt x="3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6"/>
                  <a:pt x="8" y="126"/>
                </a:cubicBezTo>
                <a:cubicBezTo>
                  <a:pt x="12" y="126"/>
                  <a:pt x="14" y="124"/>
                  <a:pt x="15" y="120"/>
                </a:cubicBezTo>
                <a:cubicBezTo>
                  <a:pt x="15" y="118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0"/>
                  <a:pt x="14" y="8"/>
                  <a:pt x="5" y="7"/>
                </a:cubicBezTo>
                <a:cubicBezTo>
                  <a:pt x="3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34" y="0"/>
                  <a:pt x="69" y="0"/>
                  <a:pt x="105" y="0"/>
                </a:cubicBezTo>
                <a:cubicBezTo>
                  <a:pt x="109" y="11"/>
                  <a:pt x="112" y="22"/>
                  <a:pt x="117" y="35"/>
                </a:cubicBezTo>
                <a:cubicBezTo>
                  <a:pt x="114" y="36"/>
                  <a:pt x="112" y="37"/>
                  <a:pt x="109" y="38"/>
                </a:cubicBezTo>
                <a:cubicBezTo>
                  <a:pt x="108" y="36"/>
                  <a:pt x="108" y="35"/>
                  <a:pt x="107" y="34"/>
                </a:cubicBezTo>
                <a:cubicBezTo>
                  <a:pt x="107" y="32"/>
                  <a:pt x="106" y="31"/>
                  <a:pt x="105" y="29"/>
                </a:cubicBezTo>
                <a:cubicBezTo>
                  <a:pt x="100" y="18"/>
                  <a:pt x="90" y="11"/>
                  <a:pt x="78" y="11"/>
                </a:cubicBezTo>
                <a:cubicBezTo>
                  <a:pt x="66" y="10"/>
                  <a:pt x="54" y="10"/>
                  <a:pt x="42" y="10"/>
                </a:cubicBezTo>
                <a:cubicBezTo>
                  <a:pt x="39" y="10"/>
                  <a:pt x="36" y="10"/>
                  <a:pt x="33" y="10"/>
                </a:cubicBezTo>
                <a:cubicBezTo>
                  <a:pt x="33" y="26"/>
                  <a:pt x="33" y="43"/>
                  <a:pt x="33" y="6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5" name="Freeform 22">
            <a:extLst xmlns:a="http://schemas.openxmlformats.org/drawingml/2006/main">
              <a:ext uri="{FF2B5EF4-FFF2-40B4-BE49-F238E27FC236}">
                <a16:creationId xmlns:a16="http://schemas.microsoft.com/office/drawing/2014/main" id="{FB05CE2A-B369-4AC4-B2D2-550ACE622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3944" y="689187"/>
            <a:ext cx="63867" cy="67859"/>
          </a:xfrm>
          <a:custGeom xmlns:a="http://schemas.openxmlformats.org/drawingml/2006/main">
            <a:gdLst>
              <a:gd name="T0" fmla="*/ 43 w 126"/>
              <a:gd name="T1" fmla="*/ 134 h 134"/>
              <a:gd name="T2" fmla="*/ 0 w 126"/>
              <a:gd name="T3" fmla="*/ 134 h 134"/>
              <a:gd name="T4" fmla="*/ 0 w 126"/>
              <a:gd name="T5" fmla="*/ 127 h 134"/>
              <a:gd name="T6" fmla="*/ 7 w 126"/>
              <a:gd name="T7" fmla="*/ 126 h 134"/>
              <a:gd name="T8" fmla="*/ 16 w 126"/>
              <a:gd name="T9" fmla="*/ 118 h 134"/>
              <a:gd name="T10" fmla="*/ 16 w 126"/>
              <a:gd name="T11" fmla="*/ 110 h 134"/>
              <a:gd name="T12" fmla="*/ 16 w 126"/>
              <a:gd name="T13" fmla="*/ 18 h 134"/>
              <a:gd name="T14" fmla="*/ 5 w 126"/>
              <a:gd name="T15" fmla="*/ 7 h 134"/>
              <a:gd name="T16" fmla="*/ 0 w 126"/>
              <a:gd name="T17" fmla="*/ 7 h 134"/>
              <a:gd name="T18" fmla="*/ 0 w 126"/>
              <a:gd name="T19" fmla="*/ 0 h 134"/>
              <a:gd name="T20" fmla="*/ 40 w 126"/>
              <a:gd name="T21" fmla="*/ 0 h 134"/>
              <a:gd name="T22" fmla="*/ 98 w 126"/>
              <a:gd name="T23" fmla="*/ 100 h 134"/>
              <a:gd name="T24" fmla="*/ 99 w 126"/>
              <a:gd name="T25" fmla="*/ 96 h 134"/>
              <a:gd name="T26" fmla="*/ 99 w 126"/>
              <a:gd name="T27" fmla="*/ 24 h 134"/>
              <a:gd name="T28" fmla="*/ 98 w 126"/>
              <a:gd name="T29" fmla="*/ 17 h 134"/>
              <a:gd name="T30" fmla="*/ 89 w 126"/>
              <a:gd name="T31" fmla="*/ 7 h 134"/>
              <a:gd name="T32" fmla="*/ 83 w 126"/>
              <a:gd name="T33" fmla="*/ 7 h 134"/>
              <a:gd name="T34" fmla="*/ 83 w 126"/>
              <a:gd name="T35" fmla="*/ 4 h 134"/>
              <a:gd name="T36" fmla="*/ 83 w 126"/>
              <a:gd name="T37" fmla="*/ 0 h 134"/>
              <a:gd name="T38" fmla="*/ 125 w 126"/>
              <a:gd name="T39" fmla="*/ 0 h 134"/>
              <a:gd name="T40" fmla="*/ 126 w 126"/>
              <a:gd name="T41" fmla="*/ 3 h 134"/>
              <a:gd name="T42" fmla="*/ 126 w 126"/>
              <a:gd name="T43" fmla="*/ 7 h 134"/>
              <a:gd name="T44" fmla="*/ 120 w 126"/>
              <a:gd name="T45" fmla="*/ 7 h 134"/>
              <a:gd name="T46" fmla="*/ 110 w 126"/>
              <a:gd name="T47" fmla="*/ 16 h 134"/>
              <a:gd name="T48" fmla="*/ 110 w 126"/>
              <a:gd name="T49" fmla="*/ 26 h 134"/>
              <a:gd name="T50" fmla="*/ 110 w 126"/>
              <a:gd name="T51" fmla="*/ 128 h 134"/>
              <a:gd name="T52" fmla="*/ 110 w 126"/>
              <a:gd name="T53" fmla="*/ 134 h 134"/>
              <a:gd name="T54" fmla="*/ 98 w 126"/>
              <a:gd name="T55" fmla="*/ 134 h 134"/>
              <a:gd name="T56" fmla="*/ 28 w 126"/>
              <a:gd name="T57" fmla="*/ 14 h 134"/>
              <a:gd name="T58" fmla="*/ 28 w 126"/>
              <a:gd name="T59" fmla="*/ 14 h 134"/>
              <a:gd name="T60" fmla="*/ 27 w 126"/>
              <a:gd name="T61" fmla="*/ 17 h 134"/>
              <a:gd name="T62" fmla="*/ 27 w 126"/>
              <a:gd name="T63" fmla="*/ 110 h 134"/>
              <a:gd name="T64" fmla="*/ 28 w 126"/>
              <a:gd name="T65" fmla="*/ 118 h 134"/>
              <a:gd name="T66" fmla="*/ 36 w 126"/>
              <a:gd name="T67" fmla="*/ 126 h 134"/>
              <a:gd name="T68" fmla="*/ 43 w 126"/>
              <a:gd name="T69" fmla="*/ 127 h 134"/>
              <a:gd name="T70" fmla="*/ 43 w 126"/>
              <a:gd name="T71" fmla="*/ 134 h 134"/>
            </a:gdLst>
            <a:rect l="0" t="0" r="r" b="b"/>
            <a:pathLst>
              <a:path w="126" h="134">
                <a:moveTo>
                  <a:pt x="43" y="134"/>
                </a:moveTo>
                <a:cubicBezTo>
                  <a:pt x="29" y="134"/>
                  <a:pt x="14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7"/>
                  <a:pt x="7" y="126"/>
                </a:cubicBezTo>
                <a:cubicBezTo>
                  <a:pt x="13" y="125"/>
                  <a:pt x="15" y="123"/>
                  <a:pt x="16" y="118"/>
                </a:cubicBezTo>
                <a:cubicBezTo>
                  <a:pt x="16" y="115"/>
                  <a:pt x="16" y="113"/>
                  <a:pt x="16" y="110"/>
                </a:cubicBezTo>
                <a:cubicBezTo>
                  <a:pt x="16" y="80"/>
                  <a:pt x="16" y="49"/>
                  <a:pt x="16" y="18"/>
                </a:cubicBezTo>
                <a:cubicBezTo>
                  <a:pt x="16" y="9"/>
                  <a:pt x="14" y="8"/>
                  <a:pt x="5" y="7"/>
                </a:cubicBezTo>
                <a:cubicBezTo>
                  <a:pt x="4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3" y="0"/>
                  <a:pt x="26" y="0"/>
                  <a:pt x="40" y="0"/>
                </a:cubicBezTo>
                <a:cubicBezTo>
                  <a:pt x="59" y="33"/>
                  <a:pt x="78" y="66"/>
                  <a:pt x="98" y="100"/>
                </a:cubicBezTo>
                <a:cubicBezTo>
                  <a:pt x="98" y="98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2"/>
                  <a:pt x="99" y="19"/>
                  <a:pt x="98" y="17"/>
                </a:cubicBezTo>
                <a:cubicBezTo>
                  <a:pt x="97" y="11"/>
                  <a:pt x="95" y="8"/>
                  <a:pt x="89" y="7"/>
                </a:cubicBezTo>
                <a:cubicBezTo>
                  <a:pt x="87" y="7"/>
                  <a:pt x="85" y="7"/>
                  <a:pt x="83" y="7"/>
                </a:cubicBezTo>
                <a:cubicBezTo>
                  <a:pt x="83" y="6"/>
                  <a:pt x="83" y="5"/>
                  <a:pt x="83" y="4"/>
                </a:cubicBezTo>
                <a:cubicBezTo>
                  <a:pt x="83" y="2"/>
                  <a:pt x="83" y="1"/>
                  <a:pt x="83" y="0"/>
                </a:cubicBezTo>
                <a:cubicBezTo>
                  <a:pt x="97" y="0"/>
                  <a:pt x="111" y="0"/>
                  <a:pt x="125" y="0"/>
                </a:cubicBezTo>
                <a:cubicBezTo>
                  <a:pt x="125" y="1"/>
                  <a:pt x="126" y="2"/>
                  <a:pt x="126" y="3"/>
                </a:cubicBezTo>
                <a:cubicBezTo>
                  <a:pt x="126" y="4"/>
                  <a:pt x="126" y="5"/>
                  <a:pt x="126" y="7"/>
                </a:cubicBezTo>
                <a:cubicBezTo>
                  <a:pt x="124" y="7"/>
                  <a:pt x="122" y="7"/>
                  <a:pt x="120" y="7"/>
                </a:cubicBezTo>
                <a:cubicBezTo>
                  <a:pt x="114" y="8"/>
                  <a:pt x="111" y="11"/>
                  <a:pt x="110" y="16"/>
                </a:cubicBezTo>
                <a:cubicBezTo>
                  <a:pt x="110" y="20"/>
                  <a:pt x="110" y="23"/>
                  <a:pt x="110" y="26"/>
                </a:cubicBezTo>
                <a:cubicBezTo>
                  <a:pt x="110" y="60"/>
                  <a:pt x="110" y="94"/>
                  <a:pt x="110" y="128"/>
                </a:cubicBezTo>
                <a:cubicBezTo>
                  <a:pt x="110" y="130"/>
                  <a:pt x="110" y="132"/>
                  <a:pt x="110" y="134"/>
                </a:cubicBezTo>
                <a:cubicBezTo>
                  <a:pt x="106" y="134"/>
                  <a:pt x="102" y="134"/>
                  <a:pt x="98" y="134"/>
                </a:cubicBezTo>
                <a:cubicBezTo>
                  <a:pt x="75" y="94"/>
                  <a:pt x="52" y="54"/>
                  <a:pt x="28" y="14"/>
                </a:cubicBezTo>
                <a:cubicBezTo>
                  <a:pt x="28" y="14"/>
                  <a:pt x="28" y="14"/>
                  <a:pt x="28" y="14"/>
                </a:cubicBezTo>
                <a:cubicBezTo>
                  <a:pt x="27" y="15"/>
                  <a:pt x="27" y="16"/>
                  <a:pt x="27" y="17"/>
                </a:cubicBezTo>
                <a:cubicBezTo>
                  <a:pt x="27" y="48"/>
                  <a:pt x="27" y="79"/>
                  <a:pt x="27" y="110"/>
                </a:cubicBezTo>
                <a:cubicBezTo>
                  <a:pt x="27" y="113"/>
                  <a:pt x="27" y="116"/>
                  <a:pt x="28" y="118"/>
                </a:cubicBezTo>
                <a:cubicBezTo>
                  <a:pt x="29" y="123"/>
                  <a:pt x="31" y="125"/>
                  <a:pt x="36" y="126"/>
                </a:cubicBezTo>
                <a:cubicBezTo>
                  <a:pt x="38" y="126"/>
                  <a:pt x="41" y="127"/>
                  <a:pt x="43" y="127"/>
                </a:cubicBezTo>
                <a:cubicBezTo>
                  <a:pt x="43" y="129"/>
                  <a:pt x="43" y="132"/>
                  <a:pt x="43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6" name="Freeform 23">
            <a:extLst xmlns:a="http://schemas.openxmlformats.org/drawingml/2006/main">
              <a:ext uri="{FF2B5EF4-FFF2-40B4-BE49-F238E27FC236}">
                <a16:creationId xmlns:a16="http://schemas.microsoft.com/office/drawing/2014/main" id="{1E0E096F-6E22-4DBB-B39E-C1F735018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2943" y="686906"/>
            <a:ext cx="70710" cy="72991"/>
          </a:xfrm>
          <a:custGeom xmlns:a="http://schemas.openxmlformats.org/drawingml/2006/main">
            <a:gdLst>
              <a:gd name="T0" fmla="*/ 87 w 139"/>
              <a:gd name="T1" fmla="*/ 79 h 144"/>
              <a:gd name="T2" fmla="*/ 87 w 139"/>
              <a:gd name="T3" fmla="*/ 71 h 144"/>
              <a:gd name="T4" fmla="*/ 139 w 139"/>
              <a:gd name="T5" fmla="*/ 71 h 144"/>
              <a:gd name="T6" fmla="*/ 139 w 139"/>
              <a:gd name="T7" fmla="*/ 79 h 144"/>
              <a:gd name="T8" fmla="*/ 133 w 139"/>
              <a:gd name="T9" fmla="*/ 79 h 144"/>
              <a:gd name="T10" fmla="*/ 124 w 139"/>
              <a:gd name="T11" fmla="*/ 88 h 144"/>
              <a:gd name="T12" fmla="*/ 124 w 139"/>
              <a:gd name="T13" fmla="*/ 95 h 144"/>
              <a:gd name="T14" fmla="*/ 124 w 139"/>
              <a:gd name="T15" fmla="*/ 134 h 144"/>
              <a:gd name="T16" fmla="*/ 124 w 139"/>
              <a:gd name="T17" fmla="*/ 139 h 144"/>
              <a:gd name="T18" fmla="*/ 115 w 139"/>
              <a:gd name="T19" fmla="*/ 139 h 144"/>
              <a:gd name="T20" fmla="*/ 110 w 139"/>
              <a:gd name="T21" fmla="*/ 128 h 144"/>
              <a:gd name="T22" fmla="*/ 105 w 139"/>
              <a:gd name="T23" fmla="*/ 131 h 144"/>
              <a:gd name="T24" fmla="*/ 56 w 139"/>
              <a:gd name="T25" fmla="*/ 141 h 144"/>
              <a:gd name="T26" fmla="*/ 10 w 139"/>
              <a:gd name="T27" fmla="*/ 103 h 144"/>
              <a:gd name="T28" fmla="*/ 15 w 139"/>
              <a:gd name="T29" fmla="*/ 33 h 144"/>
              <a:gd name="T30" fmla="*/ 56 w 139"/>
              <a:gd name="T31" fmla="*/ 3 h 144"/>
              <a:gd name="T32" fmla="*/ 99 w 139"/>
              <a:gd name="T33" fmla="*/ 11 h 144"/>
              <a:gd name="T34" fmla="*/ 102 w 139"/>
              <a:gd name="T35" fmla="*/ 13 h 144"/>
              <a:gd name="T36" fmla="*/ 105 w 139"/>
              <a:gd name="T37" fmla="*/ 5 h 144"/>
              <a:gd name="T38" fmla="*/ 112 w 139"/>
              <a:gd name="T39" fmla="*/ 5 h 144"/>
              <a:gd name="T40" fmla="*/ 122 w 139"/>
              <a:gd name="T41" fmla="*/ 46 h 144"/>
              <a:gd name="T42" fmla="*/ 114 w 139"/>
              <a:gd name="T43" fmla="*/ 49 h 144"/>
              <a:gd name="T44" fmla="*/ 112 w 139"/>
              <a:gd name="T45" fmla="*/ 44 h 144"/>
              <a:gd name="T46" fmla="*/ 100 w 139"/>
              <a:gd name="T47" fmla="*/ 25 h 144"/>
              <a:gd name="T48" fmla="*/ 42 w 139"/>
              <a:gd name="T49" fmla="*/ 23 h 144"/>
              <a:gd name="T50" fmla="*/ 24 w 139"/>
              <a:gd name="T51" fmla="*/ 62 h 144"/>
              <a:gd name="T52" fmla="*/ 34 w 139"/>
              <a:gd name="T53" fmla="*/ 109 h 144"/>
              <a:gd name="T54" fmla="*/ 77 w 139"/>
              <a:gd name="T55" fmla="*/ 131 h 144"/>
              <a:gd name="T56" fmla="*/ 101 w 139"/>
              <a:gd name="T57" fmla="*/ 120 h 144"/>
              <a:gd name="T58" fmla="*/ 106 w 139"/>
              <a:gd name="T59" fmla="*/ 109 h 144"/>
              <a:gd name="T60" fmla="*/ 106 w 139"/>
              <a:gd name="T61" fmla="*/ 90 h 144"/>
              <a:gd name="T62" fmla="*/ 96 w 139"/>
              <a:gd name="T63" fmla="*/ 79 h 144"/>
              <a:gd name="T64" fmla="*/ 87 w 139"/>
              <a:gd name="T65" fmla="*/ 79 h 144"/>
            </a:gdLst>
            <a:rect l="0" t="0" r="r" b="b"/>
            <a:pathLst>
              <a:path w="139" h="144">
                <a:moveTo>
                  <a:pt x="87" y="79"/>
                </a:moveTo>
                <a:cubicBezTo>
                  <a:pt x="87" y="76"/>
                  <a:pt x="87" y="74"/>
                  <a:pt x="87" y="71"/>
                </a:cubicBezTo>
                <a:cubicBezTo>
                  <a:pt x="105" y="71"/>
                  <a:pt x="122" y="71"/>
                  <a:pt x="139" y="71"/>
                </a:cubicBezTo>
                <a:cubicBezTo>
                  <a:pt x="139" y="74"/>
                  <a:pt x="139" y="76"/>
                  <a:pt x="139" y="79"/>
                </a:cubicBezTo>
                <a:cubicBezTo>
                  <a:pt x="137" y="79"/>
                  <a:pt x="135" y="79"/>
                  <a:pt x="133" y="79"/>
                </a:cubicBezTo>
                <a:cubicBezTo>
                  <a:pt x="127" y="79"/>
                  <a:pt x="125" y="81"/>
                  <a:pt x="124" y="88"/>
                </a:cubicBezTo>
                <a:cubicBezTo>
                  <a:pt x="124" y="90"/>
                  <a:pt x="124" y="93"/>
                  <a:pt x="124" y="95"/>
                </a:cubicBezTo>
                <a:cubicBezTo>
                  <a:pt x="124" y="108"/>
                  <a:pt x="124" y="121"/>
                  <a:pt x="124" y="134"/>
                </a:cubicBezTo>
                <a:cubicBezTo>
                  <a:pt x="124" y="135"/>
                  <a:pt x="124" y="137"/>
                  <a:pt x="124" y="139"/>
                </a:cubicBezTo>
                <a:cubicBezTo>
                  <a:pt x="121" y="139"/>
                  <a:pt x="118" y="139"/>
                  <a:pt x="115" y="139"/>
                </a:cubicBezTo>
                <a:cubicBezTo>
                  <a:pt x="113" y="136"/>
                  <a:pt x="112" y="132"/>
                  <a:pt x="110" y="128"/>
                </a:cubicBezTo>
                <a:cubicBezTo>
                  <a:pt x="108" y="129"/>
                  <a:pt x="107" y="130"/>
                  <a:pt x="105" y="131"/>
                </a:cubicBezTo>
                <a:cubicBezTo>
                  <a:pt x="90" y="140"/>
                  <a:pt x="74" y="144"/>
                  <a:pt x="56" y="141"/>
                </a:cubicBezTo>
                <a:cubicBezTo>
                  <a:pt x="34" y="137"/>
                  <a:pt x="18" y="124"/>
                  <a:pt x="10" y="103"/>
                </a:cubicBezTo>
                <a:cubicBezTo>
                  <a:pt x="0" y="79"/>
                  <a:pt x="1" y="55"/>
                  <a:pt x="15" y="33"/>
                </a:cubicBezTo>
                <a:cubicBezTo>
                  <a:pt x="24" y="17"/>
                  <a:pt x="38" y="6"/>
                  <a:pt x="56" y="3"/>
                </a:cubicBezTo>
                <a:cubicBezTo>
                  <a:pt x="71" y="0"/>
                  <a:pt x="86" y="2"/>
                  <a:pt x="99" y="11"/>
                </a:cubicBezTo>
                <a:cubicBezTo>
                  <a:pt x="100" y="12"/>
                  <a:pt x="101" y="12"/>
                  <a:pt x="102" y="13"/>
                </a:cubicBezTo>
                <a:cubicBezTo>
                  <a:pt x="103" y="10"/>
                  <a:pt x="104" y="7"/>
                  <a:pt x="105" y="5"/>
                </a:cubicBezTo>
                <a:cubicBezTo>
                  <a:pt x="107" y="5"/>
                  <a:pt x="109" y="5"/>
                  <a:pt x="112" y="5"/>
                </a:cubicBezTo>
                <a:cubicBezTo>
                  <a:pt x="115" y="18"/>
                  <a:pt x="119" y="32"/>
                  <a:pt x="122" y="46"/>
                </a:cubicBezTo>
                <a:cubicBezTo>
                  <a:pt x="120" y="47"/>
                  <a:pt x="117" y="48"/>
                  <a:pt x="114" y="49"/>
                </a:cubicBezTo>
                <a:cubicBezTo>
                  <a:pt x="114" y="47"/>
                  <a:pt x="113" y="45"/>
                  <a:pt x="112" y="44"/>
                </a:cubicBezTo>
                <a:cubicBezTo>
                  <a:pt x="109" y="37"/>
                  <a:pt x="105" y="30"/>
                  <a:pt x="100" y="25"/>
                </a:cubicBezTo>
                <a:cubicBezTo>
                  <a:pt x="84" y="8"/>
                  <a:pt x="59" y="7"/>
                  <a:pt x="42" y="23"/>
                </a:cubicBezTo>
                <a:cubicBezTo>
                  <a:pt x="31" y="34"/>
                  <a:pt x="25" y="47"/>
                  <a:pt x="24" y="62"/>
                </a:cubicBezTo>
                <a:cubicBezTo>
                  <a:pt x="22" y="79"/>
                  <a:pt x="25" y="95"/>
                  <a:pt x="34" y="109"/>
                </a:cubicBezTo>
                <a:cubicBezTo>
                  <a:pt x="44" y="125"/>
                  <a:pt x="59" y="132"/>
                  <a:pt x="77" y="131"/>
                </a:cubicBezTo>
                <a:cubicBezTo>
                  <a:pt x="86" y="130"/>
                  <a:pt x="94" y="127"/>
                  <a:pt x="101" y="120"/>
                </a:cubicBezTo>
                <a:cubicBezTo>
                  <a:pt x="104" y="117"/>
                  <a:pt x="106" y="114"/>
                  <a:pt x="106" y="109"/>
                </a:cubicBezTo>
                <a:cubicBezTo>
                  <a:pt x="106" y="103"/>
                  <a:pt x="107" y="96"/>
                  <a:pt x="106" y="90"/>
                </a:cubicBezTo>
                <a:cubicBezTo>
                  <a:pt x="106" y="82"/>
                  <a:pt x="104" y="81"/>
                  <a:pt x="96" y="79"/>
                </a:cubicBezTo>
                <a:cubicBezTo>
                  <a:pt x="94" y="79"/>
                  <a:pt x="91" y="79"/>
                  <a:pt x="87" y="79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7" name="Freeform 25">
            <a:extLst xmlns:a="http://schemas.openxmlformats.org/drawingml/2006/main">
              <a:ext uri="{FF2B5EF4-FFF2-40B4-BE49-F238E27FC236}">
                <a16:creationId xmlns:a16="http://schemas.microsoft.com/office/drawing/2014/main" id="{5545DEE3-4A79-4CA4-947F-6C0E88B60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081" y="688046"/>
            <a:ext cx="57594" cy="70710"/>
          </a:xfrm>
          <a:custGeom xmlns:a="http://schemas.openxmlformats.org/drawingml/2006/main">
            <a:gdLst>
              <a:gd name="T0" fmla="*/ 103 w 113"/>
              <a:gd name="T1" fmla="*/ 44 h 140"/>
              <a:gd name="T2" fmla="*/ 95 w 113"/>
              <a:gd name="T3" fmla="*/ 46 h 140"/>
              <a:gd name="T4" fmla="*/ 92 w 113"/>
              <a:gd name="T5" fmla="*/ 41 h 140"/>
              <a:gd name="T6" fmla="*/ 72 w 113"/>
              <a:gd name="T7" fmla="*/ 18 h 140"/>
              <a:gd name="T8" fmla="*/ 38 w 113"/>
              <a:gd name="T9" fmla="*/ 12 h 140"/>
              <a:gd name="T10" fmla="*/ 25 w 113"/>
              <a:gd name="T11" fmla="*/ 19 h 140"/>
              <a:gd name="T12" fmla="*/ 26 w 113"/>
              <a:gd name="T13" fmla="*/ 44 h 140"/>
              <a:gd name="T14" fmla="*/ 42 w 113"/>
              <a:gd name="T15" fmla="*/ 53 h 140"/>
              <a:gd name="T16" fmla="*/ 70 w 113"/>
              <a:gd name="T17" fmla="*/ 62 h 140"/>
              <a:gd name="T18" fmla="*/ 90 w 113"/>
              <a:gd name="T19" fmla="*/ 70 h 140"/>
              <a:gd name="T20" fmla="*/ 97 w 113"/>
              <a:gd name="T21" fmla="*/ 125 h 140"/>
              <a:gd name="T22" fmla="*/ 56 w 113"/>
              <a:gd name="T23" fmla="*/ 140 h 140"/>
              <a:gd name="T24" fmla="*/ 25 w 113"/>
              <a:gd name="T25" fmla="*/ 128 h 140"/>
              <a:gd name="T26" fmla="*/ 21 w 113"/>
              <a:gd name="T27" fmla="*/ 125 h 140"/>
              <a:gd name="T28" fmla="*/ 16 w 113"/>
              <a:gd name="T29" fmla="*/ 137 h 140"/>
              <a:gd name="T30" fmla="*/ 10 w 113"/>
              <a:gd name="T31" fmla="*/ 137 h 140"/>
              <a:gd name="T32" fmla="*/ 1 w 113"/>
              <a:gd name="T33" fmla="*/ 89 h 140"/>
              <a:gd name="T34" fmla="*/ 10 w 113"/>
              <a:gd name="T35" fmla="*/ 87 h 140"/>
              <a:gd name="T36" fmla="*/ 13 w 113"/>
              <a:gd name="T37" fmla="*/ 95 h 140"/>
              <a:gd name="T38" fmla="*/ 36 w 113"/>
              <a:gd name="T39" fmla="*/ 122 h 140"/>
              <a:gd name="T40" fmla="*/ 69 w 113"/>
              <a:gd name="T41" fmla="*/ 128 h 140"/>
              <a:gd name="T42" fmla="*/ 85 w 113"/>
              <a:gd name="T43" fmla="*/ 119 h 140"/>
              <a:gd name="T44" fmla="*/ 81 w 113"/>
              <a:gd name="T45" fmla="*/ 86 h 140"/>
              <a:gd name="T46" fmla="*/ 63 w 113"/>
              <a:gd name="T47" fmla="*/ 79 h 140"/>
              <a:gd name="T48" fmla="*/ 38 w 113"/>
              <a:gd name="T49" fmla="*/ 71 h 140"/>
              <a:gd name="T50" fmla="*/ 19 w 113"/>
              <a:gd name="T51" fmla="*/ 62 h 140"/>
              <a:gd name="T52" fmla="*/ 15 w 113"/>
              <a:gd name="T53" fmla="*/ 13 h 140"/>
              <a:gd name="T54" fmla="*/ 51 w 113"/>
              <a:gd name="T55" fmla="*/ 0 h 140"/>
              <a:gd name="T56" fmla="*/ 81 w 113"/>
              <a:gd name="T57" fmla="*/ 10 h 140"/>
              <a:gd name="T58" fmla="*/ 82 w 113"/>
              <a:gd name="T59" fmla="*/ 11 h 140"/>
              <a:gd name="T60" fmla="*/ 83 w 113"/>
              <a:gd name="T61" fmla="*/ 11 h 140"/>
              <a:gd name="T62" fmla="*/ 87 w 113"/>
              <a:gd name="T63" fmla="*/ 2 h 140"/>
              <a:gd name="T64" fmla="*/ 93 w 113"/>
              <a:gd name="T65" fmla="*/ 2 h 140"/>
              <a:gd name="T66" fmla="*/ 103 w 113"/>
              <a:gd name="T67" fmla="*/ 44 h 140"/>
            </a:gdLst>
            <a:rect l="0" t="0" r="r" b="b"/>
            <a:pathLst>
              <a:path w="113" h="140">
                <a:moveTo>
                  <a:pt x="103" y="44"/>
                </a:moveTo>
                <a:cubicBezTo>
                  <a:pt x="100" y="45"/>
                  <a:pt x="98" y="45"/>
                  <a:pt x="95" y="46"/>
                </a:cubicBezTo>
                <a:cubicBezTo>
                  <a:pt x="94" y="44"/>
                  <a:pt x="93" y="43"/>
                  <a:pt x="92" y="41"/>
                </a:cubicBezTo>
                <a:cubicBezTo>
                  <a:pt x="87" y="32"/>
                  <a:pt x="81" y="24"/>
                  <a:pt x="72" y="18"/>
                </a:cubicBezTo>
                <a:cubicBezTo>
                  <a:pt x="61" y="11"/>
                  <a:pt x="50" y="9"/>
                  <a:pt x="38" y="12"/>
                </a:cubicBezTo>
                <a:cubicBezTo>
                  <a:pt x="33" y="13"/>
                  <a:pt x="28" y="16"/>
                  <a:pt x="25" y="19"/>
                </a:cubicBezTo>
                <a:cubicBezTo>
                  <a:pt x="18" y="27"/>
                  <a:pt x="19" y="38"/>
                  <a:pt x="26" y="44"/>
                </a:cubicBezTo>
                <a:cubicBezTo>
                  <a:pt x="31" y="49"/>
                  <a:pt x="36" y="51"/>
                  <a:pt x="42" y="53"/>
                </a:cubicBezTo>
                <a:cubicBezTo>
                  <a:pt x="51" y="56"/>
                  <a:pt x="61" y="59"/>
                  <a:pt x="70" y="62"/>
                </a:cubicBezTo>
                <a:cubicBezTo>
                  <a:pt x="77" y="64"/>
                  <a:pt x="84" y="67"/>
                  <a:pt x="90" y="70"/>
                </a:cubicBezTo>
                <a:cubicBezTo>
                  <a:pt x="113" y="83"/>
                  <a:pt x="112" y="111"/>
                  <a:pt x="97" y="125"/>
                </a:cubicBezTo>
                <a:cubicBezTo>
                  <a:pt x="85" y="137"/>
                  <a:pt x="71" y="140"/>
                  <a:pt x="56" y="140"/>
                </a:cubicBezTo>
                <a:cubicBezTo>
                  <a:pt x="44" y="139"/>
                  <a:pt x="34" y="135"/>
                  <a:pt x="25" y="128"/>
                </a:cubicBezTo>
                <a:cubicBezTo>
                  <a:pt x="24" y="127"/>
                  <a:pt x="23" y="126"/>
                  <a:pt x="21" y="125"/>
                </a:cubicBezTo>
                <a:cubicBezTo>
                  <a:pt x="19" y="129"/>
                  <a:pt x="18" y="133"/>
                  <a:pt x="16" y="137"/>
                </a:cubicBezTo>
                <a:cubicBezTo>
                  <a:pt x="14" y="137"/>
                  <a:pt x="12" y="137"/>
                  <a:pt x="10" y="137"/>
                </a:cubicBezTo>
                <a:cubicBezTo>
                  <a:pt x="7" y="121"/>
                  <a:pt x="4" y="105"/>
                  <a:pt x="1" y="89"/>
                </a:cubicBezTo>
                <a:cubicBezTo>
                  <a:pt x="4" y="88"/>
                  <a:pt x="7" y="88"/>
                  <a:pt x="10" y="87"/>
                </a:cubicBezTo>
                <a:cubicBezTo>
                  <a:pt x="11" y="90"/>
                  <a:pt x="12" y="93"/>
                  <a:pt x="13" y="95"/>
                </a:cubicBezTo>
                <a:cubicBezTo>
                  <a:pt x="18" y="106"/>
                  <a:pt x="26" y="116"/>
                  <a:pt x="36" y="122"/>
                </a:cubicBezTo>
                <a:cubicBezTo>
                  <a:pt x="46" y="129"/>
                  <a:pt x="57" y="131"/>
                  <a:pt x="69" y="128"/>
                </a:cubicBezTo>
                <a:cubicBezTo>
                  <a:pt x="75" y="127"/>
                  <a:pt x="80" y="123"/>
                  <a:pt x="85" y="119"/>
                </a:cubicBezTo>
                <a:cubicBezTo>
                  <a:pt x="94" y="110"/>
                  <a:pt x="94" y="93"/>
                  <a:pt x="81" y="86"/>
                </a:cubicBezTo>
                <a:cubicBezTo>
                  <a:pt x="75" y="83"/>
                  <a:pt x="69" y="81"/>
                  <a:pt x="63" y="79"/>
                </a:cubicBezTo>
                <a:cubicBezTo>
                  <a:pt x="55" y="76"/>
                  <a:pt x="46" y="74"/>
                  <a:pt x="38" y="71"/>
                </a:cubicBezTo>
                <a:cubicBezTo>
                  <a:pt x="31" y="69"/>
                  <a:pt x="25" y="66"/>
                  <a:pt x="19" y="62"/>
                </a:cubicBezTo>
                <a:cubicBezTo>
                  <a:pt x="1" y="51"/>
                  <a:pt x="0" y="27"/>
                  <a:pt x="15" y="13"/>
                </a:cubicBezTo>
                <a:cubicBezTo>
                  <a:pt x="25" y="3"/>
                  <a:pt x="37" y="0"/>
                  <a:pt x="51" y="0"/>
                </a:cubicBezTo>
                <a:cubicBezTo>
                  <a:pt x="62" y="0"/>
                  <a:pt x="72" y="3"/>
                  <a:pt x="81" y="10"/>
                </a:cubicBezTo>
                <a:cubicBezTo>
                  <a:pt x="81" y="10"/>
                  <a:pt x="81" y="11"/>
                  <a:pt x="82" y="11"/>
                </a:cubicBezTo>
                <a:cubicBezTo>
                  <a:pt x="82" y="11"/>
                  <a:pt x="82" y="11"/>
                  <a:pt x="83" y="11"/>
                </a:cubicBezTo>
                <a:cubicBezTo>
                  <a:pt x="84" y="8"/>
                  <a:pt x="85" y="5"/>
                  <a:pt x="87" y="2"/>
                </a:cubicBezTo>
                <a:cubicBezTo>
                  <a:pt x="89" y="2"/>
                  <a:pt x="91" y="2"/>
                  <a:pt x="93" y="2"/>
                </a:cubicBezTo>
                <a:cubicBezTo>
                  <a:pt x="96" y="16"/>
                  <a:pt x="100" y="30"/>
                  <a:pt x="103" y="4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8" name="Freeform 27">
            <a:extLst xmlns:a="http://schemas.openxmlformats.org/drawingml/2006/main">
              <a:ext uri="{FF2B5EF4-FFF2-40B4-BE49-F238E27FC236}">
                <a16:creationId xmlns:a16="http://schemas.microsoft.com/office/drawing/2014/main" id="{FF4D43C8-4BB6-4468-8D11-C76B8FD43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5846" y="688617"/>
            <a:ext cx="57594" cy="68429"/>
          </a:xfrm>
          <a:custGeom xmlns:a="http://schemas.openxmlformats.org/drawingml/2006/main">
            <a:gdLst>
              <a:gd name="T0" fmla="*/ 33 w 113"/>
              <a:gd name="T1" fmla="*/ 78 h 135"/>
              <a:gd name="T2" fmla="*/ 33 w 113"/>
              <a:gd name="T3" fmla="*/ 82 h 135"/>
              <a:gd name="T4" fmla="*/ 33 w 113"/>
              <a:gd name="T5" fmla="*/ 114 h 135"/>
              <a:gd name="T6" fmla="*/ 33 w 113"/>
              <a:gd name="T7" fmla="*/ 118 h 135"/>
              <a:gd name="T8" fmla="*/ 43 w 113"/>
              <a:gd name="T9" fmla="*/ 128 h 135"/>
              <a:gd name="T10" fmla="*/ 49 w 113"/>
              <a:gd name="T11" fmla="*/ 128 h 135"/>
              <a:gd name="T12" fmla="*/ 49 w 113"/>
              <a:gd name="T13" fmla="*/ 135 h 135"/>
              <a:gd name="T14" fmla="*/ 0 w 113"/>
              <a:gd name="T15" fmla="*/ 135 h 135"/>
              <a:gd name="T16" fmla="*/ 0 w 113"/>
              <a:gd name="T17" fmla="*/ 128 h 135"/>
              <a:gd name="T18" fmla="*/ 8 w 113"/>
              <a:gd name="T19" fmla="*/ 127 h 135"/>
              <a:gd name="T20" fmla="*/ 15 w 113"/>
              <a:gd name="T21" fmla="*/ 120 h 135"/>
              <a:gd name="T22" fmla="*/ 15 w 113"/>
              <a:gd name="T23" fmla="*/ 114 h 135"/>
              <a:gd name="T24" fmla="*/ 15 w 113"/>
              <a:gd name="T25" fmla="*/ 21 h 135"/>
              <a:gd name="T26" fmla="*/ 15 w 113"/>
              <a:gd name="T27" fmla="*/ 14 h 135"/>
              <a:gd name="T28" fmla="*/ 9 w 113"/>
              <a:gd name="T29" fmla="*/ 9 h 135"/>
              <a:gd name="T30" fmla="*/ 0 w 113"/>
              <a:gd name="T31" fmla="*/ 8 h 135"/>
              <a:gd name="T32" fmla="*/ 0 w 113"/>
              <a:gd name="T33" fmla="*/ 1 h 135"/>
              <a:gd name="T34" fmla="*/ 4 w 113"/>
              <a:gd name="T35" fmla="*/ 0 h 135"/>
              <a:gd name="T36" fmla="*/ 56 w 113"/>
              <a:gd name="T37" fmla="*/ 0 h 135"/>
              <a:gd name="T38" fmla="*/ 73 w 113"/>
              <a:gd name="T39" fmla="*/ 1 h 135"/>
              <a:gd name="T40" fmla="*/ 106 w 113"/>
              <a:gd name="T41" fmla="*/ 50 h 135"/>
              <a:gd name="T42" fmla="*/ 78 w 113"/>
              <a:gd name="T43" fmla="*/ 76 h 135"/>
              <a:gd name="T44" fmla="*/ 55 w 113"/>
              <a:gd name="T45" fmla="*/ 78 h 135"/>
              <a:gd name="T46" fmla="*/ 33 w 113"/>
              <a:gd name="T47" fmla="*/ 78 h 135"/>
              <a:gd name="T48" fmla="*/ 33 w 113"/>
              <a:gd name="T49" fmla="*/ 68 h 135"/>
              <a:gd name="T50" fmla="*/ 67 w 113"/>
              <a:gd name="T51" fmla="*/ 67 h 135"/>
              <a:gd name="T52" fmla="*/ 85 w 113"/>
              <a:gd name="T53" fmla="*/ 52 h 135"/>
              <a:gd name="T54" fmla="*/ 87 w 113"/>
              <a:gd name="T55" fmla="*/ 29 h 135"/>
              <a:gd name="T56" fmla="*/ 66 w 113"/>
              <a:gd name="T57" fmla="*/ 11 h 135"/>
              <a:gd name="T58" fmla="*/ 34 w 113"/>
              <a:gd name="T59" fmla="*/ 11 h 135"/>
              <a:gd name="T60" fmla="*/ 33 w 113"/>
              <a:gd name="T61" fmla="*/ 11 h 135"/>
              <a:gd name="T62" fmla="*/ 33 w 113"/>
              <a:gd name="T63" fmla="*/ 68 h 135"/>
            </a:gdLst>
            <a:rect l="0" t="0" r="r" b="b"/>
            <a:pathLst>
              <a:path w="113" h="135">
                <a:moveTo>
                  <a:pt x="33" y="78"/>
                </a:moveTo>
                <a:cubicBezTo>
                  <a:pt x="33" y="80"/>
                  <a:pt x="33" y="81"/>
                  <a:pt x="33" y="82"/>
                </a:cubicBezTo>
                <a:cubicBezTo>
                  <a:pt x="33" y="93"/>
                  <a:pt x="33" y="103"/>
                  <a:pt x="33" y="114"/>
                </a:cubicBezTo>
                <a:cubicBezTo>
                  <a:pt x="33" y="115"/>
                  <a:pt x="33" y="117"/>
                  <a:pt x="33" y="118"/>
                </a:cubicBezTo>
                <a:cubicBezTo>
                  <a:pt x="34" y="125"/>
                  <a:pt x="35" y="127"/>
                  <a:pt x="43" y="128"/>
                </a:cubicBezTo>
                <a:cubicBezTo>
                  <a:pt x="45" y="128"/>
                  <a:pt x="47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6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8" y="127"/>
                </a:cubicBezTo>
                <a:cubicBezTo>
                  <a:pt x="13" y="126"/>
                  <a:pt x="14" y="125"/>
                  <a:pt x="15" y="120"/>
                </a:cubicBezTo>
                <a:cubicBezTo>
                  <a:pt x="15" y="118"/>
                  <a:pt x="15" y="116"/>
                  <a:pt x="15" y="114"/>
                </a:cubicBezTo>
                <a:cubicBezTo>
                  <a:pt x="16" y="83"/>
                  <a:pt x="16" y="52"/>
                  <a:pt x="15" y="21"/>
                </a:cubicBezTo>
                <a:cubicBezTo>
                  <a:pt x="15" y="19"/>
                  <a:pt x="15" y="16"/>
                  <a:pt x="15" y="14"/>
                </a:cubicBezTo>
                <a:cubicBezTo>
                  <a:pt x="14" y="11"/>
                  <a:pt x="12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1" y="0"/>
                  <a:pt x="3" y="0"/>
                  <a:pt x="4" y="0"/>
                </a:cubicBezTo>
                <a:cubicBezTo>
                  <a:pt x="21" y="0"/>
                  <a:pt x="39" y="0"/>
                  <a:pt x="56" y="0"/>
                </a:cubicBezTo>
                <a:cubicBezTo>
                  <a:pt x="62" y="0"/>
                  <a:pt x="68" y="1"/>
                  <a:pt x="73" y="1"/>
                </a:cubicBezTo>
                <a:cubicBezTo>
                  <a:pt x="98" y="4"/>
                  <a:pt x="113" y="26"/>
                  <a:pt x="106" y="50"/>
                </a:cubicBezTo>
                <a:cubicBezTo>
                  <a:pt x="102" y="64"/>
                  <a:pt x="93" y="73"/>
                  <a:pt x="78" y="76"/>
                </a:cubicBezTo>
                <a:cubicBezTo>
                  <a:pt x="70" y="77"/>
                  <a:pt x="63" y="77"/>
                  <a:pt x="55" y="78"/>
                </a:cubicBezTo>
                <a:cubicBezTo>
                  <a:pt x="48" y="78"/>
                  <a:pt x="41" y="78"/>
                  <a:pt x="33" y="78"/>
                </a:cubicBezTo>
                <a:close/>
                <a:moveTo>
                  <a:pt x="33" y="68"/>
                </a:moveTo>
                <a:cubicBezTo>
                  <a:pt x="45" y="67"/>
                  <a:pt x="56" y="68"/>
                  <a:pt x="67" y="67"/>
                </a:cubicBezTo>
                <a:cubicBezTo>
                  <a:pt x="76" y="66"/>
                  <a:pt x="82" y="60"/>
                  <a:pt x="85" y="52"/>
                </a:cubicBezTo>
                <a:cubicBezTo>
                  <a:pt x="89" y="45"/>
                  <a:pt x="89" y="37"/>
                  <a:pt x="87" y="29"/>
                </a:cubicBezTo>
                <a:cubicBezTo>
                  <a:pt x="84" y="19"/>
                  <a:pt x="78" y="12"/>
                  <a:pt x="66" y="11"/>
                </a:cubicBezTo>
                <a:cubicBezTo>
                  <a:pt x="56" y="11"/>
                  <a:pt x="45" y="11"/>
                  <a:pt x="34" y="11"/>
                </a:cubicBezTo>
                <a:cubicBezTo>
                  <a:pt x="34" y="11"/>
                  <a:pt x="34" y="11"/>
                  <a:pt x="33" y="11"/>
                </a:cubicBezTo>
                <a:cubicBezTo>
                  <a:pt x="33" y="30"/>
                  <a:pt x="33" y="48"/>
                  <a:pt x="33" y="6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587934A6-F9FA-4AD0-8A69-C4E1A1457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5017" y="689187"/>
            <a:ext cx="67859" cy="70140"/>
          </a:xfrm>
          <a:custGeom xmlns:a="http://schemas.openxmlformats.org/drawingml/2006/main">
            <a:gdLst>
              <a:gd name="T0" fmla="*/ 49 w 133"/>
              <a:gd name="T1" fmla="*/ 0 h 138"/>
              <a:gd name="T2" fmla="*/ 49 w 133"/>
              <a:gd name="T3" fmla="*/ 7 h 138"/>
              <a:gd name="T4" fmla="*/ 41 w 133"/>
              <a:gd name="T5" fmla="*/ 8 h 138"/>
              <a:gd name="T6" fmla="*/ 34 w 133"/>
              <a:gd name="T7" fmla="*/ 15 h 138"/>
              <a:gd name="T8" fmla="*/ 33 w 133"/>
              <a:gd name="T9" fmla="*/ 23 h 138"/>
              <a:gd name="T10" fmla="*/ 33 w 133"/>
              <a:gd name="T11" fmla="*/ 83 h 138"/>
              <a:gd name="T12" fmla="*/ 34 w 133"/>
              <a:gd name="T13" fmla="*/ 96 h 138"/>
              <a:gd name="T14" fmla="*/ 60 w 133"/>
              <a:gd name="T15" fmla="*/ 124 h 138"/>
              <a:gd name="T16" fmla="*/ 100 w 133"/>
              <a:gd name="T17" fmla="*/ 110 h 138"/>
              <a:gd name="T18" fmla="*/ 106 w 133"/>
              <a:gd name="T19" fmla="*/ 94 h 138"/>
              <a:gd name="T20" fmla="*/ 107 w 133"/>
              <a:gd name="T21" fmla="*/ 80 h 138"/>
              <a:gd name="T22" fmla="*/ 107 w 133"/>
              <a:gd name="T23" fmla="*/ 24 h 138"/>
              <a:gd name="T24" fmla="*/ 106 w 133"/>
              <a:gd name="T25" fmla="*/ 15 h 138"/>
              <a:gd name="T26" fmla="*/ 97 w 133"/>
              <a:gd name="T27" fmla="*/ 8 h 138"/>
              <a:gd name="T28" fmla="*/ 91 w 133"/>
              <a:gd name="T29" fmla="*/ 7 h 138"/>
              <a:gd name="T30" fmla="*/ 91 w 133"/>
              <a:gd name="T31" fmla="*/ 0 h 138"/>
              <a:gd name="T32" fmla="*/ 133 w 133"/>
              <a:gd name="T33" fmla="*/ 0 h 138"/>
              <a:gd name="T34" fmla="*/ 133 w 133"/>
              <a:gd name="T35" fmla="*/ 7 h 138"/>
              <a:gd name="T36" fmla="*/ 126 w 133"/>
              <a:gd name="T37" fmla="*/ 8 h 138"/>
              <a:gd name="T38" fmla="*/ 118 w 133"/>
              <a:gd name="T39" fmla="*/ 15 h 138"/>
              <a:gd name="T40" fmla="*/ 118 w 133"/>
              <a:gd name="T41" fmla="*/ 25 h 138"/>
              <a:gd name="T42" fmla="*/ 117 w 133"/>
              <a:gd name="T43" fmla="*/ 88 h 138"/>
              <a:gd name="T44" fmla="*/ 114 w 133"/>
              <a:gd name="T45" fmla="*/ 105 h 138"/>
              <a:gd name="T46" fmla="*/ 74 w 133"/>
              <a:gd name="T47" fmla="*/ 136 h 138"/>
              <a:gd name="T48" fmla="*/ 35 w 133"/>
              <a:gd name="T49" fmla="*/ 127 h 138"/>
              <a:gd name="T50" fmla="*/ 17 w 133"/>
              <a:gd name="T51" fmla="*/ 96 h 138"/>
              <a:gd name="T52" fmla="*/ 16 w 133"/>
              <a:gd name="T53" fmla="*/ 83 h 138"/>
              <a:gd name="T54" fmla="*/ 16 w 133"/>
              <a:gd name="T55" fmla="*/ 25 h 138"/>
              <a:gd name="T56" fmla="*/ 16 w 133"/>
              <a:gd name="T57" fmla="*/ 15 h 138"/>
              <a:gd name="T58" fmla="*/ 8 w 133"/>
              <a:gd name="T59" fmla="*/ 8 h 138"/>
              <a:gd name="T60" fmla="*/ 0 w 133"/>
              <a:gd name="T61" fmla="*/ 7 h 138"/>
              <a:gd name="T62" fmla="*/ 0 w 133"/>
              <a:gd name="T63" fmla="*/ 0 h 138"/>
              <a:gd name="T64" fmla="*/ 49 w 133"/>
              <a:gd name="T65" fmla="*/ 0 h 138"/>
            </a:gdLst>
            <a:rect l="0" t="0" r="r" b="b"/>
            <a:pathLst>
              <a:path w="133" h="138">
                <a:moveTo>
                  <a:pt x="49" y="0"/>
                </a:move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1" y="8"/>
                </a:cubicBezTo>
                <a:cubicBezTo>
                  <a:pt x="36" y="8"/>
                  <a:pt x="34" y="10"/>
                  <a:pt x="34" y="15"/>
                </a:cubicBezTo>
                <a:cubicBezTo>
                  <a:pt x="33" y="17"/>
                  <a:pt x="33" y="20"/>
                  <a:pt x="33" y="23"/>
                </a:cubicBezTo>
                <a:cubicBezTo>
                  <a:pt x="33" y="43"/>
                  <a:pt x="33" y="63"/>
                  <a:pt x="33" y="83"/>
                </a:cubicBezTo>
                <a:cubicBezTo>
                  <a:pt x="33" y="87"/>
                  <a:pt x="33" y="92"/>
                  <a:pt x="34" y="96"/>
                </a:cubicBezTo>
                <a:cubicBezTo>
                  <a:pt x="36" y="112"/>
                  <a:pt x="46" y="120"/>
                  <a:pt x="60" y="124"/>
                </a:cubicBezTo>
                <a:cubicBezTo>
                  <a:pt x="76" y="128"/>
                  <a:pt x="89" y="123"/>
                  <a:pt x="100" y="110"/>
                </a:cubicBezTo>
                <a:cubicBezTo>
                  <a:pt x="104" y="106"/>
                  <a:pt x="105" y="100"/>
                  <a:pt x="106" y="94"/>
                </a:cubicBezTo>
                <a:cubicBezTo>
                  <a:pt x="106" y="90"/>
                  <a:pt x="106" y="85"/>
                  <a:pt x="107" y="80"/>
                </a:cubicBezTo>
                <a:cubicBezTo>
                  <a:pt x="107" y="62"/>
                  <a:pt x="107" y="43"/>
                  <a:pt x="107" y="24"/>
                </a:cubicBezTo>
                <a:cubicBezTo>
                  <a:pt x="107" y="21"/>
                  <a:pt x="106" y="18"/>
                  <a:pt x="106" y="15"/>
                </a:cubicBezTo>
                <a:cubicBezTo>
                  <a:pt x="105" y="10"/>
                  <a:pt x="103" y="8"/>
                  <a:pt x="97" y="8"/>
                </a:cubicBezTo>
                <a:cubicBezTo>
                  <a:pt x="95" y="7"/>
                  <a:pt x="93" y="7"/>
                  <a:pt x="91" y="7"/>
                </a:cubicBezTo>
                <a:cubicBezTo>
                  <a:pt x="91" y="4"/>
                  <a:pt x="91" y="2"/>
                  <a:pt x="91" y="0"/>
                </a:cubicBezTo>
                <a:cubicBezTo>
                  <a:pt x="105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1" y="7"/>
                  <a:pt x="128" y="7"/>
                  <a:pt x="126" y="8"/>
                </a:cubicBezTo>
                <a:cubicBezTo>
                  <a:pt x="121" y="8"/>
                  <a:pt x="119" y="11"/>
                  <a:pt x="118" y="15"/>
                </a:cubicBezTo>
                <a:cubicBezTo>
                  <a:pt x="118" y="18"/>
                  <a:pt x="118" y="22"/>
                  <a:pt x="118" y="25"/>
                </a:cubicBezTo>
                <a:cubicBezTo>
                  <a:pt x="117" y="46"/>
                  <a:pt x="118" y="67"/>
                  <a:pt x="117" y="88"/>
                </a:cubicBezTo>
                <a:cubicBezTo>
                  <a:pt x="117" y="94"/>
                  <a:pt x="116" y="99"/>
                  <a:pt x="114" y="105"/>
                </a:cubicBezTo>
                <a:cubicBezTo>
                  <a:pt x="108" y="124"/>
                  <a:pt x="94" y="134"/>
                  <a:pt x="74" y="136"/>
                </a:cubicBezTo>
                <a:cubicBezTo>
                  <a:pt x="60" y="138"/>
                  <a:pt x="47" y="135"/>
                  <a:pt x="35" y="127"/>
                </a:cubicBezTo>
                <a:cubicBezTo>
                  <a:pt x="24" y="120"/>
                  <a:pt x="18" y="109"/>
                  <a:pt x="17" y="96"/>
                </a:cubicBezTo>
                <a:cubicBezTo>
                  <a:pt x="16" y="92"/>
                  <a:pt x="16" y="87"/>
                  <a:pt x="16" y="83"/>
                </a:cubicBezTo>
                <a:cubicBezTo>
                  <a:pt x="16" y="64"/>
                  <a:pt x="16" y="45"/>
                  <a:pt x="16" y="25"/>
                </a:cubicBezTo>
                <a:cubicBezTo>
                  <a:pt x="16" y="22"/>
                  <a:pt x="16" y="18"/>
                  <a:pt x="16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0625DCD4-0838-40FA-8E39-875C44F40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371" y="689187"/>
            <a:ext cx="67288" cy="69569"/>
          </a:xfrm>
          <a:custGeom xmlns:a="http://schemas.openxmlformats.org/drawingml/2006/main">
            <a:gdLst>
              <a:gd name="T0" fmla="*/ 73 w 133"/>
              <a:gd name="T1" fmla="*/ 137 h 137"/>
              <a:gd name="T2" fmla="*/ 64 w 133"/>
              <a:gd name="T3" fmla="*/ 137 h 137"/>
              <a:gd name="T4" fmla="*/ 58 w 133"/>
              <a:gd name="T5" fmla="*/ 133 h 137"/>
              <a:gd name="T6" fmla="*/ 39 w 133"/>
              <a:gd name="T7" fmla="*/ 80 h 137"/>
              <a:gd name="T8" fmla="*/ 17 w 133"/>
              <a:gd name="T9" fmla="*/ 23 h 137"/>
              <a:gd name="T10" fmla="*/ 13 w 133"/>
              <a:gd name="T11" fmla="*/ 14 h 137"/>
              <a:gd name="T12" fmla="*/ 4 w 133"/>
              <a:gd name="T13" fmla="*/ 7 h 137"/>
              <a:gd name="T14" fmla="*/ 0 w 133"/>
              <a:gd name="T15" fmla="*/ 7 h 137"/>
              <a:gd name="T16" fmla="*/ 0 w 133"/>
              <a:gd name="T17" fmla="*/ 0 h 137"/>
              <a:gd name="T18" fmla="*/ 47 w 133"/>
              <a:gd name="T19" fmla="*/ 0 h 137"/>
              <a:gd name="T20" fmla="*/ 47 w 133"/>
              <a:gd name="T21" fmla="*/ 7 h 137"/>
              <a:gd name="T22" fmla="*/ 39 w 133"/>
              <a:gd name="T23" fmla="*/ 8 h 137"/>
              <a:gd name="T24" fmla="*/ 34 w 133"/>
              <a:gd name="T25" fmla="*/ 15 h 137"/>
              <a:gd name="T26" fmla="*/ 35 w 133"/>
              <a:gd name="T27" fmla="*/ 20 h 137"/>
              <a:gd name="T28" fmla="*/ 68 w 133"/>
              <a:gd name="T29" fmla="*/ 112 h 137"/>
              <a:gd name="T30" fmla="*/ 70 w 133"/>
              <a:gd name="T31" fmla="*/ 116 h 137"/>
              <a:gd name="T32" fmla="*/ 72 w 133"/>
              <a:gd name="T33" fmla="*/ 113 h 137"/>
              <a:gd name="T34" fmla="*/ 106 w 133"/>
              <a:gd name="T35" fmla="*/ 18 h 137"/>
              <a:gd name="T36" fmla="*/ 106 w 133"/>
              <a:gd name="T37" fmla="*/ 16 h 137"/>
              <a:gd name="T38" fmla="*/ 101 w 133"/>
              <a:gd name="T39" fmla="*/ 7 h 137"/>
              <a:gd name="T40" fmla="*/ 94 w 133"/>
              <a:gd name="T41" fmla="*/ 7 h 137"/>
              <a:gd name="T42" fmla="*/ 94 w 133"/>
              <a:gd name="T43" fmla="*/ 0 h 137"/>
              <a:gd name="T44" fmla="*/ 133 w 133"/>
              <a:gd name="T45" fmla="*/ 0 h 137"/>
              <a:gd name="T46" fmla="*/ 133 w 133"/>
              <a:gd name="T47" fmla="*/ 7 h 137"/>
              <a:gd name="T48" fmla="*/ 130 w 133"/>
              <a:gd name="T49" fmla="*/ 7 h 137"/>
              <a:gd name="T50" fmla="*/ 119 w 133"/>
              <a:gd name="T51" fmla="*/ 16 h 137"/>
              <a:gd name="T52" fmla="*/ 110 w 133"/>
              <a:gd name="T53" fmla="*/ 38 h 137"/>
              <a:gd name="T54" fmla="*/ 74 w 133"/>
              <a:gd name="T55" fmla="*/ 133 h 137"/>
              <a:gd name="T56" fmla="*/ 73 w 133"/>
              <a:gd name="T57" fmla="*/ 137 h 137"/>
            </a:gdLst>
            <a:rect l="0" t="0" r="r" b="b"/>
            <a:pathLst>
              <a:path w="133" h="137">
                <a:moveTo>
                  <a:pt x="73" y="137"/>
                </a:moveTo>
                <a:cubicBezTo>
                  <a:pt x="69" y="137"/>
                  <a:pt x="66" y="137"/>
                  <a:pt x="64" y="137"/>
                </a:cubicBezTo>
                <a:cubicBezTo>
                  <a:pt x="61" y="137"/>
                  <a:pt x="59" y="136"/>
                  <a:pt x="58" y="133"/>
                </a:cubicBezTo>
                <a:cubicBezTo>
                  <a:pt x="52" y="115"/>
                  <a:pt x="45" y="98"/>
                  <a:pt x="39" y="80"/>
                </a:cubicBezTo>
                <a:cubicBezTo>
                  <a:pt x="31" y="61"/>
                  <a:pt x="24" y="42"/>
                  <a:pt x="17" y="23"/>
                </a:cubicBezTo>
                <a:cubicBezTo>
                  <a:pt x="16" y="20"/>
                  <a:pt x="15" y="17"/>
                  <a:pt x="13" y="14"/>
                </a:cubicBezTo>
                <a:cubicBezTo>
                  <a:pt x="11" y="10"/>
                  <a:pt x="8" y="8"/>
                  <a:pt x="4" y="7"/>
                </a:cubicBezTo>
                <a:cubicBezTo>
                  <a:pt x="3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7" y="0"/>
                </a:cubicBezTo>
                <a:cubicBezTo>
                  <a:pt x="47" y="2"/>
                  <a:pt x="47" y="4"/>
                  <a:pt x="47" y="7"/>
                </a:cubicBezTo>
                <a:cubicBezTo>
                  <a:pt x="44" y="7"/>
                  <a:pt x="42" y="7"/>
                  <a:pt x="39" y="8"/>
                </a:cubicBezTo>
                <a:cubicBezTo>
                  <a:pt x="34" y="8"/>
                  <a:pt x="33" y="10"/>
                  <a:pt x="34" y="15"/>
                </a:cubicBezTo>
                <a:cubicBezTo>
                  <a:pt x="34" y="17"/>
                  <a:pt x="35" y="19"/>
                  <a:pt x="35" y="20"/>
                </a:cubicBezTo>
                <a:cubicBezTo>
                  <a:pt x="46" y="51"/>
                  <a:pt x="57" y="81"/>
                  <a:pt x="68" y="112"/>
                </a:cubicBezTo>
                <a:cubicBezTo>
                  <a:pt x="69" y="113"/>
                  <a:pt x="69" y="114"/>
                  <a:pt x="70" y="116"/>
                </a:cubicBezTo>
                <a:cubicBezTo>
                  <a:pt x="71" y="114"/>
                  <a:pt x="71" y="113"/>
                  <a:pt x="72" y="113"/>
                </a:cubicBezTo>
                <a:cubicBezTo>
                  <a:pt x="83" y="81"/>
                  <a:pt x="94" y="50"/>
                  <a:pt x="106" y="18"/>
                </a:cubicBezTo>
                <a:cubicBezTo>
                  <a:pt x="106" y="17"/>
                  <a:pt x="106" y="17"/>
                  <a:pt x="106" y="16"/>
                </a:cubicBezTo>
                <a:cubicBezTo>
                  <a:pt x="107" y="10"/>
                  <a:pt x="106" y="8"/>
                  <a:pt x="101" y="7"/>
                </a:cubicBezTo>
                <a:cubicBezTo>
                  <a:pt x="98" y="7"/>
                  <a:pt x="96" y="7"/>
                  <a:pt x="94" y="7"/>
                </a:cubicBezTo>
                <a:cubicBezTo>
                  <a:pt x="94" y="4"/>
                  <a:pt x="94" y="2"/>
                  <a:pt x="94" y="0"/>
                </a:cubicBezTo>
                <a:cubicBezTo>
                  <a:pt x="106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2" y="7"/>
                  <a:pt x="131" y="7"/>
                  <a:pt x="130" y="7"/>
                </a:cubicBezTo>
                <a:cubicBezTo>
                  <a:pt x="124" y="8"/>
                  <a:pt x="121" y="11"/>
                  <a:pt x="119" y="16"/>
                </a:cubicBezTo>
                <a:cubicBezTo>
                  <a:pt x="116" y="24"/>
                  <a:pt x="113" y="31"/>
                  <a:pt x="110" y="38"/>
                </a:cubicBezTo>
                <a:cubicBezTo>
                  <a:pt x="98" y="70"/>
                  <a:pt x="86" y="101"/>
                  <a:pt x="74" y="133"/>
                </a:cubicBezTo>
                <a:cubicBezTo>
                  <a:pt x="74" y="134"/>
                  <a:pt x="73" y="135"/>
                  <a:pt x="73" y="13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7FC96CA3-4CDC-4193-A2B9-6E7EE813B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6484" y="689187"/>
            <a:ext cx="61016" cy="68429"/>
          </a:xfrm>
          <a:custGeom xmlns:a="http://schemas.openxmlformats.org/drawingml/2006/main">
            <a:gdLst>
              <a:gd name="T0" fmla="*/ 85 w 120"/>
              <a:gd name="T1" fmla="*/ 127 h 135"/>
              <a:gd name="T2" fmla="*/ 85 w 120"/>
              <a:gd name="T3" fmla="*/ 134 h 135"/>
              <a:gd name="T4" fmla="*/ 35 w 120"/>
              <a:gd name="T5" fmla="*/ 134 h 135"/>
              <a:gd name="T6" fmla="*/ 35 w 120"/>
              <a:gd name="T7" fmla="*/ 127 h 135"/>
              <a:gd name="T8" fmla="*/ 44 w 120"/>
              <a:gd name="T9" fmla="*/ 126 h 135"/>
              <a:gd name="T10" fmla="*/ 50 w 120"/>
              <a:gd name="T11" fmla="*/ 120 h 135"/>
              <a:gd name="T12" fmla="*/ 51 w 120"/>
              <a:gd name="T13" fmla="*/ 113 h 135"/>
              <a:gd name="T14" fmla="*/ 51 w 120"/>
              <a:gd name="T15" fmla="*/ 85 h 135"/>
              <a:gd name="T16" fmla="*/ 50 w 120"/>
              <a:gd name="T17" fmla="*/ 79 h 135"/>
              <a:gd name="T18" fmla="*/ 17 w 120"/>
              <a:gd name="T19" fmla="*/ 19 h 135"/>
              <a:gd name="T20" fmla="*/ 15 w 120"/>
              <a:gd name="T21" fmla="*/ 15 h 135"/>
              <a:gd name="T22" fmla="*/ 3 w 120"/>
              <a:gd name="T23" fmla="*/ 7 h 135"/>
              <a:gd name="T24" fmla="*/ 0 w 120"/>
              <a:gd name="T25" fmla="*/ 7 h 135"/>
              <a:gd name="T26" fmla="*/ 0 w 120"/>
              <a:gd name="T27" fmla="*/ 0 h 135"/>
              <a:gd name="T28" fmla="*/ 48 w 120"/>
              <a:gd name="T29" fmla="*/ 0 h 135"/>
              <a:gd name="T30" fmla="*/ 48 w 120"/>
              <a:gd name="T31" fmla="*/ 7 h 135"/>
              <a:gd name="T32" fmla="*/ 40 w 120"/>
              <a:gd name="T33" fmla="*/ 7 h 135"/>
              <a:gd name="T34" fmla="*/ 36 w 120"/>
              <a:gd name="T35" fmla="*/ 14 h 135"/>
              <a:gd name="T36" fmla="*/ 37 w 120"/>
              <a:gd name="T37" fmla="*/ 18 h 135"/>
              <a:gd name="T38" fmla="*/ 61 w 120"/>
              <a:gd name="T39" fmla="*/ 64 h 135"/>
              <a:gd name="T40" fmla="*/ 63 w 120"/>
              <a:gd name="T41" fmla="*/ 68 h 135"/>
              <a:gd name="T42" fmla="*/ 66 w 120"/>
              <a:gd name="T43" fmla="*/ 64 h 135"/>
              <a:gd name="T44" fmla="*/ 91 w 120"/>
              <a:gd name="T45" fmla="*/ 18 h 135"/>
              <a:gd name="T46" fmla="*/ 93 w 120"/>
              <a:gd name="T47" fmla="*/ 12 h 135"/>
              <a:gd name="T48" fmla="*/ 90 w 120"/>
              <a:gd name="T49" fmla="*/ 8 h 135"/>
              <a:gd name="T50" fmla="*/ 81 w 120"/>
              <a:gd name="T51" fmla="*/ 7 h 135"/>
              <a:gd name="T52" fmla="*/ 81 w 120"/>
              <a:gd name="T53" fmla="*/ 0 h 135"/>
              <a:gd name="T54" fmla="*/ 120 w 120"/>
              <a:gd name="T55" fmla="*/ 0 h 135"/>
              <a:gd name="T56" fmla="*/ 120 w 120"/>
              <a:gd name="T57" fmla="*/ 7 h 135"/>
              <a:gd name="T58" fmla="*/ 115 w 120"/>
              <a:gd name="T59" fmla="*/ 8 h 135"/>
              <a:gd name="T60" fmla="*/ 108 w 120"/>
              <a:gd name="T61" fmla="*/ 12 h 135"/>
              <a:gd name="T62" fmla="*/ 103 w 120"/>
              <a:gd name="T63" fmla="*/ 19 h 135"/>
              <a:gd name="T64" fmla="*/ 71 w 120"/>
              <a:gd name="T65" fmla="*/ 75 h 135"/>
              <a:gd name="T66" fmla="*/ 69 w 120"/>
              <a:gd name="T67" fmla="*/ 82 h 135"/>
              <a:gd name="T68" fmla="*/ 69 w 120"/>
              <a:gd name="T69" fmla="*/ 111 h 135"/>
              <a:gd name="T70" fmla="*/ 69 w 120"/>
              <a:gd name="T71" fmla="*/ 118 h 135"/>
              <a:gd name="T72" fmla="*/ 77 w 120"/>
              <a:gd name="T73" fmla="*/ 126 h 135"/>
              <a:gd name="T74" fmla="*/ 85 w 120"/>
              <a:gd name="T75" fmla="*/ 127 h 135"/>
            </a:gdLst>
            <a:rect l="0" t="0" r="r" b="b"/>
            <a:pathLst>
              <a:path w="120" h="135">
                <a:moveTo>
                  <a:pt x="85" y="127"/>
                </a:moveTo>
                <a:cubicBezTo>
                  <a:pt x="85" y="130"/>
                  <a:pt x="85" y="132"/>
                  <a:pt x="85" y="134"/>
                </a:cubicBezTo>
                <a:cubicBezTo>
                  <a:pt x="81" y="135"/>
                  <a:pt x="44" y="135"/>
                  <a:pt x="35" y="134"/>
                </a:cubicBezTo>
                <a:cubicBezTo>
                  <a:pt x="35" y="132"/>
                  <a:pt x="35" y="130"/>
                  <a:pt x="35" y="127"/>
                </a:cubicBezTo>
                <a:cubicBezTo>
                  <a:pt x="38" y="127"/>
                  <a:pt x="41" y="126"/>
                  <a:pt x="44" y="126"/>
                </a:cubicBezTo>
                <a:cubicBezTo>
                  <a:pt x="48" y="126"/>
                  <a:pt x="50" y="124"/>
                  <a:pt x="50" y="120"/>
                </a:cubicBezTo>
                <a:cubicBezTo>
                  <a:pt x="51" y="118"/>
                  <a:pt x="51" y="115"/>
                  <a:pt x="51" y="113"/>
                </a:cubicBezTo>
                <a:cubicBezTo>
                  <a:pt x="51" y="104"/>
                  <a:pt x="51" y="95"/>
                  <a:pt x="51" y="85"/>
                </a:cubicBezTo>
                <a:cubicBezTo>
                  <a:pt x="51" y="83"/>
                  <a:pt x="51" y="81"/>
                  <a:pt x="50" y="79"/>
                </a:cubicBezTo>
                <a:cubicBezTo>
                  <a:pt x="39" y="59"/>
                  <a:pt x="28" y="39"/>
                  <a:pt x="17" y="19"/>
                </a:cubicBezTo>
                <a:cubicBezTo>
                  <a:pt x="16" y="17"/>
                  <a:pt x="15" y="16"/>
                  <a:pt x="15" y="15"/>
                </a:cubicBezTo>
                <a:cubicBezTo>
                  <a:pt x="12" y="10"/>
                  <a:pt x="9" y="7"/>
                  <a:pt x="3" y="7"/>
                </a:cubicBezTo>
                <a:cubicBezTo>
                  <a:pt x="2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8" y="0"/>
                </a:cubicBezTo>
                <a:cubicBezTo>
                  <a:pt x="48" y="2"/>
                  <a:pt x="48" y="4"/>
                  <a:pt x="48" y="7"/>
                </a:cubicBezTo>
                <a:cubicBezTo>
                  <a:pt x="45" y="7"/>
                  <a:pt x="42" y="7"/>
                  <a:pt x="40" y="7"/>
                </a:cubicBezTo>
                <a:cubicBezTo>
                  <a:pt x="35" y="8"/>
                  <a:pt x="34" y="10"/>
                  <a:pt x="36" y="14"/>
                </a:cubicBezTo>
                <a:cubicBezTo>
                  <a:pt x="36" y="15"/>
                  <a:pt x="37" y="17"/>
                  <a:pt x="37" y="18"/>
                </a:cubicBezTo>
                <a:cubicBezTo>
                  <a:pt x="45" y="33"/>
                  <a:pt x="53" y="49"/>
                  <a:pt x="61" y="64"/>
                </a:cubicBezTo>
                <a:cubicBezTo>
                  <a:pt x="61" y="65"/>
                  <a:pt x="62" y="66"/>
                  <a:pt x="63" y="68"/>
                </a:cubicBezTo>
                <a:cubicBezTo>
                  <a:pt x="64" y="66"/>
                  <a:pt x="65" y="65"/>
                  <a:pt x="66" y="64"/>
                </a:cubicBezTo>
                <a:cubicBezTo>
                  <a:pt x="74" y="49"/>
                  <a:pt x="82" y="34"/>
                  <a:pt x="91" y="18"/>
                </a:cubicBezTo>
                <a:cubicBezTo>
                  <a:pt x="92" y="16"/>
                  <a:pt x="93" y="14"/>
                  <a:pt x="93" y="12"/>
                </a:cubicBezTo>
                <a:cubicBezTo>
                  <a:pt x="94" y="9"/>
                  <a:pt x="93" y="8"/>
                  <a:pt x="90" y="8"/>
                </a:cubicBezTo>
                <a:cubicBezTo>
                  <a:pt x="87" y="7"/>
                  <a:pt x="85" y="7"/>
                  <a:pt x="81" y="7"/>
                </a:cubicBezTo>
                <a:cubicBezTo>
                  <a:pt x="81" y="4"/>
                  <a:pt x="81" y="2"/>
                  <a:pt x="81" y="0"/>
                </a:cubicBezTo>
                <a:cubicBezTo>
                  <a:pt x="94" y="0"/>
                  <a:pt x="107" y="0"/>
                  <a:pt x="120" y="0"/>
                </a:cubicBezTo>
                <a:cubicBezTo>
                  <a:pt x="120" y="2"/>
                  <a:pt x="120" y="4"/>
                  <a:pt x="120" y="7"/>
                </a:cubicBezTo>
                <a:cubicBezTo>
                  <a:pt x="119" y="7"/>
                  <a:pt x="117" y="7"/>
                  <a:pt x="115" y="8"/>
                </a:cubicBezTo>
                <a:cubicBezTo>
                  <a:pt x="112" y="8"/>
                  <a:pt x="109" y="9"/>
                  <a:pt x="108" y="12"/>
                </a:cubicBezTo>
                <a:cubicBezTo>
                  <a:pt x="106" y="14"/>
                  <a:pt x="104" y="17"/>
                  <a:pt x="103" y="19"/>
                </a:cubicBezTo>
                <a:cubicBezTo>
                  <a:pt x="92" y="38"/>
                  <a:pt x="81" y="56"/>
                  <a:pt x="71" y="75"/>
                </a:cubicBezTo>
                <a:cubicBezTo>
                  <a:pt x="69" y="77"/>
                  <a:pt x="68" y="80"/>
                  <a:pt x="69" y="82"/>
                </a:cubicBezTo>
                <a:cubicBezTo>
                  <a:pt x="69" y="92"/>
                  <a:pt x="69" y="102"/>
                  <a:pt x="69" y="111"/>
                </a:cubicBezTo>
                <a:cubicBezTo>
                  <a:pt x="69" y="114"/>
                  <a:pt x="69" y="116"/>
                  <a:pt x="69" y="118"/>
                </a:cubicBezTo>
                <a:cubicBezTo>
                  <a:pt x="70" y="124"/>
                  <a:pt x="71" y="125"/>
                  <a:pt x="77" y="126"/>
                </a:cubicBezTo>
                <a:cubicBezTo>
                  <a:pt x="80" y="126"/>
                  <a:pt x="82" y="127"/>
                  <a:pt x="85" y="12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CEB15865-3BA2-4A4F-8FF6-7510832FC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749" y="686906"/>
            <a:ext cx="58735" cy="70140"/>
          </a:xfrm>
          <a:custGeom xmlns:a="http://schemas.openxmlformats.org/drawingml/2006/main">
            <a:gdLst>
              <a:gd name="T0" fmla="*/ 108 w 116"/>
              <a:gd name="T1" fmla="*/ 42 h 139"/>
              <a:gd name="T2" fmla="*/ 102 w 116"/>
              <a:gd name="T3" fmla="*/ 29 h 139"/>
              <a:gd name="T4" fmla="*/ 72 w 116"/>
              <a:gd name="T5" fmla="*/ 14 h 139"/>
              <a:gd name="T6" fmla="*/ 67 w 116"/>
              <a:gd name="T7" fmla="*/ 18 h 139"/>
              <a:gd name="T8" fmla="*/ 66 w 116"/>
              <a:gd name="T9" fmla="*/ 24 h 139"/>
              <a:gd name="T10" fmla="*/ 66 w 116"/>
              <a:gd name="T11" fmla="*/ 115 h 139"/>
              <a:gd name="T12" fmla="*/ 67 w 116"/>
              <a:gd name="T13" fmla="*/ 123 h 139"/>
              <a:gd name="T14" fmla="*/ 75 w 116"/>
              <a:gd name="T15" fmla="*/ 131 h 139"/>
              <a:gd name="T16" fmla="*/ 83 w 116"/>
              <a:gd name="T17" fmla="*/ 132 h 139"/>
              <a:gd name="T18" fmla="*/ 83 w 116"/>
              <a:gd name="T19" fmla="*/ 139 h 139"/>
              <a:gd name="T20" fmla="*/ 33 w 116"/>
              <a:gd name="T21" fmla="*/ 139 h 139"/>
              <a:gd name="T22" fmla="*/ 33 w 116"/>
              <a:gd name="T23" fmla="*/ 132 h 139"/>
              <a:gd name="T24" fmla="*/ 41 w 116"/>
              <a:gd name="T25" fmla="*/ 131 h 139"/>
              <a:gd name="T26" fmla="*/ 49 w 116"/>
              <a:gd name="T27" fmla="*/ 123 h 139"/>
              <a:gd name="T28" fmla="*/ 49 w 116"/>
              <a:gd name="T29" fmla="*/ 118 h 139"/>
              <a:gd name="T30" fmla="*/ 49 w 116"/>
              <a:gd name="T31" fmla="*/ 22 h 139"/>
              <a:gd name="T32" fmla="*/ 41 w 116"/>
              <a:gd name="T33" fmla="*/ 14 h 139"/>
              <a:gd name="T34" fmla="*/ 32 w 116"/>
              <a:gd name="T35" fmla="*/ 15 h 139"/>
              <a:gd name="T36" fmla="*/ 18 w 116"/>
              <a:gd name="T37" fmla="*/ 23 h 139"/>
              <a:gd name="T38" fmla="*/ 11 w 116"/>
              <a:gd name="T39" fmla="*/ 36 h 139"/>
              <a:gd name="T40" fmla="*/ 8 w 116"/>
              <a:gd name="T41" fmla="*/ 42 h 139"/>
              <a:gd name="T42" fmla="*/ 0 w 116"/>
              <a:gd name="T43" fmla="*/ 39 h 139"/>
              <a:gd name="T44" fmla="*/ 13 w 116"/>
              <a:gd name="T45" fmla="*/ 0 h 139"/>
              <a:gd name="T46" fmla="*/ 19 w 116"/>
              <a:gd name="T47" fmla="*/ 0 h 139"/>
              <a:gd name="T48" fmla="*/ 21 w 116"/>
              <a:gd name="T49" fmla="*/ 4 h 139"/>
              <a:gd name="T50" fmla="*/ 95 w 116"/>
              <a:gd name="T51" fmla="*/ 4 h 139"/>
              <a:gd name="T52" fmla="*/ 97 w 116"/>
              <a:gd name="T53" fmla="*/ 0 h 139"/>
              <a:gd name="T54" fmla="*/ 103 w 116"/>
              <a:gd name="T55" fmla="*/ 0 h 139"/>
              <a:gd name="T56" fmla="*/ 116 w 116"/>
              <a:gd name="T57" fmla="*/ 39 h 139"/>
              <a:gd name="T58" fmla="*/ 108 w 116"/>
              <a:gd name="T59" fmla="*/ 42 h 139"/>
            </a:gdLst>
            <a:rect l="0" t="0" r="r" b="b"/>
            <a:pathLst>
              <a:path w="116" h="139">
                <a:moveTo>
                  <a:pt x="108" y="42"/>
                </a:moveTo>
                <a:cubicBezTo>
                  <a:pt x="106" y="37"/>
                  <a:pt x="104" y="33"/>
                  <a:pt x="102" y="29"/>
                </a:cubicBezTo>
                <a:cubicBezTo>
                  <a:pt x="96" y="17"/>
                  <a:pt x="85" y="13"/>
                  <a:pt x="72" y="14"/>
                </a:cubicBezTo>
                <a:cubicBezTo>
                  <a:pt x="68" y="14"/>
                  <a:pt x="67" y="15"/>
                  <a:pt x="67" y="18"/>
                </a:cubicBezTo>
                <a:cubicBezTo>
                  <a:pt x="66" y="20"/>
                  <a:pt x="66" y="22"/>
                  <a:pt x="66" y="24"/>
                </a:cubicBezTo>
                <a:cubicBezTo>
                  <a:pt x="66" y="54"/>
                  <a:pt x="66" y="85"/>
                  <a:pt x="66" y="115"/>
                </a:cubicBezTo>
                <a:cubicBezTo>
                  <a:pt x="66" y="118"/>
                  <a:pt x="67" y="120"/>
                  <a:pt x="67" y="123"/>
                </a:cubicBezTo>
                <a:cubicBezTo>
                  <a:pt x="68" y="128"/>
                  <a:pt x="70" y="130"/>
                  <a:pt x="75" y="131"/>
                </a:cubicBezTo>
                <a:cubicBezTo>
                  <a:pt x="78" y="131"/>
                  <a:pt x="80" y="132"/>
                  <a:pt x="83" y="132"/>
                </a:cubicBezTo>
                <a:cubicBezTo>
                  <a:pt x="83" y="134"/>
                  <a:pt x="83" y="137"/>
                  <a:pt x="83" y="139"/>
                </a:cubicBezTo>
                <a:cubicBezTo>
                  <a:pt x="66" y="139"/>
                  <a:pt x="50" y="139"/>
                  <a:pt x="33" y="139"/>
                </a:cubicBezTo>
                <a:cubicBezTo>
                  <a:pt x="33" y="137"/>
                  <a:pt x="33" y="135"/>
                  <a:pt x="33" y="132"/>
                </a:cubicBezTo>
                <a:cubicBezTo>
                  <a:pt x="36" y="132"/>
                  <a:pt x="39" y="131"/>
                  <a:pt x="41" y="131"/>
                </a:cubicBezTo>
                <a:cubicBezTo>
                  <a:pt x="47" y="130"/>
                  <a:pt x="49" y="128"/>
                  <a:pt x="49" y="123"/>
                </a:cubicBezTo>
                <a:cubicBezTo>
                  <a:pt x="49" y="121"/>
                  <a:pt x="49" y="120"/>
                  <a:pt x="49" y="118"/>
                </a:cubicBezTo>
                <a:cubicBezTo>
                  <a:pt x="49" y="86"/>
                  <a:pt x="49" y="54"/>
                  <a:pt x="49" y="22"/>
                </a:cubicBezTo>
                <a:cubicBezTo>
                  <a:pt x="49" y="14"/>
                  <a:pt x="49" y="13"/>
                  <a:pt x="41" y="14"/>
                </a:cubicBezTo>
                <a:cubicBezTo>
                  <a:pt x="38" y="14"/>
                  <a:pt x="35" y="14"/>
                  <a:pt x="32" y="15"/>
                </a:cubicBezTo>
                <a:cubicBezTo>
                  <a:pt x="26" y="16"/>
                  <a:pt x="21" y="18"/>
                  <a:pt x="18" y="23"/>
                </a:cubicBezTo>
                <a:cubicBezTo>
                  <a:pt x="15" y="27"/>
                  <a:pt x="13" y="32"/>
                  <a:pt x="11" y="36"/>
                </a:cubicBezTo>
                <a:cubicBezTo>
                  <a:pt x="10" y="38"/>
                  <a:pt x="9" y="40"/>
                  <a:pt x="8" y="42"/>
                </a:cubicBezTo>
                <a:cubicBezTo>
                  <a:pt x="5" y="41"/>
                  <a:pt x="3" y="40"/>
                  <a:pt x="0" y="39"/>
                </a:cubicBezTo>
                <a:cubicBezTo>
                  <a:pt x="5" y="26"/>
                  <a:pt x="9" y="13"/>
                  <a:pt x="13" y="0"/>
                </a:cubicBezTo>
                <a:cubicBezTo>
                  <a:pt x="15" y="0"/>
                  <a:pt x="17" y="0"/>
                  <a:pt x="19" y="0"/>
                </a:cubicBezTo>
                <a:cubicBezTo>
                  <a:pt x="20" y="1"/>
                  <a:pt x="20" y="3"/>
                  <a:pt x="21" y="4"/>
                </a:cubicBezTo>
                <a:cubicBezTo>
                  <a:pt x="46" y="4"/>
                  <a:pt x="70" y="4"/>
                  <a:pt x="95" y="4"/>
                </a:cubicBezTo>
                <a:cubicBezTo>
                  <a:pt x="95" y="3"/>
                  <a:pt x="96" y="1"/>
                  <a:pt x="97" y="0"/>
                </a:cubicBezTo>
                <a:cubicBezTo>
                  <a:pt x="98" y="0"/>
                  <a:pt x="100" y="0"/>
                  <a:pt x="103" y="0"/>
                </a:cubicBezTo>
                <a:cubicBezTo>
                  <a:pt x="107" y="13"/>
                  <a:pt x="112" y="26"/>
                  <a:pt x="116" y="39"/>
                </a:cubicBezTo>
                <a:cubicBezTo>
                  <a:pt x="113" y="40"/>
                  <a:pt x="111" y="41"/>
                  <a:pt x="108" y="42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3" name="Freeform 33">
            <a:extLst xmlns:a="http://schemas.openxmlformats.org/drawingml/2006/main">
              <a:ext uri="{FF2B5EF4-FFF2-40B4-BE49-F238E27FC236}">
                <a16:creationId xmlns:a16="http://schemas.microsoft.com/office/drawing/2014/main" id="{58856015-18E5-40D5-AD94-AAB209603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1440" y="689187"/>
            <a:ext cx="25090" cy="67859"/>
          </a:xfrm>
          <a:custGeom xmlns:a="http://schemas.openxmlformats.org/drawingml/2006/main">
            <a:gdLst>
              <a:gd name="T0" fmla="*/ 0 w 50"/>
              <a:gd name="T1" fmla="*/ 134 h 134"/>
              <a:gd name="T2" fmla="*/ 0 w 50"/>
              <a:gd name="T3" fmla="*/ 127 h 134"/>
              <a:gd name="T4" fmla="*/ 9 w 50"/>
              <a:gd name="T5" fmla="*/ 126 h 134"/>
              <a:gd name="T6" fmla="*/ 16 w 50"/>
              <a:gd name="T7" fmla="*/ 119 h 134"/>
              <a:gd name="T8" fmla="*/ 16 w 50"/>
              <a:gd name="T9" fmla="*/ 113 h 134"/>
              <a:gd name="T10" fmla="*/ 16 w 50"/>
              <a:gd name="T11" fmla="*/ 21 h 134"/>
              <a:gd name="T12" fmla="*/ 16 w 50"/>
              <a:gd name="T13" fmla="*/ 13 h 134"/>
              <a:gd name="T14" fmla="*/ 9 w 50"/>
              <a:gd name="T15" fmla="*/ 8 h 134"/>
              <a:gd name="T16" fmla="*/ 1 w 50"/>
              <a:gd name="T17" fmla="*/ 7 h 134"/>
              <a:gd name="T18" fmla="*/ 1 w 50"/>
              <a:gd name="T19" fmla="*/ 0 h 134"/>
              <a:gd name="T20" fmla="*/ 49 w 50"/>
              <a:gd name="T21" fmla="*/ 0 h 134"/>
              <a:gd name="T22" fmla="*/ 49 w 50"/>
              <a:gd name="T23" fmla="*/ 7 h 134"/>
              <a:gd name="T24" fmla="*/ 42 w 50"/>
              <a:gd name="T25" fmla="*/ 8 h 134"/>
              <a:gd name="T26" fmla="*/ 34 w 50"/>
              <a:gd name="T27" fmla="*/ 15 h 134"/>
              <a:gd name="T28" fmla="*/ 33 w 50"/>
              <a:gd name="T29" fmla="*/ 23 h 134"/>
              <a:gd name="T30" fmla="*/ 33 w 50"/>
              <a:gd name="T31" fmla="*/ 113 h 134"/>
              <a:gd name="T32" fmla="*/ 46 w 50"/>
              <a:gd name="T33" fmla="*/ 127 h 134"/>
              <a:gd name="T34" fmla="*/ 49 w 50"/>
              <a:gd name="T35" fmla="*/ 127 h 134"/>
              <a:gd name="T36" fmla="*/ 50 w 50"/>
              <a:gd name="T37" fmla="*/ 131 h 134"/>
              <a:gd name="T38" fmla="*/ 49 w 50"/>
              <a:gd name="T39" fmla="*/ 134 h 134"/>
              <a:gd name="T40" fmla="*/ 0 w 50"/>
              <a:gd name="T41" fmla="*/ 134 h 134"/>
            </a:gdLst>
            <a:rect l="0" t="0" r="r" b="b"/>
            <a:pathLst>
              <a:path w="50" h="134">
                <a:moveTo>
                  <a:pt x="0" y="134"/>
                </a:move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9" y="126"/>
                </a:cubicBezTo>
                <a:cubicBezTo>
                  <a:pt x="13" y="125"/>
                  <a:pt x="15" y="124"/>
                  <a:pt x="16" y="119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18"/>
                  <a:pt x="16" y="16"/>
                  <a:pt x="16" y="13"/>
                </a:cubicBezTo>
                <a:cubicBezTo>
                  <a:pt x="15" y="10"/>
                  <a:pt x="13" y="8"/>
                  <a:pt x="9" y="8"/>
                </a:cubicBezTo>
                <a:cubicBezTo>
                  <a:pt x="6" y="7"/>
                  <a:pt x="4" y="7"/>
                  <a:pt x="1" y="7"/>
                </a:cubicBezTo>
                <a:cubicBezTo>
                  <a:pt x="1" y="4"/>
                  <a:pt x="1" y="2"/>
                  <a:pt x="1" y="0"/>
                </a:cubicBezTo>
                <a:cubicBezTo>
                  <a:pt x="17" y="0"/>
                  <a:pt x="33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7" y="7"/>
                  <a:pt x="44" y="7"/>
                  <a:pt x="42" y="8"/>
                </a:cubicBezTo>
                <a:cubicBezTo>
                  <a:pt x="38" y="8"/>
                  <a:pt x="35" y="10"/>
                  <a:pt x="34" y="15"/>
                </a:cubicBezTo>
                <a:cubicBezTo>
                  <a:pt x="34" y="17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6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8"/>
                  <a:pt x="50" y="129"/>
                  <a:pt x="50" y="131"/>
                </a:cubicBezTo>
                <a:cubicBezTo>
                  <a:pt x="50" y="132"/>
                  <a:pt x="49" y="133"/>
                  <a:pt x="49" y="134"/>
                </a:cubicBezTo>
                <a:cubicBezTo>
                  <a:pt x="33" y="134"/>
                  <a:pt x="17" y="134"/>
                  <a:pt x="0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4" name="Freeform 34">
            <a:extLst xmlns:a="http://schemas.openxmlformats.org/drawingml/2006/main">
              <a:ext uri="{FF2B5EF4-FFF2-40B4-BE49-F238E27FC236}">
                <a16:creationId xmlns:a16="http://schemas.microsoft.com/office/drawing/2014/main" id="{507BB333-8B98-4D82-B787-D9EF83C37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237" y="689187"/>
            <a:ext cx="24520" cy="68429"/>
          </a:xfrm>
          <a:custGeom xmlns:a="http://schemas.openxmlformats.org/drawingml/2006/main">
            <a:gdLst>
              <a:gd name="T0" fmla="*/ 0 w 49"/>
              <a:gd name="T1" fmla="*/ 7 h 135"/>
              <a:gd name="T2" fmla="*/ 0 w 49"/>
              <a:gd name="T3" fmla="*/ 0 h 135"/>
              <a:gd name="T4" fmla="*/ 49 w 49"/>
              <a:gd name="T5" fmla="*/ 0 h 135"/>
              <a:gd name="T6" fmla="*/ 49 w 49"/>
              <a:gd name="T7" fmla="*/ 7 h 135"/>
              <a:gd name="T8" fmla="*/ 42 w 49"/>
              <a:gd name="T9" fmla="*/ 8 h 135"/>
              <a:gd name="T10" fmla="*/ 34 w 49"/>
              <a:gd name="T11" fmla="*/ 15 h 135"/>
              <a:gd name="T12" fmla="*/ 33 w 49"/>
              <a:gd name="T13" fmla="*/ 23 h 135"/>
              <a:gd name="T14" fmla="*/ 33 w 49"/>
              <a:gd name="T15" fmla="*/ 113 h 135"/>
              <a:gd name="T16" fmla="*/ 46 w 49"/>
              <a:gd name="T17" fmla="*/ 127 h 135"/>
              <a:gd name="T18" fmla="*/ 49 w 49"/>
              <a:gd name="T19" fmla="*/ 127 h 135"/>
              <a:gd name="T20" fmla="*/ 49 w 49"/>
              <a:gd name="T21" fmla="*/ 134 h 135"/>
              <a:gd name="T22" fmla="*/ 0 w 49"/>
              <a:gd name="T23" fmla="*/ 134 h 135"/>
              <a:gd name="T24" fmla="*/ 0 w 49"/>
              <a:gd name="T25" fmla="*/ 127 h 135"/>
              <a:gd name="T26" fmla="*/ 7 w 49"/>
              <a:gd name="T27" fmla="*/ 126 h 135"/>
              <a:gd name="T28" fmla="*/ 16 w 49"/>
              <a:gd name="T29" fmla="*/ 118 h 135"/>
              <a:gd name="T30" fmla="*/ 16 w 49"/>
              <a:gd name="T31" fmla="*/ 113 h 135"/>
              <a:gd name="T32" fmla="*/ 16 w 49"/>
              <a:gd name="T33" fmla="*/ 20 h 135"/>
              <a:gd name="T34" fmla="*/ 15 w 49"/>
              <a:gd name="T35" fmla="*/ 13 h 135"/>
              <a:gd name="T36" fmla="*/ 9 w 49"/>
              <a:gd name="T37" fmla="*/ 8 h 135"/>
              <a:gd name="T38" fmla="*/ 0 w 49"/>
              <a:gd name="T39" fmla="*/ 7 h 135"/>
            </a:gdLst>
            <a:rect l="0" t="0" r="r" b="b"/>
            <a:pathLst>
              <a:path w="49" h="135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5" y="10"/>
                  <a:pt x="34" y="15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5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45" y="135"/>
                  <a:pt x="9" y="135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5" y="127"/>
                  <a:pt x="7" y="126"/>
                </a:cubicBezTo>
                <a:cubicBezTo>
                  <a:pt x="13" y="126"/>
                  <a:pt x="15" y="124"/>
                  <a:pt x="16" y="118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8"/>
                  <a:pt x="15" y="16"/>
                  <a:pt x="15" y="13"/>
                </a:cubicBezTo>
                <a:cubicBezTo>
                  <a:pt x="14" y="10"/>
                  <a:pt x="12" y="8"/>
                  <a:pt x="9" y="8"/>
                </a:cubicBezTo>
                <a:cubicBezTo>
                  <a:pt x="6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5" name="Freeform 35">
            <a:extLst xmlns:a="http://schemas.openxmlformats.org/drawingml/2006/main">
              <a:ext uri="{FF2B5EF4-FFF2-40B4-BE49-F238E27FC236}">
                <a16:creationId xmlns:a16="http://schemas.microsoft.com/office/drawing/2014/main" id="{E7463AB2-858D-4904-9CDB-9CA8BDEDC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429" y="689187"/>
            <a:ext cx="24520" cy="67859"/>
          </a:xfrm>
          <a:custGeom xmlns:a="http://schemas.openxmlformats.org/drawingml/2006/main">
            <a:gdLst>
              <a:gd name="T0" fmla="*/ 0 w 49"/>
              <a:gd name="T1" fmla="*/ 7 h 134"/>
              <a:gd name="T2" fmla="*/ 0 w 49"/>
              <a:gd name="T3" fmla="*/ 0 h 134"/>
              <a:gd name="T4" fmla="*/ 49 w 49"/>
              <a:gd name="T5" fmla="*/ 0 h 134"/>
              <a:gd name="T6" fmla="*/ 49 w 49"/>
              <a:gd name="T7" fmla="*/ 7 h 134"/>
              <a:gd name="T8" fmla="*/ 42 w 49"/>
              <a:gd name="T9" fmla="*/ 8 h 134"/>
              <a:gd name="T10" fmla="*/ 34 w 49"/>
              <a:gd name="T11" fmla="*/ 15 h 134"/>
              <a:gd name="T12" fmla="*/ 33 w 49"/>
              <a:gd name="T13" fmla="*/ 23 h 134"/>
              <a:gd name="T14" fmla="*/ 33 w 49"/>
              <a:gd name="T15" fmla="*/ 112 h 134"/>
              <a:gd name="T16" fmla="*/ 34 w 49"/>
              <a:gd name="T17" fmla="*/ 120 h 134"/>
              <a:gd name="T18" fmla="*/ 40 w 49"/>
              <a:gd name="T19" fmla="*/ 126 h 134"/>
              <a:gd name="T20" fmla="*/ 49 w 49"/>
              <a:gd name="T21" fmla="*/ 127 h 134"/>
              <a:gd name="T22" fmla="*/ 49 w 49"/>
              <a:gd name="T23" fmla="*/ 134 h 134"/>
              <a:gd name="T24" fmla="*/ 0 w 49"/>
              <a:gd name="T25" fmla="*/ 134 h 134"/>
              <a:gd name="T26" fmla="*/ 0 w 49"/>
              <a:gd name="T27" fmla="*/ 127 h 134"/>
              <a:gd name="T28" fmla="*/ 8 w 49"/>
              <a:gd name="T29" fmla="*/ 126 h 134"/>
              <a:gd name="T30" fmla="*/ 15 w 49"/>
              <a:gd name="T31" fmla="*/ 119 h 134"/>
              <a:gd name="T32" fmla="*/ 16 w 49"/>
              <a:gd name="T33" fmla="*/ 110 h 134"/>
              <a:gd name="T34" fmla="*/ 16 w 49"/>
              <a:gd name="T35" fmla="*/ 25 h 134"/>
              <a:gd name="T36" fmla="*/ 15 w 49"/>
              <a:gd name="T37" fmla="*/ 15 h 134"/>
              <a:gd name="T38" fmla="*/ 8 w 49"/>
              <a:gd name="T39" fmla="*/ 8 h 134"/>
              <a:gd name="T40" fmla="*/ 0 w 49"/>
              <a:gd name="T41" fmla="*/ 7 h 134"/>
            </a:gdLst>
            <a:rect l="0" t="0" r="r" b="b"/>
            <a:pathLst>
              <a:path w="49" h="134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4" y="10"/>
                  <a:pt x="34" y="15"/>
                </a:cubicBezTo>
                <a:cubicBezTo>
                  <a:pt x="33" y="18"/>
                  <a:pt x="33" y="21"/>
                  <a:pt x="33" y="23"/>
                </a:cubicBezTo>
                <a:cubicBezTo>
                  <a:pt x="33" y="53"/>
                  <a:pt x="33" y="83"/>
                  <a:pt x="33" y="112"/>
                </a:cubicBezTo>
                <a:cubicBezTo>
                  <a:pt x="33" y="115"/>
                  <a:pt x="33" y="118"/>
                  <a:pt x="34" y="120"/>
                </a:cubicBezTo>
                <a:cubicBezTo>
                  <a:pt x="34" y="124"/>
                  <a:pt x="36" y="126"/>
                  <a:pt x="40" y="126"/>
                </a:cubicBezTo>
                <a:cubicBezTo>
                  <a:pt x="43" y="126"/>
                  <a:pt x="45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33" y="134"/>
                  <a:pt x="1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8" y="126"/>
                </a:cubicBezTo>
                <a:cubicBezTo>
                  <a:pt x="13" y="125"/>
                  <a:pt x="15" y="123"/>
                  <a:pt x="15" y="119"/>
                </a:cubicBezTo>
                <a:cubicBezTo>
                  <a:pt x="16" y="116"/>
                  <a:pt x="16" y="113"/>
                  <a:pt x="16" y="110"/>
                </a:cubicBezTo>
                <a:cubicBezTo>
                  <a:pt x="16" y="81"/>
                  <a:pt x="16" y="53"/>
                  <a:pt x="16" y="25"/>
                </a:cubicBezTo>
                <a:cubicBezTo>
                  <a:pt x="16" y="21"/>
                  <a:pt x="16" y="18"/>
                  <a:pt x="15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8" name="Freeform 9">
            <a:extLst xmlns:a="http://schemas.openxmlformats.org/drawingml/2006/main">
              <a:ext uri="{FF2B5EF4-FFF2-40B4-BE49-F238E27FC236}">
                <a16:creationId xmlns:a16="http://schemas.microsoft.com/office/drawing/2014/main" id="{1332F35F-BF91-469E-BC5B-F5FE0F7F5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4981" y="365289"/>
            <a:ext cx="164800" cy="184188"/>
          </a:xfrm>
          <a:custGeom xmlns:a="http://schemas.openxmlformats.org/drawingml/2006/main">
            <a:gdLst>
              <a:gd name="T0" fmla="*/ 324 w 325"/>
              <a:gd name="T1" fmla="*/ 106 h 363"/>
              <a:gd name="T2" fmla="*/ 283 w 325"/>
              <a:gd name="T3" fmla="*/ 179 h 363"/>
              <a:gd name="T4" fmla="*/ 247 w 325"/>
              <a:gd name="T5" fmla="*/ 214 h 363"/>
              <a:gd name="T6" fmla="*/ 241 w 325"/>
              <a:gd name="T7" fmla="*/ 228 h 363"/>
              <a:gd name="T8" fmla="*/ 271 w 325"/>
              <a:gd name="T9" fmla="*/ 230 h 363"/>
              <a:gd name="T10" fmla="*/ 282 w 325"/>
              <a:gd name="T11" fmla="*/ 240 h 363"/>
              <a:gd name="T12" fmla="*/ 269 w 325"/>
              <a:gd name="T13" fmla="*/ 277 h 363"/>
              <a:gd name="T14" fmla="*/ 223 w 325"/>
              <a:gd name="T15" fmla="*/ 316 h 363"/>
              <a:gd name="T16" fmla="*/ 176 w 325"/>
              <a:gd name="T17" fmla="*/ 340 h 363"/>
              <a:gd name="T18" fmla="*/ 160 w 325"/>
              <a:gd name="T19" fmla="*/ 339 h 363"/>
              <a:gd name="T20" fmla="*/ 165 w 325"/>
              <a:gd name="T21" fmla="*/ 329 h 363"/>
              <a:gd name="T22" fmla="*/ 195 w 325"/>
              <a:gd name="T23" fmla="*/ 302 h 363"/>
              <a:gd name="T24" fmla="*/ 214 w 325"/>
              <a:gd name="T25" fmla="*/ 282 h 363"/>
              <a:gd name="T26" fmla="*/ 223 w 325"/>
              <a:gd name="T27" fmla="*/ 265 h 363"/>
              <a:gd name="T28" fmla="*/ 220 w 325"/>
              <a:gd name="T29" fmla="*/ 257 h 363"/>
              <a:gd name="T30" fmla="*/ 179 w 325"/>
              <a:gd name="T31" fmla="*/ 289 h 363"/>
              <a:gd name="T32" fmla="*/ 106 w 325"/>
              <a:gd name="T33" fmla="*/ 335 h 363"/>
              <a:gd name="T34" fmla="*/ 20 w 325"/>
              <a:gd name="T35" fmla="*/ 363 h 363"/>
              <a:gd name="T36" fmla="*/ 4 w 325"/>
              <a:gd name="T37" fmla="*/ 360 h 363"/>
              <a:gd name="T38" fmla="*/ 78 w 325"/>
              <a:gd name="T39" fmla="*/ 306 h 363"/>
              <a:gd name="T40" fmla="*/ 102 w 325"/>
              <a:gd name="T41" fmla="*/ 295 h 363"/>
              <a:gd name="T42" fmla="*/ 208 w 325"/>
              <a:gd name="T43" fmla="*/ 238 h 363"/>
              <a:gd name="T44" fmla="*/ 207 w 325"/>
              <a:gd name="T45" fmla="*/ 232 h 363"/>
              <a:gd name="T46" fmla="*/ 171 w 325"/>
              <a:gd name="T47" fmla="*/ 243 h 363"/>
              <a:gd name="T48" fmla="*/ 163 w 325"/>
              <a:gd name="T49" fmla="*/ 239 h 363"/>
              <a:gd name="T50" fmla="*/ 170 w 325"/>
              <a:gd name="T51" fmla="*/ 226 h 363"/>
              <a:gd name="T52" fmla="*/ 154 w 325"/>
              <a:gd name="T53" fmla="*/ 206 h 363"/>
              <a:gd name="T54" fmla="*/ 122 w 325"/>
              <a:gd name="T55" fmla="*/ 224 h 363"/>
              <a:gd name="T56" fmla="*/ 99 w 325"/>
              <a:gd name="T57" fmla="*/ 236 h 363"/>
              <a:gd name="T58" fmla="*/ 100 w 325"/>
              <a:gd name="T59" fmla="*/ 222 h 363"/>
              <a:gd name="T60" fmla="*/ 116 w 325"/>
              <a:gd name="T61" fmla="*/ 204 h 363"/>
              <a:gd name="T62" fmla="*/ 118 w 325"/>
              <a:gd name="T63" fmla="*/ 183 h 363"/>
              <a:gd name="T64" fmla="*/ 116 w 325"/>
              <a:gd name="T65" fmla="*/ 174 h 363"/>
              <a:gd name="T66" fmla="*/ 143 w 325"/>
              <a:gd name="T67" fmla="*/ 167 h 363"/>
              <a:gd name="T68" fmla="*/ 158 w 325"/>
              <a:gd name="T69" fmla="*/ 145 h 363"/>
              <a:gd name="T70" fmla="*/ 147 w 325"/>
              <a:gd name="T71" fmla="*/ 144 h 363"/>
              <a:gd name="T72" fmla="*/ 132 w 325"/>
              <a:gd name="T73" fmla="*/ 141 h 363"/>
              <a:gd name="T74" fmla="*/ 141 w 325"/>
              <a:gd name="T75" fmla="*/ 129 h 363"/>
              <a:gd name="T76" fmla="*/ 140 w 325"/>
              <a:gd name="T77" fmla="*/ 115 h 363"/>
              <a:gd name="T78" fmla="*/ 112 w 325"/>
              <a:gd name="T79" fmla="*/ 96 h 363"/>
              <a:gd name="T80" fmla="*/ 127 w 325"/>
              <a:gd name="T81" fmla="*/ 92 h 363"/>
              <a:gd name="T82" fmla="*/ 167 w 325"/>
              <a:gd name="T83" fmla="*/ 81 h 363"/>
              <a:gd name="T84" fmla="*/ 203 w 325"/>
              <a:gd name="T85" fmla="*/ 36 h 363"/>
              <a:gd name="T86" fmla="*/ 204 w 325"/>
              <a:gd name="T87" fmla="*/ 10 h 363"/>
              <a:gd name="T88" fmla="*/ 216 w 325"/>
              <a:gd name="T89" fmla="*/ 3 h 363"/>
              <a:gd name="T90" fmla="*/ 224 w 325"/>
              <a:gd name="T91" fmla="*/ 56 h 363"/>
              <a:gd name="T92" fmla="*/ 205 w 325"/>
              <a:gd name="T93" fmla="*/ 91 h 363"/>
              <a:gd name="T94" fmla="*/ 208 w 325"/>
              <a:gd name="T95" fmla="*/ 105 h 363"/>
              <a:gd name="T96" fmla="*/ 267 w 325"/>
              <a:gd name="T97" fmla="*/ 87 h 363"/>
              <a:gd name="T98" fmla="*/ 297 w 325"/>
              <a:gd name="T99" fmla="*/ 85 h 363"/>
              <a:gd name="T100" fmla="*/ 309 w 325"/>
              <a:gd name="T101" fmla="*/ 86 h 363"/>
              <a:gd name="T102" fmla="*/ 325 w 325"/>
              <a:gd name="T103" fmla="*/ 104 h 363"/>
              <a:gd name="T104" fmla="*/ 198 w 325"/>
              <a:gd name="T105" fmla="*/ 126 h 363"/>
              <a:gd name="T106" fmla="*/ 164 w 325"/>
              <a:gd name="T107" fmla="*/ 175 h 363"/>
              <a:gd name="T108" fmla="*/ 181 w 325"/>
              <a:gd name="T109" fmla="*/ 191 h 363"/>
              <a:gd name="T110" fmla="*/ 186 w 325"/>
              <a:gd name="T111" fmla="*/ 173 h 363"/>
              <a:gd name="T112" fmla="*/ 199 w 325"/>
              <a:gd name="T113" fmla="*/ 170 h 363"/>
              <a:gd name="T114" fmla="*/ 206 w 325"/>
              <a:gd name="T115" fmla="*/ 204 h 363"/>
              <a:gd name="T116" fmla="*/ 217 w 325"/>
              <a:gd name="T117" fmla="*/ 206 h 363"/>
              <a:gd name="T118" fmla="*/ 229 w 325"/>
              <a:gd name="T119" fmla="*/ 188 h 363"/>
              <a:gd name="T120" fmla="*/ 261 w 325"/>
              <a:gd name="T121" fmla="*/ 141 h 363"/>
              <a:gd name="T122" fmla="*/ 250 w 325"/>
              <a:gd name="T123" fmla="*/ 134 h 363"/>
              <a:gd name="T124" fmla="*/ 206 w 325"/>
              <a:gd name="T125" fmla="*/ 122 h 363"/>
            </a:gdLst>
            <a:rect l="0" t="0" r="r" b="b"/>
            <a:pathLst>
              <a:path w="325" h="363">
                <a:moveTo>
                  <a:pt x="325" y="104"/>
                </a:moveTo>
                <a:cubicBezTo>
                  <a:pt x="325" y="104"/>
                  <a:pt x="324" y="105"/>
                  <a:pt x="324" y="106"/>
                </a:cubicBezTo>
                <a:cubicBezTo>
                  <a:pt x="323" y="108"/>
                  <a:pt x="323" y="111"/>
                  <a:pt x="322" y="114"/>
                </a:cubicBezTo>
                <a:cubicBezTo>
                  <a:pt x="312" y="138"/>
                  <a:pt x="300" y="160"/>
                  <a:pt x="283" y="179"/>
                </a:cubicBezTo>
                <a:cubicBezTo>
                  <a:pt x="275" y="188"/>
                  <a:pt x="267" y="197"/>
                  <a:pt x="259" y="205"/>
                </a:cubicBezTo>
                <a:cubicBezTo>
                  <a:pt x="255" y="209"/>
                  <a:pt x="251" y="211"/>
                  <a:pt x="247" y="214"/>
                </a:cubicBezTo>
                <a:cubicBezTo>
                  <a:pt x="244" y="217"/>
                  <a:pt x="241" y="219"/>
                  <a:pt x="239" y="223"/>
                </a:cubicBezTo>
                <a:cubicBezTo>
                  <a:pt x="237" y="226"/>
                  <a:pt x="238" y="227"/>
                  <a:pt x="241" y="228"/>
                </a:cubicBezTo>
                <a:cubicBezTo>
                  <a:pt x="243" y="228"/>
                  <a:pt x="245" y="228"/>
                  <a:pt x="246" y="228"/>
                </a:cubicBezTo>
                <a:cubicBezTo>
                  <a:pt x="255" y="229"/>
                  <a:pt x="263" y="230"/>
                  <a:pt x="271" y="230"/>
                </a:cubicBezTo>
                <a:cubicBezTo>
                  <a:pt x="272" y="230"/>
                  <a:pt x="274" y="231"/>
                  <a:pt x="275" y="231"/>
                </a:cubicBezTo>
                <a:cubicBezTo>
                  <a:pt x="280" y="233"/>
                  <a:pt x="282" y="235"/>
                  <a:pt x="282" y="240"/>
                </a:cubicBezTo>
                <a:cubicBezTo>
                  <a:pt x="283" y="247"/>
                  <a:pt x="282" y="253"/>
                  <a:pt x="279" y="259"/>
                </a:cubicBezTo>
                <a:cubicBezTo>
                  <a:pt x="277" y="265"/>
                  <a:pt x="273" y="271"/>
                  <a:pt x="269" y="277"/>
                </a:cubicBezTo>
                <a:cubicBezTo>
                  <a:pt x="260" y="289"/>
                  <a:pt x="248" y="298"/>
                  <a:pt x="237" y="307"/>
                </a:cubicBezTo>
                <a:cubicBezTo>
                  <a:pt x="233" y="311"/>
                  <a:pt x="228" y="314"/>
                  <a:pt x="223" y="316"/>
                </a:cubicBezTo>
                <a:cubicBezTo>
                  <a:pt x="213" y="321"/>
                  <a:pt x="203" y="327"/>
                  <a:pt x="193" y="332"/>
                </a:cubicBezTo>
                <a:cubicBezTo>
                  <a:pt x="187" y="334"/>
                  <a:pt x="182" y="337"/>
                  <a:pt x="176" y="340"/>
                </a:cubicBezTo>
                <a:cubicBezTo>
                  <a:pt x="173" y="341"/>
                  <a:pt x="169" y="341"/>
                  <a:pt x="166" y="342"/>
                </a:cubicBezTo>
                <a:cubicBezTo>
                  <a:pt x="164" y="342"/>
                  <a:pt x="161" y="341"/>
                  <a:pt x="160" y="339"/>
                </a:cubicBezTo>
                <a:cubicBezTo>
                  <a:pt x="159" y="337"/>
                  <a:pt x="160" y="335"/>
                  <a:pt x="162" y="333"/>
                </a:cubicBezTo>
                <a:cubicBezTo>
                  <a:pt x="163" y="332"/>
                  <a:pt x="164" y="330"/>
                  <a:pt x="165" y="329"/>
                </a:cubicBezTo>
                <a:cubicBezTo>
                  <a:pt x="173" y="323"/>
                  <a:pt x="181" y="316"/>
                  <a:pt x="189" y="310"/>
                </a:cubicBezTo>
                <a:cubicBezTo>
                  <a:pt x="192" y="307"/>
                  <a:pt x="194" y="305"/>
                  <a:pt x="195" y="302"/>
                </a:cubicBezTo>
                <a:cubicBezTo>
                  <a:pt x="196" y="300"/>
                  <a:pt x="198" y="297"/>
                  <a:pt x="200" y="295"/>
                </a:cubicBezTo>
                <a:cubicBezTo>
                  <a:pt x="205" y="291"/>
                  <a:pt x="210" y="287"/>
                  <a:pt x="214" y="282"/>
                </a:cubicBezTo>
                <a:cubicBezTo>
                  <a:pt x="217" y="280"/>
                  <a:pt x="218" y="278"/>
                  <a:pt x="219" y="275"/>
                </a:cubicBezTo>
                <a:cubicBezTo>
                  <a:pt x="219" y="271"/>
                  <a:pt x="221" y="268"/>
                  <a:pt x="223" y="265"/>
                </a:cubicBezTo>
                <a:cubicBezTo>
                  <a:pt x="225" y="263"/>
                  <a:pt x="227" y="261"/>
                  <a:pt x="229" y="259"/>
                </a:cubicBezTo>
                <a:cubicBezTo>
                  <a:pt x="227" y="256"/>
                  <a:pt x="224" y="256"/>
                  <a:pt x="220" y="257"/>
                </a:cubicBezTo>
                <a:cubicBezTo>
                  <a:pt x="212" y="260"/>
                  <a:pt x="205" y="264"/>
                  <a:pt x="199" y="270"/>
                </a:cubicBezTo>
                <a:cubicBezTo>
                  <a:pt x="192" y="276"/>
                  <a:pt x="186" y="282"/>
                  <a:pt x="179" y="289"/>
                </a:cubicBezTo>
                <a:cubicBezTo>
                  <a:pt x="169" y="299"/>
                  <a:pt x="157" y="307"/>
                  <a:pt x="144" y="314"/>
                </a:cubicBezTo>
                <a:cubicBezTo>
                  <a:pt x="131" y="320"/>
                  <a:pt x="119" y="328"/>
                  <a:pt x="106" y="335"/>
                </a:cubicBezTo>
                <a:cubicBezTo>
                  <a:pt x="89" y="344"/>
                  <a:pt x="72" y="352"/>
                  <a:pt x="53" y="357"/>
                </a:cubicBezTo>
                <a:cubicBezTo>
                  <a:pt x="43" y="361"/>
                  <a:pt x="32" y="363"/>
                  <a:pt x="20" y="363"/>
                </a:cubicBezTo>
                <a:cubicBezTo>
                  <a:pt x="16" y="362"/>
                  <a:pt x="12" y="361"/>
                  <a:pt x="7" y="361"/>
                </a:cubicBezTo>
                <a:cubicBezTo>
                  <a:pt x="6" y="361"/>
                  <a:pt x="5" y="360"/>
                  <a:pt x="4" y="360"/>
                </a:cubicBezTo>
                <a:cubicBezTo>
                  <a:pt x="0" y="358"/>
                  <a:pt x="0" y="355"/>
                  <a:pt x="4" y="352"/>
                </a:cubicBezTo>
                <a:cubicBezTo>
                  <a:pt x="28" y="337"/>
                  <a:pt x="53" y="321"/>
                  <a:pt x="78" y="306"/>
                </a:cubicBezTo>
                <a:cubicBezTo>
                  <a:pt x="84" y="302"/>
                  <a:pt x="91" y="298"/>
                  <a:pt x="98" y="297"/>
                </a:cubicBezTo>
                <a:cubicBezTo>
                  <a:pt x="100" y="296"/>
                  <a:pt x="101" y="295"/>
                  <a:pt x="102" y="295"/>
                </a:cubicBezTo>
                <a:cubicBezTo>
                  <a:pt x="135" y="275"/>
                  <a:pt x="169" y="257"/>
                  <a:pt x="204" y="241"/>
                </a:cubicBezTo>
                <a:cubicBezTo>
                  <a:pt x="205" y="240"/>
                  <a:pt x="207" y="239"/>
                  <a:pt x="208" y="238"/>
                </a:cubicBezTo>
                <a:cubicBezTo>
                  <a:pt x="209" y="237"/>
                  <a:pt x="210" y="235"/>
                  <a:pt x="210" y="234"/>
                </a:cubicBezTo>
                <a:cubicBezTo>
                  <a:pt x="210" y="233"/>
                  <a:pt x="208" y="232"/>
                  <a:pt x="207" y="232"/>
                </a:cubicBezTo>
                <a:cubicBezTo>
                  <a:pt x="201" y="231"/>
                  <a:pt x="196" y="233"/>
                  <a:pt x="190" y="235"/>
                </a:cubicBezTo>
                <a:cubicBezTo>
                  <a:pt x="184" y="238"/>
                  <a:pt x="178" y="240"/>
                  <a:pt x="171" y="243"/>
                </a:cubicBezTo>
                <a:cubicBezTo>
                  <a:pt x="170" y="243"/>
                  <a:pt x="169" y="244"/>
                  <a:pt x="168" y="244"/>
                </a:cubicBezTo>
                <a:cubicBezTo>
                  <a:pt x="164" y="244"/>
                  <a:pt x="163" y="244"/>
                  <a:pt x="163" y="239"/>
                </a:cubicBezTo>
                <a:cubicBezTo>
                  <a:pt x="163" y="236"/>
                  <a:pt x="164" y="233"/>
                  <a:pt x="166" y="231"/>
                </a:cubicBezTo>
                <a:cubicBezTo>
                  <a:pt x="167" y="229"/>
                  <a:pt x="169" y="228"/>
                  <a:pt x="170" y="226"/>
                </a:cubicBezTo>
                <a:cubicBezTo>
                  <a:pt x="172" y="222"/>
                  <a:pt x="172" y="218"/>
                  <a:pt x="168" y="215"/>
                </a:cubicBezTo>
                <a:cubicBezTo>
                  <a:pt x="164" y="212"/>
                  <a:pt x="159" y="209"/>
                  <a:pt x="154" y="206"/>
                </a:cubicBezTo>
                <a:cubicBezTo>
                  <a:pt x="148" y="203"/>
                  <a:pt x="143" y="205"/>
                  <a:pt x="138" y="210"/>
                </a:cubicBezTo>
                <a:cubicBezTo>
                  <a:pt x="133" y="215"/>
                  <a:pt x="128" y="219"/>
                  <a:pt x="122" y="224"/>
                </a:cubicBezTo>
                <a:cubicBezTo>
                  <a:pt x="118" y="228"/>
                  <a:pt x="112" y="231"/>
                  <a:pt x="107" y="235"/>
                </a:cubicBezTo>
                <a:cubicBezTo>
                  <a:pt x="105" y="236"/>
                  <a:pt x="102" y="238"/>
                  <a:pt x="99" y="236"/>
                </a:cubicBezTo>
                <a:cubicBezTo>
                  <a:pt x="97" y="234"/>
                  <a:pt x="97" y="231"/>
                  <a:pt x="98" y="229"/>
                </a:cubicBezTo>
                <a:cubicBezTo>
                  <a:pt x="98" y="226"/>
                  <a:pt x="99" y="224"/>
                  <a:pt x="100" y="222"/>
                </a:cubicBezTo>
                <a:cubicBezTo>
                  <a:pt x="102" y="219"/>
                  <a:pt x="105" y="217"/>
                  <a:pt x="107" y="214"/>
                </a:cubicBezTo>
                <a:cubicBezTo>
                  <a:pt x="110" y="211"/>
                  <a:pt x="113" y="208"/>
                  <a:pt x="116" y="204"/>
                </a:cubicBezTo>
                <a:cubicBezTo>
                  <a:pt x="118" y="202"/>
                  <a:pt x="119" y="198"/>
                  <a:pt x="120" y="195"/>
                </a:cubicBezTo>
                <a:cubicBezTo>
                  <a:pt x="122" y="191"/>
                  <a:pt x="122" y="187"/>
                  <a:pt x="118" y="183"/>
                </a:cubicBezTo>
                <a:cubicBezTo>
                  <a:pt x="116" y="182"/>
                  <a:pt x="115" y="181"/>
                  <a:pt x="115" y="179"/>
                </a:cubicBezTo>
                <a:cubicBezTo>
                  <a:pt x="113" y="177"/>
                  <a:pt x="113" y="175"/>
                  <a:pt x="116" y="174"/>
                </a:cubicBezTo>
                <a:cubicBezTo>
                  <a:pt x="123" y="173"/>
                  <a:pt x="130" y="171"/>
                  <a:pt x="137" y="170"/>
                </a:cubicBezTo>
                <a:cubicBezTo>
                  <a:pt x="140" y="170"/>
                  <a:pt x="141" y="169"/>
                  <a:pt x="143" y="167"/>
                </a:cubicBezTo>
                <a:cubicBezTo>
                  <a:pt x="146" y="163"/>
                  <a:pt x="150" y="159"/>
                  <a:pt x="153" y="155"/>
                </a:cubicBezTo>
                <a:cubicBezTo>
                  <a:pt x="155" y="152"/>
                  <a:pt x="157" y="149"/>
                  <a:pt x="158" y="145"/>
                </a:cubicBezTo>
                <a:cubicBezTo>
                  <a:pt x="159" y="141"/>
                  <a:pt x="157" y="140"/>
                  <a:pt x="154" y="141"/>
                </a:cubicBezTo>
                <a:cubicBezTo>
                  <a:pt x="151" y="141"/>
                  <a:pt x="149" y="142"/>
                  <a:pt x="147" y="144"/>
                </a:cubicBezTo>
                <a:cubicBezTo>
                  <a:pt x="144" y="146"/>
                  <a:pt x="140" y="146"/>
                  <a:pt x="137" y="145"/>
                </a:cubicBezTo>
                <a:cubicBezTo>
                  <a:pt x="134" y="145"/>
                  <a:pt x="133" y="144"/>
                  <a:pt x="132" y="141"/>
                </a:cubicBezTo>
                <a:cubicBezTo>
                  <a:pt x="132" y="139"/>
                  <a:pt x="132" y="137"/>
                  <a:pt x="134" y="135"/>
                </a:cubicBezTo>
                <a:cubicBezTo>
                  <a:pt x="137" y="133"/>
                  <a:pt x="139" y="131"/>
                  <a:pt x="141" y="129"/>
                </a:cubicBezTo>
                <a:cubicBezTo>
                  <a:pt x="143" y="126"/>
                  <a:pt x="144" y="123"/>
                  <a:pt x="144" y="119"/>
                </a:cubicBezTo>
                <a:cubicBezTo>
                  <a:pt x="144" y="116"/>
                  <a:pt x="143" y="115"/>
                  <a:pt x="140" y="115"/>
                </a:cubicBezTo>
                <a:cubicBezTo>
                  <a:pt x="136" y="115"/>
                  <a:pt x="132" y="115"/>
                  <a:pt x="129" y="114"/>
                </a:cubicBezTo>
                <a:cubicBezTo>
                  <a:pt x="119" y="112"/>
                  <a:pt x="114" y="106"/>
                  <a:pt x="112" y="96"/>
                </a:cubicBezTo>
                <a:cubicBezTo>
                  <a:pt x="112" y="91"/>
                  <a:pt x="113" y="90"/>
                  <a:pt x="118" y="91"/>
                </a:cubicBezTo>
                <a:cubicBezTo>
                  <a:pt x="121" y="91"/>
                  <a:pt x="124" y="91"/>
                  <a:pt x="127" y="92"/>
                </a:cubicBezTo>
                <a:cubicBezTo>
                  <a:pt x="137" y="93"/>
                  <a:pt x="146" y="92"/>
                  <a:pt x="155" y="86"/>
                </a:cubicBezTo>
                <a:cubicBezTo>
                  <a:pt x="158" y="83"/>
                  <a:pt x="163" y="82"/>
                  <a:pt x="167" y="81"/>
                </a:cubicBezTo>
                <a:cubicBezTo>
                  <a:pt x="174" y="79"/>
                  <a:pt x="180" y="76"/>
                  <a:pt x="184" y="70"/>
                </a:cubicBezTo>
                <a:cubicBezTo>
                  <a:pt x="193" y="60"/>
                  <a:pt x="200" y="49"/>
                  <a:pt x="203" y="36"/>
                </a:cubicBezTo>
                <a:cubicBezTo>
                  <a:pt x="204" y="30"/>
                  <a:pt x="205" y="23"/>
                  <a:pt x="205" y="17"/>
                </a:cubicBezTo>
                <a:cubicBezTo>
                  <a:pt x="204" y="15"/>
                  <a:pt x="204" y="13"/>
                  <a:pt x="204" y="10"/>
                </a:cubicBezTo>
                <a:cubicBezTo>
                  <a:pt x="204" y="7"/>
                  <a:pt x="204" y="4"/>
                  <a:pt x="207" y="2"/>
                </a:cubicBezTo>
                <a:cubicBezTo>
                  <a:pt x="211" y="0"/>
                  <a:pt x="213" y="2"/>
                  <a:pt x="216" y="3"/>
                </a:cubicBezTo>
                <a:cubicBezTo>
                  <a:pt x="230" y="11"/>
                  <a:pt x="236" y="28"/>
                  <a:pt x="230" y="43"/>
                </a:cubicBezTo>
                <a:cubicBezTo>
                  <a:pt x="229" y="48"/>
                  <a:pt x="226" y="52"/>
                  <a:pt x="224" y="56"/>
                </a:cubicBezTo>
                <a:cubicBezTo>
                  <a:pt x="219" y="64"/>
                  <a:pt x="214" y="72"/>
                  <a:pt x="209" y="80"/>
                </a:cubicBezTo>
                <a:cubicBezTo>
                  <a:pt x="207" y="83"/>
                  <a:pt x="206" y="87"/>
                  <a:pt x="205" y="91"/>
                </a:cubicBezTo>
                <a:cubicBezTo>
                  <a:pt x="204" y="93"/>
                  <a:pt x="203" y="95"/>
                  <a:pt x="203" y="98"/>
                </a:cubicBezTo>
                <a:cubicBezTo>
                  <a:pt x="203" y="102"/>
                  <a:pt x="205" y="104"/>
                  <a:pt x="208" y="105"/>
                </a:cubicBezTo>
                <a:cubicBezTo>
                  <a:pt x="213" y="106"/>
                  <a:pt x="217" y="105"/>
                  <a:pt x="221" y="104"/>
                </a:cubicBezTo>
                <a:cubicBezTo>
                  <a:pt x="236" y="97"/>
                  <a:pt x="251" y="91"/>
                  <a:pt x="267" y="87"/>
                </a:cubicBezTo>
                <a:cubicBezTo>
                  <a:pt x="274" y="85"/>
                  <a:pt x="280" y="84"/>
                  <a:pt x="287" y="82"/>
                </a:cubicBezTo>
                <a:cubicBezTo>
                  <a:pt x="290" y="82"/>
                  <a:pt x="294" y="82"/>
                  <a:pt x="297" y="85"/>
                </a:cubicBezTo>
                <a:cubicBezTo>
                  <a:pt x="299" y="86"/>
                  <a:pt x="301" y="86"/>
                  <a:pt x="304" y="86"/>
                </a:cubicBezTo>
                <a:cubicBezTo>
                  <a:pt x="305" y="87"/>
                  <a:pt x="307" y="86"/>
                  <a:pt x="309" y="86"/>
                </a:cubicBezTo>
                <a:cubicBezTo>
                  <a:pt x="317" y="86"/>
                  <a:pt x="323" y="89"/>
                  <a:pt x="325" y="97"/>
                </a:cubicBezTo>
                <a:cubicBezTo>
                  <a:pt x="325" y="99"/>
                  <a:pt x="325" y="101"/>
                  <a:pt x="325" y="104"/>
                </a:cubicBezTo>
                <a:close/>
                <a:moveTo>
                  <a:pt x="206" y="122"/>
                </a:moveTo>
                <a:cubicBezTo>
                  <a:pt x="203" y="122"/>
                  <a:pt x="200" y="123"/>
                  <a:pt x="198" y="126"/>
                </a:cubicBezTo>
                <a:cubicBezTo>
                  <a:pt x="189" y="138"/>
                  <a:pt x="179" y="150"/>
                  <a:pt x="169" y="162"/>
                </a:cubicBezTo>
                <a:cubicBezTo>
                  <a:pt x="166" y="166"/>
                  <a:pt x="164" y="170"/>
                  <a:pt x="164" y="175"/>
                </a:cubicBezTo>
                <a:cubicBezTo>
                  <a:pt x="162" y="184"/>
                  <a:pt x="165" y="188"/>
                  <a:pt x="173" y="193"/>
                </a:cubicBezTo>
                <a:cubicBezTo>
                  <a:pt x="176" y="195"/>
                  <a:pt x="179" y="194"/>
                  <a:pt x="181" y="191"/>
                </a:cubicBezTo>
                <a:cubicBezTo>
                  <a:pt x="183" y="188"/>
                  <a:pt x="183" y="186"/>
                  <a:pt x="184" y="183"/>
                </a:cubicBezTo>
                <a:cubicBezTo>
                  <a:pt x="185" y="180"/>
                  <a:pt x="185" y="176"/>
                  <a:pt x="186" y="173"/>
                </a:cubicBezTo>
                <a:cubicBezTo>
                  <a:pt x="187" y="171"/>
                  <a:pt x="188" y="168"/>
                  <a:pt x="190" y="167"/>
                </a:cubicBezTo>
                <a:cubicBezTo>
                  <a:pt x="194" y="164"/>
                  <a:pt x="197" y="165"/>
                  <a:pt x="199" y="170"/>
                </a:cubicBezTo>
                <a:cubicBezTo>
                  <a:pt x="199" y="171"/>
                  <a:pt x="199" y="171"/>
                  <a:pt x="199" y="172"/>
                </a:cubicBezTo>
                <a:cubicBezTo>
                  <a:pt x="202" y="183"/>
                  <a:pt x="205" y="193"/>
                  <a:pt x="206" y="204"/>
                </a:cubicBezTo>
                <a:cubicBezTo>
                  <a:pt x="206" y="206"/>
                  <a:pt x="207" y="209"/>
                  <a:pt x="210" y="210"/>
                </a:cubicBezTo>
                <a:cubicBezTo>
                  <a:pt x="214" y="210"/>
                  <a:pt x="215" y="208"/>
                  <a:pt x="217" y="206"/>
                </a:cubicBezTo>
                <a:cubicBezTo>
                  <a:pt x="217" y="205"/>
                  <a:pt x="217" y="205"/>
                  <a:pt x="218" y="204"/>
                </a:cubicBezTo>
                <a:cubicBezTo>
                  <a:pt x="221" y="199"/>
                  <a:pt x="225" y="193"/>
                  <a:pt x="229" y="188"/>
                </a:cubicBezTo>
                <a:cubicBezTo>
                  <a:pt x="237" y="177"/>
                  <a:pt x="246" y="167"/>
                  <a:pt x="255" y="157"/>
                </a:cubicBezTo>
                <a:cubicBezTo>
                  <a:pt x="259" y="152"/>
                  <a:pt x="261" y="147"/>
                  <a:pt x="261" y="141"/>
                </a:cubicBezTo>
                <a:cubicBezTo>
                  <a:pt x="261" y="137"/>
                  <a:pt x="259" y="135"/>
                  <a:pt x="255" y="134"/>
                </a:cubicBezTo>
                <a:cubicBezTo>
                  <a:pt x="253" y="134"/>
                  <a:pt x="251" y="134"/>
                  <a:pt x="250" y="134"/>
                </a:cubicBezTo>
                <a:cubicBezTo>
                  <a:pt x="240" y="131"/>
                  <a:pt x="231" y="129"/>
                  <a:pt x="221" y="126"/>
                </a:cubicBezTo>
                <a:cubicBezTo>
                  <a:pt x="216" y="125"/>
                  <a:pt x="211" y="123"/>
                  <a:pt x="206" y="1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9" name="Freeform 10">
            <a:extLst xmlns:a="http://schemas.openxmlformats.org/drawingml/2006/main">
              <a:ext uri="{FF2B5EF4-FFF2-40B4-BE49-F238E27FC236}">
                <a16:creationId xmlns:a16="http://schemas.microsoft.com/office/drawing/2014/main" id="{EA3117C1-66C2-4B3D-B093-255A64E63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8190" y="398363"/>
            <a:ext cx="193882" cy="208139"/>
          </a:xfrm>
          <a:custGeom xmlns:a="http://schemas.openxmlformats.org/drawingml/2006/main">
            <a:gdLst>
              <a:gd name="T0" fmla="*/ 83 w 383"/>
              <a:gd name="T1" fmla="*/ 410 h 411"/>
              <a:gd name="T2" fmla="*/ 111 w 383"/>
              <a:gd name="T3" fmla="*/ 380 h 411"/>
              <a:gd name="T4" fmla="*/ 136 w 383"/>
              <a:gd name="T5" fmla="*/ 371 h 411"/>
              <a:gd name="T6" fmla="*/ 198 w 383"/>
              <a:gd name="T7" fmla="*/ 294 h 411"/>
              <a:gd name="T8" fmla="*/ 201 w 383"/>
              <a:gd name="T9" fmla="*/ 280 h 411"/>
              <a:gd name="T10" fmla="*/ 197 w 383"/>
              <a:gd name="T11" fmla="*/ 274 h 411"/>
              <a:gd name="T12" fmla="*/ 166 w 383"/>
              <a:gd name="T13" fmla="*/ 283 h 411"/>
              <a:gd name="T14" fmla="*/ 144 w 383"/>
              <a:gd name="T15" fmla="*/ 291 h 411"/>
              <a:gd name="T16" fmla="*/ 123 w 383"/>
              <a:gd name="T17" fmla="*/ 305 h 411"/>
              <a:gd name="T18" fmla="*/ 62 w 383"/>
              <a:gd name="T19" fmla="*/ 344 h 411"/>
              <a:gd name="T20" fmla="*/ 34 w 383"/>
              <a:gd name="T21" fmla="*/ 353 h 411"/>
              <a:gd name="T22" fmla="*/ 9 w 383"/>
              <a:gd name="T23" fmla="*/ 344 h 411"/>
              <a:gd name="T24" fmla="*/ 1 w 383"/>
              <a:gd name="T25" fmla="*/ 322 h 411"/>
              <a:gd name="T26" fmla="*/ 0 w 383"/>
              <a:gd name="T27" fmla="*/ 288 h 411"/>
              <a:gd name="T28" fmla="*/ 1 w 383"/>
              <a:gd name="T29" fmla="*/ 283 h 411"/>
              <a:gd name="T30" fmla="*/ 6 w 383"/>
              <a:gd name="T31" fmla="*/ 282 h 411"/>
              <a:gd name="T32" fmla="*/ 8 w 383"/>
              <a:gd name="T33" fmla="*/ 285 h 411"/>
              <a:gd name="T34" fmla="*/ 10 w 383"/>
              <a:gd name="T35" fmla="*/ 290 h 411"/>
              <a:gd name="T36" fmla="*/ 32 w 383"/>
              <a:gd name="T37" fmla="*/ 298 h 411"/>
              <a:gd name="T38" fmla="*/ 46 w 383"/>
              <a:gd name="T39" fmla="*/ 293 h 411"/>
              <a:gd name="T40" fmla="*/ 53 w 383"/>
              <a:gd name="T41" fmla="*/ 291 h 411"/>
              <a:gd name="T42" fmla="*/ 65 w 383"/>
              <a:gd name="T43" fmla="*/ 288 h 411"/>
              <a:gd name="T44" fmla="*/ 100 w 383"/>
              <a:gd name="T45" fmla="*/ 268 h 411"/>
              <a:gd name="T46" fmla="*/ 156 w 383"/>
              <a:gd name="T47" fmla="*/ 244 h 411"/>
              <a:gd name="T48" fmla="*/ 197 w 383"/>
              <a:gd name="T49" fmla="*/ 229 h 411"/>
              <a:gd name="T50" fmla="*/ 203 w 383"/>
              <a:gd name="T51" fmla="*/ 226 h 411"/>
              <a:gd name="T52" fmla="*/ 219 w 383"/>
              <a:gd name="T53" fmla="*/ 204 h 411"/>
              <a:gd name="T54" fmla="*/ 222 w 383"/>
              <a:gd name="T55" fmla="*/ 124 h 411"/>
              <a:gd name="T56" fmla="*/ 210 w 383"/>
              <a:gd name="T57" fmla="*/ 69 h 411"/>
              <a:gd name="T58" fmla="*/ 197 w 383"/>
              <a:gd name="T59" fmla="*/ 36 h 411"/>
              <a:gd name="T60" fmla="*/ 194 w 383"/>
              <a:gd name="T61" fmla="*/ 10 h 411"/>
              <a:gd name="T62" fmla="*/ 205 w 383"/>
              <a:gd name="T63" fmla="*/ 2 h 411"/>
              <a:gd name="T64" fmla="*/ 230 w 383"/>
              <a:gd name="T65" fmla="*/ 7 h 411"/>
              <a:gd name="T66" fmla="*/ 237 w 383"/>
              <a:gd name="T67" fmla="*/ 10 h 411"/>
              <a:gd name="T68" fmla="*/ 248 w 383"/>
              <a:gd name="T69" fmla="*/ 19 h 411"/>
              <a:gd name="T70" fmla="*/ 265 w 383"/>
              <a:gd name="T71" fmla="*/ 29 h 411"/>
              <a:gd name="T72" fmla="*/ 280 w 383"/>
              <a:gd name="T73" fmla="*/ 49 h 411"/>
              <a:gd name="T74" fmla="*/ 278 w 383"/>
              <a:gd name="T75" fmla="*/ 66 h 411"/>
              <a:gd name="T76" fmla="*/ 273 w 383"/>
              <a:gd name="T77" fmla="*/ 72 h 411"/>
              <a:gd name="T78" fmla="*/ 270 w 383"/>
              <a:gd name="T79" fmla="*/ 77 h 411"/>
              <a:gd name="T80" fmla="*/ 271 w 383"/>
              <a:gd name="T81" fmla="*/ 158 h 411"/>
              <a:gd name="T82" fmla="*/ 273 w 383"/>
              <a:gd name="T83" fmla="*/ 179 h 411"/>
              <a:gd name="T84" fmla="*/ 278 w 383"/>
              <a:gd name="T85" fmla="*/ 182 h 411"/>
              <a:gd name="T86" fmla="*/ 313 w 383"/>
              <a:gd name="T87" fmla="*/ 160 h 411"/>
              <a:gd name="T88" fmla="*/ 325 w 383"/>
              <a:gd name="T89" fmla="*/ 144 h 411"/>
              <a:gd name="T90" fmla="*/ 341 w 383"/>
              <a:gd name="T91" fmla="*/ 128 h 411"/>
              <a:gd name="T92" fmla="*/ 369 w 383"/>
              <a:gd name="T93" fmla="*/ 122 h 411"/>
              <a:gd name="T94" fmla="*/ 380 w 383"/>
              <a:gd name="T95" fmla="*/ 141 h 411"/>
              <a:gd name="T96" fmla="*/ 372 w 383"/>
              <a:gd name="T97" fmla="*/ 154 h 411"/>
              <a:gd name="T98" fmla="*/ 355 w 383"/>
              <a:gd name="T99" fmla="*/ 169 h 411"/>
              <a:gd name="T100" fmla="*/ 314 w 383"/>
              <a:gd name="T101" fmla="*/ 199 h 411"/>
              <a:gd name="T102" fmla="*/ 275 w 383"/>
              <a:gd name="T103" fmla="*/ 229 h 411"/>
              <a:gd name="T104" fmla="*/ 271 w 383"/>
              <a:gd name="T105" fmla="*/ 238 h 411"/>
              <a:gd name="T106" fmla="*/ 254 w 383"/>
              <a:gd name="T107" fmla="*/ 310 h 411"/>
              <a:gd name="T108" fmla="*/ 250 w 383"/>
              <a:gd name="T109" fmla="*/ 320 h 411"/>
              <a:gd name="T110" fmla="*/ 247 w 383"/>
              <a:gd name="T111" fmla="*/ 325 h 411"/>
              <a:gd name="T112" fmla="*/ 173 w 383"/>
              <a:gd name="T113" fmla="*/ 386 h 411"/>
              <a:gd name="T114" fmla="*/ 95 w 383"/>
              <a:gd name="T115" fmla="*/ 410 h 411"/>
              <a:gd name="T116" fmla="*/ 88 w 383"/>
              <a:gd name="T117" fmla="*/ 411 h 411"/>
              <a:gd name="T118" fmla="*/ 83 w 383"/>
              <a:gd name="T119" fmla="*/ 410 h 411"/>
            </a:gdLst>
            <a:rect l="0" t="0" r="r" b="b"/>
            <a:pathLst>
              <a:path w="383" h="411">
                <a:moveTo>
                  <a:pt x="83" y="410"/>
                </a:moveTo>
                <a:cubicBezTo>
                  <a:pt x="89" y="396"/>
                  <a:pt x="96" y="385"/>
                  <a:pt x="111" y="380"/>
                </a:cubicBezTo>
                <a:cubicBezTo>
                  <a:pt x="120" y="378"/>
                  <a:pt x="128" y="375"/>
                  <a:pt x="136" y="371"/>
                </a:cubicBezTo>
                <a:cubicBezTo>
                  <a:pt x="168" y="355"/>
                  <a:pt x="188" y="328"/>
                  <a:pt x="198" y="294"/>
                </a:cubicBezTo>
                <a:cubicBezTo>
                  <a:pt x="199" y="289"/>
                  <a:pt x="200" y="284"/>
                  <a:pt x="201" y="280"/>
                </a:cubicBezTo>
                <a:cubicBezTo>
                  <a:pt x="202" y="275"/>
                  <a:pt x="201" y="274"/>
                  <a:pt x="197" y="274"/>
                </a:cubicBezTo>
                <a:cubicBezTo>
                  <a:pt x="186" y="275"/>
                  <a:pt x="176" y="278"/>
                  <a:pt x="166" y="283"/>
                </a:cubicBezTo>
                <a:cubicBezTo>
                  <a:pt x="159" y="286"/>
                  <a:pt x="152" y="289"/>
                  <a:pt x="144" y="291"/>
                </a:cubicBezTo>
                <a:cubicBezTo>
                  <a:pt x="136" y="294"/>
                  <a:pt x="130" y="300"/>
                  <a:pt x="123" y="305"/>
                </a:cubicBezTo>
                <a:cubicBezTo>
                  <a:pt x="105" y="321"/>
                  <a:pt x="84" y="334"/>
                  <a:pt x="62" y="344"/>
                </a:cubicBezTo>
                <a:cubicBezTo>
                  <a:pt x="53" y="348"/>
                  <a:pt x="43" y="351"/>
                  <a:pt x="34" y="353"/>
                </a:cubicBezTo>
                <a:cubicBezTo>
                  <a:pt x="24" y="356"/>
                  <a:pt x="15" y="352"/>
                  <a:pt x="9" y="344"/>
                </a:cubicBezTo>
                <a:cubicBezTo>
                  <a:pt x="4" y="338"/>
                  <a:pt x="1" y="330"/>
                  <a:pt x="1" y="322"/>
                </a:cubicBezTo>
                <a:cubicBezTo>
                  <a:pt x="1" y="310"/>
                  <a:pt x="0" y="299"/>
                  <a:pt x="0" y="288"/>
                </a:cubicBezTo>
                <a:cubicBezTo>
                  <a:pt x="0" y="286"/>
                  <a:pt x="0" y="284"/>
                  <a:pt x="1" y="283"/>
                </a:cubicBezTo>
                <a:cubicBezTo>
                  <a:pt x="1" y="280"/>
                  <a:pt x="4" y="279"/>
                  <a:pt x="6" y="282"/>
                </a:cubicBezTo>
                <a:cubicBezTo>
                  <a:pt x="7" y="283"/>
                  <a:pt x="7" y="284"/>
                  <a:pt x="8" y="285"/>
                </a:cubicBezTo>
                <a:cubicBezTo>
                  <a:pt x="9" y="286"/>
                  <a:pt x="9" y="288"/>
                  <a:pt x="10" y="290"/>
                </a:cubicBezTo>
                <a:cubicBezTo>
                  <a:pt x="16" y="297"/>
                  <a:pt x="23" y="301"/>
                  <a:pt x="32" y="298"/>
                </a:cubicBezTo>
                <a:cubicBezTo>
                  <a:pt x="37" y="297"/>
                  <a:pt x="41" y="295"/>
                  <a:pt x="46" y="293"/>
                </a:cubicBezTo>
                <a:cubicBezTo>
                  <a:pt x="48" y="292"/>
                  <a:pt x="51" y="291"/>
                  <a:pt x="53" y="291"/>
                </a:cubicBezTo>
                <a:cubicBezTo>
                  <a:pt x="58" y="292"/>
                  <a:pt x="61" y="290"/>
                  <a:pt x="65" y="288"/>
                </a:cubicBezTo>
                <a:cubicBezTo>
                  <a:pt x="77" y="282"/>
                  <a:pt x="89" y="275"/>
                  <a:pt x="100" y="268"/>
                </a:cubicBezTo>
                <a:cubicBezTo>
                  <a:pt x="118" y="258"/>
                  <a:pt x="137" y="251"/>
                  <a:pt x="156" y="244"/>
                </a:cubicBezTo>
                <a:cubicBezTo>
                  <a:pt x="169" y="239"/>
                  <a:pt x="183" y="234"/>
                  <a:pt x="197" y="229"/>
                </a:cubicBezTo>
                <a:cubicBezTo>
                  <a:pt x="199" y="228"/>
                  <a:pt x="201" y="227"/>
                  <a:pt x="203" y="226"/>
                </a:cubicBezTo>
                <a:cubicBezTo>
                  <a:pt x="212" y="222"/>
                  <a:pt x="218" y="215"/>
                  <a:pt x="219" y="204"/>
                </a:cubicBezTo>
                <a:cubicBezTo>
                  <a:pt x="221" y="178"/>
                  <a:pt x="223" y="151"/>
                  <a:pt x="222" y="124"/>
                </a:cubicBezTo>
                <a:cubicBezTo>
                  <a:pt x="221" y="105"/>
                  <a:pt x="218" y="87"/>
                  <a:pt x="210" y="69"/>
                </a:cubicBezTo>
                <a:cubicBezTo>
                  <a:pt x="205" y="58"/>
                  <a:pt x="201" y="47"/>
                  <a:pt x="197" y="36"/>
                </a:cubicBezTo>
                <a:cubicBezTo>
                  <a:pt x="194" y="28"/>
                  <a:pt x="193" y="19"/>
                  <a:pt x="194" y="10"/>
                </a:cubicBezTo>
                <a:cubicBezTo>
                  <a:pt x="194" y="4"/>
                  <a:pt x="199" y="0"/>
                  <a:pt x="205" y="2"/>
                </a:cubicBezTo>
                <a:cubicBezTo>
                  <a:pt x="213" y="4"/>
                  <a:pt x="222" y="5"/>
                  <a:pt x="230" y="7"/>
                </a:cubicBezTo>
                <a:cubicBezTo>
                  <a:pt x="233" y="7"/>
                  <a:pt x="235" y="9"/>
                  <a:pt x="237" y="10"/>
                </a:cubicBezTo>
                <a:cubicBezTo>
                  <a:pt x="241" y="13"/>
                  <a:pt x="244" y="16"/>
                  <a:pt x="248" y="19"/>
                </a:cubicBezTo>
                <a:cubicBezTo>
                  <a:pt x="253" y="23"/>
                  <a:pt x="259" y="26"/>
                  <a:pt x="265" y="29"/>
                </a:cubicBezTo>
                <a:cubicBezTo>
                  <a:pt x="274" y="33"/>
                  <a:pt x="279" y="40"/>
                  <a:pt x="280" y="49"/>
                </a:cubicBezTo>
                <a:cubicBezTo>
                  <a:pt x="280" y="55"/>
                  <a:pt x="280" y="60"/>
                  <a:pt x="278" y="66"/>
                </a:cubicBezTo>
                <a:cubicBezTo>
                  <a:pt x="277" y="68"/>
                  <a:pt x="275" y="70"/>
                  <a:pt x="273" y="72"/>
                </a:cubicBezTo>
                <a:cubicBezTo>
                  <a:pt x="271" y="74"/>
                  <a:pt x="270" y="75"/>
                  <a:pt x="270" y="77"/>
                </a:cubicBezTo>
                <a:cubicBezTo>
                  <a:pt x="271" y="104"/>
                  <a:pt x="271" y="131"/>
                  <a:pt x="271" y="158"/>
                </a:cubicBezTo>
                <a:cubicBezTo>
                  <a:pt x="272" y="165"/>
                  <a:pt x="272" y="172"/>
                  <a:pt x="273" y="179"/>
                </a:cubicBezTo>
                <a:cubicBezTo>
                  <a:pt x="274" y="183"/>
                  <a:pt x="275" y="184"/>
                  <a:pt x="278" y="182"/>
                </a:cubicBezTo>
                <a:cubicBezTo>
                  <a:pt x="291" y="176"/>
                  <a:pt x="303" y="170"/>
                  <a:pt x="313" y="160"/>
                </a:cubicBezTo>
                <a:cubicBezTo>
                  <a:pt x="317" y="155"/>
                  <a:pt x="321" y="150"/>
                  <a:pt x="325" y="144"/>
                </a:cubicBezTo>
                <a:cubicBezTo>
                  <a:pt x="330" y="138"/>
                  <a:pt x="335" y="132"/>
                  <a:pt x="341" y="128"/>
                </a:cubicBezTo>
                <a:cubicBezTo>
                  <a:pt x="350" y="122"/>
                  <a:pt x="359" y="120"/>
                  <a:pt x="369" y="122"/>
                </a:cubicBezTo>
                <a:cubicBezTo>
                  <a:pt x="379" y="124"/>
                  <a:pt x="383" y="131"/>
                  <a:pt x="380" y="141"/>
                </a:cubicBezTo>
                <a:cubicBezTo>
                  <a:pt x="379" y="146"/>
                  <a:pt x="376" y="151"/>
                  <a:pt x="372" y="154"/>
                </a:cubicBezTo>
                <a:cubicBezTo>
                  <a:pt x="367" y="160"/>
                  <a:pt x="361" y="165"/>
                  <a:pt x="355" y="169"/>
                </a:cubicBezTo>
                <a:cubicBezTo>
                  <a:pt x="341" y="178"/>
                  <a:pt x="328" y="189"/>
                  <a:pt x="314" y="199"/>
                </a:cubicBezTo>
                <a:cubicBezTo>
                  <a:pt x="301" y="209"/>
                  <a:pt x="289" y="219"/>
                  <a:pt x="275" y="229"/>
                </a:cubicBezTo>
                <a:cubicBezTo>
                  <a:pt x="272" y="232"/>
                  <a:pt x="271" y="234"/>
                  <a:pt x="271" y="238"/>
                </a:cubicBezTo>
                <a:cubicBezTo>
                  <a:pt x="267" y="263"/>
                  <a:pt x="262" y="287"/>
                  <a:pt x="254" y="310"/>
                </a:cubicBezTo>
                <a:cubicBezTo>
                  <a:pt x="253" y="314"/>
                  <a:pt x="251" y="317"/>
                  <a:pt x="250" y="320"/>
                </a:cubicBezTo>
                <a:cubicBezTo>
                  <a:pt x="249" y="322"/>
                  <a:pt x="249" y="324"/>
                  <a:pt x="247" y="325"/>
                </a:cubicBezTo>
                <a:cubicBezTo>
                  <a:pt x="226" y="349"/>
                  <a:pt x="202" y="371"/>
                  <a:pt x="173" y="386"/>
                </a:cubicBezTo>
                <a:cubicBezTo>
                  <a:pt x="149" y="400"/>
                  <a:pt x="123" y="408"/>
                  <a:pt x="95" y="410"/>
                </a:cubicBezTo>
                <a:cubicBezTo>
                  <a:pt x="93" y="410"/>
                  <a:pt x="90" y="411"/>
                  <a:pt x="88" y="411"/>
                </a:cubicBezTo>
                <a:cubicBezTo>
                  <a:pt x="87" y="411"/>
                  <a:pt x="85" y="411"/>
                  <a:pt x="83" y="4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0" name="Freeform 11">
            <a:extLst xmlns:a="http://schemas.openxmlformats.org/drawingml/2006/main">
              <a:ext uri="{FF2B5EF4-FFF2-40B4-BE49-F238E27FC236}">
                <a16:creationId xmlns:a16="http://schemas.microsoft.com/office/drawing/2014/main" id="{5F887D35-AA31-4B5D-AAD8-D6D14EB0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4135" y="400644"/>
            <a:ext cx="98081" cy="227527"/>
          </a:xfrm>
          <a:custGeom xmlns:a="http://schemas.openxmlformats.org/drawingml/2006/main">
            <a:gdLst>
              <a:gd name="T0" fmla="*/ 127 w 193"/>
              <a:gd name="T1" fmla="*/ 371 h 449"/>
              <a:gd name="T2" fmla="*/ 63 w 193"/>
              <a:gd name="T3" fmla="*/ 417 h 449"/>
              <a:gd name="T4" fmla="*/ 47 w 193"/>
              <a:gd name="T5" fmla="*/ 433 h 449"/>
              <a:gd name="T6" fmla="*/ 7 w 193"/>
              <a:gd name="T7" fmla="*/ 434 h 449"/>
              <a:gd name="T8" fmla="*/ 1 w 193"/>
              <a:gd name="T9" fmla="*/ 383 h 449"/>
              <a:gd name="T10" fmla="*/ 33 w 193"/>
              <a:gd name="T11" fmla="*/ 331 h 449"/>
              <a:gd name="T12" fmla="*/ 49 w 193"/>
              <a:gd name="T13" fmla="*/ 286 h 449"/>
              <a:gd name="T14" fmla="*/ 50 w 193"/>
              <a:gd name="T15" fmla="*/ 233 h 449"/>
              <a:gd name="T16" fmla="*/ 38 w 193"/>
              <a:gd name="T17" fmla="*/ 207 h 449"/>
              <a:gd name="T18" fmla="*/ 54 w 193"/>
              <a:gd name="T19" fmla="*/ 201 h 449"/>
              <a:gd name="T20" fmla="*/ 75 w 193"/>
              <a:gd name="T21" fmla="*/ 209 h 449"/>
              <a:gd name="T22" fmla="*/ 107 w 193"/>
              <a:gd name="T23" fmla="*/ 223 h 449"/>
              <a:gd name="T24" fmla="*/ 126 w 193"/>
              <a:gd name="T25" fmla="*/ 233 h 449"/>
              <a:gd name="T26" fmla="*/ 133 w 193"/>
              <a:gd name="T27" fmla="*/ 231 h 449"/>
              <a:gd name="T28" fmla="*/ 135 w 193"/>
              <a:gd name="T29" fmla="*/ 200 h 449"/>
              <a:gd name="T30" fmla="*/ 133 w 193"/>
              <a:gd name="T31" fmla="*/ 99 h 449"/>
              <a:gd name="T32" fmla="*/ 105 w 193"/>
              <a:gd name="T33" fmla="*/ 55 h 449"/>
              <a:gd name="T34" fmla="*/ 77 w 193"/>
              <a:gd name="T35" fmla="*/ 9 h 449"/>
              <a:gd name="T36" fmla="*/ 95 w 193"/>
              <a:gd name="T37" fmla="*/ 6 h 449"/>
              <a:gd name="T38" fmla="*/ 165 w 193"/>
              <a:gd name="T39" fmla="*/ 52 h 449"/>
              <a:gd name="T40" fmla="*/ 189 w 193"/>
              <a:gd name="T41" fmla="*/ 83 h 449"/>
              <a:gd name="T42" fmla="*/ 189 w 193"/>
              <a:gd name="T43" fmla="*/ 292 h 449"/>
              <a:gd name="T44" fmla="*/ 165 w 193"/>
              <a:gd name="T45" fmla="*/ 409 h 449"/>
              <a:gd name="T46" fmla="*/ 145 w 193"/>
              <a:gd name="T47" fmla="*/ 428 h 449"/>
              <a:gd name="T48" fmla="*/ 134 w 193"/>
              <a:gd name="T49" fmla="*/ 415 h 449"/>
              <a:gd name="T50" fmla="*/ 131 w 193"/>
              <a:gd name="T51" fmla="*/ 367 h 449"/>
              <a:gd name="T52" fmla="*/ 124 w 193"/>
              <a:gd name="T53" fmla="*/ 264 h 449"/>
              <a:gd name="T54" fmla="*/ 102 w 193"/>
              <a:gd name="T55" fmla="*/ 280 h 449"/>
              <a:gd name="T56" fmla="*/ 81 w 193"/>
              <a:gd name="T57" fmla="*/ 296 h 449"/>
              <a:gd name="T58" fmla="*/ 59 w 193"/>
              <a:gd name="T59" fmla="*/ 331 h 449"/>
              <a:gd name="T60" fmla="*/ 31 w 193"/>
              <a:gd name="T61" fmla="*/ 373 h 449"/>
              <a:gd name="T62" fmla="*/ 46 w 193"/>
              <a:gd name="T63" fmla="*/ 382 h 449"/>
              <a:gd name="T64" fmla="*/ 78 w 193"/>
              <a:gd name="T65" fmla="*/ 363 h 449"/>
              <a:gd name="T66" fmla="*/ 114 w 193"/>
              <a:gd name="T67" fmla="*/ 346 h 449"/>
              <a:gd name="T68" fmla="*/ 133 w 193"/>
              <a:gd name="T69" fmla="*/ 325 h 449"/>
              <a:gd name="T70" fmla="*/ 132 w 193"/>
              <a:gd name="T71" fmla="*/ 255 h 449"/>
            </a:gdLst>
            <a:rect l="0" t="0" r="r" b="b"/>
            <a:pathLst>
              <a:path w="193" h="449">
                <a:moveTo>
                  <a:pt x="131" y="367"/>
                </a:moveTo>
                <a:cubicBezTo>
                  <a:pt x="129" y="369"/>
                  <a:pt x="128" y="370"/>
                  <a:pt x="127" y="371"/>
                </a:cubicBezTo>
                <a:cubicBezTo>
                  <a:pt x="112" y="385"/>
                  <a:pt x="97" y="397"/>
                  <a:pt x="80" y="408"/>
                </a:cubicBezTo>
                <a:cubicBezTo>
                  <a:pt x="74" y="411"/>
                  <a:pt x="69" y="414"/>
                  <a:pt x="63" y="417"/>
                </a:cubicBezTo>
                <a:cubicBezTo>
                  <a:pt x="61" y="419"/>
                  <a:pt x="59" y="420"/>
                  <a:pt x="57" y="422"/>
                </a:cubicBezTo>
                <a:cubicBezTo>
                  <a:pt x="54" y="426"/>
                  <a:pt x="50" y="430"/>
                  <a:pt x="47" y="433"/>
                </a:cubicBezTo>
                <a:cubicBezTo>
                  <a:pt x="44" y="436"/>
                  <a:pt x="41" y="439"/>
                  <a:pt x="38" y="441"/>
                </a:cubicBezTo>
                <a:cubicBezTo>
                  <a:pt x="27" y="449"/>
                  <a:pt x="13" y="446"/>
                  <a:pt x="7" y="434"/>
                </a:cubicBezTo>
                <a:cubicBezTo>
                  <a:pt x="4" y="428"/>
                  <a:pt x="2" y="421"/>
                  <a:pt x="1" y="415"/>
                </a:cubicBezTo>
                <a:cubicBezTo>
                  <a:pt x="0" y="404"/>
                  <a:pt x="0" y="394"/>
                  <a:pt x="1" y="383"/>
                </a:cubicBezTo>
                <a:cubicBezTo>
                  <a:pt x="2" y="379"/>
                  <a:pt x="3" y="374"/>
                  <a:pt x="7" y="372"/>
                </a:cubicBezTo>
                <a:cubicBezTo>
                  <a:pt x="20" y="361"/>
                  <a:pt x="28" y="346"/>
                  <a:pt x="33" y="331"/>
                </a:cubicBezTo>
                <a:cubicBezTo>
                  <a:pt x="36" y="325"/>
                  <a:pt x="37" y="319"/>
                  <a:pt x="39" y="313"/>
                </a:cubicBezTo>
                <a:cubicBezTo>
                  <a:pt x="42" y="304"/>
                  <a:pt x="45" y="294"/>
                  <a:pt x="49" y="286"/>
                </a:cubicBezTo>
                <a:cubicBezTo>
                  <a:pt x="56" y="272"/>
                  <a:pt x="56" y="258"/>
                  <a:pt x="53" y="244"/>
                </a:cubicBezTo>
                <a:cubicBezTo>
                  <a:pt x="52" y="240"/>
                  <a:pt x="51" y="237"/>
                  <a:pt x="50" y="233"/>
                </a:cubicBezTo>
                <a:cubicBezTo>
                  <a:pt x="49" y="229"/>
                  <a:pt x="47" y="225"/>
                  <a:pt x="44" y="221"/>
                </a:cubicBezTo>
                <a:cubicBezTo>
                  <a:pt x="42" y="217"/>
                  <a:pt x="39" y="212"/>
                  <a:pt x="38" y="207"/>
                </a:cubicBezTo>
                <a:cubicBezTo>
                  <a:pt x="36" y="202"/>
                  <a:pt x="38" y="199"/>
                  <a:pt x="44" y="199"/>
                </a:cubicBezTo>
                <a:cubicBezTo>
                  <a:pt x="48" y="199"/>
                  <a:pt x="51" y="199"/>
                  <a:pt x="54" y="201"/>
                </a:cubicBezTo>
                <a:cubicBezTo>
                  <a:pt x="55" y="202"/>
                  <a:pt x="56" y="203"/>
                  <a:pt x="57" y="203"/>
                </a:cubicBezTo>
                <a:cubicBezTo>
                  <a:pt x="62" y="208"/>
                  <a:pt x="68" y="209"/>
                  <a:pt x="75" y="209"/>
                </a:cubicBezTo>
                <a:cubicBezTo>
                  <a:pt x="83" y="209"/>
                  <a:pt x="90" y="212"/>
                  <a:pt x="96" y="218"/>
                </a:cubicBezTo>
                <a:cubicBezTo>
                  <a:pt x="99" y="221"/>
                  <a:pt x="103" y="223"/>
                  <a:pt x="107" y="223"/>
                </a:cubicBezTo>
                <a:cubicBezTo>
                  <a:pt x="110" y="223"/>
                  <a:pt x="112" y="224"/>
                  <a:pt x="115" y="225"/>
                </a:cubicBezTo>
                <a:cubicBezTo>
                  <a:pt x="120" y="226"/>
                  <a:pt x="124" y="229"/>
                  <a:pt x="126" y="233"/>
                </a:cubicBezTo>
                <a:cubicBezTo>
                  <a:pt x="126" y="234"/>
                  <a:pt x="127" y="235"/>
                  <a:pt x="128" y="236"/>
                </a:cubicBezTo>
                <a:cubicBezTo>
                  <a:pt x="131" y="236"/>
                  <a:pt x="132" y="234"/>
                  <a:pt x="133" y="231"/>
                </a:cubicBezTo>
                <a:cubicBezTo>
                  <a:pt x="134" y="229"/>
                  <a:pt x="134" y="227"/>
                  <a:pt x="134" y="225"/>
                </a:cubicBezTo>
                <a:cubicBezTo>
                  <a:pt x="134" y="217"/>
                  <a:pt x="134" y="208"/>
                  <a:pt x="135" y="200"/>
                </a:cubicBezTo>
                <a:cubicBezTo>
                  <a:pt x="137" y="176"/>
                  <a:pt x="139" y="151"/>
                  <a:pt x="137" y="127"/>
                </a:cubicBezTo>
                <a:cubicBezTo>
                  <a:pt x="137" y="118"/>
                  <a:pt x="135" y="109"/>
                  <a:pt x="133" y="99"/>
                </a:cubicBezTo>
                <a:cubicBezTo>
                  <a:pt x="132" y="90"/>
                  <a:pt x="127" y="81"/>
                  <a:pt x="121" y="74"/>
                </a:cubicBezTo>
                <a:cubicBezTo>
                  <a:pt x="116" y="67"/>
                  <a:pt x="111" y="61"/>
                  <a:pt x="105" y="55"/>
                </a:cubicBezTo>
                <a:cubicBezTo>
                  <a:pt x="98" y="46"/>
                  <a:pt x="90" y="36"/>
                  <a:pt x="83" y="27"/>
                </a:cubicBezTo>
                <a:cubicBezTo>
                  <a:pt x="79" y="22"/>
                  <a:pt x="77" y="15"/>
                  <a:pt x="77" y="9"/>
                </a:cubicBezTo>
                <a:cubicBezTo>
                  <a:pt x="77" y="3"/>
                  <a:pt x="80" y="0"/>
                  <a:pt x="86" y="2"/>
                </a:cubicBezTo>
                <a:cubicBezTo>
                  <a:pt x="89" y="2"/>
                  <a:pt x="92" y="4"/>
                  <a:pt x="95" y="6"/>
                </a:cubicBezTo>
                <a:cubicBezTo>
                  <a:pt x="105" y="15"/>
                  <a:pt x="116" y="22"/>
                  <a:pt x="128" y="28"/>
                </a:cubicBezTo>
                <a:cubicBezTo>
                  <a:pt x="141" y="35"/>
                  <a:pt x="154" y="43"/>
                  <a:pt x="165" y="52"/>
                </a:cubicBezTo>
                <a:cubicBezTo>
                  <a:pt x="172" y="58"/>
                  <a:pt x="179" y="64"/>
                  <a:pt x="184" y="72"/>
                </a:cubicBezTo>
                <a:cubicBezTo>
                  <a:pt x="186" y="75"/>
                  <a:pt x="188" y="78"/>
                  <a:pt x="189" y="83"/>
                </a:cubicBezTo>
                <a:cubicBezTo>
                  <a:pt x="192" y="122"/>
                  <a:pt x="193" y="162"/>
                  <a:pt x="193" y="202"/>
                </a:cubicBezTo>
                <a:cubicBezTo>
                  <a:pt x="193" y="232"/>
                  <a:pt x="192" y="262"/>
                  <a:pt x="189" y="292"/>
                </a:cubicBezTo>
                <a:cubicBezTo>
                  <a:pt x="186" y="321"/>
                  <a:pt x="183" y="350"/>
                  <a:pt x="176" y="378"/>
                </a:cubicBezTo>
                <a:cubicBezTo>
                  <a:pt x="173" y="388"/>
                  <a:pt x="170" y="399"/>
                  <a:pt x="165" y="409"/>
                </a:cubicBezTo>
                <a:cubicBezTo>
                  <a:pt x="162" y="414"/>
                  <a:pt x="159" y="419"/>
                  <a:pt x="155" y="423"/>
                </a:cubicBezTo>
                <a:cubicBezTo>
                  <a:pt x="152" y="426"/>
                  <a:pt x="149" y="428"/>
                  <a:pt x="145" y="428"/>
                </a:cubicBezTo>
                <a:cubicBezTo>
                  <a:pt x="140" y="429"/>
                  <a:pt x="136" y="427"/>
                  <a:pt x="135" y="422"/>
                </a:cubicBezTo>
                <a:cubicBezTo>
                  <a:pt x="135" y="420"/>
                  <a:pt x="135" y="418"/>
                  <a:pt x="134" y="415"/>
                </a:cubicBezTo>
                <a:cubicBezTo>
                  <a:pt x="134" y="407"/>
                  <a:pt x="135" y="399"/>
                  <a:pt x="135" y="391"/>
                </a:cubicBezTo>
                <a:cubicBezTo>
                  <a:pt x="134" y="383"/>
                  <a:pt x="134" y="375"/>
                  <a:pt x="131" y="367"/>
                </a:cubicBezTo>
                <a:close/>
                <a:moveTo>
                  <a:pt x="132" y="255"/>
                </a:moveTo>
                <a:cubicBezTo>
                  <a:pt x="127" y="257"/>
                  <a:pt x="125" y="260"/>
                  <a:pt x="124" y="264"/>
                </a:cubicBezTo>
                <a:cubicBezTo>
                  <a:pt x="123" y="267"/>
                  <a:pt x="122" y="271"/>
                  <a:pt x="119" y="273"/>
                </a:cubicBezTo>
                <a:cubicBezTo>
                  <a:pt x="114" y="277"/>
                  <a:pt x="108" y="280"/>
                  <a:pt x="102" y="280"/>
                </a:cubicBezTo>
                <a:cubicBezTo>
                  <a:pt x="97" y="280"/>
                  <a:pt x="94" y="282"/>
                  <a:pt x="91" y="285"/>
                </a:cubicBezTo>
                <a:cubicBezTo>
                  <a:pt x="87" y="289"/>
                  <a:pt x="84" y="292"/>
                  <a:pt x="81" y="296"/>
                </a:cubicBezTo>
                <a:cubicBezTo>
                  <a:pt x="78" y="299"/>
                  <a:pt x="76" y="302"/>
                  <a:pt x="75" y="305"/>
                </a:cubicBezTo>
                <a:cubicBezTo>
                  <a:pt x="71" y="315"/>
                  <a:pt x="66" y="323"/>
                  <a:pt x="59" y="331"/>
                </a:cubicBezTo>
                <a:cubicBezTo>
                  <a:pt x="54" y="337"/>
                  <a:pt x="50" y="343"/>
                  <a:pt x="45" y="349"/>
                </a:cubicBezTo>
                <a:cubicBezTo>
                  <a:pt x="39" y="356"/>
                  <a:pt x="34" y="364"/>
                  <a:pt x="31" y="373"/>
                </a:cubicBezTo>
                <a:cubicBezTo>
                  <a:pt x="29" y="377"/>
                  <a:pt x="29" y="379"/>
                  <a:pt x="34" y="381"/>
                </a:cubicBezTo>
                <a:cubicBezTo>
                  <a:pt x="38" y="382"/>
                  <a:pt x="42" y="383"/>
                  <a:pt x="46" y="382"/>
                </a:cubicBezTo>
                <a:cubicBezTo>
                  <a:pt x="53" y="381"/>
                  <a:pt x="59" y="378"/>
                  <a:pt x="64" y="374"/>
                </a:cubicBezTo>
                <a:cubicBezTo>
                  <a:pt x="69" y="371"/>
                  <a:pt x="73" y="367"/>
                  <a:pt x="78" y="363"/>
                </a:cubicBezTo>
                <a:cubicBezTo>
                  <a:pt x="81" y="361"/>
                  <a:pt x="83" y="359"/>
                  <a:pt x="87" y="358"/>
                </a:cubicBezTo>
                <a:cubicBezTo>
                  <a:pt x="97" y="356"/>
                  <a:pt x="106" y="351"/>
                  <a:pt x="114" y="346"/>
                </a:cubicBezTo>
                <a:cubicBezTo>
                  <a:pt x="119" y="343"/>
                  <a:pt x="123" y="340"/>
                  <a:pt x="127" y="338"/>
                </a:cubicBezTo>
                <a:cubicBezTo>
                  <a:pt x="131" y="335"/>
                  <a:pt x="133" y="331"/>
                  <a:pt x="133" y="325"/>
                </a:cubicBezTo>
                <a:cubicBezTo>
                  <a:pt x="132" y="304"/>
                  <a:pt x="132" y="282"/>
                  <a:pt x="132" y="260"/>
                </a:cubicBezTo>
                <a:cubicBezTo>
                  <a:pt x="132" y="259"/>
                  <a:pt x="132" y="257"/>
                  <a:pt x="132" y="25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1" name="Freeform 12">
            <a:extLst xmlns:a="http://schemas.openxmlformats.org/drawingml/2006/main">
              <a:ext uri="{FF2B5EF4-FFF2-40B4-BE49-F238E27FC236}">
                <a16:creationId xmlns:a16="http://schemas.microsoft.com/office/drawing/2014/main" id="{410C78FB-59AD-4A2D-B3B5-50287985A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0994" y="431437"/>
            <a:ext cx="115759" cy="160238"/>
          </a:xfrm>
          <a:custGeom xmlns:a="http://schemas.openxmlformats.org/drawingml/2006/main">
            <a:gdLst>
              <a:gd name="T0" fmla="*/ 34 w 229"/>
              <a:gd name="T1" fmla="*/ 0 h 316"/>
              <a:gd name="T2" fmla="*/ 37 w 229"/>
              <a:gd name="T3" fmla="*/ 2 h 316"/>
              <a:gd name="T4" fmla="*/ 69 w 229"/>
              <a:gd name="T5" fmla="*/ 32 h 316"/>
              <a:gd name="T6" fmla="*/ 73 w 229"/>
              <a:gd name="T7" fmla="*/ 38 h 316"/>
              <a:gd name="T8" fmla="*/ 99 w 229"/>
              <a:gd name="T9" fmla="*/ 117 h 316"/>
              <a:gd name="T10" fmla="*/ 101 w 229"/>
              <a:gd name="T11" fmla="*/ 128 h 316"/>
              <a:gd name="T12" fmla="*/ 112 w 229"/>
              <a:gd name="T13" fmla="*/ 132 h 316"/>
              <a:gd name="T14" fmla="*/ 120 w 229"/>
              <a:gd name="T15" fmla="*/ 127 h 316"/>
              <a:gd name="T16" fmla="*/ 145 w 229"/>
              <a:gd name="T17" fmla="*/ 109 h 316"/>
              <a:gd name="T18" fmla="*/ 148 w 229"/>
              <a:gd name="T19" fmla="*/ 103 h 316"/>
              <a:gd name="T20" fmla="*/ 148 w 229"/>
              <a:gd name="T21" fmla="*/ 80 h 316"/>
              <a:gd name="T22" fmla="*/ 159 w 229"/>
              <a:gd name="T23" fmla="*/ 69 h 316"/>
              <a:gd name="T24" fmla="*/ 162 w 229"/>
              <a:gd name="T25" fmla="*/ 71 h 316"/>
              <a:gd name="T26" fmla="*/ 164 w 229"/>
              <a:gd name="T27" fmla="*/ 75 h 316"/>
              <a:gd name="T28" fmla="*/ 171 w 229"/>
              <a:gd name="T29" fmla="*/ 86 h 316"/>
              <a:gd name="T30" fmla="*/ 204 w 229"/>
              <a:gd name="T31" fmla="*/ 104 h 316"/>
              <a:gd name="T32" fmla="*/ 209 w 229"/>
              <a:gd name="T33" fmla="*/ 112 h 316"/>
              <a:gd name="T34" fmla="*/ 169 w 229"/>
              <a:gd name="T35" fmla="*/ 170 h 316"/>
              <a:gd name="T36" fmla="*/ 128 w 229"/>
              <a:gd name="T37" fmla="*/ 175 h 316"/>
              <a:gd name="T38" fmla="*/ 114 w 229"/>
              <a:gd name="T39" fmla="*/ 190 h 316"/>
              <a:gd name="T40" fmla="*/ 115 w 229"/>
              <a:gd name="T41" fmla="*/ 196 h 316"/>
              <a:gd name="T42" fmla="*/ 115 w 229"/>
              <a:gd name="T43" fmla="*/ 219 h 316"/>
              <a:gd name="T44" fmla="*/ 109 w 229"/>
              <a:gd name="T45" fmla="*/ 226 h 316"/>
              <a:gd name="T46" fmla="*/ 89 w 229"/>
              <a:gd name="T47" fmla="*/ 246 h 316"/>
              <a:gd name="T48" fmla="*/ 95 w 229"/>
              <a:gd name="T49" fmla="*/ 260 h 316"/>
              <a:gd name="T50" fmla="*/ 113 w 229"/>
              <a:gd name="T51" fmla="*/ 259 h 316"/>
              <a:gd name="T52" fmla="*/ 148 w 229"/>
              <a:gd name="T53" fmla="*/ 248 h 316"/>
              <a:gd name="T54" fmla="*/ 170 w 229"/>
              <a:gd name="T55" fmla="*/ 243 h 316"/>
              <a:gd name="T56" fmla="*/ 187 w 229"/>
              <a:gd name="T57" fmla="*/ 237 h 316"/>
              <a:gd name="T58" fmla="*/ 212 w 229"/>
              <a:gd name="T59" fmla="*/ 229 h 316"/>
              <a:gd name="T60" fmla="*/ 220 w 229"/>
              <a:gd name="T61" fmla="*/ 229 h 316"/>
              <a:gd name="T62" fmla="*/ 227 w 229"/>
              <a:gd name="T63" fmla="*/ 241 h 316"/>
              <a:gd name="T64" fmla="*/ 214 w 229"/>
              <a:gd name="T65" fmla="*/ 267 h 316"/>
              <a:gd name="T66" fmla="*/ 203 w 229"/>
              <a:gd name="T67" fmla="*/ 277 h 316"/>
              <a:gd name="T68" fmla="*/ 174 w 229"/>
              <a:gd name="T69" fmla="*/ 289 h 316"/>
              <a:gd name="T70" fmla="*/ 140 w 229"/>
              <a:gd name="T71" fmla="*/ 298 h 316"/>
              <a:gd name="T72" fmla="*/ 127 w 229"/>
              <a:gd name="T73" fmla="*/ 298 h 316"/>
              <a:gd name="T74" fmla="*/ 116 w 229"/>
              <a:gd name="T75" fmla="*/ 301 h 316"/>
              <a:gd name="T76" fmla="*/ 55 w 229"/>
              <a:gd name="T77" fmla="*/ 304 h 316"/>
              <a:gd name="T78" fmla="*/ 44 w 229"/>
              <a:gd name="T79" fmla="*/ 292 h 316"/>
              <a:gd name="T80" fmla="*/ 27 w 229"/>
              <a:gd name="T81" fmla="*/ 257 h 316"/>
              <a:gd name="T82" fmla="*/ 25 w 229"/>
              <a:gd name="T83" fmla="*/ 252 h 316"/>
              <a:gd name="T84" fmla="*/ 18 w 229"/>
              <a:gd name="T85" fmla="*/ 217 h 316"/>
              <a:gd name="T86" fmla="*/ 18 w 229"/>
              <a:gd name="T87" fmla="*/ 210 h 316"/>
              <a:gd name="T88" fmla="*/ 1 w 229"/>
              <a:gd name="T89" fmla="*/ 140 h 316"/>
              <a:gd name="T90" fmla="*/ 0 w 229"/>
              <a:gd name="T91" fmla="*/ 134 h 316"/>
              <a:gd name="T92" fmla="*/ 18 w 229"/>
              <a:gd name="T93" fmla="*/ 50 h 316"/>
              <a:gd name="T94" fmla="*/ 32 w 229"/>
              <a:gd name="T95" fmla="*/ 4 h 316"/>
              <a:gd name="T96" fmla="*/ 34 w 229"/>
              <a:gd name="T97" fmla="*/ 0 h 316"/>
            </a:gdLst>
            <a:rect l="0" t="0" r="r" b="b"/>
            <a:pathLst>
              <a:path w="229" h="316">
                <a:moveTo>
                  <a:pt x="34" y="0"/>
                </a:moveTo>
                <a:cubicBezTo>
                  <a:pt x="35" y="1"/>
                  <a:pt x="36" y="2"/>
                  <a:pt x="37" y="2"/>
                </a:cubicBezTo>
                <a:cubicBezTo>
                  <a:pt x="48" y="12"/>
                  <a:pt x="58" y="22"/>
                  <a:pt x="69" y="32"/>
                </a:cubicBezTo>
                <a:cubicBezTo>
                  <a:pt x="71" y="34"/>
                  <a:pt x="72" y="36"/>
                  <a:pt x="73" y="38"/>
                </a:cubicBezTo>
                <a:cubicBezTo>
                  <a:pt x="86" y="63"/>
                  <a:pt x="94" y="89"/>
                  <a:pt x="99" y="117"/>
                </a:cubicBezTo>
                <a:cubicBezTo>
                  <a:pt x="99" y="120"/>
                  <a:pt x="100" y="124"/>
                  <a:pt x="101" y="128"/>
                </a:cubicBezTo>
                <a:cubicBezTo>
                  <a:pt x="103" y="133"/>
                  <a:pt x="107" y="134"/>
                  <a:pt x="112" y="132"/>
                </a:cubicBezTo>
                <a:cubicBezTo>
                  <a:pt x="115" y="130"/>
                  <a:pt x="117" y="129"/>
                  <a:pt x="120" y="127"/>
                </a:cubicBezTo>
                <a:cubicBezTo>
                  <a:pt x="128" y="121"/>
                  <a:pt x="136" y="115"/>
                  <a:pt x="145" y="109"/>
                </a:cubicBezTo>
                <a:cubicBezTo>
                  <a:pt x="147" y="108"/>
                  <a:pt x="148" y="106"/>
                  <a:pt x="148" y="103"/>
                </a:cubicBezTo>
                <a:cubicBezTo>
                  <a:pt x="148" y="95"/>
                  <a:pt x="148" y="88"/>
                  <a:pt x="148" y="80"/>
                </a:cubicBezTo>
                <a:cubicBezTo>
                  <a:pt x="148" y="75"/>
                  <a:pt x="153" y="69"/>
                  <a:pt x="159" y="69"/>
                </a:cubicBezTo>
                <a:cubicBezTo>
                  <a:pt x="160" y="69"/>
                  <a:pt x="162" y="70"/>
                  <a:pt x="162" y="71"/>
                </a:cubicBezTo>
                <a:cubicBezTo>
                  <a:pt x="163" y="72"/>
                  <a:pt x="164" y="73"/>
                  <a:pt x="164" y="75"/>
                </a:cubicBezTo>
                <a:cubicBezTo>
                  <a:pt x="164" y="79"/>
                  <a:pt x="167" y="83"/>
                  <a:pt x="171" y="86"/>
                </a:cubicBezTo>
                <a:cubicBezTo>
                  <a:pt x="181" y="94"/>
                  <a:pt x="192" y="100"/>
                  <a:pt x="204" y="104"/>
                </a:cubicBezTo>
                <a:cubicBezTo>
                  <a:pt x="208" y="106"/>
                  <a:pt x="209" y="108"/>
                  <a:pt x="209" y="112"/>
                </a:cubicBezTo>
                <a:cubicBezTo>
                  <a:pt x="210" y="140"/>
                  <a:pt x="196" y="160"/>
                  <a:pt x="169" y="170"/>
                </a:cubicBezTo>
                <a:cubicBezTo>
                  <a:pt x="156" y="175"/>
                  <a:pt x="142" y="177"/>
                  <a:pt x="128" y="175"/>
                </a:cubicBezTo>
                <a:cubicBezTo>
                  <a:pt x="119" y="173"/>
                  <a:pt x="112" y="182"/>
                  <a:pt x="114" y="190"/>
                </a:cubicBezTo>
                <a:cubicBezTo>
                  <a:pt x="114" y="192"/>
                  <a:pt x="115" y="194"/>
                  <a:pt x="115" y="196"/>
                </a:cubicBezTo>
                <a:cubicBezTo>
                  <a:pt x="118" y="203"/>
                  <a:pt x="118" y="211"/>
                  <a:pt x="115" y="219"/>
                </a:cubicBezTo>
                <a:cubicBezTo>
                  <a:pt x="114" y="222"/>
                  <a:pt x="112" y="224"/>
                  <a:pt x="109" y="226"/>
                </a:cubicBezTo>
                <a:cubicBezTo>
                  <a:pt x="101" y="231"/>
                  <a:pt x="95" y="238"/>
                  <a:pt x="89" y="246"/>
                </a:cubicBezTo>
                <a:cubicBezTo>
                  <a:pt x="84" y="254"/>
                  <a:pt x="85" y="258"/>
                  <a:pt x="95" y="260"/>
                </a:cubicBezTo>
                <a:cubicBezTo>
                  <a:pt x="101" y="261"/>
                  <a:pt x="107" y="261"/>
                  <a:pt x="113" y="259"/>
                </a:cubicBezTo>
                <a:cubicBezTo>
                  <a:pt x="125" y="256"/>
                  <a:pt x="137" y="252"/>
                  <a:pt x="148" y="248"/>
                </a:cubicBezTo>
                <a:cubicBezTo>
                  <a:pt x="155" y="245"/>
                  <a:pt x="162" y="243"/>
                  <a:pt x="170" y="243"/>
                </a:cubicBezTo>
                <a:cubicBezTo>
                  <a:pt x="176" y="242"/>
                  <a:pt x="182" y="240"/>
                  <a:pt x="187" y="237"/>
                </a:cubicBezTo>
                <a:cubicBezTo>
                  <a:pt x="195" y="234"/>
                  <a:pt x="203" y="230"/>
                  <a:pt x="212" y="229"/>
                </a:cubicBezTo>
                <a:cubicBezTo>
                  <a:pt x="214" y="229"/>
                  <a:pt x="217" y="229"/>
                  <a:pt x="220" y="229"/>
                </a:cubicBezTo>
                <a:cubicBezTo>
                  <a:pt x="226" y="230"/>
                  <a:pt x="229" y="236"/>
                  <a:pt x="227" y="241"/>
                </a:cubicBezTo>
                <a:cubicBezTo>
                  <a:pt x="223" y="250"/>
                  <a:pt x="218" y="259"/>
                  <a:pt x="214" y="267"/>
                </a:cubicBezTo>
                <a:cubicBezTo>
                  <a:pt x="211" y="271"/>
                  <a:pt x="207" y="274"/>
                  <a:pt x="203" y="277"/>
                </a:cubicBezTo>
                <a:cubicBezTo>
                  <a:pt x="194" y="282"/>
                  <a:pt x="184" y="286"/>
                  <a:pt x="174" y="289"/>
                </a:cubicBezTo>
                <a:cubicBezTo>
                  <a:pt x="163" y="292"/>
                  <a:pt x="151" y="295"/>
                  <a:pt x="140" y="298"/>
                </a:cubicBezTo>
                <a:cubicBezTo>
                  <a:pt x="136" y="299"/>
                  <a:pt x="131" y="298"/>
                  <a:pt x="127" y="298"/>
                </a:cubicBezTo>
                <a:cubicBezTo>
                  <a:pt x="122" y="298"/>
                  <a:pt x="119" y="299"/>
                  <a:pt x="116" y="301"/>
                </a:cubicBezTo>
                <a:cubicBezTo>
                  <a:pt x="97" y="315"/>
                  <a:pt x="74" y="316"/>
                  <a:pt x="55" y="304"/>
                </a:cubicBezTo>
                <a:cubicBezTo>
                  <a:pt x="51" y="301"/>
                  <a:pt x="47" y="297"/>
                  <a:pt x="44" y="292"/>
                </a:cubicBezTo>
                <a:cubicBezTo>
                  <a:pt x="37" y="281"/>
                  <a:pt x="32" y="269"/>
                  <a:pt x="27" y="257"/>
                </a:cubicBezTo>
                <a:cubicBezTo>
                  <a:pt x="26" y="255"/>
                  <a:pt x="26" y="254"/>
                  <a:pt x="25" y="252"/>
                </a:cubicBezTo>
                <a:cubicBezTo>
                  <a:pt x="20" y="241"/>
                  <a:pt x="17" y="230"/>
                  <a:pt x="18" y="217"/>
                </a:cubicBezTo>
                <a:cubicBezTo>
                  <a:pt x="19" y="215"/>
                  <a:pt x="18" y="213"/>
                  <a:pt x="18" y="210"/>
                </a:cubicBezTo>
                <a:cubicBezTo>
                  <a:pt x="12" y="187"/>
                  <a:pt x="6" y="163"/>
                  <a:pt x="1" y="140"/>
                </a:cubicBezTo>
                <a:cubicBezTo>
                  <a:pt x="0" y="138"/>
                  <a:pt x="0" y="136"/>
                  <a:pt x="0" y="134"/>
                </a:cubicBezTo>
                <a:cubicBezTo>
                  <a:pt x="6" y="106"/>
                  <a:pt x="12" y="78"/>
                  <a:pt x="18" y="50"/>
                </a:cubicBezTo>
                <a:cubicBezTo>
                  <a:pt x="22" y="35"/>
                  <a:pt x="26" y="19"/>
                  <a:pt x="32" y="4"/>
                </a:cubicBezTo>
                <a:cubicBezTo>
                  <a:pt x="33" y="2"/>
                  <a:pt x="33" y="1"/>
                  <a:pt x="3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2" name="Freeform 13">
            <a:extLst xmlns:a="http://schemas.openxmlformats.org/drawingml/2006/main">
              <a:ext uri="{FF2B5EF4-FFF2-40B4-BE49-F238E27FC236}">
                <a16:creationId xmlns:a16="http://schemas.microsoft.com/office/drawing/2014/main" id="{4ABE8DC6-991B-4936-B8B7-EA11F006E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5489" y="493594"/>
            <a:ext cx="137428" cy="152255"/>
          </a:xfrm>
          <a:custGeom xmlns:a="http://schemas.openxmlformats.org/drawingml/2006/main">
            <a:gdLst>
              <a:gd name="T0" fmla="*/ 194 w 271"/>
              <a:gd name="T1" fmla="*/ 98 h 300"/>
              <a:gd name="T2" fmla="*/ 236 w 271"/>
              <a:gd name="T3" fmla="*/ 96 h 300"/>
              <a:gd name="T4" fmla="*/ 237 w 271"/>
              <a:gd name="T5" fmla="*/ 111 h 300"/>
              <a:gd name="T6" fmla="*/ 175 w 271"/>
              <a:gd name="T7" fmla="*/ 150 h 300"/>
              <a:gd name="T8" fmla="*/ 169 w 271"/>
              <a:gd name="T9" fmla="*/ 195 h 300"/>
              <a:gd name="T10" fmla="*/ 177 w 271"/>
              <a:gd name="T11" fmla="*/ 299 h 300"/>
              <a:gd name="T12" fmla="*/ 159 w 271"/>
              <a:gd name="T13" fmla="*/ 285 h 300"/>
              <a:gd name="T14" fmla="*/ 150 w 271"/>
              <a:gd name="T15" fmla="*/ 266 h 300"/>
              <a:gd name="T16" fmla="*/ 133 w 271"/>
              <a:gd name="T17" fmla="*/ 260 h 300"/>
              <a:gd name="T18" fmla="*/ 132 w 271"/>
              <a:gd name="T19" fmla="*/ 243 h 300"/>
              <a:gd name="T20" fmla="*/ 149 w 271"/>
              <a:gd name="T21" fmla="*/ 232 h 300"/>
              <a:gd name="T22" fmla="*/ 139 w 271"/>
              <a:gd name="T23" fmla="*/ 197 h 300"/>
              <a:gd name="T24" fmla="*/ 117 w 271"/>
              <a:gd name="T25" fmla="*/ 216 h 300"/>
              <a:gd name="T26" fmla="*/ 101 w 271"/>
              <a:gd name="T27" fmla="*/ 235 h 300"/>
              <a:gd name="T28" fmla="*/ 26 w 271"/>
              <a:gd name="T29" fmla="*/ 293 h 300"/>
              <a:gd name="T30" fmla="*/ 0 w 271"/>
              <a:gd name="T31" fmla="*/ 243 h 300"/>
              <a:gd name="T32" fmla="*/ 9 w 271"/>
              <a:gd name="T33" fmla="*/ 237 h 300"/>
              <a:gd name="T34" fmla="*/ 32 w 271"/>
              <a:gd name="T35" fmla="*/ 234 h 300"/>
              <a:gd name="T36" fmla="*/ 59 w 271"/>
              <a:gd name="T37" fmla="*/ 219 h 300"/>
              <a:gd name="T38" fmla="*/ 116 w 271"/>
              <a:gd name="T39" fmla="*/ 185 h 300"/>
              <a:gd name="T40" fmla="*/ 145 w 271"/>
              <a:gd name="T41" fmla="*/ 155 h 300"/>
              <a:gd name="T42" fmla="*/ 133 w 271"/>
              <a:gd name="T43" fmla="*/ 142 h 300"/>
              <a:gd name="T44" fmla="*/ 145 w 271"/>
              <a:gd name="T45" fmla="*/ 112 h 300"/>
              <a:gd name="T46" fmla="*/ 143 w 271"/>
              <a:gd name="T47" fmla="*/ 104 h 300"/>
              <a:gd name="T48" fmla="*/ 124 w 271"/>
              <a:gd name="T49" fmla="*/ 108 h 300"/>
              <a:gd name="T50" fmla="*/ 121 w 271"/>
              <a:gd name="T51" fmla="*/ 140 h 300"/>
              <a:gd name="T52" fmla="*/ 87 w 271"/>
              <a:gd name="T53" fmla="*/ 188 h 300"/>
              <a:gd name="T54" fmla="*/ 73 w 271"/>
              <a:gd name="T55" fmla="*/ 176 h 300"/>
              <a:gd name="T56" fmla="*/ 67 w 271"/>
              <a:gd name="T57" fmla="*/ 159 h 300"/>
              <a:gd name="T58" fmla="*/ 66 w 271"/>
              <a:gd name="T59" fmla="*/ 63 h 300"/>
              <a:gd name="T60" fmla="*/ 72 w 271"/>
              <a:gd name="T61" fmla="*/ 47 h 300"/>
              <a:gd name="T62" fmla="*/ 88 w 271"/>
              <a:gd name="T63" fmla="*/ 55 h 300"/>
              <a:gd name="T64" fmla="*/ 109 w 271"/>
              <a:gd name="T65" fmla="*/ 63 h 300"/>
              <a:gd name="T66" fmla="*/ 160 w 271"/>
              <a:gd name="T67" fmla="*/ 28 h 300"/>
              <a:gd name="T68" fmla="*/ 187 w 271"/>
              <a:gd name="T69" fmla="*/ 16 h 300"/>
              <a:gd name="T70" fmla="*/ 258 w 271"/>
              <a:gd name="T71" fmla="*/ 4 h 300"/>
              <a:gd name="T72" fmla="*/ 271 w 271"/>
              <a:gd name="T73" fmla="*/ 16 h 300"/>
              <a:gd name="T74" fmla="*/ 248 w 271"/>
              <a:gd name="T75" fmla="*/ 37 h 300"/>
              <a:gd name="T76" fmla="*/ 215 w 271"/>
              <a:gd name="T77" fmla="*/ 67 h 300"/>
              <a:gd name="T78" fmla="*/ 186 w 271"/>
              <a:gd name="T79" fmla="*/ 95 h 300"/>
            </a:gdLst>
            <a:rect l="0" t="0" r="r" b="b"/>
            <a:pathLst>
              <a:path w="271" h="300">
                <a:moveTo>
                  <a:pt x="185" y="102"/>
                </a:moveTo>
                <a:cubicBezTo>
                  <a:pt x="188" y="101"/>
                  <a:pt x="191" y="99"/>
                  <a:pt x="194" y="98"/>
                </a:cubicBezTo>
                <a:cubicBezTo>
                  <a:pt x="200" y="94"/>
                  <a:pt x="206" y="91"/>
                  <a:pt x="213" y="90"/>
                </a:cubicBezTo>
                <a:cubicBezTo>
                  <a:pt x="221" y="89"/>
                  <a:pt x="229" y="92"/>
                  <a:pt x="236" y="96"/>
                </a:cubicBezTo>
                <a:cubicBezTo>
                  <a:pt x="237" y="97"/>
                  <a:pt x="238" y="98"/>
                  <a:pt x="239" y="99"/>
                </a:cubicBezTo>
                <a:cubicBezTo>
                  <a:pt x="242" y="103"/>
                  <a:pt x="242" y="108"/>
                  <a:pt x="237" y="111"/>
                </a:cubicBezTo>
                <a:cubicBezTo>
                  <a:pt x="220" y="127"/>
                  <a:pt x="200" y="139"/>
                  <a:pt x="179" y="148"/>
                </a:cubicBezTo>
                <a:cubicBezTo>
                  <a:pt x="178" y="149"/>
                  <a:pt x="176" y="149"/>
                  <a:pt x="175" y="150"/>
                </a:cubicBezTo>
                <a:cubicBezTo>
                  <a:pt x="167" y="153"/>
                  <a:pt x="164" y="159"/>
                  <a:pt x="163" y="168"/>
                </a:cubicBezTo>
                <a:cubicBezTo>
                  <a:pt x="163" y="177"/>
                  <a:pt x="165" y="187"/>
                  <a:pt x="169" y="195"/>
                </a:cubicBezTo>
                <a:cubicBezTo>
                  <a:pt x="182" y="226"/>
                  <a:pt x="186" y="259"/>
                  <a:pt x="185" y="292"/>
                </a:cubicBezTo>
                <a:cubicBezTo>
                  <a:pt x="185" y="298"/>
                  <a:pt x="183" y="300"/>
                  <a:pt x="177" y="299"/>
                </a:cubicBezTo>
                <a:cubicBezTo>
                  <a:pt x="171" y="299"/>
                  <a:pt x="165" y="297"/>
                  <a:pt x="161" y="292"/>
                </a:cubicBezTo>
                <a:cubicBezTo>
                  <a:pt x="159" y="290"/>
                  <a:pt x="159" y="287"/>
                  <a:pt x="159" y="285"/>
                </a:cubicBezTo>
                <a:cubicBezTo>
                  <a:pt x="159" y="284"/>
                  <a:pt x="159" y="282"/>
                  <a:pt x="159" y="281"/>
                </a:cubicBezTo>
                <a:cubicBezTo>
                  <a:pt x="159" y="274"/>
                  <a:pt x="156" y="269"/>
                  <a:pt x="150" y="266"/>
                </a:cubicBezTo>
                <a:cubicBezTo>
                  <a:pt x="146" y="263"/>
                  <a:pt x="141" y="262"/>
                  <a:pt x="136" y="260"/>
                </a:cubicBezTo>
                <a:cubicBezTo>
                  <a:pt x="135" y="260"/>
                  <a:pt x="134" y="260"/>
                  <a:pt x="133" y="260"/>
                </a:cubicBezTo>
                <a:cubicBezTo>
                  <a:pt x="129" y="258"/>
                  <a:pt x="126" y="255"/>
                  <a:pt x="126" y="252"/>
                </a:cubicBezTo>
                <a:cubicBezTo>
                  <a:pt x="125" y="248"/>
                  <a:pt x="128" y="244"/>
                  <a:pt x="132" y="243"/>
                </a:cubicBezTo>
                <a:cubicBezTo>
                  <a:pt x="134" y="242"/>
                  <a:pt x="136" y="242"/>
                  <a:pt x="138" y="242"/>
                </a:cubicBezTo>
                <a:cubicBezTo>
                  <a:pt x="144" y="241"/>
                  <a:pt x="147" y="238"/>
                  <a:pt x="149" y="232"/>
                </a:cubicBezTo>
                <a:cubicBezTo>
                  <a:pt x="153" y="220"/>
                  <a:pt x="151" y="208"/>
                  <a:pt x="144" y="197"/>
                </a:cubicBezTo>
                <a:cubicBezTo>
                  <a:pt x="142" y="195"/>
                  <a:pt x="141" y="195"/>
                  <a:pt x="139" y="197"/>
                </a:cubicBezTo>
                <a:cubicBezTo>
                  <a:pt x="138" y="197"/>
                  <a:pt x="137" y="198"/>
                  <a:pt x="136" y="199"/>
                </a:cubicBezTo>
                <a:cubicBezTo>
                  <a:pt x="129" y="205"/>
                  <a:pt x="123" y="210"/>
                  <a:pt x="117" y="216"/>
                </a:cubicBezTo>
                <a:cubicBezTo>
                  <a:pt x="112" y="220"/>
                  <a:pt x="108" y="225"/>
                  <a:pt x="105" y="231"/>
                </a:cubicBezTo>
                <a:cubicBezTo>
                  <a:pt x="104" y="232"/>
                  <a:pt x="103" y="233"/>
                  <a:pt x="101" y="235"/>
                </a:cubicBezTo>
                <a:cubicBezTo>
                  <a:pt x="84" y="253"/>
                  <a:pt x="66" y="270"/>
                  <a:pt x="48" y="288"/>
                </a:cubicBezTo>
                <a:cubicBezTo>
                  <a:pt x="41" y="296"/>
                  <a:pt x="35" y="297"/>
                  <a:pt x="26" y="293"/>
                </a:cubicBezTo>
                <a:cubicBezTo>
                  <a:pt x="20" y="291"/>
                  <a:pt x="16" y="287"/>
                  <a:pt x="13" y="282"/>
                </a:cubicBezTo>
                <a:cubicBezTo>
                  <a:pt x="4" y="271"/>
                  <a:pt x="1" y="257"/>
                  <a:pt x="0" y="243"/>
                </a:cubicBezTo>
                <a:cubicBezTo>
                  <a:pt x="0" y="240"/>
                  <a:pt x="1" y="239"/>
                  <a:pt x="3" y="239"/>
                </a:cubicBezTo>
                <a:cubicBezTo>
                  <a:pt x="5" y="238"/>
                  <a:pt x="7" y="237"/>
                  <a:pt x="9" y="237"/>
                </a:cubicBezTo>
                <a:cubicBezTo>
                  <a:pt x="13" y="235"/>
                  <a:pt x="16" y="235"/>
                  <a:pt x="20" y="237"/>
                </a:cubicBezTo>
                <a:cubicBezTo>
                  <a:pt x="24" y="239"/>
                  <a:pt x="28" y="238"/>
                  <a:pt x="32" y="234"/>
                </a:cubicBezTo>
                <a:cubicBezTo>
                  <a:pt x="34" y="233"/>
                  <a:pt x="37" y="231"/>
                  <a:pt x="39" y="230"/>
                </a:cubicBezTo>
                <a:cubicBezTo>
                  <a:pt x="46" y="226"/>
                  <a:pt x="52" y="222"/>
                  <a:pt x="59" y="219"/>
                </a:cubicBezTo>
                <a:cubicBezTo>
                  <a:pt x="60" y="218"/>
                  <a:pt x="62" y="217"/>
                  <a:pt x="63" y="216"/>
                </a:cubicBezTo>
                <a:cubicBezTo>
                  <a:pt x="81" y="206"/>
                  <a:pt x="98" y="195"/>
                  <a:pt x="116" y="185"/>
                </a:cubicBezTo>
                <a:cubicBezTo>
                  <a:pt x="122" y="181"/>
                  <a:pt x="128" y="177"/>
                  <a:pt x="134" y="172"/>
                </a:cubicBezTo>
                <a:cubicBezTo>
                  <a:pt x="139" y="168"/>
                  <a:pt x="143" y="163"/>
                  <a:pt x="145" y="155"/>
                </a:cubicBezTo>
                <a:cubicBezTo>
                  <a:pt x="143" y="155"/>
                  <a:pt x="142" y="154"/>
                  <a:pt x="140" y="154"/>
                </a:cubicBezTo>
                <a:cubicBezTo>
                  <a:pt x="134" y="152"/>
                  <a:pt x="132" y="148"/>
                  <a:pt x="133" y="142"/>
                </a:cubicBezTo>
                <a:cubicBezTo>
                  <a:pt x="134" y="140"/>
                  <a:pt x="135" y="137"/>
                  <a:pt x="136" y="135"/>
                </a:cubicBezTo>
                <a:cubicBezTo>
                  <a:pt x="139" y="127"/>
                  <a:pt x="142" y="119"/>
                  <a:pt x="145" y="112"/>
                </a:cubicBezTo>
                <a:cubicBezTo>
                  <a:pt x="145" y="111"/>
                  <a:pt x="146" y="110"/>
                  <a:pt x="146" y="109"/>
                </a:cubicBezTo>
                <a:cubicBezTo>
                  <a:pt x="147" y="105"/>
                  <a:pt x="146" y="104"/>
                  <a:pt x="143" y="104"/>
                </a:cubicBezTo>
                <a:cubicBezTo>
                  <a:pt x="140" y="104"/>
                  <a:pt x="138" y="104"/>
                  <a:pt x="135" y="105"/>
                </a:cubicBezTo>
                <a:cubicBezTo>
                  <a:pt x="132" y="106"/>
                  <a:pt x="128" y="107"/>
                  <a:pt x="124" y="108"/>
                </a:cubicBezTo>
                <a:cubicBezTo>
                  <a:pt x="122" y="109"/>
                  <a:pt x="121" y="111"/>
                  <a:pt x="121" y="113"/>
                </a:cubicBezTo>
                <a:cubicBezTo>
                  <a:pt x="121" y="122"/>
                  <a:pt x="121" y="131"/>
                  <a:pt x="121" y="140"/>
                </a:cubicBezTo>
                <a:cubicBezTo>
                  <a:pt x="121" y="142"/>
                  <a:pt x="120" y="144"/>
                  <a:pt x="119" y="146"/>
                </a:cubicBezTo>
                <a:cubicBezTo>
                  <a:pt x="108" y="160"/>
                  <a:pt x="98" y="174"/>
                  <a:pt x="87" y="188"/>
                </a:cubicBezTo>
                <a:cubicBezTo>
                  <a:pt x="87" y="189"/>
                  <a:pt x="86" y="189"/>
                  <a:pt x="86" y="190"/>
                </a:cubicBezTo>
                <a:cubicBezTo>
                  <a:pt x="81" y="185"/>
                  <a:pt x="77" y="181"/>
                  <a:pt x="73" y="176"/>
                </a:cubicBezTo>
                <a:cubicBezTo>
                  <a:pt x="70" y="173"/>
                  <a:pt x="69" y="170"/>
                  <a:pt x="69" y="166"/>
                </a:cubicBezTo>
                <a:cubicBezTo>
                  <a:pt x="68" y="164"/>
                  <a:pt x="68" y="161"/>
                  <a:pt x="67" y="159"/>
                </a:cubicBezTo>
                <a:cubicBezTo>
                  <a:pt x="58" y="138"/>
                  <a:pt x="57" y="117"/>
                  <a:pt x="63" y="95"/>
                </a:cubicBezTo>
                <a:cubicBezTo>
                  <a:pt x="67" y="84"/>
                  <a:pt x="67" y="74"/>
                  <a:pt x="66" y="63"/>
                </a:cubicBezTo>
                <a:cubicBezTo>
                  <a:pt x="66" y="60"/>
                  <a:pt x="66" y="57"/>
                  <a:pt x="66" y="54"/>
                </a:cubicBezTo>
                <a:cubicBezTo>
                  <a:pt x="66" y="50"/>
                  <a:pt x="68" y="47"/>
                  <a:pt x="72" y="47"/>
                </a:cubicBezTo>
                <a:cubicBezTo>
                  <a:pt x="75" y="46"/>
                  <a:pt x="78" y="47"/>
                  <a:pt x="80" y="48"/>
                </a:cubicBezTo>
                <a:cubicBezTo>
                  <a:pt x="83" y="50"/>
                  <a:pt x="85" y="52"/>
                  <a:pt x="88" y="55"/>
                </a:cubicBezTo>
                <a:cubicBezTo>
                  <a:pt x="90" y="57"/>
                  <a:pt x="91" y="59"/>
                  <a:pt x="93" y="61"/>
                </a:cubicBezTo>
                <a:cubicBezTo>
                  <a:pt x="99" y="66"/>
                  <a:pt x="103" y="67"/>
                  <a:pt x="109" y="63"/>
                </a:cubicBezTo>
                <a:cubicBezTo>
                  <a:pt x="117" y="58"/>
                  <a:pt x="125" y="53"/>
                  <a:pt x="133" y="48"/>
                </a:cubicBezTo>
                <a:cubicBezTo>
                  <a:pt x="142" y="41"/>
                  <a:pt x="151" y="35"/>
                  <a:pt x="160" y="28"/>
                </a:cubicBezTo>
                <a:cubicBezTo>
                  <a:pt x="163" y="25"/>
                  <a:pt x="167" y="24"/>
                  <a:pt x="171" y="23"/>
                </a:cubicBezTo>
                <a:cubicBezTo>
                  <a:pt x="177" y="23"/>
                  <a:pt x="182" y="20"/>
                  <a:pt x="187" y="16"/>
                </a:cubicBezTo>
                <a:cubicBezTo>
                  <a:pt x="196" y="6"/>
                  <a:pt x="208" y="2"/>
                  <a:pt x="221" y="1"/>
                </a:cubicBezTo>
                <a:cubicBezTo>
                  <a:pt x="233" y="0"/>
                  <a:pt x="246" y="0"/>
                  <a:pt x="258" y="4"/>
                </a:cubicBezTo>
                <a:cubicBezTo>
                  <a:pt x="261" y="5"/>
                  <a:pt x="264" y="7"/>
                  <a:pt x="267" y="9"/>
                </a:cubicBezTo>
                <a:cubicBezTo>
                  <a:pt x="270" y="10"/>
                  <a:pt x="271" y="13"/>
                  <a:pt x="271" y="16"/>
                </a:cubicBezTo>
                <a:cubicBezTo>
                  <a:pt x="271" y="18"/>
                  <a:pt x="271" y="19"/>
                  <a:pt x="269" y="21"/>
                </a:cubicBezTo>
                <a:cubicBezTo>
                  <a:pt x="262" y="26"/>
                  <a:pt x="255" y="31"/>
                  <a:pt x="248" y="37"/>
                </a:cubicBezTo>
                <a:cubicBezTo>
                  <a:pt x="240" y="43"/>
                  <a:pt x="232" y="50"/>
                  <a:pt x="226" y="58"/>
                </a:cubicBezTo>
                <a:cubicBezTo>
                  <a:pt x="223" y="62"/>
                  <a:pt x="219" y="65"/>
                  <a:pt x="215" y="67"/>
                </a:cubicBezTo>
                <a:cubicBezTo>
                  <a:pt x="213" y="68"/>
                  <a:pt x="212" y="69"/>
                  <a:pt x="211" y="70"/>
                </a:cubicBezTo>
                <a:cubicBezTo>
                  <a:pt x="202" y="79"/>
                  <a:pt x="194" y="87"/>
                  <a:pt x="186" y="95"/>
                </a:cubicBezTo>
                <a:cubicBezTo>
                  <a:pt x="184" y="97"/>
                  <a:pt x="183" y="99"/>
                  <a:pt x="185" y="10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3" name="Freeform 14">
            <a:extLst xmlns:a="http://schemas.openxmlformats.org/drawingml/2006/main">
              <a:ext uri="{FF2B5EF4-FFF2-40B4-BE49-F238E27FC236}">
                <a16:creationId xmlns:a16="http://schemas.microsoft.com/office/drawing/2014/main" id="{43858C6E-8883-45BF-A8C5-D626A85C0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1601" y="548337"/>
            <a:ext cx="141990" cy="90098"/>
          </a:xfrm>
          <a:custGeom xmlns:a="http://schemas.openxmlformats.org/drawingml/2006/main">
            <a:gdLst>
              <a:gd name="T0" fmla="*/ 16 w 280"/>
              <a:gd name="T1" fmla="*/ 133 h 178"/>
              <a:gd name="T2" fmla="*/ 14 w 280"/>
              <a:gd name="T3" fmla="*/ 124 h 178"/>
              <a:gd name="T4" fmla="*/ 2 w 280"/>
              <a:gd name="T5" fmla="*/ 103 h 178"/>
              <a:gd name="T6" fmla="*/ 6 w 280"/>
              <a:gd name="T7" fmla="*/ 81 h 178"/>
              <a:gd name="T8" fmla="*/ 16 w 280"/>
              <a:gd name="T9" fmla="*/ 77 h 178"/>
              <a:gd name="T10" fmla="*/ 22 w 280"/>
              <a:gd name="T11" fmla="*/ 77 h 178"/>
              <a:gd name="T12" fmla="*/ 40 w 280"/>
              <a:gd name="T13" fmla="*/ 71 h 178"/>
              <a:gd name="T14" fmla="*/ 54 w 280"/>
              <a:gd name="T15" fmla="*/ 64 h 178"/>
              <a:gd name="T16" fmla="*/ 63 w 280"/>
              <a:gd name="T17" fmla="*/ 61 h 178"/>
              <a:gd name="T18" fmla="*/ 144 w 280"/>
              <a:gd name="T19" fmla="*/ 25 h 178"/>
              <a:gd name="T20" fmla="*/ 169 w 280"/>
              <a:gd name="T21" fmla="*/ 16 h 178"/>
              <a:gd name="T22" fmla="*/ 186 w 280"/>
              <a:gd name="T23" fmla="*/ 13 h 178"/>
              <a:gd name="T24" fmla="*/ 209 w 280"/>
              <a:gd name="T25" fmla="*/ 9 h 178"/>
              <a:gd name="T26" fmla="*/ 224 w 280"/>
              <a:gd name="T27" fmla="*/ 3 h 178"/>
              <a:gd name="T28" fmla="*/ 233 w 280"/>
              <a:gd name="T29" fmla="*/ 0 h 178"/>
              <a:gd name="T30" fmla="*/ 265 w 280"/>
              <a:gd name="T31" fmla="*/ 5 h 178"/>
              <a:gd name="T32" fmla="*/ 274 w 280"/>
              <a:gd name="T33" fmla="*/ 29 h 178"/>
              <a:gd name="T34" fmla="*/ 256 w 280"/>
              <a:gd name="T35" fmla="*/ 50 h 178"/>
              <a:gd name="T36" fmla="*/ 245 w 280"/>
              <a:gd name="T37" fmla="*/ 53 h 178"/>
              <a:gd name="T38" fmla="*/ 220 w 280"/>
              <a:gd name="T39" fmla="*/ 56 h 178"/>
              <a:gd name="T40" fmla="*/ 213 w 280"/>
              <a:gd name="T41" fmla="*/ 58 h 178"/>
              <a:gd name="T42" fmla="*/ 208 w 280"/>
              <a:gd name="T43" fmla="*/ 67 h 178"/>
              <a:gd name="T44" fmla="*/ 210 w 280"/>
              <a:gd name="T45" fmla="*/ 76 h 178"/>
              <a:gd name="T46" fmla="*/ 218 w 280"/>
              <a:gd name="T47" fmla="*/ 92 h 178"/>
              <a:gd name="T48" fmla="*/ 224 w 280"/>
              <a:gd name="T49" fmla="*/ 115 h 178"/>
              <a:gd name="T50" fmla="*/ 220 w 280"/>
              <a:gd name="T51" fmla="*/ 146 h 178"/>
              <a:gd name="T52" fmla="*/ 197 w 280"/>
              <a:gd name="T53" fmla="*/ 163 h 178"/>
              <a:gd name="T54" fmla="*/ 189 w 280"/>
              <a:gd name="T55" fmla="*/ 163 h 178"/>
              <a:gd name="T56" fmla="*/ 181 w 280"/>
              <a:gd name="T57" fmla="*/ 167 h 178"/>
              <a:gd name="T58" fmla="*/ 178 w 280"/>
              <a:gd name="T59" fmla="*/ 170 h 178"/>
              <a:gd name="T60" fmla="*/ 156 w 280"/>
              <a:gd name="T61" fmla="*/ 175 h 178"/>
              <a:gd name="T62" fmla="*/ 140 w 280"/>
              <a:gd name="T63" fmla="*/ 166 h 178"/>
              <a:gd name="T64" fmla="*/ 126 w 280"/>
              <a:gd name="T65" fmla="*/ 162 h 178"/>
              <a:gd name="T66" fmla="*/ 119 w 280"/>
              <a:gd name="T67" fmla="*/ 160 h 178"/>
              <a:gd name="T68" fmla="*/ 113 w 280"/>
              <a:gd name="T69" fmla="*/ 150 h 178"/>
              <a:gd name="T70" fmla="*/ 115 w 280"/>
              <a:gd name="T71" fmla="*/ 147 h 178"/>
              <a:gd name="T72" fmla="*/ 122 w 280"/>
              <a:gd name="T73" fmla="*/ 147 h 178"/>
              <a:gd name="T74" fmla="*/ 166 w 280"/>
              <a:gd name="T75" fmla="*/ 141 h 178"/>
              <a:gd name="T76" fmla="*/ 185 w 280"/>
              <a:gd name="T77" fmla="*/ 129 h 178"/>
              <a:gd name="T78" fmla="*/ 188 w 280"/>
              <a:gd name="T79" fmla="*/ 120 h 178"/>
              <a:gd name="T80" fmla="*/ 185 w 280"/>
              <a:gd name="T81" fmla="*/ 92 h 178"/>
              <a:gd name="T82" fmla="*/ 184 w 280"/>
              <a:gd name="T83" fmla="*/ 77 h 178"/>
              <a:gd name="T84" fmla="*/ 179 w 280"/>
              <a:gd name="T85" fmla="*/ 71 h 178"/>
              <a:gd name="T86" fmla="*/ 163 w 280"/>
              <a:gd name="T87" fmla="*/ 75 h 178"/>
              <a:gd name="T88" fmla="*/ 158 w 280"/>
              <a:gd name="T89" fmla="*/ 79 h 178"/>
              <a:gd name="T90" fmla="*/ 145 w 280"/>
              <a:gd name="T91" fmla="*/ 82 h 178"/>
              <a:gd name="T92" fmla="*/ 116 w 280"/>
              <a:gd name="T93" fmla="*/ 91 h 178"/>
              <a:gd name="T94" fmla="*/ 80 w 280"/>
              <a:gd name="T95" fmla="*/ 118 h 178"/>
              <a:gd name="T96" fmla="*/ 52 w 280"/>
              <a:gd name="T97" fmla="*/ 135 h 178"/>
              <a:gd name="T98" fmla="*/ 22 w 280"/>
              <a:gd name="T99" fmla="*/ 136 h 178"/>
              <a:gd name="T100" fmla="*/ 18 w 280"/>
              <a:gd name="T101" fmla="*/ 134 h 178"/>
              <a:gd name="T102" fmla="*/ 16 w 280"/>
              <a:gd name="T103" fmla="*/ 133 h 178"/>
            </a:gdLst>
            <a:rect l="0" t="0" r="r" b="b"/>
            <a:pathLst>
              <a:path w="280" h="178">
                <a:moveTo>
                  <a:pt x="16" y="133"/>
                </a:moveTo>
                <a:cubicBezTo>
                  <a:pt x="18" y="129"/>
                  <a:pt x="16" y="127"/>
                  <a:pt x="14" y="124"/>
                </a:cubicBezTo>
                <a:cubicBezTo>
                  <a:pt x="9" y="118"/>
                  <a:pt x="5" y="111"/>
                  <a:pt x="2" y="103"/>
                </a:cubicBezTo>
                <a:cubicBezTo>
                  <a:pt x="0" y="95"/>
                  <a:pt x="1" y="88"/>
                  <a:pt x="6" y="81"/>
                </a:cubicBezTo>
                <a:cubicBezTo>
                  <a:pt x="9" y="78"/>
                  <a:pt x="12" y="76"/>
                  <a:pt x="16" y="77"/>
                </a:cubicBezTo>
                <a:cubicBezTo>
                  <a:pt x="18" y="77"/>
                  <a:pt x="20" y="76"/>
                  <a:pt x="22" y="77"/>
                </a:cubicBezTo>
                <a:cubicBezTo>
                  <a:pt x="29" y="79"/>
                  <a:pt x="36" y="76"/>
                  <a:pt x="40" y="71"/>
                </a:cubicBezTo>
                <a:cubicBezTo>
                  <a:pt x="44" y="67"/>
                  <a:pt x="49" y="65"/>
                  <a:pt x="54" y="64"/>
                </a:cubicBezTo>
                <a:cubicBezTo>
                  <a:pt x="57" y="64"/>
                  <a:pt x="60" y="62"/>
                  <a:pt x="63" y="61"/>
                </a:cubicBezTo>
                <a:cubicBezTo>
                  <a:pt x="89" y="47"/>
                  <a:pt x="116" y="35"/>
                  <a:pt x="144" y="25"/>
                </a:cubicBezTo>
                <a:cubicBezTo>
                  <a:pt x="152" y="22"/>
                  <a:pt x="161" y="19"/>
                  <a:pt x="169" y="16"/>
                </a:cubicBezTo>
                <a:cubicBezTo>
                  <a:pt x="174" y="14"/>
                  <a:pt x="180" y="14"/>
                  <a:pt x="186" y="13"/>
                </a:cubicBezTo>
                <a:cubicBezTo>
                  <a:pt x="194" y="12"/>
                  <a:pt x="201" y="11"/>
                  <a:pt x="209" y="9"/>
                </a:cubicBezTo>
                <a:cubicBezTo>
                  <a:pt x="214" y="8"/>
                  <a:pt x="219" y="5"/>
                  <a:pt x="224" y="3"/>
                </a:cubicBezTo>
                <a:cubicBezTo>
                  <a:pt x="227" y="1"/>
                  <a:pt x="230" y="0"/>
                  <a:pt x="233" y="0"/>
                </a:cubicBezTo>
                <a:cubicBezTo>
                  <a:pt x="244" y="0"/>
                  <a:pt x="255" y="1"/>
                  <a:pt x="265" y="5"/>
                </a:cubicBezTo>
                <a:cubicBezTo>
                  <a:pt x="276" y="9"/>
                  <a:pt x="280" y="19"/>
                  <a:pt x="274" y="29"/>
                </a:cubicBezTo>
                <a:cubicBezTo>
                  <a:pt x="270" y="38"/>
                  <a:pt x="263" y="45"/>
                  <a:pt x="256" y="50"/>
                </a:cubicBezTo>
                <a:cubicBezTo>
                  <a:pt x="252" y="53"/>
                  <a:pt x="249" y="53"/>
                  <a:pt x="245" y="53"/>
                </a:cubicBezTo>
                <a:cubicBezTo>
                  <a:pt x="236" y="54"/>
                  <a:pt x="228" y="55"/>
                  <a:pt x="220" y="56"/>
                </a:cubicBezTo>
                <a:cubicBezTo>
                  <a:pt x="218" y="57"/>
                  <a:pt x="215" y="57"/>
                  <a:pt x="213" y="58"/>
                </a:cubicBezTo>
                <a:cubicBezTo>
                  <a:pt x="209" y="60"/>
                  <a:pt x="208" y="63"/>
                  <a:pt x="208" y="67"/>
                </a:cubicBezTo>
                <a:cubicBezTo>
                  <a:pt x="208" y="70"/>
                  <a:pt x="209" y="73"/>
                  <a:pt x="210" y="76"/>
                </a:cubicBezTo>
                <a:cubicBezTo>
                  <a:pt x="213" y="82"/>
                  <a:pt x="215" y="87"/>
                  <a:pt x="218" y="92"/>
                </a:cubicBezTo>
                <a:cubicBezTo>
                  <a:pt x="221" y="100"/>
                  <a:pt x="224" y="107"/>
                  <a:pt x="224" y="115"/>
                </a:cubicBezTo>
                <a:cubicBezTo>
                  <a:pt x="224" y="126"/>
                  <a:pt x="223" y="136"/>
                  <a:pt x="220" y="146"/>
                </a:cubicBezTo>
                <a:cubicBezTo>
                  <a:pt x="216" y="157"/>
                  <a:pt x="209" y="162"/>
                  <a:pt x="197" y="163"/>
                </a:cubicBezTo>
                <a:cubicBezTo>
                  <a:pt x="194" y="163"/>
                  <a:pt x="192" y="163"/>
                  <a:pt x="189" y="163"/>
                </a:cubicBezTo>
                <a:cubicBezTo>
                  <a:pt x="186" y="163"/>
                  <a:pt x="183" y="163"/>
                  <a:pt x="181" y="167"/>
                </a:cubicBezTo>
                <a:cubicBezTo>
                  <a:pt x="180" y="168"/>
                  <a:pt x="179" y="169"/>
                  <a:pt x="178" y="170"/>
                </a:cubicBezTo>
                <a:cubicBezTo>
                  <a:pt x="171" y="176"/>
                  <a:pt x="164" y="178"/>
                  <a:pt x="156" y="175"/>
                </a:cubicBezTo>
                <a:cubicBezTo>
                  <a:pt x="151" y="172"/>
                  <a:pt x="145" y="169"/>
                  <a:pt x="140" y="166"/>
                </a:cubicBezTo>
                <a:cubicBezTo>
                  <a:pt x="136" y="163"/>
                  <a:pt x="132" y="162"/>
                  <a:pt x="126" y="162"/>
                </a:cubicBezTo>
                <a:cubicBezTo>
                  <a:pt x="124" y="162"/>
                  <a:pt x="121" y="163"/>
                  <a:pt x="119" y="160"/>
                </a:cubicBezTo>
                <a:cubicBezTo>
                  <a:pt x="116" y="157"/>
                  <a:pt x="114" y="154"/>
                  <a:pt x="113" y="150"/>
                </a:cubicBezTo>
                <a:cubicBezTo>
                  <a:pt x="112" y="148"/>
                  <a:pt x="113" y="147"/>
                  <a:pt x="115" y="147"/>
                </a:cubicBezTo>
                <a:cubicBezTo>
                  <a:pt x="117" y="147"/>
                  <a:pt x="120" y="147"/>
                  <a:pt x="122" y="147"/>
                </a:cubicBezTo>
                <a:cubicBezTo>
                  <a:pt x="137" y="148"/>
                  <a:pt x="152" y="146"/>
                  <a:pt x="166" y="141"/>
                </a:cubicBezTo>
                <a:cubicBezTo>
                  <a:pt x="173" y="138"/>
                  <a:pt x="179" y="134"/>
                  <a:pt x="185" y="129"/>
                </a:cubicBezTo>
                <a:cubicBezTo>
                  <a:pt x="188" y="126"/>
                  <a:pt x="189" y="123"/>
                  <a:pt x="188" y="120"/>
                </a:cubicBezTo>
                <a:cubicBezTo>
                  <a:pt x="187" y="111"/>
                  <a:pt x="186" y="102"/>
                  <a:pt x="185" y="92"/>
                </a:cubicBezTo>
                <a:cubicBezTo>
                  <a:pt x="184" y="87"/>
                  <a:pt x="184" y="82"/>
                  <a:pt x="184" y="77"/>
                </a:cubicBezTo>
                <a:cubicBezTo>
                  <a:pt x="184" y="73"/>
                  <a:pt x="183" y="71"/>
                  <a:pt x="179" y="71"/>
                </a:cubicBezTo>
                <a:cubicBezTo>
                  <a:pt x="173" y="70"/>
                  <a:pt x="168" y="70"/>
                  <a:pt x="163" y="75"/>
                </a:cubicBezTo>
                <a:cubicBezTo>
                  <a:pt x="162" y="76"/>
                  <a:pt x="160" y="77"/>
                  <a:pt x="158" y="79"/>
                </a:cubicBezTo>
                <a:cubicBezTo>
                  <a:pt x="154" y="81"/>
                  <a:pt x="150" y="83"/>
                  <a:pt x="145" y="82"/>
                </a:cubicBezTo>
                <a:cubicBezTo>
                  <a:pt x="134" y="82"/>
                  <a:pt x="124" y="85"/>
                  <a:pt x="116" y="91"/>
                </a:cubicBezTo>
                <a:cubicBezTo>
                  <a:pt x="104" y="100"/>
                  <a:pt x="92" y="109"/>
                  <a:pt x="80" y="118"/>
                </a:cubicBezTo>
                <a:cubicBezTo>
                  <a:pt x="71" y="124"/>
                  <a:pt x="62" y="131"/>
                  <a:pt x="52" y="135"/>
                </a:cubicBezTo>
                <a:cubicBezTo>
                  <a:pt x="42" y="139"/>
                  <a:pt x="32" y="140"/>
                  <a:pt x="22" y="136"/>
                </a:cubicBezTo>
                <a:cubicBezTo>
                  <a:pt x="20" y="136"/>
                  <a:pt x="19" y="135"/>
                  <a:pt x="18" y="134"/>
                </a:cubicBezTo>
                <a:cubicBezTo>
                  <a:pt x="17" y="134"/>
                  <a:pt x="17" y="134"/>
                  <a:pt x="16" y="133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4" name="Freeform 15">
            <a:extLst xmlns:a="http://schemas.openxmlformats.org/drawingml/2006/main">
              <a:ext uri="{FF2B5EF4-FFF2-40B4-BE49-F238E27FC236}">
                <a16:creationId xmlns:a16="http://schemas.microsoft.com/office/drawing/2014/main" id="{E84C4FB8-DE50-487F-8903-C12D36740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703" y="432578"/>
            <a:ext cx="107776" cy="57594"/>
          </a:xfrm>
          <a:custGeom xmlns:a="http://schemas.openxmlformats.org/drawingml/2006/main">
            <a:gdLst>
              <a:gd name="T0" fmla="*/ 197 w 212"/>
              <a:gd name="T1" fmla="*/ 0 h 114"/>
              <a:gd name="T2" fmla="*/ 205 w 212"/>
              <a:gd name="T3" fmla="*/ 0 h 114"/>
              <a:gd name="T4" fmla="*/ 211 w 212"/>
              <a:gd name="T5" fmla="*/ 9 h 114"/>
              <a:gd name="T6" fmla="*/ 191 w 212"/>
              <a:gd name="T7" fmla="*/ 29 h 114"/>
              <a:gd name="T8" fmla="*/ 187 w 212"/>
              <a:gd name="T9" fmla="*/ 29 h 114"/>
              <a:gd name="T10" fmla="*/ 174 w 212"/>
              <a:gd name="T11" fmla="*/ 33 h 114"/>
              <a:gd name="T12" fmla="*/ 132 w 212"/>
              <a:gd name="T13" fmla="*/ 67 h 114"/>
              <a:gd name="T14" fmla="*/ 109 w 212"/>
              <a:gd name="T15" fmla="*/ 91 h 114"/>
              <a:gd name="T16" fmla="*/ 71 w 212"/>
              <a:gd name="T17" fmla="*/ 112 h 114"/>
              <a:gd name="T18" fmla="*/ 40 w 212"/>
              <a:gd name="T19" fmla="*/ 108 h 114"/>
              <a:gd name="T20" fmla="*/ 9 w 212"/>
              <a:gd name="T21" fmla="*/ 90 h 114"/>
              <a:gd name="T22" fmla="*/ 8 w 212"/>
              <a:gd name="T23" fmla="*/ 89 h 114"/>
              <a:gd name="T24" fmla="*/ 11 w 212"/>
              <a:gd name="T25" fmla="*/ 64 h 114"/>
              <a:gd name="T26" fmla="*/ 15 w 212"/>
              <a:gd name="T27" fmla="*/ 62 h 114"/>
              <a:gd name="T28" fmla="*/ 114 w 212"/>
              <a:gd name="T29" fmla="*/ 23 h 114"/>
              <a:gd name="T30" fmla="*/ 130 w 212"/>
              <a:gd name="T31" fmla="*/ 18 h 114"/>
              <a:gd name="T32" fmla="*/ 164 w 212"/>
              <a:gd name="T33" fmla="*/ 7 h 114"/>
              <a:gd name="T34" fmla="*/ 197 w 212"/>
              <a:gd name="T35" fmla="*/ 0 h 114"/>
            </a:gdLst>
            <a:rect l="0" t="0" r="r" b="b"/>
            <a:pathLst>
              <a:path w="212" h="114">
                <a:moveTo>
                  <a:pt x="197" y="0"/>
                </a:moveTo>
                <a:cubicBezTo>
                  <a:pt x="199" y="0"/>
                  <a:pt x="202" y="0"/>
                  <a:pt x="205" y="0"/>
                </a:cubicBezTo>
                <a:cubicBezTo>
                  <a:pt x="209" y="1"/>
                  <a:pt x="212" y="5"/>
                  <a:pt x="211" y="9"/>
                </a:cubicBezTo>
                <a:cubicBezTo>
                  <a:pt x="207" y="18"/>
                  <a:pt x="200" y="25"/>
                  <a:pt x="191" y="29"/>
                </a:cubicBezTo>
                <a:cubicBezTo>
                  <a:pt x="189" y="29"/>
                  <a:pt x="188" y="29"/>
                  <a:pt x="187" y="29"/>
                </a:cubicBezTo>
                <a:cubicBezTo>
                  <a:pt x="182" y="28"/>
                  <a:pt x="178" y="30"/>
                  <a:pt x="174" y="33"/>
                </a:cubicBezTo>
                <a:cubicBezTo>
                  <a:pt x="158" y="43"/>
                  <a:pt x="144" y="54"/>
                  <a:pt x="132" y="67"/>
                </a:cubicBezTo>
                <a:cubicBezTo>
                  <a:pt x="124" y="75"/>
                  <a:pt x="116" y="83"/>
                  <a:pt x="109" y="91"/>
                </a:cubicBezTo>
                <a:cubicBezTo>
                  <a:pt x="99" y="102"/>
                  <a:pt x="86" y="110"/>
                  <a:pt x="71" y="112"/>
                </a:cubicBezTo>
                <a:cubicBezTo>
                  <a:pt x="61" y="114"/>
                  <a:pt x="50" y="112"/>
                  <a:pt x="40" y="108"/>
                </a:cubicBezTo>
                <a:cubicBezTo>
                  <a:pt x="29" y="104"/>
                  <a:pt x="19" y="98"/>
                  <a:pt x="9" y="90"/>
                </a:cubicBezTo>
                <a:cubicBezTo>
                  <a:pt x="9" y="90"/>
                  <a:pt x="9" y="89"/>
                  <a:pt x="8" y="89"/>
                </a:cubicBezTo>
                <a:cubicBezTo>
                  <a:pt x="0" y="81"/>
                  <a:pt x="2" y="70"/>
                  <a:pt x="11" y="64"/>
                </a:cubicBezTo>
                <a:cubicBezTo>
                  <a:pt x="12" y="63"/>
                  <a:pt x="14" y="63"/>
                  <a:pt x="15" y="62"/>
                </a:cubicBezTo>
                <a:cubicBezTo>
                  <a:pt x="48" y="49"/>
                  <a:pt x="81" y="36"/>
                  <a:pt x="114" y="23"/>
                </a:cubicBezTo>
                <a:cubicBezTo>
                  <a:pt x="119" y="21"/>
                  <a:pt x="125" y="19"/>
                  <a:pt x="130" y="18"/>
                </a:cubicBezTo>
                <a:cubicBezTo>
                  <a:pt x="142" y="15"/>
                  <a:pt x="153" y="12"/>
                  <a:pt x="164" y="7"/>
                </a:cubicBezTo>
                <a:cubicBezTo>
                  <a:pt x="175" y="2"/>
                  <a:pt x="186" y="0"/>
                  <a:pt x="197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5" name="Freeform 16">
            <a:extLst xmlns:a="http://schemas.openxmlformats.org/drawingml/2006/main">
              <a:ext uri="{FF2B5EF4-FFF2-40B4-BE49-F238E27FC236}">
                <a16:creationId xmlns:a16="http://schemas.microsoft.com/office/drawing/2014/main" id="{BC3099EA-14A3-4C01-8589-EB78F6669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5059" y="361297"/>
            <a:ext cx="57594" cy="63867"/>
          </a:xfrm>
          <a:custGeom xmlns:a="http://schemas.openxmlformats.org/drawingml/2006/main">
            <a:gdLst>
              <a:gd name="T0" fmla="*/ 114 w 114"/>
              <a:gd name="T1" fmla="*/ 70 h 126"/>
              <a:gd name="T2" fmla="*/ 101 w 114"/>
              <a:gd name="T3" fmla="*/ 91 h 126"/>
              <a:gd name="T4" fmla="*/ 78 w 114"/>
              <a:gd name="T5" fmla="*/ 97 h 126"/>
              <a:gd name="T6" fmla="*/ 58 w 114"/>
              <a:gd name="T7" fmla="*/ 106 h 126"/>
              <a:gd name="T8" fmla="*/ 40 w 114"/>
              <a:gd name="T9" fmla="*/ 121 h 126"/>
              <a:gd name="T10" fmla="*/ 31 w 114"/>
              <a:gd name="T11" fmla="*/ 125 h 126"/>
              <a:gd name="T12" fmla="*/ 23 w 114"/>
              <a:gd name="T13" fmla="*/ 122 h 126"/>
              <a:gd name="T14" fmla="*/ 23 w 114"/>
              <a:gd name="T15" fmla="*/ 112 h 126"/>
              <a:gd name="T16" fmla="*/ 26 w 114"/>
              <a:gd name="T17" fmla="*/ 68 h 126"/>
              <a:gd name="T18" fmla="*/ 16 w 114"/>
              <a:gd name="T19" fmla="*/ 50 h 126"/>
              <a:gd name="T20" fmla="*/ 11 w 114"/>
              <a:gd name="T21" fmla="*/ 39 h 126"/>
              <a:gd name="T22" fmla="*/ 3 w 114"/>
              <a:gd name="T23" fmla="*/ 21 h 126"/>
              <a:gd name="T24" fmla="*/ 3 w 114"/>
              <a:gd name="T25" fmla="*/ 6 h 126"/>
              <a:gd name="T26" fmla="*/ 12 w 114"/>
              <a:gd name="T27" fmla="*/ 0 h 126"/>
              <a:gd name="T28" fmla="*/ 18 w 114"/>
              <a:gd name="T29" fmla="*/ 1 h 126"/>
              <a:gd name="T30" fmla="*/ 50 w 114"/>
              <a:gd name="T31" fmla="*/ 12 h 126"/>
              <a:gd name="T32" fmla="*/ 86 w 114"/>
              <a:gd name="T33" fmla="*/ 31 h 126"/>
              <a:gd name="T34" fmla="*/ 106 w 114"/>
              <a:gd name="T35" fmla="*/ 48 h 126"/>
              <a:gd name="T36" fmla="*/ 114 w 114"/>
              <a:gd name="T37" fmla="*/ 70 h 126"/>
            </a:gdLst>
            <a:rect l="0" t="0" r="r" b="b"/>
            <a:pathLst>
              <a:path w="114" h="126">
                <a:moveTo>
                  <a:pt x="114" y="70"/>
                </a:moveTo>
                <a:cubicBezTo>
                  <a:pt x="114" y="79"/>
                  <a:pt x="109" y="86"/>
                  <a:pt x="101" y="91"/>
                </a:cubicBezTo>
                <a:cubicBezTo>
                  <a:pt x="94" y="95"/>
                  <a:pt x="86" y="97"/>
                  <a:pt x="78" y="97"/>
                </a:cubicBezTo>
                <a:cubicBezTo>
                  <a:pt x="64" y="97"/>
                  <a:pt x="66" y="98"/>
                  <a:pt x="58" y="106"/>
                </a:cubicBezTo>
                <a:cubicBezTo>
                  <a:pt x="52" y="111"/>
                  <a:pt x="46" y="116"/>
                  <a:pt x="40" y="121"/>
                </a:cubicBezTo>
                <a:cubicBezTo>
                  <a:pt x="38" y="123"/>
                  <a:pt x="35" y="124"/>
                  <a:pt x="31" y="125"/>
                </a:cubicBezTo>
                <a:cubicBezTo>
                  <a:pt x="28" y="126"/>
                  <a:pt x="25" y="125"/>
                  <a:pt x="23" y="122"/>
                </a:cubicBezTo>
                <a:cubicBezTo>
                  <a:pt x="22" y="118"/>
                  <a:pt x="21" y="115"/>
                  <a:pt x="23" y="112"/>
                </a:cubicBezTo>
                <a:cubicBezTo>
                  <a:pt x="33" y="98"/>
                  <a:pt x="33" y="83"/>
                  <a:pt x="26" y="68"/>
                </a:cubicBezTo>
                <a:cubicBezTo>
                  <a:pt x="23" y="61"/>
                  <a:pt x="19" y="56"/>
                  <a:pt x="16" y="50"/>
                </a:cubicBezTo>
                <a:cubicBezTo>
                  <a:pt x="14" y="46"/>
                  <a:pt x="12" y="43"/>
                  <a:pt x="11" y="39"/>
                </a:cubicBezTo>
                <a:cubicBezTo>
                  <a:pt x="9" y="33"/>
                  <a:pt x="7" y="27"/>
                  <a:pt x="3" y="21"/>
                </a:cubicBezTo>
                <a:cubicBezTo>
                  <a:pt x="0" y="17"/>
                  <a:pt x="0" y="12"/>
                  <a:pt x="3" y="6"/>
                </a:cubicBezTo>
                <a:cubicBezTo>
                  <a:pt x="5" y="2"/>
                  <a:pt x="8" y="0"/>
                  <a:pt x="12" y="0"/>
                </a:cubicBezTo>
                <a:cubicBezTo>
                  <a:pt x="14" y="0"/>
                  <a:pt x="16" y="1"/>
                  <a:pt x="18" y="1"/>
                </a:cubicBezTo>
                <a:cubicBezTo>
                  <a:pt x="29" y="3"/>
                  <a:pt x="40" y="7"/>
                  <a:pt x="50" y="12"/>
                </a:cubicBezTo>
                <a:cubicBezTo>
                  <a:pt x="62" y="19"/>
                  <a:pt x="74" y="25"/>
                  <a:pt x="86" y="31"/>
                </a:cubicBezTo>
                <a:cubicBezTo>
                  <a:pt x="94" y="36"/>
                  <a:pt x="101" y="41"/>
                  <a:pt x="106" y="48"/>
                </a:cubicBezTo>
                <a:cubicBezTo>
                  <a:pt x="111" y="54"/>
                  <a:pt x="114" y="61"/>
                  <a:pt x="114" y="7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6" name="Freeform 24">
            <a:extLst xmlns:a="http://schemas.openxmlformats.org/drawingml/2006/main">
              <a:ext uri="{FF2B5EF4-FFF2-40B4-BE49-F238E27FC236}">
                <a16:creationId xmlns:a16="http://schemas.microsoft.com/office/drawing/2014/main" id="{FA6DE030-43AE-4F76-9146-095582DAA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4717" y="420032"/>
            <a:ext cx="56454" cy="76412"/>
          </a:xfrm>
          <a:custGeom xmlns:a="http://schemas.openxmlformats.org/drawingml/2006/main">
            <a:gdLst>
              <a:gd name="T0" fmla="*/ 111 w 111"/>
              <a:gd name="T1" fmla="*/ 118 h 150"/>
              <a:gd name="T2" fmla="*/ 108 w 111"/>
              <a:gd name="T3" fmla="*/ 125 h 150"/>
              <a:gd name="T4" fmla="*/ 94 w 111"/>
              <a:gd name="T5" fmla="*/ 142 h 150"/>
              <a:gd name="T6" fmla="*/ 80 w 111"/>
              <a:gd name="T7" fmla="*/ 149 h 150"/>
              <a:gd name="T8" fmla="*/ 72 w 111"/>
              <a:gd name="T9" fmla="*/ 144 h 150"/>
              <a:gd name="T10" fmla="*/ 66 w 111"/>
              <a:gd name="T11" fmla="*/ 117 h 150"/>
              <a:gd name="T12" fmla="*/ 59 w 111"/>
              <a:gd name="T13" fmla="*/ 90 h 150"/>
              <a:gd name="T14" fmla="*/ 50 w 111"/>
              <a:gd name="T15" fmla="*/ 75 h 150"/>
              <a:gd name="T16" fmla="*/ 19 w 111"/>
              <a:gd name="T17" fmla="*/ 40 h 150"/>
              <a:gd name="T18" fmla="*/ 6 w 111"/>
              <a:gd name="T19" fmla="*/ 27 h 150"/>
              <a:gd name="T20" fmla="*/ 0 w 111"/>
              <a:gd name="T21" fmla="*/ 10 h 150"/>
              <a:gd name="T22" fmla="*/ 0 w 111"/>
              <a:gd name="T23" fmla="*/ 8 h 150"/>
              <a:gd name="T24" fmla="*/ 9 w 111"/>
              <a:gd name="T25" fmla="*/ 2 h 150"/>
              <a:gd name="T26" fmla="*/ 18 w 111"/>
              <a:gd name="T27" fmla="*/ 7 h 150"/>
              <a:gd name="T28" fmla="*/ 27 w 111"/>
              <a:gd name="T29" fmla="*/ 15 h 150"/>
              <a:gd name="T30" fmla="*/ 44 w 111"/>
              <a:gd name="T31" fmla="*/ 26 h 150"/>
              <a:gd name="T32" fmla="*/ 85 w 111"/>
              <a:gd name="T33" fmla="*/ 57 h 150"/>
              <a:gd name="T34" fmla="*/ 110 w 111"/>
              <a:gd name="T35" fmla="*/ 114 h 150"/>
              <a:gd name="T36" fmla="*/ 110 w 111"/>
              <a:gd name="T37" fmla="*/ 117 h 150"/>
              <a:gd name="T38" fmla="*/ 111 w 111"/>
              <a:gd name="T39" fmla="*/ 118 h 150"/>
            </a:gdLst>
            <a:rect l="0" t="0" r="r" b="b"/>
            <a:pathLst>
              <a:path w="111" h="150">
                <a:moveTo>
                  <a:pt x="111" y="118"/>
                </a:moveTo>
                <a:cubicBezTo>
                  <a:pt x="110" y="120"/>
                  <a:pt x="109" y="123"/>
                  <a:pt x="108" y="125"/>
                </a:cubicBezTo>
                <a:cubicBezTo>
                  <a:pt x="103" y="131"/>
                  <a:pt x="99" y="136"/>
                  <a:pt x="94" y="142"/>
                </a:cubicBezTo>
                <a:cubicBezTo>
                  <a:pt x="90" y="146"/>
                  <a:pt x="86" y="148"/>
                  <a:pt x="80" y="149"/>
                </a:cubicBezTo>
                <a:cubicBezTo>
                  <a:pt x="75" y="150"/>
                  <a:pt x="73" y="149"/>
                  <a:pt x="72" y="144"/>
                </a:cubicBezTo>
                <a:cubicBezTo>
                  <a:pt x="70" y="135"/>
                  <a:pt x="68" y="126"/>
                  <a:pt x="66" y="117"/>
                </a:cubicBezTo>
                <a:cubicBezTo>
                  <a:pt x="64" y="108"/>
                  <a:pt x="63" y="99"/>
                  <a:pt x="59" y="90"/>
                </a:cubicBezTo>
                <a:cubicBezTo>
                  <a:pt x="57" y="85"/>
                  <a:pt x="54" y="80"/>
                  <a:pt x="50" y="75"/>
                </a:cubicBezTo>
                <a:cubicBezTo>
                  <a:pt x="40" y="63"/>
                  <a:pt x="29" y="51"/>
                  <a:pt x="19" y="40"/>
                </a:cubicBezTo>
                <a:cubicBezTo>
                  <a:pt x="15" y="35"/>
                  <a:pt x="11" y="31"/>
                  <a:pt x="6" y="27"/>
                </a:cubicBezTo>
                <a:cubicBezTo>
                  <a:pt x="1" y="22"/>
                  <a:pt x="0" y="17"/>
                  <a:pt x="0" y="10"/>
                </a:cubicBezTo>
                <a:cubicBezTo>
                  <a:pt x="0" y="9"/>
                  <a:pt x="0" y="9"/>
                  <a:pt x="0" y="8"/>
                </a:cubicBezTo>
                <a:cubicBezTo>
                  <a:pt x="2" y="1"/>
                  <a:pt x="3" y="0"/>
                  <a:pt x="9" y="2"/>
                </a:cubicBezTo>
                <a:cubicBezTo>
                  <a:pt x="12" y="4"/>
                  <a:pt x="15" y="5"/>
                  <a:pt x="18" y="7"/>
                </a:cubicBezTo>
                <a:cubicBezTo>
                  <a:pt x="21" y="10"/>
                  <a:pt x="24" y="12"/>
                  <a:pt x="27" y="15"/>
                </a:cubicBezTo>
                <a:cubicBezTo>
                  <a:pt x="32" y="20"/>
                  <a:pt x="38" y="24"/>
                  <a:pt x="44" y="26"/>
                </a:cubicBezTo>
                <a:cubicBezTo>
                  <a:pt x="61" y="33"/>
                  <a:pt x="74" y="43"/>
                  <a:pt x="85" y="57"/>
                </a:cubicBezTo>
                <a:cubicBezTo>
                  <a:pt x="98" y="73"/>
                  <a:pt x="107" y="92"/>
                  <a:pt x="110" y="114"/>
                </a:cubicBezTo>
                <a:cubicBezTo>
                  <a:pt x="110" y="115"/>
                  <a:pt x="110" y="116"/>
                  <a:pt x="110" y="117"/>
                </a:cubicBezTo>
                <a:cubicBezTo>
                  <a:pt x="110" y="117"/>
                  <a:pt x="110" y="118"/>
                  <a:pt x="111" y="1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7" name="Freeform 26">
            <a:extLst xmlns:a="http://schemas.openxmlformats.org/drawingml/2006/main">
              <a:ext uri="{FF2B5EF4-FFF2-40B4-BE49-F238E27FC236}">
                <a16:creationId xmlns:a16="http://schemas.microsoft.com/office/drawing/2014/main" id="{D602854E-2465-4CF3-BBB1-C2FCF1C56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4100" y="564304"/>
            <a:ext cx="41057" cy="50181"/>
          </a:xfrm>
          <a:custGeom xmlns:a="http://schemas.openxmlformats.org/drawingml/2006/main">
            <a:gdLst>
              <a:gd name="T0" fmla="*/ 0 w 81"/>
              <a:gd name="T1" fmla="*/ 18 h 99"/>
              <a:gd name="T2" fmla="*/ 1 w 81"/>
              <a:gd name="T3" fmla="*/ 9 h 99"/>
              <a:gd name="T4" fmla="*/ 11 w 81"/>
              <a:gd name="T5" fmla="*/ 1 h 99"/>
              <a:gd name="T6" fmla="*/ 50 w 81"/>
              <a:gd name="T7" fmla="*/ 12 h 99"/>
              <a:gd name="T8" fmla="*/ 78 w 81"/>
              <a:gd name="T9" fmla="*/ 44 h 99"/>
              <a:gd name="T10" fmla="*/ 80 w 81"/>
              <a:gd name="T11" fmla="*/ 51 h 99"/>
              <a:gd name="T12" fmla="*/ 77 w 81"/>
              <a:gd name="T13" fmla="*/ 79 h 99"/>
              <a:gd name="T14" fmla="*/ 43 w 81"/>
              <a:gd name="T15" fmla="*/ 92 h 99"/>
              <a:gd name="T16" fmla="*/ 30 w 81"/>
              <a:gd name="T17" fmla="*/ 81 h 99"/>
              <a:gd name="T18" fmla="*/ 12 w 81"/>
              <a:gd name="T19" fmla="*/ 60 h 99"/>
              <a:gd name="T20" fmla="*/ 1 w 81"/>
              <a:gd name="T21" fmla="*/ 24 h 99"/>
              <a:gd name="T22" fmla="*/ 1 w 81"/>
              <a:gd name="T23" fmla="*/ 18 h 99"/>
              <a:gd name="T24" fmla="*/ 0 w 81"/>
              <a:gd name="T25" fmla="*/ 18 h 99"/>
            </a:gdLst>
            <a:rect l="0" t="0" r="r" b="b"/>
            <a:pathLst>
              <a:path w="81" h="99">
                <a:moveTo>
                  <a:pt x="0" y="18"/>
                </a:moveTo>
                <a:cubicBezTo>
                  <a:pt x="1" y="15"/>
                  <a:pt x="1" y="12"/>
                  <a:pt x="1" y="9"/>
                </a:cubicBezTo>
                <a:cubicBezTo>
                  <a:pt x="2" y="4"/>
                  <a:pt x="5" y="1"/>
                  <a:pt x="11" y="1"/>
                </a:cubicBezTo>
                <a:cubicBezTo>
                  <a:pt x="25" y="0"/>
                  <a:pt x="39" y="2"/>
                  <a:pt x="50" y="12"/>
                </a:cubicBezTo>
                <a:cubicBezTo>
                  <a:pt x="62" y="21"/>
                  <a:pt x="70" y="32"/>
                  <a:pt x="78" y="44"/>
                </a:cubicBezTo>
                <a:cubicBezTo>
                  <a:pt x="79" y="46"/>
                  <a:pt x="80" y="49"/>
                  <a:pt x="80" y="51"/>
                </a:cubicBezTo>
                <a:cubicBezTo>
                  <a:pt x="81" y="61"/>
                  <a:pt x="80" y="70"/>
                  <a:pt x="77" y="79"/>
                </a:cubicBezTo>
                <a:cubicBezTo>
                  <a:pt x="74" y="89"/>
                  <a:pt x="57" y="99"/>
                  <a:pt x="43" y="92"/>
                </a:cubicBezTo>
                <a:cubicBezTo>
                  <a:pt x="38" y="89"/>
                  <a:pt x="33" y="86"/>
                  <a:pt x="30" y="81"/>
                </a:cubicBezTo>
                <a:cubicBezTo>
                  <a:pt x="24" y="74"/>
                  <a:pt x="18" y="67"/>
                  <a:pt x="12" y="60"/>
                </a:cubicBezTo>
                <a:cubicBezTo>
                  <a:pt x="4" y="49"/>
                  <a:pt x="2" y="37"/>
                  <a:pt x="1" y="24"/>
                </a:cubicBezTo>
                <a:cubicBezTo>
                  <a:pt x="1" y="22"/>
                  <a:pt x="1" y="20"/>
                  <a:pt x="1" y="18"/>
                </a:cubicBezTo>
                <a:cubicBezTo>
                  <a:pt x="1" y="18"/>
                  <a:pt x="1" y="18"/>
                  <a:pt x="0" y="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6081FC23-F635-4472-91E5-F5C407115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7552" y="552329"/>
            <a:ext cx="43908" cy="50751"/>
          </a:xfrm>
          <a:custGeom xmlns:a="http://schemas.openxmlformats.org/drawingml/2006/main">
            <a:gdLst>
              <a:gd name="T0" fmla="*/ 38 w 87"/>
              <a:gd name="T1" fmla="*/ 100 h 100"/>
              <a:gd name="T2" fmla="*/ 27 w 87"/>
              <a:gd name="T3" fmla="*/ 98 h 100"/>
              <a:gd name="T4" fmla="*/ 22 w 87"/>
              <a:gd name="T5" fmla="*/ 91 h 100"/>
              <a:gd name="T6" fmla="*/ 17 w 87"/>
              <a:gd name="T7" fmla="*/ 65 h 100"/>
              <a:gd name="T8" fmla="*/ 1 w 87"/>
              <a:gd name="T9" fmla="*/ 16 h 100"/>
              <a:gd name="T10" fmla="*/ 0 w 87"/>
              <a:gd name="T11" fmla="*/ 4 h 100"/>
              <a:gd name="T12" fmla="*/ 4 w 87"/>
              <a:gd name="T13" fmla="*/ 0 h 100"/>
              <a:gd name="T14" fmla="*/ 12 w 87"/>
              <a:gd name="T15" fmla="*/ 0 h 100"/>
              <a:gd name="T16" fmla="*/ 20 w 87"/>
              <a:gd name="T17" fmla="*/ 4 h 100"/>
              <a:gd name="T18" fmla="*/ 31 w 87"/>
              <a:gd name="T19" fmla="*/ 12 h 100"/>
              <a:gd name="T20" fmla="*/ 65 w 87"/>
              <a:gd name="T21" fmla="*/ 41 h 100"/>
              <a:gd name="T22" fmla="*/ 78 w 87"/>
              <a:gd name="T23" fmla="*/ 56 h 100"/>
              <a:gd name="T24" fmla="*/ 73 w 87"/>
              <a:gd name="T25" fmla="*/ 87 h 100"/>
              <a:gd name="T26" fmla="*/ 38 w 87"/>
              <a:gd name="T27" fmla="*/ 100 h 100"/>
            </a:gdLst>
            <a:rect l="0" t="0" r="r" b="b"/>
            <a:pathLst>
              <a:path w="87" h="100">
                <a:moveTo>
                  <a:pt x="38" y="100"/>
                </a:moveTo>
                <a:cubicBezTo>
                  <a:pt x="34" y="99"/>
                  <a:pt x="31" y="99"/>
                  <a:pt x="27" y="98"/>
                </a:cubicBezTo>
                <a:cubicBezTo>
                  <a:pt x="24" y="97"/>
                  <a:pt x="22" y="94"/>
                  <a:pt x="22" y="91"/>
                </a:cubicBezTo>
                <a:cubicBezTo>
                  <a:pt x="23" y="81"/>
                  <a:pt x="20" y="73"/>
                  <a:pt x="17" y="65"/>
                </a:cubicBezTo>
                <a:cubicBezTo>
                  <a:pt x="11" y="49"/>
                  <a:pt x="4" y="33"/>
                  <a:pt x="1" y="16"/>
                </a:cubicBezTo>
                <a:cubicBezTo>
                  <a:pt x="0" y="12"/>
                  <a:pt x="0" y="8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7" y="0"/>
                  <a:pt x="10" y="0"/>
                  <a:pt x="12" y="0"/>
                </a:cubicBezTo>
                <a:cubicBezTo>
                  <a:pt x="15" y="1"/>
                  <a:pt x="18" y="2"/>
                  <a:pt x="20" y="4"/>
                </a:cubicBezTo>
                <a:cubicBezTo>
                  <a:pt x="24" y="7"/>
                  <a:pt x="28" y="9"/>
                  <a:pt x="31" y="12"/>
                </a:cubicBezTo>
                <a:cubicBezTo>
                  <a:pt x="42" y="22"/>
                  <a:pt x="54" y="31"/>
                  <a:pt x="65" y="41"/>
                </a:cubicBezTo>
                <a:cubicBezTo>
                  <a:pt x="70" y="45"/>
                  <a:pt x="74" y="51"/>
                  <a:pt x="78" y="56"/>
                </a:cubicBezTo>
                <a:cubicBezTo>
                  <a:pt x="87" y="69"/>
                  <a:pt x="85" y="78"/>
                  <a:pt x="73" y="87"/>
                </a:cubicBezTo>
                <a:cubicBezTo>
                  <a:pt x="64" y="95"/>
                  <a:pt x="50" y="100"/>
                  <a:pt x="38" y="1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9" name="Freeform 36">
            <a:extLst xmlns:a="http://schemas.openxmlformats.org/drawingml/2006/main">
              <a:ext uri="{FF2B5EF4-FFF2-40B4-BE49-F238E27FC236}">
                <a16:creationId xmlns:a16="http://schemas.microsoft.com/office/drawing/2014/main" id="{3BB77DE5-FFFE-46A3-985B-E60A41DDE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3006" y="481619"/>
            <a:ext cx="22809" cy="43908"/>
          </a:xfrm>
          <a:custGeom xmlns:a="http://schemas.openxmlformats.org/drawingml/2006/main">
            <a:gdLst>
              <a:gd name="T0" fmla="*/ 6 w 44"/>
              <a:gd name="T1" fmla="*/ 57 h 87"/>
              <a:gd name="T2" fmla="*/ 2 w 44"/>
              <a:gd name="T3" fmla="*/ 8 h 87"/>
              <a:gd name="T4" fmla="*/ 3 w 44"/>
              <a:gd name="T5" fmla="*/ 2 h 87"/>
              <a:gd name="T6" fmla="*/ 10 w 44"/>
              <a:gd name="T7" fmla="*/ 2 h 87"/>
              <a:gd name="T8" fmla="*/ 15 w 44"/>
              <a:gd name="T9" fmla="*/ 6 h 87"/>
              <a:gd name="T10" fmla="*/ 29 w 44"/>
              <a:gd name="T11" fmla="*/ 22 h 87"/>
              <a:gd name="T12" fmla="*/ 39 w 44"/>
              <a:gd name="T13" fmla="*/ 36 h 87"/>
              <a:gd name="T14" fmla="*/ 43 w 44"/>
              <a:gd name="T15" fmla="*/ 52 h 87"/>
              <a:gd name="T16" fmla="*/ 38 w 44"/>
              <a:gd name="T17" fmla="*/ 74 h 87"/>
              <a:gd name="T18" fmla="*/ 16 w 44"/>
              <a:gd name="T19" fmla="*/ 87 h 87"/>
              <a:gd name="T20" fmla="*/ 8 w 44"/>
              <a:gd name="T21" fmla="*/ 81 h 87"/>
              <a:gd name="T22" fmla="*/ 6 w 44"/>
              <a:gd name="T23" fmla="*/ 65 h 87"/>
              <a:gd name="T24" fmla="*/ 6 w 44"/>
              <a:gd name="T25" fmla="*/ 57 h 87"/>
            </a:gdLst>
            <a:rect l="0" t="0" r="r" b="b"/>
            <a:pathLst>
              <a:path w="44" h="87">
                <a:moveTo>
                  <a:pt x="6" y="57"/>
                </a:moveTo>
                <a:cubicBezTo>
                  <a:pt x="7" y="39"/>
                  <a:pt x="5" y="23"/>
                  <a:pt x="2" y="8"/>
                </a:cubicBezTo>
                <a:cubicBezTo>
                  <a:pt x="1" y="6"/>
                  <a:pt x="0" y="3"/>
                  <a:pt x="3" y="2"/>
                </a:cubicBezTo>
                <a:cubicBezTo>
                  <a:pt x="5" y="0"/>
                  <a:pt x="7" y="0"/>
                  <a:pt x="10" y="2"/>
                </a:cubicBezTo>
                <a:cubicBezTo>
                  <a:pt x="12" y="3"/>
                  <a:pt x="14" y="4"/>
                  <a:pt x="15" y="6"/>
                </a:cubicBezTo>
                <a:cubicBezTo>
                  <a:pt x="20" y="11"/>
                  <a:pt x="25" y="17"/>
                  <a:pt x="29" y="22"/>
                </a:cubicBezTo>
                <a:cubicBezTo>
                  <a:pt x="33" y="27"/>
                  <a:pt x="36" y="32"/>
                  <a:pt x="39" y="36"/>
                </a:cubicBezTo>
                <a:cubicBezTo>
                  <a:pt x="42" y="41"/>
                  <a:pt x="44" y="46"/>
                  <a:pt x="43" y="52"/>
                </a:cubicBezTo>
                <a:cubicBezTo>
                  <a:pt x="42" y="59"/>
                  <a:pt x="41" y="67"/>
                  <a:pt x="38" y="74"/>
                </a:cubicBezTo>
                <a:cubicBezTo>
                  <a:pt x="33" y="83"/>
                  <a:pt x="27" y="87"/>
                  <a:pt x="16" y="87"/>
                </a:cubicBezTo>
                <a:cubicBezTo>
                  <a:pt x="12" y="87"/>
                  <a:pt x="10" y="85"/>
                  <a:pt x="8" y="81"/>
                </a:cubicBezTo>
                <a:cubicBezTo>
                  <a:pt x="6" y="76"/>
                  <a:pt x="6" y="71"/>
                  <a:pt x="6" y="65"/>
                </a:cubicBezTo>
                <a:cubicBezTo>
                  <a:pt x="6" y="62"/>
                  <a:pt x="6" y="59"/>
                  <a:pt x="6" y="5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5" name="Freeform 8">
            <a:extLst xmlns:a="http://schemas.openxmlformats.org/drawingml/2006/main">
              <a:ext uri="{FF2B5EF4-FFF2-40B4-BE49-F238E27FC236}">
                <a16:creationId xmlns:a16="http://schemas.microsoft.com/office/drawing/2014/main" id="{68C1D96A-047F-4132-ACA0-AEEB1D731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7780" y="329883"/>
            <a:ext cx="445930" cy="444892"/>
          </a:xfrm>
          <a:custGeom xmlns:a="http://schemas.openxmlformats.org/drawingml/2006/main"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Freeform 42">
            <a:extLst xmlns:a="http://schemas.openxmlformats.org/drawingml/2006/main">
              <a:ext uri="{FF2B5EF4-FFF2-40B4-BE49-F238E27FC236}">
                <a16:creationId xmlns:a16="http://schemas.microsoft.com/office/drawing/2014/main" id="{51A5F17C-D7DF-41A8-AAE1-CE30A04EC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5990" y="387574"/>
            <a:ext cx="328990" cy="328471"/>
          </a:xfrm>
          <a:custGeom xmlns:a="http://schemas.openxmlformats.org/drawingml/2006/main"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7" name="Freeform 43">
            <a:extLst xmlns:a="http://schemas.openxmlformats.org/drawingml/2006/main">
              <a:ext uri="{FF2B5EF4-FFF2-40B4-BE49-F238E27FC236}">
                <a16:creationId xmlns:a16="http://schemas.microsoft.com/office/drawing/2014/main" id="{297A2126-77FC-4EA9-8B61-E5D167049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836" y="420317"/>
            <a:ext cx="36381" cy="43657"/>
          </a:xfrm>
          <a:custGeom xmlns:a="http://schemas.openxmlformats.org/drawingml/2006/main"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8" name="Freeform 44">
            <a:extLst xmlns:a="http://schemas.openxmlformats.org/drawingml/2006/main">
              <a:ext uri="{FF2B5EF4-FFF2-40B4-BE49-F238E27FC236}">
                <a16:creationId xmlns:a16="http://schemas.microsoft.com/office/drawing/2014/main" id="{4D355364-2FE1-42DB-AEF4-4A534FB27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451" y="502955"/>
            <a:ext cx="34822" cy="37420"/>
          </a:xfrm>
          <a:custGeom xmlns:a="http://schemas.openxmlformats.org/drawingml/2006/main"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9" name="Freeform 45">
            <a:extLst xmlns:a="http://schemas.openxmlformats.org/drawingml/2006/main">
              <a:ext uri="{FF2B5EF4-FFF2-40B4-BE49-F238E27FC236}">
                <a16:creationId xmlns:a16="http://schemas.microsoft.com/office/drawing/2014/main" id="{E1ACE8F0-0B89-4F41-92EF-12F33695C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0534" y="383416"/>
            <a:ext cx="37940" cy="40539"/>
          </a:xfrm>
          <a:custGeom xmlns:a="http://schemas.openxmlformats.org/drawingml/2006/main"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0" name="Freeform 46">
            <a:extLst xmlns:a="http://schemas.openxmlformats.org/drawingml/2006/main">
              <a:ext uri="{FF2B5EF4-FFF2-40B4-BE49-F238E27FC236}">
                <a16:creationId xmlns:a16="http://schemas.microsoft.com/office/drawing/2014/main" id="{F9EA3416-60B1-4D4B-8AA6-99CC8946B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451" y="561165"/>
            <a:ext cx="32743" cy="31184"/>
          </a:xfrm>
          <a:custGeom xmlns:a="http://schemas.openxmlformats.org/drawingml/2006/main"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1" name="Freeform 47">
            <a:extLst xmlns:a="http://schemas.openxmlformats.org/drawingml/2006/main">
              <a:ext uri="{FF2B5EF4-FFF2-40B4-BE49-F238E27FC236}">
                <a16:creationId xmlns:a16="http://schemas.microsoft.com/office/drawing/2014/main" id="{21599966-958B-4A34-ACEF-03CC131D8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2285" y="723322"/>
            <a:ext cx="22868" cy="32743"/>
          </a:xfrm>
          <a:custGeom xmlns:a="http://schemas.openxmlformats.org/drawingml/2006/main"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2" name="Freeform 48">
            <a:extLst xmlns:a="http://schemas.openxmlformats.org/drawingml/2006/main">
              <a:ext uri="{FF2B5EF4-FFF2-40B4-BE49-F238E27FC236}">
                <a16:creationId xmlns:a16="http://schemas.microsoft.com/office/drawing/2014/main" id="{60F4A060-DEE0-4B06-98EF-B7A93290F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8444" y="613138"/>
            <a:ext cx="33782" cy="29105"/>
          </a:xfrm>
          <a:custGeom xmlns:a="http://schemas.openxmlformats.org/drawingml/2006/main"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3" name="Freeform 49">
            <a:extLst xmlns:a="http://schemas.openxmlformats.org/drawingml/2006/main">
              <a:ext uri="{FF2B5EF4-FFF2-40B4-BE49-F238E27FC236}">
                <a16:creationId xmlns:a16="http://schemas.microsoft.com/office/drawing/2014/main" id="{5F2AAAF9-6679-49E3-83B0-7981CA4DA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8194" y="415639"/>
            <a:ext cx="40019" cy="43657"/>
          </a:xfrm>
          <a:custGeom xmlns:a="http://schemas.openxmlformats.org/drawingml/2006/main"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4" name="Freeform 50">
            <a:extLst xmlns:a="http://schemas.openxmlformats.org/drawingml/2006/main">
              <a:ext uri="{FF2B5EF4-FFF2-40B4-BE49-F238E27FC236}">
                <a16:creationId xmlns:a16="http://schemas.microsoft.com/office/drawing/2014/main" id="{0A347C6B-E0CC-4069-A71F-A6ADDAAF0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3113" y="709289"/>
            <a:ext cx="28065" cy="32223"/>
          </a:xfrm>
          <a:custGeom xmlns:a="http://schemas.openxmlformats.org/drawingml/2006/main"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5" name="Freeform 51">
            <a:extLst xmlns:a="http://schemas.openxmlformats.org/drawingml/2006/main">
              <a:ext uri="{FF2B5EF4-FFF2-40B4-BE49-F238E27FC236}">
                <a16:creationId xmlns:a16="http://schemas.microsoft.com/office/drawing/2014/main" id="{C45E50AB-0CE8-4079-9E67-3CBC4F205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6135" y="379258"/>
            <a:ext cx="37940" cy="36901"/>
          </a:xfrm>
          <a:custGeom xmlns:a="http://schemas.openxmlformats.org/drawingml/2006/main"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6" name="Freeform 52">
            <a:extLst xmlns:a="http://schemas.openxmlformats.org/drawingml/2006/main">
              <a:ext uri="{FF2B5EF4-FFF2-40B4-BE49-F238E27FC236}">
                <a16:creationId xmlns:a16="http://schemas.microsoft.com/office/drawing/2014/main" id="{D211ECC7-7EA3-4D16-9D43-F17A3447A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8397" y="345475"/>
            <a:ext cx="30144" cy="32743"/>
          </a:xfrm>
          <a:custGeom xmlns:a="http://schemas.openxmlformats.org/drawingml/2006/main"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7" name="Freeform 53">
            <a:extLst xmlns:a="http://schemas.openxmlformats.org/drawingml/2006/main">
              <a:ext uri="{FF2B5EF4-FFF2-40B4-BE49-F238E27FC236}">
                <a16:creationId xmlns:a16="http://schemas.microsoft.com/office/drawing/2014/main" id="{ED0FEF8A-309D-4030-BABC-6E522E911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5298" y="723322"/>
            <a:ext cx="23387" cy="33262"/>
          </a:xfrm>
          <a:custGeom xmlns:a="http://schemas.openxmlformats.org/drawingml/2006/main"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8" name="Freeform 54">
            <a:extLst xmlns:a="http://schemas.openxmlformats.org/drawingml/2006/main">
              <a:ext uri="{FF2B5EF4-FFF2-40B4-BE49-F238E27FC236}">
                <a16:creationId xmlns:a16="http://schemas.microsoft.com/office/drawing/2014/main" id="{5720D18E-9FDC-4C7D-BCE5-3D5E12125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5" y="351712"/>
            <a:ext cx="31183" cy="35341"/>
          </a:xfrm>
          <a:custGeom xmlns:a="http://schemas.openxmlformats.org/drawingml/2006/main"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9" name="Freeform 55">
            <a:extLst xmlns:a="http://schemas.openxmlformats.org/drawingml/2006/main">
              <a:ext uri="{FF2B5EF4-FFF2-40B4-BE49-F238E27FC236}">
                <a16:creationId xmlns:a16="http://schemas.microsoft.com/office/drawing/2014/main" id="{5DB85176-FB3F-4578-B51F-C983A79B0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303" y="471251"/>
            <a:ext cx="36381" cy="29105"/>
          </a:xfrm>
          <a:custGeom xmlns:a="http://schemas.openxmlformats.org/drawingml/2006/main"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0" name="Freeform 56">
            <a:extLst xmlns:a="http://schemas.openxmlformats.org/drawingml/2006/main">
              <a:ext uri="{FF2B5EF4-FFF2-40B4-BE49-F238E27FC236}">
                <a16:creationId xmlns:a16="http://schemas.microsoft.com/office/drawing/2014/main" id="{97665A09-7829-4F45-BD22-0A604D86E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823" y="607941"/>
            <a:ext cx="35861" cy="33262"/>
          </a:xfrm>
          <a:custGeom xmlns:a="http://schemas.openxmlformats.org/drawingml/2006/main"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1" name="Freeform 57">
            <a:extLst xmlns:a="http://schemas.openxmlformats.org/drawingml/2006/main">
              <a:ext uri="{FF2B5EF4-FFF2-40B4-BE49-F238E27FC236}">
                <a16:creationId xmlns:a16="http://schemas.microsoft.com/office/drawing/2014/main" id="{1482DEDA-F1B9-4767-A27A-F57CA2D83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816" y="556487"/>
            <a:ext cx="31703" cy="28065"/>
          </a:xfrm>
          <a:custGeom xmlns:a="http://schemas.openxmlformats.org/drawingml/2006/main"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2" name="Freeform 58">
            <a:extLst xmlns:a="http://schemas.openxmlformats.org/drawingml/2006/main">
              <a:ext uri="{FF2B5EF4-FFF2-40B4-BE49-F238E27FC236}">
                <a16:creationId xmlns:a16="http://schemas.microsoft.com/office/drawing/2014/main" id="{5DA987FB-6600-4219-A82B-A035BEB2C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8830" y="357949"/>
            <a:ext cx="28585" cy="35861"/>
          </a:xfrm>
          <a:custGeom xmlns:a="http://schemas.openxmlformats.org/drawingml/2006/main"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3" name="Freeform 59">
            <a:extLst xmlns:a="http://schemas.openxmlformats.org/drawingml/2006/main">
              <a:ext uri="{FF2B5EF4-FFF2-40B4-BE49-F238E27FC236}">
                <a16:creationId xmlns:a16="http://schemas.microsoft.com/office/drawing/2014/main" id="{3D90F23C-4F3E-413D-9CE5-B71AF87D6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9484" y="461896"/>
            <a:ext cx="32743" cy="28585"/>
          </a:xfrm>
          <a:custGeom xmlns:a="http://schemas.openxmlformats.org/drawingml/2006/main"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4" name="Freeform 60">
            <a:extLst xmlns:a="http://schemas.openxmlformats.org/drawingml/2006/main">
              <a:ext uri="{FF2B5EF4-FFF2-40B4-BE49-F238E27FC236}">
                <a16:creationId xmlns:a16="http://schemas.microsoft.com/office/drawing/2014/main" id="{5856B64C-1C49-45CE-B1F2-65C4C4BBA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297" y="515428"/>
            <a:ext cx="31703" cy="20789"/>
          </a:xfrm>
          <a:custGeom xmlns:a="http://schemas.openxmlformats.org/drawingml/2006/main"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5" name="Freeform 61">
            <a:extLst xmlns:a="http://schemas.openxmlformats.org/drawingml/2006/main">
              <a:ext uri="{FF2B5EF4-FFF2-40B4-BE49-F238E27FC236}">
                <a16:creationId xmlns:a16="http://schemas.microsoft.com/office/drawing/2014/main" id="{B73396CF-21B7-4FBA-98BB-96FE2E720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6212" y="349113"/>
            <a:ext cx="19230" cy="32223"/>
          </a:xfrm>
          <a:custGeom xmlns:a="http://schemas.openxmlformats.org/drawingml/2006/main"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6" name="Freeform 62">
            <a:extLst xmlns:a="http://schemas.openxmlformats.org/drawingml/2006/main">
              <a:ext uri="{FF2B5EF4-FFF2-40B4-BE49-F238E27FC236}">
                <a16:creationId xmlns:a16="http://schemas.microsoft.com/office/drawing/2014/main" id="{3A04C38A-D69B-4469-94C7-9077BB27B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8753" y="711368"/>
            <a:ext cx="23907" cy="31184"/>
          </a:xfrm>
          <a:custGeom xmlns:a="http://schemas.openxmlformats.org/drawingml/2006/main"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7" name="Freeform 71">
            <a:extLst xmlns:a="http://schemas.openxmlformats.org/drawingml/2006/main">
              <a:ext uri="{FF2B5EF4-FFF2-40B4-BE49-F238E27FC236}">
                <a16:creationId xmlns:a16="http://schemas.microsoft.com/office/drawing/2014/main" id="{06090060-2138-4506-AFD1-44BC82161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0023" y="401606"/>
            <a:ext cx="301445" cy="300925"/>
          </a:xfrm>
          <a:custGeom xmlns:a="http://schemas.openxmlformats.org/drawingml/2006/main"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6" name="标题 1">
            <a:extLst xmlns:a="http://schemas.openxmlformats.org/drawingml/2006/main">
              <a:ext uri="{FF2B5EF4-FFF2-40B4-BE49-F238E27FC236}">
                <a16:creationId xmlns:a16="http://schemas.microsoft.com/office/drawing/2014/main" id="{2017F8FD-37E5-45E4-9443-5851858C6701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42913" y="243569"/>
            <a:ext cx="9056851" cy="61751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400" b="1" kern="1200" baseline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/>
        </p:txBody>
      </p:sp>
      <p:sp>
        <p:nvSpPr>
          <p:cNvPr id="178" name="直接连接符 177">
            <a:extLst xmlns:a="http://schemas.openxmlformats.org/drawingml/2006/main">
              <a:ext uri="{FF2B5EF4-FFF2-40B4-BE49-F238E27FC236}">
                <a16:creationId xmlns:a16="http://schemas.microsoft.com/office/drawing/2014/main" id="{FEBE569D-DD0C-4FE7-A6A6-2724434D9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06" y="867990"/>
            <a:ext cx="2433027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6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79" name="直接连接符 178">
            <a:extLst xmlns:a="http://schemas.openxmlformats.org/drawingml/2006/main">
              <a:ext uri="{FF2B5EF4-FFF2-40B4-BE49-F238E27FC236}">
                <a16:creationId xmlns:a16="http://schemas.microsoft.com/office/drawing/2014/main" id="{9A4B0C49-1C80-4A06-BBE2-036E9E008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06" y="867990"/>
            <a:ext cx="589713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1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AB10283B-735E-4C0C-8AB7-EC3E8831EB4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9005791" y="6394353"/>
            <a:ext cx="2743200" cy="2921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3" name="文本框 62">
            <a:extLst xmlns:a="http://schemas.openxmlformats.org/drawingml/2006/main">
              <a:ext uri="{FF2B5EF4-FFF2-40B4-BE49-F238E27FC236}">
                <a16:creationId xmlns:a16="http://schemas.microsoft.com/office/drawing/2014/main" id="{B260BAF8-D5F0-46B7-ADC5-FA83380E2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3" y="6394353"/>
            <a:ext cx="1545907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</p:sldLayout>
</file>

<file path=ppt/slideLayouts/slideLayout28.xml><?xml version="1.0" encoding="utf-8"?>
<p:sldLayout xmlns:p="http://schemas.openxmlformats.org/presentationml/2006/main" preserve="1" userDrawn="1">
  <p:cSld name="内容页-标题&amp;副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0" name="Freeform 17">
            <a:extLst xmlns:a="http://schemas.openxmlformats.org/drawingml/2006/main">
              <a:ext uri="{FF2B5EF4-FFF2-40B4-BE49-F238E27FC236}">
                <a16:creationId xmlns:a16="http://schemas.microsoft.com/office/drawing/2014/main" id="{BE49E6E6-DB84-49DC-B734-1579A7023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8081" y="688617"/>
            <a:ext cx="64437" cy="68999"/>
          </a:xfrm>
          <a:custGeom xmlns:a="http://schemas.openxmlformats.org/drawingml/2006/main">
            <a:gdLst>
              <a:gd name="T0" fmla="*/ 34 w 127"/>
              <a:gd name="T1" fmla="*/ 71 h 136"/>
              <a:gd name="T2" fmla="*/ 34 w 127"/>
              <a:gd name="T3" fmla="*/ 81 h 136"/>
              <a:gd name="T4" fmla="*/ 34 w 127"/>
              <a:gd name="T5" fmla="*/ 114 h 136"/>
              <a:gd name="T6" fmla="*/ 35 w 127"/>
              <a:gd name="T7" fmla="*/ 122 h 136"/>
              <a:gd name="T8" fmla="*/ 40 w 127"/>
              <a:gd name="T9" fmla="*/ 127 h 136"/>
              <a:gd name="T10" fmla="*/ 49 w 127"/>
              <a:gd name="T11" fmla="*/ 128 h 136"/>
              <a:gd name="T12" fmla="*/ 49 w 127"/>
              <a:gd name="T13" fmla="*/ 135 h 136"/>
              <a:gd name="T14" fmla="*/ 1 w 127"/>
              <a:gd name="T15" fmla="*/ 135 h 136"/>
              <a:gd name="T16" fmla="*/ 0 w 127"/>
              <a:gd name="T17" fmla="*/ 132 h 136"/>
              <a:gd name="T18" fmla="*/ 0 w 127"/>
              <a:gd name="T19" fmla="*/ 128 h 136"/>
              <a:gd name="T20" fmla="*/ 9 w 127"/>
              <a:gd name="T21" fmla="*/ 127 h 136"/>
              <a:gd name="T22" fmla="*/ 16 w 127"/>
              <a:gd name="T23" fmla="*/ 120 h 136"/>
              <a:gd name="T24" fmla="*/ 17 w 127"/>
              <a:gd name="T25" fmla="*/ 111 h 136"/>
              <a:gd name="T26" fmla="*/ 17 w 127"/>
              <a:gd name="T27" fmla="*/ 22 h 136"/>
              <a:gd name="T28" fmla="*/ 16 w 127"/>
              <a:gd name="T29" fmla="*/ 15 h 136"/>
              <a:gd name="T30" fmla="*/ 9 w 127"/>
              <a:gd name="T31" fmla="*/ 9 h 136"/>
              <a:gd name="T32" fmla="*/ 0 w 127"/>
              <a:gd name="T33" fmla="*/ 8 h 136"/>
              <a:gd name="T34" fmla="*/ 0 w 127"/>
              <a:gd name="T35" fmla="*/ 1 h 136"/>
              <a:gd name="T36" fmla="*/ 4 w 127"/>
              <a:gd name="T37" fmla="*/ 0 h 136"/>
              <a:gd name="T38" fmla="*/ 71 w 127"/>
              <a:gd name="T39" fmla="*/ 0 h 136"/>
              <a:gd name="T40" fmla="*/ 94 w 127"/>
              <a:gd name="T41" fmla="*/ 4 h 136"/>
              <a:gd name="T42" fmla="*/ 116 w 127"/>
              <a:gd name="T43" fmla="*/ 32 h 136"/>
              <a:gd name="T44" fmla="*/ 97 w 127"/>
              <a:gd name="T45" fmla="*/ 66 h 136"/>
              <a:gd name="T46" fmla="*/ 80 w 127"/>
              <a:gd name="T47" fmla="*/ 70 h 136"/>
              <a:gd name="T48" fmla="*/ 71 w 127"/>
              <a:gd name="T49" fmla="*/ 71 h 136"/>
              <a:gd name="T50" fmla="*/ 73 w 127"/>
              <a:gd name="T51" fmla="*/ 75 h 136"/>
              <a:gd name="T52" fmla="*/ 104 w 127"/>
              <a:gd name="T53" fmla="*/ 114 h 136"/>
              <a:gd name="T54" fmla="*/ 105 w 127"/>
              <a:gd name="T55" fmla="*/ 116 h 136"/>
              <a:gd name="T56" fmla="*/ 127 w 127"/>
              <a:gd name="T57" fmla="*/ 128 h 136"/>
              <a:gd name="T58" fmla="*/ 127 w 127"/>
              <a:gd name="T59" fmla="*/ 135 h 136"/>
              <a:gd name="T60" fmla="*/ 116 w 127"/>
              <a:gd name="T61" fmla="*/ 135 h 136"/>
              <a:gd name="T62" fmla="*/ 102 w 127"/>
              <a:gd name="T63" fmla="*/ 136 h 136"/>
              <a:gd name="T64" fmla="*/ 96 w 127"/>
              <a:gd name="T65" fmla="*/ 132 h 136"/>
              <a:gd name="T66" fmla="*/ 59 w 127"/>
              <a:gd name="T67" fmla="*/ 82 h 136"/>
              <a:gd name="T68" fmla="*/ 52 w 127"/>
              <a:gd name="T69" fmla="*/ 73 h 136"/>
              <a:gd name="T70" fmla="*/ 49 w 127"/>
              <a:gd name="T71" fmla="*/ 71 h 136"/>
              <a:gd name="T72" fmla="*/ 34 w 127"/>
              <a:gd name="T73" fmla="*/ 71 h 136"/>
              <a:gd name="T74" fmla="*/ 34 w 127"/>
              <a:gd name="T75" fmla="*/ 61 h 136"/>
              <a:gd name="T76" fmla="*/ 36 w 127"/>
              <a:gd name="T77" fmla="*/ 62 h 136"/>
              <a:gd name="T78" fmla="*/ 66 w 127"/>
              <a:gd name="T79" fmla="*/ 62 h 136"/>
              <a:gd name="T80" fmla="*/ 82 w 127"/>
              <a:gd name="T81" fmla="*/ 59 h 136"/>
              <a:gd name="T82" fmla="*/ 96 w 127"/>
              <a:gd name="T83" fmla="*/ 44 h 136"/>
              <a:gd name="T84" fmla="*/ 96 w 127"/>
              <a:gd name="T85" fmla="*/ 29 h 136"/>
              <a:gd name="T86" fmla="*/ 81 w 127"/>
              <a:gd name="T87" fmla="*/ 12 h 136"/>
              <a:gd name="T88" fmla="*/ 70 w 127"/>
              <a:gd name="T89" fmla="*/ 11 h 136"/>
              <a:gd name="T90" fmla="*/ 37 w 127"/>
              <a:gd name="T91" fmla="*/ 11 h 136"/>
              <a:gd name="T92" fmla="*/ 34 w 127"/>
              <a:gd name="T93" fmla="*/ 11 h 136"/>
              <a:gd name="T94" fmla="*/ 34 w 127"/>
              <a:gd name="T95" fmla="*/ 61 h 136"/>
            </a:gdLst>
            <a:rect l="0" t="0" r="r" b="b"/>
            <a:pathLst>
              <a:path w="127" h="136">
                <a:moveTo>
                  <a:pt x="34" y="71"/>
                </a:moveTo>
                <a:cubicBezTo>
                  <a:pt x="34" y="75"/>
                  <a:pt x="34" y="78"/>
                  <a:pt x="34" y="81"/>
                </a:cubicBezTo>
                <a:cubicBezTo>
                  <a:pt x="34" y="92"/>
                  <a:pt x="34" y="103"/>
                  <a:pt x="34" y="114"/>
                </a:cubicBezTo>
                <a:cubicBezTo>
                  <a:pt x="34" y="117"/>
                  <a:pt x="34" y="119"/>
                  <a:pt x="35" y="122"/>
                </a:cubicBezTo>
                <a:cubicBezTo>
                  <a:pt x="35" y="125"/>
                  <a:pt x="37" y="127"/>
                  <a:pt x="40" y="127"/>
                </a:cubicBezTo>
                <a:cubicBezTo>
                  <a:pt x="43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1" y="135"/>
                </a:cubicBezTo>
                <a:cubicBezTo>
                  <a:pt x="0" y="134"/>
                  <a:pt x="0" y="133"/>
                  <a:pt x="0" y="132"/>
                </a:cubicBezTo>
                <a:cubicBezTo>
                  <a:pt x="0" y="131"/>
                  <a:pt x="0" y="130"/>
                  <a:pt x="0" y="128"/>
                </a:cubicBezTo>
                <a:cubicBezTo>
                  <a:pt x="3" y="128"/>
                  <a:pt x="6" y="128"/>
                  <a:pt x="9" y="127"/>
                </a:cubicBezTo>
                <a:cubicBezTo>
                  <a:pt x="14" y="126"/>
                  <a:pt x="15" y="125"/>
                  <a:pt x="16" y="120"/>
                </a:cubicBezTo>
                <a:cubicBezTo>
                  <a:pt x="16" y="117"/>
                  <a:pt x="17" y="114"/>
                  <a:pt x="17" y="111"/>
                </a:cubicBezTo>
                <a:cubicBezTo>
                  <a:pt x="17" y="81"/>
                  <a:pt x="17" y="52"/>
                  <a:pt x="17" y="22"/>
                </a:cubicBezTo>
                <a:cubicBezTo>
                  <a:pt x="17" y="20"/>
                  <a:pt x="16" y="17"/>
                  <a:pt x="16" y="15"/>
                </a:cubicBezTo>
                <a:cubicBezTo>
                  <a:pt x="15" y="11"/>
                  <a:pt x="13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2" y="1"/>
                  <a:pt x="3" y="0"/>
                  <a:pt x="4" y="0"/>
                </a:cubicBezTo>
                <a:cubicBezTo>
                  <a:pt x="26" y="0"/>
                  <a:pt x="49" y="0"/>
                  <a:pt x="71" y="0"/>
                </a:cubicBezTo>
                <a:cubicBezTo>
                  <a:pt x="79" y="0"/>
                  <a:pt x="86" y="1"/>
                  <a:pt x="94" y="4"/>
                </a:cubicBezTo>
                <a:cubicBezTo>
                  <a:pt x="108" y="9"/>
                  <a:pt x="115" y="18"/>
                  <a:pt x="116" y="32"/>
                </a:cubicBezTo>
                <a:cubicBezTo>
                  <a:pt x="117" y="48"/>
                  <a:pt x="110" y="60"/>
                  <a:pt x="97" y="66"/>
                </a:cubicBezTo>
                <a:cubicBezTo>
                  <a:pt x="91" y="68"/>
                  <a:pt x="86" y="70"/>
                  <a:pt x="80" y="70"/>
                </a:cubicBezTo>
                <a:cubicBezTo>
                  <a:pt x="77" y="70"/>
                  <a:pt x="74" y="71"/>
                  <a:pt x="71" y="71"/>
                </a:cubicBezTo>
                <a:cubicBezTo>
                  <a:pt x="72" y="73"/>
                  <a:pt x="73" y="74"/>
                  <a:pt x="73" y="75"/>
                </a:cubicBezTo>
                <a:cubicBezTo>
                  <a:pt x="84" y="88"/>
                  <a:pt x="94" y="101"/>
                  <a:pt x="104" y="114"/>
                </a:cubicBezTo>
                <a:cubicBezTo>
                  <a:pt x="105" y="115"/>
                  <a:pt x="105" y="115"/>
                  <a:pt x="105" y="116"/>
                </a:cubicBezTo>
                <a:cubicBezTo>
                  <a:pt x="111" y="122"/>
                  <a:pt x="117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24" y="135"/>
                  <a:pt x="120" y="135"/>
                  <a:pt x="116" y="135"/>
                </a:cubicBezTo>
                <a:cubicBezTo>
                  <a:pt x="111" y="135"/>
                  <a:pt x="107" y="135"/>
                  <a:pt x="102" y="136"/>
                </a:cubicBezTo>
                <a:cubicBezTo>
                  <a:pt x="99" y="136"/>
                  <a:pt x="97" y="134"/>
                  <a:pt x="96" y="132"/>
                </a:cubicBezTo>
                <a:cubicBezTo>
                  <a:pt x="83" y="115"/>
                  <a:pt x="71" y="99"/>
                  <a:pt x="59" y="82"/>
                </a:cubicBezTo>
                <a:cubicBezTo>
                  <a:pt x="57" y="79"/>
                  <a:pt x="54" y="76"/>
                  <a:pt x="52" y="73"/>
                </a:cubicBezTo>
                <a:cubicBezTo>
                  <a:pt x="51" y="72"/>
                  <a:pt x="50" y="71"/>
                  <a:pt x="49" y="71"/>
                </a:cubicBezTo>
                <a:cubicBezTo>
                  <a:pt x="44" y="71"/>
                  <a:pt x="39" y="71"/>
                  <a:pt x="34" y="71"/>
                </a:cubicBezTo>
                <a:close/>
                <a:moveTo>
                  <a:pt x="34" y="61"/>
                </a:moveTo>
                <a:cubicBezTo>
                  <a:pt x="35" y="62"/>
                  <a:pt x="36" y="62"/>
                  <a:pt x="36" y="62"/>
                </a:cubicBezTo>
                <a:cubicBezTo>
                  <a:pt x="46" y="62"/>
                  <a:pt x="56" y="62"/>
                  <a:pt x="66" y="62"/>
                </a:cubicBezTo>
                <a:cubicBezTo>
                  <a:pt x="72" y="61"/>
                  <a:pt x="77" y="60"/>
                  <a:pt x="82" y="59"/>
                </a:cubicBezTo>
                <a:cubicBezTo>
                  <a:pt x="90" y="56"/>
                  <a:pt x="94" y="51"/>
                  <a:pt x="96" y="44"/>
                </a:cubicBezTo>
                <a:cubicBezTo>
                  <a:pt x="96" y="39"/>
                  <a:pt x="97" y="34"/>
                  <a:pt x="96" y="29"/>
                </a:cubicBezTo>
                <a:cubicBezTo>
                  <a:pt x="95" y="20"/>
                  <a:pt x="90" y="15"/>
                  <a:pt x="81" y="12"/>
                </a:cubicBezTo>
                <a:cubicBezTo>
                  <a:pt x="77" y="11"/>
                  <a:pt x="74" y="11"/>
                  <a:pt x="70" y="11"/>
                </a:cubicBezTo>
                <a:cubicBezTo>
                  <a:pt x="59" y="10"/>
                  <a:pt x="48" y="11"/>
                  <a:pt x="37" y="11"/>
                </a:cubicBezTo>
                <a:cubicBezTo>
                  <a:pt x="36" y="11"/>
                  <a:pt x="35" y="11"/>
                  <a:pt x="34" y="11"/>
                </a:cubicBezTo>
                <a:cubicBezTo>
                  <a:pt x="34" y="28"/>
                  <a:pt x="34" y="44"/>
                  <a:pt x="34" y="61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1" name="Freeform 18">
            <a:extLst xmlns:a="http://schemas.openxmlformats.org/drawingml/2006/main">
              <a:ext uri="{FF2B5EF4-FFF2-40B4-BE49-F238E27FC236}">
                <a16:creationId xmlns:a16="http://schemas.microsoft.com/office/drawing/2014/main" id="{23B2D140-E3CA-44BB-AC6A-587F8C258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3581" y="688617"/>
            <a:ext cx="64437" cy="68429"/>
          </a:xfrm>
          <a:custGeom xmlns:a="http://schemas.openxmlformats.org/drawingml/2006/main">
            <a:gdLst>
              <a:gd name="T0" fmla="*/ 50 w 127"/>
              <a:gd name="T1" fmla="*/ 70 h 135"/>
              <a:gd name="T2" fmla="*/ 34 w 127"/>
              <a:gd name="T3" fmla="*/ 87 h 135"/>
              <a:gd name="T4" fmla="*/ 33 w 127"/>
              <a:gd name="T5" fmla="*/ 90 h 135"/>
              <a:gd name="T6" fmla="*/ 33 w 127"/>
              <a:gd name="T7" fmla="*/ 116 h 135"/>
              <a:gd name="T8" fmla="*/ 34 w 127"/>
              <a:gd name="T9" fmla="*/ 120 h 135"/>
              <a:gd name="T10" fmla="*/ 41 w 127"/>
              <a:gd name="T11" fmla="*/ 127 h 135"/>
              <a:gd name="T12" fmla="*/ 49 w 127"/>
              <a:gd name="T13" fmla="*/ 128 h 135"/>
              <a:gd name="T14" fmla="*/ 49 w 127"/>
              <a:gd name="T15" fmla="*/ 135 h 135"/>
              <a:gd name="T16" fmla="*/ 0 w 127"/>
              <a:gd name="T17" fmla="*/ 135 h 135"/>
              <a:gd name="T18" fmla="*/ 0 w 127"/>
              <a:gd name="T19" fmla="*/ 128 h 135"/>
              <a:gd name="T20" fmla="*/ 7 w 127"/>
              <a:gd name="T21" fmla="*/ 128 h 135"/>
              <a:gd name="T22" fmla="*/ 16 w 127"/>
              <a:gd name="T23" fmla="*/ 118 h 135"/>
              <a:gd name="T24" fmla="*/ 16 w 127"/>
              <a:gd name="T25" fmla="*/ 111 h 135"/>
              <a:gd name="T26" fmla="*/ 16 w 127"/>
              <a:gd name="T27" fmla="*/ 24 h 135"/>
              <a:gd name="T28" fmla="*/ 16 w 127"/>
              <a:gd name="T29" fmla="*/ 16 h 135"/>
              <a:gd name="T30" fmla="*/ 8 w 127"/>
              <a:gd name="T31" fmla="*/ 9 h 135"/>
              <a:gd name="T32" fmla="*/ 0 w 127"/>
              <a:gd name="T33" fmla="*/ 8 h 135"/>
              <a:gd name="T34" fmla="*/ 0 w 127"/>
              <a:gd name="T35" fmla="*/ 1 h 135"/>
              <a:gd name="T36" fmla="*/ 49 w 127"/>
              <a:gd name="T37" fmla="*/ 1 h 135"/>
              <a:gd name="T38" fmla="*/ 50 w 127"/>
              <a:gd name="T39" fmla="*/ 8 h 135"/>
              <a:gd name="T40" fmla="*/ 41 w 127"/>
              <a:gd name="T41" fmla="*/ 9 h 135"/>
              <a:gd name="T42" fmla="*/ 34 w 127"/>
              <a:gd name="T43" fmla="*/ 16 h 135"/>
              <a:gd name="T44" fmla="*/ 33 w 127"/>
              <a:gd name="T45" fmla="*/ 23 h 135"/>
              <a:gd name="T46" fmla="*/ 33 w 127"/>
              <a:gd name="T47" fmla="*/ 70 h 135"/>
              <a:gd name="T48" fmla="*/ 33 w 127"/>
              <a:gd name="T49" fmla="*/ 73 h 135"/>
              <a:gd name="T50" fmla="*/ 36 w 127"/>
              <a:gd name="T51" fmla="*/ 71 h 135"/>
              <a:gd name="T52" fmla="*/ 83 w 127"/>
              <a:gd name="T53" fmla="*/ 19 h 135"/>
              <a:gd name="T54" fmla="*/ 86 w 127"/>
              <a:gd name="T55" fmla="*/ 14 h 135"/>
              <a:gd name="T56" fmla="*/ 84 w 127"/>
              <a:gd name="T57" fmla="*/ 9 h 135"/>
              <a:gd name="T58" fmla="*/ 76 w 127"/>
              <a:gd name="T59" fmla="*/ 8 h 135"/>
              <a:gd name="T60" fmla="*/ 76 w 127"/>
              <a:gd name="T61" fmla="*/ 1 h 135"/>
              <a:gd name="T62" fmla="*/ 122 w 127"/>
              <a:gd name="T63" fmla="*/ 1 h 135"/>
              <a:gd name="T64" fmla="*/ 122 w 127"/>
              <a:gd name="T65" fmla="*/ 8 h 135"/>
              <a:gd name="T66" fmla="*/ 118 w 127"/>
              <a:gd name="T67" fmla="*/ 8 h 135"/>
              <a:gd name="T68" fmla="*/ 99 w 127"/>
              <a:gd name="T69" fmla="*/ 18 h 135"/>
              <a:gd name="T70" fmla="*/ 77 w 127"/>
              <a:gd name="T71" fmla="*/ 41 h 135"/>
              <a:gd name="T72" fmla="*/ 62 w 127"/>
              <a:gd name="T73" fmla="*/ 57 h 135"/>
              <a:gd name="T74" fmla="*/ 64 w 127"/>
              <a:gd name="T75" fmla="*/ 61 h 135"/>
              <a:gd name="T76" fmla="*/ 102 w 127"/>
              <a:gd name="T77" fmla="*/ 113 h 135"/>
              <a:gd name="T78" fmla="*/ 108 w 127"/>
              <a:gd name="T79" fmla="*/ 120 h 135"/>
              <a:gd name="T80" fmla="*/ 123 w 127"/>
              <a:gd name="T81" fmla="*/ 127 h 135"/>
              <a:gd name="T82" fmla="*/ 127 w 127"/>
              <a:gd name="T83" fmla="*/ 128 h 135"/>
              <a:gd name="T84" fmla="*/ 127 w 127"/>
              <a:gd name="T85" fmla="*/ 135 h 135"/>
              <a:gd name="T86" fmla="*/ 73 w 127"/>
              <a:gd name="T87" fmla="*/ 135 h 135"/>
              <a:gd name="T88" fmla="*/ 73 w 127"/>
              <a:gd name="T89" fmla="*/ 128 h 135"/>
              <a:gd name="T90" fmla="*/ 80 w 127"/>
              <a:gd name="T91" fmla="*/ 127 h 135"/>
              <a:gd name="T92" fmla="*/ 84 w 127"/>
              <a:gd name="T93" fmla="*/ 120 h 135"/>
              <a:gd name="T94" fmla="*/ 82 w 127"/>
              <a:gd name="T95" fmla="*/ 115 h 135"/>
              <a:gd name="T96" fmla="*/ 51 w 127"/>
              <a:gd name="T97" fmla="*/ 72 h 135"/>
              <a:gd name="T98" fmla="*/ 50 w 127"/>
              <a:gd name="T99" fmla="*/ 70 h 135"/>
            </a:gdLst>
            <a:rect l="0" t="0" r="r" b="b"/>
            <a:pathLst>
              <a:path w="127" h="135">
                <a:moveTo>
                  <a:pt x="50" y="70"/>
                </a:moveTo>
                <a:cubicBezTo>
                  <a:pt x="44" y="76"/>
                  <a:pt x="39" y="81"/>
                  <a:pt x="34" y="87"/>
                </a:cubicBezTo>
                <a:cubicBezTo>
                  <a:pt x="33" y="88"/>
                  <a:pt x="33" y="89"/>
                  <a:pt x="33" y="90"/>
                </a:cubicBezTo>
                <a:cubicBezTo>
                  <a:pt x="33" y="99"/>
                  <a:pt x="33" y="107"/>
                  <a:pt x="33" y="116"/>
                </a:cubicBezTo>
                <a:cubicBezTo>
                  <a:pt x="33" y="117"/>
                  <a:pt x="33" y="118"/>
                  <a:pt x="34" y="120"/>
                </a:cubicBezTo>
                <a:cubicBezTo>
                  <a:pt x="35" y="125"/>
                  <a:pt x="36" y="126"/>
                  <a:pt x="41" y="127"/>
                </a:cubicBezTo>
                <a:cubicBezTo>
                  <a:pt x="44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7" y="128"/>
                </a:cubicBezTo>
                <a:cubicBezTo>
                  <a:pt x="14" y="127"/>
                  <a:pt x="16" y="125"/>
                  <a:pt x="16" y="118"/>
                </a:cubicBezTo>
                <a:cubicBezTo>
                  <a:pt x="16" y="115"/>
                  <a:pt x="16" y="113"/>
                  <a:pt x="16" y="111"/>
                </a:cubicBezTo>
                <a:cubicBezTo>
                  <a:pt x="16" y="82"/>
                  <a:pt x="16" y="53"/>
                  <a:pt x="16" y="24"/>
                </a:cubicBezTo>
                <a:cubicBezTo>
                  <a:pt x="16" y="21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5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4" y="0"/>
                  <a:pt x="40" y="0"/>
                  <a:pt x="49" y="1"/>
                </a:cubicBezTo>
                <a:cubicBezTo>
                  <a:pt x="49" y="3"/>
                  <a:pt x="50" y="5"/>
                  <a:pt x="50" y="8"/>
                </a:cubicBezTo>
                <a:cubicBezTo>
                  <a:pt x="47" y="8"/>
                  <a:pt x="44" y="8"/>
                  <a:pt x="41" y="9"/>
                </a:cubicBezTo>
                <a:cubicBezTo>
                  <a:pt x="37" y="9"/>
                  <a:pt x="34" y="11"/>
                  <a:pt x="34" y="16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39"/>
                  <a:pt x="33" y="54"/>
                  <a:pt x="33" y="70"/>
                </a:cubicBezTo>
                <a:cubicBezTo>
                  <a:pt x="33" y="71"/>
                  <a:pt x="33" y="72"/>
                  <a:pt x="33" y="73"/>
                </a:cubicBezTo>
                <a:cubicBezTo>
                  <a:pt x="35" y="72"/>
                  <a:pt x="36" y="72"/>
                  <a:pt x="36" y="71"/>
                </a:cubicBezTo>
                <a:cubicBezTo>
                  <a:pt x="52" y="54"/>
                  <a:pt x="67" y="37"/>
                  <a:pt x="83" y="19"/>
                </a:cubicBezTo>
                <a:cubicBezTo>
                  <a:pt x="84" y="18"/>
                  <a:pt x="85" y="16"/>
                  <a:pt x="86" y="14"/>
                </a:cubicBezTo>
                <a:cubicBezTo>
                  <a:pt x="88" y="12"/>
                  <a:pt x="87" y="10"/>
                  <a:pt x="84" y="9"/>
                </a:cubicBezTo>
                <a:cubicBezTo>
                  <a:pt x="81" y="8"/>
                  <a:pt x="79" y="8"/>
                  <a:pt x="76" y="8"/>
                </a:cubicBezTo>
                <a:cubicBezTo>
                  <a:pt x="76" y="5"/>
                  <a:pt x="76" y="3"/>
                  <a:pt x="76" y="1"/>
                </a:cubicBezTo>
                <a:cubicBezTo>
                  <a:pt x="79" y="0"/>
                  <a:pt x="114" y="0"/>
                  <a:pt x="122" y="1"/>
                </a:cubicBezTo>
                <a:cubicBezTo>
                  <a:pt x="122" y="3"/>
                  <a:pt x="122" y="5"/>
                  <a:pt x="122" y="8"/>
                </a:cubicBezTo>
                <a:cubicBezTo>
                  <a:pt x="121" y="8"/>
                  <a:pt x="120" y="8"/>
                  <a:pt x="118" y="8"/>
                </a:cubicBezTo>
                <a:cubicBezTo>
                  <a:pt x="111" y="9"/>
                  <a:pt x="104" y="12"/>
                  <a:pt x="99" y="18"/>
                </a:cubicBezTo>
                <a:cubicBezTo>
                  <a:pt x="92" y="25"/>
                  <a:pt x="85" y="33"/>
                  <a:pt x="77" y="41"/>
                </a:cubicBezTo>
                <a:cubicBezTo>
                  <a:pt x="72" y="46"/>
                  <a:pt x="67" y="52"/>
                  <a:pt x="62" y="57"/>
                </a:cubicBezTo>
                <a:cubicBezTo>
                  <a:pt x="63" y="58"/>
                  <a:pt x="64" y="59"/>
                  <a:pt x="64" y="61"/>
                </a:cubicBezTo>
                <a:cubicBezTo>
                  <a:pt x="77" y="78"/>
                  <a:pt x="90" y="95"/>
                  <a:pt x="102" y="113"/>
                </a:cubicBezTo>
                <a:cubicBezTo>
                  <a:pt x="104" y="115"/>
                  <a:pt x="106" y="118"/>
                  <a:pt x="108" y="120"/>
                </a:cubicBezTo>
                <a:cubicBezTo>
                  <a:pt x="112" y="124"/>
                  <a:pt x="117" y="127"/>
                  <a:pt x="123" y="127"/>
                </a:cubicBezTo>
                <a:cubicBezTo>
                  <a:pt x="124" y="128"/>
                  <a:pt x="125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09" y="135"/>
                  <a:pt x="91" y="135"/>
                  <a:pt x="73" y="135"/>
                </a:cubicBezTo>
                <a:cubicBezTo>
                  <a:pt x="73" y="133"/>
                  <a:pt x="73" y="131"/>
                  <a:pt x="73" y="128"/>
                </a:cubicBezTo>
                <a:cubicBezTo>
                  <a:pt x="75" y="128"/>
                  <a:pt x="78" y="128"/>
                  <a:pt x="80" y="127"/>
                </a:cubicBezTo>
                <a:cubicBezTo>
                  <a:pt x="85" y="127"/>
                  <a:pt x="86" y="125"/>
                  <a:pt x="84" y="120"/>
                </a:cubicBezTo>
                <a:cubicBezTo>
                  <a:pt x="84" y="118"/>
                  <a:pt x="83" y="117"/>
                  <a:pt x="82" y="115"/>
                </a:cubicBezTo>
                <a:cubicBezTo>
                  <a:pt x="72" y="101"/>
                  <a:pt x="61" y="86"/>
                  <a:pt x="51" y="72"/>
                </a:cubicBezTo>
                <a:cubicBezTo>
                  <a:pt x="51" y="71"/>
                  <a:pt x="50" y="71"/>
                  <a:pt x="50" y="7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2" name="Freeform 19">
            <a:extLst xmlns:a="http://schemas.openxmlformats.org/drawingml/2006/main">
              <a:ext uri="{FF2B5EF4-FFF2-40B4-BE49-F238E27FC236}">
                <a16:creationId xmlns:a16="http://schemas.microsoft.com/office/drawing/2014/main" id="{EE1639A0-E9AC-4253-95F7-80C8CD052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9719" y="688617"/>
            <a:ext cx="63867" cy="68429"/>
          </a:xfrm>
          <a:custGeom xmlns:a="http://schemas.openxmlformats.org/drawingml/2006/main">
            <a:gdLst>
              <a:gd name="T0" fmla="*/ 28 w 126"/>
              <a:gd name="T1" fmla="*/ 16 h 135"/>
              <a:gd name="T2" fmla="*/ 28 w 126"/>
              <a:gd name="T3" fmla="*/ 20 h 135"/>
              <a:gd name="T4" fmla="*/ 28 w 126"/>
              <a:gd name="T5" fmla="*/ 109 h 135"/>
              <a:gd name="T6" fmla="*/ 28 w 126"/>
              <a:gd name="T7" fmla="*/ 119 h 135"/>
              <a:gd name="T8" fmla="*/ 37 w 126"/>
              <a:gd name="T9" fmla="*/ 127 h 135"/>
              <a:gd name="T10" fmla="*/ 44 w 126"/>
              <a:gd name="T11" fmla="*/ 128 h 135"/>
              <a:gd name="T12" fmla="*/ 44 w 126"/>
              <a:gd name="T13" fmla="*/ 135 h 135"/>
              <a:gd name="T14" fmla="*/ 0 w 126"/>
              <a:gd name="T15" fmla="*/ 135 h 135"/>
              <a:gd name="T16" fmla="*/ 0 w 126"/>
              <a:gd name="T17" fmla="*/ 128 h 135"/>
              <a:gd name="T18" fmla="*/ 8 w 126"/>
              <a:gd name="T19" fmla="*/ 127 h 135"/>
              <a:gd name="T20" fmla="*/ 16 w 126"/>
              <a:gd name="T21" fmla="*/ 120 h 135"/>
              <a:gd name="T22" fmla="*/ 16 w 126"/>
              <a:gd name="T23" fmla="*/ 113 h 135"/>
              <a:gd name="T24" fmla="*/ 16 w 126"/>
              <a:gd name="T25" fmla="*/ 19 h 135"/>
              <a:gd name="T26" fmla="*/ 16 w 126"/>
              <a:gd name="T27" fmla="*/ 15 h 135"/>
              <a:gd name="T28" fmla="*/ 9 w 126"/>
              <a:gd name="T29" fmla="*/ 9 h 135"/>
              <a:gd name="T30" fmla="*/ 5 w 126"/>
              <a:gd name="T31" fmla="*/ 8 h 135"/>
              <a:gd name="T32" fmla="*/ 1 w 126"/>
              <a:gd name="T33" fmla="*/ 8 h 135"/>
              <a:gd name="T34" fmla="*/ 1 w 126"/>
              <a:gd name="T35" fmla="*/ 1 h 135"/>
              <a:gd name="T36" fmla="*/ 40 w 126"/>
              <a:gd name="T37" fmla="*/ 1 h 135"/>
              <a:gd name="T38" fmla="*/ 98 w 126"/>
              <a:gd name="T39" fmla="*/ 100 h 135"/>
              <a:gd name="T40" fmla="*/ 99 w 126"/>
              <a:gd name="T41" fmla="*/ 100 h 135"/>
              <a:gd name="T42" fmla="*/ 99 w 126"/>
              <a:gd name="T43" fmla="*/ 96 h 135"/>
              <a:gd name="T44" fmla="*/ 99 w 126"/>
              <a:gd name="T45" fmla="*/ 24 h 135"/>
              <a:gd name="T46" fmla="*/ 98 w 126"/>
              <a:gd name="T47" fmla="*/ 16 h 135"/>
              <a:gd name="T48" fmla="*/ 90 w 126"/>
              <a:gd name="T49" fmla="*/ 9 h 135"/>
              <a:gd name="T50" fmla="*/ 83 w 126"/>
              <a:gd name="T51" fmla="*/ 8 h 135"/>
              <a:gd name="T52" fmla="*/ 83 w 126"/>
              <a:gd name="T53" fmla="*/ 1 h 135"/>
              <a:gd name="T54" fmla="*/ 126 w 126"/>
              <a:gd name="T55" fmla="*/ 1 h 135"/>
              <a:gd name="T56" fmla="*/ 126 w 126"/>
              <a:gd name="T57" fmla="*/ 8 h 135"/>
              <a:gd name="T58" fmla="*/ 119 w 126"/>
              <a:gd name="T59" fmla="*/ 9 h 135"/>
              <a:gd name="T60" fmla="*/ 111 w 126"/>
              <a:gd name="T61" fmla="*/ 16 h 135"/>
              <a:gd name="T62" fmla="*/ 110 w 126"/>
              <a:gd name="T63" fmla="*/ 27 h 135"/>
              <a:gd name="T64" fmla="*/ 110 w 126"/>
              <a:gd name="T65" fmla="*/ 129 h 135"/>
              <a:gd name="T66" fmla="*/ 110 w 126"/>
              <a:gd name="T67" fmla="*/ 135 h 135"/>
              <a:gd name="T68" fmla="*/ 99 w 126"/>
              <a:gd name="T69" fmla="*/ 135 h 135"/>
              <a:gd name="T70" fmla="*/ 29 w 126"/>
              <a:gd name="T71" fmla="*/ 15 h 135"/>
              <a:gd name="T72" fmla="*/ 28 w 126"/>
              <a:gd name="T73" fmla="*/ 16 h 135"/>
            </a:gdLst>
            <a:rect l="0" t="0" r="r" b="b"/>
            <a:pathLst>
              <a:path w="126" h="135">
                <a:moveTo>
                  <a:pt x="28" y="16"/>
                </a:moveTo>
                <a:cubicBezTo>
                  <a:pt x="28" y="17"/>
                  <a:pt x="28" y="19"/>
                  <a:pt x="28" y="20"/>
                </a:cubicBezTo>
                <a:cubicBezTo>
                  <a:pt x="28" y="50"/>
                  <a:pt x="28" y="79"/>
                  <a:pt x="28" y="109"/>
                </a:cubicBezTo>
                <a:cubicBezTo>
                  <a:pt x="28" y="112"/>
                  <a:pt x="28" y="115"/>
                  <a:pt x="28" y="119"/>
                </a:cubicBezTo>
                <a:cubicBezTo>
                  <a:pt x="29" y="124"/>
                  <a:pt x="31" y="126"/>
                  <a:pt x="37" y="127"/>
                </a:cubicBezTo>
                <a:cubicBezTo>
                  <a:pt x="39" y="127"/>
                  <a:pt x="41" y="128"/>
                  <a:pt x="44" y="128"/>
                </a:cubicBezTo>
                <a:cubicBezTo>
                  <a:pt x="44" y="130"/>
                  <a:pt x="44" y="133"/>
                  <a:pt x="44" y="135"/>
                </a:cubicBezTo>
                <a:cubicBezTo>
                  <a:pt x="29" y="135"/>
                  <a:pt x="15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5" y="127"/>
                  <a:pt x="8" y="127"/>
                </a:cubicBezTo>
                <a:cubicBezTo>
                  <a:pt x="12" y="127"/>
                  <a:pt x="15" y="124"/>
                  <a:pt x="16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0"/>
                  <a:pt x="16" y="19"/>
                </a:cubicBezTo>
                <a:cubicBezTo>
                  <a:pt x="16" y="18"/>
                  <a:pt x="16" y="17"/>
                  <a:pt x="16" y="15"/>
                </a:cubicBezTo>
                <a:cubicBezTo>
                  <a:pt x="16" y="11"/>
                  <a:pt x="14" y="9"/>
                  <a:pt x="9" y="9"/>
                </a:cubicBezTo>
                <a:cubicBezTo>
                  <a:pt x="8" y="8"/>
                  <a:pt x="7" y="8"/>
                  <a:pt x="5" y="8"/>
                </a:cubicBezTo>
                <a:cubicBezTo>
                  <a:pt x="4" y="8"/>
                  <a:pt x="2" y="8"/>
                  <a:pt x="1" y="8"/>
                </a:cubicBezTo>
                <a:cubicBezTo>
                  <a:pt x="1" y="5"/>
                  <a:pt x="1" y="3"/>
                  <a:pt x="1" y="1"/>
                </a:cubicBezTo>
                <a:cubicBezTo>
                  <a:pt x="14" y="1"/>
                  <a:pt x="27" y="1"/>
                  <a:pt x="40" y="1"/>
                </a:cubicBezTo>
                <a:cubicBezTo>
                  <a:pt x="59" y="34"/>
                  <a:pt x="79" y="67"/>
                  <a:pt x="98" y="100"/>
                </a:cubicBezTo>
                <a:cubicBezTo>
                  <a:pt x="98" y="100"/>
                  <a:pt x="99" y="100"/>
                  <a:pt x="99" y="100"/>
                </a:cubicBezTo>
                <a:cubicBezTo>
                  <a:pt x="99" y="99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1"/>
                  <a:pt x="99" y="19"/>
                  <a:pt x="98" y="16"/>
                </a:cubicBezTo>
                <a:cubicBezTo>
                  <a:pt x="97" y="12"/>
                  <a:pt x="94" y="9"/>
                  <a:pt x="90" y="9"/>
                </a:cubicBezTo>
                <a:cubicBezTo>
                  <a:pt x="88" y="8"/>
                  <a:pt x="86" y="8"/>
                  <a:pt x="83" y="8"/>
                </a:cubicBezTo>
                <a:cubicBezTo>
                  <a:pt x="83" y="5"/>
                  <a:pt x="83" y="3"/>
                  <a:pt x="83" y="1"/>
                </a:cubicBezTo>
                <a:cubicBezTo>
                  <a:pt x="87" y="0"/>
                  <a:pt x="115" y="0"/>
                  <a:pt x="126" y="1"/>
                </a:cubicBezTo>
                <a:cubicBezTo>
                  <a:pt x="126" y="3"/>
                  <a:pt x="126" y="5"/>
                  <a:pt x="126" y="8"/>
                </a:cubicBezTo>
                <a:cubicBezTo>
                  <a:pt x="124" y="8"/>
                  <a:pt x="122" y="8"/>
                  <a:pt x="119" y="9"/>
                </a:cubicBezTo>
                <a:cubicBezTo>
                  <a:pt x="115" y="9"/>
                  <a:pt x="112" y="12"/>
                  <a:pt x="111" y="16"/>
                </a:cubicBezTo>
                <a:cubicBezTo>
                  <a:pt x="111" y="20"/>
                  <a:pt x="110" y="23"/>
                  <a:pt x="110" y="27"/>
                </a:cubicBezTo>
                <a:cubicBezTo>
                  <a:pt x="110" y="61"/>
                  <a:pt x="110" y="95"/>
                  <a:pt x="110" y="129"/>
                </a:cubicBezTo>
                <a:cubicBezTo>
                  <a:pt x="110" y="131"/>
                  <a:pt x="110" y="133"/>
                  <a:pt x="110" y="135"/>
                </a:cubicBezTo>
                <a:cubicBezTo>
                  <a:pt x="106" y="135"/>
                  <a:pt x="103" y="135"/>
                  <a:pt x="99" y="135"/>
                </a:cubicBezTo>
                <a:cubicBezTo>
                  <a:pt x="76" y="95"/>
                  <a:pt x="52" y="55"/>
                  <a:pt x="29" y="15"/>
                </a:cubicBezTo>
                <a:cubicBezTo>
                  <a:pt x="28" y="15"/>
                  <a:pt x="28" y="15"/>
                  <a:pt x="28" y="16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3" name="Freeform 20">
            <a:extLst xmlns:a="http://schemas.openxmlformats.org/drawingml/2006/main">
              <a:ext uri="{FF2B5EF4-FFF2-40B4-BE49-F238E27FC236}">
                <a16:creationId xmlns:a16="http://schemas.microsoft.com/office/drawing/2014/main" id="{CE11922A-FBA5-481C-9B7F-F631EAE68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9652" y="688617"/>
            <a:ext cx="62726" cy="68429"/>
          </a:xfrm>
          <a:custGeom xmlns:a="http://schemas.openxmlformats.org/drawingml/2006/main">
            <a:gdLst>
              <a:gd name="T0" fmla="*/ 0 w 124"/>
              <a:gd name="T1" fmla="*/ 8 h 135"/>
              <a:gd name="T2" fmla="*/ 0 w 124"/>
              <a:gd name="T3" fmla="*/ 1 h 135"/>
              <a:gd name="T4" fmla="*/ 105 w 124"/>
              <a:gd name="T5" fmla="*/ 1 h 135"/>
              <a:gd name="T6" fmla="*/ 117 w 124"/>
              <a:gd name="T7" fmla="*/ 35 h 135"/>
              <a:gd name="T8" fmla="*/ 110 w 124"/>
              <a:gd name="T9" fmla="*/ 39 h 135"/>
              <a:gd name="T10" fmla="*/ 107 w 124"/>
              <a:gd name="T11" fmla="*/ 33 h 135"/>
              <a:gd name="T12" fmla="*/ 78 w 124"/>
              <a:gd name="T13" fmla="*/ 11 h 135"/>
              <a:gd name="T14" fmla="*/ 34 w 124"/>
              <a:gd name="T15" fmla="*/ 11 h 135"/>
              <a:gd name="T16" fmla="*/ 34 w 124"/>
              <a:gd name="T17" fmla="*/ 61 h 135"/>
              <a:gd name="T18" fmla="*/ 55 w 124"/>
              <a:gd name="T19" fmla="*/ 60 h 135"/>
              <a:gd name="T20" fmla="*/ 69 w 124"/>
              <a:gd name="T21" fmla="*/ 45 h 135"/>
              <a:gd name="T22" fmla="*/ 70 w 124"/>
              <a:gd name="T23" fmla="*/ 36 h 135"/>
              <a:gd name="T24" fmla="*/ 78 w 124"/>
              <a:gd name="T25" fmla="*/ 36 h 135"/>
              <a:gd name="T26" fmla="*/ 78 w 124"/>
              <a:gd name="T27" fmla="*/ 95 h 135"/>
              <a:gd name="T28" fmla="*/ 74 w 124"/>
              <a:gd name="T29" fmla="*/ 95 h 135"/>
              <a:gd name="T30" fmla="*/ 70 w 124"/>
              <a:gd name="T31" fmla="*/ 95 h 135"/>
              <a:gd name="T32" fmla="*/ 70 w 124"/>
              <a:gd name="T33" fmla="*/ 88 h 135"/>
              <a:gd name="T34" fmla="*/ 68 w 124"/>
              <a:gd name="T35" fmla="*/ 81 h 135"/>
              <a:gd name="T36" fmla="*/ 58 w 124"/>
              <a:gd name="T37" fmla="*/ 71 h 135"/>
              <a:gd name="T38" fmla="*/ 34 w 124"/>
              <a:gd name="T39" fmla="*/ 70 h 135"/>
              <a:gd name="T40" fmla="*/ 33 w 124"/>
              <a:gd name="T41" fmla="*/ 74 h 135"/>
              <a:gd name="T42" fmla="*/ 33 w 124"/>
              <a:gd name="T43" fmla="*/ 115 h 135"/>
              <a:gd name="T44" fmla="*/ 43 w 124"/>
              <a:gd name="T45" fmla="*/ 125 h 135"/>
              <a:gd name="T46" fmla="*/ 69 w 124"/>
              <a:gd name="T47" fmla="*/ 125 h 135"/>
              <a:gd name="T48" fmla="*/ 112 w 124"/>
              <a:gd name="T49" fmla="*/ 97 h 135"/>
              <a:gd name="T50" fmla="*/ 115 w 124"/>
              <a:gd name="T51" fmla="*/ 90 h 135"/>
              <a:gd name="T52" fmla="*/ 124 w 124"/>
              <a:gd name="T53" fmla="*/ 93 h 135"/>
              <a:gd name="T54" fmla="*/ 109 w 124"/>
              <a:gd name="T55" fmla="*/ 135 h 135"/>
              <a:gd name="T56" fmla="*/ 0 w 124"/>
              <a:gd name="T57" fmla="*/ 135 h 135"/>
              <a:gd name="T58" fmla="*/ 0 w 124"/>
              <a:gd name="T59" fmla="*/ 128 h 135"/>
              <a:gd name="T60" fmla="*/ 8 w 124"/>
              <a:gd name="T61" fmla="*/ 127 h 135"/>
              <a:gd name="T62" fmla="*/ 15 w 124"/>
              <a:gd name="T63" fmla="*/ 120 h 135"/>
              <a:gd name="T64" fmla="*/ 16 w 124"/>
              <a:gd name="T65" fmla="*/ 113 h 135"/>
              <a:gd name="T66" fmla="*/ 16 w 124"/>
              <a:gd name="T67" fmla="*/ 21 h 135"/>
              <a:gd name="T68" fmla="*/ 16 w 124"/>
              <a:gd name="T69" fmla="*/ 16 h 135"/>
              <a:gd name="T70" fmla="*/ 8 w 124"/>
              <a:gd name="T71" fmla="*/ 9 h 135"/>
              <a:gd name="T72" fmla="*/ 4 w 124"/>
              <a:gd name="T73" fmla="*/ 8 h 135"/>
              <a:gd name="T74" fmla="*/ 0 w 124"/>
              <a:gd name="T75" fmla="*/ 8 h 135"/>
            </a:gdLst>
            <a:rect l="0" t="0" r="r" b="b"/>
            <a:pathLst>
              <a:path w="124" h="135">
                <a:moveTo>
                  <a:pt x="0" y="8"/>
                </a:moveTo>
                <a:cubicBezTo>
                  <a:pt x="0" y="5"/>
                  <a:pt x="0" y="3"/>
                  <a:pt x="0" y="1"/>
                </a:cubicBezTo>
                <a:cubicBezTo>
                  <a:pt x="3" y="0"/>
                  <a:pt x="98" y="0"/>
                  <a:pt x="105" y="1"/>
                </a:cubicBezTo>
                <a:cubicBezTo>
                  <a:pt x="109" y="12"/>
                  <a:pt x="113" y="24"/>
                  <a:pt x="117" y="35"/>
                </a:cubicBezTo>
                <a:cubicBezTo>
                  <a:pt x="115" y="37"/>
                  <a:pt x="112" y="38"/>
                  <a:pt x="110" y="39"/>
                </a:cubicBezTo>
                <a:cubicBezTo>
                  <a:pt x="109" y="36"/>
                  <a:pt x="108" y="35"/>
                  <a:pt x="107" y="33"/>
                </a:cubicBezTo>
                <a:cubicBezTo>
                  <a:pt x="101" y="20"/>
                  <a:pt x="92" y="13"/>
                  <a:pt x="78" y="11"/>
                </a:cubicBezTo>
                <a:cubicBezTo>
                  <a:pt x="63" y="10"/>
                  <a:pt x="48" y="11"/>
                  <a:pt x="34" y="11"/>
                </a:cubicBezTo>
                <a:cubicBezTo>
                  <a:pt x="33" y="15"/>
                  <a:pt x="33" y="55"/>
                  <a:pt x="34" y="61"/>
                </a:cubicBezTo>
                <a:cubicBezTo>
                  <a:pt x="41" y="61"/>
                  <a:pt x="48" y="61"/>
                  <a:pt x="55" y="60"/>
                </a:cubicBezTo>
                <a:cubicBezTo>
                  <a:pt x="64" y="59"/>
                  <a:pt x="68" y="54"/>
                  <a:pt x="69" y="45"/>
                </a:cubicBezTo>
                <a:cubicBezTo>
                  <a:pt x="70" y="42"/>
                  <a:pt x="70" y="39"/>
                  <a:pt x="70" y="36"/>
                </a:cubicBezTo>
                <a:cubicBezTo>
                  <a:pt x="73" y="36"/>
                  <a:pt x="75" y="36"/>
                  <a:pt x="78" y="36"/>
                </a:cubicBezTo>
                <a:cubicBezTo>
                  <a:pt x="78" y="56"/>
                  <a:pt x="78" y="75"/>
                  <a:pt x="78" y="95"/>
                </a:cubicBezTo>
                <a:cubicBezTo>
                  <a:pt x="77" y="95"/>
                  <a:pt x="76" y="95"/>
                  <a:pt x="74" y="95"/>
                </a:cubicBezTo>
                <a:cubicBezTo>
                  <a:pt x="73" y="95"/>
                  <a:pt x="72" y="95"/>
                  <a:pt x="70" y="95"/>
                </a:cubicBezTo>
                <a:cubicBezTo>
                  <a:pt x="70" y="93"/>
                  <a:pt x="70" y="90"/>
                  <a:pt x="70" y="88"/>
                </a:cubicBezTo>
                <a:cubicBezTo>
                  <a:pt x="69" y="86"/>
                  <a:pt x="69" y="83"/>
                  <a:pt x="68" y="81"/>
                </a:cubicBezTo>
                <a:cubicBezTo>
                  <a:pt x="67" y="75"/>
                  <a:pt x="64" y="72"/>
                  <a:pt x="58" y="71"/>
                </a:cubicBezTo>
                <a:cubicBezTo>
                  <a:pt x="50" y="69"/>
                  <a:pt x="42" y="70"/>
                  <a:pt x="34" y="70"/>
                </a:cubicBezTo>
                <a:cubicBezTo>
                  <a:pt x="33" y="72"/>
                  <a:pt x="33" y="73"/>
                  <a:pt x="33" y="74"/>
                </a:cubicBezTo>
                <a:cubicBezTo>
                  <a:pt x="33" y="88"/>
                  <a:pt x="33" y="102"/>
                  <a:pt x="33" y="115"/>
                </a:cubicBezTo>
                <a:cubicBezTo>
                  <a:pt x="33" y="124"/>
                  <a:pt x="34" y="125"/>
                  <a:pt x="43" y="125"/>
                </a:cubicBezTo>
                <a:cubicBezTo>
                  <a:pt x="52" y="125"/>
                  <a:pt x="60" y="125"/>
                  <a:pt x="69" y="125"/>
                </a:cubicBezTo>
                <a:cubicBezTo>
                  <a:pt x="89" y="125"/>
                  <a:pt x="104" y="115"/>
                  <a:pt x="112" y="97"/>
                </a:cubicBezTo>
                <a:cubicBezTo>
                  <a:pt x="113" y="95"/>
                  <a:pt x="114" y="93"/>
                  <a:pt x="115" y="90"/>
                </a:cubicBezTo>
                <a:cubicBezTo>
                  <a:pt x="118" y="91"/>
                  <a:pt x="121" y="92"/>
                  <a:pt x="124" y="93"/>
                </a:cubicBezTo>
                <a:cubicBezTo>
                  <a:pt x="119" y="108"/>
                  <a:pt x="114" y="121"/>
                  <a:pt x="109" y="135"/>
                </a:cubicBezTo>
                <a:cubicBezTo>
                  <a:pt x="73" y="135"/>
                  <a:pt x="3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6" y="128"/>
                  <a:pt x="8" y="127"/>
                </a:cubicBezTo>
                <a:cubicBezTo>
                  <a:pt x="13" y="126"/>
                  <a:pt x="15" y="125"/>
                  <a:pt x="15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20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7" y="9"/>
                  <a:pt x="6" y="8"/>
                  <a:pt x="4" y="8"/>
                </a:cubicBezTo>
                <a:cubicBezTo>
                  <a:pt x="3" y="8"/>
                  <a:pt x="2" y="8"/>
                  <a:pt x="0" y="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4" name="Freeform 21">
            <a:extLst xmlns:a="http://schemas.openxmlformats.org/drawingml/2006/main">
              <a:ext uri="{FF2B5EF4-FFF2-40B4-BE49-F238E27FC236}">
                <a16:creationId xmlns:a16="http://schemas.microsoft.com/office/drawing/2014/main" id="{D278A29E-793C-45F5-90DB-0A69D335F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5152" y="689187"/>
            <a:ext cx="62726" cy="67859"/>
          </a:xfrm>
          <a:custGeom xmlns:a="http://schemas.openxmlformats.org/drawingml/2006/main">
            <a:gdLst>
              <a:gd name="T0" fmla="*/ 33 w 123"/>
              <a:gd name="T1" fmla="*/ 60 h 134"/>
              <a:gd name="T2" fmla="*/ 55 w 123"/>
              <a:gd name="T3" fmla="*/ 59 h 134"/>
              <a:gd name="T4" fmla="*/ 68 w 123"/>
              <a:gd name="T5" fmla="*/ 45 h 134"/>
              <a:gd name="T6" fmla="*/ 70 w 123"/>
              <a:gd name="T7" fmla="*/ 35 h 134"/>
              <a:gd name="T8" fmla="*/ 77 w 123"/>
              <a:gd name="T9" fmla="*/ 35 h 134"/>
              <a:gd name="T10" fmla="*/ 77 w 123"/>
              <a:gd name="T11" fmla="*/ 94 h 134"/>
              <a:gd name="T12" fmla="*/ 75 w 123"/>
              <a:gd name="T13" fmla="*/ 94 h 134"/>
              <a:gd name="T14" fmla="*/ 70 w 123"/>
              <a:gd name="T15" fmla="*/ 94 h 134"/>
              <a:gd name="T16" fmla="*/ 69 w 123"/>
              <a:gd name="T17" fmla="*/ 83 h 134"/>
              <a:gd name="T18" fmla="*/ 54 w 123"/>
              <a:gd name="T19" fmla="*/ 69 h 134"/>
              <a:gd name="T20" fmla="*/ 33 w 123"/>
              <a:gd name="T21" fmla="*/ 69 h 134"/>
              <a:gd name="T22" fmla="*/ 33 w 123"/>
              <a:gd name="T23" fmla="*/ 73 h 134"/>
              <a:gd name="T24" fmla="*/ 33 w 123"/>
              <a:gd name="T25" fmla="*/ 114 h 134"/>
              <a:gd name="T26" fmla="*/ 43 w 123"/>
              <a:gd name="T27" fmla="*/ 124 h 134"/>
              <a:gd name="T28" fmla="*/ 68 w 123"/>
              <a:gd name="T29" fmla="*/ 124 h 134"/>
              <a:gd name="T30" fmla="*/ 112 w 123"/>
              <a:gd name="T31" fmla="*/ 96 h 134"/>
              <a:gd name="T32" fmla="*/ 115 w 123"/>
              <a:gd name="T33" fmla="*/ 90 h 134"/>
              <a:gd name="T34" fmla="*/ 115 w 123"/>
              <a:gd name="T35" fmla="*/ 90 h 134"/>
              <a:gd name="T36" fmla="*/ 123 w 123"/>
              <a:gd name="T37" fmla="*/ 92 h 134"/>
              <a:gd name="T38" fmla="*/ 109 w 123"/>
              <a:gd name="T39" fmla="*/ 134 h 134"/>
              <a:gd name="T40" fmla="*/ 0 w 123"/>
              <a:gd name="T41" fmla="*/ 134 h 134"/>
              <a:gd name="T42" fmla="*/ 0 w 123"/>
              <a:gd name="T43" fmla="*/ 127 h 134"/>
              <a:gd name="T44" fmla="*/ 8 w 123"/>
              <a:gd name="T45" fmla="*/ 126 h 134"/>
              <a:gd name="T46" fmla="*/ 15 w 123"/>
              <a:gd name="T47" fmla="*/ 120 h 134"/>
              <a:gd name="T48" fmla="*/ 16 w 123"/>
              <a:gd name="T49" fmla="*/ 113 h 134"/>
              <a:gd name="T50" fmla="*/ 16 w 123"/>
              <a:gd name="T51" fmla="*/ 20 h 134"/>
              <a:gd name="T52" fmla="*/ 5 w 123"/>
              <a:gd name="T53" fmla="*/ 7 h 134"/>
              <a:gd name="T54" fmla="*/ 0 w 123"/>
              <a:gd name="T55" fmla="*/ 7 h 134"/>
              <a:gd name="T56" fmla="*/ 0 w 123"/>
              <a:gd name="T57" fmla="*/ 0 h 134"/>
              <a:gd name="T58" fmla="*/ 105 w 123"/>
              <a:gd name="T59" fmla="*/ 0 h 134"/>
              <a:gd name="T60" fmla="*/ 117 w 123"/>
              <a:gd name="T61" fmla="*/ 35 h 134"/>
              <a:gd name="T62" fmla="*/ 109 w 123"/>
              <a:gd name="T63" fmla="*/ 38 h 134"/>
              <a:gd name="T64" fmla="*/ 107 w 123"/>
              <a:gd name="T65" fmla="*/ 34 h 134"/>
              <a:gd name="T66" fmla="*/ 105 w 123"/>
              <a:gd name="T67" fmla="*/ 29 h 134"/>
              <a:gd name="T68" fmla="*/ 78 w 123"/>
              <a:gd name="T69" fmla="*/ 11 h 134"/>
              <a:gd name="T70" fmla="*/ 42 w 123"/>
              <a:gd name="T71" fmla="*/ 10 h 134"/>
              <a:gd name="T72" fmla="*/ 33 w 123"/>
              <a:gd name="T73" fmla="*/ 10 h 134"/>
              <a:gd name="T74" fmla="*/ 33 w 123"/>
              <a:gd name="T75" fmla="*/ 60 h 134"/>
            </a:gdLst>
            <a:rect l="0" t="0" r="r" b="b"/>
            <a:pathLst>
              <a:path w="123" h="134">
                <a:moveTo>
                  <a:pt x="33" y="60"/>
                </a:moveTo>
                <a:cubicBezTo>
                  <a:pt x="41" y="60"/>
                  <a:pt x="48" y="61"/>
                  <a:pt x="55" y="59"/>
                </a:cubicBezTo>
                <a:cubicBezTo>
                  <a:pt x="63" y="57"/>
                  <a:pt x="67" y="53"/>
                  <a:pt x="68" y="45"/>
                </a:cubicBezTo>
                <a:cubicBezTo>
                  <a:pt x="69" y="42"/>
                  <a:pt x="69" y="39"/>
                  <a:pt x="70" y="35"/>
                </a:cubicBezTo>
                <a:cubicBezTo>
                  <a:pt x="72" y="35"/>
                  <a:pt x="75" y="35"/>
                  <a:pt x="77" y="35"/>
                </a:cubicBezTo>
                <a:cubicBezTo>
                  <a:pt x="77" y="55"/>
                  <a:pt x="77" y="74"/>
                  <a:pt x="77" y="94"/>
                </a:cubicBezTo>
                <a:cubicBezTo>
                  <a:pt x="76" y="94"/>
                  <a:pt x="75" y="94"/>
                  <a:pt x="75" y="94"/>
                </a:cubicBezTo>
                <a:cubicBezTo>
                  <a:pt x="73" y="94"/>
                  <a:pt x="71" y="94"/>
                  <a:pt x="70" y="94"/>
                </a:cubicBezTo>
                <a:cubicBezTo>
                  <a:pt x="69" y="90"/>
                  <a:pt x="69" y="86"/>
                  <a:pt x="69" y="83"/>
                </a:cubicBezTo>
                <a:cubicBezTo>
                  <a:pt x="67" y="74"/>
                  <a:pt x="63" y="70"/>
                  <a:pt x="54" y="69"/>
                </a:cubicBezTo>
                <a:cubicBezTo>
                  <a:pt x="47" y="69"/>
                  <a:pt x="40" y="69"/>
                  <a:pt x="33" y="69"/>
                </a:cubicBezTo>
                <a:cubicBezTo>
                  <a:pt x="33" y="71"/>
                  <a:pt x="33" y="72"/>
                  <a:pt x="33" y="73"/>
                </a:cubicBezTo>
                <a:cubicBezTo>
                  <a:pt x="33" y="87"/>
                  <a:pt x="33" y="101"/>
                  <a:pt x="33" y="114"/>
                </a:cubicBezTo>
                <a:cubicBezTo>
                  <a:pt x="33" y="123"/>
                  <a:pt x="34" y="124"/>
                  <a:pt x="43" y="124"/>
                </a:cubicBezTo>
                <a:cubicBezTo>
                  <a:pt x="51" y="124"/>
                  <a:pt x="60" y="124"/>
                  <a:pt x="68" y="124"/>
                </a:cubicBezTo>
                <a:cubicBezTo>
                  <a:pt x="89" y="124"/>
                  <a:pt x="103" y="114"/>
                  <a:pt x="112" y="96"/>
                </a:cubicBezTo>
                <a:cubicBezTo>
                  <a:pt x="113" y="94"/>
                  <a:pt x="114" y="92"/>
                  <a:pt x="115" y="90"/>
                </a:cubicBezTo>
                <a:cubicBezTo>
                  <a:pt x="115" y="90"/>
                  <a:pt x="115" y="90"/>
                  <a:pt x="115" y="90"/>
                </a:cubicBezTo>
                <a:cubicBezTo>
                  <a:pt x="118" y="90"/>
                  <a:pt x="120" y="91"/>
                  <a:pt x="123" y="92"/>
                </a:cubicBezTo>
                <a:cubicBezTo>
                  <a:pt x="118" y="107"/>
                  <a:pt x="113" y="120"/>
                  <a:pt x="109" y="134"/>
                </a:cubicBezTo>
                <a:cubicBezTo>
                  <a:pt x="72" y="134"/>
                  <a:pt x="3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6"/>
                  <a:pt x="8" y="126"/>
                </a:cubicBezTo>
                <a:cubicBezTo>
                  <a:pt x="12" y="126"/>
                  <a:pt x="14" y="124"/>
                  <a:pt x="15" y="120"/>
                </a:cubicBezTo>
                <a:cubicBezTo>
                  <a:pt x="15" y="118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0"/>
                  <a:pt x="14" y="8"/>
                  <a:pt x="5" y="7"/>
                </a:cubicBezTo>
                <a:cubicBezTo>
                  <a:pt x="3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34" y="0"/>
                  <a:pt x="69" y="0"/>
                  <a:pt x="105" y="0"/>
                </a:cubicBezTo>
                <a:cubicBezTo>
                  <a:pt x="109" y="11"/>
                  <a:pt x="112" y="22"/>
                  <a:pt x="117" y="35"/>
                </a:cubicBezTo>
                <a:cubicBezTo>
                  <a:pt x="114" y="36"/>
                  <a:pt x="112" y="37"/>
                  <a:pt x="109" y="38"/>
                </a:cubicBezTo>
                <a:cubicBezTo>
                  <a:pt x="108" y="36"/>
                  <a:pt x="108" y="35"/>
                  <a:pt x="107" y="34"/>
                </a:cubicBezTo>
                <a:cubicBezTo>
                  <a:pt x="107" y="32"/>
                  <a:pt x="106" y="31"/>
                  <a:pt x="105" y="29"/>
                </a:cubicBezTo>
                <a:cubicBezTo>
                  <a:pt x="100" y="18"/>
                  <a:pt x="90" y="11"/>
                  <a:pt x="78" y="11"/>
                </a:cubicBezTo>
                <a:cubicBezTo>
                  <a:pt x="66" y="10"/>
                  <a:pt x="54" y="10"/>
                  <a:pt x="42" y="10"/>
                </a:cubicBezTo>
                <a:cubicBezTo>
                  <a:pt x="39" y="10"/>
                  <a:pt x="36" y="10"/>
                  <a:pt x="33" y="10"/>
                </a:cubicBezTo>
                <a:cubicBezTo>
                  <a:pt x="33" y="26"/>
                  <a:pt x="33" y="43"/>
                  <a:pt x="33" y="6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5" name="Freeform 22">
            <a:extLst xmlns:a="http://schemas.openxmlformats.org/drawingml/2006/main">
              <a:ext uri="{FF2B5EF4-FFF2-40B4-BE49-F238E27FC236}">
                <a16:creationId xmlns:a16="http://schemas.microsoft.com/office/drawing/2014/main" id="{C6E27A53-5240-48EB-A50B-6B77EC0F2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3944" y="689187"/>
            <a:ext cx="63867" cy="67859"/>
          </a:xfrm>
          <a:custGeom xmlns:a="http://schemas.openxmlformats.org/drawingml/2006/main">
            <a:gdLst>
              <a:gd name="T0" fmla="*/ 43 w 126"/>
              <a:gd name="T1" fmla="*/ 134 h 134"/>
              <a:gd name="T2" fmla="*/ 0 w 126"/>
              <a:gd name="T3" fmla="*/ 134 h 134"/>
              <a:gd name="T4" fmla="*/ 0 w 126"/>
              <a:gd name="T5" fmla="*/ 127 h 134"/>
              <a:gd name="T6" fmla="*/ 7 w 126"/>
              <a:gd name="T7" fmla="*/ 126 h 134"/>
              <a:gd name="T8" fmla="*/ 16 w 126"/>
              <a:gd name="T9" fmla="*/ 118 h 134"/>
              <a:gd name="T10" fmla="*/ 16 w 126"/>
              <a:gd name="T11" fmla="*/ 110 h 134"/>
              <a:gd name="T12" fmla="*/ 16 w 126"/>
              <a:gd name="T13" fmla="*/ 18 h 134"/>
              <a:gd name="T14" fmla="*/ 5 w 126"/>
              <a:gd name="T15" fmla="*/ 7 h 134"/>
              <a:gd name="T16" fmla="*/ 0 w 126"/>
              <a:gd name="T17" fmla="*/ 7 h 134"/>
              <a:gd name="T18" fmla="*/ 0 w 126"/>
              <a:gd name="T19" fmla="*/ 0 h 134"/>
              <a:gd name="T20" fmla="*/ 40 w 126"/>
              <a:gd name="T21" fmla="*/ 0 h 134"/>
              <a:gd name="T22" fmla="*/ 98 w 126"/>
              <a:gd name="T23" fmla="*/ 100 h 134"/>
              <a:gd name="T24" fmla="*/ 99 w 126"/>
              <a:gd name="T25" fmla="*/ 96 h 134"/>
              <a:gd name="T26" fmla="*/ 99 w 126"/>
              <a:gd name="T27" fmla="*/ 24 h 134"/>
              <a:gd name="T28" fmla="*/ 98 w 126"/>
              <a:gd name="T29" fmla="*/ 17 h 134"/>
              <a:gd name="T30" fmla="*/ 89 w 126"/>
              <a:gd name="T31" fmla="*/ 7 h 134"/>
              <a:gd name="T32" fmla="*/ 83 w 126"/>
              <a:gd name="T33" fmla="*/ 7 h 134"/>
              <a:gd name="T34" fmla="*/ 83 w 126"/>
              <a:gd name="T35" fmla="*/ 4 h 134"/>
              <a:gd name="T36" fmla="*/ 83 w 126"/>
              <a:gd name="T37" fmla="*/ 0 h 134"/>
              <a:gd name="T38" fmla="*/ 125 w 126"/>
              <a:gd name="T39" fmla="*/ 0 h 134"/>
              <a:gd name="T40" fmla="*/ 126 w 126"/>
              <a:gd name="T41" fmla="*/ 3 h 134"/>
              <a:gd name="T42" fmla="*/ 126 w 126"/>
              <a:gd name="T43" fmla="*/ 7 h 134"/>
              <a:gd name="T44" fmla="*/ 120 w 126"/>
              <a:gd name="T45" fmla="*/ 7 h 134"/>
              <a:gd name="T46" fmla="*/ 110 w 126"/>
              <a:gd name="T47" fmla="*/ 16 h 134"/>
              <a:gd name="T48" fmla="*/ 110 w 126"/>
              <a:gd name="T49" fmla="*/ 26 h 134"/>
              <a:gd name="T50" fmla="*/ 110 w 126"/>
              <a:gd name="T51" fmla="*/ 128 h 134"/>
              <a:gd name="T52" fmla="*/ 110 w 126"/>
              <a:gd name="T53" fmla="*/ 134 h 134"/>
              <a:gd name="T54" fmla="*/ 98 w 126"/>
              <a:gd name="T55" fmla="*/ 134 h 134"/>
              <a:gd name="T56" fmla="*/ 28 w 126"/>
              <a:gd name="T57" fmla="*/ 14 h 134"/>
              <a:gd name="T58" fmla="*/ 28 w 126"/>
              <a:gd name="T59" fmla="*/ 14 h 134"/>
              <a:gd name="T60" fmla="*/ 27 w 126"/>
              <a:gd name="T61" fmla="*/ 17 h 134"/>
              <a:gd name="T62" fmla="*/ 27 w 126"/>
              <a:gd name="T63" fmla="*/ 110 h 134"/>
              <a:gd name="T64" fmla="*/ 28 w 126"/>
              <a:gd name="T65" fmla="*/ 118 h 134"/>
              <a:gd name="T66" fmla="*/ 36 w 126"/>
              <a:gd name="T67" fmla="*/ 126 h 134"/>
              <a:gd name="T68" fmla="*/ 43 w 126"/>
              <a:gd name="T69" fmla="*/ 127 h 134"/>
              <a:gd name="T70" fmla="*/ 43 w 126"/>
              <a:gd name="T71" fmla="*/ 134 h 134"/>
            </a:gdLst>
            <a:rect l="0" t="0" r="r" b="b"/>
            <a:pathLst>
              <a:path w="126" h="134">
                <a:moveTo>
                  <a:pt x="43" y="134"/>
                </a:moveTo>
                <a:cubicBezTo>
                  <a:pt x="29" y="134"/>
                  <a:pt x="14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7"/>
                  <a:pt x="7" y="126"/>
                </a:cubicBezTo>
                <a:cubicBezTo>
                  <a:pt x="13" y="125"/>
                  <a:pt x="15" y="123"/>
                  <a:pt x="16" y="118"/>
                </a:cubicBezTo>
                <a:cubicBezTo>
                  <a:pt x="16" y="115"/>
                  <a:pt x="16" y="113"/>
                  <a:pt x="16" y="110"/>
                </a:cubicBezTo>
                <a:cubicBezTo>
                  <a:pt x="16" y="80"/>
                  <a:pt x="16" y="49"/>
                  <a:pt x="16" y="18"/>
                </a:cubicBezTo>
                <a:cubicBezTo>
                  <a:pt x="16" y="9"/>
                  <a:pt x="14" y="8"/>
                  <a:pt x="5" y="7"/>
                </a:cubicBezTo>
                <a:cubicBezTo>
                  <a:pt x="4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3" y="0"/>
                  <a:pt x="26" y="0"/>
                  <a:pt x="40" y="0"/>
                </a:cubicBezTo>
                <a:cubicBezTo>
                  <a:pt x="59" y="33"/>
                  <a:pt x="78" y="66"/>
                  <a:pt x="98" y="100"/>
                </a:cubicBezTo>
                <a:cubicBezTo>
                  <a:pt x="98" y="98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2"/>
                  <a:pt x="99" y="19"/>
                  <a:pt x="98" y="17"/>
                </a:cubicBezTo>
                <a:cubicBezTo>
                  <a:pt x="97" y="11"/>
                  <a:pt x="95" y="8"/>
                  <a:pt x="89" y="7"/>
                </a:cubicBezTo>
                <a:cubicBezTo>
                  <a:pt x="87" y="7"/>
                  <a:pt x="85" y="7"/>
                  <a:pt x="83" y="7"/>
                </a:cubicBezTo>
                <a:cubicBezTo>
                  <a:pt x="83" y="6"/>
                  <a:pt x="83" y="5"/>
                  <a:pt x="83" y="4"/>
                </a:cubicBezTo>
                <a:cubicBezTo>
                  <a:pt x="83" y="2"/>
                  <a:pt x="83" y="1"/>
                  <a:pt x="83" y="0"/>
                </a:cubicBezTo>
                <a:cubicBezTo>
                  <a:pt x="97" y="0"/>
                  <a:pt x="111" y="0"/>
                  <a:pt x="125" y="0"/>
                </a:cubicBezTo>
                <a:cubicBezTo>
                  <a:pt x="125" y="1"/>
                  <a:pt x="126" y="2"/>
                  <a:pt x="126" y="3"/>
                </a:cubicBezTo>
                <a:cubicBezTo>
                  <a:pt x="126" y="4"/>
                  <a:pt x="126" y="5"/>
                  <a:pt x="126" y="7"/>
                </a:cubicBezTo>
                <a:cubicBezTo>
                  <a:pt x="124" y="7"/>
                  <a:pt x="122" y="7"/>
                  <a:pt x="120" y="7"/>
                </a:cubicBezTo>
                <a:cubicBezTo>
                  <a:pt x="114" y="8"/>
                  <a:pt x="111" y="11"/>
                  <a:pt x="110" y="16"/>
                </a:cubicBezTo>
                <a:cubicBezTo>
                  <a:pt x="110" y="20"/>
                  <a:pt x="110" y="23"/>
                  <a:pt x="110" y="26"/>
                </a:cubicBezTo>
                <a:cubicBezTo>
                  <a:pt x="110" y="60"/>
                  <a:pt x="110" y="94"/>
                  <a:pt x="110" y="128"/>
                </a:cubicBezTo>
                <a:cubicBezTo>
                  <a:pt x="110" y="130"/>
                  <a:pt x="110" y="132"/>
                  <a:pt x="110" y="134"/>
                </a:cubicBezTo>
                <a:cubicBezTo>
                  <a:pt x="106" y="134"/>
                  <a:pt x="102" y="134"/>
                  <a:pt x="98" y="134"/>
                </a:cubicBezTo>
                <a:cubicBezTo>
                  <a:pt x="75" y="94"/>
                  <a:pt x="52" y="54"/>
                  <a:pt x="28" y="14"/>
                </a:cubicBezTo>
                <a:cubicBezTo>
                  <a:pt x="28" y="14"/>
                  <a:pt x="28" y="14"/>
                  <a:pt x="28" y="14"/>
                </a:cubicBezTo>
                <a:cubicBezTo>
                  <a:pt x="27" y="15"/>
                  <a:pt x="27" y="16"/>
                  <a:pt x="27" y="17"/>
                </a:cubicBezTo>
                <a:cubicBezTo>
                  <a:pt x="27" y="48"/>
                  <a:pt x="27" y="79"/>
                  <a:pt x="27" y="110"/>
                </a:cubicBezTo>
                <a:cubicBezTo>
                  <a:pt x="27" y="113"/>
                  <a:pt x="27" y="116"/>
                  <a:pt x="28" y="118"/>
                </a:cubicBezTo>
                <a:cubicBezTo>
                  <a:pt x="29" y="123"/>
                  <a:pt x="31" y="125"/>
                  <a:pt x="36" y="126"/>
                </a:cubicBezTo>
                <a:cubicBezTo>
                  <a:pt x="38" y="126"/>
                  <a:pt x="41" y="127"/>
                  <a:pt x="43" y="127"/>
                </a:cubicBezTo>
                <a:cubicBezTo>
                  <a:pt x="43" y="129"/>
                  <a:pt x="43" y="132"/>
                  <a:pt x="43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6" name="Freeform 23">
            <a:extLst xmlns:a="http://schemas.openxmlformats.org/drawingml/2006/main">
              <a:ext uri="{FF2B5EF4-FFF2-40B4-BE49-F238E27FC236}">
                <a16:creationId xmlns:a16="http://schemas.microsoft.com/office/drawing/2014/main" id="{15488A69-85EC-476F-9569-6EAD50954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2943" y="686906"/>
            <a:ext cx="70710" cy="72991"/>
          </a:xfrm>
          <a:custGeom xmlns:a="http://schemas.openxmlformats.org/drawingml/2006/main">
            <a:gdLst>
              <a:gd name="T0" fmla="*/ 87 w 139"/>
              <a:gd name="T1" fmla="*/ 79 h 144"/>
              <a:gd name="T2" fmla="*/ 87 w 139"/>
              <a:gd name="T3" fmla="*/ 71 h 144"/>
              <a:gd name="T4" fmla="*/ 139 w 139"/>
              <a:gd name="T5" fmla="*/ 71 h 144"/>
              <a:gd name="T6" fmla="*/ 139 w 139"/>
              <a:gd name="T7" fmla="*/ 79 h 144"/>
              <a:gd name="T8" fmla="*/ 133 w 139"/>
              <a:gd name="T9" fmla="*/ 79 h 144"/>
              <a:gd name="T10" fmla="*/ 124 w 139"/>
              <a:gd name="T11" fmla="*/ 88 h 144"/>
              <a:gd name="T12" fmla="*/ 124 w 139"/>
              <a:gd name="T13" fmla="*/ 95 h 144"/>
              <a:gd name="T14" fmla="*/ 124 w 139"/>
              <a:gd name="T15" fmla="*/ 134 h 144"/>
              <a:gd name="T16" fmla="*/ 124 w 139"/>
              <a:gd name="T17" fmla="*/ 139 h 144"/>
              <a:gd name="T18" fmla="*/ 115 w 139"/>
              <a:gd name="T19" fmla="*/ 139 h 144"/>
              <a:gd name="T20" fmla="*/ 110 w 139"/>
              <a:gd name="T21" fmla="*/ 128 h 144"/>
              <a:gd name="T22" fmla="*/ 105 w 139"/>
              <a:gd name="T23" fmla="*/ 131 h 144"/>
              <a:gd name="T24" fmla="*/ 56 w 139"/>
              <a:gd name="T25" fmla="*/ 141 h 144"/>
              <a:gd name="T26" fmla="*/ 10 w 139"/>
              <a:gd name="T27" fmla="*/ 103 h 144"/>
              <a:gd name="T28" fmla="*/ 15 w 139"/>
              <a:gd name="T29" fmla="*/ 33 h 144"/>
              <a:gd name="T30" fmla="*/ 56 w 139"/>
              <a:gd name="T31" fmla="*/ 3 h 144"/>
              <a:gd name="T32" fmla="*/ 99 w 139"/>
              <a:gd name="T33" fmla="*/ 11 h 144"/>
              <a:gd name="T34" fmla="*/ 102 w 139"/>
              <a:gd name="T35" fmla="*/ 13 h 144"/>
              <a:gd name="T36" fmla="*/ 105 w 139"/>
              <a:gd name="T37" fmla="*/ 5 h 144"/>
              <a:gd name="T38" fmla="*/ 112 w 139"/>
              <a:gd name="T39" fmla="*/ 5 h 144"/>
              <a:gd name="T40" fmla="*/ 122 w 139"/>
              <a:gd name="T41" fmla="*/ 46 h 144"/>
              <a:gd name="T42" fmla="*/ 114 w 139"/>
              <a:gd name="T43" fmla="*/ 49 h 144"/>
              <a:gd name="T44" fmla="*/ 112 w 139"/>
              <a:gd name="T45" fmla="*/ 44 h 144"/>
              <a:gd name="T46" fmla="*/ 100 w 139"/>
              <a:gd name="T47" fmla="*/ 25 h 144"/>
              <a:gd name="T48" fmla="*/ 42 w 139"/>
              <a:gd name="T49" fmla="*/ 23 h 144"/>
              <a:gd name="T50" fmla="*/ 24 w 139"/>
              <a:gd name="T51" fmla="*/ 62 h 144"/>
              <a:gd name="T52" fmla="*/ 34 w 139"/>
              <a:gd name="T53" fmla="*/ 109 h 144"/>
              <a:gd name="T54" fmla="*/ 77 w 139"/>
              <a:gd name="T55" fmla="*/ 131 h 144"/>
              <a:gd name="T56" fmla="*/ 101 w 139"/>
              <a:gd name="T57" fmla="*/ 120 h 144"/>
              <a:gd name="T58" fmla="*/ 106 w 139"/>
              <a:gd name="T59" fmla="*/ 109 h 144"/>
              <a:gd name="T60" fmla="*/ 106 w 139"/>
              <a:gd name="T61" fmla="*/ 90 h 144"/>
              <a:gd name="T62" fmla="*/ 96 w 139"/>
              <a:gd name="T63" fmla="*/ 79 h 144"/>
              <a:gd name="T64" fmla="*/ 87 w 139"/>
              <a:gd name="T65" fmla="*/ 79 h 144"/>
            </a:gdLst>
            <a:rect l="0" t="0" r="r" b="b"/>
            <a:pathLst>
              <a:path w="139" h="144">
                <a:moveTo>
                  <a:pt x="87" y="79"/>
                </a:moveTo>
                <a:cubicBezTo>
                  <a:pt x="87" y="76"/>
                  <a:pt x="87" y="74"/>
                  <a:pt x="87" y="71"/>
                </a:cubicBezTo>
                <a:cubicBezTo>
                  <a:pt x="105" y="71"/>
                  <a:pt x="122" y="71"/>
                  <a:pt x="139" y="71"/>
                </a:cubicBezTo>
                <a:cubicBezTo>
                  <a:pt x="139" y="74"/>
                  <a:pt x="139" y="76"/>
                  <a:pt x="139" y="79"/>
                </a:cubicBezTo>
                <a:cubicBezTo>
                  <a:pt x="137" y="79"/>
                  <a:pt x="135" y="79"/>
                  <a:pt x="133" y="79"/>
                </a:cubicBezTo>
                <a:cubicBezTo>
                  <a:pt x="127" y="79"/>
                  <a:pt x="125" y="81"/>
                  <a:pt x="124" y="88"/>
                </a:cubicBezTo>
                <a:cubicBezTo>
                  <a:pt x="124" y="90"/>
                  <a:pt x="124" y="93"/>
                  <a:pt x="124" y="95"/>
                </a:cubicBezTo>
                <a:cubicBezTo>
                  <a:pt x="124" y="108"/>
                  <a:pt x="124" y="121"/>
                  <a:pt x="124" y="134"/>
                </a:cubicBezTo>
                <a:cubicBezTo>
                  <a:pt x="124" y="135"/>
                  <a:pt x="124" y="137"/>
                  <a:pt x="124" y="139"/>
                </a:cubicBezTo>
                <a:cubicBezTo>
                  <a:pt x="121" y="139"/>
                  <a:pt x="118" y="139"/>
                  <a:pt x="115" y="139"/>
                </a:cubicBezTo>
                <a:cubicBezTo>
                  <a:pt x="113" y="136"/>
                  <a:pt x="112" y="132"/>
                  <a:pt x="110" y="128"/>
                </a:cubicBezTo>
                <a:cubicBezTo>
                  <a:pt x="108" y="129"/>
                  <a:pt x="107" y="130"/>
                  <a:pt x="105" y="131"/>
                </a:cubicBezTo>
                <a:cubicBezTo>
                  <a:pt x="90" y="140"/>
                  <a:pt x="74" y="144"/>
                  <a:pt x="56" y="141"/>
                </a:cubicBezTo>
                <a:cubicBezTo>
                  <a:pt x="34" y="137"/>
                  <a:pt x="18" y="124"/>
                  <a:pt x="10" y="103"/>
                </a:cubicBezTo>
                <a:cubicBezTo>
                  <a:pt x="0" y="79"/>
                  <a:pt x="1" y="55"/>
                  <a:pt x="15" y="33"/>
                </a:cubicBezTo>
                <a:cubicBezTo>
                  <a:pt x="24" y="17"/>
                  <a:pt x="38" y="6"/>
                  <a:pt x="56" y="3"/>
                </a:cubicBezTo>
                <a:cubicBezTo>
                  <a:pt x="71" y="0"/>
                  <a:pt x="86" y="2"/>
                  <a:pt x="99" y="11"/>
                </a:cubicBezTo>
                <a:cubicBezTo>
                  <a:pt x="100" y="12"/>
                  <a:pt x="101" y="12"/>
                  <a:pt x="102" y="13"/>
                </a:cubicBezTo>
                <a:cubicBezTo>
                  <a:pt x="103" y="10"/>
                  <a:pt x="104" y="7"/>
                  <a:pt x="105" y="5"/>
                </a:cubicBezTo>
                <a:cubicBezTo>
                  <a:pt x="107" y="5"/>
                  <a:pt x="109" y="5"/>
                  <a:pt x="112" y="5"/>
                </a:cubicBezTo>
                <a:cubicBezTo>
                  <a:pt x="115" y="18"/>
                  <a:pt x="119" y="32"/>
                  <a:pt x="122" y="46"/>
                </a:cubicBezTo>
                <a:cubicBezTo>
                  <a:pt x="120" y="47"/>
                  <a:pt x="117" y="48"/>
                  <a:pt x="114" y="49"/>
                </a:cubicBezTo>
                <a:cubicBezTo>
                  <a:pt x="114" y="47"/>
                  <a:pt x="113" y="45"/>
                  <a:pt x="112" y="44"/>
                </a:cubicBezTo>
                <a:cubicBezTo>
                  <a:pt x="109" y="37"/>
                  <a:pt x="105" y="30"/>
                  <a:pt x="100" y="25"/>
                </a:cubicBezTo>
                <a:cubicBezTo>
                  <a:pt x="84" y="8"/>
                  <a:pt x="59" y="7"/>
                  <a:pt x="42" y="23"/>
                </a:cubicBezTo>
                <a:cubicBezTo>
                  <a:pt x="31" y="34"/>
                  <a:pt x="25" y="47"/>
                  <a:pt x="24" y="62"/>
                </a:cubicBezTo>
                <a:cubicBezTo>
                  <a:pt x="22" y="79"/>
                  <a:pt x="25" y="95"/>
                  <a:pt x="34" y="109"/>
                </a:cubicBezTo>
                <a:cubicBezTo>
                  <a:pt x="44" y="125"/>
                  <a:pt x="59" y="132"/>
                  <a:pt x="77" y="131"/>
                </a:cubicBezTo>
                <a:cubicBezTo>
                  <a:pt x="86" y="130"/>
                  <a:pt x="94" y="127"/>
                  <a:pt x="101" y="120"/>
                </a:cubicBezTo>
                <a:cubicBezTo>
                  <a:pt x="104" y="117"/>
                  <a:pt x="106" y="114"/>
                  <a:pt x="106" y="109"/>
                </a:cubicBezTo>
                <a:cubicBezTo>
                  <a:pt x="106" y="103"/>
                  <a:pt x="107" y="96"/>
                  <a:pt x="106" y="90"/>
                </a:cubicBezTo>
                <a:cubicBezTo>
                  <a:pt x="106" y="82"/>
                  <a:pt x="104" y="81"/>
                  <a:pt x="96" y="79"/>
                </a:cubicBezTo>
                <a:cubicBezTo>
                  <a:pt x="94" y="79"/>
                  <a:pt x="91" y="79"/>
                  <a:pt x="87" y="79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7" name="Freeform 25">
            <a:extLst xmlns:a="http://schemas.openxmlformats.org/drawingml/2006/main">
              <a:ext uri="{FF2B5EF4-FFF2-40B4-BE49-F238E27FC236}">
                <a16:creationId xmlns:a16="http://schemas.microsoft.com/office/drawing/2014/main" id="{A55FBFBA-D897-4866-AF1C-D0225E865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081" y="688046"/>
            <a:ext cx="57594" cy="70710"/>
          </a:xfrm>
          <a:custGeom xmlns:a="http://schemas.openxmlformats.org/drawingml/2006/main">
            <a:gdLst>
              <a:gd name="T0" fmla="*/ 103 w 113"/>
              <a:gd name="T1" fmla="*/ 44 h 140"/>
              <a:gd name="T2" fmla="*/ 95 w 113"/>
              <a:gd name="T3" fmla="*/ 46 h 140"/>
              <a:gd name="T4" fmla="*/ 92 w 113"/>
              <a:gd name="T5" fmla="*/ 41 h 140"/>
              <a:gd name="T6" fmla="*/ 72 w 113"/>
              <a:gd name="T7" fmla="*/ 18 h 140"/>
              <a:gd name="T8" fmla="*/ 38 w 113"/>
              <a:gd name="T9" fmla="*/ 12 h 140"/>
              <a:gd name="T10" fmla="*/ 25 w 113"/>
              <a:gd name="T11" fmla="*/ 19 h 140"/>
              <a:gd name="T12" fmla="*/ 26 w 113"/>
              <a:gd name="T13" fmla="*/ 44 h 140"/>
              <a:gd name="T14" fmla="*/ 42 w 113"/>
              <a:gd name="T15" fmla="*/ 53 h 140"/>
              <a:gd name="T16" fmla="*/ 70 w 113"/>
              <a:gd name="T17" fmla="*/ 62 h 140"/>
              <a:gd name="T18" fmla="*/ 90 w 113"/>
              <a:gd name="T19" fmla="*/ 70 h 140"/>
              <a:gd name="T20" fmla="*/ 97 w 113"/>
              <a:gd name="T21" fmla="*/ 125 h 140"/>
              <a:gd name="T22" fmla="*/ 56 w 113"/>
              <a:gd name="T23" fmla="*/ 140 h 140"/>
              <a:gd name="T24" fmla="*/ 25 w 113"/>
              <a:gd name="T25" fmla="*/ 128 h 140"/>
              <a:gd name="T26" fmla="*/ 21 w 113"/>
              <a:gd name="T27" fmla="*/ 125 h 140"/>
              <a:gd name="T28" fmla="*/ 16 w 113"/>
              <a:gd name="T29" fmla="*/ 137 h 140"/>
              <a:gd name="T30" fmla="*/ 10 w 113"/>
              <a:gd name="T31" fmla="*/ 137 h 140"/>
              <a:gd name="T32" fmla="*/ 1 w 113"/>
              <a:gd name="T33" fmla="*/ 89 h 140"/>
              <a:gd name="T34" fmla="*/ 10 w 113"/>
              <a:gd name="T35" fmla="*/ 87 h 140"/>
              <a:gd name="T36" fmla="*/ 13 w 113"/>
              <a:gd name="T37" fmla="*/ 95 h 140"/>
              <a:gd name="T38" fmla="*/ 36 w 113"/>
              <a:gd name="T39" fmla="*/ 122 h 140"/>
              <a:gd name="T40" fmla="*/ 69 w 113"/>
              <a:gd name="T41" fmla="*/ 128 h 140"/>
              <a:gd name="T42" fmla="*/ 85 w 113"/>
              <a:gd name="T43" fmla="*/ 119 h 140"/>
              <a:gd name="T44" fmla="*/ 81 w 113"/>
              <a:gd name="T45" fmla="*/ 86 h 140"/>
              <a:gd name="T46" fmla="*/ 63 w 113"/>
              <a:gd name="T47" fmla="*/ 79 h 140"/>
              <a:gd name="T48" fmla="*/ 38 w 113"/>
              <a:gd name="T49" fmla="*/ 71 h 140"/>
              <a:gd name="T50" fmla="*/ 19 w 113"/>
              <a:gd name="T51" fmla="*/ 62 h 140"/>
              <a:gd name="T52" fmla="*/ 15 w 113"/>
              <a:gd name="T53" fmla="*/ 13 h 140"/>
              <a:gd name="T54" fmla="*/ 51 w 113"/>
              <a:gd name="T55" fmla="*/ 0 h 140"/>
              <a:gd name="T56" fmla="*/ 81 w 113"/>
              <a:gd name="T57" fmla="*/ 10 h 140"/>
              <a:gd name="T58" fmla="*/ 82 w 113"/>
              <a:gd name="T59" fmla="*/ 11 h 140"/>
              <a:gd name="T60" fmla="*/ 83 w 113"/>
              <a:gd name="T61" fmla="*/ 11 h 140"/>
              <a:gd name="T62" fmla="*/ 87 w 113"/>
              <a:gd name="T63" fmla="*/ 2 h 140"/>
              <a:gd name="T64" fmla="*/ 93 w 113"/>
              <a:gd name="T65" fmla="*/ 2 h 140"/>
              <a:gd name="T66" fmla="*/ 103 w 113"/>
              <a:gd name="T67" fmla="*/ 44 h 140"/>
            </a:gdLst>
            <a:rect l="0" t="0" r="r" b="b"/>
            <a:pathLst>
              <a:path w="113" h="140">
                <a:moveTo>
                  <a:pt x="103" y="44"/>
                </a:moveTo>
                <a:cubicBezTo>
                  <a:pt x="100" y="45"/>
                  <a:pt x="98" y="45"/>
                  <a:pt x="95" y="46"/>
                </a:cubicBezTo>
                <a:cubicBezTo>
                  <a:pt x="94" y="44"/>
                  <a:pt x="93" y="43"/>
                  <a:pt x="92" y="41"/>
                </a:cubicBezTo>
                <a:cubicBezTo>
                  <a:pt x="87" y="32"/>
                  <a:pt x="81" y="24"/>
                  <a:pt x="72" y="18"/>
                </a:cubicBezTo>
                <a:cubicBezTo>
                  <a:pt x="61" y="11"/>
                  <a:pt x="50" y="9"/>
                  <a:pt x="38" y="12"/>
                </a:cubicBezTo>
                <a:cubicBezTo>
                  <a:pt x="33" y="13"/>
                  <a:pt x="28" y="16"/>
                  <a:pt x="25" y="19"/>
                </a:cubicBezTo>
                <a:cubicBezTo>
                  <a:pt x="18" y="27"/>
                  <a:pt x="19" y="38"/>
                  <a:pt x="26" y="44"/>
                </a:cubicBezTo>
                <a:cubicBezTo>
                  <a:pt x="31" y="49"/>
                  <a:pt x="36" y="51"/>
                  <a:pt x="42" y="53"/>
                </a:cubicBezTo>
                <a:cubicBezTo>
                  <a:pt x="51" y="56"/>
                  <a:pt x="61" y="59"/>
                  <a:pt x="70" y="62"/>
                </a:cubicBezTo>
                <a:cubicBezTo>
                  <a:pt x="77" y="64"/>
                  <a:pt x="84" y="67"/>
                  <a:pt x="90" y="70"/>
                </a:cubicBezTo>
                <a:cubicBezTo>
                  <a:pt x="113" y="83"/>
                  <a:pt x="112" y="111"/>
                  <a:pt x="97" y="125"/>
                </a:cubicBezTo>
                <a:cubicBezTo>
                  <a:pt x="85" y="137"/>
                  <a:pt x="71" y="140"/>
                  <a:pt x="56" y="140"/>
                </a:cubicBezTo>
                <a:cubicBezTo>
                  <a:pt x="44" y="139"/>
                  <a:pt x="34" y="135"/>
                  <a:pt x="25" y="128"/>
                </a:cubicBezTo>
                <a:cubicBezTo>
                  <a:pt x="24" y="127"/>
                  <a:pt x="23" y="126"/>
                  <a:pt x="21" y="125"/>
                </a:cubicBezTo>
                <a:cubicBezTo>
                  <a:pt x="19" y="129"/>
                  <a:pt x="18" y="133"/>
                  <a:pt x="16" y="137"/>
                </a:cubicBezTo>
                <a:cubicBezTo>
                  <a:pt x="14" y="137"/>
                  <a:pt x="12" y="137"/>
                  <a:pt x="10" y="137"/>
                </a:cubicBezTo>
                <a:cubicBezTo>
                  <a:pt x="7" y="121"/>
                  <a:pt x="4" y="105"/>
                  <a:pt x="1" y="89"/>
                </a:cubicBezTo>
                <a:cubicBezTo>
                  <a:pt x="4" y="88"/>
                  <a:pt x="7" y="88"/>
                  <a:pt x="10" y="87"/>
                </a:cubicBezTo>
                <a:cubicBezTo>
                  <a:pt x="11" y="90"/>
                  <a:pt x="12" y="93"/>
                  <a:pt x="13" y="95"/>
                </a:cubicBezTo>
                <a:cubicBezTo>
                  <a:pt x="18" y="106"/>
                  <a:pt x="26" y="116"/>
                  <a:pt x="36" y="122"/>
                </a:cubicBezTo>
                <a:cubicBezTo>
                  <a:pt x="46" y="129"/>
                  <a:pt x="57" y="131"/>
                  <a:pt x="69" y="128"/>
                </a:cubicBezTo>
                <a:cubicBezTo>
                  <a:pt x="75" y="127"/>
                  <a:pt x="80" y="123"/>
                  <a:pt x="85" y="119"/>
                </a:cubicBezTo>
                <a:cubicBezTo>
                  <a:pt x="94" y="110"/>
                  <a:pt x="94" y="93"/>
                  <a:pt x="81" y="86"/>
                </a:cubicBezTo>
                <a:cubicBezTo>
                  <a:pt x="75" y="83"/>
                  <a:pt x="69" y="81"/>
                  <a:pt x="63" y="79"/>
                </a:cubicBezTo>
                <a:cubicBezTo>
                  <a:pt x="55" y="76"/>
                  <a:pt x="46" y="74"/>
                  <a:pt x="38" y="71"/>
                </a:cubicBezTo>
                <a:cubicBezTo>
                  <a:pt x="31" y="69"/>
                  <a:pt x="25" y="66"/>
                  <a:pt x="19" y="62"/>
                </a:cubicBezTo>
                <a:cubicBezTo>
                  <a:pt x="1" y="51"/>
                  <a:pt x="0" y="27"/>
                  <a:pt x="15" y="13"/>
                </a:cubicBezTo>
                <a:cubicBezTo>
                  <a:pt x="25" y="3"/>
                  <a:pt x="37" y="0"/>
                  <a:pt x="51" y="0"/>
                </a:cubicBezTo>
                <a:cubicBezTo>
                  <a:pt x="62" y="0"/>
                  <a:pt x="72" y="3"/>
                  <a:pt x="81" y="10"/>
                </a:cubicBezTo>
                <a:cubicBezTo>
                  <a:pt x="81" y="10"/>
                  <a:pt x="81" y="11"/>
                  <a:pt x="82" y="11"/>
                </a:cubicBezTo>
                <a:cubicBezTo>
                  <a:pt x="82" y="11"/>
                  <a:pt x="82" y="11"/>
                  <a:pt x="83" y="11"/>
                </a:cubicBezTo>
                <a:cubicBezTo>
                  <a:pt x="84" y="8"/>
                  <a:pt x="85" y="5"/>
                  <a:pt x="87" y="2"/>
                </a:cubicBezTo>
                <a:cubicBezTo>
                  <a:pt x="89" y="2"/>
                  <a:pt x="91" y="2"/>
                  <a:pt x="93" y="2"/>
                </a:cubicBezTo>
                <a:cubicBezTo>
                  <a:pt x="96" y="16"/>
                  <a:pt x="100" y="30"/>
                  <a:pt x="103" y="4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8" name="Freeform 27">
            <a:extLst xmlns:a="http://schemas.openxmlformats.org/drawingml/2006/main">
              <a:ext uri="{FF2B5EF4-FFF2-40B4-BE49-F238E27FC236}">
                <a16:creationId xmlns:a16="http://schemas.microsoft.com/office/drawing/2014/main" id="{B6DB2B99-8181-48F9-9316-3FAEC9152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5846" y="688617"/>
            <a:ext cx="57594" cy="68429"/>
          </a:xfrm>
          <a:custGeom xmlns:a="http://schemas.openxmlformats.org/drawingml/2006/main">
            <a:gdLst>
              <a:gd name="T0" fmla="*/ 33 w 113"/>
              <a:gd name="T1" fmla="*/ 78 h 135"/>
              <a:gd name="T2" fmla="*/ 33 w 113"/>
              <a:gd name="T3" fmla="*/ 82 h 135"/>
              <a:gd name="T4" fmla="*/ 33 w 113"/>
              <a:gd name="T5" fmla="*/ 114 h 135"/>
              <a:gd name="T6" fmla="*/ 33 w 113"/>
              <a:gd name="T7" fmla="*/ 118 h 135"/>
              <a:gd name="T8" fmla="*/ 43 w 113"/>
              <a:gd name="T9" fmla="*/ 128 h 135"/>
              <a:gd name="T10" fmla="*/ 49 w 113"/>
              <a:gd name="T11" fmla="*/ 128 h 135"/>
              <a:gd name="T12" fmla="*/ 49 w 113"/>
              <a:gd name="T13" fmla="*/ 135 h 135"/>
              <a:gd name="T14" fmla="*/ 0 w 113"/>
              <a:gd name="T15" fmla="*/ 135 h 135"/>
              <a:gd name="T16" fmla="*/ 0 w 113"/>
              <a:gd name="T17" fmla="*/ 128 h 135"/>
              <a:gd name="T18" fmla="*/ 8 w 113"/>
              <a:gd name="T19" fmla="*/ 127 h 135"/>
              <a:gd name="T20" fmla="*/ 15 w 113"/>
              <a:gd name="T21" fmla="*/ 120 h 135"/>
              <a:gd name="T22" fmla="*/ 15 w 113"/>
              <a:gd name="T23" fmla="*/ 114 h 135"/>
              <a:gd name="T24" fmla="*/ 15 w 113"/>
              <a:gd name="T25" fmla="*/ 21 h 135"/>
              <a:gd name="T26" fmla="*/ 15 w 113"/>
              <a:gd name="T27" fmla="*/ 14 h 135"/>
              <a:gd name="T28" fmla="*/ 9 w 113"/>
              <a:gd name="T29" fmla="*/ 9 h 135"/>
              <a:gd name="T30" fmla="*/ 0 w 113"/>
              <a:gd name="T31" fmla="*/ 8 h 135"/>
              <a:gd name="T32" fmla="*/ 0 w 113"/>
              <a:gd name="T33" fmla="*/ 1 h 135"/>
              <a:gd name="T34" fmla="*/ 4 w 113"/>
              <a:gd name="T35" fmla="*/ 0 h 135"/>
              <a:gd name="T36" fmla="*/ 56 w 113"/>
              <a:gd name="T37" fmla="*/ 0 h 135"/>
              <a:gd name="T38" fmla="*/ 73 w 113"/>
              <a:gd name="T39" fmla="*/ 1 h 135"/>
              <a:gd name="T40" fmla="*/ 106 w 113"/>
              <a:gd name="T41" fmla="*/ 50 h 135"/>
              <a:gd name="T42" fmla="*/ 78 w 113"/>
              <a:gd name="T43" fmla="*/ 76 h 135"/>
              <a:gd name="T44" fmla="*/ 55 w 113"/>
              <a:gd name="T45" fmla="*/ 78 h 135"/>
              <a:gd name="T46" fmla="*/ 33 w 113"/>
              <a:gd name="T47" fmla="*/ 78 h 135"/>
              <a:gd name="T48" fmla="*/ 33 w 113"/>
              <a:gd name="T49" fmla="*/ 68 h 135"/>
              <a:gd name="T50" fmla="*/ 67 w 113"/>
              <a:gd name="T51" fmla="*/ 67 h 135"/>
              <a:gd name="T52" fmla="*/ 85 w 113"/>
              <a:gd name="T53" fmla="*/ 52 h 135"/>
              <a:gd name="T54" fmla="*/ 87 w 113"/>
              <a:gd name="T55" fmla="*/ 29 h 135"/>
              <a:gd name="T56" fmla="*/ 66 w 113"/>
              <a:gd name="T57" fmla="*/ 11 h 135"/>
              <a:gd name="T58" fmla="*/ 34 w 113"/>
              <a:gd name="T59" fmla="*/ 11 h 135"/>
              <a:gd name="T60" fmla="*/ 33 w 113"/>
              <a:gd name="T61" fmla="*/ 11 h 135"/>
              <a:gd name="T62" fmla="*/ 33 w 113"/>
              <a:gd name="T63" fmla="*/ 68 h 135"/>
            </a:gdLst>
            <a:rect l="0" t="0" r="r" b="b"/>
            <a:pathLst>
              <a:path w="113" h="135">
                <a:moveTo>
                  <a:pt x="33" y="78"/>
                </a:moveTo>
                <a:cubicBezTo>
                  <a:pt x="33" y="80"/>
                  <a:pt x="33" y="81"/>
                  <a:pt x="33" y="82"/>
                </a:cubicBezTo>
                <a:cubicBezTo>
                  <a:pt x="33" y="93"/>
                  <a:pt x="33" y="103"/>
                  <a:pt x="33" y="114"/>
                </a:cubicBezTo>
                <a:cubicBezTo>
                  <a:pt x="33" y="115"/>
                  <a:pt x="33" y="117"/>
                  <a:pt x="33" y="118"/>
                </a:cubicBezTo>
                <a:cubicBezTo>
                  <a:pt x="34" y="125"/>
                  <a:pt x="35" y="127"/>
                  <a:pt x="43" y="128"/>
                </a:cubicBezTo>
                <a:cubicBezTo>
                  <a:pt x="45" y="128"/>
                  <a:pt x="47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6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8" y="127"/>
                </a:cubicBezTo>
                <a:cubicBezTo>
                  <a:pt x="13" y="126"/>
                  <a:pt x="14" y="125"/>
                  <a:pt x="15" y="120"/>
                </a:cubicBezTo>
                <a:cubicBezTo>
                  <a:pt x="15" y="118"/>
                  <a:pt x="15" y="116"/>
                  <a:pt x="15" y="114"/>
                </a:cubicBezTo>
                <a:cubicBezTo>
                  <a:pt x="16" y="83"/>
                  <a:pt x="16" y="52"/>
                  <a:pt x="15" y="21"/>
                </a:cubicBezTo>
                <a:cubicBezTo>
                  <a:pt x="15" y="19"/>
                  <a:pt x="15" y="16"/>
                  <a:pt x="15" y="14"/>
                </a:cubicBezTo>
                <a:cubicBezTo>
                  <a:pt x="14" y="11"/>
                  <a:pt x="12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1" y="0"/>
                  <a:pt x="3" y="0"/>
                  <a:pt x="4" y="0"/>
                </a:cubicBezTo>
                <a:cubicBezTo>
                  <a:pt x="21" y="0"/>
                  <a:pt x="39" y="0"/>
                  <a:pt x="56" y="0"/>
                </a:cubicBezTo>
                <a:cubicBezTo>
                  <a:pt x="62" y="0"/>
                  <a:pt x="68" y="1"/>
                  <a:pt x="73" y="1"/>
                </a:cubicBezTo>
                <a:cubicBezTo>
                  <a:pt x="98" y="4"/>
                  <a:pt x="113" y="26"/>
                  <a:pt x="106" y="50"/>
                </a:cubicBezTo>
                <a:cubicBezTo>
                  <a:pt x="102" y="64"/>
                  <a:pt x="93" y="73"/>
                  <a:pt x="78" y="76"/>
                </a:cubicBezTo>
                <a:cubicBezTo>
                  <a:pt x="70" y="77"/>
                  <a:pt x="63" y="77"/>
                  <a:pt x="55" y="78"/>
                </a:cubicBezTo>
                <a:cubicBezTo>
                  <a:pt x="48" y="78"/>
                  <a:pt x="41" y="78"/>
                  <a:pt x="33" y="78"/>
                </a:cubicBezTo>
                <a:close/>
                <a:moveTo>
                  <a:pt x="33" y="68"/>
                </a:moveTo>
                <a:cubicBezTo>
                  <a:pt x="45" y="67"/>
                  <a:pt x="56" y="68"/>
                  <a:pt x="67" y="67"/>
                </a:cubicBezTo>
                <a:cubicBezTo>
                  <a:pt x="76" y="66"/>
                  <a:pt x="82" y="60"/>
                  <a:pt x="85" y="52"/>
                </a:cubicBezTo>
                <a:cubicBezTo>
                  <a:pt x="89" y="45"/>
                  <a:pt x="89" y="37"/>
                  <a:pt x="87" y="29"/>
                </a:cubicBezTo>
                <a:cubicBezTo>
                  <a:pt x="84" y="19"/>
                  <a:pt x="78" y="12"/>
                  <a:pt x="66" y="11"/>
                </a:cubicBezTo>
                <a:cubicBezTo>
                  <a:pt x="56" y="11"/>
                  <a:pt x="45" y="11"/>
                  <a:pt x="34" y="11"/>
                </a:cubicBezTo>
                <a:cubicBezTo>
                  <a:pt x="34" y="11"/>
                  <a:pt x="34" y="11"/>
                  <a:pt x="33" y="11"/>
                </a:cubicBezTo>
                <a:cubicBezTo>
                  <a:pt x="33" y="30"/>
                  <a:pt x="33" y="48"/>
                  <a:pt x="33" y="6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6D263EE9-EDAB-4906-9CA9-B2A91BAE8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5017" y="689187"/>
            <a:ext cx="67859" cy="70140"/>
          </a:xfrm>
          <a:custGeom xmlns:a="http://schemas.openxmlformats.org/drawingml/2006/main">
            <a:gdLst>
              <a:gd name="T0" fmla="*/ 49 w 133"/>
              <a:gd name="T1" fmla="*/ 0 h 138"/>
              <a:gd name="T2" fmla="*/ 49 w 133"/>
              <a:gd name="T3" fmla="*/ 7 h 138"/>
              <a:gd name="T4" fmla="*/ 41 w 133"/>
              <a:gd name="T5" fmla="*/ 8 h 138"/>
              <a:gd name="T6" fmla="*/ 34 w 133"/>
              <a:gd name="T7" fmla="*/ 15 h 138"/>
              <a:gd name="T8" fmla="*/ 33 w 133"/>
              <a:gd name="T9" fmla="*/ 23 h 138"/>
              <a:gd name="T10" fmla="*/ 33 w 133"/>
              <a:gd name="T11" fmla="*/ 83 h 138"/>
              <a:gd name="T12" fmla="*/ 34 w 133"/>
              <a:gd name="T13" fmla="*/ 96 h 138"/>
              <a:gd name="T14" fmla="*/ 60 w 133"/>
              <a:gd name="T15" fmla="*/ 124 h 138"/>
              <a:gd name="T16" fmla="*/ 100 w 133"/>
              <a:gd name="T17" fmla="*/ 110 h 138"/>
              <a:gd name="T18" fmla="*/ 106 w 133"/>
              <a:gd name="T19" fmla="*/ 94 h 138"/>
              <a:gd name="T20" fmla="*/ 107 w 133"/>
              <a:gd name="T21" fmla="*/ 80 h 138"/>
              <a:gd name="T22" fmla="*/ 107 w 133"/>
              <a:gd name="T23" fmla="*/ 24 h 138"/>
              <a:gd name="T24" fmla="*/ 106 w 133"/>
              <a:gd name="T25" fmla="*/ 15 h 138"/>
              <a:gd name="T26" fmla="*/ 97 w 133"/>
              <a:gd name="T27" fmla="*/ 8 h 138"/>
              <a:gd name="T28" fmla="*/ 91 w 133"/>
              <a:gd name="T29" fmla="*/ 7 h 138"/>
              <a:gd name="T30" fmla="*/ 91 w 133"/>
              <a:gd name="T31" fmla="*/ 0 h 138"/>
              <a:gd name="T32" fmla="*/ 133 w 133"/>
              <a:gd name="T33" fmla="*/ 0 h 138"/>
              <a:gd name="T34" fmla="*/ 133 w 133"/>
              <a:gd name="T35" fmla="*/ 7 h 138"/>
              <a:gd name="T36" fmla="*/ 126 w 133"/>
              <a:gd name="T37" fmla="*/ 8 h 138"/>
              <a:gd name="T38" fmla="*/ 118 w 133"/>
              <a:gd name="T39" fmla="*/ 15 h 138"/>
              <a:gd name="T40" fmla="*/ 118 w 133"/>
              <a:gd name="T41" fmla="*/ 25 h 138"/>
              <a:gd name="T42" fmla="*/ 117 w 133"/>
              <a:gd name="T43" fmla="*/ 88 h 138"/>
              <a:gd name="T44" fmla="*/ 114 w 133"/>
              <a:gd name="T45" fmla="*/ 105 h 138"/>
              <a:gd name="T46" fmla="*/ 74 w 133"/>
              <a:gd name="T47" fmla="*/ 136 h 138"/>
              <a:gd name="T48" fmla="*/ 35 w 133"/>
              <a:gd name="T49" fmla="*/ 127 h 138"/>
              <a:gd name="T50" fmla="*/ 17 w 133"/>
              <a:gd name="T51" fmla="*/ 96 h 138"/>
              <a:gd name="T52" fmla="*/ 16 w 133"/>
              <a:gd name="T53" fmla="*/ 83 h 138"/>
              <a:gd name="T54" fmla="*/ 16 w 133"/>
              <a:gd name="T55" fmla="*/ 25 h 138"/>
              <a:gd name="T56" fmla="*/ 16 w 133"/>
              <a:gd name="T57" fmla="*/ 15 h 138"/>
              <a:gd name="T58" fmla="*/ 8 w 133"/>
              <a:gd name="T59" fmla="*/ 8 h 138"/>
              <a:gd name="T60" fmla="*/ 0 w 133"/>
              <a:gd name="T61" fmla="*/ 7 h 138"/>
              <a:gd name="T62" fmla="*/ 0 w 133"/>
              <a:gd name="T63" fmla="*/ 0 h 138"/>
              <a:gd name="T64" fmla="*/ 49 w 133"/>
              <a:gd name="T65" fmla="*/ 0 h 138"/>
            </a:gdLst>
            <a:rect l="0" t="0" r="r" b="b"/>
            <a:pathLst>
              <a:path w="133" h="138">
                <a:moveTo>
                  <a:pt x="49" y="0"/>
                </a:move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1" y="8"/>
                </a:cubicBezTo>
                <a:cubicBezTo>
                  <a:pt x="36" y="8"/>
                  <a:pt x="34" y="10"/>
                  <a:pt x="34" y="15"/>
                </a:cubicBezTo>
                <a:cubicBezTo>
                  <a:pt x="33" y="17"/>
                  <a:pt x="33" y="20"/>
                  <a:pt x="33" y="23"/>
                </a:cubicBezTo>
                <a:cubicBezTo>
                  <a:pt x="33" y="43"/>
                  <a:pt x="33" y="63"/>
                  <a:pt x="33" y="83"/>
                </a:cubicBezTo>
                <a:cubicBezTo>
                  <a:pt x="33" y="87"/>
                  <a:pt x="33" y="92"/>
                  <a:pt x="34" y="96"/>
                </a:cubicBezTo>
                <a:cubicBezTo>
                  <a:pt x="36" y="112"/>
                  <a:pt x="46" y="120"/>
                  <a:pt x="60" y="124"/>
                </a:cubicBezTo>
                <a:cubicBezTo>
                  <a:pt x="76" y="128"/>
                  <a:pt x="89" y="123"/>
                  <a:pt x="100" y="110"/>
                </a:cubicBezTo>
                <a:cubicBezTo>
                  <a:pt x="104" y="106"/>
                  <a:pt x="105" y="100"/>
                  <a:pt x="106" y="94"/>
                </a:cubicBezTo>
                <a:cubicBezTo>
                  <a:pt x="106" y="90"/>
                  <a:pt x="106" y="85"/>
                  <a:pt x="107" y="80"/>
                </a:cubicBezTo>
                <a:cubicBezTo>
                  <a:pt x="107" y="62"/>
                  <a:pt x="107" y="43"/>
                  <a:pt x="107" y="24"/>
                </a:cubicBezTo>
                <a:cubicBezTo>
                  <a:pt x="107" y="21"/>
                  <a:pt x="106" y="18"/>
                  <a:pt x="106" y="15"/>
                </a:cubicBezTo>
                <a:cubicBezTo>
                  <a:pt x="105" y="10"/>
                  <a:pt x="103" y="8"/>
                  <a:pt x="97" y="8"/>
                </a:cubicBezTo>
                <a:cubicBezTo>
                  <a:pt x="95" y="7"/>
                  <a:pt x="93" y="7"/>
                  <a:pt x="91" y="7"/>
                </a:cubicBezTo>
                <a:cubicBezTo>
                  <a:pt x="91" y="4"/>
                  <a:pt x="91" y="2"/>
                  <a:pt x="91" y="0"/>
                </a:cubicBezTo>
                <a:cubicBezTo>
                  <a:pt x="105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1" y="7"/>
                  <a:pt x="128" y="7"/>
                  <a:pt x="126" y="8"/>
                </a:cubicBezTo>
                <a:cubicBezTo>
                  <a:pt x="121" y="8"/>
                  <a:pt x="119" y="11"/>
                  <a:pt x="118" y="15"/>
                </a:cubicBezTo>
                <a:cubicBezTo>
                  <a:pt x="118" y="18"/>
                  <a:pt x="118" y="22"/>
                  <a:pt x="118" y="25"/>
                </a:cubicBezTo>
                <a:cubicBezTo>
                  <a:pt x="117" y="46"/>
                  <a:pt x="118" y="67"/>
                  <a:pt x="117" y="88"/>
                </a:cubicBezTo>
                <a:cubicBezTo>
                  <a:pt x="117" y="94"/>
                  <a:pt x="116" y="99"/>
                  <a:pt x="114" y="105"/>
                </a:cubicBezTo>
                <a:cubicBezTo>
                  <a:pt x="108" y="124"/>
                  <a:pt x="94" y="134"/>
                  <a:pt x="74" y="136"/>
                </a:cubicBezTo>
                <a:cubicBezTo>
                  <a:pt x="60" y="138"/>
                  <a:pt x="47" y="135"/>
                  <a:pt x="35" y="127"/>
                </a:cubicBezTo>
                <a:cubicBezTo>
                  <a:pt x="24" y="120"/>
                  <a:pt x="18" y="109"/>
                  <a:pt x="17" y="96"/>
                </a:cubicBezTo>
                <a:cubicBezTo>
                  <a:pt x="16" y="92"/>
                  <a:pt x="16" y="87"/>
                  <a:pt x="16" y="83"/>
                </a:cubicBezTo>
                <a:cubicBezTo>
                  <a:pt x="16" y="64"/>
                  <a:pt x="16" y="45"/>
                  <a:pt x="16" y="25"/>
                </a:cubicBezTo>
                <a:cubicBezTo>
                  <a:pt x="16" y="22"/>
                  <a:pt x="16" y="18"/>
                  <a:pt x="16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7D071CFB-DD8F-4E9D-8BA2-1F46A65E8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371" y="689187"/>
            <a:ext cx="67288" cy="69569"/>
          </a:xfrm>
          <a:custGeom xmlns:a="http://schemas.openxmlformats.org/drawingml/2006/main">
            <a:gdLst>
              <a:gd name="T0" fmla="*/ 73 w 133"/>
              <a:gd name="T1" fmla="*/ 137 h 137"/>
              <a:gd name="T2" fmla="*/ 64 w 133"/>
              <a:gd name="T3" fmla="*/ 137 h 137"/>
              <a:gd name="T4" fmla="*/ 58 w 133"/>
              <a:gd name="T5" fmla="*/ 133 h 137"/>
              <a:gd name="T6" fmla="*/ 39 w 133"/>
              <a:gd name="T7" fmla="*/ 80 h 137"/>
              <a:gd name="T8" fmla="*/ 17 w 133"/>
              <a:gd name="T9" fmla="*/ 23 h 137"/>
              <a:gd name="T10" fmla="*/ 13 w 133"/>
              <a:gd name="T11" fmla="*/ 14 h 137"/>
              <a:gd name="T12" fmla="*/ 4 w 133"/>
              <a:gd name="T13" fmla="*/ 7 h 137"/>
              <a:gd name="T14" fmla="*/ 0 w 133"/>
              <a:gd name="T15" fmla="*/ 7 h 137"/>
              <a:gd name="T16" fmla="*/ 0 w 133"/>
              <a:gd name="T17" fmla="*/ 0 h 137"/>
              <a:gd name="T18" fmla="*/ 47 w 133"/>
              <a:gd name="T19" fmla="*/ 0 h 137"/>
              <a:gd name="T20" fmla="*/ 47 w 133"/>
              <a:gd name="T21" fmla="*/ 7 h 137"/>
              <a:gd name="T22" fmla="*/ 39 w 133"/>
              <a:gd name="T23" fmla="*/ 8 h 137"/>
              <a:gd name="T24" fmla="*/ 34 w 133"/>
              <a:gd name="T25" fmla="*/ 15 h 137"/>
              <a:gd name="T26" fmla="*/ 35 w 133"/>
              <a:gd name="T27" fmla="*/ 20 h 137"/>
              <a:gd name="T28" fmla="*/ 68 w 133"/>
              <a:gd name="T29" fmla="*/ 112 h 137"/>
              <a:gd name="T30" fmla="*/ 70 w 133"/>
              <a:gd name="T31" fmla="*/ 116 h 137"/>
              <a:gd name="T32" fmla="*/ 72 w 133"/>
              <a:gd name="T33" fmla="*/ 113 h 137"/>
              <a:gd name="T34" fmla="*/ 106 w 133"/>
              <a:gd name="T35" fmla="*/ 18 h 137"/>
              <a:gd name="T36" fmla="*/ 106 w 133"/>
              <a:gd name="T37" fmla="*/ 16 h 137"/>
              <a:gd name="T38" fmla="*/ 101 w 133"/>
              <a:gd name="T39" fmla="*/ 7 h 137"/>
              <a:gd name="T40" fmla="*/ 94 w 133"/>
              <a:gd name="T41" fmla="*/ 7 h 137"/>
              <a:gd name="T42" fmla="*/ 94 w 133"/>
              <a:gd name="T43" fmla="*/ 0 h 137"/>
              <a:gd name="T44" fmla="*/ 133 w 133"/>
              <a:gd name="T45" fmla="*/ 0 h 137"/>
              <a:gd name="T46" fmla="*/ 133 w 133"/>
              <a:gd name="T47" fmla="*/ 7 h 137"/>
              <a:gd name="T48" fmla="*/ 130 w 133"/>
              <a:gd name="T49" fmla="*/ 7 h 137"/>
              <a:gd name="T50" fmla="*/ 119 w 133"/>
              <a:gd name="T51" fmla="*/ 16 h 137"/>
              <a:gd name="T52" fmla="*/ 110 w 133"/>
              <a:gd name="T53" fmla="*/ 38 h 137"/>
              <a:gd name="T54" fmla="*/ 74 w 133"/>
              <a:gd name="T55" fmla="*/ 133 h 137"/>
              <a:gd name="T56" fmla="*/ 73 w 133"/>
              <a:gd name="T57" fmla="*/ 137 h 137"/>
            </a:gdLst>
            <a:rect l="0" t="0" r="r" b="b"/>
            <a:pathLst>
              <a:path w="133" h="137">
                <a:moveTo>
                  <a:pt x="73" y="137"/>
                </a:moveTo>
                <a:cubicBezTo>
                  <a:pt x="69" y="137"/>
                  <a:pt x="66" y="137"/>
                  <a:pt x="64" y="137"/>
                </a:cubicBezTo>
                <a:cubicBezTo>
                  <a:pt x="61" y="137"/>
                  <a:pt x="59" y="136"/>
                  <a:pt x="58" y="133"/>
                </a:cubicBezTo>
                <a:cubicBezTo>
                  <a:pt x="52" y="115"/>
                  <a:pt x="45" y="98"/>
                  <a:pt x="39" y="80"/>
                </a:cubicBezTo>
                <a:cubicBezTo>
                  <a:pt x="31" y="61"/>
                  <a:pt x="24" y="42"/>
                  <a:pt x="17" y="23"/>
                </a:cubicBezTo>
                <a:cubicBezTo>
                  <a:pt x="16" y="20"/>
                  <a:pt x="15" y="17"/>
                  <a:pt x="13" y="14"/>
                </a:cubicBezTo>
                <a:cubicBezTo>
                  <a:pt x="11" y="10"/>
                  <a:pt x="8" y="8"/>
                  <a:pt x="4" y="7"/>
                </a:cubicBezTo>
                <a:cubicBezTo>
                  <a:pt x="3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7" y="0"/>
                </a:cubicBezTo>
                <a:cubicBezTo>
                  <a:pt x="47" y="2"/>
                  <a:pt x="47" y="4"/>
                  <a:pt x="47" y="7"/>
                </a:cubicBezTo>
                <a:cubicBezTo>
                  <a:pt x="44" y="7"/>
                  <a:pt x="42" y="7"/>
                  <a:pt x="39" y="8"/>
                </a:cubicBezTo>
                <a:cubicBezTo>
                  <a:pt x="34" y="8"/>
                  <a:pt x="33" y="10"/>
                  <a:pt x="34" y="15"/>
                </a:cubicBezTo>
                <a:cubicBezTo>
                  <a:pt x="34" y="17"/>
                  <a:pt x="35" y="19"/>
                  <a:pt x="35" y="20"/>
                </a:cubicBezTo>
                <a:cubicBezTo>
                  <a:pt x="46" y="51"/>
                  <a:pt x="57" y="81"/>
                  <a:pt x="68" y="112"/>
                </a:cubicBezTo>
                <a:cubicBezTo>
                  <a:pt x="69" y="113"/>
                  <a:pt x="69" y="114"/>
                  <a:pt x="70" y="116"/>
                </a:cubicBezTo>
                <a:cubicBezTo>
                  <a:pt x="71" y="114"/>
                  <a:pt x="71" y="113"/>
                  <a:pt x="72" y="113"/>
                </a:cubicBezTo>
                <a:cubicBezTo>
                  <a:pt x="83" y="81"/>
                  <a:pt x="94" y="50"/>
                  <a:pt x="106" y="18"/>
                </a:cubicBezTo>
                <a:cubicBezTo>
                  <a:pt x="106" y="17"/>
                  <a:pt x="106" y="17"/>
                  <a:pt x="106" y="16"/>
                </a:cubicBezTo>
                <a:cubicBezTo>
                  <a:pt x="107" y="10"/>
                  <a:pt x="106" y="8"/>
                  <a:pt x="101" y="7"/>
                </a:cubicBezTo>
                <a:cubicBezTo>
                  <a:pt x="98" y="7"/>
                  <a:pt x="96" y="7"/>
                  <a:pt x="94" y="7"/>
                </a:cubicBezTo>
                <a:cubicBezTo>
                  <a:pt x="94" y="4"/>
                  <a:pt x="94" y="2"/>
                  <a:pt x="94" y="0"/>
                </a:cubicBezTo>
                <a:cubicBezTo>
                  <a:pt x="106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2" y="7"/>
                  <a:pt x="131" y="7"/>
                  <a:pt x="130" y="7"/>
                </a:cubicBezTo>
                <a:cubicBezTo>
                  <a:pt x="124" y="8"/>
                  <a:pt x="121" y="11"/>
                  <a:pt x="119" y="16"/>
                </a:cubicBezTo>
                <a:cubicBezTo>
                  <a:pt x="116" y="24"/>
                  <a:pt x="113" y="31"/>
                  <a:pt x="110" y="38"/>
                </a:cubicBezTo>
                <a:cubicBezTo>
                  <a:pt x="98" y="70"/>
                  <a:pt x="86" y="101"/>
                  <a:pt x="74" y="133"/>
                </a:cubicBezTo>
                <a:cubicBezTo>
                  <a:pt x="74" y="134"/>
                  <a:pt x="73" y="135"/>
                  <a:pt x="73" y="13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2AE0863F-BB33-4B2C-8786-D6C702FEB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6484" y="689187"/>
            <a:ext cx="61016" cy="68429"/>
          </a:xfrm>
          <a:custGeom xmlns:a="http://schemas.openxmlformats.org/drawingml/2006/main">
            <a:gdLst>
              <a:gd name="T0" fmla="*/ 85 w 120"/>
              <a:gd name="T1" fmla="*/ 127 h 135"/>
              <a:gd name="T2" fmla="*/ 85 w 120"/>
              <a:gd name="T3" fmla="*/ 134 h 135"/>
              <a:gd name="T4" fmla="*/ 35 w 120"/>
              <a:gd name="T5" fmla="*/ 134 h 135"/>
              <a:gd name="T6" fmla="*/ 35 w 120"/>
              <a:gd name="T7" fmla="*/ 127 h 135"/>
              <a:gd name="T8" fmla="*/ 44 w 120"/>
              <a:gd name="T9" fmla="*/ 126 h 135"/>
              <a:gd name="T10" fmla="*/ 50 w 120"/>
              <a:gd name="T11" fmla="*/ 120 h 135"/>
              <a:gd name="T12" fmla="*/ 51 w 120"/>
              <a:gd name="T13" fmla="*/ 113 h 135"/>
              <a:gd name="T14" fmla="*/ 51 w 120"/>
              <a:gd name="T15" fmla="*/ 85 h 135"/>
              <a:gd name="T16" fmla="*/ 50 w 120"/>
              <a:gd name="T17" fmla="*/ 79 h 135"/>
              <a:gd name="T18" fmla="*/ 17 w 120"/>
              <a:gd name="T19" fmla="*/ 19 h 135"/>
              <a:gd name="T20" fmla="*/ 15 w 120"/>
              <a:gd name="T21" fmla="*/ 15 h 135"/>
              <a:gd name="T22" fmla="*/ 3 w 120"/>
              <a:gd name="T23" fmla="*/ 7 h 135"/>
              <a:gd name="T24" fmla="*/ 0 w 120"/>
              <a:gd name="T25" fmla="*/ 7 h 135"/>
              <a:gd name="T26" fmla="*/ 0 w 120"/>
              <a:gd name="T27" fmla="*/ 0 h 135"/>
              <a:gd name="T28" fmla="*/ 48 w 120"/>
              <a:gd name="T29" fmla="*/ 0 h 135"/>
              <a:gd name="T30" fmla="*/ 48 w 120"/>
              <a:gd name="T31" fmla="*/ 7 h 135"/>
              <a:gd name="T32" fmla="*/ 40 w 120"/>
              <a:gd name="T33" fmla="*/ 7 h 135"/>
              <a:gd name="T34" fmla="*/ 36 w 120"/>
              <a:gd name="T35" fmla="*/ 14 h 135"/>
              <a:gd name="T36" fmla="*/ 37 w 120"/>
              <a:gd name="T37" fmla="*/ 18 h 135"/>
              <a:gd name="T38" fmla="*/ 61 w 120"/>
              <a:gd name="T39" fmla="*/ 64 h 135"/>
              <a:gd name="T40" fmla="*/ 63 w 120"/>
              <a:gd name="T41" fmla="*/ 68 h 135"/>
              <a:gd name="T42" fmla="*/ 66 w 120"/>
              <a:gd name="T43" fmla="*/ 64 h 135"/>
              <a:gd name="T44" fmla="*/ 91 w 120"/>
              <a:gd name="T45" fmla="*/ 18 h 135"/>
              <a:gd name="T46" fmla="*/ 93 w 120"/>
              <a:gd name="T47" fmla="*/ 12 h 135"/>
              <a:gd name="T48" fmla="*/ 90 w 120"/>
              <a:gd name="T49" fmla="*/ 8 h 135"/>
              <a:gd name="T50" fmla="*/ 81 w 120"/>
              <a:gd name="T51" fmla="*/ 7 h 135"/>
              <a:gd name="T52" fmla="*/ 81 w 120"/>
              <a:gd name="T53" fmla="*/ 0 h 135"/>
              <a:gd name="T54" fmla="*/ 120 w 120"/>
              <a:gd name="T55" fmla="*/ 0 h 135"/>
              <a:gd name="T56" fmla="*/ 120 w 120"/>
              <a:gd name="T57" fmla="*/ 7 h 135"/>
              <a:gd name="T58" fmla="*/ 115 w 120"/>
              <a:gd name="T59" fmla="*/ 8 h 135"/>
              <a:gd name="T60" fmla="*/ 108 w 120"/>
              <a:gd name="T61" fmla="*/ 12 h 135"/>
              <a:gd name="T62" fmla="*/ 103 w 120"/>
              <a:gd name="T63" fmla="*/ 19 h 135"/>
              <a:gd name="T64" fmla="*/ 71 w 120"/>
              <a:gd name="T65" fmla="*/ 75 h 135"/>
              <a:gd name="T66" fmla="*/ 69 w 120"/>
              <a:gd name="T67" fmla="*/ 82 h 135"/>
              <a:gd name="T68" fmla="*/ 69 w 120"/>
              <a:gd name="T69" fmla="*/ 111 h 135"/>
              <a:gd name="T70" fmla="*/ 69 w 120"/>
              <a:gd name="T71" fmla="*/ 118 h 135"/>
              <a:gd name="T72" fmla="*/ 77 w 120"/>
              <a:gd name="T73" fmla="*/ 126 h 135"/>
              <a:gd name="T74" fmla="*/ 85 w 120"/>
              <a:gd name="T75" fmla="*/ 127 h 135"/>
            </a:gdLst>
            <a:rect l="0" t="0" r="r" b="b"/>
            <a:pathLst>
              <a:path w="120" h="135">
                <a:moveTo>
                  <a:pt x="85" y="127"/>
                </a:moveTo>
                <a:cubicBezTo>
                  <a:pt x="85" y="130"/>
                  <a:pt x="85" y="132"/>
                  <a:pt x="85" y="134"/>
                </a:cubicBezTo>
                <a:cubicBezTo>
                  <a:pt x="81" y="135"/>
                  <a:pt x="44" y="135"/>
                  <a:pt x="35" y="134"/>
                </a:cubicBezTo>
                <a:cubicBezTo>
                  <a:pt x="35" y="132"/>
                  <a:pt x="35" y="130"/>
                  <a:pt x="35" y="127"/>
                </a:cubicBezTo>
                <a:cubicBezTo>
                  <a:pt x="38" y="127"/>
                  <a:pt x="41" y="126"/>
                  <a:pt x="44" y="126"/>
                </a:cubicBezTo>
                <a:cubicBezTo>
                  <a:pt x="48" y="126"/>
                  <a:pt x="50" y="124"/>
                  <a:pt x="50" y="120"/>
                </a:cubicBezTo>
                <a:cubicBezTo>
                  <a:pt x="51" y="118"/>
                  <a:pt x="51" y="115"/>
                  <a:pt x="51" y="113"/>
                </a:cubicBezTo>
                <a:cubicBezTo>
                  <a:pt x="51" y="104"/>
                  <a:pt x="51" y="95"/>
                  <a:pt x="51" y="85"/>
                </a:cubicBezTo>
                <a:cubicBezTo>
                  <a:pt x="51" y="83"/>
                  <a:pt x="51" y="81"/>
                  <a:pt x="50" y="79"/>
                </a:cubicBezTo>
                <a:cubicBezTo>
                  <a:pt x="39" y="59"/>
                  <a:pt x="28" y="39"/>
                  <a:pt x="17" y="19"/>
                </a:cubicBezTo>
                <a:cubicBezTo>
                  <a:pt x="16" y="17"/>
                  <a:pt x="15" y="16"/>
                  <a:pt x="15" y="15"/>
                </a:cubicBezTo>
                <a:cubicBezTo>
                  <a:pt x="12" y="10"/>
                  <a:pt x="9" y="7"/>
                  <a:pt x="3" y="7"/>
                </a:cubicBezTo>
                <a:cubicBezTo>
                  <a:pt x="2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8" y="0"/>
                </a:cubicBezTo>
                <a:cubicBezTo>
                  <a:pt x="48" y="2"/>
                  <a:pt x="48" y="4"/>
                  <a:pt x="48" y="7"/>
                </a:cubicBezTo>
                <a:cubicBezTo>
                  <a:pt x="45" y="7"/>
                  <a:pt x="42" y="7"/>
                  <a:pt x="40" y="7"/>
                </a:cubicBezTo>
                <a:cubicBezTo>
                  <a:pt x="35" y="8"/>
                  <a:pt x="34" y="10"/>
                  <a:pt x="36" y="14"/>
                </a:cubicBezTo>
                <a:cubicBezTo>
                  <a:pt x="36" y="15"/>
                  <a:pt x="37" y="17"/>
                  <a:pt x="37" y="18"/>
                </a:cubicBezTo>
                <a:cubicBezTo>
                  <a:pt x="45" y="33"/>
                  <a:pt x="53" y="49"/>
                  <a:pt x="61" y="64"/>
                </a:cubicBezTo>
                <a:cubicBezTo>
                  <a:pt x="61" y="65"/>
                  <a:pt x="62" y="66"/>
                  <a:pt x="63" y="68"/>
                </a:cubicBezTo>
                <a:cubicBezTo>
                  <a:pt x="64" y="66"/>
                  <a:pt x="65" y="65"/>
                  <a:pt x="66" y="64"/>
                </a:cubicBezTo>
                <a:cubicBezTo>
                  <a:pt x="74" y="49"/>
                  <a:pt x="82" y="34"/>
                  <a:pt x="91" y="18"/>
                </a:cubicBezTo>
                <a:cubicBezTo>
                  <a:pt x="92" y="16"/>
                  <a:pt x="93" y="14"/>
                  <a:pt x="93" y="12"/>
                </a:cubicBezTo>
                <a:cubicBezTo>
                  <a:pt x="94" y="9"/>
                  <a:pt x="93" y="8"/>
                  <a:pt x="90" y="8"/>
                </a:cubicBezTo>
                <a:cubicBezTo>
                  <a:pt x="87" y="7"/>
                  <a:pt x="85" y="7"/>
                  <a:pt x="81" y="7"/>
                </a:cubicBezTo>
                <a:cubicBezTo>
                  <a:pt x="81" y="4"/>
                  <a:pt x="81" y="2"/>
                  <a:pt x="81" y="0"/>
                </a:cubicBezTo>
                <a:cubicBezTo>
                  <a:pt x="94" y="0"/>
                  <a:pt x="107" y="0"/>
                  <a:pt x="120" y="0"/>
                </a:cubicBezTo>
                <a:cubicBezTo>
                  <a:pt x="120" y="2"/>
                  <a:pt x="120" y="4"/>
                  <a:pt x="120" y="7"/>
                </a:cubicBezTo>
                <a:cubicBezTo>
                  <a:pt x="119" y="7"/>
                  <a:pt x="117" y="7"/>
                  <a:pt x="115" y="8"/>
                </a:cubicBezTo>
                <a:cubicBezTo>
                  <a:pt x="112" y="8"/>
                  <a:pt x="109" y="9"/>
                  <a:pt x="108" y="12"/>
                </a:cubicBezTo>
                <a:cubicBezTo>
                  <a:pt x="106" y="14"/>
                  <a:pt x="104" y="17"/>
                  <a:pt x="103" y="19"/>
                </a:cubicBezTo>
                <a:cubicBezTo>
                  <a:pt x="92" y="38"/>
                  <a:pt x="81" y="56"/>
                  <a:pt x="71" y="75"/>
                </a:cubicBezTo>
                <a:cubicBezTo>
                  <a:pt x="69" y="77"/>
                  <a:pt x="68" y="80"/>
                  <a:pt x="69" y="82"/>
                </a:cubicBezTo>
                <a:cubicBezTo>
                  <a:pt x="69" y="92"/>
                  <a:pt x="69" y="102"/>
                  <a:pt x="69" y="111"/>
                </a:cubicBezTo>
                <a:cubicBezTo>
                  <a:pt x="69" y="114"/>
                  <a:pt x="69" y="116"/>
                  <a:pt x="69" y="118"/>
                </a:cubicBezTo>
                <a:cubicBezTo>
                  <a:pt x="70" y="124"/>
                  <a:pt x="71" y="125"/>
                  <a:pt x="77" y="126"/>
                </a:cubicBezTo>
                <a:cubicBezTo>
                  <a:pt x="80" y="126"/>
                  <a:pt x="82" y="127"/>
                  <a:pt x="85" y="12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FCBAE822-4D3E-4B86-A3EA-51D64DA16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749" y="686906"/>
            <a:ext cx="58735" cy="70140"/>
          </a:xfrm>
          <a:custGeom xmlns:a="http://schemas.openxmlformats.org/drawingml/2006/main">
            <a:gdLst>
              <a:gd name="T0" fmla="*/ 108 w 116"/>
              <a:gd name="T1" fmla="*/ 42 h 139"/>
              <a:gd name="T2" fmla="*/ 102 w 116"/>
              <a:gd name="T3" fmla="*/ 29 h 139"/>
              <a:gd name="T4" fmla="*/ 72 w 116"/>
              <a:gd name="T5" fmla="*/ 14 h 139"/>
              <a:gd name="T6" fmla="*/ 67 w 116"/>
              <a:gd name="T7" fmla="*/ 18 h 139"/>
              <a:gd name="T8" fmla="*/ 66 w 116"/>
              <a:gd name="T9" fmla="*/ 24 h 139"/>
              <a:gd name="T10" fmla="*/ 66 w 116"/>
              <a:gd name="T11" fmla="*/ 115 h 139"/>
              <a:gd name="T12" fmla="*/ 67 w 116"/>
              <a:gd name="T13" fmla="*/ 123 h 139"/>
              <a:gd name="T14" fmla="*/ 75 w 116"/>
              <a:gd name="T15" fmla="*/ 131 h 139"/>
              <a:gd name="T16" fmla="*/ 83 w 116"/>
              <a:gd name="T17" fmla="*/ 132 h 139"/>
              <a:gd name="T18" fmla="*/ 83 w 116"/>
              <a:gd name="T19" fmla="*/ 139 h 139"/>
              <a:gd name="T20" fmla="*/ 33 w 116"/>
              <a:gd name="T21" fmla="*/ 139 h 139"/>
              <a:gd name="T22" fmla="*/ 33 w 116"/>
              <a:gd name="T23" fmla="*/ 132 h 139"/>
              <a:gd name="T24" fmla="*/ 41 w 116"/>
              <a:gd name="T25" fmla="*/ 131 h 139"/>
              <a:gd name="T26" fmla="*/ 49 w 116"/>
              <a:gd name="T27" fmla="*/ 123 h 139"/>
              <a:gd name="T28" fmla="*/ 49 w 116"/>
              <a:gd name="T29" fmla="*/ 118 h 139"/>
              <a:gd name="T30" fmla="*/ 49 w 116"/>
              <a:gd name="T31" fmla="*/ 22 h 139"/>
              <a:gd name="T32" fmla="*/ 41 w 116"/>
              <a:gd name="T33" fmla="*/ 14 h 139"/>
              <a:gd name="T34" fmla="*/ 32 w 116"/>
              <a:gd name="T35" fmla="*/ 15 h 139"/>
              <a:gd name="T36" fmla="*/ 18 w 116"/>
              <a:gd name="T37" fmla="*/ 23 h 139"/>
              <a:gd name="T38" fmla="*/ 11 w 116"/>
              <a:gd name="T39" fmla="*/ 36 h 139"/>
              <a:gd name="T40" fmla="*/ 8 w 116"/>
              <a:gd name="T41" fmla="*/ 42 h 139"/>
              <a:gd name="T42" fmla="*/ 0 w 116"/>
              <a:gd name="T43" fmla="*/ 39 h 139"/>
              <a:gd name="T44" fmla="*/ 13 w 116"/>
              <a:gd name="T45" fmla="*/ 0 h 139"/>
              <a:gd name="T46" fmla="*/ 19 w 116"/>
              <a:gd name="T47" fmla="*/ 0 h 139"/>
              <a:gd name="T48" fmla="*/ 21 w 116"/>
              <a:gd name="T49" fmla="*/ 4 h 139"/>
              <a:gd name="T50" fmla="*/ 95 w 116"/>
              <a:gd name="T51" fmla="*/ 4 h 139"/>
              <a:gd name="T52" fmla="*/ 97 w 116"/>
              <a:gd name="T53" fmla="*/ 0 h 139"/>
              <a:gd name="T54" fmla="*/ 103 w 116"/>
              <a:gd name="T55" fmla="*/ 0 h 139"/>
              <a:gd name="T56" fmla="*/ 116 w 116"/>
              <a:gd name="T57" fmla="*/ 39 h 139"/>
              <a:gd name="T58" fmla="*/ 108 w 116"/>
              <a:gd name="T59" fmla="*/ 42 h 139"/>
            </a:gdLst>
            <a:rect l="0" t="0" r="r" b="b"/>
            <a:pathLst>
              <a:path w="116" h="139">
                <a:moveTo>
                  <a:pt x="108" y="42"/>
                </a:moveTo>
                <a:cubicBezTo>
                  <a:pt x="106" y="37"/>
                  <a:pt x="104" y="33"/>
                  <a:pt x="102" y="29"/>
                </a:cubicBezTo>
                <a:cubicBezTo>
                  <a:pt x="96" y="17"/>
                  <a:pt x="85" y="13"/>
                  <a:pt x="72" y="14"/>
                </a:cubicBezTo>
                <a:cubicBezTo>
                  <a:pt x="68" y="14"/>
                  <a:pt x="67" y="15"/>
                  <a:pt x="67" y="18"/>
                </a:cubicBezTo>
                <a:cubicBezTo>
                  <a:pt x="66" y="20"/>
                  <a:pt x="66" y="22"/>
                  <a:pt x="66" y="24"/>
                </a:cubicBezTo>
                <a:cubicBezTo>
                  <a:pt x="66" y="54"/>
                  <a:pt x="66" y="85"/>
                  <a:pt x="66" y="115"/>
                </a:cubicBezTo>
                <a:cubicBezTo>
                  <a:pt x="66" y="118"/>
                  <a:pt x="67" y="120"/>
                  <a:pt x="67" y="123"/>
                </a:cubicBezTo>
                <a:cubicBezTo>
                  <a:pt x="68" y="128"/>
                  <a:pt x="70" y="130"/>
                  <a:pt x="75" y="131"/>
                </a:cubicBezTo>
                <a:cubicBezTo>
                  <a:pt x="78" y="131"/>
                  <a:pt x="80" y="132"/>
                  <a:pt x="83" y="132"/>
                </a:cubicBezTo>
                <a:cubicBezTo>
                  <a:pt x="83" y="134"/>
                  <a:pt x="83" y="137"/>
                  <a:pt x="83" y="139"/>
                </a:cubicBezTo>
                <a:cubicBezTo>
                  <a:pt x="66" y="139"/>
                  <a:pt x="50" y="139"/>
                  <a:pt x="33" y="139"/>
                </a:cubicBezTo>
                <a:cubicBezTo>
                  <a:pt x="33" y="137"/>
                  <a:pt x="33" y="135"/>
                  <a:pt x="33" y="132"/>
                </a:cubicBezTo>
                <a:cubicBezTo>
                  <a:pt x="36" y="132"/>
                  <a:pt x="39" y="131"/>
                  <a:pt x="41" y="131"/>
                </a:cubicBezTo>
                <a:cubicBezTo>
                  <a:pt x="47" y="130"/>
                  <a:pt x="49" y="128"/>
                  <a:pt x="49" y="123"/>
                </a:cubicBezTo>
                <a:cubicBezTo>
                  <a:pt x="49" y="121"/>
                  <a:pt x="49" y="120"/>
                  <a:pt x="49" y="118"/>
                </a:cubicBezTo>
                <a:cubicBezTo>
                  <a:pt x="49" y="86"/>
                  <a:pt x="49" y="54"/>
                  <a:pt x="49" y="22"/>
                </a:cubicBezTo>
                <a:cubicBezTo>
                  <a:pt x="49" y="14"/>
                  <a:pt x="49" y="13"/>
                  <a:pt x="41" y="14"/>
                </a:cubicBezTo>
                <a:cubicBezTo>
                  <a:pt x="38" y="14"/>
                  <a:pt x="35" y="14"/>
                  <a:pt x="32" y="15"/>
                </a:cubicBezTo>
                <a:cubicBezTo>
                  <a:pt x="26" y="16"/>
                  <a:pt x="21" y="18"/>
                  <a:pt x="18" y="23"/>
                </a:cubicBezTo>
                <a:cubicBezTo>
                  <a:pt x="15" y="27"/>
                  <a:pt x="13" y="32"/>
                  <a:pt x="11" y="36"/>
                </a:cubicBezTo>
                <a:cubicBezTo>
                  <a:pt x="10" y="38"/>
                  <a:pt x="9" y="40"/>
                  <a:pt x="8" y="42"/>
                </a:cubicBezTo>
                <a:cubicBezTo>
                  <a:pt x="5" y="41"/>
                  <a:pt x="3" y="40"/>
                  <a:pt x="0" y="39"/>
                </a:cubicBezTo>
                <a:cubicBezTo>
                  <a:pt x="5" y="26"/>
                  <a:pt x="9" y="13"/>
                  <a:pt x="13" y="0"/>
                </a:cubicBezTo>
                <a:cubicBezTo>
                  <a:pt x="15" y="0"/>
                  <a:pt x="17" y="0"/>
                  <a:pt x="19" y="0"/>
                </a:cubicBezTo>
                <a:cubicBezTo>
                  <a:pt x="20" y="1"/>
                  <a:pt x="20" y="3"/>
                  <a:pt x="21" y="4"/>
                </a:cubicBezTo>
                <a:cubicBezTo>
                  <a:pt x="46" y="4"/>
                  <a:pt x="70" y="4"/>
                  <a:pt x="95" y="4"/>
                </a:cubicBezTo>
                <a:cubicBezTo>
                  <a:pt x="95" y="3"/>
                  <a:pt x="96" y="1"/>
                  <a:pt x="97" y="0"/>
                </a:cubicBezTo>
                <a:cubicBezTo>
                  <a:pt x="98" y="0"/>
                  <a:pt x="100" y="0"/>
                  <a:pt x="103" y="0"/>
                </a:cubicBezTo>
                <a:cubicBezTo>
                  <a:pt x="107" y="13"/>
                  <a:pt x="112" y="26"/>
                  <a:pt x="116" y="39"/>
                </a:cubicBezTo>
                <a:cubicBezTo>
                  <a:pt x="113" y="40"/>
                  <a:pt x="111" y="41"/>
                  <a:pt x="108" y="42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3" name="Freeform 33">
            <a:extLst xmlns:a="http://schemas.openxmlformats.org/drawingml/2006/main">
              <a:ext uri="{FF2B5EF4-FFF2-40B4-BE49-F238E27FC236}">
                <a16:creationId xmlns:a16="http://schemas.microsoft.com/office/drawing/2014/main" id="{B48AE62C-1CF4-4B3E-B623-A4ECEE051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1440" y="689187"/>
            <a:ext cx="25090" cy="67859"/>
          </a:xfrm>
          <a:custGeom xmlns:a="http://schemas.openxmlformats.org/drawingml/2006/main">
            <a:gdLst>
              <a:gd name="T0" fmla="*/ 0 w 50"/>
              <a:gd name="T1" fmla="*/ 134 h 134"/>
              <a:gd name="T2" fmla="*/ 0 w 50"/>
              <a:gd name="T3" fmla="*/ 127 h 134"/>
              <a:gd name="T4" fmla="*/ 9 w 50"/>
              <a:gd name="T5" fmla="*/ 126 h 134"/>
              <a:gd name="T6" fmla="*/ 16 w 50"/>
              <a:gd name="T7" fmla="*/ 119 h 134"/>
              <a:gd name="T8" fmla="*/ 16 w 50"/>
              <a:gd name="T9" fmla="*/ 113 h 134"/>
              <a:gd name="T10" fmla="*/ 16 w 50"/>
              <a:gd name="T11" fmla="*/ 21 h 134"/>
              <a:gd name="T12" fmla="*/ 16 w 50"/>
              <a:gd name="T13" fmla="*/ 13 h 134"/>
              <a:gd name="T14" fmla="*/ 9 w 50"/>
              <a:gd name="T15" fmla="*/ 8 h 134"/>
              <a:gd name="T16" fmla="*/ 1 w 50"/>
              <a:gd name="T17" fmla="*/ 7 h 134"/>
              <a:gd name="T18" fmla="*/ 1 w 50"/>
              <a:gd name="T19" fmla="*/ 0 h 134"/>
              <a:gd name="T20" fmla="*/ 49 w 50"/>
              <a:gd name="T21" fmla="*/ 0 h 134"/>
              <a:gd name="T22" fmla="*/ 49 w 50"/>
              <a:gd name="T23" fmla="*/ 7 h 134"/>
              <a:gd name="T24" fmla="*/ 42 w 50"/>
              <a:gd name="T25" fmla="*/ 8 h 134"/>
              <a:gd name="T26" fmla="*/ 34 w 50"/>
              <a:gd name="T27" fmla="*/ 15 h 134"/>
              <a:gd name="T28" fmla="*/ 33 w 50"/>
              <a:gd name="T29" fmla="*/ 23 h 134"/>
              <a:gd name="T30" fmla="*/ 33 w 50"/>
              <a:gd name="T31" fmla="*/ 113 h 134"/>
              <a:gd name="T32" fmla="*/ 46 w 50"/>
              <a:gd name="T33" fmla="*/ 127 h 134"/>
              <a:gd name="T34" fmla="*/ 49 w 50"/>
              <a:gd name="T35" fmla="*/ 127 h 134"/>
              <a:gd name="T36" fmla="*/ 50 w 50"/>
              <a:gd name="T37" fmla="*/ 131 h 134"/>
              <a:gd name="T38" fmla="*/ 49 w 50"/>
              <a:gd name="T39" fmla="*/ 134 h 134"/>
              <a:gd name="T40" fmla="*/ 0 w 50"/>
              <a:gd name="T41" fmla="*/ 134 h 134"/>
            </a:gdLst>
            <a:rect l="0" t="0" r="r" b="b"/>
            <a:pathLst>
              <a:path w="50" h="134">
                <a:moveTo>
                  <a:pt x="0" y="134"/>
                </a:move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9" y="126"/>
                </a:cubicBezTo>
                <a:cubicBezTo>
                  <a:pt x="13" y="125"/>
                  <a:pt x="15" y="124"/>
                  <a:pt x="16" y="119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18"/>
                  <a:pt x="16" y="16"/>
                  <a:pt x="16" y="13"/>
                </a:cubicBezTo>
                <a:cubicBezTo>
                  <a:pt x="15" y="10"/>
                  <a:pt x="13" y="8"/>
                  <a:pt x="9" y="8"/>
                </a:cubicBezTo>
                <a:cubicBezTo>
                  <a:pt x="6" y="7"/>
                  <a:pt x="4" y="7"/>
                  <a:pt x="1" y="7"/>
                </a:cubicBezTo>
                <a:cubicBezTo>
                  <a:pt x="1" y="4"/>
                  <a:pt x="1" y="2"/>
                  <a:pt x="1" y="0"/>
                </a:cubicBezTo>
                <a:cubicBezTo>
                  <a:pt x="17" y="0"/>
                  <a:pt x="33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7" y="7"/>
                  <a:pt x="44" y="7"/>
                  <a:pt x="42" y="8"/>
                </a:cubicBezTo>
                <a:cubicBezTo>
                  <a:pt x="38" y="8"/>
                  <a:pt x="35" y="10"/>
                  <a:pt x="34" y="15"/>
                </a:cubicBezTo>
                <a:cubicBezTo>
                  <a:pt x="34" y="17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6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8"/>
                  <a:pt x="50" y="129"/>
                  <a:pt x="50" y="131"/>
                </a:cubicBezTo>
                <a:cubicBezTo>
                  <a:pt x="50" y="132"/>
                  <a:pt x="49" y="133"/>
                  <a:pt x="49" y="134"/>
                </a:cubicBezTo>
                <a:cubicBezTo>
                  <a:pt x="33" y="134"/>
                  <a:pt x="17" y="134"/>
                  <a:pt x="0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4" name="Freeform 34">
            <a:extLst xmlns:a="http://schemas.openxmlformats.org/drawingml/2006/main">
              <a:ext uri="{FF2B5EF4-FFF2-40B4-BE49-F238E27FC236}">
                <a16:creationId xmlns:a16="http://schemas.microsoft.com/office/drawing/2014/main" id="{093882D1-AC6C-40DC-ABD9-954DB7F1B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237" y="689187"/>
            <a:ext cx="24520" cy="68429"/>
          </a:xfrm>
          <a:custGeom xmlns:a="http://schemas.openxmlformats.org/drawingml/2006/main">
            <a:gdLst>
              <a:gd name="T0" fmla="*/ 0 w 49"/>
              <a:gd name="T1" fmla="*/ 7 h 135"/>
              <a:gd name="T2" fmla="*/ 0 w 49"/>
              <a:gd name="T3" fmla="*/ 0 h 135"/>
              <a:gd name="T4" fmla="*/ 49 w 49"/>
              <a:gd name="T5" fmla="*/ 0 h 135"/>
              <a:gd name="T6" fmla="*/ 49 w 49"/>
              <a:gd name="T7" fmla="*/ 7 h 135"/>
              <a:gd name="T8" fmla="*/ 42 w 49"/>
              <a:gd name="T9" fmla="*/ 8 h 135"/>
              <a:gd name="T10" fmla="*/ 34 w 49"/>
              <a:gd name="T11" fmla="*/ 15 h 135"/>
              <a:gd name="T12" fmla="*/ 33 w 49"/>
              <a:gd name="T13" fmla="*/ 23 h 135"/>
              <a:gd name="T14" fmla="*/ 33 w 49"/>
              <a:gd name="T15" fmla="*/ 113 h 135"/>
              <a:gd name="T16" fmla="*/ 46 w 49"/>
              <a:gd name="T17" fmla="*/ 127 h 135"/>
              <a:gd name="T18" fmla="*/ 49 w 49"/>
              <a:gd name="T19" fmla="*/ 127 h 135"/>
              <a:gd name="T20" fmla="*/ 49 w 49"/>
              <a:gd name="T21" fmla="*/ 134 h 135"/>
              <a:gd name="T22" fmla="*/ 0 w 49"/>
              <a:gd name="T23" fmla="*/ 134 h 135"/>
              <a:gd name="T24" fmla="*/ 0 w 49"/>
              <a:gd name="T25" fmla="*/ 127 h 135"/>
              <a:gd name="T26" fmla="*/ 7 w 49"/>
              <a:gd name="T27" fmla="*/ 126 h 135"/>
              <a:gd name="T28" fmla="*/ 16 w 49"/>
              <a:gd name="T29" fmla="*/ 118 h 135"/>
              <a:gd name="T30" fmla="*/ 16 w 49"/>
              <a:gd name="T31" fmla="*/ 113 h 135"/>
              <a:gd name="T32" fmla="*/ 16 w 49"/>
              <a:gd name="T33" fmla="*/ 20 h 135"/>
              <a:gd name="T34" fmla="*/ 15 w 49"/>
              <a:gd name="T35" fmla="*/ 13 h 135"/>
              <a:gd name="T36" fmla="*/ 9 w 49"/>
              <a:gd name="T37" fmla="*/ 8 h 135"/>
              <a:gd name="T38" fmla="*/ 0 w 49"/>
              <a:gd name="T39" fmla="*/ 7 h 135"/>
            </a:gdLst>
            <a:rect l="0" t="0" r="r" b="b"/>
            <a:pathLst>
              <a:path w="49" h="135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5" y="10"/>
                  <a:pt x="34" y="15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5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45" y="135"/>
                  <a:pt x="9" y="135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5" y="127"/>
                  <a:pt x="7" y="126"/>
                </a:cubicBezTo>
                <a:cubicBezTo>
                  <a:pt x="13" y="126"/>
                  <a:pt x="15" y="124"/>
                  <a:pt x="16" y="118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8"/>
                  <a:pt x="15" y="16"/>
                  <a:pt x="15" y="13"/>
                </a:cubicBezTo>
                <a:cubicBezTo>
                  <a:pt x="14" y="10"/>
                  <a:pt x="12" y="8"/>
                  <a:pt x="9" y="8"/>
                </a:cubicBezTo>
                <a:cubicBezTo>
                  <a:pt x="6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5" name="Freeform 35">
            <a:extLst xmlns:a="http://schemas.openxmlformats.org/drawingml/2006/main">
              <a:ext uri="{FF2B5EF4-FFF2-40B4-BE49-F238E27FC236}">
                <a16:creationId xmlns:a16="http://schemas.microsoft.com/office/drawing/2014/main" id="{B34DC7E9-8F0B-4701-A421-B193EAD4B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429" y="689187"/>
            <a:ext cx="24520" cy="67859"/>
          </a:xfrm>
          <a:custGeom xmlns:a="http://schemas.openxmlformats.org/drawingml/2006/main">
            <a:gdLst>
              <a:gd name="T0" fmla="*/ 0 w 49"/>
              <a:gd name="T1" fmla="*/ 7 h 134"/>
              <a:gd name="T2" fmla="*/ 0 w 49"/>
              <a:gd name="T3" fmla="*/ 0 h 134"/>
              <a:gd name="T4" fmla="*/ 49 w 49"/>
              <a:gd name="T5" fmla="*/ 0 h 134"/>
              <a:gd name="T6" fmla="*/ 49 w 49"/>
              <a:gd name="T7" fmla="*/ 7 h 134"/>
              <a:gd name="T8" fmla="*/ 42 w 49"/>
              <a:gd name="T9" fmla="*/ 8 h 134"/>
              <a:gd name="T10" fmla="*/ 34 w 49"/>
              <a:gd name="T11" fmla="*/ 15 h 134"/>
              <a:gd name="T12" fmla="*/ 33 w 49"/>
              <a:gd name="T13" fmla="*/ 23 h 134"/>
              <a:gd name="T14" fmla="*/ 33 w 49"/>
              <a:gd name="T15" fmla="*/ 112 h 134"/>
              <a:gd name="T16" fmla="*/ 34 w 49"/>
              <a:gd name="T17" fmla="*/ 120 h 134"/>
              <a:gd name="T18" fmla="*/ 40 w 49"/>
              <a:gd name="T19" fmla="*/ 126 h 134"/>
              <a:gd name="T20" fmla="*/ 49 w 49"/>
              <a:gd name="T21" fmla="*/ 127 h 134"/>
              <a:gd name="T22" fmla="*/ 49 w 49"/>
              <a:gd name="T23" fmla="*/ 134 h 134"/>
              <a:gd name="T24" fmla="*/ 0 w 49"/>
              <a:gd name="T25" fmla="*/ 134 h 134"/>
              <a:gd name="T26" fmla="*/ 0 w 49"/>
              <a:gd name="T27" fmla="*/ 127 h 134"/>
              <a:gd name="T28" fmla="*/ 8 w 49"/>
              <a:gd name="T29" fmla="*/ 126 h 134"/>
              <a:gd name="T30" fmla="*/ 15 w 49"/>
              <a:gd name="T31" fmla="*/ 119 h 134"/>
              <a:gd name="T32" fmla="*/ 16 w 49"/>
              <a:gd name="T33" fmla="*/ 110 h 134"/>
              <a:gd name="T34" fmla="*/ 16 w 49"/>
              <a:gd name="T35" fmla="*/ 25 h 134"/>
              <a:gd name="T36" fmla="*/ 15 w 49"/>
              <a:gd name="T37" fmla="*/ 15 h 134"/>
              <a:gd name="T38" fmla="*/ 8 w 49"/>
              <a:gd name="T39" fmla="*/ 8 h 134"/>
              <a:gd name="T40" fmla="*/ 0 w 49"/>
              <a:gd name="T41" fmla="*/ 7 h 134"/>
            </a:gdLst>
            <a:rect l="0" t="0" r="r" b="b"/>
            <a:pathLst>
              <a:path w="49" h="134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4" y="10"/>
                  <a:pt x="34" y="15"/>
                </a:cubicBezTo>
                <a:cubicBezTo>
                  <a:pt x="33" y="18"/>
                  <a:pt x="33" y="21"/>
                  <a:pt x="33" y="23"/>
                </a:cubicBezTo>
                <a:cubicBezTo>
                  <a:pt x="33" y="53"/>
                  <a:pt x="33" y="83"/>
                  <a:pt x="33" y="112"/>
                </a:cubicBezTo>
                <a:cubicBezTo>
                  <a:pt x="33" y="115"/>
                  <a:pt x="33" y="118"/>
                  <a:pt x="34" y="120"/>
                </a:cubicBezTo>
                <a:cubicBezTo>
                  <a:pt x="34" y="124"/>
                  <a:pt x="36" y="126"/>
                  <a:pt x="40" y="126"/>
                </a:cubicBezTo>
                <a:cubicBezTo>
                  <a:pt x="43" y="126"/>
                  <a:pt x="45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33" y="134"/>
                  <a:pt x="1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8" y="126"/>
                </a:cubicBezTo>
                <a:cubicBezTo>
                  <a:pt x="13" y="125"/>
                  <a:pt x="15" y="123"/>
                  <a:pt x="15" y="119"/>
                </a:cubicBezTo>
                <a:cubicBezTo>
                  <a:pt x="16" y="116"/>
                  <a:pt x="16" y="113"/>
                  <a:pt x="16" y="110"/>
                </a:cubicBezTo>
                <a:cubicBezTo>
                  <a:pt x="16" y="81"/>
                  <a:pt x="16" y="53"/>
                  <a:pt x="16" y="25"/>
                </a:cubicBezTo>
                <a:cubicBezTo>
                  <a:pt x="16" y="21"/>
                  <a:pt x="16" y="18"/>
                  <a:pt x="15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8" name="Freeform 9">
            <a:extLst xmlns:a="http://schemas.openxmlformats.org/drawingml/2006/main">
              <a:ext uri="{FF2B5EF4-FFF2-40B4-BE49-F238E27FC236}">
                <a16:creationId xmlns:a16="http://schemas.microsoft.com/office/drawing/2014/main" id="{C2B98E04-73D2-4460-8D3C-6F2A3159D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4981" y="365289"/>
            <a:ext cx="164800" cy="184188"/>
          </a:xfrm>
          <a:custGeom xmlns:a="http://schemas.openxmlformats.org/drawingml/2006/main">
            <a:gdLst>
              <a:gd name="T0" fmla="*/ 324 w 325"/>
              <a:gd name="T1" fmla="*/ 106 h 363"/>
              <a:gd name="T2" fmla="*/ 283 w 325"/>
              <a:gd name="T3" fmla="*/ 179 h 363"/>
              <a:gd name="T4" fmla="*/ 247 w 325"/>
              <a:gd name="T5" fmla="*/ 214 h 363"/>
              <a:gd name="T6" fmla="*/ 241 w 325"/>
              <a:gd name="T7" fmla="*/ 228 h 363"/>
              <a:gd name="T8" fmla="*/ 271 w 325"/>
              <a:gd name="T9" fmla="*/ 230 h 363"/>
              <a:gd name="T10" fmla="*/ 282 w 325"/>
              <a:gd name="T11" fmla="*/ 240 h 363"/>
              <a:gd name="T12" fmla="*/ 269 w 325"/>
              <a:gd name="T13" fmla="*/ 277 h 363"/>
              <a:gd name="T14" fmla="*/ 223 w 325"/>
              <a:gd name="T15" fmla="*/ 316 h 363"/>
              <a:gd name="T16" fmla="*/ 176 w 325"/>
              <a:gd name="T17" fmla="*/ 340 h 363"/>
              <a:gd name="T18" fmla="*/ 160 w 325"/>
              <a:gd name="T19" fmla="*/ 339 h 363"/>
              <a:gd name="T20" fmla="*/ 165 w 325"/>
              <a:gd name="T21" fmla="*/ 329 h 363"/>
              <a:gd name="T22" fmla="*/ 195 w 325"/>
              <a:gd name="T23" fmla="*/ 302 h 363"/>
              <a:gd name="T24" fmla="*/ 214 w 325"/>
              <a:gd name="T25" fmla="*/ 282 h 363"/>
              <a:gd name="T26" fmla="*/ 223 w 325"/>
              <a:gd name="T27" fmla="*/ 265 h 363"/>
              <a:gd name="T28" fmla="*/ 220 w 325"/>
              <a:gd name="T29" fmla="*/ 257 h 363"/>
              <a:gd name="T30" fmla="*/ 179 w 325"/>
              <a:gd name="T31" fmla="*/ 289 h 363"/>
              <a:gd name="T32" fmla="*/ 106 w 325"/>
              <a:gd name="T33" fmla="*/ 335 h 363"/>
              <a:gd name="T34" fmla="*/ 20 w 325"/>
              <a:gd name="T35" fmla="*/ 363 h 363"/>
              <a:gd name="T36" fmla="*/ 4 w 325"/>
              <a:gd name="T37" fmla="*/ 360 h 363"/>
              <a:gd name="T38" fmla="*/ 78 w 325"/>
              <a:gd name="T39" fmla="*/ 306 h 363"/>
              <a:gd name="T40" fmla="*/ 102 w 325"/>
              <a:gd name="T41" fmla="*/ 295 h 363"/>
              <a:gd name="T42" fmla="*/ 208 w 325"/>
              <a:gd name="T43" fmla="*/ 238 h 363"/>
              <a:gd name="T44" fmla="*/ 207 w 325"/>
              <a:gd name="T45" fmla="*/ 232 h 363"/>
              <a:gd name="T46" fmla="*/ 171 w 325"/>
              <a:gd name="T47" fmla="*/ 243 h 363"/>
              <a:gd name="T48" fmla="*/ 163 w 325"/>
              <a:gd name="T49" fmla="*/ 239 h 363"/>
              <a:gd name="T50" fmla="*/ 170 w 325"/>
              <a:gd name="T51" fmla="*/ 226 h 363"/>
              <a:gd name="T52" fmla="*/ 154 w 325"/>
              <a:gd name="T53" fmla="*/ 206 h 363"/>
              <a:gd name="T54" fmla="*/ 122 w 325"/>
              <a:gd name="T55" fmla="*/ 224 h 363"/>
              <a:gd name="T56" fmla="*/ 99 w 325"/>
              <a:gd name="T57" fmla="*/ 236 h 363"/>
              <a:gd name="T58" fmla="*/ 100 w 325"/>
              <a:gd name="T59" fmla="*/ 222 h 363"/>
              <a:gd name="T60" fmla="*/ 116 w 325"/>
              <a:gd name="T61" fmla="*/ 204 h 363"/>
              <a:gd name="T62" fmla="*/ 118 w 325"/>
              <a:gd name="T63" fmla="*/ 183 h 363"/>
              <a:gd name="T64" fmla="*/ 116 w 325"/>
              <a:gd name="T65" fmla="*/ 174 h 363"/>
              <a:gd name="T66" fmla="*/ 143 w 325"/>
              <a:gd name="T67" fmla="*/ 167 h 363"/>
              <a:gd name="T68" fmla="*/ 158 w 325"/>
              <a:gd name="T69" fmla="*/ 145 h 363"/>
              <a:gd name="T70" fmla="*/ 147 w 325"/>
              <a:gd name="T71" fmla="*/ 144 h 363"/>
              <a:gd name="T72" fmla="*/ 132 w 325"/>
              <a:gd name="T73" fmla="*/ 141 h 363"/>
              <a:gd name="T74" fmla="*/ 141 w 325"/>
              <a:gd name="T75" fmla="*/ 129 h 363"/>
              <a:gd name="T76" fmla="*/ 140 w 325"/>
              <a:gd name="T77" fmla="*/ 115 h 363"/>
              <a:gd name="T78" fmla="*/ 112 w 325"/>
              <a:gd name="T79" fmla="*/ 96 h 363"/>
              <a:gd name="T80" fmla="*/ 127 w 325"/>
              <a:gd name="T81" fmla="*/ 92 h 363"/>
              <a:gd name="T82" fmla="*/ 167 w 325"/>
              <a:gd name="T83" fmla="*/ 81 h 363"/>
              <a:gd name="T84" fmla="*/ 203 w 325"/>
              <a:gd name="T85" fmla="*/ 36 h 363"/>
              <a:gd name="T86" fmla="*/ 204 w 325"/>
              <a:gd name="T87" fmla="*/ 10 h 363"/>
              <a:gd name="T88" fmla="*/ 216 w 325"/>
              <a:gd name="T89" fmla="*/ 3 h 363"/>
              <a:gd name="T90" fmla="*/ 224 w 325"/>
              <a:gd name="T91" fmla="*/ 56 h 363"/>
              <a:gd name="T92" fmla="*/ 205 w 325"/>
              <a:gd name="T93" fmla="*/ 91 h 363"/>
              <a:gd name="T94" fmla="*/ 208 w 325"/>
              <a:gd name="T95" fmla="*/ 105 h 363"/>
              <a:gd name="T96" fmla="*/ 267 w 325"/>
              <a:gd name="T97" fmla="*/ 87 h 363"/>
              <a:gd name="T98" fmla="*/ 297 w 325"/>
              <a:gd name="T99" fmla="*/ 85 h 363"/>
              <a:gd name="T100" fmla="*/ 309 w 325"/>
              <a:gd name="T101" fmla="*/ 86 h 363"/>
              <a:gd name="T102" fmla="*/ 325 w 325"/>
              <a:gd name="T103" fmla="*/ 104 h 363"/>
              <a:gd name="T104" fmla="*/ 198 w 325"/>
              <a:gd name="T105" fmla="*/ 126 h 363"/>
              <a:gd name="T106" fmla="*/ 164 w 325"/>
              <a:gd name="T107" fmla="*/ 175 h 363"/>
              <a:gd name="T108" fmla="*/ 181 w 325"/>
              <a:gd name="T109" fmla="*/ 191 h 363"/>
              <a:gd name="T110" fmla="*/ 186 w 325"/>
              <a:gd name="T111" fmla="*/ 173 h 363"/>
              <a:gd name="T112" fmla="*/ 199 w 325"/>
              <a:gd name="T113" fmla="*/ 170 h 363"/>
              <a:gd name="T114" fmla="*/ 206 w 325"/>
              <a:gd name="T115" fmla="*/ 204 h 363"/>
              <a:gd name="T116" fmla="*/ 217 w 325"/>
              <a:gd name="T117" fmla="*/ 206 h 363"/>
              <a:gd name="T118" fmla="*/ 229 w 325"/>
              <a:gd name="T119" fmla="*/ 188 h 363"/>
              <a:gd name="T120" fmla="*/ 261 w 325"/>
              <a:gd name="T121" fmla="*/ 141 h 363"/>
              <a:gd name="T122" fmla="*/ 250 w 325"/>
              <a:gd name="T123" fmla="*/ 134 h 363"/>
              <a:gd name="T124" fmla="*/ 206 w 325"/>
              <a:gd name="T125" fmla="*/ 122 h 363"/>
            </a:gdLst>
            <a:rect l="0" t="0" r="r" b="b"/>
            <a:pathLst>
              <a:path w="325" h="363">
                <a:moveTo>
                  <a:pt x="325" y="104"/>
                </a:moveTo>
                <a:cubicBezTo>
                  <a:pt x="325" y="104"/>
                  <a:pt x="324" y="105"/>
                  <a:pt x="324" y="106"/>
                </a:cubicBezTo>
                <a:cubicBezTo>
                  <a:pt x="323" y="108"/>
                  <a:pt x="323" y="111"/>
                  <a:pt x="322" y="114"/>
                </a:cubicBezTo>
                <a:cubicBezTo>
                  <a:pt x="312" y="138"/>
                  <a:pt x="300" y="160"/>
                  <a:pt x="283" y="179"/>
                </a:cubicBezTo>
                <a:cubicBezTo>
                  <a:pt x="275" y="188"/>
                  <a:pt x="267" y="197"/>
                  <a:pt x="259" y="205"/>
                </a:cubicBezTo>
                <a:cubicBezTo>
                  <a:pt x="255" y="209"/>
                  <a:pt x="251" y="211"/>
                  <a:pt x="247" y="214"/>
                </a:cubicBezTo>
                <a:cubicBezTo>
                  <a:pt x="244" y="217"/>
                  <a:pt x="241" y="219"/>
                  <a:pt x="239" y="223"/>
                </a:cubicBezTo>
                <a:cubicBezTo>
                  <a:pt x="237" y="226"/>
                  <a:pt x="238" y="227"/>
                  <a:pt x="241" y="228"/>
                </a:cubicBezTo>
                <a:cubicBezTo>
                  <a:pt x="243" y="228"/>
                  <a:pt x="245" y="228"/>
                  <a:pt x="246" y="228"/>
                </a:cubicBezTo>
                <a:cubicBezTo>
                  <a:pt x="255" y="229"/>
                  <a:pt x="263" y="230"/>
                  <a:pt x="271" y="230"/>
                </a:cubicBezTo>
                <a:cubicBezTo>
                  <a:pt x="272" y="230"/>
                  <a:pt x="274" y="231"/>
                  <a:pt x="275" y="231"/>
                </a:cubicBezTo>
                <a:cubicBezTo>
                  <a:pt x="280" y="233"/>
                  <a:pt x="282" y="235"/>
                  <a:pt x="282" y="240"/>
                </a:cubicBezTo>
                <a:cubicBezTo>
                  <a:pt x="283" y="247"/>
                  <a:pt x="282" y="253"/>
                  <a:pt x="279" y="259"/>
                </a:cubicBezTo>
                <a:cubicBezTo>
                  <a:pt x="277" y="265"/>
                  <a:pt x="273" y="271"/>
                  <a:pt x="269" y="277"/>
                </a:cubicBezTo>
                <a:cubicBezTo>
                  <a:pt x="260" y="289"/>
                  <a:pt x="248" y="298"/>
                  <a:pt x="237" y="307"/>
                </a:cubicBezTo>
                <a:cubicBezTo>
                  <a:pt x="233" y="311"/>
                  <a:pt x="228" y="314"/>
                  <a:pt x="223" y="316"/>
                </a:cubicBezTo>
                <a:cubicBezTo>
                  <a:pt x="213" y="321"/>
                  <a:pt x="203" y="327"/>
                  <a:pt x="193" y="332"/>
                </a:cubicBezTo>
                <a:cubicBezTo>
                  <a:pt x="187" y="334"/>
                  <a:pt x="182" y="337"/>
                  <a:pt x="176" y="340"/>
                </a:cubicBezTo>
                <a:cubicBezTo>
                  <a:pt x="173" y="341"/>
                  <a:pt x="169" y="341"/>
                  <a:pt x="166" y="342"/>
                </a:cubicBezTo>
                <a:cubicBezTo>
                  <a:pt x="164" y="342"/>
                  <a:pt x="161" y="341"/>
                  <a:pt x="160" y="339"/>
                </a:cubicBezTo>
                <a:cubicBezTo>
                  <a:pt x="159" y="337"/>
                  <a:pt x="160" y="335"/>
                  <a:pt x="162" y="333"/>
                </a:cubicBezTo>
                <a:cubicBezTo>
                  <a:pt x="163" y="332"/>
                  <a:pt x="164" y="330"/>
                  <a:pt x="165" y="329"/>
                </a:cubicBezTo>
                <a:cubicBezTo>
                  <a:pt x="173" y="323"/>
                  <a:pt x="181" y="316"/>
                  <a:pt x="189" y="310"/>
                </a:cubicBezTo>
                <a:cubicBezTo>
                  <a:pt x="192" y="307"/>
                  <a:pt x="194" y="305"/>
                  <a:pt x="195" y="302"/>
                </a:cubicBezTo>
                <a:cubicBezTo>
                  <a:pt x="196" y="300"/>
                  <a:pt x="198" y="297"/>
                  <a:pt x="200" y="295"/>
                </a:cubicBezTo>
                <a:cubicBezTo>
                  <a:pt x="205" y="291"/>
                  <a:pt x="210" y="287"/>
                  <a:pt x="214" y="282"/>
                </a:cubicBezTo>
                <a:cubicBezTo>
                  <a:pt x="217" y="280"/>
                  <a:pt x="218" y="278"/>
                  <a:pt x="219" y="275"/>
                </a:cubicBezTo>
                <a:cubicBezTo>
                  <a:pt x="219" y="271"/>
                  <a:pt x="221" y="268"/>
                  <a:pt x="223" y="265"/>
                </a:cubicBezTo>
                <a:cubicBezTo>
                  <a:pt x="225" y="263"/>
                  <a:pt x="227" y="261"/>
                  <a:pt x="229" y="259"/>
                </a:cubicBezTo>
                <a:cubicBezTo>
                  <a:pt x="227" y="256"/>
                  <a:pt x="224" y="256"/>
                  <a:pt x="220" y="257"/>
                </a:cubicBezTo>
                <a:cubicBezTo>
                  <a:pt x="212" y="260"/>
                  <a:pt x="205" y="264"/>
                  <a:pt x="199" y="270"/>
                </a:cubicBezTo>
                <a:cubicBezTo>
                  <a:pt x="192" y="276"/>
                  <a:pt x="186" y="282"/>
                  <a:pt x="179" y="289"/>
                </a:cubicBezTo>
                <a:cubicBezTo>
                  <a:pt x="169" y="299"/>
                  <a:pt x="157" y="307"/>
                  <a:pt x="144" y="314"/>
                </a:cubicBezTo>
                <a:cubicBezTo>
                  <a:pt x="131" y="320"/>
                  <a:pt x="119" y="328"/>
                  <a:pt x="106" y="335"/>
                </a:cubicBezTo>
                <a:cubicBezTo>
                  <a:pt x="89" y="344"/>
                  <a:pt x="72" y="352"/>
                  <a:pt x="53" y="357"/>
                </a:cubicBezTo>
                <a:cubicBezTo>
                  <a:pt x="43" y="361"/>
                  <a:pt x="32" y="363"/>
                  <a:pt x="20" y="363"/>
                </a:cubicBezTo>
                <a:cubicBezTo>
                  <a:pt x="16" y="362"/>
                  <a:pt x="12" y="361"/>
                  <a:pt x="7" y="361"/>
                </a:cubicBezTo>
                <a:cubicBezTo>
                  <a:pt x="6" y="361"/>
                  <a:pt x="5" y="360"/>
                  <a:pt x="4" y="360"/>
                </a:cubicBezTo>
                <a:cubicBezTo>
                  <a:pt x="0" y="358"/>
                  <a:pt x="0" y="355"/>
                  <a:pt x="4" y="352"/>
                </a:cubicBezTo>
                <a:cubicBezTo>
                  <a:pt x="28" y="337"/>
                  <a:pt x="53" y="321"/>
                  <a:pt x="78" y="306"/>
                </a:cubicBezTo>
                <a:cubicBezTo>
                  <a:pt x="84" y="302"/>
                  <a:pt x="91" y="298"/>
                  <a:pt x="98" y="297"/>
                </a:cubicBezTo>
                <a:cubicBezTo>
                  <a:pt x="100" y="296"/>
                  <a:pt x="101" y="295"/>
                  <a:pt x="102" y="295"/>
                </a:cubicBezTo>
                <a:cubicBezTo>
                  <a:pt x="135" y="275"/>
                  <a:pt x="169" y="257"/>
                  <a:pt x="204" y="241"/>
                </a:cubicBezTo>
                <a:cubicBezTo>
                  <a:pt x="205" y="240"/>
                  <a:pt x="207" y="239"/>
                  <a:pt x="208" y="238"/>
                </a:cubicBezTo>
                <a:cubicBezTo>
                  <a:pt x="209" y="237"/>
                  <a:pt x="210" y="235"/>
                  <a:pt x="210" y="234"/>
                </a:cubicBezTo>
                <a:cubicBezTo>
                  <a:pt x="210" y="233"/>
                  <a:pt x="208" y="232"/>
                  <a:pt x="207" y="232"/>
                </a:cubicBezTo>
                <a:cubicBezTo>
                  <a:pt x="201" y="231"/>
                  <a:pt x="196" y="233"/>
                  <a:pt x="190" y="235"/>
                </a:cubicBezTo>
                <a:cubicBezTo>
                  <a:pt x="184" y="238"/>
                  <a:pt x="178" y="240"/>
                  <a:pt x="171" y="243"/>
                </a:cubicBezTo>
                <a:cubicBezTo>
                  <a:pt x="170" y="243"/>
                  <a:pt x="169" y="244"/>
                  <a:pt x="168" y="244"/>
                </a:cubicBezTo>
                <a:cubicBezTo>
                  <a:pt x="164" y="244"/>
                  <a:pt x="163" y="244"/>
                  <a:pt x="163" y="239"/>
                </a:cubicBezTo>
                <a:cubicBezTo>
                  <a:pt x="163" y="236"/>
                  <a:pt x="164" y="233"/>
                  <a:pt x="166" y="231"/>
                </a:cubicBezTo>
                <a:cubicBezTo>
                  <a:pt x="167" y="229"/>
                  <a:pt x="169" y="228"/>
                  <a:pt x="170" y="226"/>
                </a:cubicBezTo>
                <a:cubicBezTo>
                  <a:pt x="172" y="222"/>
                  <a:pt x="172" y="218"/>
                  <a:pt x="168" y="215"/>
                </a:cubicBezTo>
                <a:cubicBezTo>
                  <a:pt x="164" y="212"/>
                  <a:pt x="159" y="209"/>
                  <a:pt x="154" y="206"/>
                </a:cubicBezTo>
                <a:cubicBezTo>
                  <a:pt x="148" y="203"/>
                  <a:pt x="143" y="205"/>
                  <a:pt x="138" y="210"/>
                </a:cubicBezTo>
                <a:cubicBezTo>
                  <a:pt x="133" y="215"/>
                  <a:pt x="128" y="219"/>
                  <a:pt x="122" y="224"/>
                </a:cubicBezTo>
                <a:cubicBezTo>
                  <a:pt x="118" y="228"/>
                  <a:pt x="112" y="231"/>
                  <a:pt x="107" y="235"/>
                </a:cubicBezTo>
                <a:cubicBezTo>
                  <a:pt x="105" y="236"/>
                  <a:pt x="102" y="238"/>
                  <a:pt x="99" y="236"/>
                </a:cubicBezTo>
                <a:cubicBezTo>
                  <a:pt x="97" y="234"/>
                  <a:pt x="97" y="231"/>
                  <a:pt x="98" y="229"/>
                </a:cubicBezTo>
                <a:cubicBezTo>
                  <a:pt x="98" y="226"/>
                  <a:pt x="99" y="224"/>
                  <a:pt x="100" y="222"/>
                </a:cubicBezTo>
                <a:cubicBezTo>
                  <a:pt x="102" y="219"/>
                  <a:pt x="105" y="217"/>
                  <a:pt x="107" y="214"/>
                </a:cubicBezTo>
                <a:cubicBezTo>
                  <a:pt x="110" y="211"/>
                  <a:pt x="113" y="208"/>
                  <a:pt x="116" y="204"/>
                </a:cubicBezTo>
                <a:cubicBezTo>
                  <a:pt x="118" y="202"/>
                  <a:pt x="119" y="198"/>
                  <a:pt x="120" y="195"/>
                </a:cubicBezTo>
                <a:cubicBezTo>
                  <a:pt x="122" y="191"/>
                  <a:pt x="122" y="187"/>
                  <a:pt x="118" y="183"/>
                </a:cubicBezTo>
                <a:cubicBezTo>
                  <a:pt x="116" y="182"/>
                  <a:pt x="115" y="181"/>
                  <a:pt x="115" y="179"/>
                </a:cubicBezTo>
                <a:cubicBezTo>
                  <a:pt x="113" y="177"/>
                  <a:pt x="113" y="175"/>
                  <a:pt x="116" y="174"/>
                </a:cubicBezTo>
                <a:cubicBezTo>
                  <a:pt x="123" y="173"/>
                  <a:pt x="130" y="171"/>
                  <a:pt x="137" y="170"/>
                </a:cubicBezTo>
                <a:cubicBezTo>
                  <a:pt x="140" y="170"/>
                  <a:pt x="141" y="169"/>
                  <a:pt x="143" y="167"/>
                </a:cubicBezTo>
                <a:cubicBezTo>
                  <a:pt x="146" y="163"/>
                  <a:pt x="150" y="159"/>
                  <a:pt x="153" y="155"/>
                </a:cubicBezTo>
                <a:cubicBezTo>
                  <a:pt x="155" y="152"/>
                  <a:pt x="157" y="149"/>
                  <a:pt x="158" y="145"/>
                </a:cubicBezTo>
                <a:cubicBezTo>
                  <a:pt x="159" y="141"/>
                  <a:pt x="157" y="140"/>
                  <a:pt x="154" y="141"/>
                </a:cubicBezTo>
                <a:cubicBezTo>
                  <a:pt x="151" y="141"/>
                  <a:pt x="149" y="142"/>
                  <a:pt x="147" y="144"/>
                </a:cubicBezTo>
                <a:cubicBezTo>
                  <a:pt x="144" y="146"/>
                  <a:pt x="140" y="146"/>
                  <a:pt x="137" y="145"/>
                </a:cubicBezTo>
                <a:cubicBezTo>
                  <a:pt x="134" y="145"/>
                  <a:pt x="133" y="144"/>
                  <a:pt x="132" y="141"/>
                </a:cubicBezTo>
                <a:cubicBezTo>
                  <a:pt x="132" y="139"/>
                  <a:pt x="132" y="137"/>
                  <a:pt x="134" y="135"/>
                </a:cubicBezTo>
                <a:cubicBezTo>
                  <a:pt x="137" y="133"/>
                  <a:pt x="139" y="131"/>
                  <a:pt x="141" y="129"/>
                </a:cubicBezTo>
                <a:cubicBezTo>
                  <a:pt x="143" y="126"/>
                  <a:pt x="144" y="123"/>
                  <a:pt x="144" y="119"/>
                </a:cubicBezTo>
                <a:cubicBezTo>
                  <a:pt x="144" y="116"/>
                  <a:pt x="143" y="115"/>
                  <a:pt x="140" y="115"/>
                </a:cubicBezTo>
                <a:cubicBezTo>
                  <a:pt x="136" y="115"/>
                  <a:pt x="132" y="115"/>
                  <a:pt x="129" y="114"/>
                </a:cubicBezTo>
                <a:cubicBezTo>
                  <a:pt x="119" y="112"/>
                  <a:pt x="114" y="106"/>
                  <a:pt x="112" y="96"/>
                </a:cubicBezTo>
                <a:cubicBezTo>
                  <a:pt x="112" y="91"/>
                  <a:pt x="113" y="90"/>
                  <a:pt x="118" y="91"/>
                </a:cubicBezTo>
                <a:cubicBezTo>
                  <a:pt x="121" y="91"/>
                  <a:pt x="124" y="91"/>
                  <a:pt x="127" y="92"/>
                </a:cubicBezTo>
                <a:cubicBezTo>
                  <a:pt x="137" y="93"/>
                  <a:pt x="146" y="92"/>
                  <a:pt x="155" y="86"/>
                </a:cubicBezTo>
                <a:cubicBezTo>
                  <a:pt x="158" y="83"/>
                  <a:pt x="163" y="82"/>
                  <a:pt x="167" y="81"/>
                </a:cubicBezTo>
                <a:cubicBezTo>
                  <a:pt x="174" y="79"/>
                  <a:pt x="180" y="76"/>
                  <a:pt x="184" y="70"/>
                </a:cubicBezTo>
                <a:cubicBezTo>
                  <a:pt x="193" y="60"/>
                  <a:pt x="200" y="49"/>
                  <a:pt x="203" y="36"/>
                </a:cubicBezTo>
                <a:cubicBezTo>
                  <a:pt x="204" y="30"/>
                  <a:pt x="205" y="23"/>
                  <a:pt x="205" y="17"/>
                </a:cubicBezTo>
                <a:cubicBezTo>
                  <a:pt x="204" y="15"/>
                  <a:pt x="204" y="13"/>
                  <a:pt x="204" y="10"/>
                </a:cubicBezTo>
                <a:cubicBezTo>
                  <a:pt x="204" y="7"/>
                  <a:pt x="204" y="4"/>
                  <a:pt x="207" y="2"/>
                </a:cubicBezTo>
                <a:cubicBezTo>
                  <a:pt x="211" y="0"/>
                  <a:pt x="213" y="2"/>
                  <a:pt x="216" y="3"/>
                </a:cubicBezTo>
                <a:cubicBezTo>
                  <a:pt x="230" y="11"/>
                  <a:pt x="236" y="28"/>
                  <a:pt x="230" y="43"/>
                </a:cubicBezTo>
                <a:cubicBezTo>
                  <a:pt x="229" y="48"/>
                  <a:pt x="226" y="52"/>
                  <a:pt x="224" y="56"/>
                </a:cubicBezTo>
                <a:cubicBezTo>
                  <a:pt x="219" y="64"/>
                  <a:pt x="214" y="72"/>
                  <a:pt x="209" y="80"/>
                </a:cubicBezTo>
                <a:cubicBezTo>
                  <a:pt x="207" y="83"/>
                  <a:pt x="206" y="87"/>
                  <a:pt x="205" y="91"/>
                </a:cubicBezTo>
                <a:cubicBezTo>
                  <a:pt x="204" y="93"/>
                  <a:pt x="203" y="95"/>
                  <a:pt x="203" y="98"/>
                </a:cubicBezTo>
                <a:cubicBezTo>
                  <a:pt x="203" y="102"/>
                  <a:pt x="205" y="104"/>
                  <a:pt x="208" y="105"/>
                </a:cubicBezTo>
                <a:cubicBezTo>
                  <a:pt x="213" y="106"/>
                  <a:pt x="217" y="105"/>
                  <a:pt x="221" y="104"/>
                </a:cubicBezTo>
                <a:cubicBezTo>
                  <a:pt x="236" y="97"/>
                  <a:pt x="251" y="91"/>
                  <a:pt x="267" y="87"/>
                </a:cubicBezTo>
                <a:cubicBezTo>
                  <a:pt x="274" y="85"/>
                  <a:pt x="280" y="84"/>
                  <a:pt x="287" y="82"/>
                </a:cubicBezTo>
                <a:cubicBezTo>
                  <a:pt x="290" y="82"/>
                  <a:pt x="294" y="82"/>
                  <a:pt x="297" y="85"/>
                </a:cubicBezTo>
                <a:cubicBezTo>
                  <a:pt x="299" y="86"/>
                  <a:pt x="301" y="86"/>
                  <a:pt x="304" y="86"/>
                </a:cubicBezTo>
                <a:cubicBezTo>
                  <a:pt x="305" y="87"/>
                  <a:pt x="307" y="86"/>
                  <a:pt x="309" y="86"/>
                </a:cubicBezTo>
                <a:cubicBezTo>
                  <a:pt x="317" y="86"/>
                  <a:pt x="323" y="89"/>
                  <a:pt x="325" y="97"/>
                </a:cubicBezTo>
                <a:cubicBezTo>
                  <a:pt x="325" y="99"/>
                  <a:pt x="325" y="101"/>
                  <a:pt x="325" y="104"/>
                </a:cubicBezTo>
                <a:close/>
                <a:moveTo>
                  <a:pt x="206" y="122"/>
                </a:moveTo>
                <a:cubicBezTo>
                  <a:pt x="203" y="122"/>
                  <a:pt x="200" y="123"/>
                  <a:pt x="198" y="126"/>
                </a:cubicBezTo>
                <a:cubicBezTo>
                  <a:pt x="189" y="138"/>
                  <a:pt x="179" y="150"/>
                  <a:pt x="169" y="162"/>
                </a:cubicBezTo>
                <a:cubicBezTo>
                  <a:pt x="166" y="166"/>
                  <a:pt x="164" y="170"/>
                  <a:pt x="164" y="175"/>
                </a:cubicBezTo>
                <a:cubicBezTo>
                  <a:pt x="162" y="184"/>
                  <a:pt x="165" y="188"/>
                  <a:pt x="173" y="193"/>
                </a:cubicBezTo>
                <a:cubicBezTo>
                  <a:pt x="176" y="195"/>
                  <a:pt x="179" y="194"/>
                  <a:pt x="181" y="191"/>
                </a:cubicBezTo>
                <a:cubicBezTo>
                  <a:pt x="183" y="188"/>
                  <a:pt x="183" y="186"/>
                  <a:pt x="184" y="183"/>
                </a:cubicBezTo>
                <a:cubicBezTo>
                  <a:pt x="185" y="180"/>
                  <a:pt x="185" y="176"/>
                  <a:pt x="186" y="173"/>
                </a:cubicBezTo>
                <a:cubicBezTo>
                  <a:pt x="187" y="171"/>
                  <a:pt x="188" y="168"/>
                  <a:pt x="190" y="167"/>
                </a:cubicBezTo>
                <a:cubicBezTo>
                  <a:pt x="194" y="164"/>
                  <a:pt x="197" y="165"/>
                  <a:pt x="199" y="170"/>
                </a:cubicBezTo>
                <a:cubicBezTo>
                  <a:pt x="199" y="171"/>
                  <a:pt x="199" y="171"/>
                  <a:pt x="199" y="172"/>
                </a:cubicBezTo>
                <a:cubicBezTo>
                  <a:pt x="202" y="183"/>
                  <a:pt x="205" y="193"/>
                  <a:pt x="206" y="204"/>
                </a:cubicBezTo>
                <a:cubicBezTo>
                  <a:pt x="206" y="206"/>
                  <a:pt x="207" y="209"/>
                  <a:pt x="210" y="210"/>
                </a:cubicBezTo>
                <a:cubicBezTo>
                  <a:pt x="214" y="210"/>
                  <a:pt x="215" y="208"/>
                  <a:pt x="217" y="206"/>
                </a:cubicBezTo>
                <a:cubicBezTo>
                  <a:pt x="217" y="205"/>
                  <a:pt x="217" y="205"/>
                  <a:pt x="218" y="204"/>
                </a:cubicBezTo>
                <a:cubicBezTo>
                  <a:pt x="221" y="199"/>
                  <a:pt x="225" y="193"/>
                  <a:pt x="229" y="188"/>
                </a:cubicBezTo>
                <a:cubicBezTo>
                  <a:pt x="237" y="177"/>
                  <a:pt x="246" y="167"/>
                  <a:pt x="255" y="157"/>
                </a:cubicBezTo>
                <a:cubicBezTo>
                  <a:pt x="259" y="152"/>
                  <a:pt x="261" y="147"/>
                  <a:pt x="261" y="141"/>
                </a:cubicBezTo>
                <a:cubicBezTo>
                  <a:pt x="261" y="137"/>
                  <a:pt x="259" y="135"/>
                  <a:pt x="255" y="134"/>
                </a:cubicBezTo>
                <a:cubicBezTo>
                  <a:pt x="253" y="134"/>
                  <a:pt x="251" y="134"/>
                  <a:pt x="250" y="134"/>
                </a:cubicBezTo>
                <a:cubicBezTo>
                  <a:pt x="240" y="131"/>
                  <a:pt x="231" y="129"/>
                  <a:pt x="221" y="126"/>
                </a:cubicBezTo>
                <a:cubicBezTo>
                  <a:pt x="216" y="125"/>
                  <a:pt x="211" y="123"/>
                  <a:pt x="206" y="1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9" name="Freeform 10">
            <a:extLst xmlns:a="http://schemas.openxmlformats.org/drawingml/2006/main">
              <a:ext uri="{FF2B5EF4-FFF2-40B4-BE49-F238E27FC236}">
                <a16:creationId xmlns:a16="http://schemas.microsoft.com/office/drawing/2014/main" id="{8B417175-F311-45E6-BB4B-087E45E7F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8190" y="398363"/>
            <a:ext cx="193882" cy="208139"/>
          </a:xfrm>
          <a:custGeom xmlns:a="http://schemas.openxmlformats.org/drawingml/2006/main">
            <a:gdLst>
              <a:gd name="T0" fmla="*/ 83 w 383"/>
              <a:gd name="T1" fmla="*/ 410 h 411"/>
              <a:gd name="T2" fmla="*/ 111 w 383"/>
              <a:gd name="T3" fmla="*/ 380 h 411"/>
              <a:gd name="T4" fmla="*/ 136 w 383"/>
              <a:gd name="T5" fmla="*/ 371 h 411"/>
              <a:gd name="T6" fmla="*/ 198 w 383"/>
              <a:gd name="T7" fmla="*/ 294 h 411"/>
              <a:gd name="T8" fmla="*/ 201 w 383"/>
              <a:gd name="T9" fmla="*/ 280 h 411"/>
              <a:gd name="T10" fmla="*/ 197 w 383"/>
              <a:gd name="T11" fmla="*/ 274 h 411"/>
              <a:gd name="T12" fmla="*/ 166 w 383"/>
              <a:gd name="T13" fmla="*/ 283 h 411"/>
              <a:gd name="T14" fmla="*/ 144 w 383"/>
              <a:gd name="T15" fmla="*/ 291 h 411"/>
              <a:gd name="T16" fmla="*/ 123 w 383"/>
              <a:gd name="T17" fmla="*/ 305 h 411"/>
              <a:gd name="T18" fmla="*/ 62 w 383"/>
              <a:gd name="T19" fmla="*/ 344 h 411"/>
              <a:gd name="T20" fmla="*/ 34 w 383"/>
              <a:gd name="T21" fmla="*/ 353 h 411"/>
              <a:gd name="T22" fmla="*/ 9 w 383"/>
              <a:gd name="T23" fmla="*/ 344 h 411"/>
              <a:gd name="T24" fmla="*/ 1 w 383"/>
              <a:gd name="T25" fmla="*/ 322 h 411"/>
              <a:gd name="T26" fmla="*/ 0 w 383"/>
              <a:gd name="T27" fmla="*/ 288 h 411"/>
              <a:gd name="T28" fmla="*/ 1 w 383"/>
              <a:gd name="T29" fmla="*/ 283 h 411"/>
              <a:gd name="T30" fmla="*/ 6 w 383"/>
              <a:gd name="T31" fmla="*/ 282 h 411"/>
              <a:gd name="T32" fmla="*/ 8 w 383"/>
              <a:gd name="T33" fmla="*/ 285 h 411"/>
              <a:gd name="T34" fmla="*/ 10 w 383"/>
              <a:gd name="T35" fmla="*/ 290 h 411"/>
              <a:gd name="T36" fmla="*/ 32 w 383"/>
              <a:gd name="T37" fmla="*/ 298 h 411"/>
              <a:gd name="T38" fmla="*/ 46 w 383"/>
              <a:gd name="T39" fmla="*/ 293 h 411"/>
              <a:gd name="T40" fmla="*/ 53 w 383"/>
              <a:gd name="T41" fmla="*/ 291 h 411"/>
              <a:gd name="T42" fmla="*/ 65 w 383"/>
              <a:gd name="T43" fmla="*/ 288 h 411"/>
              <a:gd name="T44" fmla="*/ 100 w 383"/>
              <a:gd name="T45" fmla="*/ 268 h 411"/>
              <a:gd name="T46" fmla="*/ 156 w 383"/>
              <a:gd name="T47" fmla="*/ 244 h 411"/>
              <a:gd name="T48" fmla="*/ 197 w 383"/>
              <a:gd name="T49" fmla="*/ 229 h 411"/>
              <a:gd name="T50" fmla="*/ 203 w 383"/>
              <a:gd name="T51" fmla="*/ 226 h 411"/>
              <a:gd name="T52" fmla="*/ 219 w 383"/>
              <a:gd name="T53" fmla="*/ 204 h 411"/>
              <a:gd name="T54" fmla="*/ 222 w 383"/>
              <a:gd name="T55" fmla="*/ 124 h 411"/>
              <a:gd name="T56" fmla="*/ 210 w 383"/>
              <a:gd name="T57" fmla="*/ 69 h 411"/>
              <a:gd name="T58" fmla="*/ 197 w 383"/>
              <a:gd name="T59" fmla="*/ 36 h 411"/>
              <a:gd name="T60" fmla="*/ 194 w 383"/>
              <a:gd name="T61" fmla="*/ 10 h 411"/>
              <a:gd name="T62" fmla="*/ 205 w 383"/>
              <a:gd name="T63" fmla="*/ 2 h 411"/>
              <a:gd name="T64" fmla="*/ 230 w 383"/>
              <a:gd name="T65" fmla="*/ 7 h 411"/>
              <a:gd name="T66" fmla="*/ 237 w 383"/>
              <a:gd name="T67" fmla="*/ 10 h 411"/>
              <a:gd name="T68" fmla="*/ 248 w 383"/>
              <a:gd name="T69" fmla="*/ 19 h 411"/>
              <a:gd name="T70" fmla="*/ 265 w 383"/>
              <a:gd name="T71" fmla="*/ 29 h 411"/>
              <a:gd name="T72" fmla="*/ 280 w 383"/>
              <a:gd name="T73" fmla="*/ 49 h 411"/>
              <a:gd name="T74" fmla="*/ 278 w 383"/>
              <a:gd name="T75" fmla="*/ 66 h 411"/>
              <a:gd name="T76" fmla="*/ 273 w 383"/>
              <a:gd name="T77" fmla="*/ 72 h 411"/>
              <a:gd name="T78" fmla="*/ 270 w 383"/>
              <a:gd name="T79" fmla="*/ 77 h 411"/>
              <a:gd name="T80" fmla="*/ 271 w 383"/>
              <a:gd name="T81" fmla="*/ 158 h 411"/>
              <a:gd name="T82" fmla="*/ 273 w 383"/>
              <a:gd name="T83" fmla="*/ 179 h 411"/>
              <a:gd name="T84" fmla="*/ 278 w 383"/>
              <a:gd name="T85" fmla="*/ 182 h 411"/>
              <a:gd name="T86" fmla="*/ 313 w 383"/>
              <a:gd name="T87" fmla="*/ 160 h 411"/>
              <a:gd name="T88" fmla="*/ 325 w 383"/>
              <a:gd name="T89" fmla="*/ 144 h 411"/>
              <a:gd name="T90" fmla="*/ 341 w 383"/>
              <a:gd name="T91" fmla="*/ 128 h 411"/>
              <a:gd name="T92" fmla="*/ 369 w 383"/>
              <a:gd name="T93" fmla="*/ 122 h 411"/>
              <a:gd name="T94" fmla="*/ 380 w 383"/>
              <a:gd name="T95" fmla="*/ 141 h 411"/>
              <a:gd name="T96" fmla="*/ 372 w 383"/>
              <a:gd name="T97" fmla="*/ 154 h 411"/>
              <a:gd name="T98" fmla="*/ 355 w 383"/>
              <a:gd name="T99" fmla="*/ 169 h 411"/>
              <a:gd name="T100" fmla="*/ 314 w 383"/>
              <a:gd name="T101" fmla="*/ 199 h 411"/>
              <a:gd name="T102" fmla="*/ 275 w 383"/>
              <a:gd name="T103" fmla="*/ 229 h 411"/>
              <a:gd name="T104" fmla="*/ 271 w 383"/>
              <a:gd name="T105" fmla="*/ 238 h 411"/>
              <a:gd name="T106" fmla="*/ 254 w 383"/>
              <a:gd name="T107" fmla="*/ 310 h 411"/>
              <a:gd name="T108" fmla="*/ 250 w 383"/>
              <a:gd name="T109" fmla="*/ 320 h 411"/>
              <a:gd name="T110" fmla="*/ 247 w 383"/>
              <a:gd name="T111" fmla="*/ 325 h 411"/>
              <a:gd name="T112" fmla="*/ 173 w 383"/>
              <a:gd name="T113" fmla="*/ 386 h 411"/>
              <a:gd name="T114" fmla="*/ 95 w 383"/>
              <a:gd name="T115" fmla="*/ 410 h 411"/>
              <a:gd name="T116" fmla="*/ 88 w 383"/>
              <a:gd name="T117" fmla="*/ 411 h 411"/>
              <a:gd name="T118" fmla="*/ 83 w 383"/>
              <a:gd name="T119" fmla="*/ 410 h 411"/>
            </a:gdLst>
            <a:rect l="0" t="0" r="r" b="b"/>
            <a:pathLst>
              <a:path w="383" h="411">
                <a:moveTo>
                  <a:pt x="83" y="410"/>
                </a:moveTo>
                <a:cubicBezTo>
                  <a:pt x="89" y="396"/>
                  <a:pt x="96" y="385"/>
                  <a:pt x="111" y="380"/>
                </a:cubicBezTo>
                <a:cubicBezTo>
                  <a:pt x="120" y="378"/>
                  <a:pt x="128" y="375"/>
                  <a:pt x="136" y="371"/>
                </a:cubicBezTo>
                <a:cubicBezTo>
                  <a:pt x="168" y="355"/>
                  <a:pt x="188" y="328"/>
                  <a:pt x="198" y="294"/>
                </a:cubicBezTo>
                <a:cubicBezTo>
                  <a:pt x="199" y="289"/>
                  <a:pt x="200" y="284"/>
                  <a:pt x="201" y="280"/>
                </a:cubicBezTo>
                <a:cubicBezTo>
                  <a:pt x="202" y="275"/>
                  <a:pt x="201" y="274"/>
                  <a:pt x="197" y="274"/>
                </a:cubicBezTo>
                <a:cubicBezTo>
                  <a:pt x="186" y="275"/>
                  <a:pt x="176" y="278"/>
                  <a:pt x="166" y="283"/>
                </a:cubicBezTo>
                <a:cubicBezTo>
                  <a:pt x="159" y="286"/>
                  <a:pt x="152" y="289"/>
                  <a:pt x="144" y="291"/>
                </a:cubicBezTo>
                <a:cubicBezTo>
                  <a:pt x="136" y="294"/>
                  <a:pt x="130" y="300"/>
                  <a:pt x="123" y="305"/>
                </a:cubicBezTo>
                <a:cubicBezTo>
                  <a:pt x="105" y="321"/>
                  <a:pt x="84" y="334"/>
                  <a:pt x="62" y="344"/>
                </a:cubicBezTo>
                <a:cubicBezTo>
                  <a:pt x="53" y="348"/>
                  <a:pt x="43" y="351"/>
                  <a:pt x="34" y="353"/>
                </a:cubicBezTo>
                <a:cubicBezTo>
                  <a:pt x="24" y="356"/>
                  <a:pt x="15" y="352"/>
                  <a:pt x="9" y="344"/>
                </a:cubicBezTo>
                <a:cubicBezTo>
                  <a:pt x="4" y="338"/>
                  <a:pt x="1" y="330"/>
                  <a:pt x="1" y="322"/>
                </a:cubicBezTo>
                <a:cubicBezTo>
                  <a:pt x="1" y="310"/>
                  <a:pt x="0" y="299"/>
                  <a:pt x="0" y="288"/>
                </a:cubicBezTo>
                <a:cubicBezTo>
                  <a:pt x="0" y="286"/>
                  <a:pt x="0" y="284"/>
                  <a:pt x="1" y="283"/>
                </a:cubicBezTo>
                <a:cubicBezTo>
                  <a:pt x="1" y="280"/>
                  <a:pt x="4" y="279"/>
                  <a:pt x="6" y="282"/>
                </a:cubicBezTo>
                <a:cubicBezTo>
                  <a:pt x="7" y="283"/>
                  <a:pt x="7" y="284"/>
                  <a:pt x="8" y="285"/>
                </a:cubicBezTo>
                <a:cubicBezTo>
                  <a:pt x="9" y="286"/>
                  <a:pt x="9" y="288"/>
                  <a:pt x="10" y="290"/>
                </a:cubicBezTo>
                <a:cubicBezTo>
                  <a:pt x="16" y="297"/>
                  <a:pt x="23" y="301"/>
                  <a:pt x="32" y="298"/>
                </a:cubicBezTo>
                <a:cubicBezTo>
                  <a:pt x="37" y="297"/>
                  <a:pt x="41" y="295"/>
                  <a:pt x="46" y="293"/>
                </a:cubicBezTo>
                <a:cubicBezTo>
                  <a:pt x="48" y="292"/>
                  <a:pt x="51" y="291"/>
                  <a:pt x="53" y="291"/>
                </a:cubicBezTo>
                <a:cubicBezTo>
                  <a:pt x="58" y="292"/>
                  <a:pt x="61" y="290"/>
                  <a:pt x="65" y="288"/>
                </a:cubicBezTo>
                <a:cubicBezTo>
                  <a:pt x="77" y="282"/>
                  <a:pt x="89" y="275"/>
                  <a:pt x="100" y="268"/>
                </a:cubicBezTo>
                <a:cubicBezTo>
                  <a:pt x="118" y="258"/>
                  <a:pt x="137" y="251"/>
                  <a:pt x="156" y="244"/>
                </a:cubicBezTo>
                <a:cubicBezTo>
                  <a:pt x="169" y="239"/>
                  <a:pt x="183" y="234"/>
                  <a:pt x="197" y="229"/>
                </a:cubicBezTo>
                <a:cubicBezTo>
                  <a:pt x="199" y="228"/>
                  <a:pt x="201" y="227"/>
                  <a:pt x="203" y="226"/>
                </a:cubicBezTo>
                <a:cubicBezTo>
                  <a:pt x="212" y="222"/>
                  <a:pt x="218" y="215"/>
                  <a:pt x="219" y="204"/>
                </a:cubicBezTo>
                <a:cubicBezTo>
                  <a:pt x="221" y="178"/>
                  <a:pt x="223" y="151"/>
                  <a:pt x="222" y="124"/>
                </a:cubicBezTo>
                <a:cubicBezTo>
                  <a:pt x="221" y="105"/>
                  <a:pt x="218" y="87"/>
                  <a:pt x="210" y="69"/>
                </a:cubicBezTo>
                <a:cubicBezTo>
                  <a:pt x="205" y="58"/>
                  <a:pt x="201" y="47"/>
                  <a:pt x="197" y="36"/>
                </a:cubicBezTo>
                <a:cubicBezTo>
                  <a:pt x="194" y="28"/>
                  <a:pt x="193" y="19"/>
                  <a:pt x="194" y="10"/>
                </a:cubicBezTo>
                <a:cubicBezTo>
                  <a:pt x="194" y="4"/>
                  <a:pt x="199" y="0"/>
                  <a:pt x="205" y="2"/>
                </a:cubicBezTo>
                <a:cubicBezTo>
                  <a:pt x="213" y="4"/>
                  <a:pt x="222" y="5"/>
                  <a:pt x="230" y="7"/>
                </a:cubicBezTo>
                <a:cubicBezTo>
                  <a:pt x="233" y="7"/>
                  <a:pt x="235" y="9"/>
                  <a:pt x="237" y="10"/>
                </a:cubicBezTo>
                <a:cubicBezTo>
                  <a:pt x="241" y="13"/>
                  <a:pt x="244" y="16"/>
                  <a:pt x="248" y="19"/>
                </a:cubicBezTo>
                <a:cubicBezTo>
                  <a:pt x="253" y="23"/>
                  <a:pt x="259" y="26"/>
                  <a:pt x="265" y="29"/>
                </a:cubicBezTo>
                <a:cubicBezTo>
                  <a:pt x="274" y="33"/>
                  <a:pt x="279" y="40"/>
                  <a:pt x="280" y="49"/>
                </a:cubicBezTo>
                <a:cubicBezTo>
                  <a:pt x="280" y="55"/>
                  <a:pt x="280" y="60"/>
                  <a:pt x="278" y="66"/>
                </a:cubicBezTo>
                <a:cubicBezTo>
                  <a:pt x="277" y="68"/>
                  <a:pt x="275" y="70"/>
                  <a:pt x="273" y="72"/>
                </a:cubicBezTo>
                <a:cubicBezTo>
                  <a:pt x="271" y="74"/>
                  <a:pt x="270" y="75"/>
                  <a:pt x="270" y="77"/>
                </a:cubicBezTo>
                <a:cubicBezTo>
                  <a:pt x="271" y="104"/>
                  <a:pt x="271" y="131"/>
                  <a:pt x="271" y="158"/>
                </a:cubicBezTo>
                <a:cubicBezTo>
                  <a:pt x="272" y="165"/>
                  <a:pt x="272" y="172"/>
                  <a:pt x="273" y="179"/>
                </a:cubicBezTo>
                <a:cubicBezTo>
                  <a:pt x="274" y="183"/>
                  <a:pt x="275" y="184"/>
                  <a:pt x="278" y="182"/>
                </a:cubicBezTo>
                <a:cubicBezTo>
                  <a:pt x="291" y="176"/>
                  <a:pt x="303" y="170"/>
                  <a:pt x="313" y="160"/>
                </a:cubicBezTo>
                <a:cubicBezTo>
                  <a:pt x="317" y="155"/>
                  <a:pt x="321" y="150"/>
                  <a:pt x="325" y="144"/>
                </a:cubicBezTo>
                <a:cubicBezTo>
                  <a:pt x="330" y="138"/>
                  <a:pt x="335" y="132"/>
                  <a:pt x="341" y="128"/>
                </a:cubicBezTo>
                <a:cubicBezTo>
                  <a:pt x="350" y="122"/>
                  <a:pt x="359" y="120"/>
                  <a:pt x="369" y="122"/>
                </a:cubicBezTo>
                <a:cubicBezTo>
                  <a:pt x="379" y="124"/>
                  <a:pt x="383" y="131"/>
                  <a:pt x="380" y="141"/>
                </a:cubicBezTo>
                <a:cubicBezTo>
                  <a:pt x="379" y="146"/>
                  <a:pt x="376" y="151"/>
                  <a:pt x="372" y="154"/>
                </a:cubicBezTo>
                <a:cubicBezTo>
                  <a:pt x="367" y="160"/>
                  <a:pt x="361" y="165"/>
                  <a:pt x="355" y="169"/>
                </a:cubicBezTo>
                <a:cubicBezTo>
                  <a:pt x="341" y="178"/>
                  <a:pt x="328" y="189"/>
                  <a:pt x="314" y="199"/>
                </a:cubicBezTo>
                <a:cubicBezTo>
                  <a:pt x="301" y="209"/>
                  <a:pt x="289" y="219"/>
                  <a:pt x="275" y="229"/>
                </a:cubicBezTo>
                <a:cubicBezTo>
                  <a:pt x="272" y="232"/>
                  <a:pt x="271" y="234"/>
                  <a:pt x="271" y="238"/>
                </a:cubicBezTo>
                <a:cubicBezTo>
                  <a:pt x="267" y="263"/>
                  <a:pt x="262" y="287"/>
                  <a:pt x="254" y="310"/>
                </a:cubicBezTo>
                <a:cubicBezTo>
                  <a:pt x="253" y="314"/>
                  <a:pt x="251" y="317"/>
                  <a:pt x="250" y="320"/>
                </a:cubicBezTo>
                <a:cubicBezTo>
                  <a:pt x="249" y="322"/>
                  <a:pt x="249" y="324"/>
                  <a:pt x="247" y="325"/>
                </a:cubicBezTo>
                <a:cubicBezTo>
                  <a:pt x="226" y="349"/>
                  <a:pt x="202" y="371"/>
                  <a:pt x="173" y="386"/>
                </a:cubicBezTo>
                <a:cubicBezTo>
                  <a:pt x="149" y="400"/>
                  <a:pt x="123" y="408"/>
                  <a:pt x="95" y="410"/>
                </a:cubicBezTo>
                <a:cubicBezTo>
                  <a:pt x="93" y="410"/>
                  <a:pt x="90" y="411"/>
                  <a:pt x="88" y="411"/>
                </a:cubicBezTo>
                <a:cubicBezTo>
                  <a:pt x="87" y="411"/>
                  <a:pt x="85" y="411"/>
                  <a:pt x="83" y="4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0" name="Freeform 11">
            <a:extLst xmlns:a="http://schemas.openxmlformats.org/drawingml/2006/main">
              <a:ext uri="{FF2B5EF4-FFF2-40B4-BE49-F238E27FC236}">
                <a16:creationId xmlns:a16="http://schemas.microsoft.com/office/drawing/2014/main" id="{2D188878-F8E1-40C7-A433-D9D5FADD8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4135" y="400644"/>
            <a:ext cx="98081" cy="227527"/>
          </a:xfrm>
          <a:custGeom xmlns:a="http://schemas.openxmlformats.org/drawingml/2006/main">
            <a:gdLst>
              <a:gd name="T0" fmla="*/ 127 w 193"/>
              <a:gd name="T1" fmla="*/ 371 h 449"/>
              <a:gd name="T2" fmla="*/ 63 w 193"/>
              <a:gd name="T3" fmla="*/ 417 h 449"/>
              <a:gd name="T4" fmla="*/ 47 w 193"/>
              <a:gd name="T5" fmla="*/ 433 h 449"/>
              <a:gd name="T6" fmla="*/ 7 w 193"/>
              <a:gd name="T7" fmla="*/ 434 h 449"/>
              <a:gd name="T8" fmla="*/ 1 w 193"/>
              <a:gd name="T9" fmla="*/ 383 h 449"/>
              <a:gd name="T10" fmla="*/ 33 w 193"/>
              <a:gd name="T11" fmla="*/ 331 h 449"/>
              <a:gd name="T12" fmla="*/ 49 w 193"/>
              <a:gd name="T13" fmla="*/ 286 h 449"/>
              <a:gd name="T14" fmla="*/ 50 w 193"/>
              <a:gd name="T15" fmla="*/ 233 h 449"/>
              <a:gd name="T16" fmla="*/ 38 w 193"/>
              <a:gd name="T17" fmla="*/ 207 h 449"/>
              <a:gd name="T18" fmla="*/ 54 w 193"/>
              <a:gd name="T19" fmla="*/ 201 h 449"/>
              <a:gd name="T20" fmla="*/ 75 w 193"/>
              <a:gd name="T21" fmla="*/ 209 h 449"/>
              <a:gd name="T22" fmla="*/ 107 w 193"/>
              <a:gd name="T23" fmla="*/ 223 h 449"/>
              <a:gd name="T24" fmla="*/ 126 w 193"/>
              <a:gd name="T25" fmla="*/ 233 h 449"/>
              <a:gd name="T26" fmla="*/ 133 w 193"/>
              <a:gd name="T27" fmla="*/ 231 h 449"/>
              <a:gd name="T28" fmla="*/ 135 w 193"/>
              <a:gd name="T29" fmla="*/ 200 h 449"/>
              <a:gd name="T30" fmla="*/ 133 w 193"/>
              <a:gd name="T31" fmla="*/ 99 h 449"/>
              <a:gd name="T32" fmla="*/ 105 w 193"/>
              <a:gd name="T33" fmla="*/ 55 h 449"/>
              <a:gd name="T34" fmla="*/ 77 w 193"/>
              <a:gd name="T35" fmla="*/ 9 h 449"/>
              <a:gd name="T36" fmla="*/ 95 w 193"/>
              <a:gd name="T37" fmla="*/ 6 h 449"/>
              <a:gd name="T38" fmla="*/ 165 w 193"/>
              <a:gd name="T39" fmla="*/ 52 h 449"/>
              <a:gd name="T40" fmla="*/ 189 w 193"/>
              <a:gd name="T41" fmla="*/ 83 h 449"/>
              <a:gd name="T42" fmla="*/ 189 w 193"/>
              <a:gd name="T43" fmla="*/ 292 h 449"/>
              <a:gd name="T44" fmla="*/ 165 w 193"/>
              <a:gd name="T45" fmla="*/ 409 h 449"/>
              <a:gd name="T46" fmla="*/ 145 w 193"/>
              <a:gd name="T47" fmla="*/ 428 h 449"/>
              <a:gd name="T48" fmla="*/ 134 w 193"/>
              <a:gd name="T49" fmla="*/ 415 h 449"/>
              <a:gd name="T50" fmla="*/ 131 w 193"/>
              <a:gd name="T51" fmla="*/ 367 h 449"/>
              <a:gd name="T52" fmla="*/ 124 w 193"/>
              <a:gd name="T53" fmla="*/ 264 h 449"/>
              <a:gd name="T54" fmla="*/ 102 w 193"/>
              <a:gd name="T55" fmla="*/ 280 h 449"/>
              <a:gd name="T56" fmla="*/ 81 w 193"/>
              <a:gd name="T57" fmla="*/ 296 h 449"/>
              <a:gd name="T58" fmla="*/ 59 w 193"/>
              <a:gd name="T59" fmla="*/ 331 h 449"/>
              <a:gd name="T60" fmla="*/ 31 w 193"/>
              <a:gd name="T61" fmla="*/ 373 h 449"/>
              <a:gd name="T62" fmla="*/ 46 w 193"/>
              <a:gd name="T63" fmla="*/ 382 h 449"/>
              <a:gd name="T64" fmla="*/ 78 w 193"/>
              <a:gd name="T65" fmla="*/ 363 h 449"/>
              <a:gd name="T66" fmla="*/ 114 w 193"/>
              <a:gd name="T67" fmla="*/ 346 h 449"/>
              <a:gd name="T68" fmla="*/ 133 w 193"/>
              <a:gd name="T69" fmla="*/ 325 h 449"/>
              <a:gd name="T70" fmla="*/ 132 w 193"/>
              <a:gd name="T71" fmla="*/ 255 h 449"/>
            </a:gdLst>
            <a:rect l="0" t="0" r="r" b="b"/>
            <a:pathLst>
              <a:path w="193" h="449">
                <a:moveTo>
                  <a:pt x="131" y="367"/>
                </a:moveTo>
                <a:cubicBezTo>
                  <a:pt x="129" y="369"/>
                  <a:pt x="128" y="370"/>
                  <a:pt x="127" y="371"/>
                </a:cubicBezTo>
                <a:cubicBezTo>
                  <a:pt x="112" y="385"/>
                  <a:pt x="97" y="397"/>
                  <a:pt x="80" y="408"/>
                </a:cubicBezTo>
                <a:cubicBezTo>
                  <a:pt x="74" y="411"/>
                  <a:pt x="69" y="414"/>
                  <a:pt x="63" y="417"/>
                </a:cubicBezTo>
                <a:cubicBezTo>
                  <a:pt x="61" y="419"/>
                  <a:pt x="59" y="420"/>
                  <a:pt x="57" y="422"/>
                </a:cubicBezTo>
                <a:cubicBezTo>
                  <a:pt x="54" y="426"/>
                  <a:pt x="50" y="430"/>
                  <a:pt x="47" y="433"/>
                </a:cubicBezTo>
                <a:cubicBezTo>
                  <a:pt x="44" y="436"/>
                  <a:pt x="41" y="439"/>
                  <a:pt x="38" y="441"/>
                </a:cubicBezTo>
                <a:cubicBezTo>
                  <a:pt x="27" y="449"/>
                  <a:pt x="13" y="446"/>
                  <a:pt x="7" y="434"/>
                </a:cubicBezTo>
                <a:cubicBezTo>
                  <a:pt x="4" y="428"/>
                  <a:pt x="2" y="421"/>
                  <a:pt x="1" y="415"/>
                </a:cubicBezTo>
                <a:cubicBezTo>
                  <a:pt x="0" y="404"/>
                  <a:pt x="0" y="394"/>
                  <a:pt x="1" y="383"/>
                </a:cubicBezTo>
                <a:cubicBezTo>
                  <a:pt x="2" y="379"/>
                  <a:pt x="3" y="374"/>
                  <a:pt x="7" y="372"/>
                </a:cubicBezTo>
                <a:cubicBezTo>
                  <a:pt x="20" y="361"/>
                  <a:pt x="28" y="346"/>
                  <a:pt x="33" y="331"/>
                </a:cubicBezTo>
                <a:cubicBezTo>
                  <a:pt x="36" y="325"/>
                  <a:pt x="37" y="319"/>
                  <a:pt x="39" y="313"/>
                </a:cubicBezTo>
                <a:cubicBezTo>
                  <a:pt x="42" y="304"/>
                  <a:pt x="45" y="294"/>
                  <a:pt x="49" y="286"/>
                </a:cubicBezTo>
                <a:cubicBezTo>
                  <a:pt x="56" y="272"/>
                  <a:pt x="56" y="258"/>
                  <a:pt x="53" y="244"/>
                </a:cubicBezTo>
                <a:cubicBezTo>
                  <a:pt x="52" y="240"/>
                  <a:pt x="51" y="237"/>
                  <a:pt x="50" y="233"/>
                </a:cubicBezTo>
                <a:cubicBezTo>
                  <a:pt x="49" y="229"/>
                  <a:pt x="47" y="225"/>
                  <a:pt x="44" y="221"/>
                </a:cubicBezTo>
                <a:cubicBezTo>
                  <a:pt x="42" y="217"/>
                  <a:pt x="39" y="212"/>
                  <a:pt x="38" y="207"/>
                </a:cubicBezTo>
                <a:cubicBezTo>
                  <a:pt x="36" y="202"/>
                  <a:pt x="38" y="199"/>
                  <a:pt x="44" y="199"/>
                </a:cubicBezTo>
                <a:cubicBezTo>
                  <a:pt x="48" y="199"/>
                  <a:pt x="51" y="199"/>
                  <a:pt x="54" y="201"/>
                </a:cubicBezTo>
                <a:cubicBezTo>
                  <a:pt x="55" y="202"/>
                  <a:pt x="56" y="203"/>
                  <a:pt x="57" y="203"/>
                </a:cubicBezTo>
                <a:cubicBezTo>
                  <a:pt x="62" y="208"/>
                  <a:pt x="68" y="209"/>
                  <a:pt x="75" y="209"/>
                </a:cubicBezTo>
                <a:cubicBezTo>
                  <a:pt x="83" y="209"/>
                  <a:pt x="90" y="212"/>
                  <a:pt x="96" y="218"/>
                </a:cubicBezTo>
                <a:cubicBezTo>
                  <a:pt x="99" y="221"/>
                  <a:pt x="103" y="223"/>
                  <a:pt x="107" y="223"/>
                </a:cubicBezTo>
                <a:cubicBezTo>
                  <a:pt x="110" y="223"/>
                  <a:pt x="112" y="224"/>
                  <a:pt x="115" y="225"/>
                </a:cubicBezTo>
                <a:cubicBezTo>
                  <a:pt x="120" y="226"/>
                  <a:pt x="124" y="229"/>
                  <a:pt x="126" y="233"/>
                </a:cubicBezTo>
                <a:cubicBezTo>
                  <a:pt x="126" y="234"/>
                  <a:pt x="127" y="235"/>
                  <a:pt x="128" y="236"/>
                </a:cubicBezTo>
                <a:cubicBezTo>
                  <a:pt x="131" y="236"/>
                  <a:pt x="132" y="234"/>
                  <a:pt x="133" y="231"/>
                </a:cubicBezTo>
                <a:cubicBezTo>
                  <a:pt x="134" y="229"/>
                  <a:pt x="134" y="227"/>
                  <a:pt x="134" y="225"/>
                </a:cubicBezTo>
                <a:cubicBezTo>
                  <a:pt x="134" y="217"/>
                  <a:pt x="134" y="208"/>
                  <a:pt x="135" y="200"/>
                </a:cubicBezTo>
                <a:cubicBezTo>
                  <a:pt x="137" y="176"/>
                  <a:pt x="139" y="151"/>
                  <a:pt x="137" y="127"/>
                </a:cubicBezTo>
                <a:cubicBezTo>
                  <a:pt x="137" y="118"/>
                  <a:pt x="135" y="109"/>
                  <a:pt x="133" y="99"/>
                </a:cubicBezTo>
                <a:cubicBezTo>
                  <a:pt x="132" y="90"/>
                  <a:pt x="127" y="81"/>
                  <a:pt x="121" y="74"/>
                </a:cubicBezTo>
                <a:cubicBezTo>
                  <a:pt x="116" y="67"/>
                  <a:pt x="111" y="61"/>
                  <a:pt x="105" y="55"/>
                </a:cubicBezTo>
                <a:cubicBezTo>
                  <a:pt x="98" y="46"/>
                  <a:pt x="90" y="36"/>
                  <a:pt x="83" y="27"/>
                </a:cubicBezTo>
                <a:cubicBezTo>
                  <a:pt x="79" y="22"/>
                  <a:pt x="77" y="15"/>
                  <a:pt x="77" y="9"/>
                </a:cubicBezTo>
                <a:cubicBezTo>
                  <a:pt x="77" y="3"/>
                  <a:pt x="80" y="0"/>
                  <a:pt x="86" y="2"/>
                </a:cubicBezTo>
                <a:cubicBezTo>
                  <a:pt x="89" y="2"/>
                  <a:pt x="92" y="4"/>
                  <a:pt x="95" y="6"/>
                </a:cubicBezTo>
                <a:cubicBezTo>
                  <a:pt x="105" y="15"/>
                  <a:pt x="116" y="22"/>
                  <a:pt x="128" y="28"/>
                </a:cubicBezTo>
                <a:cubicBezTo>
                  <a:pt x="141" y="35"/>
                  <a:pt x="154" y="43"/>
                  <a:pt x="165" y="52"/>
                </a:cubicBezTo>
                <a:cubicBezTo>
                  <a:pt x="172" y="58"/>
                  <a:pt x="179" y="64"/>
                  <a:pt x="184" y="72"/>
                </a:cubicBezTo>
                <a:cubicBezTo>
                  <a:pt x="186" y="75"/>
                  <a:pt x="188" y="78"/>
                  <a:pt x="189" y="83"/>
                </a:cubicBezTo>
                <a:cubicBezTo>
                  <a:pt x="192" y="122"/>
                  <a:pt x="193" y="162"/>
                  <a:pt x="193" y="202"/>
                </a:cubicBezTo>
                <a:cubicBezTo>
                  <a:pt x="193" y="232"/>
                  <a:pt x="192" y="262"/>
                  <a:pt x="189" y="292"/>
                </a:cubicBezTo>
                <a:cubicBezTo>
                  <a:pt x="186" y="321"/>
                  <a:pt x="183" y="350"/>
                  <a:pt x="176" y="378"/>
                </a:cubicBezTo>
                <a:cubicBezTo>
                  <a:pt x="173" y="388"/>
                  <a:pt x="170" y="399"/>
                  <a:pt x="165" y="409"/>
                </a:cubicBezTo>
                <a:cubicBezTo>
                  <a:pt x="162" y="414"/>
                  <a:pt x="159" y="419"/>
                  <a:pt x="155" y="423"/>
                </a:cubicBezTo>
                <a:cubicBezTo>
                  <a:pt x="152" y="426"/>
                  <a:pt x="149" y="428"/>
                  <a:pt x="145" y="428"/>
                </a:cubicBezTo>
                <a:cubicBezTo>
                  <a:pt x="140" y="429"/>
                  <a:pt x="136" y="427"/>
                  <a:pt x="135" y="422"/>
                </a:cubicBezTo>
                <a:cubicBezTo>
                  <a:pt x="135" y="420"/>
                  <a:pt x="135" y="418"/>
                  <a:pt x="134" y="415"/>
                </a:cubicBezTo>
                <a:cubicBezTo>
                  <a:pt x="134" y="407"/>
                  <a:pt x="135" y="399"/>
                  <a:pt x="135" y="391"/>
                </a:cubicBezTo>
                <a:cubicBezTo>
                  <a:pt x="134" y="383"/>
                  <a:pt x="134" y="375"/>
                  <a:pt x="131" y="367"/>
                </a:cubicBezTo>
                <a:close/>
                <a:moveTo>
                  <a:pt x="132" y="255"/>
                </a:moveTo>
                <a:cubicBezTo>
                  <a:pt x="127" y="257"/>
                  <a:pt x="125" y="260"/>
                  <a:pt x="124" y="264"/>
                </a:cubicBezTo>
                <a:cubicBezTo>
                  <a:pt x="123" y="267"/>
                  <a:pt x="122" y="271"/>
                  <a:pt x="119" y="273"/>
                </a:cubicBezTo>
                <a:cubicBezTo>
                  <a:pt x="114" y="277"/>
                  <a:pt x="108" y="280"/>
                  <a:pt x="102" y="280"/>
                </a:cubicBezTo>
                <a:cubicBezTo>
                  <a:pt x="97" y="280"/>
                  <a:pt x="94" y="282"/>
                  <a:pt x="91" y="285"/>
                </a:cubicBezTo>
                <a:cubicBezTo>
                  <a:pt x="87" y="289"/>
                  <a:pt x="84" y="292"/>
                  <a:pt x="81" y="296"/>
                </a:cubicBezTo>
                <a:cubicBezTo>
                  <a:pt x="78" y="299"/>
                  <a:pt x="76" y="302"/>
                  <a:pt x="75" y="305"/>
                </a:cubicBezTo>
                <a:cubicBezTo>
                  <a:pt x="71" y="315"/>
                  <a:pt x="66" y="323"/>
                  <a:pt x="59" y="331"/>
                </a:cubicBezTo>
                <a:cubicBezTo>
                  <a:pt x="54" y="337"/>
                  <a:pt x="50" y="343"/>
                  <a:pt x="45" y="349"/>
                </a:cubicBezTo>
                <a:cubicBezTo>
                  <a:pt x="39" y="356"/>
                  <a:pt x="34" y="364"/>
                  <a:pt x="31" y="373"/>
                </a:cubicBezTo>
                <a:cubicBezTo>
                  <a:pt x="29" y="377"/>
                  <a:pt x="29" y="379"/>
                  <a:pt x="34" y="381"/>
                </a:cubicBezTo>
                <a:cubicBezTo>
                  <a:pt x="38" y="382"/>
                  <a:pt x="42" y="383"/>
                  <a:pt x="46" y="382"/>
                </a:cubicBezTo>
                <a:cubicBezTo>
                  <a:pt x="53" y="381"/>
                  <a:pt x="59" y="378"/>
                  <a:pt x="64" y="374"/>
                </a:cubicBezTo>
                <a:cubicBezTo>
                  <a:pt x="69" y="371"/>
                  <a:pt x="73" y="367"/>
                  <a:pt x="78" y="363"/>
                </a:cubicBezTo>
                <a:cubicBezTo>
                  <a:pt x="81" y="361"/>
                  <a:pt x="83" y="359"/>
                  <a:pt x="87" y="358"/>
                </a:cubicBezTo>
                <a:cubicBezTo>
                  <a:pt x="97" y="356"/>
                  <a:pt x="106" y="351"/>
                  <a:pt x="114" y="346"/>
                </a:cubicBezTo>
                <a:cubicBezTo>
                  <a:pt x="119" y="343"/>
                  <a:pt x="123" y="340"/>
                  <a:pt x="127" y="338"/>
                </a:cubicBezTo>
                <a:cubicBezTo>
                  <a:pt x="131" y="335"/>
                  <a:pt x="133" y="331"/>
                  <a:pt x="133" y="325"/>
                </a:cubicBezTo>
                <a:cubicBezTo>
                  <a:pt x="132" y="304"/>
                  <a:pt x="132" y="282"/>
                  <a:pt x="132" y="260"/>
                </a:cubicBezTo>
                <a:cubicBezTo>
                  <a:pt x="132" y="259"/>
                  <a:pt x="132" y="257"/>
                  <a:pt x="132" y="25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1" name="Freeform 12">
            <a:extLst xmlns:a="http://schemas.openxmlformats.org/drawingml/2006/main">
              <a:ext uri="{FF2B5EF4-FFF2-40B4-BE49-F238E27FC236}">
                <a16:creationId xmlns:a16="http://schemas.microsoft.com/office/drawing/2014/main" id="{BE0F9B57-F435-41E4-8A74-347B186D6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0994" y="431437"/>
            <a:ext cx="115759" cy="160238"/>
          </a:xfrm>
          <a:custGeom xmlns:a="http://schemas.openxmlformats.org/drawingml/2006/main">
            <a:gdLst>
              <a:gd name="T0" fmla="*/ 34 w 229"/>
              <a:gd name="T1" fmla="*/ 0 h 316"/>
              <a:gd name="T2" fmla="*/ 37 w 229"/>
              <a:gd name="T3" fmla="*/ 2 h 316"/>
              <a:gd name="T4" fmla="*/ 69 w 229"/>
              <a:gd name="T5" fmla="*/ 32 h 316"/>
              <a:gd name="T6" fmla="*/ 73 w 229"/>
              <a:gd name="T7" fmla="*/ 38 h 316"/>
              <a:gd name="T8" fmla="*/ 99 w 229"/>
              <a:gd name="T9" fmla="*/ 117 h 316"/>
              <a:gd name="T10" fmla="*/ 101 w 229"/>
              <a:gd name="T11" fmla="*/ 128 h 316"/>
              <a:gd name="T12" fmla="*/ 112 w 229"/>
              <a:gd name="T13" fmla="*/ 132 h 316"/>
              <a:gd name="T14" fmla="*/ 120 w 229"/>
              <a:gd name="T15" fmla="*/ 127 h 316"/>
              <a:gd name="T16" fmla="*/ 145 w 229"/>
              <a:gd name="T17" fmla="*/ 109 h 316"/>
              <a:gd name="T18" fmla="*/ 148 w 229"/>
              <a:gd name="T19" fmla="*/ 103 h 316"/>
              <a:gd name="T20" fmla="*/ 148 w 229"/>
              <a:gd name="T21" fmla="*/ 80 h 316"/>
              <a:gd name="T22" fmla="*/ 159 w 229"/>
              <a:gd name="T23" fmla="*/ 69 h 316"/>
              <a:gd name="T24" fmla="*/ 162 w 229"/>
              <a:gd name="T25" fmla="*/ 71 h 316"/>
              <a:gd name="T26" fmla="*/ 164 w 229"/>
              <a:gd name="T27" fmla="*/ 75 h 316"/>
              <a:gd name="T28" fmla="*/ 171 w 229"/>
              <a:gd name="T29" fmla="*/ 86 h 316"/>
              <a:gd name="T30" fmla="*/ 204 w 229"/>
              <a:gd name="T31" fmla="*/ 104 h 316"/>
              <a:gd name="T32" fmla="*/ 209 w 229"/>
              <a:gd name="T33" fmla="*/ 112 h 316"/>
              <a:gd name="T34" fmla="*/ 169 w 229"/>
              <a:gd name="T35" fmla="*/ 170 h 316"/>
              <a:gd name="T36" fmla="*/ 128 w 229"/>
              <a:gd name="T37" fmla="*/ 175 h 316"/>
              <a:gd name="T38" fmla="*/ 114 w 229"/>
              <a:gd name="T39" fmla="*/ 190 h 316"/>
              <a:gd name="T40" fmla="*/ 115 w 229"/>
              <a:gd name="T41" fmla="*/ 196 h 316"/>
              <a:gd name="T42" fmla="*/ 115 w 229"/>
              <a:gd name="T43" fmla="*/ 219 h 316"/>
              <a:gd name="T44" fmla="*/ 109 w 229"/>
              <a:gd name="T45" fmla="*/ 226 h 316"/>
              <a:gd name="T46" fmla="*/ 89 w 229"/>
              <a:gd name="T47" fmla="*/ 246 h 316"/>
              <a:gd name="T48" fmla="*/ 95 w 229"/>
              <a:gd name="T49" fmla="*/ 260 h 316"/>
              <a:gd name="T50" fmla="*/ 113 w 229"/>
              <a:gd name="T51" fmla="*/ 259 h 316"/>
              <a:gd name="T52" fmla="*/ 148 w 229"/>
              <a:gd name="T53" fmla="*/ 248 h 316"/>
              <a:gd name="T54" fmla="*/ 170 w 229"/>
              <a:gd name="T55" fmla="*/ 243 h 316"/>
              <a:gd name="T56" fmla="*/ 187 w 229"/>
              <a:gd name="T57" fmla="*/ 237 h 316"/>
              <a:gd name="T58" fmla="*/ 212 w 229"/>
              <a:gd name="T59" fmla="*/ 229 h 316"/>
              <a:gd name="T60" fmla="*/ 220 w 229"/>
              <a:gd name="T61" fmla="*/ 229 h 316"/>
              <a:gd name="T62" fmla="*/ 227 w 229"/>
              <a:gd name="T63" fmla="*/ 241 h 316"/>
              <a:gd name="T64" fmla="*/ 214 w 229"/>
              <a:gd name="T65" fmla="*/ 267 h 316"/>
              <a:gd name="T66" fmla="*/ 203 w 229"/>
              <a:gd name="T67" fmla="*/ 277 h 316"/>
              <a:gd name="T68" fmla="*/ 174 w 229"/>
              <a:gd name="T69" fmla="*/ 289 h 316"/>
              <a:gd name="T70" fmla="*/ 140 w 229"/>
              <a:gd name="T71" fmla="*/ 298 h 316"/>
              <a:gd name="T72" fmla="*/ 127 w 229"/>
              <a:gd name="T73" fmla="*/ 298 h 316"/>
              <a:gd name="T74" fmla="*/ 116 w 229"/>
              <a:gd name="T75" fmla="*/ 301 h 316"/>
              <a:gd name="T76" fmla="*/ 55 w 229"/>
              <a:gd name="T77" fmla="*/ 304 h 316"/>
              <a:gd name="T78" fmla="*/ 44 w 229"/>
              <a:gd name="T79" fmla="*/ 292 h 316"/>
              <a:gd name="T80" fmla="*/ 27 w 229"/>
              <a:gd name="T81" fmla="*/ 257 h 316"/>
              <a:gd name="T82" fmla="*/ 25 w 229"/>
              <a:gd name="T83" fmla="*/ 252 h 316"/>
              <a:gd name="T84" fmla="*/ 18 w 229"/>
              <a:gd name="T85" fmla="*/ 217 h 316"/>
              <a:gd name="T86" fmla="*/ 18 w 229"/>
              <a:gd name="T87" fmla="*/ 210 h 316"/>
              <a:gd name="T88" fmla="*/ 1 w 229"/>
              <a:gd name="T89" fmla="*/ 140 h 316"/>
              <a:gd name="T90" fmla="*/ 0 w 229"/>
              <a:gd name="T91" fmla="*/ 134 h 316"/>
              <a:gd name="T92" fmla="*/ 18 w 229"/>
              <a:gd name="T93" fmla="*/ 50 h 316"/>
              <a:gd name="T94" fmla="*/ 32 w 229"/>
              <a:gd name="T95" fmla="*/ 4 h 316"/>
              <a:gd name="T96" fmla="*/ 34 w 229"/>
              <a:gd name="T97" fmla="*/ 0 h 316"/>
            </a:gdLst>
            <a:rect l="0" t="0" r="r" b="b"/>
            <a:pathLst>
              <a:path w="229" h="316">
                <a:moveTo>
                  <a:pt x="34" y="0"/>
                </a:moveTo>
                <a:cubicBezTo>
                  <a:pt x="35" y="1"/>
                  <a:pt x="36" y="2"/>
                  <a:pt x="37" y="2"/>
                </a:cubicBezTo>
                <a:cubicBezTo>
                  <a:pt x="48" y="12"/>
                  <a:pt x="58" y="22"/>
                  <a:pt x="69" y="32"/>
                </a:cubicBezTo>
                <a:cubicBezTo>
                  <a:pt x="71" y="34"/>
                  <a:pt x="72" y="36"/>
                  <a:pt x="73" y="38"/>
                </a:cubicBezTo>
                <a:cubicBezTo>
                  <a:pt x="86" y="63"/>
                  <a:pt x="94" y="89"/>
                  <a:pt x="99" y="117"/>
                </a:cubicBezTo>
                <a:cubicBezTo>
                  <a:pt x="99" y="120"/>
                  <a:pt x="100" y="124"/>
                  <a:pt x="101" y="128"/>
                </a:cubicBezTo>
                <a:cubicBezTo>
                  <a:pt x="103" y="133"/>
                  <a:pt x="107" y="134"/>
                  <a:pt x="112" y="132"/>
                </a:cubicBezTo>
                <a:cubicBezTo>
                  <a:pt x="115" y="130"/>
                  <a:pt x="117" y="129"/>
                  <a:pt x="120" y="127"/>
                </a:cubicBezTo>
                <a:cubicBezTo>
                  <a:pt x="128" y="121"/>
                  <a:pt x="136" y="115"/>
                  <a:pt x="145" y="109"/>
                </a:cubicBezTo>
                <a:cubicBezTo>
                  <a:pt x="147" y="108"/>
                  <a:pt x="148" y="106"/>
                  <a:pt x="148" y="103"/>
                </a:cubicBezTo>
                <a:cubicBezTo>
                  <a:pt x="148" y="95"/>
                  <a:pt x="148" y="88"/>
                  <a:pt x="148" y="80"/>
                </a:cubicBezTo>
                <a:cubicBezTo>
                  <a:pt x="148" y="75"/>
                  <a:pt x="153" y="69"/>
                  <a:pt x="159" y="69"/>
                </a:cubicBezTo>
                <a:cubicBezTo>
                  <a:pt x="160" y="69"/>
                  <a:pt x="162" y="70"/>
                  <a:pt x="162" y="71"/>
                </a:cubicBezTo>
                <a:cubicBezTo>
                  <a:pt x="163" y="72"/>
                  <a:pt x="164" y="73"/>
                  <a:pt x="164" y="75"/>
                </a:cubicBezTo>
                <a:cubicBezTo>
                  <a:pt x="164" y="79"/>
                  <a:pt x="167" y="83"/>
                  <a:pt x="171" y="86"/>
                </a:cubicBezTo>
                <a:cubicBezTo>
                  <a:pt x="181" y="94"/>
                  <a:pt x="192" y="100"/>
                  <a:pt x="204" y="104"/>
                </a:cubicBezTo>
                <a:cubicBezTo>
                  <a:pt x="208" y="106"/>
                  <a:pt x="209" y="108"/>
                  <a:pt x="209" y="112"/>
                </a:cubicBezTo>
                <a:cubicBezTo>
                  <a:pt x="210" y="140"/>
                  <a:pt x="196" y="160"/>
                  <a:pt x="169" y="170"/>
                </a:cubicBezTo>
                <a:cubicBezTo>
                  <a:pt x="156" y="175"/>
                  <a:pt x="142" y="177"/>
                  <a:pt x="128" y="175"/>
                </a:cubicBezTo>
                <a:cubicBezTo>
                  <a:pt x="119" y="173"/>
                  <a:pt x="112" y="182"/>
                  <a:pt x="114" y="190"/>
                </a:cubicBezTo>
                <a:cubicBezTo>
                  <a:pt x="114" y="192"/>
                  <a:pt x="115" y="194"/>
                  <a:pt x="115" y="196"/>
                </a:cubicBezTo>
                <a:cubicBezTo>
                  <a:pt x="118" y="203"/>
                  <a:pt x="118" y="211"/>
                  <a:pt x="115" y="219"/>
                </a:cubicBezTo>
                <a:cubicBezTo>
                  <a:pt x="114" y="222"/>
                  <a:pt x="112" y="224"/>
                  <a:pt x="109" y="226"/>
                </a:cubicBezTo>
                <a:cubicBezTo>
                  <a:pt x="101" y="231"/>
                  <a:pt x="95" y="238"/>
                  <a:pt x="89" y="246"/>
                </a:cubicBezTo>
                <a:cubicBezTo>
                  <a:pt x="84" y="254"/>
                  <a:pt x="85" y="258"/>
                  <a:pt x="95" y="260"/>
                </a:cubicBezTo>
                <a:cubicBezTo>
                  <a:pt x="101" y="261"/>
                  <a:pt x="107" y="261"/>
                  <a:pt x="113" y="259"/>
                </a:cubicBezTo>
                <a:cubicBezTo>
                  <a:pt x="125" y="256"/>
                  <a:pt x="137" y="252"/>
                  <a:pt x="148" y="248"/>
                </a:cubicBezTo>
                <a:cubicBezTo>
                  <a:pt x="155" y="245"/>
                  <a:pt x="162" y="243"/>
                  <a:pt x="170" y="243"/>
                </a:cubicBezTo>
                <a:cubicBezTo>
                  <a:pt x="176" y="242"/>
                  <a:pt x="182" y="240"/>
                  <a:pt x="187" y="237"/>
                </a:cubicBezTo>
                <a:cubicBezTo>
                  <a:pt x="195" y="234"/>
                  <a:pt x="203" y="230"/>
                  <a:pt x="212" y="229"/>
                </a:cubicBezTo>
                <a:cubicBezTo>
                  <a:pt x="214" y="229"/>
                  <a:pt x="217" y="229"/>
                  <a:pt x="220" y="229"/>
                </a:cubicBezTo>
                <a:cubicBezTo>
                  <a:pt x="226" y="230"/>
                  <a:pt x="229" y="236"/>
                  <a:pt x="227" y="241"/>
                </a:cubicBezTo>
                <a:cubicBezTo>
                  <a:pt x="223" y="250"/>
                  <a:pt x="218" y="259"/>
                  <a:pt x="214" y="267"/>
                </a:cubicBezTo>
                <a:cubicBezTo>
                  <a:pt x="211" y="271"/>
                  <a:pt x="207" y="274"/>
                  <a:pt x="203" y="277"/>
                </a:cubicBezTo>
                <a:cubicBezTo>
                  <a:pt x="194" y="282"/>
                  <a:pt x="184" y="286"/>
                  <a:pt x="174" y="289"/>
                </a:cubicBezTo>
                <a:cubicBezTo>
                  <a:pt x="163" y="292"/>
                  <a:pt x="151" y="295"/>
                  <a:pt x="140" y="298"/>
                </a:cubicBezTo>
                <a:cubicBezTo>
                  <a:pt x="136" y="299"/>
                  <a:pt x="131" y="298"/>
                  <a:pt x="127" y="298"/>
                </a:cubicBezTo>
                <a:cubicBezTo>
                  <a:pt x="122" y="298"/>
                  <a:pt x="119" y="299"/>
                  <a:pt x="116" y="301"/>
                </a:cubicBezTo>
                <a:cubicBezTo>
                  <a:pt x="97" y="315"/>
                  <a:pt x="74" y="316"/>
                  <a:pt x="55" y="304"/>
                </a:cubicBezTo>
                <a:cubicBezTo>
                  <a:pt x="51" y="301"/>
                  <a:pt x="47" y="297"/>
                  <a:pt x="44" y="292"/>
                </a:cubicBezTo>
                <a:cubicBezTo>
                  <a:pt x="37" y="281"/>
                  <a:pt x="32" y="269"/>
                  <a:pt x="27" y="257"/>
                </a:cubicBezTo>
                <a:cubicBezTo>
                  <a:pt x="26" y="255"/>
                  <a:pt x="26" y="254"/>
                  <a:pt x="25" y="252"/>
                </a:cubicBezTo>
                <a:cubicBezTo>
                  <a:pt x="20" y="241"/>
                  <a:pt x="17" y="230"/>
                  <a:pt x="18" y="217"/>
                </a:cubicBezTo>
                <a:cubicBezTo>
                  <a:pt x="19" y="215"/>
                  <a:pt x="18" y="213"/>
                  <a:pt x="18" y="210"/>
                </a:cubicBezTo>
                <a:cubicBezTo>
                  <a:pt x="12" y="187"/>
                  <a:pt x="6" y="163"/>
                  <a:pt x="1" y="140"/>
                </a:cubicBezTo>
                <a:cubicBezTo>
                  <a:pt x="0" y="138"/>
                  <a:pt x="0" y="136"/>
                  <a:pt x="0" y="134"/>
                </a:cubicBezTo>
                <a:cubicBezTo>
                  <a:pt x="6" y="106"/>
                  <a:pt x="12" y="78"/>
                  <a:pt x="18" y="50"/>
                </a:cubicBezTo>
                <a:cubicBezTo>
                  <a:pt x="22" y="35"/>
                  <a:pt x="26" y="19"/>
                  <a:pt x="32" y="4"/>
                </a:cubicBezTo>
                <a:cubicBezTo>
                  <a:pt x="33" y="2"/>
                  <a:pt x="33" y="1"/>
                  <a:pt x="3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2" name="Freeform 13">
            <a:extLst xmlns:a="http://schemas.openxmlformats.org/drawingml/2006/main">
              <a:ext uri="{FF2B5EF4-FFF2-40B4-BE49-F238E27FC236}">
                <a16:creationId xmlns:a16="http://schemas.microsoft.com/office/drawing/2014/main" id="{19D6EC28-8F56-4AD5-972C-6FEEC9970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5489" y="493594"/>
            <a:ext cx="137428" cy="152255"/>
          </a:xfrm>
          <a:custGeom xmlns:a="http://schemas.openxmlformats.org/drawingml/2006/main">
            <a:gdLst>
              <a:gd name="T0" fmla="*/ 194 w 271"/>
              <a:gd name="T1" fmla="*/ 98 h 300"/>
              <a:gd name="T2" fmla="*/ 236 w 271"/>
              <a:gd name="T3" fmla="*/ 96 h 300"/>
              <a:gd name="T4" fmla="*/ 237 w 271"/>
              <a:gd name="T5" fmla="*/ 111 h 300"/>
              <a:gd name="T6" fmla="*/ 175 w 271"/>
              <a:gd name="T7" fmla="*/ 150 h 300"/>
              <a:gd name="T8" fmla="*/ 169 w 271"/>
              <a:gd name="T9" fmla="*/ 195 h 300"/>
              <a:gd name="T10" fmla="*/ 177 w 271"/>
              <a:gd name="T11" fmla="*/ 299 h 300"/>
              <a:gd name="T12" fmla="*/ 159 w 271"/>
              <a:gd name="T13" fmla="*/ 285 h 300"/>
              <a:gd name="T14" fmla="*/ 150 w 271"/>
              <a:gd name="T15" fmla="*/ 266 h 300"/>
              <a:gd name="T16" fmla="*/ 133 w 271"/>
              <a:gd name="T17" fmla="*/ 260 h 300"/>
              <a:gd name="T18" fmla="*/ 132 w 271"/>
              <a:gd name="T19" fmla="*/ 243 h 300"/>
              <a:gd name="T20" fmla="*/ 149 w 271"/>
              <a:gd name="T21" fmla="*/ 232 h 300"/>
              <a:gd name="T22" fmla="*/ 139 w 271"/>
              <a:gd name="T23" fmla="*/ 197 h 300"/>
              <a:gd name="T24" fmla="*/ 117 w 271"/>
              <a:gd name="T25" fmla="*/ 216 h 300"/>
              <a:gd name="T26" fmla="*/ 101 w 271"/>
              <a:gd name="T27" fmla="*/ 235 h 300"/>
              <a:gd name="T28" fmla="*/ 26 w 271"/>
              <a:gd name="T29" fmla="*/ 293 h 300"/>
              <a:gd name="T30" fmla="*/ 0 w 271"/>
              <a:gd name="T31" fmla="*/ 243 h 300"/>
              <a:gd name="T32" fmla="*/ 9 w 271"/>
              <a:gd name="T33" fmla="*/ 237 h 300"/>
              <a:gd name="T34" fmla="*/ 32 w 271"/>
              <a:gd name="T35" fmla="*/ 234 h 300"/>
              <a:gd name="T36" fmla="*/ 59 w 271"/>
              <a:gd name="T37" fmla="*/ 219 h 300"/>
              <a:gd name="T38" fmla="*/ 116 w 271"/>
              <a:gd name="T39" fmla="*/ 185 h 300"/>
              <a:gd name="T40" fmla="*/ 145 w 271"/>
              <a:gd name="T41" fmla="*/ 155 h 300"/>
              <a:gd name="T42" fmla="*/ 133 w 271"/>
              <a:gd name="T43" fmla="*/ 142 h 300"/>
              <a:gd name="T44" fmla="*/ 145 w 271"/>
              <a:gd name="T45" fmla="*/ 112 h 300"/>
              <a:gd name="T46" fmla="*/ 143 w 271"/>
              <a:gd name="T47" fmla="*/ 104 h 300"/>
              <a:gd name="T48" fmla="*/ 124 w 271"/>
              <a:gd name="T49" fmla="*/ 108 h 300"/>
              <a:gd name="T50" fmla="*/ 121 w 271"/>
              <a:gd name="T51" fmla="*/ 140 h 300"/>
              <a:gd name="T52" fmla="*/ 87 w 271"/>
              <a:gd name="T53" fmla="*/ 188 h 300"/>
              <a:gd name="T54" fmla="*/ 73 w 271"/>
              <a:gd name="T55" fmla="*/ 176 h 300"/>
              <a:gd name="T56" fmla="*/ 67 w 271"/>
              <a:gd name="T57" fmla="*/ 159 h 300"/>
              <a:gd name="T58" fmla="*/ 66 w 271"/>
              <a:gd name="T59" fmla="*/ 63 h 300"/>
              <a:gd name="T60" fmla="*/ 72 w 271"/>
              <a:gd name="T61" fmla="*/ 47 h 300"/>
              <a:gd name="T62" fmla="*/ 88 w 271"/>
              <a:gd name="T63" fmla="*/ 55 h 300"/>
              <a:gd name="T64" fmla="*/ 109 w 271"/>
              <a:gd name="T65" fmla="*/ 63 h 300"/>
              <a:gd name="T66" fmla="*/ 160 w 271"/>
              <a:gd name="T67" fmla="*/ 28 h 300"/>
              <a:gd name="T68" fmla="*/ 187 w 271"/>
              <a:gd name="T69" fmla="*/ 16 h 300"/>
              <a:gd name="T70" fmla="*/ 258 w 271"/>
              <a:gd name="T71" fmla="*/ 4 h 300"/>
              <a:gd name="T72" fmla="*/ 271 w 271"/>
              <a:gd name="T73" fmla="*/ 16 h 300"/>
              <a:gd name="T74" fmla="*/ 248 w 271"/>
              <a:gd name="T75" fmla="*/ 37 h 300"/>
              <a:gd name="T76" fmla="*/ 215 w 271"/>
              <a:gd name="T77" fmla="*/ 67 h 300"/>
              <a:gd name="T78" fmla="*/ 186 w 271"/>
              <a:gd name="T79" fmla="*/ 95 h 300"/>
            </a:gdLst>
            <a:rect l="0" t="0" r="r" b="b"/>
            <a:pathLst>
              <a:path w="271" h="300">
                <a:moveTo>
                  <a:pt x="185" y="102"/>
                </a:moveTo>
                <a:cubicBezTo>
                  <a:pt x="188" y="101"/>
                  <a:pt x="191" y="99"/>
                  <a:pt x="194" y="98"/>
                </a:cubicBezTo>
                <a:cubicBezTo>
                  <a:pt x="200" y="94"/>
                  <a:pt x="206" y="91"/>
                  <a:pt x="213" y="90"/>
                </a:cubicBezTo>
                <a:cubicBezTo>
                  <a:pt x="221" y="89"/>
                  <a:pt x="229" y="92"/>
                  <a:pt x="236" y="96"/>
                </a:cubicBezTo>
                <a:cubicBezTo>
                  <a:pt x="237" y="97"/>
                  <a:pt x="238" y="98"/>
                  <a:pt x="239" y="99"/>
                </a:cubicBezTo>
                <a:cubicBezTo>
                  <a:pt x="242" y="103"/>
                  <a:pt x="242" y="108"/>
                  <a:pt x="237" y="111"/>
                </a:cubicBezTo>
                <a:cubicBezTo>
                  <a:pt x="220" y="127"/>
                  <a:pt x="200" y="139"/>
                  <a:pt x="179" y="148"/>
                </a:cubicBezTo>
                <a:cubicBezTo>
                  <a:pt x="178" y="149"/>
                  <a:pt x="176" y="149"/>
                  <a:pt x="175" y="150"/>
                </a:cubicBezTo>
                <a:cubicBezTo>
                  <a:pt x="167" y="153"/>
                  <a:pt x="164" y="159"/>
                  <a:pt x="163" y="168"/>
                </a:cubicBezTo>
                <a:cubicBezTo>
                  <a:pt x="163" y="177"/>
                  <a:pt x="165" y="187"/>
                  <a:pt x="169" y="195"/>
                </a:cubicBezTo>
                <a:cubicBezTo>
                  <a:pt x="182" y="226"/>
                  <a:pt x="186" y="259"/>
                  <a:pt x="185" y="292"/>
                </a:cubicBezTo>
                <a:cubicBezTo>
                  <a:pt x="185" y="298"/>
                  <a:pt x="183" y="300"/>
                  <a:pt x="177" y="299"/>
                </a:cubicBezTo>
                <a:cubicBezTo>
                  <a:pt x="171" y="299"/>
                  <a:pt x="165" y="297"/>
                  <a:pt x="161" y="292"/>
                </a:cubicBezTo>
                <a:cubicBezTo>
                  <a:pt x="159" y="290"/>
                  <a:pt x="159" y="287"/>
                  <a:pt x="159" y="285"/>
                </a:cubicBezTo>
                <a:cubicBezTo>
                  <a:pt x="159" y="284"/>
                  <a:pt x="159" y="282"/>
                  <a:pt x="159" y="281"/>
                </a:cubicBezTo>
                <a:cubicBezTo>
                  <a:pt x="159" y="274"/>
                  <a:pt x="156" y="269"/>
                  <a:pt x="150" y="266"/>
                </a:cubicBezTo>
                <a:cubicBezTo>
                  <a:pt x="146" y="263"/>
                  <a:pt x="141" y="262"/>
                  <a:pt x="136" y="260"/>
                </a:cubicBezTo>
                <a:cubicBezTo>
                  <a:pt x="135" y="260"/>
                  <a:pt x="134" y="260"/>
                  <a:pt x="133" y="260"/>
                </a:cubicBezTo>
                <a:cubicBezTo>
                  <a:pt x="129" y="258"/>
                  <a:pt x="126" y="255"/>
                  <a:pt x="126" y="252"/>
                </a:cubicBezTo>
                <a:cubicBezTo>
                  <a:pt x="125" y="248"/>
                  <a:pt x="128" y="244"/>
                  <a:pt x="132" y="243"/>
                </a:cubicBezTo>
                <a:cubicBezTo>
                  <a:pt x="134" y="242"/>
                  <a:pt x="136" y="242"/>
                  <a:pt x="138" y="242"/>
                </a:cubicBezTo>
                <a:cubicBezTo>
                  <a:pt x="144" y="241"/>
                  <a:pt x="147" y="238"/>
                  <a:pt x="149" y="232"/>
                </a:cubicBezTo>
                <a:cubicBezTo>
                  <a:pt x="153" y="220"/>
                  <a:pt x="151" y="208"/>
                  <a:pt x="144" y="197"/>
                </a:cubicBezTo>
                <a:cubicBezTo>
                  <a:pt x="142" y="195"/>
                  <a:pt x="141" y="195"/>
                  <a:pt x="139" y="197"/>
                </a:cubicBezTo>
                <a:cubicBezTo>
                  <a:pt x="138" y="197"/>
                  <a:pt x="137" y="198"/>
                  <a:pt x="136" y="199"/>
                </a:cubicBezTo>
                <a:cubicBezTo>
                  <a:pt x="129" y="205"/>
                  <a:pt x="123" y="210"/>
                  <a:pt x="117" y="216"/>
                </a:cubicBezTo>
                <a:cubicBezTo>
                  <a:pt x="112" y="220"/>
                  <a:pt x="108" y="225"/>
                  <a:pt x="105" y="231"/>
                </a:cubicBezTo>
                <a:cubicBezTo>
                  <a:pt x="104" y="232"/>
                  <a:pt x="103" y="233"/>
                  <a:pt x="101" y="235"/>
                </a:cubicBezTo>
                <a:cubicBezTo>
                  <a:pt x="84" y="253"/>
                  <a:pt x="66" y="270"/>
                  <a:pt x="48" y="288"/>
                </a:cubicBezTo>
                <a:cubicBezTo>
                  <a:pt x="41" y="296"/>
                  <a:pt x="35" y="297"/>
                  <a:pt x="26" y="293"/>
                </a:cubicBezTo>
                <a:cubicBezTo>
                  <a:pt x="20" y="291"/>
                  <a:pt x="16" y="287"/>
                  <a:pt x="13" y="282"/>
                </a:cubicBezTo>
                <a:cubicBezTo>
                  <a:pt x="4" y="271"/>
                  <a:pt x="1" y="257"/>
                  <a:pt x="0" y="243"/>
                </a:cubicBezTo>
                <a:cubicBezTo>
                  <a:pt x="0" y="240"/>
                  <a:pt x="1" y="239"/>
                  <a:pt x="3" y="239"/>
                </a:cubicBezTo>
                <a:cubicBezTo>
                  <a:pt x="5" y="238"/>
                  <a:pt x="7" y="237"/>
                  <a:pt x="9" y="237"/>
                </a:cubicBezTo>
                <a:cubicBezTo>
                  <a:pt x="13" y="235"/>
                  <a:pt x="16" y="235"/>
                  <a:pt x="20" y="237"/>
                </a:cubicBezTo>
                <a:cubicBezTo>
                  <a:pt x="24" y="239"/>
                  <a:pt x="28" y="238"/>
                  <a:pt x="32" y="234"/>
                </a:cubicBezTo>
                <a:cubicBezTo>
                  <a:pt x="34" y="233"/>
                  <a:pt x="37" y="231"/>
                  <a:pt x="39" y="230"/>
                </a:cubicBezTo>
                <a:cubicBezTo>
                  <a:pt x="46" y="226"/>
                  <a:pt x="52" y="222"/>
                  <a:pt x="59" y="219"/>
                </a:cubicBezTo>
                <a:cubicBezTo>
                  <a:pt x="60" y="218"/>
                  <a:pt x="62" y="217"/>
                  <a:pt x="63" y="216"/>
                </a:cubicBezTo>
                <a:cubicBezTo>
                  <a:pt x="81" y="206"/>
                  <a:pt x="98" y="195"/>
                  <a:pt x="116" y="185"/>
                </a:cubicBezTo>
                <a:cubicBezTo>
                  <a:pt x="122" y="181"/>
                  <a:pt x="128" y="177"/>
                  <a:pt x="134" y="172"/>
                </a:cubicBezTo>
                <a:cubicBezTo>
                  <a:pt x="139" y="168"/>
                  <a:pt x="143" y="163"/>
                  <a:pt x="145" y="155"/>
                </a:cubicBezTo>
                <a:cubicBezTo>
                  <a:pt x="143" y="155"/>
                  <a:pt x="142" y="154"/>
                  <a:pt x="140" y="154"/>
                </a:cubicBezTo>
                <a:cubicBezTo>
                  <a:pt x="134" y="152"/>
                  <a:pt x="132" y="148"/>
                  <a:pt x="133" y="142"/>
                </a:cubicBezTo>
                <a:cubicBezTo>
                  <a:pt x="134" y="140"/>
                  <a:pt x="135" y="137"/>
                  <a:pt x="136" y="135"/>
                </a:cubicBezTo>
                <a:cubicBezTo>
                  <a:pt x="139" y="127"/>
                  <a:pt x="142" y="119"/>
                  <a:pt x="145" y="112"/>
                </a:cubicBezTo>
                <a:cubicBezTo>
                  <a:pt x="145" y="111"/>
                  <a:pt x="146" y="110"/>
                  <a:pt x="146" y="109"/>
                </a:cubicBezTo>
                <a:cubicBezTo>
                  <a:pt x="147" y="105"/>
                  <a:pt x="146" y="104"/>
                  <a:pt x="143" y="104"/>
                </a:cubicBezTo>
                <a:cubicBezTo>
                  <a:pt x="140" y="104"/>
                  <a:pt x="138" y="104"/>
                  <a:pt x="135" y="105"/>
                </a:cubicBezTo>
                <a:cubicBezTo>
                  <a:pt x="132" y="106"/>
                  <a:pt x="128" y="107"/>
                  <a:pt x="124" y="108"/>
                </a:cubicBezTo>
                <a:cubicBezTo>
                  <a:pt x="122" y="109"/>
                  <a:pt x="121" y="111"/>
                  <a:pt x="121" y="113"/>
                </a:cubicBezTo>
                <a:cubicBezTo>
                  <a:pt x="121" y="122"/>
                  <a:pt x="121" y="131"/>
                  <a:pt x="121" y="140"/>
                </a:cubicBezTo>
                <a:cubicBezTo>
                  <a:pt x="121" y="142"/>
                  <a:pt x="120" y="144"/>
                  <a:pt x="119" y="146"/>
                </a:cubicBezTo>
                <a:cubicBezTo>
                  <a:pt x="108" y="160"/>
                  <a:pt x="98" y="174"/>
                  <a:pt x="87" y="188"/>
                </a:cubicBezTo>
                <a:cubicBezTo>
                  <a:pt x="87" y="189"/>
                  <a:pt x="86" y="189"/>
                  <a:pt x="86" y="190"/>
                </a:cubicBezTo>
                <a:cubicBezTo>
                  <a:pt x="81" y="185"/>
                  <a:pt x="77" y="181"/>
                  <a:pt x="73" y="176"/>
                </a:cubicBezTo>
                <a:cubicBezTo>
                  <a:pt x="70" y="173"/>
                  <a:pt x="69" y="170"/>
                  <a:pt x="69" y="166"/>
                </a:cubicBezTo>
                <a:cubicBezTo>
                  <a:pt x="68" y="164"/>
                  <a:pt x="68" y="161"/>
                  <a:pt x="67" y="159"/>
                </a:cubicBezTo>
                <a:cubicBezTo>
                  <a:pt x="58" y="138"/>
                  <a:pt x="57" y="117"/>
                  <a:pt x="63" y="95"/>
                </a:cubicBezTo>
                <a:cubicBezTo>
                  <a:pt x="67" y="84"/>
                  <a:pt x="67" y="74"/>
                  <a:pt x="66" y="63"/>
                </a:cubicBezTo>
                <a:cubicBezTo>
                  <a:pt x="66" y="60"/>
                  <a:pt x="66" y="57"/>
                  <a:pt x="66" y="54"/>
                </a:cubicBezTo>
                <a:cubicBezTo>
                  <a:pt x="66" y="50"/>
                  <a:pt x="68" y="47"/>
                  <a:pt x="72" y="47"/>
                </a:cubicBezTo>
                <a:cubicBezTo>
                  <a:pt x="75" y="46"/>
                  <a:pt x="78" y="47"/>
                  <a:pt x="80" y="48"/>
                </a:cubicBezTo>
                <a:cubicBezTo>
                  <a:pt x="83" y="50"/>
                  <a:pt x="85" y="52"/>
                  <a:pt x="88" y="55"/>
                </a:cubicBezTo>
                <a:cubicBezTo>
                  <a:pt x="90" y="57"/>
                  <a:pt x="91" y="59"/>
                  <a:pt x="93" y="61"/>
                </a:cubicBezTo>
                <a:cubicBezTo>
                  <a:pt x="99" y="66"/>
                  <a:pt x="103" y="67"/>
                  <a:pt x="109" y="63"/>
                </a:cubicBezTo>
                <a:cubicBezTo>
                  <a:pt x="117" y="58"/>
                  <a:pt x="125" y="53"/>
                  <a:pt x="133" y="48"/>
                </a:cubicBezTo>
                <a:cubicBezTo>
                  <a:pt x="142" y="41"/>
                  <a:pt x="151" y="35"/>
                  <a:pt x="160" y="28"/>
                </a:cubicBezTo>
                <a:cubicBezTo>
                  <a:pt x="163" y="25"/>
                  <a:pt x="167" y="24"/>
                  <a:pt x="171" y="23"/>
                </a:cubicBezTo>
                <a:cubicBezTo>
                  <a:pt x="177" y="23"/>
                  <a:pt x="182" y="20"/>
                  <a:pt x="187" y="16"/>
                </a:cubicBezTo>
                <a:cubicBezTo>
                  <a:pt x="196" y="6"/>
                  <a:pt x="208" y="2"/>
                  <a:pt x="221" y="1"/>
                </a:cubicBezTo>
                <a:cubicBezTo>
                  <a:pt x="233" y="0"/>
                  <a:pt x="246" y="0"/>
                  <a:pt x="258" y="4"/>
                </a:cubicBezTo>
                <a:cubicBezTo>
                  <a:pt x="261" y="5"/>
                  <a:pt x="264" y="7"/>
                  <a:pt x="267" y="9"/>
                </a:cubicBezTo>
                <a:cubicBezTo>
                  <a:pt x="270" y="10"/>
                  <a:pt x="271" y="13"/>
                  <a:pt x="271" y="16"/>
                </a:cubicBezTo>
                <a:cubicBezTo>
                  <a:pt x="271" y="18"/>
                  <a:pt x="271" y="19"/>
                  <a:pt x="269" y="21"/>
                </a:cubicBezTo>
                <a:cubicBezTo>
                  <a:pt x="262" y="26"/>
                  <a:pt x="255" y="31"/>
                  <a:pt x="248" y="37"/>
                </a:cubicBezTo>
                <a:cubicBezTo>
                  <a:pt x="240" y="43"/>
                  <a:pt x="232" y="50"/>
                  <a:pt x="226" y="58"/>
                </a:cubicBezTo>
                <a:cubicBezTo>
                  <a:pt x="223" y="62"/>
                  <a:pt x="219" y="65"/>
                  <a:pt x="215" y="67"/>
                </a:cubicBezTo>
                <a:cubicBezTo>
                  <a:pt x="213" y="68"/>
                  <a:pt x="212" y="69"/>
                  <a:pt x="211" y="70"/>
                </a:cubicBezTo>
                <a:cubicBezTo>
                  <a:pt x="202" y="79"/>
                  <a:pt x="194" y="87"/>
                  <a:pt x="186" y="95"/>
                </a:cubicBezTo>
                <a:cubicBezTo>
                  <a:pt x="184" y="97"/>
                  <a:pt x="183" y="99"/>
                  <a:pt x="185" y="10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3" name="Freeform 14">
            <a:extLst xmlns:a="http://schemas.openxmlformats.org/drawingml/2006/main">
              <a:ext uri="{FF2B5EF4-FFF2-40B4-BE49-F238E27FC236}">
                <a16:creationId xmlns:a16="http://schemas.microsoft.com/office/drawing/2014/main" id="{3D27A706-B6F3-4598-95CA-9F77BBE61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1601" y="548337"/>
            <a:ext cx="141990" cy="90098"/>
          </a:xfrm>
          <a:custGeom xmlns:a="http://schemas.openxmlformats.org/drawingml/2006/main">
            <a:gdLst>
              <a:gd name="T0" fmla="*/ 16 w 280"/>
              <a:gd name="T1" fmla="*/ 133 h 178"/>
              <a:gd name="T2" fmla="*/ 14 w 280"/>
              <a:gd name="T3" fmla="*/ 124 h 178"/>
              <a:gd name="T4" fmla="*/ 2 w 280"/>
              <a:gd name="T5" fmla="*/ 103 h 178"/>
              <a:gd name="T6" fmla="*/ 6 w 280"/>
              <a:gd name="T7" fmla="*/ 81 h 178"/>
              <a:gd name="T8" fmla="*/ 16 w 280"/>
              <a:gd name="T9" fmla="*/ 77 h 178"/>
              <a:gd name="T10" fmla="*/ 22 w 280"/>
              <a:gd name="T11" fmla="*/ 77 h 178"/>
              <a:gd name="T12" fmla="*/ 40 w 280"/>
              <a:gd name="T13" fmla="*/ 71 h 178"/>
              <a:gd name="T14" fmla="*/ 54 w 280"/>
              <a:gd name="T15" fmla="*/ 64 h 178"/>
              <a:gd name="T16" fmla="*/ 63 w 280"/>
              <a:gd name="T17" fmla="*/ 61 h 178"/>
              <a:gd name="T18" fmla="*/ 144 w 280"/>
              <a:gd name="T19" fmla="*/ 25 h 178"/>
              <a:gd name="T20" fmla="*/ 169 w 280"/>
              <a:gd name="T21" fmla="*/ 16 h 178"/>
              <a:gd name="T22" fmla="*/ 186 w 280"/>
              <a:gd name="T23" fmla="*/ 13 h 178"/>
              <a:gd name="T24" fmla="*/ 209 w 280"/>
              <a:gd name="T25" fmla="*/ 9 h 178"/>
              <a:gd name="T26" fmla="*/ 224 w 280"/>
              <a:gd name="T27" fmla="*/ 3 h 178"/>
              <a:gd name="T28" fmla="*/ 233 w 280"/>
              <a:gd name="T29" fmla="*/ 0 h 178"/>
              <a:gd name="T30" fmla="*/ 265 w 280"/>
              <a:gd name="T31" fmla="*/ 5 h 178"/>
              <a:gd name="T32" fmla="*/ 274 w 280"/>
              <a:gd name="T33" fmla="*/ 29 h 178"/>
              <a:gd name="T34" fmla="*/ 256 w 280"/>
              <a:gd name="T35" fmla="*/ 50 h 178"/>
              <a:gd name="T36" fmla="*/ 245 w 280"/>
              <a:gd name="T37" fmla="*/ 53 h 178"/>
              <a:gd name="T38" fmla="*/ 220 w 280"/>
              <a:gd name="T39" fmla="*/ 56 h 178"/>
              <a:gd name="T40" fmla="*/ 213 w 280"/>
              <a:gd name="T41" fmla="*/ 58 h 178"/>
              <a:gd name="T42" fmla="*/ 208 w 280"/>
              <a:gd name="T43" fmla="*/ 67 h 178"/>
              <a:gd name="T44" fmla="*/ 210 w 280"/>
              <a:gd name="T45" fmla="*/ 76 h 178"/>
              <a:gd name="T46" fmla="*/ 218 w 280"/>
              <a:gd name="T47" fmla="*/ 92 h 178"/>
              <a:gd name="T48" fmla="*/ 224 w 280"/>
              <a:gd name="T49" fmla="*/ 115 h 178"/>
              <a:gd name="T50" fmla="*/ 220 w 280"/>
              <a:gd name="T51" fmla="*/ 146 h 178"/>
              <a:gd name="T52" fmla="*/ 197 w 280"/>
              <a:gd name="T53" fmla="*/ 163 h 178"/>
              <a:gd name="T54" fmla="*/ 189 w 280"/>
              <a:gd name="T55" fmla="*/ 163 h 178"/>
              <a:gd name="T56" fmla="*/ 181 w 280"/>
              <a:gd name="T57" fmla="*/ 167 h 178"/>
              <a:gd name="T58" fmla="*/ 178 w 280"/>
              <a:gd name="T59" fmla="*/ 170 h 178"/>
              <a:gd name="T60" fmla="*/ 156 w 280"/>
              <a:gd name="T61" fmla="*/ 175 h 178"/>
              <a:gd name="T62" fmla="*/ 140 w 280"/>
              <a:gd name="T63" fmla="*/ 166 h 178"/>
              <a:gd name="T64" fmla="*/ 126 w 280"/>
              <a:gd name="T65" fmla="*/ 162 h 178"/>
              <a:gd name="T66" fmla="*/ 119 w 280"/>
              <a:gd name="T67" fmla="*/ 160 h 178"/>
              <a:gd name="T68" fmla="*/ 113 w 280"/>
              <a:gd name="T69" fmla="*/ 150 h 178"/>
              <a:gd name="T70" fmla="*/ 115 w 280"/>
              <a:gd name="T71" fmla="*/ 147 h 178"/>
              <a:gd name="T72" fmla="*/ 122 w 280"/>
              <a:gd name="T73" fmla="*/ 147 h 178"/>
              <a:gd name="T74" fmla="*/ 166 w 280"/>
              <a:gd name="T75" fmla="*/ 141 h 178"/>
              <a:gd name="T76" fmla="*/ 185 w 280"/>
              <a:gd name="T77" fmla="*/ 129 h 178"/>
              <a:gd name="T78" fmla="*/ 188 w 280"/>
              <a:gd name="T79" fmla="*/ 120 h 178"/>
              <a:gd name="T80" fmla="*/ 185 w 280"/>
              <a:gd name="T81" fmla="*/ 92 h 178"/>
              <a:gd name="T82" fmla="*/ 184 w 280"/>
              <a:gd name="T83" fmla="*/ 77 h 178"/>
              <a:gd name="T84" fmla="*/ 179 w 280"/>
              <a:gd name="T85" fmla="*/ 71 h 178"/>
              <a:gd name="T86" fmla="*/ 163 w 280"/>
              <a:gd name="T87" fmla="*/ 75 h 178"/>
              <a:gd name="T88" fmla="*/ 158 w 280"/>
              <a:gd name="T89" fmla="*/ 79 h 178"/>
              <a:gd name="T90" fmla="*/ 145 w 280"/>
              <a:gd name="T91" fmla="*/ 82 h 178"/>
              <a:gd name="T92" fmla="*/ 116 w 280"/>
              <a:gd name="T93" fmla="*/ 91 h 178"/>
              <a:gd name="T94" fmla="*/ 80 w 280"/>
              <a:gd name="T95" fmla="*/ 118 h 178"/>
              <a:gd name="T96" fmla="*/ 52 w 280"/>
              <a:gd name="T97" fmla="*/ 135 h 178"/>
              <a:gd name="T98" fmla="*/ 22 w 280"/>
              <a:gd name="T99" fmla="*/ 136 h 178"/>
              <a:gd name="T100" fmla="*/ 18 w 280"/>
              <a:gd name="T101" fmla="*/ 134 h 178"/>
              <a:gd name="T102" fmla="*/ 16 w 280"/>
              <a:gd name="T103" fmla="*/ 133 h 178"/>
            </a:gdLst>
            <a:rect l="0" t="0" r="r" b="b"/>
            <a:pathLst>
              <a:path w="280" h="178">
                <a:moveTo>
                  <a:pt x="16" y="133"/>
                </a:moveTo>
                <a:cubicBezTo>
                  <a:pt x="18" y="129"/>
                  <a:pt x="16" y="127"/>
                  <a:pt x="14" y="124"/>
                </a:cubicBezTo>
                <a:cubicBezTo>
                  <a:pt x="9" y="118"/>
                  <a:pt x="5" y="111"/>
                  <a:pt x="2" y="103"/>
                </a:cubicBezTo>
                <a:cubicBezTo>
                  <a:pt x="0" y="95"/>
                  <a:pt x="1" y="88"/>
                  <a:pt x="6" y="81"/>
                </a:cubicBezTo>
                <a:cubicBezTo>
                  <a:pt x="9" y="78"/>
                  <a:pt x="12" y="76"/>
                  <a:pt x="16" y="77"/>
                </a:cubicBezTo>
                <a:cubicBezTo>
                  <a:pt x="18" y="77"/>
                  <a:pt x="20" y="76"/>
                  <a:pt x="22" y="77"/>
                </a:cubicBezTo>
                <a:cubicBezTo>
                  <a:pt x="29" y="79"/>
                  <a:pt x="36" y="76"/>
                  <a:pt x="40" y="71"/>
                </a:cubicBezTo>
                <a:cubicBezTo>
                  <a:pt x="44" y="67"/>
                  <a:pt x="49" y="65"/>
                  <a:pt x="54" y="64"/>
                </a:cubicBezTo>
                <a:cubicBezTo>
                  <a:pt x="57" y="64"/>
                  <a:pt x="60" y="62"/>
                  <a:pt x="63" y="61"/>
                </a:cubicBezTo>
                <a:cubicBezTo>
                  <a:pt x="89" y="47"/>
                  <a:pt x="116" y="35"/>
                  <a:pt x="144" y="25"/>
                </a:cubicBezTo>
                <a:cubicBezTo>
                  <a:pt x="152" y="22"/>
                  <a:pt x="161" y="19"/>
                  <a:pt x="169" y="16"/>
                </a:cubicBezTo>
                <a:cubicBezTo>
                  <a:pt x="174" y="14"/>
                  <a:pt x="180" y="14"/>
                  <a:pt x="186" y="13"/>
                </a:cubicBezTo>
                <a:cubicBezTo>
                  <a:pt x="194" y="12"/>
                  <a:pt x="201" y="11"/>
                  <a:pt x="209" y="9"/>
                </a:cubicBezTo>
                <a:cubicBezTo>
                  <a:pt x="214" y="8"/>
                  <a:pt x="219" y="5"/>
                  <a:pt x="224" y="3"/>
                </a:cubicBezTo>
                <a:cubicBezTo>
                  <a:pt x="227" y="1"/>
                  <a:pt x="230" y="0"/>
                  <a:pt x="233" y="0"/>
                </a:cubicBezTo>
                <a:cubicBezTo>
                  <a:pt x="244" y="0"/>
                  <a:pt x="255" y="1"/>
                  <a:pt x="265" y="5"/>
                </a:cubicBezTo>
                <a:cubicBezTo>
                  <a:pt x="276" y="9"/>
                  <a:pt x="280" y="19"/>
                  <a:pt x="274" y="29"/>
                </a:cubicBezTo>
                <a:cubicBezTo>
                  <a:pt x="270" y="38"/>
                  <a:pt x="263" y="45"/>
                  <a:pt x="256" y="50"/>
                </a:cubicBezTo>
                <a:cubicBezTo>
                  <a:pt x="252" y="53"/>
                  <a:pt x="249" y="53"/>
                  <a:pt x="245" y="53"/>
                </a:cubicBezTo>
                <a:cubicBezTo>
                  <a:pt x="236" y="54"/>
                  <a:pt x="228" y="55"/>
                  <a:pt x="220" y="56"/>
                </a:cubicBezTo>
                <a:cubicBezTo>
                  <a:pt x="218" y="57"/>
                  <a:pt x="215" y="57"/>
                  <a:pt x="213" y="58"/>
                </a:cubicBezTo>
                <a:cubicBezTo>
                  <a:pt x="209" y="60"/>
                  <a:pt x="208" y="63"/>
                  <a:pt x="208" y="67"/>
                </a:cubicBezTo>
                <a:cubicBezTo>
                  <a:pt x="208" y="70"/>
                  <a:pt x="209" y="73"/>
                  <a:pt x="210" y="76"/>
                </a:cubicBezTo>
                <a:cubicBezTo>
                  <a:pt x="213" y="82"/>
                  <a:pt x="215" y="87"/>
                  <a:pt x="218" y="92"/>
                </a:cubicBezTo>
                <a:cubicBezTo>
                  <a:pt x="221" y="100"/>
                  <a:pt x="224" y="107"/>
                  <a:pt x="224" y="115"/>
                </a:cubicBezTo>
                <a:cubicBezTo>
                  <a:pt x="224" y="126"/>
                  <a:pt x="223" y="136"/>
                  <a:pt x="220" y="146"/>
                </a:cubicBezTo>
                <a:cubicBezTo>
                  <a:pt x="216" y="157"/>
                  <a:pt x="209" y="162"/>
                  <a:pt x="197" y="163"/>
                </a:cubicBezTo>
                <a:cubicBezTo>
                  <a:pt x="194" y="163"/>
                  <a:pt x="192" y="163"/>
                  <a:pt x="189" y="163"/>
                </a:cubicBezTo>
                <a:cubicBezTo>
                  <a:pt x="186" y="163"/>
                  <a:pt x="183" y="163"/>
                  <a:pt x="181" y="167"/>
                </a:cubicBezTo>
                <a:cubicBezTo>
                  <a:pt x="180" y="168"/>
                  <a:pt x="179" y="169"/>
                  <a:pt x="178" y="170"/>
                </a:cubicBezTo>
                <a:cubicBezTo>
                  <a:pt x="171" y="176"/>
                  <a:pt x="164" y="178"/>
                  <a:pt x="156" y="175"/>
                </a:cubicBezTo>
                <a:cubicBezTo>
                  <a:pt x="151" y="172"/>
                  <a:pt x="145" y="169"/>
                  <a:pt x="140" y="166"/>
                </a:cubicBezTo>
                <a:cubicBezTo>
                  <a:pt x="136" y="163"/>
                  <a:pt x="132" y="162"/>
                  <a:pt x="126" y="162"/>
                </a:cubicBezTo>
                <a:cubicBezTo>
                  <a:pt x="124" y="162"/>
                  <a:pt x="121" y="163"/>
                  <a:pt x="119" y="160"/>
                </a:cubicBezTo>
                <a:cubicBezTo>
                  <a:pt x="116" y="157"/>
                  <a:pt x="114" y="154"/>
                  <a:pt x="113" y="150"/>
                </a:cubicBezTo>
                <a:cubicBezTo>
                  <a:pt x="112" y="148"/>
                  <a:pt x="113" y="147"/>
                  <a:pt x="115" y="147"/>
                </a:cubicBezTo>
                <a:cubicBezTo>
                  <a:pt x="117" y="147"/>
                  <a:pt x="120" y="147"/>
                  <a:pt x="122" y="147"/>
                </a:cubicBezTo>
                <a:cubicBezTo>
                  <a:pt x="137" y="148"/>
                  <a:pt x="152" y="146"/>
                  <a:pt x="166" y="141"/>
                </a:cubicBezTo>
                <a:cubicBezTo>
                  <a:pt x="173" y="138"/>
                  <a:pt x="179" y="134"/>
                  <a:pt x="185" y="129"/>
                </a:cubicBezTo>
                <a:cubicBezTo>
                  <a:pt x="188" y="126"/>
                  <a:pt x="189" y="123"/>
                  <a:pt x="188" y="120"/>
                </a:cubicBezTo>
                <a:cubicBezTo>
                  <a:pt x="187" y="111"/>
                  <a:pt x="186" y="102"/>
                  <a:pt x="185" y="92"/>
                </a:cubicBezTo>
                <a:cubicBezTo>
                  <a:pt x="184" y="87"/>
                  <a:pt x="184" y="82"/>
                  <a:pt x="184" y="77"/>
                </a:cubicBezTo>
                <a:cubicBezTo>
                  <a:pt x="184" y="73"/>
                  <a:pt x="183" y="71"/>
                  <a:pt x="179" y="71"/>
                </a:cubicBezTo>
                <a:cubicBezTo>
                  <a:pt x="173" y="70"/>
                  <a:pt x="168" y="70"/>
                  <a:pt x="163" y="75"/>
                </a:cubicBezTo>
                <a:cubicBezTo>
                  <a:pt x="162" y="76"/>
                  <a:pt x="160" y="77"/>
                  <a:pt x="158" y="79"/>
                </a:cubicBezTo>
                <a:cubicBezTo>
                  <a:pt x="154" y="81"/>
                  <a:pt x="150" y="83"/>
                  <a:pt x="145" y="82"/>
                </a:cubicBezTo>
                <a:cubicBezTo>
                  <a:pt x="134" y="82"/>
                  <a:pt x="124" y="85"/>
                  <a:pt x="116" y="91"/>
                </a:cubicBezTo>
                <a:cubicBezTo>
                  <a:pt x="104" y="100"/>
                  <a:pt x="92" y="109"/>
                  <a:pt x="80" y="118"/>
                </a:cubicBezTo>
                <a:cubicBezTo>
                  <a:pt x="71" y="124"/>
                  <a:pt x="62" y="131"/>
                  <a:pt x="52" y="135"/>
                </a:cubicBezTo>
                <a:cubicBezTo>
                  <a:pt x="42" y="139"/>
                  <a:pt x="32" y="140"/>
                  <a:pt x="22" y="136"/>
                </a:cubicBezTo>
                <a:cubicBezTo>
                  <a:pt x="20" y="136"/>
                  <a:pt x="19" y="135"/>
                  <a:pt x="18" y="134"/>
                </a:cubicBezTo>
                <a:cubicBezTo>
                  <a:pt x="17" y="134"/>
                  <a:pt x="17" y="134"/>
                  <a:pt x="16" y="133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4" name="Freeform 15">
            <a:extLst xmlns:a="http://schemas.openxmlformats.org/drawingml/2006/main">
              <a:ext uri="{FF2B5EF4-FFF2-40B4-BE49-F238E27FC236}">
                <a16:creationId xmlns:a16="http://schemas.microsoft.com/office/drawing/2014/main" id="{53F54223-D319-4EA2-B3EF-BECF0EC6F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703" y="432578"/>
            <a:ext cx="107776" cy="57594"/>
          </a:xfrm>
          <a:custGeom xmlns:a="http://schemas.openxmlformats.org/drawingml/2006/main">
            <a:gdLst>
              <a:gd name="T0" fmla="*/ 197 w 212"/>
              <a:gd name="T1" fmla="*/ 0 h 114"/>
              <a:gd name="T2" fmla="*/ 205 w 212"/>
              <a:gd name="T3" fmla="*/ 0 h 114"/>
              <a:gd name="T4" fmla="*/ 211 w 212"/>
              <a:gd name="T5" fmla="*/ 9 h 114"/>
              <a:gd name="T6" fmla="*/ 191 w 212"/>
              <a:gd name="T7" fmla="*/ 29 h 114"/>
              <a:gd name="T8" fmla="*/ 187 w 212"/>
              <a:gd name="T9" fmla="*/ 29 h 114"/>
              <a:gd name="T10" fmla="*/ 174 w 212"/>
              <a:gd name="T11" fmla="*/ 33 h 114"/>
              <a:gd name="T12" fmla="*/ 132 w 212"/>
              <a:gd name="T13" fmla="*/ 67 h 114"/>
              <a:gd name="T14" fmla="*/ 109 w 212"/>
              <a:gd name="T15" fmla="*/ 91 h 114"/>
              <a:gd name="T16" fmla="*/ 71 w 212"/>
              <a:gd name="T17" fmla="*/ 112 h 114"/>
              <a:gd name="T18" fmla="*/ 40 w 212"/>
              <a:gd name="T19" fmla="*/ 108 h 114"/>
              <a:gd name="T20" fmla="*/ 9 w 212"/>
              <a:gd name="T21" fmla="*/ 90 h 114"/>
              <a:gd name="T22" fmla="*/ 8 w 212"/>
              <a:gd name="T23" fmla="*/ 89 h 114"/>
              <a:gd name="T24" fmla="*/ 11 w 212"/>
              <a:gd name="T25" fmla="*/ 64 h 114"/>
              <a:gd name="T26" fmla="*/ 15 w 212"/>
              <a:gd name="T27" fmla="*/ 62 h 114"/>
              <a:gd name="T28" fmla="*/ 114 w 212"/>
              <a:gd name="T29" fmla="*/ 23 h 114"/>
              <a:gd name="T30" fmla="*/ 130 w 212"/>
              <a:gd name="T31" fmla="*/ 18 h 114"/>
              <a:gd name="T32" fmla="*/ 164 w 212"/>
              <a:gd name="T33" fmla="*/ 7 h 114"/>
              <a:gd name="T34" fmla="*/ 197 w 212"/>
              <a:gd name="T35" fmla="*/ 0 h 114"/>
            </a:gdLst>
            <a:rect l="0" t="0" r="r" b="b"/>
            <a:pathLst>
              <a:path w="212" h="114">
                <a:moveTo>
                  <a:pt x="197" y="0"/>
                </a:moveTo>
                <a:cubicBezTo>
                  <a:pt x="199" y="0"/>
                  <a:pt x="202" y="0"/>
                  <a:pt x="205" y="0"/>
                </a:cubicBezTo>
                <a:cubicBezTo>
                  <a:pt x="209" y="1"/>
                  <a:pt x="212" y="5"/>
                  <a:pt x="211" y="9"/>
                </a:cubicBezTo>
                <a:cubicBezTo>
                  <a:pt x="207" y="18"/>
                  <a:pt x="200" y="25"/>
                  <a:pt x="191" y="29"/>
                </a:cubicBezTo>
                <a:cubicBezTo>
                  <a:pt x="189" y="29"/>
                  <a:pt x="188" y="29"/>
                  <a:pt x="187" y="29"/>
                </a:cubicBezTo>
                <a:cubicBezTo>
                  <a:pt x="182" y="28"/>
                  <a:pt x="178" y="30"/>
                  <a:pt x="174" y="33"/>
                </a:cubicBezTo>
                <a:cubicBezTo>
                  <a:pt x="158" y="43"/>
                  <a:pt x="144" y="54"/>
                  <a:pt x="132" y="67"/>
                </a:cubicBezTo>
                <a:cubicBezTo>
                  <a:pt x="124" y="75"/>
                  <a:pt x="116" y="83"/>
                  <a:pt x="109" y="91"/>
                </a:cubicBezTo>
                <a:cubicBezTo>
                  <a:pt x="99" y="102"/>
                  <a:pt x="86" y="110"/>
                  <a:pt x="71" y="112"/>
                </a:cubicBezTo>
                <a:cubicBezTo>
                  <a:pt x="61" y="114"/>
                  <a:pt x="50" y="112"/>
                  <a:pt x="40" y="108"/>
                </a:cubicBezTo>
                <a:cubicBezTo>
                  <a:pt x="29" y="104"/>
                  <a:pt x="19" y="98"/>
                  <a:pt x="9" y="90"/>
                </a:cubicBezTo>
                <a:cubicBezTo>
                  <a:pt x="9" y="90"/>
                  <a:pt x="9" y="89"/>
                  <a:pt x="8" y="89"/>
                </a:cubicBezTo>
                <a:cubicBezTo>
                  <a:pt x="0" y="81"/>
                  <a:pt x="2" y="70"/>
                  <a:pt x="11" y="64"/>
                </a:cubicBezTo>
                <a:cubicBezTo>
                  <a:pt x="12" y="63"/>
                  <a:pt x="14" y="63"/>
                  <a:pt x="15" y="62"/>
                </a:cubicBezTo>
                <a:cubicBezTo>
                  <a:pt x="48" y="49"/>
                  <a:pt x="81" y="36"/>
                  <a:pt x="114" y="23"/>
                </a:cubicBezTo>
                <a:cubicBezTo>
                  <a:pt x="119" y="21"/>
                  <a:pt x="125" y="19"/>
                  <a:pt x="130" y="18"/>
                </a:cubicBezTo>
                <a:cubicBezTo>
                  <a:pt x="142" y="15"/>
                  <a:pt x="153" y="12"/>
                  <a:pt x="164" y="7"/>
                </a:cubicBezTo>
                <a:cubicBezTo>
                  <a:pt x="175" y="2"/>
                  <a:pt x="186" y="0"/>
                  <a:pt x="197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5" name="Freeform 16">
            <a:extLst xmlns:a="http://schemas.openxmlformats.org/drawingml/2006/main">
              <a:ext uri="{FF2B5EF4-FFF2-40B4-BE49-F238E27FC236}">
                <a16:creationId xmlns:a16="http://schemas.microsoft.com/office/drawing/2014/main" id="{DA5A49F0-1E79-4DBE-A783-4ACAB9704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5059" y="361297"/>
            <a:ext cx="57594" cy="63867"/>
          </a:xfrm>
          <a:custGeom xmlns:a="http://schemas.openxmlformats.org/drawingml/2006/main">
            <a:gdLst>
              <a:gd name="T0" fmla="*/ 114 w 114"/>
              <a:gd name="T1" fmla="*/ 70 h 126"/>
              <a:gd name="T2" fmla="*/ 101 w 114"/>
              <a:gd name="T3" fmla="*/ 91 h 126"/>
              <a:gd name="T4" fmla="*/ 78 w 114"/>
              <a:gd name="T5" fmla="*/ 97 h 126"/>
              <a:gd name="T6" fmla="*/ 58 w 114"/>
              <a:gd name="T7" fmla="*/ 106 h 126"/>
              <a:gd name="T8" fmla="*/ 40 w 114"/>
              <a:gd name="T9" fmla="*/ 121 h 126"/>
              <a:gd name="T10" fmla="*/ 31 w 114"/>
              <a:gd name="T11" fmla="*/ 125 h 126"/>
              <a:gd name="T12" fmla="*/ 23 w 114"/>
              <a:gd name="T13" fmla="*/ 122 h 126"/>
              <a:gd name="T14" fmla="*/ 23 w 114"/>
              <a:gd name="T15" fmla="*/ 112 h 126"/>
              <a:gd name="T16" fmla="*/ 26 w 114"/>
              <a:gd name="T17" fmla="*/ 68 h 126"/>
              <a:gd name="T18" fmla="*/ 16 w 114"/>
              <a:gd name="T19" fmla="*/ 50 h 126"/>
              <a:gd name="T20" fmla="*/ 11 w 114"/>
              <a:gd name="T21" fmla="*/ 39 h 126"/>
              <a:gd name="T22" fmla="*/ 3 w 114"/>
              <a:gd name="T23" fmla="*/ 21 h 126"/>
              <a:gd name="T24" fmla="*/ 3 w 114"/>
              <a:gd name="T25" fmla="*/ 6 h 126"/>
              <a:gd name="T26" fmla="*/ 12 w 114"/>
              <a:gd name="T27" fmla="*/ 0 h 126"/>
              <a:gd name="T28" fmla="*/ 18 w 114"/>
              <a:gd name="T29" fmla="*/ 1 h 126"/>
              <a:gd name="T30" fmla="*/ 50 w 114"/>
              <a:gd name="T31" fmla="*/ 12 h 126"/>
              <a:gd name="T32" fmla="*/ 86 w 114"/>
              <a:gd name="T33" fmla="*/ 31 h 126"/>
              <a:gd name="T34" fmla="*/ 106 w 114"/>
              <a:gd name="T35" fmla="*/ 48 h 126"/>
              <a:gd name="T36" fmla="*/ 114 w 114"/>
              <a:gd name="T37" fmla="*/ 70 h 126"/>
            </a:gdLst>
            <a:rect l="0" t="0" r="r" b="b"/>
            <a:pathLst>
              <a:path w="114" h="126">
                <a:moveTo>
                  <a:pt x="114" y="70"/>
                </a:moveTo>
                <a:cubicBezTo>
                  <a:pt x="114" y="79"/>
                  <a:pt x="109" y="86"/>
                  <a:pt x="101" y="91"/>
                </a:cubicBezTo>
                <a:cubicBezTo>
                  <a:pt x="94" y="95"/>
                  <a:pt x="86" y="97"/>
                  <a:pt x="78" y="97"/>
                </a:cubicBezTo>
                <a:cubicBezTo>
                  <a:pt x="64" y="97"/>
                  <a:pt x="66" y="98"/>
                  <a:pt x="58" y="106"/>
                </a:cubicBezTo>
                <a:cubicBezTo>
                  <a:pt x="52" y="111"/>
                  <a:pt x="46" y="116"/>
                  <a:pt x="40" y="121"/>
                </a:cubicBezTo>
                <a:cubicBezTo>
                  <a:pt x="38" y="123"/>
                  <a:pt x="35" y="124"/>
                  <a:pt x="31" y="125"/>
                </a:cubicBezTo>
                <a:cubicBezTo>
                  <a:pt x="28" y="126"/>
                  <a:pt x="25" y="125"/>
                  <a:pt x="23" y="122"/>
                </a:cubicBezTo>
                <a:cubicBezTo>
                  <a:pt x="22" y="118"/>
                  <a:pt x="21" y="115"/>
                  <a:pt x="23" y="112"/>
                </a:cubicBezTo>
                <a:cubicBezTo>
                  <a:pt x="33" y="98"/>
                  <a:pt x="33" y="83"/>
                  <a:pt x="26" y="68"/>
                </a:cubicBezTo>
                <a:cubicBezTo>
                  <a:pt x="23" y="61"/>
                  <a:pt x="19" y="56"/>
                  <a:pt x="16" y="50"/>
                </a:cubicBezTo>
                <a:cubicBezTo>
                  <a:pt x="14" y="46"/>
                  <a:pt x="12" y="43"/>
                  <a:pt x="11" y="39"/>
                </a:cubicBezTo>
                <a:cubicBezTo>
                  <a:pt x="9" y="33"/>
                  <a:pt x="7" y="27"/>
                  <a:pt x="3" y="21"/>
                </a:cubicBezTo>
                <a:cubicBezTo>
                  <a:pt x="0" y="17"/>
                  <a:pt x="0" y="12"/>
                  <a:pt x="3" y="6"/>
                </a:cubicBezTo>
                <a:cubicBezTo>
                  <a:pt x="5" y="2"/>
                  <a:pt x="8" y="0"/>
                  <a:pt x="12" y="0"/>
                </a:cubicBezTo>
                <a:cubicBezTo>
                  <a:pt x="14" y="0"/>
                  <a:pt x="16" y="1"/>
                  <a:pt x="18" y="1"/>
                </a:cubicBezTo>
                <a:cubicBezTo>
                  <a:pt x="29" y="3"/>
                  <a:pt x="40" y="7"/>
                  <a:pt x="50" y="12"/>
                </a:cubicBezTo>
                <a:cubicBezTo>
                  <a:pt x="62" y="19"/>
                  <a:pt x="74" y="25"/>
                  <a:pt x="86" y="31"/>
                </a:cubicBezTo>
                <a:cubicBezTo>
                  <a:pt x="94" y="36"/>
                  <a:pt x="101" y="41"/>
                  <a:pt x="106" y="48"/>
                </a:cubicBezTo>
                <a:cubicBezTo>
                  <a:pt x="111" y="54"/>
                  <a:pt x="114" y="61"/>
                  <a:pt x="114" y="7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6" name="Freeform 24">
            <a:extLst xmlns:a="http://schemas.openxmlformats.org/drawingml/2006/main">
              <a:ext uri="{FF2B5EF4-FFF2-40B4-BE49-F238E27FC236}">
                <a16:creationId xmlns:a16="http://schemas.microsoft.com/office/drawing/2014/main" id="{9BFD8463-C422-4DFB-BBDB-E24C40306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4717" y="420032"/>
            <a:ext cx="56454" cy="76412"/>
          </a:xfrm>
          <a:custGeom xmlns:a="http://schemas.openxmlformats.org/drawingml/2006/main">
            <a:gdLst>
              <a:gd name="T0" fmla="*/ 111 w 111"/>
              <a:gd name="T1" fmla="*/ 118 h 150"/>
              <a:gd name="T2" fmla="*/ 108 w 111"/>
              <a:gd name="T3" fmla="*/ 125 h 150"/>
              <a:gd name="T4" fmla="*/ 94 w 111"/>
              <a:gd name="T5" fmla="*/ 142 h 150"/>
              <a:gd name="T6" fmla="*/ 80 w 111"/>
              <a:gd name="T7" fmla="*/ 149 h 150"/>
              <a:gd name="T8" fmla="*/ 72 w 111"/>
              <a:gd name="T9" fmla="*/ 144 h 150"/>
              <a:gd name="T10" fmla="*/ 66 w 111"/>
              <a:gd name="T11" fmla="*/ 117 h 150"/>
              <a:gd name="T12" fmla="*/ 59 w 111"/>
              <a:gd name="T13" fmla="*/ 90 h 150"/>
              <a:gd name="T14" fmla="*/ 50 w 111"/>
              <a:gd name="T15" fmla="*/ 75 h 150"/>
              <a:gd name="T16" fmla="*/ 19 w 111"/>
              <a:gd name="T17" fmla="*/ 40 h 150"/>
              <a:gd name="T18" fmla="*/ 6 w 111"/>
              <a:gd name="T19" fmla="*/ 27 h 150"/>
              <a:gd name="T20" fmla="*/ 0 w 111"/>
              <a:gd name="T21" fmla="*/ 10 h 150"/>
              <a:gd name="T22" fmla="*/ 0 w 111"/>
              <a:gd name="T23" fmla="*/ 8 h 150"/>
              <a:gd name="T24" fmla="*/ 9 w 111"/>
              <a:gd name="T25" fmla="*/ 2 h 150"/>
              <a:gd name="T26" fmla="*/ 18 w 111"/>
              <a:gd name="T27" fmla="*/ 7 h 150"/>
              <a:gd name="T28" fmla="*/ 27 w 111"/>
              <a:gd name="T29" fmla="*/ 15 h 150"/>
              <a:gd name="T30" fmla="*/ 44 w 111"/>
              <a:gd name="T31" fmla="*/ 26 h 150"/>
              <a:gd name="T32" fmla="*/ 85 w 111"/>
              <a:gd name="T33" fmla="*/ 57 h 150"/>
              <a:gd name="T34" fmla="*/ 110 w 111"/>
              <a:gd name="T35" fmla="*/ 114 h 150"/>
              <a:gd name="T36" fmla="*/ 110 w 111"/>
              <a:gd name="T37" fmla="*/ 117 h 150"/>
              <a:gd name="T38" fmla="*/ 111 w 111"/>
              <a:gd name="T39" fmla="*/ 118 h 150"/>
            </a:gdLst>
            <a:rect l="0" t="0" r="r" b="b"/>
            <a:pathLst>
              <a:path w="111" h="150">
                <a:moveTo>
                  <a:pt x="111" y="118"/>
                </a:moveTo>
                <a:cubicBezTo>
                  <a:pt x="110" y="120"/>
                  <a:pt x="109" y="123"/>
                  <a:pt x="108" y="125"/>
                </a:cubicBezTo>
                <a:cubicBezTo>
                  <a:pt x="103" y="131"/>
                  <a:pt x="99" y="136"/>
                  <a:pt x="94" y="142"/>
                </a:cubicBezTo>
                <a:cubicBezTo>
                  <a:pt x="90" y="146"/>
                  <a:pt x="86" y="148"/>
                  <a:pt x="80" y="149"/>
                </a:cubicBezTo>
                <a:cubicBezTo>
                  <a:pt x="75" y="150"/>
                  <a:pt x="73" y="149"/>
                  <a:pt x="72" y="144"/>
                </a:cubicBezTo>
                <a:cubicBezTo>
                  <a:pt x="70" y="135"/>
                  <a:pt x="68" y="126"/>
                  <a:pt x="66" y="117"/>
                </a:cubicBezTo>
                <a:cubicBezTo>
                  <a:pt x="64" y="108"/>
                  <a:pt x="63" y="99"/>
                  <a:pt x="59" y="90"/>
                </a:cubicBezTo>
                <a:cubicBezTo>
                  <a:pt x="57" y="85"/>
                  <a:pt x="54" y="80"/>
                  <a:pt x="50" y="75"/>
                </a:cubicBezTo>
                <a:cubicBezTo>
                  <a:pt x="40" y="63"/>
                  <a:pt x="29" y="51"/>
                  <a:pt x="19" y="40"/>
                </a:cubicBezTo>
                <a:cubicBezTo>
                  <a:pt x="15" y="35"/>
                  <a:pt x="11" y="31"/>
                  <a:pt x="6" y="27"/>
                </a:cubicBezTo>
                <a:cubicBezTo>
                  <a:pt x="1" y="22"/>
                  <a:pt x="0" y="17"/>
                  <a:pt x="0" y="10"/>
                </a:cubicBezTo>
                <a:cubicBezTo>
                  <a:pt x="0" y="9"/>
                  <a:pt x="0" y="9"/>
                  <a:pt x="0" y="8"/>
                </a:cubicBezTo>
                <a:cubicBezTo>
                  <a:pt x="2" y="1"/>
                  <a:pt x="3" y="0"/>
                  <a:pt x="9" y="2"/>
                </a:cubicBezTo>
                <a:cubicBezTo>
                  <a:pt x="12" y="4"/>
                  <a:pt x="15" y="5"/>
                  <a:pt x="18" y="7"/>
                </a:cubicBezTo>
                <a:cubicBezTo>
                  <a:pt x="21" y="10"/>
                  <a:pt x="24" y="12"/>
                  <a:pt x="27" y="15"/>
                </a:cubicBezTo>
                <a:cubicBezTo>
                  <a:pt x="32" y="20"/>
                  <a:pt x="38" y="24"/>
                  <a:pt x="44" y="26"/>
                </a:cubicBezTo>
                <a:cubicBezTo>
                  <a:pt x="61" y="33"/>
                  <a:pt x="74" y="43"/>
                  <a:pt x="85" y="57"/>
                </a:cubicBezTo>
                <a:cubicBezTo>
                  <a:pt x="98" y="73"/>
                  <a:pt x="107" y="92"/>
                  <a:pt x="110" y="114"/>
                </a:cubicBezTo>
                <a:cubicBezTo>
                  <a:pt x="110" y="115"/>
                  <a:pt x="110" y="116"/>
                  <a:pt x="110" y="117"/>
                </a:cubicBezTo>
                <a:cubicBezTo>
                  <a:pt x="110" y="117"/>
                  <a:pt x="110" y="118"/>
                  <a:pt x="111" y="1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7" name="Freeform 26">
            <a:extLst xmlns:a="http://schemas.openxmlformats.org/drawingml/2006/main">
              <a:ext uri="{FF2B5EF4-FFF2-40B4-BE49-F238E27FC236}">
                <a16:creationId xmlns:a16="http://schemas.microsoft.com/office/drawing/2014/main" id="{16084725-AA63-4BC9-89A4-21D9651B8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4100" y="564304"/>
            <a:ext cx="41057" cy="50181"/>
          </a:xfrm>
          <a:custGeom xmlns:a="http://schemas.openxmlformats.org/drawingml/2006/main">
            <a:gdLst>
              <a:gd name="T0" fmla="*/ 0 w 81"/>
              <a:gd name="T1" fmla="*/ 18 h 99"/>
              <a:gd name="T2" fmla="*/ 1 w 81"/>
              <a:gd name="T3" fmla="*/ 9 h 99"/>
              <a:gd name="T4" fmla="*/ 11 w 81"/>
              <a:gd name="T5" fmla="*/ 1 h 99"/>
              <a:gd name="T6" fmla="*/ 50 w 81"/>
              <a:gd name="T7" fmla="*/ 12 h 99"/>
              <a:gd name="T8" fmla="*/ 78 w 81"/>
              <a:gd name="T9" fmla="*/ 44 h 99"/>
              <a:gd name="T10" fmla="*/ 80 w 81"/>
              <a:gd name="T11" fmla="*/ 51 h 99"/>
              <a:gd name="T12" fmla="*/ 77 w 81"/>
              <a:gd name="T13" fmla="*/ 79 h 99"/>
              <a:gd name="T14" fmla="*/ 43 w 81"/>
              <a:gd name="T15" fmla="*/ 92 h 99"/>
              <a:gd name="T16" fmla="*/ 30 w 81"/>
              <a:gd name="T17" fmla="*/ 81 h 99"/>
              <a:gd name="T18" fmla="*/ 12 w 81"/>
              <a:gd name="T19" fmla="*/ 60 h 99"/>
              <a:gd name="T20" fmla="*/ 1 w 81"/>
              <a:gd name="T21" fmla="*/ 24 h 99"/>
              <a:gd name="T22" fmla="*/ 1 w 81"/>
              <a:gd name="T23" fmla="*/ 18 h 99"/>
              <a:gd name="T24" fmla="*/ 0 w 81"/>
              <a:gd name="T25" fmla="*/ 18 h 99"/>
            </a:gdLst>
            <a:rect l="0" t="0" r="r" b="b"/>
            <a:pathLst>
              <a:path w="81" h="99">
                <a:moveTo>
                  <a:pt x="0" y="18"/>
                </a:moveTo>
                <a:cubicBezTo>
                  <a:pt x="1" y="15"/>
                  <a:pt x="1" y="12"/>
                  <a:pt x="1" y="9"/>
                </a:cubicBezTo>
                <a:cubicBezTo>
                  <a:pt x="2" y="4"/>
                  <a:pt x="5" y="1"/>
                  <a:pt x="11" y="1"/>
                </a:cubicBezTo>
                <a:cubicBezTo>
                  <a:pt x="25" y="0"/>
                  <a:pt x="39" y="2"/>
                  <a:pt x="50" y="12"/>
                </a:cubicBezTo>
                <a:cubicBezTo>
                  <a:pt x="62" y="21"/>
                  <a:pt x="70" y="32"/>
                  <a:pt x="78" y="44"/>
                </a:cubicBezTo>
                <a:cubicBezTo>
                  <a:pt x="79" y="46"/>
                  <a:pt x="80" y="49"/>
                  <a:pt x="80" y="51"/>
                </a:cubicBezTo>
                <a:cubicBezTo>
                  <a:pt x="81" y="61"/>
                  <a:pt x="80" y="70"/>
                  <a:pt x="77" y="79"/>
                </a:cubicBezTo>
                <a:cubicBezTo>
                  <a:pt x="74" y="89"/>
                  <a:pt x="57" y="99"/>
                  <a:pt x="43" y="92"/>
                </a:cubicBezTo>
                <a:cubicBezTo>
                  <a:pt x="38" y="89"/>
                  <a:pt x="33" y="86"/>
                  <a:pt x="30" y="81"/>
                </a:cubicBezTo>
                <a:cubicBezTo>
                  <a:pt x="24" y="74"/>
                  <a:pt x="18" y="67"/>
                  <a:pt x="12" y="60"/>
                </a:cubicBezTo>
                <a:cubicBezTo>
                  <a:pt x="4" y="49"/>
                  <a:pt x="2" y="37"/>
                  <a:pt x="1" y="24"/>
                </a:cubicBezTo>
                <a:cubicBezTo>
                  <a:pt x="1" y="22"/>
                  <a:pt x="1" y="20"/>
                  <a:pt x="1" y="18"/>
                </a:cubicBezTo>
                <a:cubicBezTo>
                  <a:pt x="1" y="18"/>
                  <a:pt x="1" y="18"/>
                  <a:pt x="0" y="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F6BFB42F-C06A-4A65-A4F0-2BF8EC8DA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7552" y="552329"/>
            <a:ext cx="43908" cy="50751"/>
          </a:xfrm>
          <a:custGeom xmlns:a="http://schemas.openxmlformats.org/drawingml/2006/main">
            <a:gdLst>
              <a:gd name="T0" fmla="*/ 38 w 87"/>
              <a:gd name="T1" fmla="*/ 100 h 100"/>
              <a:gd name="T2" fmla="*/ 27 w 87"/>
              <a:gd name="T3" fmla="*/ 98 h 100"/>
              <a:gd name="T4" fmla="*/ 22 w 87"/>
              <a:gd name="T5" fmla="*/ 91 h 100"/>
              <a:gd name="T6" fmla="*/ 17 w 87"/>
              <a:gd name="T7" fmla="*/ 65 h 100"/>
              <a:gd name="T8" fmla="*/ 1 w 87"/>
              <a:gd name="T9" fmla="*/ 16 h 100"/>
              <a:gd name="T10" fmla="*/ 0 w 87"/>
              <a:gd name="T11" fmla="*/ 4 h 100"/>
              <a:gd name="T12" fmla="*/ 4 w 87"/>
              <a:gd name="T13" fmla="*/ 0 h 100"/>
              <a:gd name="T14" fmla="*/ 12 w 87"/>
              <a:gd name="T15" fmla="*/ 0 h 100"/>
              <a:gd name="T16" fmla="*/ 20 w 87"/>
              <a:gd name="T17" fmla="*/ 4 h 100"/>
              <a:gd name="T18" fmla="*/ 31 w 87"/>
              <a:gd name="T19" fmla="*/ 12 h 100"/>
              <a:gd name="T20" fmla="*/ 65 w 87"/>
              <a:gd name="T21" fmla="*/ 41 h 100"/>
              <a:gd name="T22" fmla="*/ 78 w 87"/>
              <a:gd name="T23" fmla="*/ 56 h 100"/>
              <a:gd name="T24" fmla="*/ 73 w 87"/>
              <a:gd name="T25" fmla="*/ 87 h 100"/>
              <a:gd name="T26" fmla="*/ 38 w 87"/>
              <a:gd name="T27" fmla="*/ 100 h 100"/>
            </a:gdLst>
            <a:rect l="0" t="0" r="r" b="b"/>
            <a:pathLst>
              <a:path w="87" h="100">
                <a:moveTo>
                  <a:pt x="38" y="100"/>
                </a:moveTo>
                <a:cubicBezTo>
                  <a:pt x="34" y="99"/>
                  <a:pt x="31" y="99"/>
                  <a:pt x="27" y="98"/>
                </a:cubicBezTo>
                <a:cubicBezTo>
                  <a:pt x="24" y="97"/>
                  <a:pt x="22" y="94"/>
                  <a:pt x="22" y="91"/>
                </a:cubicBezTo>
                <a:cubicBezTo>
                  <a:pt x="23" y="81"/>
                  <a:pt x="20" y="73"/>
                  <a:pt x="17" y="65"/>
                </a:cubicBezTo>
                <a:cubicBezTo>
                  <a:pt x="11" y="49"/>
                  <a:pt x="4" y="33"/>
                  <a:pt x="1" y="16"/>
                </a:cubicBezTo>
                <a:cubicBezTo>
                  <a:pt x="0" y="12"/>
                  <a:pt x="0" y="8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7" y="0"/>
                  <a:pt x="10" y="0"/>
                  <a:pt x="12" y="0"/>
                </a:cubicBezTo>
                <a:cubicBezTo>
                  <a:pt x="15" y="1"/>
                  <a:pt x="18" y="2"/>
                  <a:pt x="20" y="4"/>
                </a:cubicBezTo>
                <a:cubicBezTo>
                  <a:pt x="24" y="7"/>
                  <a:pt x="28" y="9"/>
                  <a:pt x="31" y="12"/>
                </a:cubicBezTo>
                <a:cubicBezTo>
                  <a:pt x="42" y="22"/>
                  <a:pt x="54" y="31"/>
                  <a:pt x="65" y="41"/>
                </a:cubicBezTo>
                <a:cubicBezTo>
                  <a:pt x="70" y="45"/>
                  <a:pt x="74" y="51"/>
                  <a:pt x="78" y="56"/>
                </a:cubicBezTo>
                <a:cubicBezTo>
                  <a:pt x="87" y="69"/>
                  <a:pt x="85" y="78"/>
                  <a:pt x="73" y="87"/>
                </a:cubicBezTo>
                <a:cubicBezTo>
                  <a:pt x="64" y="95"/>
                  <a:pt x="50" y="100"/>
                  <a:pt x="38" y="1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9" name="Freeform 36">
            <a:extLst xmlns:a="http://schemas.openxmlformats.org/drawingml/2006/main">
              <a:ext uri="{FF2B5EF4-FFF2-40B4-BE49-F238E27FC236}">
                <a16:creationId xmlns:a16="http://schemas.microsoft.com/office/drawing/2014/main" id="{D64F5F08-0435-4311-92C1-E7DE75AA1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3006" y="481619"/>
            <a:ext cx="22809" cy="43908"/>
          </a:xfrm>
          <a:custGeom xmlns:a="http://schemas.openxmlformats.org/drawingml/2006/main">
            <a:gdLst>
              <a:gd name="T0" fmla="*/ 6 w 44"/>
              <a:gd name="T1" fmla="*/ 57 h 87"/>
              <a:gd name="T2" fmla="*/ 2 w 44"/>
              <a:gd name="T3" fmla="*/ 8 h 87"/>
              <a:gd name="T4" fmla="*/ 3 w 44"/>
              <a:gd name="T5" fmla="*/ 2 h 87"/>
              <a:gd name="T6" fmla="*/ 10 w 44"/>
              <a:gd name="T7" fmla="*/ 2 h 87"/>
              <a:gd name="T8" fmla="*/ 15 w 44"/>
              <a:gd name="T9" fmla="*/ 6 h 87"/>
              <a:gd name="T10" fmla="*/ 29 w 44"/>
              <a:gd name="T11" fmla="*/ 22 h 87"/>
              <a:gd name="T12" fmla="*/ 39 w 44"/>
              <a:gd name="T13" fmla="*/ 36 h 87"/>
              <a:gd name="T14" fmla="*/ 43 w 44"/>
              <a:gd name="T15" fmla="*/ 52 h 87"/>
              <a:gd name="T16" fmla="*/ 38 w 44"/>
              <a:gd name="T17" fmla="*/ 74 h 87"/>
              <a:gd name="T18" fmla="*/ 16 w 44"/>
              <a:gd name="T19" fmla="*/ 87 h 87"/>
              <a:gd name="T20" fmla="*/ 8 w 44"/>
              <a:gd name="T21" fmla="*/ 81 h 87"/>
              <a:gd name="T22" fmla="*/ 6 w 44"/>
              <a:gd name="T23" fmla="*/ 65 h 87"/>
              <a:gd name="T24" fmla="*/ 6 w 44"/>
              <a:gd name="T25" fmla="*/ 57 h 87"/>
            </a:gdLst>
            <a:rect l="0" t="0" r="r" b="b"/>
            <a:pathLst>
              <a:path w="44" h="87">
                <a:moveTo>
                  <a:pt x="6" y="57"/>
                </a:moveTo>
                <a:cubicBezTo>
                  <a:pt x="7" y="39"/>
                  <a:pt x="5" y="23"/>
                  <a:pt x="2" y="8"/>
                </a:cubicBezTo>
                <a:cubicBezTo>
                  <a:pt x="1" y="6"/>
                  <a:pt x="0" y="3"/>
                  <a:pt x="3" y="2"/>
                </a:cubicBezTo>
                <a:cubicBezTo>
                  <a:pt x="5" y="0"/>
                  <a:pt x="7" y="0"/>
                  <a:pt x="10" y="2"/>
                </a:cubicBezTo>
                <a:cubicBezTo>
                  <a:pt x="12" y="3"/>
                  <a:pt x="14" y="4"/>
                  <a:pt x="15" y="6"/>
                </a:cubicBezTo>
                <a:cubicBezTo>
                  <a:pt x="20" y="11"/>
                  <a:pt x="25" y="17"/>
                  <a:pt x="29" y="22"/>
                </a:cubicBezTo>
                <a:cubicBezTo>
                  <a:pt x="33" y="27"/>
                  <a:pt x="36" y="32"/>
                  <a:pt x="39" y="36"/>
                </a:cubicBezTo>
                <a:cubicBezTo>
                  <a:pt x="42" y="41"/>
                  <a:pt x="44" y="46"/>
                  <a:pt x="43" y="52"/>
                </a:cubicBezTo>
                <a:cubicBezTo>
                  <a:pt x="42" y="59"/>
                  <a:pt x="41" y="67"/>
                  <a:pt x="38" y="74"/>
                </a:cubicBezTo>
                <a:cubicBezTo>
                  <a:pt x="33" y="83"/>
                  <a:pt x="27" y="87"/>
                  <a:pt x="16" y="87"/>
                </a:cubicBezTo>
                <a:cubicBezTo>
                  <a:pt x="12" y="87"/>
                  <a:pt x="10" y="85"/>
                  <a:pt x="8" y="81"/>
                </a:cubicBezTo>
                <a:cubicBezTo>
                  <a:pt x="6" y="76"/>
                  <a:pt x="6" y="71"/>
                  <a:pt x="6" y="65"/>
                </a:cubicBezTo>
                <a:cubicBezTo>
                  <a:pt x="6" y="62"/>
                  <a:pt x="6" y="59"/>
                  <a:pt x="6" y="5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5" name="Freeform 8">
            <a:extLst xmlns:a="http://schemas.openxmlformats.org/drawingml/2006/main">
              <a:ext uri="{FF2B5EF4-FFF2-40B4-BE49-F238E27FC236}">
                <a16:creationId xmlns:a16="http://schemas.microsoft.com/office/drawing/2014/main" id="{484E0D2A-6242-49C4-A7EA-F96CDF51E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7780" y="329883"/>
            <a:ext cx="445930" cy="444892"/>
          </a:xfrm>
          <a:custGeom xmlns:a="http://schemas.openxmlformats.org/drawingml/2006/main"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Freeform 42">
            <a:extLst xmlns:a="http://schemas.openxmlformats.org/drawingml/2006/main">
              <a:ext uri="{FF2B5EF4-FFF2-40B4-BE49-F238E27FC236}">
                <a16:creationId xmlns:a16="http://schemas.microsoft.com/office/drawing/2014/main" id="{E1D9BF19-EA67-442A-84FA-0D5484E67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5990" y="387574"/>
            <a:ext cx="328990" cy="328471"/>
          </a:xfrm>
          <a:custGeom xmlns:a="http://schemas.openxmlformats.org/drawingml/2006/main"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7" name="Freeform 43">
            <a:extLst xmlns:a="http://schemas.openxmlformats.org/drawingml/2006/main">
              <a:ext uri="{FF2B5EF4-FFF2-40B4-BE49-F238E27FC236}">
                <a16:creationId xmlns:a16="http://schemas.microsoft.com/office/drawing/2014/main" id="{BBD0A431-6439-4456-92A7-BA9284F62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836" y="420317"/>
            <a:ext cx="36381" cy="43657"/>
          </a:xfrm>
          <a:custGeom xmlns:a="http://schemas.openxmlformats.org/drawingml/2006/main"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8" name="Freeform 44">
            <a:extLst xmlns:a="http://schemas.openxmlformats.org/drawingml/2006/main">
              <a:ext uri="{FF2B5EF4-FFF2-40B4-BE49-F238E27FC236}">
                <a16:creationId xmlns:a16="http://schemas.microsoft.com/office/drawing/2014/main" id="{8CC1BED6-1E18-4BB5-B3AE-7C45BF21A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451" y="502955"/>
            <a:ext cx="34822" cy="37420"/>
          </a:xfrm>
          <a:custGeom xmlns:a="http://schemas.openxmlformats.org/drawingml/2006/main"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9" name="Freeform 45">
            <a:extLst xmlns:a="http://schemas.openxmlformats.org/drawingml/2006/main">
              <a:ext uri="{FF2B5EF4-FFF2-40B4-BE49-F238E27FC236}">
                <a16:creationId xmlns:a16="http://schemas.microsoft.com/office/drawing/2014/main" id="{BE0279F4-439E-435C-BEC0-0CA99F4A4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0534" y="383416"/>
            <a:ext cx="37940" cy="40539"/>
          </a:xfrm>
          <a:custGeom xmlns:a="http://schemas.openxmlformats.org/drawingml/2006/main"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0" name="Freeform 46">
            <a:extLst xmlns:a="http://schemas.openxmlformats.org/drawingml/2006/main">
              <a:ext uri="{FF2B5EF4-FFF2-40B4-BE49-F238E27FC236}">
                <a16:creationId xmlns:a16="http://schemas.microsoft.com/office/drawing/2014/main" id="{B6769465-B8F2-4A8D-AB13-849DFCD1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451" y="561165"/>
            <a:ext cx="32743" cy="31184"/>
          </a:xfrm>
          <a:custGeom xmlns:a="http://schemas.openxmlformats.org/drawingml/2006/main"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1" name="Freeform 47">
            <a:extLst xmlns:a="http://schemas.openxmlformats.org/drawingml/2006/main">
              <a:ext uri="{FF2B5EF4-FFF2-40B4-BE49-F238E27FC236}">
                <a16:creationId xmlns:a16="http://schemas.microsoft.com/office/drawing/2014/main" id="{DD693BE1-4C64-41A8-9B35-4AB268A3D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2285" y="723322"/>
            <a:ext cx="22868" cy="32743"/>
          </a:xfrm>
          <a:custGeom xmlns:a="http://schemas.openxmlformats.org/drawingml/2006/main"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2" name="Freeform 48">
            <a:extLst xmlns:a="http://schemas.openxmlformats.org/drawingml/2006/main">
              <a:ext uri="{FF2B5EF4-FFF2-40B4-BE49-F238E27FC236}">
                <a16:creationId xmlns:a16="http://schemas.microsoft.com/office/drawing/2014/main" id="{20B4C57D-9BE6-4208-9B76-39A1FBA0C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8444" y="613138"/>
            <a:ext cx="33782" cy="29105"/>
          </a:xfrm>
          <a:custGeom xmlns:a="http://schemas.openxmlformats.org/drawingml/2006/main"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3" name="Freeform 49">
            <a:extLst xmlns:a="http://schemas.openxmlformats.org/drawingml/2006/main">
              <a:ext uri="{FF2B5EF4-FFF2-40B4-BE49-F238E27FC236}">
                <a16:creationId xmlns:a16="http://schemas.microsoft.com/office/drawing/2014/main" id="{06D967E9-5F7C-4F33-9734-267401D31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8194" y="415639"/>
            <a:ext cx="40019" cy="43657"/>
          </a:xfrm>
          <a:custGeom xmlns:a="http://schemas.openxmlformats.org/drawingml/2006/main"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4" name="Freeform 50">
            <a:extLst xmlns:a="http://schemas.openxmlformats.org/drawingml/2006/main">
              <a:ext uri="{FF2B5EF4-FFF2-40B4-BE49-F238E27FC236}">
                <a16:creationId xmlns:a16="http://schemas.microsoft.com/office/drawing/2014/main" id="{C9C865BF-0A1A-4435-9603-606FA7DEC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3113" y="709289"/>
            <a:ext cx="28065" cy="32223"/>
          </a:xfrm>
          <a:custGeom xmlns:a="http://schemas.openxmlformats.org/drawingml/2006/main"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5" name="Freeform 51">
            <a:extLst xmlns:a="http://schemas.openxmlformats.org/drawingml/2006/main">
              <a:ext uri="{FF2B5EF4-FFF2-40B4-BE49-F238E27FC236}">
                <a16:creationId xmlns:a16="http://schemas.microsoft.com/office/drawing/2014/main" id="{349AEEE5-07F2-4654-A730-EBABD0762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6135" y="379258"/>
            <a:ext cx="37940" cy="36901"/>
          </a:xfrm>
          <a:custGeom xmlns:a="http://schemas.openxmlformats.org/drawingml/2006/main"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6" name="Freeform 52">
            <a:extLst xmlns:a="http://schemas.openxmlformats.org/drawingml/2006/main">
              <a:ext uri="{FF2B5EF4-FFF2-40B4-BE49-F238E27FC236}">
                <a16:creationId xmlns:a16="http://schemas.microsoft.com/office/drawing/2014/main" id="{7AA8FDE0-EA90-4345-BAB1-F310C7AE2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8397" y="345475"/>
            <a:ext cx="30144" cy="32743"/>
          </a:xfrm>
          <a:custGeom xmlns:a="http://schemas.openxmlformats.org/drawingml/2006/main"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7" name="Freeform 53">
            <a:extLst xmlns:a="http://schemas.openxmlformats.org/drawingml/2006/main">
              <a:ext uri="{FF2B5EF4-FFF2-40B4-BE49-F238E27FC236}">
                <a16:creationId xmlns:a16="http://schemas.microsoft.com/office/drawing/2014/main" id="{C7CBFF56-1B70-4BEB-9764-E91149E7D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5298" y="723322"/>
            <a:ext cx="23387" cy="33262"/>
          </a:xfrm>
          <a:custGeom xmlns:a="http://schemas.openxmlformats.org/drawingml/2006/main"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8" name="Freeform 54">
            <a:extLst xmlns:a="http://schemas.openxmlformats.org/drawingml/2006/main">
              <a:ext uri="{FF2B5EF4-FFF2-40B4-BE49-F238E27FC236}">
                <a16:creationId xmlns:a16="http://schemas.microsoft.com/office/drawing/2014/main" id="{765D6152-120B-423A-9F5D-DD4331767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5" y="351712"/>
            <a:ext cx="31183" cy="35341"/>
          </a:xfrm>
          <a:custGeom xmlns:a="http://schemas.openxmlformats.org/drawingml/2006/main"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9" name="Freeform 55">
            <a:extLst xmlns:a="http://schemas.openxmlformats.org/drawingml/2006/main">
              <a:ext uri="{FF2B5EF4-FFF2-40B4-BE49-F238E27FC236}">
                <a16:creationId xmlns:a16="http://schemas.microsoft.com/office/drawing/2014/main" id="{B135FF99-C7FF-49E0-99A3-42544AF40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303" y="471251"/>
            <a:ext cx="36381" cy="29105"/>
          </a:xfrm>
          <a:custGeom xmlns:a="http://schemas.openxmlformats.org/drawingml/2006/main"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0" name="Freeform 56">
            <a:extLst xmlns:a="http://schemas.openxmlformats.org/drawingml/2006/main">
              <a:ext uri="{FF2B5EF4-FFF2-40B4-BE49-F238E27FC236}">
                <a16:creationId xmlns:a16="http://schemas.microsoft.com/office/drawing/2014/main" id="{A0904930-6555-4C89-95FF-0A4E8D972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823" y="607941"/>
            <a:ext cx="35861" cy="33262"/>
          </a:xfrm>
          <a:custGeom xmlns:a="http://schemas.openxmlformats.org/drawingml/2006/main"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1" name="Freeform 57">
            <a:extLst xmlns:a="http://schemas.openxmlformats.org/drawingml/2006/main">
              <a:ext uri="{FF2B5EF4-FFF2-40B4-BE49-F238E27FC236}">
                <a16:creationId xmlns:a16="http://schemas.microsoft.com/office/drawing/2014/main" id="{8CEE1706-D54D-450C-8840-2BF10E5FB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816" y="556487"/>
            <a:ext cx="31703" cy="28065"/>
          </a:xfrm>
          <a:custGeom xmlns:a="http://schemas.openxmlformats.org/drawingml/2006/main"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2" name="Freeform 58">
            <a:extLst xmlns:a="http://schemas.openxmlformats.org/drawingml/2006/main">
              <a:ext uri="{FF2B5EF4-FFF2-40B4-BE49-F238E27FC236}">
                <a16:creationId xmlns:a16="http://schemas.microsoft.com/office/drawing/2014/main" id="{0FF7952B-5A22-4A99-852A-B5369C7F0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8830" y="357949"/>
            <a:ext cx="28585" cy="35861"/>
          </a:xfrm>
          <a:custGeom xmlns:a="http://schemas.openxmlformats.org/drawingml/2006/main"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3" name="Freeform 59">
            <a:extLst xmlns:a="http://schemas.openxmlformats.org/drawingml/2006/main">
              <a:ext uri="{FF2B5EF4-FFF2-40B4-BE49-F238E27FC236}">
                <a16:creationId xmlns:a16="http://schemas.microsoft.com/office/drawing/2014/main" id="{72F55446-C92E-4B5F-8FDB-090BFF1A1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9484" y="461896"/>
            <a:ext cx="32743" cy="28585"/>
          </a:xfrm>
          <a:custGeom xmlns:a="http://schemas.openxmlformats.org/drawingml/2006/main"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4" name="Freeform 60">
            <a:extLst xmlns:a="http://schemas.openxmlformats.org/drawingml/2006/main">
              <a:ext uri="{FF2B5EF4-FFF2-40B4-BE49-F238E27FC236}">
                <a16:creationId xmlns:a16="http://schemas.microsoft.com/office/drawing/2014/main" id="{19ED9F34-D776-4873-A827-1BD5F71F7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297" y="515428"/>
            <a:ext cx="31703" cy="20789"/>
          </a:xfrm>
          <a:custGeom xmlns:a="http://schemas.openxmlformats.org/drawingml/2006/main"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5" name="Freeform 61">
            <a:extLst xmlns:a="http://schemas.openxmlformats.org/drawingml/2006/main">
              <a:ext uri="{FF2B5EF4-FFF2-40B4-BE49-F238E27FC236}">
                <a16:creationId xmlns:a16="http://schemas.microsoft.com/office/drawing/2014/main" id="{EBF256E0-9354-4CAF-BD2A-B66CF57A8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6212" y="349113"/>
            <a:ext cx="19230" cy="32223"/>
          </a:xfrm>
          <a:custGeom xmlns:a="http://schemas.openxmlformats.org/drawingml/2006/main"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6" name="Freeform 62">
            <a:extLst xmlns:a="http://schemas.openxmlformats.org/drawingml/2006/main">
              <a:ext uri="{FF2B5EF4-FFF2-40B4-BE49-F238E27FC236}">
                <a16:creationId xmlns:a16="http://schemas.microsoft.com/office/drawing/2014/main" id="{24739C3E-6010-4E09-A70E-85F49AB19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8753" y="711368"/>
            <a:ext cx="23907" cy="31184"/>
          </a:xfrm>
          <a:custGeom xmlns:a="http://schemas.openxmlformats.org/drawingml/2006/main"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7" name="Freeform 71">
            <a:extLst xmlns:a="http://schemas.openxmlformats.org/drawingml/2006/main">
              <a:ext uri="{FF2B5EF4-FFF2-40B4-BE49-F238E27FC236}">
                <a16:creationId xmlns:a16="http://schemas.microsoft.com/office/drawing/2014/main" id="{2126CAEF-9CE7-44FA-A0B4-8DC218E97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0023" y="401606"/>
            <a:ext cx="301445" cy="300925"/>
          </a:xfrm>
          <a:custGeom xmlns:a="http://schemas.openxmlformats.org/drawingml/2006/main"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8" name="直接连接符 177">
            <a:extLst xmlns:a="http://schemas.openxmlformats.org/drawingml/2006/main">
              <a:ext uri="{FF2B5EF4-FFF2-40B4-BE49-F238E27FC236}">
                <a16:creationId xmlns:a16="http://schemas.microsoft.com/office/drawing/2014/main" id="{E7557316-F132-4246-BC24-84DCA87CD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06" y="867990"/>
            <a:ext cx="2433027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6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79" name="直接连接符 178">
            <a:extLst xmlns:a="http://schemas.openxmlformats.org/drawingml/2006/main">
              <a:ext uri="{FF2B5EF4-FFF2-40B4-BE49-F238E27FC236}">
                <a16:creationId xmlns:a16="http://schemas.microsoft.com/office/drawing/2014/main" id="{0F5BEA7A-D6F6-4CFD-B43B-7602118F8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06" y="867990"/>
            <a:ext cx="589713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1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913B0278-9805-4AFE-8790-AEA56C38CBA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9005791" y="6394353"/>
            <a:ext cx="2743200" cy="2921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3" name="标题 1">
            <a:extLst xmlns:a="http://schemas.openxmlformats.org/drawingml/2006/main">
              <a:ext uri="{FF2B5EF4-FFF2-40B4-BE49-F238E27FC236}">
                <a16:creationId xmlns:a16="http://schemas.microsoft.com/office/drawing/2014/main" id="{DD9D744B-0FFF-47E7-BA0B-B8A6CA886FF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42913" y="243569"/>
            <a:ext cx="9056851" cy="61751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400" b="1" kern="1200" baseline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D469E2DD-B0A3-4981-BE43-4215E7EFF499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442913" y="944610"/>
            <a:ext cx="9056687" cy="381629"/>
          </a:xfr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marL="342900" marR="0" lvl="0" indent="-342900">
              <a:spcBef>
                <a:spcPct val="0"/>
              </a:spcBef>
              <a:spcAft>
                <a:spcPts val="0"/>
              </a:spcAft>
              <a:buClrTx/>
              <a:buSzTx/>
              <a:buNone/>
            </a:pPr>
          </a:p>
        </p:txBody>
      </p:sp>
      <p:sp>
        <p:nvSpPr>
          <p:cNvPr id="64" name="文本框 63">
            <a:extLst xmlns:a="http://schemas.openxmlformats.org/drawingml/2006/main">
              <a:ext uri="{FF2B5EF4-FFF2-40B4-BE49-F238E27FC236}">
                <a16:creationId xmlns:a16="http://schemas.microsoft.com/office/drawing/2014/main" id="{3914BE30-7620-4E0D-B62D-71F8AE68E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3" y="6394353"/>
            <a:ext cx="1545907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</p:sldLayout>
</file>

<file path=ppt/slideLayouts/slideLayout29.xml><?xml version="1.0" encoding="utf-8"?>
<p:sldLayout xmlns:p="http://schemas.openxmlformats.org/presentationml/2006/main" preserve="1" userDrawn="1">
  <p:cSld name="内容页-上下横线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8" name="Freeform 17">
            <a:extLst xmlns:a="http://schemas.openxmlformats.org/drawingml/2006/main">
              <a:ext uri="{FF2B5EF4-FFF2-40B4-BE49-F238E27FC236}">
                <a16:creationId xmlns:a16="http://schemas.microsoft.com/office/drawing/2014/main" id="{AA37DF71-4496-4B09-9DB7-DF75C63B6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8081" y="688617"/>
            <a:ext cx="64437" cy="68999"/>
          </a:xfrm>
          <a:custGeom xmlns:a="http://schemas.openxmlformats.org/drawingml/2006/main">
            <a:gdLst>
              <a:gd name="T0" fmla="*/ 34 w 127"/>
              <a:gd name="T1" fmla="*/ 71 h 136"/>
              <a:gd name="T2" fmla="*/ 34 w 127"/>
              <a:gd name="T3" fmla="*/ 81 h 136"/>
              <a:gd name="T4" fmla="*/ 34 w 127"/>
              <a:gd name="T5" fmla="*/ 114 h 136"/>
              <a:gd name="T6" fmla="*/ 35 w 127"/>
              <a:gd name="T7" fmla="*/ 122 h 136"/>
              <a:gd name="T8" fmla="*/ 40 w 127"/>
              <a:gd name="T9" fmla="*/ 127 h 136"/>
              <a:gd name="T10" fmla="*/ 49 w 127"/>
              <a:gd name="T11" fmla="*/ 128 h 136"/>
              <a:gd name="T12" fmla="*/ 49 w 127"/>
              <a:gd name="T13" fmla="*/ 135 h 136"/>
              <a:gd name="T14" fmla="*/ 1 w 127"/>
              <a:gd name="T15" fmla="*/ 135 h 136"/>
              <a:gd name="T16" fmla="*/ 0 w 127"/>
              <a:gd name="T17" fmla="*/ 132 h 136"/>
              <a:gd name="T18" fmla="*/ 0 w 127"/>
              <a:gd name="T19" fmla="*/ 128 h 136"/>
              <a:gd name="T20" fmla="*/ 9 w 127"/>
              <a:gd name="T21" fmla="*/ 127 h 136"/>
              <a:gd name="T22" fmla="*/ 16 w 127"/>
              <a:gd name="T23" fmla="*/ 120 h 136"/>
              <a:gd name="T24" fmla="*/ 17 w 127"/>
              <a:gd name="T25" fmla="*/ 111 h 136"/>
              <a:gd name="T26" fmla="*/ 17 w 127"/>
              <a:gd name="T27" fmla="*/ 22 h 136"/>
              <a:gd name="T28" fmla="*/ 16 w 127"/>
              <a:gd name="T29" fmla="*/ 15 h 136"/>
              <a:gd name="T30" fmla="*/ 9 w 127"/>
              <a:gd name="T31" fmla="*/ 9 h 136"/>
              <a:gd name="T32" fmla="*/ 0 w 127"/>
              <a:gd name="T33" fmla="*/ 8 h 136"/>
              <a:gd name="T34" fmla="*/ 0 w 127"/>
              <a:gd name="T35" fmla="*/ 1 h 136"/>
              <a:gd name="T36" fmla="*/ 4 w 127"/>
              <a:gd name="T37" fmla="*/ 0 h 136"/>
              <a:gd name="T38" fmla="*/ 71 w 127"/>
              <a:gd name="T39" fmla="*/ 0 h 136"/>
              <a:gd name="T40" fmla="*/ 94 w 127"/>
              <a:gd name="T41" fmla="*/ 4 h 136"/>
              <a:gd name="T42" fmla="*/ 116 w 127"/>
              <a:gd name="T43" fmla="*/ 32 h 136"/>
              <a:gd name="T44" fmla="*/ 97 w 127"/>
              <a:gd name="T45" fmla="*/ 66 h 136"/>
              <a:gd name="T46" fmla="*/ 80 w 127"/>
              <a:gd name="T47" fmla="*/ 70 h 136"/>
              <a:gd name="T48" fmla="*/ 71 w 127"/>
              <a:gd name="T49" fmla="*/ 71 h 136"/>
              <a:gd name="T50" fmla="*/ 73 w 127"/>
              <a:gd name="T51" fmla="*/ 75 h 136"/>
              <a:gd name="T52" fmla="*/ 104 w 127"/>
              <a:gd name="T53" fmla="*/ 114 h 136"/>
              <a:gd name="T54" fmla="*/ 105 w 127"/>
              <a:gd name="T55" fmla="*/ 116 h 136"/>
              <a:gd name="T56" fmla="*/ 127 w 127"/>
              <a:gd name="T57" fmla="*/ 128 h 136"/>
              <a:gd name="T58" fmla="*/ 127 w 127"/>
              <a:gd name="T59" fmla="*/ 135 h 136"/>
              <a:gd name="T60" fmla="*/ 116 w 127"/>
              <a:gd name="T61" fmla="*/ 135 h 136"/>
              <a:gd name="T62" fmla="*/ 102 w 127"/>
              <a:gd name="T63" fmla="*/ 136 h 136"/>
              <a:gd name="T64" fmla="*/ 96 w 127"/>
              <a:gd name="T65" fmla="*/ 132 h 136"/>
              <a:gd name="T66" fmla="*/ 59 w 127"/>
              <a:gd name="T67" fmla="*/ 82 h 136"/>
              <a:gd name="T68" fmla="*/ 52 w 127"/>
              <a:gd name="T69" fmla="*/ 73 h 136"/>
              <a:gd name="T70" fmla="*/ 49 w 127"/>
              <a:gd name="T71" fmla="*/ 71 h 136"/>
              <a:gd name="T72" fmla="*/ 34 w 127"/>
              <a:gd name="T73" fmla="*/ 71 h 136"/>
              <a:gd name="T74" fmla="*/ 34 w 127"/>
              <a:gd name="T75" fmla="*/ 61 h 136"/>
              <a:gd name="T76" fmla="*/ 36 w 127"/>
              <a:gd name="T77" fmla="*/ 62 h 136"/>
              <a:gd name="T78" fmla="*/ 66 w 127"/>
              <a:gd name="T79" fmla="*/ 62 h 136"/>
              <a:gd name="T80" fmla="*/ 82 w 127"/>
              <a:gd name="T81" fmla="*/ 59 h 136"/>
              <a:gd name="T82" fmla="*/ 96 w 127"/>
              <a:gd name="T83" fmla="*/ 44 h 136"/>
              <a:gd name="T84" fmla="*/ 96 w 127"/>
              <a:gd name="T85" fmla="*/ 29 h 136"/>
              <a:gd name="T86" fmla="*/ 81 w 127"/>
              <a:gd name="T87" fmla="*/ 12 h 136"/>
              <a:gd name="T88" fmla="*/ 70 w 127"/>
              <a:gd name="T89" fmla="*/ 11 h 136"/>
              <a:gd name="T90" fmla="*/ 37 w 127"/>
              <a:gd name="T91" fmla="*/ 11 h 136"/>
              <a:gd name="T92" fmla="*/ 34 w 127"/>
              <a:gd name="T93" fmla="*/ 11 h 136"/>
              <a:gd name="T94" fmla="*/ 34 w 127"/>
              <a:gd name="T95" fmla="*/ 61 h 136"/>
            </a:gdLst>
            <a:rect l="0" t="0" r="r" b="b"/>
            <a:pathLst>
              <a:path w="127" h="136">
                <a:moveTo>
                  <a:pt x="34" y="71"/>
                </a:moveTo>
                <a:cubicBezTo>
                  <a:pt x="34" y="75"/>
                  <a:pt x="34" y="78"/>
                  <a:pt x="34" y="81"/>
                </a:cubicBezTo>
                <a:cubicBezTo>
                  <a:pt x="34" y="92"/>
                  <a:pt x="34" y="103"/>
                  <a:pt x="34" y="114"/>
                </a:cubicBezTo>
                <a:cubicBezTo>
                  <a:pt x="34" y="117"/>
                  <a:pt x="34" y="119"/>
                  <a:pt x="35" y="122"/>
                </a:cubicBezTo>
                <a:cubicBezTo>
                  <a:pt x="35" y="125"/>
                  <a:pt x="37" y="127"/>
                  <a:pt x="40" y="127"/>
                </a:cubicBezTo>
                <a:cubicBezTo>
                  <a:pt x="43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1" y="135"/>
                </a:cubicBezTo>
                <a:cubicBezTo>
                  <a:pt x="0" y="134"/>
                  <a:pt x="0" y="133"/>
                  <a:pt x="0" y="132"/>
                </a:cubicBezTo>
                <a:cubicBezTo>
                  <a:pt x="0" y="131"/>
                  <a:pt x="0" y="130"/>
                  <a:pt x="0" y="128"/>
                </a:cubicBezTo>
                <a:cubicBezTo>
                  <a:pt x="3" y="128"/>
                  <a:pt x="6" y="128"/>
                  <a:pt x="9" y="127"/>
                </a:cubicBezTo>
                <a:cubicBezTo>
                  <a:pt x="14" y="126"/>
                  <a:pt x="15" y="125"/>
                  <a:pt x="16" y="120"/>
                </a:cubicBezTo>
                <a:cubicBezTo>
                  <a:pt x="16" y="117"/>
                  <a:pt x="17" y="114"/>
                  <a:pt x="17" y="111"/>
                </a:cubicBezTo>
                <a:cubicBezTo>
                  <a:pt x="17" y="81"/>
                  <a:pt x="17" y="52"/>
                  <a:pt x="17" y="22"/>
                </a:cubicBezTo>
                <a:cubicBezTo>
                  <a:pt x="17" y="20"/>
                  <a:pt x="16" y="17"/>
                  <a:pt x="16" y="15"/>
                </a:cubicBezTo>
                <a:cubicBezTo>
                  <a:pt x="15" y="11"/>
                  <a:pt x="13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2" y="1"/>
                  <a:pt x="3" y="0"/>
                  <a:pt x="4" y="0"/>
                </a:cubicBezTo>
                <a:cubicBezTo>
                  <a:pt x="26" y="0"/>
                  <a:pt x="49" y="0"/>
                  <a:pt x="71" y="0"/>
                </a:cubicBezTo>
                <a:cubicBezTo>
                  <a:pt x="79" y="0"/>
                  <a:pt x="86" y="1"/>
                  <a:pt x="94" y="4"/>
                </a:cubicBezTo>
                <a:cubicBezTo>
                  <a:pt x="108" y="9"/>
                  <a:pt x="115" y="18"/>
                  <a:pt x="116" y="32"/>
                </a:cubicBezTo>
                <a:cubicBezTo>
                  <a:pt x="117" y="48"/>
                  <a:pt x="110" y="60"/>
                  <a:pt x="97" y="66"/>
                </a:cubicBezTo>
                <a:cubicBezTo>
                  <a:pt x="91" y="68"/>
                  <a:pt x="86" y="70"/>
                  <a:pt x="80" y="70"/>
                </a:cubicBezTo>
                <a:cubicBezTo>
                  <a:pt x="77" y="70"/>
                  <a:pt x="74" y="71"/>
                  <a:pt x="71" y="71"/>
                </a:cubicBezTo>
                <a:cubicBezTo>
                  <a:pt x="72" y="73"/>
                  <a:pt x="73" y="74"/>
                  <a:pt x="73" y="75"/>
                </a:cubicBezTo>
                <a:cubicBezTo>
                  <a:pt x="84" y="88"/>
                  <a:pt x="94" y="101"/>
                  <a:pt x="104" y="114"/>
                </a:cubicBezTo>
                <a:cubicBezTo>
                  <a:pt x="105" y="115"/>
                  <a:pt x="105" y="115"/>
                  <a:pt x="105" y="116"/>
                </a:cubicBezTo>
                <a:cubicBezTo>
                  <a:pt x="111" y="122"/>
                  <a:pt x="117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24" y="135"/>
                  <a:pt x="120" y="135"/>
                  <a:pt x="116" y="135"/>
                </a:cubicBezTo>
                <a:cubicBezTo>
                  <a:pt x="111" y="135"/>
                  <a:pt x="107" y="135"/>
                  <a:pt x="102" y="136"/>
                </a:cubicBezTo>
                <a:cubicBezTo>
                  <a:pt x="99" y="136"/>
                  <a:pt x="97" y="134"/>
                  <a:pt x="96" y="132"/>
                </a:cubicBezTo>
                <a:cubicBezTo>
                  <a:pt x="83" y="115"/>
                  <a:pt x="71" y="99"/>
                  <a:pt x="59" y="82"/>
                </a:cubicBezTo>
                <a:cubicBezTo>
                  <a:pt x="57" y="79"/>
                  <a:pt x="54" y="76"/>
                  <a:pt x="52" y="73"/>
                </a:cubicBezTo>
                <a:cubicBezTo>
                  <a:pt x="51" y="72"/>
                  <a:pt x="50" y="71"/>
                  <a:pt x="49" y="71"/>
                </a:cubicBezTo>
                <a:cubicBezTo>
                  <a:pt x="44" y="71"/>
                  <a:pt x="39" y="71"/>
                  <a:pt x="34" y="71"/>
                </a:cubicBezTo>
                <a:close/>
                <a:moveTo>
                  <a:pt x="34" y="61"/>
                </a:moveTo>
                <a:cubicBezTo>
                  <a:pt x="35" y="62"/>
                  <a:pt x="36" y="62"/>
                  <a:pt x="36" y="62"/>
                </a:cubicBezTo>
                <a:cubicBezTo>
                  <a:pt x="46" y="62"/>
                  <a:pt x="56" y="62"/>
                  <a:pt x="66" y="62"/>
                </a:cubicBezTo>
                <a:cubicBezTo>
                  <a:pt x="72" y="61"/>
                  <a:pt x="77" y="60"/>
                  <a:pt x="82" y="59"/>
                </a:cubicBezTo>
                <a:cubicBezTo>
                  <a:pt x="90" y="56"/>
                  <a:pt x="94" y="51"/>
                  <a:pt x="96" y="44"/>
                </a:cubicBezTo>
                <a:cubicBezTo>
                  <a:pt x="96" y="39"/>
                  <a:pt x="97" y="34"/>
                  <a:pt x="96" y="29"/>
                </a:cubicBezTo>
                <a:cubicBezTo>
                  <a:pt x="95" y="20"/>
                  <a:pt x="90" y="15"/>
                  <a:pt x="81" y="12"/>
                </a:cubicBezTo>
                <a:cubicBezTo>
                  <a:pt x="77" y="11"/>
                  <a:pt x="74" y="11"/>
                  <a:pt x="70" y="11"/>
                </a:cubicBezTo>
                <a:cubicBezTo>
                  <a:pt x="59" y="10"/>
                  <a:pt x="48" y="11"/>
                  <a:pt x="37" y="11"/>
                </a:cubicBezTo>
                <a:cubicBezTo>
                  <a:pt x="36" y="11"/>
                  <a:pt x="35" y="11"/>
                  <a:pt x="34" y="11"/>
                </a:cubicBezTo>
                <a:cubicBezTo>
                  <a:pt x="34" y="28"/>
                  <a:pt x="34" y="44"/>
                  <a:pt x="34" y="61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9" name="Freeform 18">
            <a:extLst xmlns:a="http://schemas.openxmlformats.org/drawingml/2006/main">
              <a:ext uri="{FF2B5EF4-FFF2-40B4-BE49-F238E27FC236}">
                <a16:creationId xmlns:a16="http://schemas.microsoft.com/office/drawing/2014/main" id="{FA063C47-5032-496A-9645-15BAF5044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3581" y="688617"/>
            <a:ext cx="64437" cy="68429"/>
          </a:xfrm>
          <a:custGeom xmlns:a="http://schemas.openxmlformats.org/drawingml/2006/main">
            <a:gdLst>
              <a:gd name="T0" fmla="*/ 50 w 127"/>
              <a:gd name="T1" fmla="*/ 70 h 135"/>
              <a:gd name="T2" fmla="*/ 34 w 127"/>
              <a:gd name="T3" fmla="*/ 87 h 135"/>
              <a:gd name="T4" fmla="*/ 33 w 127"/>
              <a:gd name="T5" fmla="*/ 90 h 135"/>
              <a:gd name="T6" fmla="*/ 33 w 127"/>
              <a:gd name="T7" fmla="*/ 116 h 135"/>
              <a:gd name="T8" fmla="*/ 34 w 127"/>
              <a:gd name="T9" fmla="*/ 120 h 135"/>
              <a:gd name="T10" fmla="*/ 41 w 127"/>
              <a:gd name="T11" fmla="*/ 127 h 135"/>
              <a:gd name="T12" fmla="*/ 49 w 127"/>
              <a:gd name="T13" fmla="*/ 128 h 135"/>
              <a:gd name="T14" fmla="*/ 49 w 127"/>
              <a:gd name="T15" fmla="*/ 135 h 135"/>
              <a:gd name="T16" fmla="*/ 0 w 127"/>
              <a:gd name="T17" fmla="*/ 135 h 135"/>
              <a:gd name="T18" fmla="*/ 0 w 127"/>
              <a:gd name="T19" fmla="*/ 128 h 135"/>
              <a:gd name="T20" fmla="*/ 7 w 127"/>
              <a:gd name="T21" fmla="*/ 128 h 135"/>
              <a:gd name="T22" fmla="*/ 16 w 127"/>
              <a:gd name="T23" fmla="*/ 118 h 135"/>
              <a:gd name="T24" fmla="*/ 16 w 127"/>
              <a:gd name="T25" fmla="*/ 111 h 135"/>
              <a:gd name="T26" fmla="*/ 16 w 127"/>
              <a:gd name="T27" fmla="*/ 24 h 135"/>
              <a:gd name="T28" fmla="*/ 16 w 127"/>
              <a:gd name="T29" fmla="*/ 16 h 135"/>
              <a:gd name="T30" fmla="*/ 8 w 127"/>
              <a:gd name="T31" fmla="*/ 9 h 135"/>
              <a:gd name="T32" fmla="*/ 0 w 127"/>
              <a:gd name="T33" fmla="*/ 8 h 135"/>
              <a:gd name="T34" fmla="*/ 0 w 127"/>
              <a:gd name="T35" fmla="*/ 1 h 135"/>
              <a:gd name="T36" fmla="*/ 49 w 127"/>
              <a:gd name="T37" fmla="*/ 1 h 135"/>
              <a:gd name="T38" fmla="*/ 50 w 127"/>
              <a:gd name="T39" fmla="*/ 8 h 135"/>
              <a:gd name="T40" fmla="*/ 41 w 127"/>
              <a:gd name="T41" fmla="*/ 9 h 135"/>
              <a:gd name="T42" fmla="*/ 34 w 127"/>
              <a:gd name="T43" fmla="*/ 16 h 135"/>
              <a:gd name="T44" fmla="*/ 33 w 127"/>
              <a:gd name="T45" fmla="*/ 23 h 135"/>
              <a:gd name="T46" fmla="*/ 33 w 127"/>
              <a:gd name="T47" fmla="*/ 70 h 135"/>
              <a:gd name="T48" fmla="*/ 33 w 127"/>
              <a:gd name="T49" fmla="*/ 73 h 135"/>
              <a:gd name="T50" fmla="*/ 36 w 127"/>
              <a:gd name="T51" fmla="*/ 71 h 135"/>
              <a:gd name="T52" fmla="*/ 83 w 127"/>
              <a:gd name="T53" fmla="*/ 19 h 135"/>
              <a:gd name="T54" fmla="*/ 86 w 127"/>
              <a:gd name="T55" fmla="*/ 14 h 135"/>
              <a:gd name="T56" fmla="*/ 84 w 127"/>
              <a:gd name="T57" fmla="*/ 9 h 135"/>
              <a:gd name="T58" fmla="*/ 76 w 127"/>
              <a:gd name="T59" fmla="*/ 8 h 135"/>
              <a:gd name="T60" fmla="*/ 76 w 127"/>
              <a:gd name="T61" fmla="*/ 1 h 135"/>
              <a:gd name="T62" fmla="*/ 122 w 127"/>
              <a:gd name="T63" fmla="*/ 1 h 135"/>
              <a:gd name="T64" fmla="*/ 122 w 127"/>
              <a:gd name="T65" fmla="*/ 8 h 135"/>
              <a:gd name="T66" fmla="*/ 118 w 127"/>
              <a:gd name="T67" fmla="*/ 8 h 135"/>
              <a:gd name="T68" fmla="*/ 99 w 127"/>
              <a:gd name="T69" fmla="*/ 18 h 135"/>
              <a:gd name="T70" fmla="*/ 77 w 127"/>
              <a:gd name="T71" fmla="*/ 41 h 135"/>
              <a:gd name="T72" fmla="*/ 62 w 127"/>
              <a:gd name="T73" fmla="*/ 57 h 135"/>
              <a:gd name="T74" fmla="*/ 64 w 127"/>
              <a:gd name="T75" fmla="*/ 61 h 135"/>
              <a:gd name="T76" fmla="*/ 102 w 127"/>
              <a:gd name="T77" fmla="*/ 113 h 135"/>
              <a:gd name="T78" fmla="*/ 108 w 127"/>
              <a:gd name="T79" fmla="*/ 120 h 135"/>
              <a:gd name="T80" fmla="*/ 123 w 127"/>
              <a:gd name="T81" fmla="*/ 127 h 135"/>
              <a:gd name="T82" fmla="*/ 127 w 127"/>
              <a:gd name="T83" fmla="*/ 128 h 135"/>
              <a:gd name="T84" fmla="*/ 127 w 127"/>
              <a:gd name="T85" fmla="*/ 135 h 135"/>
              <a:gd name="T86" fmla="*/ 73 w 127"/>
              <a:gd name="T87" fmla="*/ 135 h 135"/>
              <a:gd name="T88" fmla="*/ 73 w 127"/>
              <a:gd name="T89" fmla="*/ 128 h 135"/>
              <a:gd name="T90" fmla="*/ 80 w 127"/>
              <a:gd name="T91" fmla="*/ 127 h 135"/>
              <a:gd name="T92" fmla="*/ 84 w 127"/>
              <a:gd name="T93" fmla="*/ 120 h 135"/>
              <a:gd name="T94" fmla="*/ 82 w 127"/>
              <a:gd name="T95" fmla="*/ 115 h 135"/>
              <a:gd name="T96" fmla="*/ 51 w 127"/>
              <a:gd name="T97" fmla="*/ 72 h 135"/>
              <a:gd name="T98" fmla="*/ 50 w 127"/>
              <a:gd name="T99" fmla="*/ 70 h 135"/>
            </a:gdLst>
            <a:rect l="0" t="0" r="r" b="b"/>
            <a:pathLst>
              <a:path w="127" h="135">
                <a:moveTo>
                  <a:pt x="50" y="70"/>
                </a:moveTo>
                <a:cubicBezTo>
                  <a:pt x="44" y="76"/>
                  <a:pt x="39" y="81"/>
                  <a:pt x="34" y="87"/>
                </a:cubicBezTo>
                <a:cubicBezTo>
                  <a:pt x="33" y="88"/>
                  <a:pt x="33" y="89"/>
                  <a:pt x="33" y="90"/>
                </a:cubicBezTo>
                <a:cubicBezTo>
                  <a:pt x="33" y="99"/>
                  <a:pt x="33" y="107"/>
                  <a:pt x="33" y="116"/>
                </a:cubicBezTo>
                <a:cubicBezTo>
                  <a:pt x="33" y="117"/>
                  <a:pt x="33" y="118"/>
                  <a:pt x="34" y="120"/>
                </a:cubicBezTo>
                <a:cubicBezTo>
                  <a:pt x="35" y="125"/>
                  <a:pt x="36" y="126"/>
                  <a:pt x="41" y="127"/>
                </a:cubicBezTo>
                <a:cubicBezTo>
                  <a:pt x="44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7" y="128"/>
                </a:cubicBezTo>
                <a:cubicBezTo>
                  <a:pt x="14" y="127"/>
                  <a:pt x="16" y="125"/>
                  <a:pt x="16" y="118"/>
                </a:cubicBezTo>
                <a:cubicBezTo>
                  <a:pt x="16" y="115"/>
                  <a:pt x="16" y="113"/>
                  <a:pt x="16" y="111"/>
                </a:cubicBezTo>
                <a:cubicBezTo>
                  <a:pt x="16" y="82"/>
                  <a:pt x="16" y="53"/>
                  <a:pt x="16" y="24"/>
                </a:cubicBezTo>
                <a:cubicBezTo>
                  <a:pt x="16" y="21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5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4" y="0"/>
                  <a:pt x="40" y="0"/>
                  <a:pt x="49" y="1"/>
                </a:cubicBezTo>
                <a:cubicBezTo>
                  <a:pt x="49" y="3"/>
                  <a:pt x="50" y="5"/>
                  <a:pt x="50" y="8"/>
                </a:cubicBezTo>
                <a:cubicBezTo>
                  <a:pt x="47" y="8"/>
                  <a:pt x="44" y="8"/>
                  <a:pt x="41" y="9"/>
                </a:cubicBezTo>
                <a:cubicBezTo>
                  <a:pt x="37" y="9"/>
                  <a:pt x="34" y="11"/>
                  <a:pt x="34" y="16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39"/>
                  <a:pt x="33" y="54"/>
                  <a:pt x="33" y="70"/>
                </a:cubicBezTo>
                <a:cubicBezTo>
                  <a:pt x="33" y="71"/>
                  <a:pt x="33" y="72"/>
                  <a:pt x="33" y="73"/>
                </a:cubicBezTo>
                <a:cubicBezTo>
                  <a:pt x="35" y="72"/>
                  <a:pt x="36" y="72"/>
                  <a:pt x="36" y="71"/>
                </a:cubicBezTo>
                <a:cubicBezTo>
                  <a:pt x="52" y="54"/>
                  <a:pt x="67" y="37"/>
                  <a:pt x="83" y="19"/>
                </a:cubicBezTo>
                <a:cubicBezTo>
                  <a:pt x="84" y="18"/>
                  <a:pt x="85" y="16"/>
                  <a:pt x="86" y="14"/>
                </a:cubicBezTo>
                <a:cubicBezTo>
                  <a:pt x="88" y="12"/>
                  <a:pt x="87" y="10"/>
                  <a:pt x="84" y="9"/>
                </a:cubicBezTo>
                <a:cubicBezTo>
                  <a:pt x="81" y="8"/>
                  <a:pt x="79" y="8"/>
                  <a:pt x="76" y="8"/>
                </a:cubicBezTo>
                <a:cubicBezTo>
                  <a:pt x="76" y="5"/>
                  <a:pt x="76" y="3"/>
                  <a:pt x="76" y="1"/>
                </a:cubicBezTo>
                <a:cubicBezTo>
                  <a:pt x="79" y="0"/>
                  <a:pt x="114" y="0"/>
                  <a:pt x="122" y="1"/>
                </a:cubicBezTo>
                <a:cubicBezTo>
                  <a:pt x="122" y="3"/>
                  <a:pt x="122" y="5"/>
                  <a:pt x="122" y="8"/>
                </a:cubicBezTo>
                <a:cubicBezTo>
                  <a:pt x="121" y="8"/>
                  <a:pt x="120" y="8"/>
                  <a:pt x="118" y="8"/>
                </a:cubicBezTo>
                <a:cubicBezTo>
                  <a:pt x="111" y="9"/>
                  <a:pt x="104" y="12"/>
                  <a:pt x="99" y="18"/>
                </a:cubicBezTo>
                <a:cubicBezTo>
                  <a:pt x="92" y="25"/>
                  <a:pt x="85" y="33"/>
                  <a:pt x="77" y="41"/>
                </a:cubicBezTo>
                <a:cubicBezTo>
                  <a:pt x="72" y="46"/>
                  <a:pt x="67" y="52"/>
                  <a:pt x="62" y="57"/>
                </a:cubicBezTo>
                <a:cubicBezTo>
                  <a:pt x="63" y="58"/>
                  <a:pt x="64" y="59"/>
                  <a:pt x="64" y="61"/>
                </a:cubicBezTo>
                <a:cubicBezTo>
                  <a:pt x="77" y="78"/>
                  <a:pt x="90" y="95"/>
                  <a:pt x="102" y="113"/>
                </a:cubicBezTo>
                <a:cubicBezTo>
                  <a:pt x="104" y="115"/>
                  <a:pt x="106" y="118"/>
                  <a:pt x="108" y="120"/>
                </a:cubicBezTo>
                <a:cubicBezTo>
                  <a:pt x="112" y="124"/>
                  <a:pt x="117" y="127"/>
                  <a:pt x="123" y="127"/>
                </a:cubicBezTo>
                <a:cubicBezTo>
                  <a:pt x="124" y="128"/>
                  <a:pt x="125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09" y="135"/>
                  <a:pt x="91" y="135"/>
                  <a:pt x="73" y="135"/>
                </a:cubicBezTo>
                <a:cubicBezTo>
                  <a:pt x="73" y="133"/>
                  <a:pt x="73" y="131"/>
                  <a:pt x="73" y="128"/>
                </a:cubicBezTo>
                <a:cubicBezTo>
                  <a:pt x="75" y="128"/>
                  <a:pt x="78" y="128"/>
                  <a:pt x="80" y="127"/>
                </a:cubicBezTo>
                <a:cubicBezTo>
                  <a:pt x="85" y="127"/>
                  <a:pt x="86" y="125"/>
                  <a:pt x="84" y="120"/>
                </a:cubicBezTo>
                <a:cubicBezTo>
                  <a:pt x="84" y="118"/>
                  <a:pt x="83" y="117"/>
                  <a:pt x="82" y="115"/>
                </a:cubicBezTo>
                <a:cubicBezTo>
                  <a:pt x="72" y="101"/>
                  <a:pt x="61" y="86"/>
                  <a:pt x="51" y="72"/>
                </a:cubicBezTo>
                <a:cubicBezTo>
                  <a:pt x="51" y="71"/>
                  <a:pt x="50" y="71"/>
                  <a:pt x="50" y="7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0" name="Freeform 19">
            <a:extLst xmlns:a="http://schemas.openxmlformats.org/drawingml/2006/main">
              <a:ext uri="{FF2B5EF4-FFF2-40B4-BE49-F238E27FC236}">
                <a16:creationId xmlns:a16="http://schemas.microsoft.com/office/drawing/2014/main" id="{D91F06D2-168E-494F-AD19-C9EC8BDC9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9719" y="688617"/>
            <a:ext cx="63867" cy="68429"/>
          </a:xfrm>
          <a:custGeom xmlns:a="http://schemas.openxmlformats.org/drawingml/2006/main">
            <a:gdLst>
              <a:gd name="T0" fmla="*/ 28 w 126"/>
              <a:gd name="T1" fmla="*/ 16 h 135"/>
              <a:gd name="T2" fmla="*/ 28 w 126"/>
              <a:gd name="T3" fmla="*/ 20 h 135"/>
              <a:gd name="T4" fmla="*/ 28 w 126"/>
              <a:gd name="T5" fmla="*/ 109 h 135"/>
              <a:gd name="T6" fmla="*/ 28 w 126"/>
              <a:gd name="T7" fmla="*/ 119 h 135"/>
              <a:gd name="T8" fmla="*/ 37 w 126"/>
              <a:gd name="T9" fmla="*/ 127 h 135"/>
              <a:gd name="T10" fmla="*/ 44 w 126"/>
              <a:gd name="T11" fmla="*/ 128 h 135"/>
              <a:gd name="T12" fmla="*/ 44 w 126"/>
              <a:gd name="T13" fmla="*/ 135 h 135"/>
              <a:gd name="T14" fmla="*/ 0 w 126"/>
              <a:gd name="T15" fmla="*/ 135 h 135"/>
              <a:gd name="T16" fmla="*/ 0 w 126"/>
              <a:gd name="T17" fmla="*/ 128 h 135"/>
              <a:gd name="T18" fmla="*/ 8 w 126"/>
              <a:gd name="T19" fmla="*/ 127 h 135"/>
              <a:gd name="T20" fmla="*/ 16 w 126"/>
              <a:gd name="T21" fmla="*/ 120 h 135"/>
              <a:gd name="T22" fmla="*/ 16 w 126"/>
              <a:gd name="T23" fmla="*/ 113 h 135"/>
              <a:gd name="T24" fmla="*/ 16 w 126"/>
              <a:gd name="T25" fmla="*/ 19 h 135"/>
              <a:gd name="T26" fmla="*/ 16 w 126"/>
              <a:gd name="T27" fmla="*/ 15 h 135"/>
              <a:gd name="T28" fmla="*/ 9 w 126"/>
              <a:gd name="T29" fmla="*/ 9 h 135"/>
              <a:gd name="T30" fmla="*/ 5 w 126"/>
              <a:gd name="T31" fmla="*/ 8 h 135"/>
              <a:gd name="T32" fmla="*/ 1 w 126"/>
              <a:gd name="T33" fmla="*/ 8 h 135"/>
              <a:gd name="T34" fmla="*/ 1 w 126"/>
              <a:gd name="T35" fmla="*/ 1 h 135"/>
              <a:gd name="T36" fmla="*/ 40 w 126"/>
              <a:gd name="T37" fmla="*/ 1 h 135"/>
              <a:gd name="T38" fmla="*/ 98 w 126"/>
              <a:gd name="T39" fmla="*/ 100 h 135"/>
              <a:gd name="T40" fmla="*/ 99 w 126"/>
              <a:gd name="T41" fmla="*/ 100 h 135"/>
              <a:gd name="T42" fmla="*/ 99 w 126"/>
              <a:gd name="T43" fmla="*/ 96 h 135"/>
              <a:gd name="T44" fmla="*/ 99 w 126"/>
              <a:gd name="T45" fmla="*/ 24 h 135"/>
              <a:gd name="T46" fmla="*/ 98 w 126"/>
              <a:gd name="T47" fmla="*/ 16 h 135"/>
              <a:gd name="T48" fmla="*/ 90 w 126"/>
              <a:gd name="T49" fmla="*/ 9 h 135"/>
              <a:gd name="T50" fmla="*/ 83 w 126"/>
              <a:gd name="T51" fmla="*/ 8 h 135"/>
              <a:gd name="T52" fmla="*/ 83 w 126"/>
              <a:gd name="T53" fmla="*/ 1 h 135"/>
              <a:gd name="T54" fmla="*/ 126 w 126"/>
              <a:gd name="T55" fmla="*/ 1 h 135"/>
              <a:gd name="T56" fmla="*/ 126 w 126"/>
              <a:gd name="T57" fmla="*/ 8 h 135"/>
              <a:gd name="T58" fmla="*/ 119 w 126"/>
              <a:gd name="T59" fmla="*/ 9 h 135"/>
              <a:gd name="T60" fmla="*/ 111 w 126"/>
              <a:gd name="T61" fmla="*/ 16 h 135"/>
              <a:gd name="T62" fmla="*/ 110 w 126"/>
              <a:gd name="T63" fmla="*/ 27 h 135"/>
              <a:gd name="T64" fmla="*/ 110 w 126"/>
              <a:gd name="T65" fmla="*/ 129 h 135"/>
              <a:gd name="T66" fmla="*/ 110 w 126"/>
              <a:gd name="T67" fmla="*/ 135 h 135"/>
              <a:gd name="T68" fmla="*/ 99 w 126"/>
              <a:gd name="T69" fmla="*/ 135 h 135"/>
              <a:gd name="T70" fmla="*/ 29 w 126"/>
              <a:gd name="T71" fmla="*/ 15 h 135"/>
              <a:gd name="T72" fmla="*/ 28 w 126"/>
              <a:gd name="T73" fmla="*/ 16 h 135"/>
            </a:gdLst>
            <a:rect l="0" t="0" r="r" b="b"/>
            <a:pathLst>
              <a:path w="126" h="135">
                <a:moveTo>
                  <a:pt x="28" y="16"/>
                </a:moveTo>
                <a:cubicBezTo>
                  <a:pt x="28" y="17"/>
                  <a:pt x="28" y="19"/>
                  <a:pt x="28" y="20"/>
                </a:cubicBezTo>
                <a:cubicBezTo>
                  <a:pt x="28" y="50"/>
                  <a:pt x="28" y="79"/>
                  <a:pt x="28" y="109"/>
                </a:cubicBezTo>
                <a:cubicBezTo>
                  <a:pt x="28" y="112"/>
                  <a:pt x="28" y="115"/>
                  <a:pt x="28" y="119"/>
                </a:cubicBezTo>
                <a:cubicBezTo>
                  <a:pt x="29" y="124"/>
                  <a:pt x="31" y="126"/>
                  <a:pt x="37" y="127"/>
                </a:cubicBezTo>
                <a:cubicBezTo>
                  <a:pt x="39" y="127"/>
                  <a:pt x="41" y="128"/>
                  <a:pt x="44" y="128"/>
                </a:cubicBezTo>
                <a:cubicBezTo>
                  <a:pt x="44" y="130"/>
                  <a:pt x="44" y="133"/>
                  <a:pt x="44" y="135"/>
                </a:cubicBezTo>
                <a:cubicBezTo>
                  <a:pt x="29" y="135"/>
                  <a:pt x="15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5" y="127"/>
                  <a:pt x="8" y="127"/>
                </a:cubicBezTo>
                <a:cubicBezTo>
                  <a:pt x="12" y="127"/>
                  <a:pt x="15" y="124"/>
                  <a:pt x="16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0"/>
                  <a:pt x="16" y="19"/>
                </a:cubicBezTo>
                <a:cubicBezTo>
                  <a:pt x="16" y="18"/>
                  <a:pt x="16" y="17"/>
                  <a:pt x="16" y="15"/>
                </a:cubicBezTo>
                <a:cubicBezTo>
                  <a:pt x="16" y="11"/>
                  <a:pt x="14" y="9"/>
                  <a:pt x="9" y="9"/>
                </a:cubicBezTo>
                <a:cubicBezTo>
                  <a:pt x="8" y="8"/>
                  <a:pt x="7" y="8"/>
                  <a:pt x="5" y="8"/>
                </a:cubicBezTo>
                <a:cubicBezTo>
                  <a:pt x="4" y="8"/>
                  <a:pt x="2" y="8"/>
                  <a:pt x="1" y="8"/>
                </a:cubicBezTo>
                <a:cubicBezTo>
                  <a:pt x="1" y="5"/>
                  <a:pt x="1" y="3"/>
                  <a:pt x="1" y="1"/>
                </a:cubicBezTo>
                <a:cubicBezTo>
                  <a:pt x="14" y="1"/>
                  <a:pt x="27" y="1"/>
                  <a:pt x="40" y="1"/>
                </a:cubicBezTo>
                <a:cubicBezTo>
                  <a:pt x="59" y="34"/>
                  <a:pt x="79" y="67"/>
                  <a:pt x="98" y="100"/>
                </a:cubicBezTo>
                <a:cubicBezTo>
                  <a:pt x="98" y="100"/>
                  <a:pt x="99" y="100"/>
                  <a:pt x="99" y="100"/>
                </a:cubicBezTo>
                <a:cubicBezTo>
                  <a:pt x="99" y="99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1"/>
                  <a:pt x="99" y="19"/>
                  <a:pt x="98" y="16"/>
                </a:cubicBezTo>
                <a:cubicBezTo>
                  <a:pt x="97" y="12"/>
                  <a:pt x="94" y="9"/>
                  <a:pt x="90" y="9"/>
                </a:cubicBezTo>
                <a:cubicBezTo>
                  <a:pt x="88" y="8"/>
                  <a:pt x="86" y="8"/>
                  <a:pt x="83" y="8"/>
                </a:cubicBezTo>
                <a:cubicBezTo>
                  <a:pt x="83" y="5"/>
                  <a:pt x="83" y="3"/>
                  <a:pt x="83" y="1"/>
                </a:cubicBezTo>
                <a:cubicBezTo>
                  <a:pt x="87" y="0"/>
                  <a:pt x="115" y="0"/>
                  <a:pt x="126" y="1"/>
                </a:cubicBezTo>
                <a:cubicBezTo>
                  <a:pt x="126" y="3"/>
                  <a:pt x="126" y="5"/>
                  <a:pt x="126" y="8"/>
                </a:cubicBezTo>
                <a:cubicBezTo>
                  <a:pt x="124" y="8"/>
                  <a:pt x="122" y="8"/>
                  <a:pt x="119" y="9"/>
                </a:cubicBezTo>
                <a:cubicBezTo>
                  <a:pt x="115" y="9"/>
                  <a:pt x="112" y="12"/>
                  <a:pt x="111" y="16"/>
                </a:cubicBezTo>
                <a:cubicBezTo>
                  <a:pt x="111" y="20"/>
                  <a:pt x="110" y="23"/>
                  <a:pt x="110" y="27"/>
                </a:cubicBezTo>
                <a:cubicBezTo>
                  <a:pt x="110" y="61"/>
                  <a:pt x="110" y="95"/>
                  <a:pt x="110" y="129"/>
                </a:cubicBezTo>
                <a:cubicBezTo>
                  <a:pt x="110" y="131"/>
                  <a:pt x="110" y="133"/>
                  <a:pt x="110" y="135"/>
                </a:cubicBezTo>
                <a:cubicBezTo>
                  <a:pt x="106" y="135"/>
                  <a:pt x="103" y="135"/>
                  <a:pt x="99" y="135"/>
                </a:cubicBezTo>
                <a:cubicBezTo>
                  <a:pt x="76" y="95"/>
                  <a:pt x="52" y="55"/>
                  <a:pt x="29" y="15"/>
                </a:cubicBezTo>
                <a:cubicBezTo>
                  <a:pt x="28" y="15"/>
                  <a:pt x="28" y="15"/>
                  <a:pt x="28" y="16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2" name="Freeform 20">
            <a:extLst xmlns:a="http://schemas.openxmlformats.org/drawingml/2006/main">
              <a:ext uri="{FF2B5EF4-FFF2-40B4-BE49-F238E27FC236}">
                <a16:creationId xmlns:a16="http://schemas.microsoft.com/office/drawing/2014/main" id="{80C429D8-8E4B-4C2F-83ED-DEB6B9F2E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9652" y="688617"/>
            <a:ext cx="62726" cy="68429"/>
          </a:xfrm>
          <a:custGeom xmlns:a="http://schemas.openxmlformats.org/drawingml/2006/main">
            <a:gdLst>
              <a:gd name="T0" fmla="*/ 0 w 124"/>
              <a:gd name="T1" fmla="*/ 8 h 135"/>
              <a:gd name="T2" fmla="*/ 0 w 124"/>
              <a:gd name="T3" fmla="*/ 1 h 135"/>
              <a:gd name="T4" fmla="*/ 105 w 124"/>
              <a:gd name="T5" fmla="*/ 1 h 135"/>
              <a:gd name="T6" fmla="*/ 117 w 124"/>
              <a:gd name="T7" fmla="*/ 35 h 135"/>
              <a:gd name="T8" fmla="*/ 110 w 124"/>
              <a:gd name="T9" fmla="*/ 39 h 135"/>
              <a:gd name="T10" fmla="*/ 107 w 124"/>
              <a:gd name="T11" fmla="*/ 33 h 135"/>
              <a:gd name="T12" fmla="*/ 78 w 124"/>
              <a:gd name="T13" fmla="*/ 11 h 135"/>
              <a:gd name="T14" fmla="*/ 34 w 124"/>
              <a:gd name="T15" fmla="*/ 11 h 135"/>
              <a:gd name="T16" fmla="*/ 34 w 124"/>
              <a:gd name="T17" fmla="*/ 61 h 135"/>
              <a:gd name="T18" fmla="*/ 55 w 124"/>
              <a:gd name="T19" fmla="*/ 60 h 135"/>
              <a:gd name="T20" fmla="*/ 69 w 124"/>
              <a:gd name="T21" fmla="*/ 45 h 135"/>
              <a:gd name="T22" fmla="*/ 70 w 124"/>
              <a:gd name="T23" fmla="*/ 36 h 135"/>
              <a:gd name="T24" fmla="*/ 78 w 124"/>
              <a:gd name="T25" fmla="*/ 36 h 135"/>
              <a:gd name="T26" fmla="*/ 78 w 124"/>
              <a:gd name="T27" fmla="*/ 95 h 135"/>
              <a:gd name="T28" fmla="*/ 74 w 124"/>
              <a:gd name="T29" fmla="*/ 95 h 135"/>
              <a:gd name="T30" fmla="*/ 70 w 124"/>
              <a:gd name="T31" fmla="*/ 95 h 135"/>
              <a:gd name="T32" fmla="*/ 70 w 124"/>
              <a:gd name="T33" fmla="*/ 88 h 135"/>
              <a:gd name="T34" fmla="*/ 68 w 124"/>
              <a:gd name="T35" fmla="*/ 81 h 135"/>
              <a:gd name="T36" fmla="*/ 58 w 124"/>
              <a:gd name="T37" fmla="*/ 71 h 135"/>
              <a:gd name="T38" fmla="*/ 34 w 124"/>
              <a:gd name="T39" fmla="*/ 70 h 135"/>
              <a:gd name="T40" fmla="*/ 33 w 124"/>
              <a:gd name="T41" fmla="*/ 74 h 135"/>
              <a:gd name="T42" fmla="*/ 33 w 124"/>
              <a:gd name="T43" fmla="*/ 115 h 135"/>
              <a:gd name="T44" fmla="*/ 43 w 124"/>
              <a:gd name="T45" fmla="*/ 125 h 135"/>
              <a:gd name="T46" fmla="*/ 69 w 124"/>
              <a:gd name="T47" fmla="*/ 125 h 135"/>
              <a:gd name="T48" fmla="*/ 112 w 124"/>
              <a:gd name="T49" fmla="*/ 97 h 135"/>
              <a:gd name="T50" fmla="*/ 115 w 124"/>
              <a:gd name="T51" fmla="*/ 90 h 135"/>
              <a:gd name="T52" fmla="*/ 124 w 124"/>
              <a:gd name="T53" fmla="*/ 93 h 135"/>
              <a:gd name="T54" fmla="*/ 109 w 124"/>
              <a:gd name="T55" fmla="*/ 135 h 135"/>
              <a:gd name="T56" fmla="*/ 0 w 124"/>
              <a:gd name="T57" fmla="*/ 135 h 135"/>
              <a:gd name="T58" fmla="*/ 0 w 124"/>
              <a:gd name="T59" fmla="*/ 128 h 135"/>
              <a:gd name="T60" fmla="*/ 8 w 124"/>
              <a:gd name="T61" fmla="*/ 127 h 135"/>
              <a:gd name="T62" fmla="*/ 15 w 124"/>
              <a:gd name="T63" fmla="*/ 120 h 135"/>
              <a:gd name="T64" fmla="*/ 16 w 124"/>
              <a:gd name="T65" fmla="*/ 113 h 135"/>
              <a:gd name="T66" fmla="*/ 16 w 124"/>
              <a:gd name="T67" fmla="*/ 21 h 135"/>
              <a:gd name="T68" fmla="*/ 16 w 124"/>
              <a:gd name="T69" fmla="*/ 16 h 135"/>
              <a:gd name="T70" fmla="*/ 8 w 124"/>
              <a:gd name="T71" fmla="*/ 9 h 135"/>
              <a:gd name="T72" fmla="*/ 4 w 124"/>
              <a:gd name="T73" fmla="*/ 8 h 135"/>
              <a:gd name="T74" fmla="*/ 0 w 124"/>
              <a:gd name="T75" fmla="*/ 8 h 135"/>
            </a:gdLst>
            <a:rect l="0" t="0" r="r" b="b"/>
            <a:pathLst>
              <a:path w="124" h="135">
                <a:moveTo>
                  <a:pt x="0" y="8"/>
                </a:moveTo>
                <a:cubicBezTo>
                  <a:pt x="0" y="5"/>
                  <a:pt x="0" y="3"/>
                  <a:pt x="0" y="1"/>
                </a:cubicBezTo>
                <a:cubicBezTo>
                  <a:pt x="3" y="0"/>
                  <a:pt x="98" y="0"/>
                  <a:pt x="105" y="1"/>
                </a:cubicBezTo>
                <a:cubicBezTo>
                  <a:pt x="109" y="12"/>
                  <a:pt x="113" y="24"/>
                  <a:pt x="117" y="35"/>
                </a:cubicBezTo>
                <a:cubicBezTo>
                  <a:pt x="115" y="37"/>
                  <a:pt x="112" y="38"/>
                  <a:pt x="110" y="39"/>
                </a:cubicBezTo>
                <a:cubicBezTo>
                  <a:pt x="109" y="36"/>
                  <a:pt x="108" y="35"/>
                  <a:pt x="107" y="33"/>
                </a:cubicBezTo>
                <a:cubicBezTo>
                  <a:pt x="101" y="20"/>
                  <a:pt x="92" y="13"/>
                  <a:pt x="78" y="11"/>
                </a:cubicBezTo>
                <a:cubicBezTo>
                  <a:pt x="63" y="10"/>
                  <a:pt x="48" y="11"/>
                  <a:pt x="34" y="11"/>
                </a:cubicBezTo>
                <a:cubicBezTo>
                  <a:pt x="33" y="15"/>
                  <a:pt x="33" y="55"/>
                  <a:pt x="34" y="61"/>
                </a:cubicBezTo>
                <a:cubicBezTo>
                  <a:pt x="41" y="61"/>
                  <a:pt x="48" y="61"/>
                  <a:pt x="55" y="60"/>
                </a:cubicBezTo>
                <a:cubicBezTo>
                  <a:pt x="64" y="59"/>
                  <a:pt x="68" y="54"/>
                  <a:pt x="69" y="45"/>
                </a:cubicBezTo>
                <a:cubicBezTo>
                  <a:pt x="70" y="42"/>
                  <a:pt x="70" y="39"/>
                  <a:pt x="70" y="36"/>
                </a:cubicBezTo>
                <a:cubicBezTo>
                  <a:pt x="73" y="36"/>
                  <a:pt x="75" y="36"/>
                  <a:pt x="78" y="36"/>
                </a:cubicBezTo>
                <a:cubicBezTo>
                  <a:pt x="78" y="56"/>
                  <a:pt x="78" y="75"/>
                  <a:pt x="78" y="95"/>
                </a:cubicBezTo>
                <a:cubicBezTo>
                  <a:pt x="77" y="95"/>
                  <a:pt x="76" y="95"/>
                  <a:pt x="74" y="95"/>
                </a:cubicBezTo>
                <a:cubicBezTo>
                  <a:pt x="73" y="95"/>
                  <a:pt x="72" y="95"/>
                  <a:pt x="70" y="95"/>
                </a:cubicBezTo>
                <a:cubicBezTo>
                  <a:pt x="70" y="93"/>
                  <a:pt x="70" y="90"/>
                  <a:pt x="70" y="88"/>
                </a:cubicBezTo>
                <a:cubicBezTo>
                  <a:pt x="69" y="86"/>
                  <a:pt x="69" y="83"/>
                  <a:pt x="68" y="81"/>
                </a:cubicBezTo>
                <a:cubicBezTo>
                  <a:pt x="67" y="75"/>
                  <a:pt x="64" y="72"/>
                  <a:pt x="58" y="71"/>
                </a:cubicBezTo>
                <a:cubicBezTo>
                  <a:pt x="50" y="69"/>
                  <a:pt x="42" y="70"/>
                  <a:pt x="34" y="70"/>
                </a:cubicBezTo>
                <a:cubicBezTo>
                  <a:pt x="33" y="72"/>
                  <a:pt x="33" y="73"/>
                  <a:pt x="33" y="74"/>
                </a:cubicBezTo>
                <a:cubicBezTo>
                  <a:pt x="33" y="88"/>
                  <a:pt x="33" y="102"/>
                  <a:pt x="33" y="115"/>
                </a:cubicBezTo>
                <a:cubicBezTo>
                  <a:pt x="33" y="124"/>
                  <a:pt x="34" y="125"/>
                  <a:pt x="43" y="125"/>
                </a:cubicBezTo>
                <a:cubicBezTo>
                  <a:pt x="52" y="125"/>
                  <a:pt x="60" y="125"/>
                  <a:pt x="69" y="125"/>
                </a:cubicBezTo>
                <a:cubicBezTo>
                  <a:pt x="89" y="125"/>
                  <a:pt x="104" y="115"/>
                  <a:pt x="112" y="97"/>
                </a:cubicBezTo>
                <a:cubicBezTo>
                  <a:pt x="113" y="95"/>
                  <a:pt x="114" y="93"/>
                  <a:pt x="115" y="90"/>
                </a:cubicBezTo>
                <a:cubicBezTo>
                  <a:pt x="118" y="91"/>
                  <a:pt x="121" y="92"/>
                  <a:pt x="124" y="93"/>
                </a:cubicBezTo>
                <a:cubicBezTo>
                  <a:pt x="119" y="108"/>
                  <a:pt x="114" y="121"/>
                  <a:pt x="109" y="135"/>
                </a:cubicBezTo>
                <a:cubicBezTo>
                  <a:pt x="73" y="135"/>
                  <a:pt x="3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6" y="128"/>
                  <a:pt x="8" y="127"/>
                </a:cubicBezTo>
                <a:cubicBezTo>
                  <a:pt x="13" y="126"/>
                  <a:pt x="15" y="125"/>
                  <a:pt x="15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20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7" y="9"/>
                  <a:pt x="6" y="8"/>
                  <a:pt x="4" y="8"/>
                </a:cubicBezTo>
                <a:cubicBezTo>
                  <a:pt x="3" y="8"/>
                  <a:pt x="2" y="8"/>
                  <a:pt x="0" y="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3" name="Freeform 21">
            <a:extLst xmlns:a="http://schemas.openxmlformats.org/drawingml/2006/main">
              <a:ext uri="{FF2B5EF4-FFF2-40B4-BE49-F238E27FC236}">
                <a16:creationId xmlns:a16="http://schemas.microsoft.com/office/drawing/2014/main" id="{D50D37FC-6CD4-41F1-BC03-BCB424E97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5152" y="689187"/>
            <a:ext cx="62726" cy="67859"/>
          </a:xfrm>
          <a:custGeom xmlns:a="http://schemas.openxmlformats.org/drawingml/2006/main">
            <a:gdLst>
              <a:gd name="T0" fmla="*/ 33 w 123"/>
              <a:gd name="T1" fmla="*/ 60 h 134"/>
              <a:gd name="T2" fmla="*/ 55 w 123"/>
              <a:gd name="T3" fmla="*/ 59 h 134"/>
              <a:gd name="T4" fmla="*/ 68 w 123"/>
              <a:gd name="T5" fmla="*/ 45 h 134"/>
              <a:gd name="T6" fmla="*/ 70 w 123"/>
              <a:gd name="T7" fmla="*/ 35 h 134"/>
              <a:gd name="T8" fmla="*/ 77 w 123"/>
              <a:gd name="T9" fmla="*/ 35 h 134"/>
              <a:gd name="T10" fmla="*/ 77 w 123"/>
              <a:gd name="T11" fmla="*/ 94 h 134"/>
              <a:gd name="T12" fmla="*/ 75 w 123"/>
              <a:gd name="T13" fmla="*/ 94 h 134"/>
              <a:gd name="T14" fmla="*/ 70 w 123"/>
              <a:gd name="T15" fmla="*/ 94 h 134"/>
              <a:gd name="T16" fmla="*/ 69 w 123"/>
              <a:gd name="T17" fmla="*/ 83 h 134"/>
              <a:gd name="T18" fmla="*/ 54 w 123"/>
              <a:gd name="T19" fmla="*/ 69 h 134"/>
              <a:gd name="T20" fmla="*/ 33 w 123"/>
              <a:gd name="T21" fmla="*/ 69 h 134"/>
              <a:gd name="T22" fmla="*/ 33 w 123"/>
              <a:gd name="T23" fmla="*/ 73 h 134"/>
              <a:gd name="T24" fmla="*/ 33 w 123"/>
              <a:gd name="T25" fmla="*/ 114 h 134"/>
              <a:gd name="T26" fmla="*/ 43 w 123"/>
              <a:gd name="T27" fmla="*/ 124 h 134"/>
              <a:gd name="T28" fmla="*/ 68 w 123"/>
              <a:gd name="T29" fmla="*/ 124 h 134"/>
              <a:gd name="T30" fmla="*/ 112 w 123"/>
              <a:gd name="T31" fmla="*/ 96 h 134"/>
              <a:gd name="T32" fmla="*/ 115 w 123"/>
              <a:gd name="T33" fmla="*/ 90 h 134"/>
              <a:gd name="T34" fmla="*/ 115 w 123"/>
              <a:gd name="T35" fmla="*/ 90 h 134"/>
              <a:gd name="T36" fmla="*/ 123 w 123"/>
              <a:gd name="T37" fmla="*/ 92 h 134"/>
              <a:gd name="T38" fmla="*/ 109 w 123"/>
              <a:gd name="T39" fmla="*/ 134 h 134"/>
              <a:gd name="T40" fmla="*/ 0 w 123"/>
              <a:gd name="T41" fmla="*/ 134 h 134"/>
              <a:gd name="T42" fmla="*/ 0 w 123"/>
              <a:gd name="T43" fmla="*/ 127 h 134"/>
              <a:gd name="T44" fmla="*/ 8 w 123"/>
              <a:gd name="T45" fmla="*/ 126 h 134"/>
              <a:gd name="T46" fmla="*/ 15 w 123"/>
              <a:gd name="T47" fmla="*/ 120 h 134"/>
              <a:gd name="T48" fmla="*/ 16 w 123"/>
              <a:gd name="T49" fmla="*/ 113 h 134"/>
              <a:gd name="T50" fmla="*/ 16 w 123"/>
              <a:gd name="T51" fmla="*/ 20 h 134"/>
              <a:gd name="T52" fmla="*/ 5 w 123"/>
              <a:gd name="T53" fmla="*/ 7 h 134"/>
              <a:gd name="T54" fmla="*/ 0 w 123"/>
              <a:gd name="T55" fmla="*/ 7 h 134"/>
              <a:gd name="T56" fmla="*/ 0 w 123"/>
              <a:gd name="T57" fmla="*/ 0 h 134"/>
              <a:gd name="T58" fmla="*/ 105 w 123"/>
              <a:gd name="T59" fmla="*/ 0 h 134"/>
              <a:gd name="T60" fmla="*/ 117 w 123"/>
              <a:gd name="T61" fmla="*/ 35 h 134"/>
              <a:gd name="T62" fmla="*/ 109 w 123"/>
              <a:gd name="T63" fmla="*/ 38 h 134"/>
              <a:gd name="T64" fmla="*/ 107 w 123"/>
              <a:gd name="T65" fmla="*/ 34 h 134"/>
              <a:gd name="T66" fmla="*/ 105 w 123"/>
              <a:gd name="T67" fmla="*/ 29 h 134"/>
              <a:gd name="T68" fmla="*/ 78 w 123"/>
              <a:gd name="T69" fmla="*/ 11 h 134"/>
              <a:gd name="T70" fmla="*/ 42 w 123"/>
              <a:gd name="T71" fmla="*/ 10 h 134"/>
              <a:gd name="T72" fmla="*/ 33 w 123"/>
              <a:gd name="T73" fmla="*/ 10 h 134"/>
              <a:gd name="T74" fmla="*/ 33 w 123"/>
              <a:gd name="T75" fmla="*/ 60 h 134"/>
            </a:gdLst>
            <a:rect l="0" t="0" r="r" b="b"/>
            <a:pathLst>
              <a:path w="123" h="134">
                <a:moveTo>
                  <a:pt x="33" y="60"/>
                </a:moveTo>
                <a:cubicBezTo>
                  <a:pt x="41" y="60"/>
                  <a:pt x="48" y="61"/>
                  <a:pt x="55" y="59"/>
                </a:cubicBezTo>
                <a:cubicBezTo>
                  <a:pt x="63" y="57"/>
                  <a:pt x="67" y="53"/>
                  <a:pt x="68" y="45"/>
                </a:cubicBezTo>
                <a:cubicBezTo>
                  <a:pt x="69" y="42"/>
                  <a:pt x="69" y="39"/>
                  <a:pt x="70" y="35"/>
                </a:cubicBezTo>
                <a:cubicBezTo>
                  <a:pt x="72" y="35"/>
                  <a:pt x="75" y="35"/>
                  <a:pt x="77" y="35"/>
                </a:cubicBezTo>
                <a:cubicBezTo>
                  <a:pt x="77" y="55"/>
                  <a:pt x="77" y="74"/>
                  <a:pt x="77" y="94"/>
                </a:cubicBezTo>
                <a:cubicBezTo>
                  <a:pt x="76" y="94"/>
                  <a:pt x="75" y="94"/>
                  <a:pt x="75" y="94"/>
                </a:cubicBezTo>
                <a:cubicBezTo>
                  <a:pt x="73" y="94"/>
                  <a:pt x="71" y="94"/>
                  <a:pt x="70" y="94"/>
                </a:cubicBezTo>
                <a:cubicBezTo>
                  <a:pt x="69" y="90"/>
                  <a:pt x="69" y="86"/>
                  <a:pt x="69" y="83"/>
                </a:cubicBezTo>
                <a:cubicBezTo>
                  <a:pt x="67" y="74"/>
                  <a:pt x="63" y="70"/>
                  <a:pt x="54" y="69"/>
                </a:cubicBezTo>
                <a:cubicBezTo>
                  <a:pt x="47" y="69"/>
                  <a:pt x="40" y="69"/>
                  <a:pt x="33" y="69"/>
                </a:cubicBezTo>
                <a:cubicBezTo>
                  <a:pt x="33" y="71"/>
                  <a:pt x="33" y="72"/>
                  <a:pt x="33" y="73"/>
                </a:cubicBezTo>
                <a:cubicBezTo>
                  <a:pt x="33" y="87"/>
                  <a:pt x="33" y="101"/>
                  <a:pt x="33" y="114"/>
                </a:cubicBezTo>
                <a:cubicBezTo>
                  <a:pt x="33" y="123"/>
                  <a:pt x="34" y="124"/>
                  <a:pt x="43" y="124"/>
                </a:cubicBezTo>
                <a:cubicBezTo>
                  <a:pt x="51" y="124"/>
                  <a:pt x="60" y="124"/>
                  <a:pt x="68" y="124"/>
                </a:cubicBezTo>
                <a:cubicBezTo>
                  <a:pt x="89" y="124"/>
                  <a:pt x="103" y="114"/>
                  <a:pt x="112" y="96"/>
                </a:cubicBezTo>
                <a:cubicBezTo>
                  <a:pt x="113" y="94"/>
                  <a:pt x="114" y="92"/>
                  <a:pt x="115" y="90"/>
                </a:cubicBezTo>
                <a:cubicBezTo>
                  <a:pt x="115" y="90"/>
                  <a:pt x="115" y="90"/>
                  <a:pt x="115" y="90"/>
                </a:cubicBezTo>
                <a:cubicBezTo>
                  <a:pt x="118" y="90"/>
                  <a:pt x="120" y="91"/>
                  <a:pt x="123" y="92"/>
                </a:cubicBezTo>
                <a:cubicBezTo>
                  <a:pt x="118" y="107"/>
                  <a:pt x="113" y="120"/>
                  <a:pt x="109" y="134"/>
                </a:cubicBezTo>
                <a:cubicBezTo>
                  <a:pt x="72" y="134"/>
                  <a:pt x="3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6"/>
                  <a:pt x="8" y="126"/>
                </a:cubicBezTo>
                <a:cubicBezTo>
                  <a:pt x="12" y="126"/>
                  <a:pt x="14" y="124"/>
                  <a:pt x="15" y="120"/>
                </a:cubicBezTo>
                <a:cubicBezTo>
                  <a:pt x="15" y="118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0"/>
                  <a:pt x="14" y="8"/>
                  <a:pt x="5" y="7"/>
                </a:cubicBezTo>
                <a:cubicBezTo>
                  <a:pt x="3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34" y="0"/>
                  <a:pt x="69" y="0"/>
                  <a:pt x="105" y="0"/>
                </a:cubicBezTo>
                <a:cubicBezTo>
                  <a:pt x="109" y="11"/>
                  <a:pt x="112" y="22"/>
                  <a:pt x="117" y="35"/>
                </a:cubicBezTo>
                <a:cubicBezTo>
                  <a:pt x="114" y="36"/>
                  <a:pt x="112" y="37"/>
                  <a:pt x="109" y="38"/>
                </a:cubicBezTo>
                <a:cubicBezTo>
                  <a:pt x="108" y="36"/>
                  <a:pt x="108" y="35"/>
                  <a:pt x="107" y="34"/>
                </a:cubicBezTo>
                <a:cubicBezTo>
                  <a:pt x="107" y="32"/>
                  <a:pt x="106" y="31"/>
                  <a:pt x="105" y="29"/>
                </a:cubicBezTo>
                <a:cubicBezTo>
                  <a:pt x="100" y="18"/>
                  <a:pt x="90" y="11"/>
                  <a:pt x="78" y="11"/>
                </a:cubicBezTo>
                <a:cubicBezTo>
                  <a:pt x="66" y="10"/>
                  <a:pt x="54" y="10"/>
                  <a:pt x="42" y="10"/>
                </a:cubicBezTo>
                <a:cubicBezTo>
                  <a:pt x="39" y="10"/>
                  <a:pt x="36" y="10"/>
                  <a:pt x="33" y="10"/>
                </a:cubicBezTo>
                <a:cubicBezTo>
                  <a:pt x="33" y="26"/>
                  <a:pt x="33" y="43"/>
                  <a:pt x="33" y="6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Freeform 22">
            <a:extLst xmlns:a="http://schemas.openxmlformats.org/drawingml/2006/main">
              <a:ext uri="{FF2B5EF4-FFF2-40B4-BE49-F238E27FC236}">
                <a16:creationId xmlns:a16="http://schemas.microsoft.com/office/drawing/2014/main" id="{7751CE4E-167F-45CF-BF0C-6CDE2E9E4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3944" y="689187"/>
            <a:ext cx="63867" cy="67859"/>
          </a:xfrm>
          <a:custGeom xmlns:a="http://schemas.openxmlformats.org/drawingml/2006/main">
            <a:gdLst>
              <a:gd name="T0" fmla="*/ 43 w 126"/>
              <a:gd name="T1" fmla="*/ 134 h 134"/>
              <a:gd name="T2" fmla="*/ 0 w 126"/>
              <a:gd name="T3" fmla="*/ 134 h 134"/>
              <a:gd name="T4" fmla="*/ 0 w 126"/>
              <a:gd name="T5" fmla="*/ 127 h 134"/>
              <a:gd name="T6" fmla="*/ 7 w 126"/>
              <a:gd name="T7" fmla="*/ 126 h 134"/>
              <a:gd name="T8" fmla="*/ 16 w 126"/>
              <a:gd name="T9" fmla="*/ 118 h 134"/>
              <a:gd name="T10" fmla="*/ 16 w 126"/>
              <a:gd name="T11" fmla="*/ 110 h 134"/>
              <a:gd name="T12" fmla="*/ 16 w 126"/>
              <a:gd name="T13" fmla="*/ 18 h 134"/>
              <a:gd name="T14" fmla="*/ 5 w 126"/>
              <a:gd name="T15" fmla="*/ 7 h 134"/>
              <a:gd name="T16" fmla="*/ 0 w 126"/>
              <a:gd name="T17" fmla="*/ 7 h 134"/>
              <a:gd name="T18" fmla="*/ 0 w 126"/>
              <a:gd name="T19" fmla="*/ 0 h 134"/>
              <a:gd name="T20" fmla="*/ 40 w 126"/>
              <a:gd name="T21" fmla="*/ 0 h 134"/>
              <a:gd name="T22" fmla="*/ 98 w 126"/>
              <a:gd name="T23" fmla="*/ 100 h 134"/>
              <a:gd name="T24" fmla="*/ 99 w 126"/>
              <a:gd name="T25" fmla="*/ 96 h 134"/>
              <a:gd name="T26" fmla="*/ 99 w 126"/>
              <a:gd name="T27" fmla="*/ 24 h 134"/>
              <a:gd name="T28" fmla="*/ 98 w 126"/>
              <a:gd name="T29" fmla="*/ 17 h 134"/>
              <a:gd name="T30" fmla="*/ 89 w 126"/>
              <a:gd name="T31" fmla="*/ 7 h 134"/>
              <a:gd name="T32" fmla="*/ 83 w 126"/>
              <a:gd name="T33" fmla="*/ 7 h 134"/>
              <a:gd name="T34" fmla="*/ 83 w 126"/>
              <a:gd name="T35" fmla="*/ 4 h 134"/>
              <a:gd name="T36" fmla="*/ 83 w 126"/>
              <a:gd name="T37" fmla="*/ 0 h 134"/>
              <a:gd name="T38" fmla="*/ 125 w 126"/>
              <a:gd name="T39" fmla="*/ 0 h 134"/>
              <a:gd name="T40" fmla="*/ 126 w 126"/>
              <a:gd name="T41" fmla="*/ 3 h 134"/>
              <a:gd name="T42" fmla="*/ 126 w 126"/>
              <a:gd name="T43" fmla="*/ 7 h 134"/>
              <a:gd name="T44" fmla="*/ 120 w 126"/>
              <a:gd name="T45" fmla="*/ 7 h 134"/>
              <a:gd name="T46" fmla="*/ 110 w 126"/>
              <a:gd name="T47" fmla="*/ 16 h 134"/>
              <a:gd name="T48" fmla="*/ 110 w 126"/>
              <a:gd name="T49" fmla="*/ 26 h 134"/>
              <a:gd name="T50" fmla="*/ 110 w 126"/>
              <a:gd name="T51" fmla="*/ 128 h 134"/>
              <a:gd name="T52" fmla="*/ 110 w 126"/>
              <a:gd name="T53" fmla="*/ 134 h 134"/>
              <a:gd name="T54" fmla="*/ 98 w 126"/>
              <a:gd name="T55" fmla="*/ 134 h 134"/>
              <a:gd name="T56" fmla="*/ 28 w 126"/>
              <a:gd name="T57" fmla="*/ 14 h 134"/>
              <a:gd name="T58" fmla="*/ 28 w 126"/>
              <a:gd name="T59" fmla="*/ 14 h 134"/>
              <a:gd name="T60" fmla="*/ 27 w 126"/>
              <a:gd name="T61" fmla="*/ 17 h 134"/>
              <a:gd name="T62" fmla="*/ 27 w 126"/>
              <a:gd name="T63" fmla="*/ 110 h 134"/>
              <a:gd name="T64" fmla="*/ 28 w 126"/>
              <a:gd name="T65" fmla="*/ 118 h 134"/>
              <a:gd name="T66" fmla="*/ 36 w 126"/>
              <a:gd name="T67" fmla="*/ 126 h 134"/>
              <a:gd name="T68" fmla="*/ 43 w 126"/>
              <a:gd name="T69" fmla="*/ 127 h 134"/>
              <a:gd name="T70" fmla="*/ 43 w 126"/>
              <a:gd name="T71" fmla="*/ 134 h 134"/>
            </a:gdLst>
            <a:rect l="0" t="0" r="r" b="b"/>
            <a:pathLst>
              <a:path w="126" h="134">
                <a:moveTo>
                  <a:pt x="43" y="134"/>
                </a:moveTo>
                <a:cubicBezTo>
                  <a:pt x="29" y="134"/>
                  <a:pt x="14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7"/>
                  <a:pt x="7" y="126"/>
                </a:cubicBezTo>
                <a:cubicBezTo>
                  <a:pt x="13" y="125"/>
                  <a:pt x="15" y="123"/>
                  <a:pt x="16" y="118"/>
                </a:cubicBezTo>
                <a:cubicBezTo>
                  <a:pt x="16" y="115"/>
                  <a:pt x="16" y="113"/>
                  <a:pt x="16" y="110"/>
                </a:cubicBezTo>
                <a:cubicBezTo>
                  <a:pt x="16" y="80"/>
                  <a:pt x="16" y="49"/>
                  <a:pt x="16" y="18"/>
                </a:cubicBezTo>
                <a:cubicBezTo>
                  <a:pt x="16" y="9"/>
                  <a:pt x="14" y="8"/>
                  <a:pt x="5" y="7"/>
                </a:cubicBezTo>
                <a:cubicBezTo>
                  <a:pt x="4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3" y="0"/>
                  <a:pt x="26" y="0"/>
                  <a:pt x="40" y="0"/>
                </a:cubicBezTo>
                <a:cubicBezTo>
                  <a:pt x="59" y="33"/>
                  <a:pt x="78" y="66"/>
                  <a:pt x="98" y="100"/>
                </a:cubicBezTo>
                <a:cubicBezTo>
                  <a:pt x="98" y="98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2"/>
                  <a:pt x="99" y="19"/>
                  <a:pt x="98" y="17"/>
                </a:cubicBezTo>
                <a:cubicBezTo>
                  <a:pt x="97" y="11"/>
                  <a:pt x="95" y="8"/>
                  <a:pt x="89" y="7"/>
                </a:cubicBezTo>
                <a:cubicBezTo>
                  <a:pt x="87" y="7"/>
                  <a:pt x="85" y="7"/>
                  <a:pt x="83" y="7"/>
                </a:cubicBezTo>
                <a:cubicBezTo>
                  <a:pt x="83" y="6"/>
                  <a:pt x="83" y="5"/>
                  <a:pt x="83" y="4"/>
                </a:cubicBezTo>
                <a:cubicBezTo>
                  <a:pt x="83" y="2"/>
                  <a:pt x="83" y="1"/>
                  <a:pt x="83" y="0"/>
                </a:cubicBezTo>
                <a:cubicBezTo>
                  <a:pt x="97" y="0"/>
                  <a:pt x="111" y="0"/>
                  <a:pt x="125" y="0"/>
                </a:cubicBezTo>
                <a:cubicBezTo>
                  <a:pt x="125" y="1"/>
                  <a:pt x="126" y="2"/>
                  <a:pt x="126" y="3"/>
                </a:cubicBezTo>
                <a:cubicBezTo>
                  <a:pt x="126" y="4"/>
                  <a:pt x="126" y="5"/>
                  <a:pt x="126" y="7"/>
                </a:cubicBezTo>
                <a:cubicBezTo>
                  <a:pt x="124" y="7"/>
                  <a:pt x="122" y="7"/>
                  <a:pt x="120" y="7"/>
                </a:cubicBezTo>
                <a:cubicBezTo>
                  <a:pt x="114" y="8"/>
                  <a:pt x="111" y="11"/>
                  <a:pt x="110" y="16"/>
                </a:cubicBezTo>
                <a:cubicBezTo>
                  <a:pt x="110" y="20"/>
                  <a:pt x="110" y="23"/>
                  <a:pt x="110" y="26"/>
                </a:cubicBezTo>
                <a:cubicBezTo>
                  <a:pt x="110" y="60"/>
                  <a:pt x="110" y="94"/>
                  <a:pt x="110" y="128"/>
                </a:cubicBezTo>
                <a:cubicBezTo>
                  <a:pt x="110" y="130"/>
                  <a:pt x="110" y="132"/>
                  <a:pt x="110" y="134"/>
                </a:cubicBezTo>
                <a:cubicBezTo>
                  <a:pt x="106" y="134"/>
                  <a:pt x="102" y="134"/>
                  <a:pt x="98" y="134"/>
                </a:cubicBezTo>
                <a:cubicBezTo>
                  <a:pt x="75" y="94"/>
                  <a:pt x="52" y="54"/>
                  <a:pt x="28" y="14"/>
                </a:cubicBezTo>
                <a:cubicBezTo>
                  <a:pt x="28" y="14"/>
                  <a:pt x="28" y="14"/>
                  <a:pt x="28" y="14"/>
                </a:cubicBezTo>
                <a:cubicBezTo>
                  <a:pt x="27" y="15"/>
                  <a:pt x="27" y="16"/>
                  <a:pt x="27" y="17"/>
                </a:cubicBezTo>
                <a:cubicBezTo>
                  <a:pt x="27" y="48"/>
                  <a:pt x="27" y="79"/>
                  <a:pt x="27" y="110"/>
                </a:cubicBezTo>
                <a:cubicBezTo>
                  <a:pt x="27" y="113"/>
                  <a:pt x="27" y="116"/>
                  <a:pt x="28" y="118"/>
                </a:cubicBezTo>
                <a:cubicBezTo>
                  <a:pt x="29" y="123"/>
                  <a:pt x="31" y="125"/>
                  <a:pt x="36" y="126"/>
                </a:cubicBezTo>
                <a:cubicBezTo>
                  <a:pt x="38" y="126"/>
                  <a:pt x="41" y="127"/>
                  <a:pt x="43" y="127"/>
                </a:cubicBezTo>
                <a:cubicBezTo>
                  <a:pt x="43" y="129"/>
                  <a:pt x="43" y="132"/>
                  <a:pt x="43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Freeform 23">
            <a:extLst xmlns:a="http://schemas.openxmlformats.org/drawingml/2006/main">
              <a:ext uri="{FF2B5EF4-FFF2-40B4-BE49-F238E27FC236}">
                <a16:creationId xmlns:a16="http://schemas.microsoft.com/office/drawing/2014/main" id="{B37DE31C-D294-41F0-8E08-CF852436F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2943" y="686906"/>
            <a:ext cx="70710" cy="72991"/>
          </a:xfrm>
          <a:custGeom xmlns:a="http://schemas.openxmlformats.org/drawingml/2006/main">
            <a:gdLst>
              <a:gd name="T0" fmla="*/ 87 w 139"/>
              <a:gd name="T1" fmla="*/ 79 h 144"/>
              <a:gd name="T2" fmla="*/ 87 w 139"/>
              <a:gd name="T3" fmla="*/ 71 h 144"/>
              <a:gd name="T4" fmla="*/ 139 w 139"/>
              <a:gd name="T5" fmla="*/ 71 h 144"/>
              <a:gd name="T6" fmla="*/ 139 w 139"/>
              <a:gd name="T7" fmla="*/ 79 h 144"/>
              <a:gd name="T8" fmla="*/ 133 w 139"/>
              <a:gd name="T9" fmla="*/ 79 h 144"/>
              <a:gd name="T10" fmla="*/ 124 w 139"/>
              <a:gd name="T11" fmla="*/ 88 h 144"/>
              <a:gd name="T12" fmla="*/ 124 w 139"/>
              <a:gd name="T13" fmla="*/ 95 h 144"/>
              <a:gd name="T14" fmla="*/ 124 w 139"/>
              <a:gd name="T15" fmla="*/ 134 h 144"/>
              <a:gd name="T16" fmla="*/ 124 w 139"/>
              <a:gd name="T17" fmla="*/ 139 h 144"/>
              <a:gd name="T18" fmla="*/ 115 w 139"/>
              <a:gd name="T19" fmla="*/ 139 h 144"/>
              <a:gd name="T20" fmla="*/ 110 w 139"/>
              <a:gd name="T21" fmla="*/ 128 h 144"/>
              <a:gd name="T22" fmla="*/ 105 w 139"/>
              <a:gd name="T23" fmla="*/ 131 h 144"/>
              <a:gd name="T24" fmla="*/ 56 w 139"/>
              <a:gd name="T25" fmla="*/ 141 h 144"/>
              <a:gd name="T26" fmla="*/ 10 w 139"/>
              <a:gd name="T27" fmla="*/ 103 h 144"/>
              <a:gd name="T28" fmla="*/ 15 w 139"/>
              <a:gd name="T29" fmla="*/ 33 h 144"/>
              <a:gd name="T30" fmla="*/ 56 w 139"/>
              <a:gd name="T31" fmla="*/ 3 h 144"/>
              <a:gd name="T32" fmla="*/ 99 w 139"/>
              <a:gd name="T33" fmla="*/ 11 h 144"/>
              <a:gd name="T34" fmla="*/ 102 w 139"/>
              <a:gd name="T35" fmla="*/ 13 h 144"/>
              <a:gd name="T36" fmla="*/ 105 w 139"/>
              <a:gd name="T37" fmla="*/ 5 h 144"/>
              <a:gd name="T38" fmla="*/ 112 w 139"/>
              <a:gd name="T39" fmla="*/ 5 h 144"/>
              <a:gd name="T40" fmla="*/ 122 w 139"/>
              <a:gd name="T41" fmla="*/ 46 h 144"/>
              <a:gd name="T42" fmla="*/ 114 w 139"/>
              <a:gd name="T43" fmla="*/ 49 h 144"/>
              <a:gd name="T44" fmla="*/ 112 w 139"/>
              <a:gd name="T45" fmla="*/ 44 h 144"/>
              <a:gd name="T46" fmla="*/ 100 w 139"/>
              <a:gd name="T47" fmla="*/ 25 h 144"/>
              <a:gd name="T48" fmla="*/ 42 w 139"/>
              <a:gd name="T49" fmla="*/ 23 h 144"/>
              <a:gd name="T50" fmla="*/ 24 w 139"/>
              <a:gd name="T51" fmla="*/ 62 h 144"/>
              <a:gd name="T52" fmla="*/ 34 w 139"/>
              <a:gd name="T53" fmla="*/ 109 h 144"/>
              <a:gd name="T54" fmla="*/ 77 w 139"/>
              <a:gd name="T55" fmla="*/ 131 h 144"/>
              <a:gd name="T56" fmla="*/ 101 w 139"/>
              <a:gd name="T57" fmla="*/ 120 h 144"/>
              <a:gd name="T58" fmla="*/ 106 w 139"/>
              <a:gd name="T59" fmla="*/ 109 h 144"/>
              <a:gd name="T60" fmla="*/ 106 w 139"/>
              <a:gd name="T61" fmla="*/ 90 h 144"/>
              <a:gd name="T62" fmla="*/ 96 w 139"/>
              <a:gd name="T63" fmla="*/ 79 h 144"/>
              <a:gd name="T64" fmla="*/ 87 w 139"/>
              <a:gd name="T65" fmla="*/ 79 h 144"/>
            </a:gdLst>
            <a:rect l="0" t="0" r="r" b="b"/>
            <a:pathLst>
              <a:path w="139" h="144">
                <a:moveTo>
                  <a:pt x="87" y="79"/>
                </a:moveTo>
                <a:cubicBezTo>
                  <a:pt x="87" y="76"/>
                  <a:pt x="87" y="74"/>
                  <a:pt x="87" y="71"/>
                </a:cubicBezTo>
                <a:cubicBezTo>
                  <a:pt x="105" y="71"/>
                  <a:pt x="122" y="71"/>
                  <a:pt x="139" y="71"/>
                </a:cubicBezTo>
                <a:cubicBezTo>
                  <a:pt x="139" y="74"/>
                  <a:pt x="139" y="76"/>
                  <a:pt x="139" y="79"/>
                </a:cubicBezTo>
                <a:cubicBezTo>
                  <a:pt x="137" y="79"/>
                  <a:pt x="135" y="79"/>
                  <a:pt x="133" y="79"/>
                </a:cubicBezTo>
                <a:cubicBezTo>
                  <a:pt x="127" y="79"/>
                  <a:pt x="125" y="81"/>
                  <a:pt x="124" y="88"/>
                </a:cubicBezTo>
                <a:cubicBezTo>
                  <a:pt x="124" y="90"/>
                  <a:pt x="124" y="93"/>
                  <a:pt x="124" y="95"/>
                </a:cubicBezTo>
                <a:cubicBezTo>
                  <a:pt x="124" y="108"/>
                  <a:pt x="124" y="121"/>
                  <a:pt x="124" y="134"/>
                </a:cubicBezTo>
                <a:cubicBezTo>
                  <a:pt x="124" y="135"/>
                  <a:pt x="124" y="137"/>
                  <a:pt x="124" y="139"/>
                </a:cubicBezTo>
                <a:cubicBezTo>
                  <a:pt x="121" y="139"/>
                  <a:pt x="118" y="139"/>
                  <a:pt x="115" y="139"/>
                </a:cubicBezTo>
                <a:cubicBezTo>
                  <a:pt x="113" y="136"/>
                  <a:pt x="112" y="132"/>
                  <a:pt x="110" y="128"/>
                </a:cubicBezTo>
                <a:cubicBezTo>
                  <a:pt x="108" y="129"/>
                  <a:pt x="107" y="130"/>
                  <a:pt x="105" y="131"/>
                </a:cubicBezTo>
                <a:cubicBezTo>
                  <a:pt x="90" y="140"/>
                  <a:pt x="74" y="144"/>
                  <a:pt x="56" y="141"/>
                </a:cubicBezTo>
                <a:cubicBezTo>
                  <a:pt x="34" y="137"/>
                  <a:pt x="18" y="124"/>
                  <a:pt x="10" y="103"/>
                </a:cubicBezTo>
                <a:cubicBezTo>
                  <a:pt x="0" y="79"/>
                  <a:pt x="1" y="55"/>
                  <a:pt x="15" y="33"/>
                </a:cubicBezTo>
                <a:cubicBezTo>
                  <a:pt x="24" y="17"/>
                  <a:pt x="38" y="6"/>
                  <a:pt x="56" y="3"/>
                </a:cubicBezTo>
                <a:cubicBezTo>
                  <a:pt x="71" y="0"/>
                  <a:pt x="86" y="2"/>
                  <a:pt x="99" y="11"/>
                </a:cubicBezTo>
                <a:cubicBezTo>
                  <a:pt x="100" y="12"/>
                  <a:pt x="101" y="12"/>
                  <a:pt x="102" y="13"/>
                </a:cubicBezTo>
                <a:cubicBezTo>
                  <a:pt x="103" y="10"/>
                  <a:pt x="104" y="7"/>
                  <a:pt x="105" y="5"/>
                </a:cubicBezTo>
                <a:cubicBezTo>
                  <a:pt x="107" y="5"/>
                  <a:pt x="109" y="5"/>
                  <a:pt x="112" y="5"/>
                </a:cubicBezTo>
                <a:cubicBezTo>
                  <a:pt x="115" y="18"/>
                  <a:pt x="119" y="32"/>
                  <a:pt x="122" y="46"/>
                </a:cubicBezTo>
                <a:cubicBezTo>
                  <a:pt x="120" y="47"/>
                  <a:pt x="117" y="48"/>
                  <a:pt x="114" y="49"/>
                </a:cubicBezTo>
                <a:cubicBezTo>
                  <a:pt x="114" y="47"/>
                  <a:pt x="113" y="45"/>
                  <a:pt x="112" y="44"/>
                </a:cubicBezTo>
                <a:cubicBezTo>
                  <a:pt x="109" y="37"/>
                  <a:pt x="105" y="30"/>
                  <a:pt x="100" y="25"/>
                </a:cubicBezTo>
                <a:cubicBezTo>
                  <a:pt x="84" y="8"/>
                  <a:pt x="59" y="7"/>
                  <a:pt x="42" y="23"/>
                </a:cubicBezTo>
                <a:cubicBezTo>
                  <a:pt x="31" y="34"/>
                  <a:pt x="25" y="47"/>
                  <a:pt x="24" y="62"/>
                </a:cubicBezTo>
                <a:cubicBezTo>
                  <a:pt x="22" y="79"/>
                  <a:pt x="25" y="95"/>
                  <a:pt x="34" y="109"/>
                </a:cubicBezTo>
                <a:cubicBezTo>
                  <a:pt x="44" y="125"/>
                  <a:pt x="59" y="132"/>
                  <a:pt x="77" y="131"/>
                </a:cubicBezTo>
                <a:cubicBezTo>
                  <a:pt x="86" y="130"/>
                  <a:pt x="94" y="127"/>
                  <a:pt x="101" y="120"/>
                </a:cubicBezTo>
                <a:cubicBezTo>
                  <a:pt x="104" y="117"/>
                  <a:pt x="106" y="114"/>
                  <a:pt x="106" y="109"/>
                </a:cubicBezTo>
                <a:cubicBezTo>
                  <a:pt x="106" y="103"/>
                  <a:pt x="107" y="96"/>
                  <a:pt x="106" y="90"/>
                </a:cubicBezTo>
                <a:cubicBezTo>
                  <a:pt x="106" y="82"/>
                  <a:pt x="104" y="81"/>
                  <a:pt x="96" y="79"/>
                </a:cubicBezTo>
                <a:cubicBezTo>
                  <a:pt x="94" y="79"/>
                  <a:pt x="91" y="79"/>
                  <a:pt x="87" y="79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6" name="Freeform 25">
            <a:extLst xmlns:a="http://schemas.openxmlformats.org/drawingml/2006/main">
              <a:ext uri="{FF2B5EF4-FFF2-40B4-BE49-F238E27FC236}">
                <a16:creationId xmlns:a16="http://schemas.microsoft.com/office/drawing/2014/main" id="{8F54973A-25D6-4F87-BD5B-5C6C1F70E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081" y="688046"/>
            <a:ext cx="57594" cy="70710"/>
          </a:xfrm>
          <a:custGeom xmlns:a="http://schemas.openxmlformats.org/drawingml/2006/main">
            <a:gdLst>
              <a:gd name="T0" fmla="*/ 103 w 113"/>
              <a:gd name="T1" fmla="*/ 44 h 140"/>
              <a:gd name="T2" fmla="*/ 95 w 113"/>
              <a:gd name="T3" fmla="*/ 46 h 140"/>
              <a:gd name="T4" fmla="*/ 92 w 113"/>
              <a:gd name="T5" fmla="*/ 41 h 140"/>
              <a:gd name="T6" fmla="*/ 72 w 113"/>
              <a:gd name="T7" fmla="*/ 18 h 140"/>
              <a:gd name="T8" fmla="*/ 38 w 113"/>
              <a:gd name="T9" fmla="*/ 12 h 140"/>
              <a:gd name="T10" fmla="*/ 25 w 113"/>
              <a:gd name="T11" fmla="*/ 19 h 140"/>
              <a:gd name="T12" fmla="*/ 26 w 113"/>
              <a:gd name="T13" fmla="*/ 44 h 140"/>
              <a:gd name="T14" fmla="*/ 42 w 113"/>
              <a:gd name="T15" fmla="*/ 53 h 140"/>
              <a:gd name="T16" fmla="*/ 70 w 113"/>
              <a:gd name="T17" fmla="*/ 62 h 140"/>
              <a:gd name="T18" fmla="*/ 90 w 113"/>
              <a:gd name="T19" fmla="*/ 70 h 140"/>
              <a:gd name="T20" fmla="*/ 97 w 113"/>
              <a:gd name="T21" fmla="*/ 125 h 140"/>
              <a:gd name="T22" fmla="*/ 56 w 113"/>
              <a:gd name="T23" fmla="*/ 140 h 140"/>
              <a:gd name="T24" fmla="*/ 25 w 113"/>
              <a:gd name="T25" fmla="*/ 128 h 140"/>
              <a:gd name="T26" fmla="*/ 21 w 113"/>
              <a:gd name="T27" fmla="*/ 125 h 140"/>
              <a:gd name="T28" fmla="*/ 16 w 113"/>
              <a:gd name="T29" fmla="*/ 137 h 140"/>
              <a:gd name="T30" fmla="*/ 10 w 113"/>
              <a:gd name="T31" fmla="*/ 137 h 140"/>
              <a:gd name="T32" fmla="*/ 1 w 113"/>
              <a:gd name="T33" fmla="*/ 89 h 140"/>
              <a:gd name="T34" fmla="*/ 10 w 113"/>
              <a:gd name="T35" fmla="*/ 87 h 140"/>
              <a:gd name="T36" fmla="*/ 13 w 113"/>
              <a:gd name="T37" fmla="*/ 95 h 140"/>
              <a:gd name="T38" fmla="*/ 36 w 113"/>
              <a:gd name="T39" fmla="*/ 122 h 140"/>
              <a:gd name="T40" fmla="*/ 69 w 113"/>
              <a:gd name="T41" fmla="*/ 128 h 140"/>
              <a:gd name="T42" fmla="*/ 85 w 113"/>
              <a:gd name="T43" fmla="*/ 119 h 140"/>
              <a:gd name="T44" fmla="*/ 81 w 113"/>
              <a:gd name="T45" fmla="*/ 86 h 140"/>
              <a:gd name="T46" fmla="*/ 63 w 113"/>
              <a:gd name="T47" fmla="*/ 79 h 140"/>
              <a:gd name="T48" fmla="*/ 38 w 113"/>
              <a:gd name="T49" fmla="*/ 71 h 140"/>
              <a:gd name="T50" fmla="*/ 19 w 113"/>
              <a:gd name="T51" fmla="*/ 62 h 140"/>
              <a:gd name="T52" fmla="*/ 15 w 113"/>
              <a:gd name="T53" fmla="*/ 13 h 140"/>
              <a:gd name="T54" fmla="*/ 51 w 113"/>
              <a:gd name="T55" fmla="*/ 0 h 140"/>
              <a:gd name="T56" fmla="*/ 81 w 113"/>
              <a:gd name="T57" fmla="*/ 10 h 140"/>
              <a:gd name="T58" fmla="*/ 82 w 113"/>
              <a:gd name="T59" fmla="*/ 11 h 140"/>
              <a:gd name="T60" fmla="*/ 83 w 113"/>
              <a:gd name="T61" fmla="*/ 11 h 140"/>
              <a:gd name="T62" fmla="*/ 87 w 113"/>
              <a:gd name="T63" fmla="*/ 2 h 140"/>
              <a:gd name="T64" fmla="*/ 93 w 113"/>
              <a:gd name="T65" fmla="*/ 2 h 140"/>
              <a:gd name="T66" fmla="*/ 103 w 113"/>
              <a:gd name="T67" fmla="*/ 44 h 140"/>
            </a:gdLst>
            <a:rect l="0" t="0" r="r" b="b"/>
            <a:pathLst>
              <a:path w="113" h="140">
                <a:moveTo>
                  <a:pt x="103" y="44"/>
                </a:moveTo>
                <a:cubicBezTo>
                  <a:pt x="100" y="45"/>
                  <a:pt x="98" y="45"/>
                  <a:pt x="95" y="46"/>
                </a:cubicBezTo>
                <a:cubicBezTo>
                  <a:pt x="94" y="44"/>
                  <a:pt x="93" y="43"/>
                  <a:pt x="92" y="41"/>
                </a:cubicBezTo>
                <a:cubicBezTo>
                  <a:pt x="87" y="32"/>
                  <a:pt x="81" y="24"/>
                  <a:pt x="72" y="18"/>
                </a:cubicBezTo>
                <a:cubicBezTo>
                  <a:pt x="61" y="11"/>
                  <a:pt x="50" y="9"/>
                  <a:pt x="38" y="12"/>
                </a:cubicBezTo>
                <a:cubicBezTo>
                  <a:pt x="33" y="13"/>
                  <a:pt x="28" y="16"/>
                  <a:pt x="25" y="19"/>
                </a:cubicBezTo>
                <a:cubicBezTo>
                  <a:pt x="18" y="27"/>
                  <a:pt x="19" y="38"/>
                  <a:pt x="26" y="44"/>
                </a:cubicBezTo>
                <a:cubicBezTo>
                  <a:pt x="31" y="49"/>
                  <a:pt x="36" y="51"/>
                  <a:pt x="42" y="53"/>
                </a:cubicBezTo>
                <a:cubicBezTo>
                  <a:pt x="51" y="56"/>
                  <a:pt x="61" y="59"/>
                  <a:pt x="70" y="62"/>
                </a:cubicBezTo>
                <a:cubicBezTo>
                  <a:pt x="77" y="64"/>
                  <a:pt x="84" y="67"/>
                  <a:pt x="90" y="70"/>
                </a:cubicBezTo>
                <a:cubicBezTo>
                  <a:pt x="113" y="83"/>
                  <a:pt x="112" y="111"/>
                  <a:pt x="97" y="125"/>
                </a:cubicBezTo>
                <a:cubicBezTo>
                  <a:pt x="85" y="137"/>
                  <a:pt x="71" y="140"/>
                  <a:pt x="56" y="140"/>
                </a:cubicBezTo>
                <a:cubicBezTo>
                  <a:pt x="44" y="139"/>
                  <a:pt x="34" y="135"/>
                  <a:pt x="25" y="128"/>
                </a:cubicBezTo>
                <a:cubicBezTo>
                  <a:pt x="24" y="127"/>
                  <a:pt x="23" y="126"/>
                  <a:pt x="21" y="125"/>
                </a:cubicBezTo>
                <a:cubicBezTo>
                  <a:pt x="19" y="129"/>
                  <a:pt x="18" y="133"/>
                  <a:pt x="16" y="137"/>
                </a:cubicBezTo>
                <a:cubicBezTo>
                  <a:pt x="14" y="137"/>
                  <a:pt x="12" y="137"/>
                  <a:pt x="10" y="137"/>
                </a:cubicBezTo>
                <a:cubicBezTo>
                  <a:pt x="7" y="121"/>
                  <a:pt x="4" y="105"/>
                  <a:pt x="1" y="89"/>
                </a:cubicBezTo>
                <a:cubicBezTo>
                  <a:pt x="4" y="88"/>
                  <a:pt x="7" y="88"/>
                  <a:pt x="10" y="87"/>
                </a:cubicBezTo>
                <a:cubicBezTo>
                  <a:pt x="11" y="90"/>
                  <a:pt x="12" y="93"/>
                  <a:pt x="13" y="95"/>
                </a:cubicBezTo>
                <a:cubicBezTo>
                  <a:pt x="18" y="106"/>
                  <a:pt x="26" y="116"/>
                  <a:pt x="36" y="122"/>
                </a:cubicBezTo>
                <a:cubicBezTo>
                  <a:pt x="46" y="129"/>
                  <a:pt x="57" y="131"/>
                  <a:pt x="69" y="128"/>
                </a:cubicBezTo>
                <a:cubicBezTo>
                  <a:pt x="75" y="127"/>
                  <a:pt x="80" y="123"/>
                  <a:pt x="85" y="119"/>
                </a:cubicBezTo>
                <a:cubicBezTo>
                  <a:pt x="94" y="110"/>
                  <a:pt x="94" y="93"/>
                  <a:pt x="81" y="86"/>
                </a:cubicBezTo>
                <a:cubicBezTo>
                  <a:pt x="75" y="83"/>
                  <a:pt x="69" y="81"/>
                  <a:pt x="63" y="79"/>
                </a:cubicBezTo>
                <a:cubicBezTo>
                  <a:pt x="55" y="76"/>
                  <a:pt x="46" y="74"/>
                  <a:pt x="38" y="71"/>
                </a:cubicBezTo>
                <a:cubicBezTo>
                  <a:pt x="31" y="69"/>
                  <a:pt x="25" y="66"/>
                  <a:pt x="19" y="62"/>
                </a:cubicBezTo>
                <a:cubicBezTo>
                  <a:pt x="1" y="51"/>
                  <a:pt x="0" y="27"/>
                  <a:pt x="15" y="13"/>
                </a:cubicBezTo>
                <a:cubicBezTo>
                  <a:pt x="25" y="3"/>
                  <a:pt x="37" y="0"/>
                  <a:pt x="51" y="0"/>
                </a:cubicBezTo>
                <a:cubicBezTo>
                  <a:pt x="62" y="0"/>
                  <a:pt x="72" y="3"/>
                  <a:pt x="81" y="10"/>
                </a:cubicBezTo>
                <a:cubicBezTo>
                  <a:pt x="81" y="10"/>
                  <a:pt x="81" y="11"/>
                  <a:pt x="82" y="11"/>
                </a:cubicBezTo>
                <a:cubicBezTo>
                  <a:pt x="82" y="11"/>
                  <a:pt x="82" y="11"/>
                  <a:pt x="83" y="11"/>
                </a:cubicBezTo>
                <a:cubicBezTo>
                  <a:pt x="84" y="8"/>
                  <a:pt x="85" y="5"/>
                  <a:pt x="87" y="2"/>
                </a:cubicBezTo>
                <a:cubicBezTo>
                  <a:pt x="89" y="2"/>
                  <a:pt x="91" y="2"/>
                  <a:pt x="93" y="2"/>
                </a:cubicBezTo>
                <a:cubicBezTo>
                  <a:pt x="96" y="16"/>
                  <a:pt x="100" y="30"/>
                  <a:pt x="103" y="4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7" name="Freeform 27">
            <a:extLst xmlns:a="http://schemas.openxmlformats.org/drawingml/2006/main">
              <a:ext uri="{FF2B5EF4-FFF2-40B4-BE49-F238E27FC236}">
                <a16:creationId xmlns:a16="http://schemas.microsoft.com/office/drawing/2014/main" id="{0DA5DE67-3DF4-424A-A05E-E3F38369A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5846" y="688617"/>
            <a:ext cx="57594" cy="68429"/>
          </a:xfrm>
          <a:custGeom xmlns:a="http://schemas.openxmlformats.org/drawingml/2006/main">
            <a:gdLst>
              <a:gd name="T0" fmla="*/ 33 w 113"/>
              <a:gd name="T1" fmla="*/ 78 h 135"/>
              <a:gd name="T2" fmla="*/ 33 w 113"/>
              <a:gd name="T3" fmla="*/ 82 h 135"/>
              <a:gd name="T4" fmla="*/ 33 w 113"/>
              <a:gd name="T5" fmla="*/ 114 h 135"/>
              <a:gd name="T6" fmla="*/ 33 w 113"/>
              <a:gd name="T7" fmla="*/ 118 h 135"/>
              <a:gd name="T8" fmla="*/ 43 w 113"/>
              <a:gd name="T9" fmla="*/ 128 h 135"/>
              <a:gd name="T10" fmla="*/ 49 w 113"/>
              <a:gd name="T11" fmla="*/ 128 h 135"/>
              <a:gd name="T12" fmla="*/ 49 w 113"/>
              <a:gd name="T13" fmla="*/ 135 h 135"/>
              <a:gd name="T14" fmla="*/ 0 w 113"/>
              <a:gd name="T15" fmla="*/ 135 h 135"/>
              <a:gd name="T16" fmla="*/ 0 w 113"/>
              <a:gd name="T17" fmla="*/ 128 h 135"/>
              <a:gd name="T18" fmla="*/ 8 w 113"/>
              <a:gd name="T19" fmla="*/ 127 h 135"/>
              <a:gd name="T20" fmla="*/ 15 w 113"/>
              <a:gd name="T21" fmla="*/ 120 h 135"/>
              <a:gd name="T22" fmla="*/ 15 w 113"/>
              <a:gd name="T23" fmla="*/ 114 h 135"/>
              <a:gd name="T24" fmla="*/ 15 w 113"/>
              <a:gd name="T25" fmla="*/ 21 h 135"/>
              <a:gd name="T26" fmla="*/ 15 w 113"/>
              <a:gd name="T27" fmla="*/ 14 h 135"/>
              <a:gd name="T28" fmla="*/ 9 w 113"/>
              <a:gd name="T29" fmla="*/ 9 h 135"/>
              <a:gd name="T30" fmla="*/ 0 w 113"/>
              <a:gd name="T31" fmla="*/ 8 h 135"/>
              <a:gd name="T32" fmla="*/ 0 w 113"/>
              <a:gd name="T33" fmla="*/ 1 h 135"/>
              <a:gd name="T34" fmla="*/ 4 w 113"/>
              <a:gd name="T35" fmla="*/ 0 h 135"/>
              <a:gd name="T36" fmla="*/ 56 w 113"/>
              <a:gd name="T37" fmla="*/ 0 h 135"/>
              <a:gd name="T38" fmla="*/ 73 w 113"/>
              <a:gd name="T39" fmla="*/ 1 h 135"/>
              <a:gd name="T40" fmla="*/ 106 w 113"/>
              <a:gd name="T41" fmla="*/ 50 h 135"/>
              <a:gd name="T42" fmla="*/ 78 w 113"/>
              <a:gd name="T43" fmla="*/ 76 h 135"/>
              <a:gd name="T44" fmla="*/ 55 w 113"/>
              <a:gd name="T45" fmla="*/ 78 h 135"/>
              <a:gd name="T46" fmla="*/ 33 w 113"/>
              <a:gd name="T47" fmla="*/ 78 h 135"/>
              <a:gd name="T48" fmla="*/ 33 w 113"/>
              <a:gd name="T49" fmla="*/ 68 h 135"/>
              <a:gd name="T50" fmla="*/ 67 w 113"/>
              <a:gd name="T51" fmla="*/ 67 h 135"/>
              <a:gd name="T52" fmla="*/ 85 w 113"/>
              <a:gd name="T53" fmla="*/ 52 h 135"/>
              <a:gd name="T54" fmla="*/ 87 w 113"/>
              <a:gd name="T55" fmla="*/ 29 h 135"/>
              <a:gd name="T56" fmla="*/ 66 w 113"/>
              <a:gd name="T57" fmla="*/ 11 h 135"/>
              <a:gd name="T58" fmla="*/ 34 w 113"/>
              <a:gd name="T59" fmla="*/ 11 h 135"/>
              <a:gd name="T60" fmla="*/ 33 w 113"/>
              <a:gd name="T61" fmla="*/ 11 h 135"/>
              <a:gd name="T62" fmla="*/ 33 w 113"/>
              <a:gd name="T63" fmla="*/ 68 h 135"/>
            </a:gdLst>
            <a:rect l="0" t="0" r="r" b="b"/>
            <a:pathLst>
              <a:path w="113" h="135">
                <a:moveTo>
                  <a:pt x="33" y="78"/>
                </a:moveTo>
                <a:cubicBezTo>
                  <a:pt x="33" y="80"/>
                  <a:pt x="33" y="81"/>
                  <a:pt x="33" y="82"/>
                </a:cubicBezTo>
                <a:cubicBezTo>
                  <a:pt x="33" y="93"/>
                  <a:pt x="33" y="103"/>
                  <a:pt x="33" y="114"/>
                </a:cubicBezTo>
                <a:cubicBezTo>
                  <a:pt x="33" y="115"/>
                  <a:pt x="33" y="117"/>
                  <a:pt x="33" y="118"/>
                </a:cubicBezTo>
                <a:cubicBezTo>
                  <a:pt x="34" y="125"/>
                  <a:pt x="35" y="127"/>
                  <a:pt x="43" y="128"/>
                </a:cubicBezTo>
                <a:cubicBezTo>
                  <a:pt x="45" y="128"/>
                  <a:pt x="47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6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8" y="127"/>
                </a:cubicBezTo>
                <a:cubicBezTo>
                  <a:pt x="13" y="126"/>
                  <a:pt x="14" y="125"/>
                  <a:pt x="15" y="120"/>
                </a:cubicBezTo>
                <a:cubicBezTo>
                  <a:pt x="15" y="118"/>
                  <a:pt x="15" y="116"/>
                  <a:pt x="15" y="114"/>
                </a:cubicBezTo>
                <a:cubicBezTo>
                  <a:pt x="16" y="83"/>
                  <a:pt x="16" y="52"/>
                  <a:pt x="15" y="21"/>
                </a:cubicBezTo>
                <a:cubicBezTo>
                  <a:pt x="15" y="19"/>
                  <a:pt x="15" y="16"/>
                  <a:pt x="15" y="14"/>
                </a:cubicBezTo>
                <a:cubicBezTo>
                  <a:pt x="14" y="11"/>
                  <a:pt x="12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1" y="0"/>
                  <a:pt x="3" y="0"/>
                  <a:pt x="4" y="0"/>
                </a:cubicBezTo>
                <a:cubicBezTo>
                  <a:pt x="21" y="0"/>
                  <a:pt x="39" y="0"/>
                  <a:pt x="56" y="0"/>
                </a:cubicBezTo>
                <a:cubicBezTo>
                  <a:pt x="62" y="0"/>
                  <a:pt x="68" y="1"/>
                  <a:pt x="73" y="1"/>
                </a:cubicBezTo>
                <a:cubicBezTo>
                  <a:pt x="98" y="4"/>
                  <a:pt x="113" y="26"/>
                  <a:pt x="106" y="50"/>
                </a:cubicBezTo>
                <a:cubicBezTo>
                  <a:pt x="102" y="64"/>
                  <a:pt x="93" y="73"/>
                  <a:pt x="78" y="76"/>
                </a:cubicBezTo>
                <a:cubicBezTo>
                  <a:pt x="70" y="77"/>
                  <a:pt x="63" y="77"/>
                  <a:pt x="55" y="78"/>
                </a:cubicBezTo>
                <a:cubicBezTo>
                  <a:pt x="48" y="78"/>
                  <a:pt x="41" y="78"/>
                  <a:pt x="33" y="78"/>
                </a:cubicBezTo>
                <a:close/>
                <a:moveTo>
                  <a:pt x="33" y="68"/>
                </a:moveTo>
                <a:cubicBezTo>
                  <a:pt x="45" y="67"/>
                  <a:pt x="56" y="68"/>
                  <a:pt x="67" y="67"/>
                </a:cubicBezTo>
                <a:cubicBezTo>
                  <a:pt x="76" y="66"/>
                  <a:pt x="82" y="60"/>
                  <a:pt x="85" y="52"/>
                </a:cubicBezTo>
                <a:cubicBezTo>
                  <a:pt x="89" y="45"/>
                  <a:pt x="89" y="37"/>
                  <a:pt x="87" y="29"/>
                </a:cubicBezTo>
                <a:cubicBezTo>
                  <a:pt x="84" y="19"/>
                  <a:pt x="78" y="12"/>
                  <a:pt x="66" y="11"/>
                </a:cubicBezTo>
                <a:cubicBezTo>
                  <a:pt x="56" y="11"/>
                  <a:pt x="45" y="11"/>
                  <a:pt x="34" y="11"/>
                </a:cubicBezTo>
                <a:cubicBezTo>
                  <a:pt x="34" y="11"/>
                  <a:pt x="34" y="11"/>
                  <a:pt x="33" y="11"/>
                </a:cubicBezTo>
                <a:cubicBezTo>
                  <a:pt x="33" y="30"/>
                  <a:pt x="33" y="48"/>
                  <a:pt x="33" y="6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8" name="Freeform 29">
            <a:extLst xmlns:a="http://schemas.openxmlformats.org/drawingml/2006/main">
              <a:ext uri="{FF2B5EF4-FFF2-40B4-BE49-F238E27FC236}">
                <a16:creationId xmlns:a16="http://schemas.microsoft.com/office/drawing/2014/main" id="{4C273D17-24FE-4F27-88CE-DE50005E3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5017" y="689187"/>
            <a:ext cx="67859" cy="70140"/>
          </a:xfrm>
          <a:custGeom xmlns:a="http://schemas.openxmlformats.org/drawingml/2006/main">
            <a:gdLst>
              <a:gd name="T0" fmla="*/ 49 w 133"/>
              <a:gd name="T1" fmla="*/ 0 h 138"/>
              <a:gd name="T2" fmla="*/ 49 w 133"/>
              <a:gd name="T3" fmla="*/ 7 h 138"/>
              <a:gd name="T4" fmla="*/ 41 w 133"/>
              <a:gd name="T5" fmla="*/ 8 h 138"/>
              <a:gd name="T6" fmla="*/ 34 w 133"/>
              <a:gd name="T7" fmla="*/ 15 h 138"/>
              <a:gd name="T8" fmla="*/ 33 w 133"/>
              <a:gd name="T9" fmla="*/ 23 h 138"/>
              <a:gd name="T10" fmla="*/ 33 w 133"/>
              <a:gd name="T11" fmla="*/ 83 h 138"/>
              <a:gd name="T12" fmla="*/ 34 w 133"/>
              <a:gd name="T13" fmla="*/ 96 h 138"/>
              <a:gd name="T14" fmla="*/ 60 w 133"/>
              <a:gd name="T15" fmla="*/ 124 h 138"/>
              <a:gd name="T16" fmla="*/ 100 w 133"/>
              <a:gd name="T17" fmla="*/ 110 h 138"/>
              <a:gd name="T18" fmla="*/ 106 w 133"/>
              <a:gd name="T19" fmla="*/ 94 h 138"/>
              <a:gd name="T20" fmla="*/ 107 w 133"/>
              <a:gd name="T21" fmla="*/ 80 h 138"/>
              <a:gd name="T22" fmla="*/ 107 w 133"/>
              <a:gd name="T23" fmla="*/ 24 h 138"/>
              <a:gd name="T24" fmla="*/ 106 w 133"/>
              <a:gd name="T25" fmla="*/ 15 h 138"/>
              <a:gd name="T26" fmla="*/ 97 w 133"/>
              <a:gd name="T27" fmla="*/ 8 h 138"/>
              <a:gd name="T28" fmla="*/ 91 w 133"/>
              <a:gd name="T29" fmla="*/ 7 h 138"/>
              <a:gd name="T30" fmla="*/ 91 w 133"/>
              <a:gd name="T31" fmla="*/ 0 h 138"/>
              <a:gd name="T32" fmla="*/ 133 w 133"/>
              <a:gd name="T33" fmla="*/ 0 h 138"/>
              <a:gd name="T34" fmla="*/ 133 w 133"/>
              <a:gd name="T35" fmla="*/ 7 h 138"/>
              <a:gd name="T36" fmla="*/ 126 w 133"/>
              <a:gd name="T37" fmla="*/ 8 h 138"/>
              <a:gd name="T38" fmla="*/ 118 w 133"/>
              <a:gd name="T39" fmla="*/ 15 h 138"/>
              <a:gd name="T40" fmla="*/ 118 w 133"/>
              <a:gd name="T41" fmla="*/ 25 h 138"/>
              <a:gd name="T42" fmla="*/ 117 w 133"/>
              <a:gd name="T43" fmla="*/ 88 h 138"/>
              <a:gd name="T44" fmla="*/ 114 w 133"/>
              <a:gd name="T45" fmla="*/ 105 h 138"/>
              <a:gd name="T46" fmla="*/ 74 w 133"/>
              <a:gd name="T47" fmla="*/ 136 h 138"/>
              <a:gd name="T48" fmla="*/ 35 w 133"/>
              <a:gd name="T49" fmla="*/ 127 h 138"/>
              <a:gd name="T50" fmla="*/ 17 w 133"/>
              <a:gd name="T51" fmla="*/ 96 h 138"/>
              <a:gd name="T52" fmla="*/ 16 w 133"/>
              <a:gd name="T53" fmla="*/ 83 h 138"/>
              <a:gd name="T54" fmla="*/ 16 w 133"/>
              <a:gd name="T55" fmla="*/ 25 h 138"/>
              <a:gd name="T56" fmla="*/ 16 w 133"/>
              <a:gd name="T57" fmla="*/ 15 h 138"/>
              <a:gd name="T58" fmla="*/ 8 w 133"/>
              <a:gd name="T59" fmla="*/ 8 h 138"/>
              <a:gd name="T60" fmla="*/ 0 w 133"/>
              <a:gd name="T61" fmla="*/ 7 h 138"/>
              <a:gd name="T62" fmla="*/ 0 w 133"/>
              <a:gd name="T63" fmla="*/ 0 h 138"/>
              <a:gd name="T64" fmla="*/ 49 w 133"/>
              <a:gd name="T65" fmla="*/ 0 h 138"/>
            </a:gdLst>
            <a:rect l="0" t="0" r="r" b="b"/>
            <a:pathLst>
              <a:path w="133" h="138">
                <a:moveTo>
                  <a:pt x="49" y="0"/>
                </a:move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1" y="8"/>
                </a:cubicBezTo>
                <a:cubicBezTo>
                  <a:pt x="36" y="8"/>
                  <a:pt x="34" y="10"/>
                  <a:pt x="34" y="15"/>
                </a:cubicBezTo>
                <a:cubicBezTo>
                  <a:pt x="33" y="17"/>
                  <a:pt x="33" y="20"/>
                  <a:pt x="33" y="23"/>
                </a:cubicBezTo>
                <a:cubicBezTo>
                  <a:pt x="33" y="43"/>
                  <a:pt x="33" y="63"/>
                  <a:pt x="33" y="83"/>
                </a:cubicBezTo>
                <a:cubicBezTo>
                  <a:pt x="33" y="87"/>
                  <a:pt x="33" y="92"/>
                  <a:pt x="34" y="96"/>
                </a:cubicBezTo>
                <a:cubicBezTo>
                  <a:pt x="36" y="112"/>
                  <a:pt x="46" y="120"/>
                  <a:pt x="60" y="124"/>
                </a:cubicBezTo>
                <a:cubicBezTo>
                  <a:pt x="76" y="128"/>
                  <a:pt x="89" y="123"/>
                  <a:pt x="100" y="110"/>
                </a:cubicBezTo>
                <a:cubicBezTo>
                  <a:pt x="104" y="106"/>
                  <a:pt x="105" y="100"/>
                  <a:pt x="106" y="94"/>
                </a:cubicBezTo>
                <a:cubicBezTo>
                  <a:pt x="106" y="90"/>
                  <a:pt x="106" y="85"/>
                  <a:pt x="107" y="80"/>
                </a:cubicBezTo>
                <a:cubicBezTo>
                  <a:pt x="107" y="62"/>
                  <a:pt x="107" y="43"/>
                  <a:pt x="107" y="24"/>
                </a:cubicBezTo>
                <a:cubicBezTo>
                  <a:pt x="107" y="21"/>
                  <a:pt x="106" y="18"/>
                  <a:pt x="106" y="15"/>
                </a:cubicBezTo>
                <a:cubicBezTo>
                  <a:pt x="105" y="10"/>
                  <a:pt x="103" y="8"/>
                  <a:pt x="97" y="8"/>
                </a:cubicBezTo>
                <a:cubicBezTo>
                  <a:pt x="95" y="7"/>
                  <a:pt x="93" y="7"/>
                  <a:pt x="91" y="7"/>
                </a:cubicBezTo>
                <a:cubicBezTo>
                  <a:pt x="91" y="4"/>
                  <a:pt x="91" y="2"/>
                  <a:pt x="91" y="0"/>
                </a:cubicBezTo>
                <a:cubicBezTo>
                  <a:pt x="105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1" y="7"/>
                  <a:pt x="128" y="7"/>
                  <a:pt x="126" y="8"/>
                </a:cubicBezTo>
                <a:cubicBezTo>
                  <a:pt x="121" y="8"/>
                  <a:pt x="119" y="11"/>
                  <a:pt x="118" y="15"/>
                </a:cubicBezTo>
                <a:cubicBezTo>
                  <a:pt x="118" y="18"/>
                  <a:pt x="118" y="22"/>
                  <a:pt x="118" y="25"/>
                </a:cubicBezTo>
                <a:cubicBezTo>
                  <a:pt x="117" y="46"/>
                  <a:pt x="118" y="67"/>
                  <a:pt x="117" y="88"/>
                </a:cubicBezTo>
                <a:cubicBezTo>
                  <a:pt x="117" y="94"/>
                  <a:pt x="116" y="99"/>
                  <a:pt x="114" y="105"/>
                </a:cubicBezTo>
                <a:cubicBezTo>
                  <a:pt x="108" y="124"/>
                  <a:pt x="94" y="134"/>
                  <a:pt x="74" y="136"/>
                </a:cubicBezTo>
                <a:cubicBezTo>
                  <a:pt x="60" y="138"/>
                  <a:pt x="47" y="135"/>
                  <a:pt x="35" y="127"/>
                </a:cubicBezTo>
                <a:cubicBezTo>
                  <a:pt x="24" y="120"/>
                  <a:pt x="18" y="109"/>
                  <a:pt x="17" y="96"/>
                </a:cubicBezTo>
                <a:cubicBezTo>
                  <a:pt x="16" y="92"/>
                  <a:pt x="16" y="87"/>
                  <a:pt x="16" y="83"/>
                </a:cubicBezTo>
                <a:cubicBezTo>
                  <a:pt x="16" y="64"/>
                  <a:pt x="16" y="45"/>
                  <a:pt x="16" y="25"/>
                </a:cubicBezTo>
                <a:cubicBezTo>
                  <a:pt x="16" y="22"/>
                  <a:pt x="16" y="18"/>
                  <a:pt x="16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9" name="Freeform 30">
            <a:extLst xmlns:a="http://schemas.openxmlformats.org/drawingml/2006/main">
              <a:ext uri="{FF2B5EF4-FFF2-40B4-BE49-F238E27FC236}">
                <a16:creationId xmlns:a16="http://schemas.microsoft.com/office/drawing/2014/main" id="{735E01D1-AE8B-4260-9827-DBBB6C929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371" y="689187"/>
            <a:ext cx="67288" cy="69569"/>
          </a:xfrm>
          <a:custGeom xmlns:a="http://schemas.openxmlformats.org/drawingml/2006/main">
            <a:gdLst>
              <a:gd name="T0" fmla="*/ 73 w 133"/>
              <a:gd name="T1" fmla="*/ 137 h 137"/>
              <a:gd name="T2" fmla="*/ 64 w 133"/>
              <a:gd name="T3" fmla="*/ 137 h 137"/>
              <a:gd name="T4" fmla="*/ 58 w 133"/>
              <a:gd name="T5" fmla="*/ 133 h 137"/>
              <a:gd name="T6" fmla="*/ 39 w 133"/>
              <a:gd name="T7" fmla="*/ 80 h 137"/>
              <a:gd name="T8" fmla="*/ 17 w 133"/>
              <a:gd name="T9" fmla="*/ 23 h 137"/>
              <a:gd name="T10" fmla="*/ 13 w 133"/>
              <a:gd name="T11" fmla="*/ 14 h 137"/>
              <a:gd name="T12" fmla="*/ 4 w 133"/>
              <a:gd name="T13" fmla="*/ 7 h 137"/>
              <a:gd name="T14" fmla="*/ 0 w 133"/>
              <a:gd name="T15" fmla="*/ 7 h 137"/>
              <a:gd name="T16" fmla="*/ 0 w 133"/>
              <a:gd name="T17" fmla="*/ 0 h 137"/>
              <a:gd name="T18" fmla="*/ 47 w 133"/>
              <a:gd name="T19" fmla="*/ 0 h 137"/>
              <a:gd name="T20" fmla="*/ 47 w 133"/>
              <a:gd name="T21" fmla="*/ 7 h 137"/>
              <a:gd name="T22" fmla="*/ 39 w 133"/>
              <a:gd name="T23" fmla="*/ 8 h 137"/>
              <a:gd name="T24" fmla="*/ 34 w 133"/>
              <a:gd name="T25" fmla="*/ 15 h 137"/>
              <a:gd name="T26" fmla="*/ 35 w 133"/>
              <a:gd name="T27" fmla="*/ 20 h 137"/>
              <a:gd name="T28" fmla="*/ 68 w 133"/>
              <a:gd name="T29" fmla="*/ 112 h 137"/>
              <a:gd name="T30" fmla="*/ 70 w 133"/>
              <a:gd name="T31" fmla="*/ 116 h 137"/>
              <a:gd name="T32" fmla="*/ 72 w 133"/>
              <a:gd name="T33" fmla="*/ 113 h 137"/>
              <a:gd name="T34" fmla="*/ 106 w 133"/>
              <a:gd name="T35" fmla="*/ 18 h 137"/>
              <a:gd name="T36" fmla="*/ 106 w 133"/>
              <a:gd name="T37" fmla="*/ 16 h 137"/>
              <a:gd name="T38" fmla="*/ 101 w 133"/>
              <a:gd name="T39" fmla="*/ 7 h 137"/>
              <a:gd name="T40" fmla="*/ 94 w 133"/>
              <a:gd name="T41" fmla="*/ 7 h 137"/>
              <a:gd name="T42" fmla="*/ 94 w 133"/>
              <a:gd name="T43" fmla="*/ 0 h 137"/>
              <a:gd name="T44" fmla="*/ 133 w 133"/>
              <a:gd name="T45" fmla="*/ 0 h 137"/>
              <a:gd name="T46" fmla="*/ 133 w 133"/>
              <a:gd name="T47" fmla="*/ 7 h 137"/>
              <a:gd name="T48" fmla="*/ 130 w 133"/>
              <a:gd name="T49" fmla="*/ 7 h 137"/>
              <a:gd name="T50" fmla="*/ 119 w 133"/>
              <a:gd name="T51" fmla="*/ 16 h 137"/>
              <a:gd name="T52" fmla="*/ 110 w 133"/>
              <a:gd name="T53" fmla="*/ 38 h 137"/>
              <a:gd name="T54" fmla="*/ 74 w 133"/>
              <a:gd name="T55" fmla="*/ 133 h 137"/>
              <a:gd name="T56" fmla="*/ 73 w 133"/>
              <a:gd name="T57" fmla="*/ 137 h 137"/>
            </a:gdLst>
            <a:rect l="0" t="0" r="r" b="b"/>
            <a:pathLst>
              <a:path w="133" h="137">
                <a:moveTo>
                  <a:pt x="73" y="137"/>
                </a:moveTo>
                <a:cubicBezTo>
                  <a:pt x="69" y="137"/>
                  <a:pt x="66" y="137"/>
                  <a:pt x="64" y="137"/>
                </a:cubicBezTo>
                <a:cubicBezTo>
                  <a:pt x="61" y="137"/>
                  <a:pt x="59" y="136"/>
                  <a:pt x="58" y="133"/>
                </a:cubicBezTo>
                <a:cubicBezTo>
                  <a:pt x="52" y="115"/>
                  <a:pt x="45" y="98"/>
                  <a:pt x="39" y="80"/>
                </a:cubicBezTo>
                <a:cubicBezTo>
                  <a:pt x="31" y="61"/>
                  <a:pt x="24" y="42"/>
                  <a:pt x="17" y="23"/>
                </a:cubicBezTo>
                <a:cubicBezTo>
                  <a:pt x="16" y="20"/>
                  <a:pt x="15" y="17"/>
                  <a:pt x="13" y="14"/>
                </a:cubicBezTo>
                <a:cubicBezTo>
                  <a:pt x="11" y="10"/>
                  <a:pt x="8" y="8"/>
                  <a:pt x="4" y="7"/>
                </a:cubicBezTo>
                <a:cubicBezTo>
                  <a:pt x="3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7" y="0"/>
                </a:cubicBezTo>
                <a:cubicBezTo>
                  <a:pt x="47" y="2"/>
                  <a:pt x="47" y="4"/>
                  <a:pt x="47" y="7"/>
                </a:cubicBezTo>
                <a:cubicBezTo>
                  <a:pt x="44" y="7"/>
                  <a:pt x="42" y="7"/>
                  <a:pt x="39" y="8"/>
                </a:cubicBezTo>
                <a:cubicBezTo>
                  <a:pt x="34" y="8"/>
                  <a:pt x="33" y="10"/>
                  <a:pt x="34" y="15"/>
                </a:cubicBezTo>
                <a:cubicBezTo>
                  <a:pt x="34" y="17"/>
                  <a:pt x="35" y="19"/>
                  <a:pt x="35" y="20"/>
                </a:cubicBezTo>
                <a:cubicBezTo>
                  <a:pt x="46" y="51"/>
                  <a:pt x="57" y="81"/>
                  <a:pt x="68" y="112"/>
                </a:cubicBezTo>
                <a:cubicBezTo>
                  <a:pt x="69" y="113"/>
                  <a:pt x="69" y="114"/>
                  <a:pt x="70" y="116"/>
                </a:cubicBezTo>
                <a:cubicBezTo>
                  <a:pt x="71" y="114"/>
                  <a:pt x="71" y="113"/>
                  <a:pt x="72" y="113"/>
                </a:cubicBezTo>
                <a:cubicBezTo>
                  <a:pt x="83" y="81"/>
                  <a:pt x="94" y="50"/>
                  <a:pt x="106" y="18"/>
                </a:cubicBezTo>
                <a:cubicBezTo>
                  <a:pt x="106" y="17"/>
                  <a:pt x="106" y="17"/>
                  <a:pt x="106" y="16"/>
                </a:cubicBezTo>
                <a:cubicBezTo>
                  <a:pt x="107" y="10"/>
                  <a:pt x="106" y="8"/>
                  <a:pt x="101" y="7"/>
                </a:cubicBezTo>
                <a:cubicBezTo>
                  <a:pt x="98" y="7"/>
                  <a:pt x="96" y="7"/>
                  <a:pt x="94" y="7"/>
                </a:cubicBezTo>
                <a:cubicBezTo>
                  <a:pt x="94" y="4"/>
                  <a:pt x="94" y="2"/>
                  <a:pt x="94" y="0"/>
                </a:cubicBezTo>
                <a:cubicBezTo>
                  <a:pt x="106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2" y="7"/>
                  <a:pt x="131" y="7"/>
                  <a:pt x="130" y="7"/>
                </a:cubicBezTo>
                <a:cubicBezTo>
                  <a:pt x="124" y="8"/>
                  <a:pt x="121" y="11"/>
                  <a:pt x="119" y="16"/>
                </a:cubicBezTo>
                <a:cubicBezTo>
                  <a:pt x="116" y="24"/>
                  <a:pt x="113" y="31"/>
                  <a:pt x="110" y="38"/>
                </a:cubicBezTo>
                <a:cubicBezTo>
                  <a:pt x="98" y="70"/>
                  <a:pt x="86" y="101"/>
                  <a:pt x="74" y="133"/>
                </a:cubicBezTo>
                <a:cubicBezTo>
                  <a:pt x="74" y="134"/>
                  <a:pt x="73" y="135"/>
                  <a:pt x="73" y="13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0" name="Freeform 31">
            <a:extLst xmlns:a="http://schemas.openxmlformats.org/drawingml/2006/main">
              <a:ext uri="{FF2B5EF4-FFF2-40B4-BE49-F238E27FC236}">
                <a16:creationId xmlns:a16="http://schemas.microsoft.com/office/drawing/2014/main" id="{B7B47300-B621-45D0-8847-5B6F4EF18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6484" y="689187"/>
            <a:ext cx="61016" cy="68429"/>
          </a:xfrm>
          <a:custGeom xmlns:a="http://schemas.openxmlformats.org/drawingml/2006/main">
            <a:gdLst>
              <a:gd name="T0" fmla="*/ 85 w 120"/>
              <a:gd name="T1" fmla="*/ 127 h 135"/>
              <a:gd name="T2" fmla="*/ 85 w 120"/>
              <a:gd name="T3" fmla="*/ 134 h 135"/>
              <a:gd name="T4" fmla="*/ 35 w 120"/>
              <a:gd name="T5" fmla="*/ 134 h 135"/>
              <a:gd name="T6" fmla="*/ 35 w 120"/>
              <a:gd name="T7" fmla="*/ 127 h 135"/>
              <a:gd name="T8" fmla="*/ 44 w 120"/>
              <a:gd name="T9" fmla="*/ 126 h 135"/>
              <a:gd name="T10" fmla="*/ 50 w 120"/>
              <a:gd name="T11" fmla="*/ 120 h 135"/>
              <a:gd name="T12" fmla="*/ 51 w 120"/>
              <a:gd name="T13" fmla="*/ 113 h 135"/>
              <a:gd name="T14" fmla="*/ 51 w 120"/>
              <a:gd name="T15" fmla="*/ 85 h 135"/>
              <a:gd name="T16" fmla="*/ 50 w 120"/>
              <a:gd name="T17" fmla="*/ 79 h 135"/>
              <a:gd name="T18" fmla="*/ 17 w 120"/>
              <a:gd name="T19" fmla="*/ 19 h 135"/>
              <a:gd name="T20" fmla="*/ 15 w 120"/>
              <a:gd name="T21" fmla="*/ 15 h 135"/>
              <a:gd name="T22" fmla="*/ 3 w 120"/>
              <a:gd name="T23" fmla="*/ 7 h 135"/>
              <a:gd name="T24" fmla="*/ 0 w 120"/>
              <a:gd name="T25" fmla="*/ 7 h 135"/>
              <a:gd name="T26" fmla="*/ 0 w 120"/>
              <a:gd name="T27" fmla="*/ 0 h 135"/>
              <a:gd name="T28" fmla="*/ 48 w 120"/>
              <a:gd name="T29" fmla="*/ 0 h 135"/>
              <a:gd name="T30" fmla="*/ 48 w 120"/>
              <a:gd name="T31" fmla="*/ 7 h 135"/>
              <a:gd name="T32" fmla="*/ 40 w 120"/>
              <a:gd name="T33" fmla="*/ 7 h 135"/>
              <a:gd name="T34" fmla="*/ 36 w 120"/>
              <a:gd name="T35" fmla="*/ 14 h 135"/>
              <a:gd name="T36" fmla="*/ 37 w 120"/>
              <a:gd name="T37" fmla="*/ 18 h 135"/>
              <a:gd name="T38" fmla="*/ 61 w 120"/>
              <a:gd name="T39" fmla="*/ 64 h 135"/>
              <a:gd name="T40" fmla="*/ 63 w 120"/>
              <a:gd name="T41" fmla="*/ 68 h 135"/>
              <a:gd name="T42" fmla="*/ 66 w 120"/>
              <a:gd name="T43" fmla="*/ 64 h 135"/>
              <a:gd name="T44" fmla="*/ 91 w 120"/>
              <a:gd name="T45" fmla="*/ 18 h 135"/>
              <a:gd name="T46" fmla="*/ 93 w 120"/>
              <a:gd name="T47" fmla="*/ 12 h 135"/>
              <a:gd name="T48" fmla="*/ 90 w 120"/>
              <a:gd name="T49" fmla="*/ 8 h 135"/>
              <a:gd name="T50" fmla="*/ 81 w 120"/>
              <a:gd name="T51" fmla="*/ 7 h 135"/>
              <a:gd name="T52" fmla="*/ 81 w 120"/>
              <a:gd name="T53" fmla="*/ 0 h 135"/>
              <a:gd name="T54" fmla="*/ 120 w 120"/>
              <a:gd name="T55" fmla="*/ 0 h 135"/>
              <a:gd name="T56" fmla="*/ 120 w 120"/>
              <a:gd name="T57" fmla="*/ 7 h 135"/>
              <a:gd name="T58" fmla="*/ 115 w 120"/>
              <a:gd name="T59" fmla="*/ 8 h 135"/>
              <a:gd name="T60" fmla="*/ 108 w 120"/>
              <a:gd name="T61" fmla="*/ 12 h 135"/>
              <a:gd name="T62" fmla="*/ 103 w 120"/>
              <a:gd name="T63" fmla="*/ 19 h 135"/>
              <a:gd name="T64" fmla="*/ 71 w 120"/>
              <a:gd name="T65" fmla="*/ 75 h 135"/>
              <a:gd name="T66" fmla="*/ 69 w 120"/>
              <a:gd name="T67" fmla="*/ 82 h 135"/>
              <a:gd name="T68" fmla="*/ 69 w 120"/>
              <a:gd name="T69" fmla="*/ 111 h 135"/>
              <a:gd name="T70" fmla="*/ 69 w 120"/>
              <a:gd name="T71" fmla="*/ 118 h 135"/>
              <a:gd name="T72" fmla="*/ 77 w 120"/>
              <a:gd name="T73" fmla="*/ 126 h 135"/>
              <a:gd name="T74" fmla="*/ 85 w 120"/>
              <a:gd name="T75" fmla="*/ 127 h 135"/>
            </a:gdLst>
            <a:rect l="0" t="0" r="r" b="b"/>
            <a:pathLst>
              <a:path w="120" h="135">
                <a:moveTo>
                  <a:pt x="85" y="127"/>
                </a:moveTo>
                <a:cubicBezTo>
                  <a:pt x="85" y="130"/>
                  <a:pt x="85" y="132"/>
                  <a:pt x="85" y="134"/>
                </a:cubicBezTo>
                <a:cubicBezTo>
                  <a:pt x="81" y="135"/>
                  <a:pt x="44" y="135"/>
                  <a:pt x="35" y="134"/>
                </a:cubicBezTo>
                <a:cubicBezTo>
                  <a:pt x="35" y="132"/>
                  <a:pt x="35" y="130"/>
                  <a:pt x="35" y="127"/>
                </a:cubicBezTo>
                <a:cubicBezTo>
                  <a:pt x="38" y="127"/>
                  <a:pt x="41" y="126"/>
                  <a:pt x="44" y="126"/>
                </a:cubicBezTo>
                <a:cubicBezTo>
                  <a:pt x="48" y="126"/>
                  <a:pt x="50" y="124"/>
                  <a:pt x="50" y="120"/>
                </a:cubicBezTo>
                <a:cubicBezTo>
                  <a:pt x="51" y="118"/>
                  <a:pt x="51" y="115"/>
                  <a:pt x="51" y="113"/>
                </a:cubicBezTo>
                <a:cubicBezTo>
                  <a:pt x="51" y="104"/>
                  <a:pt x="51" y="95"/>
                  <a:pt x="51" y="85"/>
                </a:cubicBezTo>
                <a:cubicBezTo>
                  <a:pt x="51" y="83"/>
                  <a:pt x="51" y="81"/>
                  <a:pt x="50" y="79"/>
                </a:cubicBezTo>
                <a:cubicBezTo>
                  <a:pt x="39" y="59"/>
                  <a:pt x="28" y="39"/>
                  <a:pt x="17" y="19"/>
                </a:cubicBezTo>
                <a:cubicBezTo>
                  <a:pt x="16" y="17"/>
                  <a:pt x="15" y="16"/>
                  <a:pt x="15" y="15"/>
                </a:cubicBezTo>
                <a:cubicBezTo>
                  <a:pt x="12" y="10"/>
                  <a:pt x="9" y="7"/>
                  <a:pt x="3" y="7"/>
                </a:cubicBezTo>
                <a:cubicBezTo>
                  <a:pt x="2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8" y="0"/>
                </a:cubicBezTo>
                <a:cubicBezTo>
                  <a:pt x="48" y="2"/>
                  <a:pt x="48" y="4"/>
                  <a:pt x="48" y="7"/>
                </a:cubicBezTo>
                <a:cubicBezTo>
                  <a:pt x="45" y="7"/>
                  <a:pt x="42" y="7"/>
                  <a:pt x="40" y="7"/>
                </a:cubicBezTo>
                <a:cubicBezTo>
                  <a:pt x="35" y="8"/>
                  <a:pt x="34" y="10"/>
                  <a:pt x="36" y="14"/>
                </a:cubicBezTo>
                <a:cubicBezTo>
                  <a:pt x="36" y="15"/>
                  <a:pt x="37" y="17"/>
                  <a:pt x="37" y="18"/>
                </a:cubicBezTo>
                <a:cubicBezTo>
                  <a:pt x="45" y="33"/>
                  <a:pt x="53" y="49"/>
                  <a:pt x="61" y="64"/>
                </a:cubicBezTo>
                <a:cubicBezTo>
                  <a:pt x="61" y="65"/>
                  <a:pt x="62" y="66"/>
                  <a:pt x="63" y="68"/>
                </a:cubicBezTo>
                <a:cubicBezTo>
                  <a:pt x="64" y="66"/>
                  <a:pt x="65" y="65"/>
                  <a:pt x="66" y="64"/>
                </a:cubicBezTo>
                <a:cubicBezTo>
                  <a:pt x="74" y="49"/>
                  <a:pt x="82" y="34"/>
                  <a:pt x="91" y="18"/>
                </a:cubicBezTo>
                <a:cubicBezTo>
                  <a:pt x="92" y="16"/>
                  <a:pt x="93" y="14"/>
                  <a:pt x="93" y="12"/>
                </a:cubicBezTo>
                <a:cubicBezTo>
                  <a:pt x="94" y="9"/>
                  <a:pt x="93" y="8"/>
                  <a:pt x="90" y="8"/>
                </a:cubicBezTo>
                <a:cubicBezTo>
                  <a:pt x="87" y="7"/>
                  <a:pt x="85" y="7"/>
                  <a:pt x="81" y="7"/>
                </a:cubicBezTo>
                <a:cubicBezTo>
                  <a:pt x="81" y="4"/>
                  <a:pt x="81" y="2"/>
                  <a:pt x="81" y="0"/>
                </a:cubicBezTo>
                <a:cubicBezTo>
                  <a:pt x="94" y="0"/>
                  <a:pt x="107" y="0"/>
                  <a:pt x="120" y="0"/>
                </a:cubicBezTo>
                <a:cubicBezTo>
                  <a:pt x="120" y="2"/>
                  <a:pt x="120" y="4"/>
                  <a:pt x="120" y="7"/>
                </a:cubicBezTo>
                <a:cubicBezTo>
                  <a:pt x="119" y="7"/>
                  <a:pt x="117" y="7"/>
                  <a:pt x="115" y="8"/>
                </a:cubicBezTo>
                <a:cubicBezTo>
                  <a:pt x="112" y="8"/>
                  <a:pt x="109" y="9"/>
                  <a:pt x="108" y="12"/>
                </a:cubicBezTo>
                <a:cubicBezTo>
                  <a:pt x="106" y="14"/>
                  <a:pt x="104" y="17"/>
                  <a:pt x="103" y="19"/>
                </a:cubicBezTo>
                <a:cubicBezTo>
                  <a:pt x="92" y="38"/>
                  <a:pt x="81" y="56"/>
                  <a:pt x="71" y="75"/>
                </a:cubicBezTo>
                <a:cubicBezTo>
                  <a:pt x="69" y="77"/>
                  <a:pt x="68" y="80"/>
                  <a:pt x="69" y="82"/>
                </a:cubicBezTo>
                <a:cubicBezTo>
                  <a:pt x="69" y="92"/>
                  <a:pt x="69" y="102"/>
                  <a:pt x="69" y="111"/>
                </a:cubicBezTo>
                <a:cubicBezTo>
                  <a:pt x="69" y="114"/>
                  <a:pt x="69" y="116"/>
                  <a:pt x="69" y="118"/>
                </a:cubicBezTo>
                <a:cubicBezTo>
                  <a:pt x="70" y="124"/>
                  <a:pt x="71" y="125"/>
                  <a:pt x="77" y="126"/>
                </a:cubicBezTo>
                <a:cubicBezTo>
                  <a:pt x="80" y="126"/>
                  <a:pt x="82" y="127"/>
                  <a:pt x="85" y="12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1" name="Freeform 32">
            <a:extLst xmlns:a="http://schemas.openxmlformats.org/drawingml/2006/main">
              <a:ext uri="{FF2B5EF4-FFF2-40B4-BE49-F238E27FC236}">
                <a16:creationId xmlns:a16="http://schemas.microsoft.com/office/drawing/2014/main" id="{87E7BEEB-129E-46EA-ACAF-E4FED7D13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749" y="686906"/>
            <a:ext cx="58735" cy="70140"/>
          </a:xfrm>
          <a:custGeom xmlns:a="http://schemas.openxmlformats.org/drawingml/2006/main">
            <a:gdLst>
              <a:gd name="T0" fmla="*/ 108 w 116"/>
              <a:gd name="T1" fmla="*/ 42 h 139"/>
              <a:gd name="T2" fmla="*/ 102 w 116"/>
              <a:gd name="T3" fmla="*/ 29 h 139"/>
              <a:gd name="T4" fmla="*/ 72 w 116"/>
              <a:gd name="T5" fmla="*/ 14 h 139"/>
              <a:gd name="T6" fmla="*/ 67 w 116"/>
              <a:gd name="T7" fmla="*/ 18 h 139"/>
              <a:gd name="T8" fmla="*/ 66 w 116"/>
              <a:gd name="T9" fmla="*/ 24 h 139"/>
              <a:gd name="T10" fmla="*/ 66 w 116"/>
              <a:gd name="T11" fmla="*/ 115 h 139"/>
              <a:gd name="T12" fmla="*/ 67 w 116"/>
              <a:gd name="T13" fmla="*/ 123 h 139"/>
              <a:gd name="T14" fmla="*/ 75 w 116"/>
              <a:gd name="T15" fmla="*/ 131 h 139"/>
              <a:gd name="T16" fmla="*/ 83 w 116"/>
              <a:gd name="T17" fmla="*/ 132 h 139"/>
              <a:gd name="T18" fmla="*/ 83 w 116"/>
              <a:gd name="T19" fmla="*/ 139 h 139"/>
              <a:gd name="T20" fmla="*/ 33 w 116"/>
              <a:gd name="T21" fmla="*/ 139 h 139"/>
              <a:gd name="T22" fmla="*/ 33 w 116"/>
              <a:gd name="T23" fmla="*/ 132 h 139"/>
              <a:gd name="T24" fmla="*/ 41 w 116"/>
              <a:gd name="T25" fmla="*/ 131 h 139"/>
              <a:gd name="T26" fmla="*/ 49 w 116"/>
              <a:gd name="T27" fmla="*/ 123 h 139"/>
              <a:gd name="T28" fmla="*/ 49 w 116"/>
              <a:gd name="T29" fmla="*/ 118 h 139"/>
              <a:gd name="T30" fmla="*/ 49 w 116"/>
              <a:gd name="T31" fmla="*/ 22 h 139"/>
              <a:gd name="T32" fmla="*/ 41 w 116"/>
              <a:gd name="T33" fmla="*/ 14 h 139"/>
              <a:gd name="T34" fmla="*/ 32 w 116"/>
              <a:gd name="T35" fmla="*/ 15 h 139"/>
              <a:gd name="T36" fmla="*/ 18 w 116"/>
              <a:gd name="T37" fmla="*/ 23 h 139"/>
              <a:gd name="T38" fmla="*/ 11 w 116"/>
              <a:gd name="T39" fmla="*/ 36 h 139"/>
              <a:gd name="T40" fmla="*/ 8 w 116"/>
              <a:gd name="T41" fmla="*/ 42 h 139"/>
              <a:gd name="T42" fmla="*/ 0 w 116"/>
              <a:gd name="T43" fmla="*/ 39 h 139"/>
              <a:gd name="T44" fmla="*/ 13 w 116"/>
              <a:gd name="T45" fmla="*/ 0 h 139"/>
              <a:gd name="T46" fmla="*/ 19 w 116"/>
              <a:gd name="T47" fmla="*/ 0 h 139"/>
              <a:gd name="T48" fmla="*/ 21 w 116"/>
              <a:gd name="T49" fmla="*/ 4 h 139"/>
              <a:gd name="T50" fmla="*/ 95 w 116"/>
              <a:gd name="T51" fmla="*/ 4 h 139"/>
              <a:gd name="T52" fmla="*/ 97 w 116"/>
              <a:gd name="T53" fmla="*/ 0 h 139"/>
              <a:gd name="T54" fmla="*/ 103 w 116"/>
              <a:gd name="T55" fmla="*/ 0 h 139"/>
              <a:gd name="T56" fmla="*/ 116 w 116"/>
              <a:gd name="T57" fmla="*/ 39 h 139"/>
              <a:gd name="T58" fmla="*/ 108 w 116"/>
              <a:gd name="T59" fmla="*/ 42 h 139"/>
            </a:gdLst>
            <a:rect l="0" t="0" r="r" b="b"/>
            <a:pathLst>
              <a:path w="116" h="139">
                <a:moveTo>
                  <a:pt x="108" y="42"/>
                </a:moveTo>
                <a:cubicBezTo>
                  <a:pt x="106" y="37"/>
                  <a:pt x="104" y="33"/>
                  <a:pt x="102" y="29"/>
                </a:cubicBezTo>
                <a:cubicBezTo>
                  <a:pt x="96" y="17"/>
                  <a:pt x="85" y="13"/>
                  <a:pt x="72" y="14"/>
                </a:cubicBezTo>
                <a:cubicBezTo>
                  <a:pt x="68" y="14"/>
                  <a:pt x="67" y="15"/>
                  <a:pt x="67" y="18"/>
                </a:cubicBezTo>
                <a:cubicBezTo>
                  <a:pt x="66" y="20"/>
                  <a:pt x="66" y="22"/>
                  <a:pt x="66" y="24"/>
                </a:cubicBezTo>
                <a:cubicBezTo>
                  <a:pt x="66" y="54"/>
                  <a:pt x="66" y="85"/>
                  <a:pt x="66" y="115"/>
                </a:cubicBezTo>
                <a:cubicBezTo>
                  <a:pt x="66" y="118"/>
                  <a:pt x="67" y="120"/>
                  <a:pt x="67" y="123"/>
                </a:cubicBezTo>
                <a:cubicBezTo>
                  <a:pt x="68" y="128"/>
                  <a:pt x="70" y="130"/>
                  <a:pt x="75" y="131"/>
                </a:cubicBezTo>
                <a:cubicBezTo>
                  <a:pt x="78" y="131"/>
                  <a:pt x="80" y="132"/>
                  <a:pt x="83" y="132"/>
                </a:cubicBezTo>
                <a:cubicBezTo>
                  <a:pt x="83" y="134"/>
                  <a:pt x="83" y="137"/>
                  <a:pt x="83" y="139"/>
                </a:cubicBezTo>
                <a:cubicBezTo>
                  <a:pt x="66" y="139"/>
                  <a:pt x="50" y="139"/>
                  <a:pt x="33" y="139"/>
                </a:cubicBezTo>
                <a:cubicBezTo>
                  <a:pt x="33" y="137"/>
                  <a:pt x="33" y="135"/>
                  <a:pt x="33" y="132"/>
                </a:cubicBezTo>
                <a:cubicBezTo>
                  <a:pt x="36" y="132"/>
                  <a:pt x="39" y="131"/>
                  <a:pt x="41" y="131"/>
                </a:cubicBezTo>
                <a:cubicBezTo>
                  <a:pt x="47" y="130"/>
                  <a:pt x="49" y="128"/>
                  <a:pt x="49" y="123"/>
                </a:cubicBezTo>
                <a:cubicBezTo>
                  <a:pt x="49" y="121"/>
                  <a:pt x="49" y="120"/>
                  <a:pt x="49" y="118"/>
                </a:cubicBezTo>
                <a:cubicBezTo>
                  <a:pt x="49" y="86"/>
                  <a:pt x="49" y="54"/>
                  <a:pt x="49" y="22"/>
                </a:cubicBezTo>
                <a:cubicBezTo>
                  <a:pt x="49" y="14"/>
                  <a:pt x="49" y="13"/>
                  <a:pt x="41" y="14"/>
                </a:cubicBezTo>
                <a:cubicBezTo>
                  <a:pt x="38" y="14"/>
                  <a:pt x="35" y="14"/>
                  <a:pt x="32" y="15"/>
                </a:cubicBezTo>
                <a:cubicBezTo>
                  <a:pt x="26" y="16"/>
                  <a:pt x="21" y="18"/>
                  <a:pt x="18" y="23"/>
                </a:cubicBezTo>
                <a:cubicBezTo>
                  <a:pt x="15" y="27"/>
                  <a:pt x="13" y="32"/>
                  <a:pt x="11" y="36"/>
                </a:cubicBezTo>
                <a:cubicBezTo>
                  <a:pt x="10" y="38"/>
                  <a:pt x="9" y="40"/>
                  <a:pt x="8" y="42"/>
                </a:cubicBezTo>
                <a:cubicBezTo>
                  <a:pt x="5" y="41"/>
                  <a:pt x="3" y="40"/>
                  <a:pt x="0" y="39"/>
                </a:cubicBezTo>
                <a:cubicBezTo>
                  <a:pt x="5" y="26"/>
                  <a:pt x="9" y="13"/>
                  <a:pt x="13" y="0"/>
                </a:cubicBezTo>
                <a:cubicBezTo>
                  <a:pt x="15" y="0"/>
                  <a:pt x="17" y="0"/>
                  <a:pt x="19" y="0"/>
                </a:cubicBezTo>
                <a:cubicBezTo>
                  <a:pt x="20" y="1"/>
                  <a:pt x="20" y="3"/>
                  <a:pt x="21" y="4"/>
                </a:cubicBezTo>
                <a:cubicBezTo>
                  <a:pt x="46" y="4"/>
                  <a:pt x="70" y="4"/>
                  <a:pt x="95" y="4"/>
                </a:cubicBezTo>
                <a:cubicBezTo>
                  <a:pt x="95" y="3"/>
                  <a:pt x="96" y="1"/>
                  <a:pt x="97" y="0"/>
                </a:cubicBezTo>
                <a:cubicBezTo>
                  <a:pt x="98" y="0"/>
                  <a:pt x="100" y="0"/>
                  <a:pt x="103" y="0"/>
                </a:cubicBezTo>
                <a:cubicBezTo>
                  <a:pt x="107" y="13"/>
                  <a:pt x="112" y="26"/>
                  <a:pt x="116" y="39"/>
                </a:cubicBezTo>
                <a:cubicBezTo>
                  <a:pt x="113" y="40"/>
                  <a:pt x="111" y="41"/>
                  <a:pt x="108" y="42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2" name="Freeform 33">
            <a:extLst xmlns:a="http://schemas.openxmlformats.org/drawingml/2006/main">
              <a:ext uri="{FF2B5EF4-FFF2-40B4-BE49-F238E27FC236}">
                <a16:creationId xmlns:a16="http://schemas.microsoft.com/office/drawing/2014/main" id="{00E018E8-08D7-47DF-9105-7A0AA82AB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1440" y="689187"/>
            <a:ext cx="25090" cy="67859"/>
          </a:xfrm>
          <a:custGeom xmlns:a="http://schemas.openxmlformats.org/drawingml/2006/main">
            <a:gdLst>
              <a:gd name="T0" fmla="*/ 0 w 50"/>
              <a:gd name="T1" fmla="*/ 134 h 134"/>
              <a:gd name="T2" fmla="*/ 0 w 50"/>
              <a:gd name="T3" fmla="*/ 127 h 134"/>
              <a:gd name="T4" fmla="*/ 9 w 50"/>
              <a:gd name="T5" fmla="*/ 126 h 134"/>
              <a:gd name="T6" fmla="*/ 16 w 50"/>
              <a:gd name="T7" fmla="*/ 119 h 134"/>
              <a:gd name="T8" fmla="*/ 16 w 50"/>
              <a:gd name="T9" fmla="*/ 113 h 134"/>
              <a:gd name="T10" fmla="*/ 16 w 50"/>
              <a:gd name="T11" fmla="*/ 21 h 134"/>
              <a:gd name="T12" fmla="*/ 16 w 50"/>
              <a:gd name="T13" fmla="*/ 13 h 134"/>
              <a:gd name="T14" fmla="*/ 9 w 50"/>
              <a:gd name="T15" fmla="*/ 8 h 134"/>
              <a:gd name="T16" fmla="*/ 1 w 50"/>
              <a:gd name="T17" fmla="*/ 7 h 134"/>
              <a:gd name="T18" fmla="*/ 1 w 50"/>
              <a:gd name="T19" fmla="*/ 0 h 134"/>
              <a:gd name="T20" fmla="*/ 49 w 50"/>
              <a:gd name="T21" fmla="*/ 0 h 134"/>
              <a:gd name="T22" fmla="*/ 49 w 50"/>
              <a:gd name="T23" fmla="*/ 7 h 134"/>
              <a:gd name="T24" fmla="*/ 42 w 50"/>
              <a:gd name="T25" fmla="*/ 8 h 134"/>
              <a:gd name="T26" fmla="*/ 34 w 50"/>
              <a:gd name="T27" fmla="*/ 15 h 134"/>
              <a:gd name="T28" fmla="*/ 33 w 50"/>
              <a:gd name="T29" fmla="*/ 23 h 134"/>
              <a:gd name="T30" fmla="*/ 33 w 50"/>
              <a:gd name="T31" fmla="*/ 113 h 134"/>
              <a:gd name="T32" fmla="*/ 46 w 50"/>
              <a:gd name="T33" fmla="*/ 127 h 134"/>
              <a:gd name="T34" fmla="*/ 49 w 50"/>
              <a:gd name="T35" fmla="*/ 127 h 134"/>
              <a:gd name="T36" fmla="*/ 50 w 50"/>
              <a:gd name="T37" fmla="*/ 131 h 134"/>
              <a:gd name="T38" fmla="*/ 49 w 50"/>
              <a:gd name="T39" fmla="*/ 134 h 134"/>
              <a:gd name="T40" fmla="*/ 0 w 50"/>
              <a:gd name="T41" fmla="*/ 134 h 134"/>
            </a:gdLst>
            <a:rect l="0" t="0" r="r" b="b"/>
            <a:pathLst>
              <a:path w="50" h="134">
                <a:moveTo>
                  <a:pt x="0" y="134"/>
                </a:move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9" y="126"/>
                </a:cubicBezTo>
                <a:cubicBezTo>
                  <a:pt x="13" y="125"/>
                  <a:pt x="15" y="124"/>
                  <a:pt x="16" y="119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18"/>
                  <a:pt x="16" y="16"/>
                  <a:pt x="16" y="13"/>
                </a:cubicBezTo>
                <a:cubicBezTo>
                  <a:pt x="15" y="10"/>
                  <a:pt x="13" y="8"/>
                  <a:pt x="9" y="8"/>
                </a:cubicBezTo>
                <a:cubicBezTo>
                  <a:pt x="6" y="7"/>
                  <a:pt x="4" y="7"/>
                  <a:pt x="1" y="7"/>
                </a:cubicBezTo>
                <a:cubicBezTo>
                  <a:pt x="1" y="4"/>
                  <a:pt x="1" y="2"/>
                  <a:pt x="1" y="0"/>
                </a:cubicBezTo>
                <a:cubicBezTo>
                  <a:pt x="17" y="0"/>
                  <a:pt x="33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7" y="7"/>
                  <a:pt x="44" y="7"/>
                  <a:pt x="42" y="8"/>
                </a:cubicBezTo>
                <a:cubicBezTo>
                  <a:pt x="38" y="8"/>
                  <a:pt x="35" y="10"/>
                  <a:pt x="34" y="15"/>
                </a:cubicBezTo>
                <a:cubicBezTo>
                  <a:pt x="34" y="17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6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8"/>
                  <a:pt x="50" y="129"/>
                  <a:pt x="50" y="131"/>
                </a:cubicBezTo>
                <a:cubicBezTo>
                  <a:pt x="50" y="132"/>
                  <a:pt x="49" y="133"/>
                  <a:pt x="49" y="134"/>
                </a:cubicBezTo>
                <a:cubicBezTo>
                  <a:pt x="33" y="134"/>
                  <a:pt x="17" y="134"/>
                  <a:pt x="0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3" name="Freeform 34">
            <a:extLst xmlns:a="http://schemas.openxmlformats.org/drawingml/2006/main">
              <a:ext uri="{FF2B5EF4-FFF2-40B4-BE49-F238E27FC236}">
                <a16:creationId xmlns:a16="http://schemas.microsoft.com/office/drawing/2014/main" id="{18701864-FF7E-4875-8CD1-158969728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237" y="689187"/>
            <a:ext cx="24520" cy="68429"/>
          </a:xfrm>
          <a:custGeom xmlns:a="http://schemas.openxmlformats.org/drawingml/2006/main">
            <a:gdLst>
              <a:gd name="T0" fmla="*/ 0 w 49"/>
              <a:gd name="T1" fmla="*/ 7 h 135"/>
              <a:gd name="T2" fmla="*/ 0 w 49"/>
              <a:gd name="T3" fmla="*/ 0 h 135"/>
              <a:gd name="T4" fmla="*/ 49 w 49"/>
              <a:gd name="T5" fmla="*/ 0 h 135"/>
              <a:gd name="T6" fmla="*/ 49 w 49"/>
              <a:gd name="T7" fmla="*/ 7 h 135"/>
              <a:gd name="T8" fmla="*/ 42 w 49"/>
              <a:gd name="T9" fmla="*/ 8 h 135"/>
              <a:gd name="T10" fmla="*/ 34 w 49"/>
              <a:gd name="T11" fmla="*/ 15 h 135"/>
              <a:gd name="T12" fmla="*/ 33 w 49"/>
              <a:gd name="T13" fmla="*/ 23 h 135"/>
              <a:gd name="T14" fmla="*/ 33 w 49"/>
              <a:gd name="T15" fmla="*/ 113 h 135"/>
              <a:gd name="T16" fmla="*/ 46 w 49"/>
              <a:gd name="T17" fmla="*/ 127 h 135"/>
              <a:gd name="T18" fmla="*/ 49 w 49"/>
              <a:gd name="T19" fmla="*/ 127 h 135"/>
              <a:gd name="T20" fmla="*/ 49 w 49"/>
              <a:gd name="T21" fmla="*/ 134 h 135"/>
              <a:gd name="T22" fmla="*/ 0 w 49"/>
              <a:gd name="T23" fmla="*/ 134 h 135"/>
              <a:gd name="T24" fmla="*/ 0 w 49"/>
              <a:gd name="T25" fmla="*/ 127 h 135"/>
              <a:gd name="T26" fmla="*/ 7 w 49"/>
              <a:gd name="T27" fmla="*/ 126 h 135"/>
              <a:gd name="T28" fmla="*/ 16 w 49"/>
              <a:gd name="T29" fmla="*/ 118 h 135"/>
              <a:gd name="T30" fmla="*/ 16 w 49"/>
              <a:gd name="T31" fmla="*/ 113 h 135"/>
              <a:gd name="T32" fmla="*/ 16 w 49"/>
              <a:gd name="T33" fmla="*/ 20 h 135"/>
              <a:gd name="T34" fmla="*/ 15 w 49"/>
              <a:gd name="T35" fmla="*/ 13 h 135"/>
              <a:gd name="T36" fmla="*/ 9 w 49"/>
              <a:gd name="T37" fmla="*/ 8 h 135"/>
              <a:gd name="T38" fmla="*/ 0 w 49"/>
              <a:gd name="T39" fmla="*/ 7 h 135"/>
            </a:gdLst>
            <a:rect l="0" t="0" r="r" b="b"/>
            <a:pathLst>
              <a:path w="49" h="135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5" y="10"/>
                  <a:pt x="34" y="15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5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45" y="135"/>
                  <a:pt x="9" y="135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5" y="127"/>
                  <a:pt x="7" y="126"/>
                </a:cubicBezTo>
                <a:cubicBezTo>
                  <a:pt x="13" y="126"/>
                  <a:pt x="15" y="124"/>
                  <a:pt x="16" y="118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8"/>
                  <a:pt x="15" y="16"/>
                  <a:pt x="15" y="13"/>
                </a:cubicBezTo>
                <a:cubicBezTo>
                  <a:pt x="14" y="10"/>
                  <a:pt x="12" y="8"/>
                  <a:pt x="9" y="8"/>
                </a:cubicBezTo>
                <a:cubicBezTo>
                  <a:pt x="6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4" name="Freeform 35">
            <a:extLst xmlns:a="http://schemas.openxmlformats.org/drawingml/2006/main">
              <a:ext uri="{FF2B5EF4-FFF2-40B4-BE49-F238E27FC236}">
                <a16:creationId xmlns:a16="http://schemas.microsoft.com/office/drawing/2014/main" id="{CA38E1CA-F0A8-4F47-B55E-FEBD56DD6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429" y="689187"/>
            <a:ext cx="24520" cy="67859"/>
          </a:xfrm>
          <a:custGeom xmlns:a="http://schemas.openxmlformats.org/drawingml/2006/main">
            <a:gdLst>
              <a:gd name="T0" fmla="*/ 0 w 49"/>
              <a:gd name="T1" fmla="*/ 7 h 134"/>
              <a:gd name="T2" fmla="*/ 0 w 49"/>
              <a:gd name="T3" fmla="*/ 0 h 134"/>
              <a:gd name="T4" fmla="*/ 49 w 49"/>
              <a:gd name="T5" fmla="*/ 0 h 134"/>
              <a:gd name="T6" fmla="*/ 49 w 49"/>
              <a:gd name="T7" fmla="*/ 7 h 134"/>
              <a:gd name="T8" fmla="*/ 42 w 49"/>
              <a:gd name="T9" fmla="*/ 8 h 134"/>
              <a:gd name="T10" fmla="*/ 34 w 49"/>
              <a:gd name="T11" fmla="*/ 15 h 134"/>
              <a:gd name="T12" fmla="*/ 33 w 49"/>
              <a:gd name="T13" fmla="*/ 23 h 134"/>
              <a:gd name="T14" fmla="*/ 33 w 49"/>
              <a:gd name="T15" fmla="*/ 112 h 134"/>
              <a:gd name="T16" fmla="*/ 34 w 49"/>
              <a:gd name="T17" fmla="*/ 120 h 134"/>
              <a:gd name="T18" fmla="*/ 40 w 49"/>
              <a:gd name="T19" fmla="*/ 126 h 134"/>
              <a:gd name="T20" fmla="*/ 49 w 49"/>
              <a:gd name="T21" fmla="*/ 127 h 134"/>
              <a:gd name="T22" fmla="*/ 49 w 49"/>
              <a:gd name="T23" fmla="*/ 134 h 134"/>
              <a:gd name="T24" fmla="*/ 0 w 49"/>
              <a:gd name="T25" fmla="*/ 134 h 134"/>
              <a:gd name="T26" fmla="*/ 0 w 49"/>
              <a:gd name="T27" fmla="*/ 127 h 134"/>
              <a:gd name="T28" fmla="*/ 8 w 49"/>
              <a:gd name="T29" fmla="*/ 126 h 134"/>
              <a:gd name="T30" fmla="*/ 15 w 49"/>
              <a:gd name="T31" fmla="*/ 119 h 134"/>
              <a:gd name="T32" fmla="*/ 16 w 49"/>
              <a:gd name="T33" fmla="*/ 110 h 134"/>
              <a:gd name="T34" fmla="*/ 16 w 49"/>
              <a:gd name="T35" fmla="*/ 25 h 134"/>
              <a:gd name="T36" fmla="*/ 15 w 49"/>
              <a:gd name="T37" fmla="*/ 15 h 134"/>
              <a:gd name="T38" fmla="*/ 8 w 49"/>
              <a:gd name="T39" fmla="*/ 8 h 134"/>
              <a:gd name="T40" fmla="*/ 0 w 49"/>
              <a:gd name="T41" fmla="*/ 7 h 134"/>
            </a:gdLst>
            <a:rect l="0" t="0" r="r" b="b"/>
            <a:pathLst>
              <a:path w="49" h="134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4" y="10"/>
                  <a:pt x="34" y="15"/>
                </a:cubicBezTo>
                <a:cubicBezTo>
                  <a:pt x="33" y="18"/>
                  <a:pt x="33" y="21"/>
                  <a:pt x="33" y="23"/>
                </a:cubicBezTo>
                <a:cubicBezTo>
                  <a:pt x="33" y="53"/>
                  <a:pt x="33" y="83"/>
                  <a:pt x="33" y="112"/>
                </a:cubicBezTo>
                <a:cubicBezTo>
                  <a:pt x="33" y="115"/>
                  <a:pt x="33" y="118"/>
                  <a:pt x="34" y="120"/>
                </a:cubicBezTo>
                <a:cubicBezTo>
                  <a:pt x="34" y="124"/>
                  <a:pt x="36" y="126"/>
                  <a:pt x="40" y="126"/>
                </a:cubicBezTo>
                <a:cubicBezTo>
                  <a:pt x="43" y="126"/>
                  <a:pt x="45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33" y="134"/>
                  <a:pt x="1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8" y="126"/>
                </a:cubicBezTo>
                <a:cubicBezTo>
                  <a:pt x="13" y="125"/>
                  <a:pt x="15" y="123"/>
                  <a:pt x="15" y="119"/>
                </a:cubicBezTo>
                <a:cubicBezTo>
                  <a:pt x="16" y="116"/>
                  <a:pt x="16" y="113"/>
                  <a:pt x="16" y="110"/>
                </a:cubicBezTo>
                <a:cubicBezTo>
                  <a:pt x="16" y="81"/>
                  <a:pt x="16" y="53"/>
                  <a:pt x="16" y="25"/>
                </a:cubicBezTo>
                <a:cubicBezTo>
                  <a:pt x="16" y="21"/>
                  <a:pt x="16" y="18"/>
                  <a:pt x="15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6" name="Freeform 9">
            <a:extLst xmlns:a="http://schemas.openxmlformats.org/drawingml/2006/main">
              <a:ext uri="{FF2B5EF4-FFF2-40B4-BE49-F238E27FC236}">
                <a16:creationId xmlns:a16="http://schemas.microsoft.com/office/drawing/2014/main" id="{C1FF7EAB-450C-4C88-ADF3-092FE4FF9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4981" y="365289"/>
            <a:ext cx="164800" cy="184188"/>
          </a:xfrm>
          <a:custGeom xmlns:a="http://schemas.openxmlformats.org/drawingml/2006/main">
            <a:gdLst>
              <a:gd name="T0" fmla="*/ 324 w 325"/>
              <a:gd name="T1" fmla="*/ 106 h 363"/>
              <a:gd name="T2" fmla="*/ 283 w 325"/>
              <a:gd name="T3" fmla="*/ 179 h 363"/>
              <a:gd name="T4" fmla="*/ 247 w 325"/>
              <a:gd name="T5" fmla="*/ 214 h 363"/>
              <a:gd name="T6" fmla="*/ 241 w 325"/>
              <a:gd name="T7" fmla="*/ 228 h 363"/>
              <a:gd name="T8" fmla="*/ 271 w 325"/>
              <a:gd name="T9" fmla="*/ 230 h 363"/>
              <a:gd name="T10" fmla="*/ 282 w 325"/>
              <a:gd name="T11" fmla="*/ 240 h 363"/>
              <a:gd name="T12" fmla="*/ 269 w 325"/>
              <a:gd name="T13" fmla="*/ 277 h 363"/>
              <a:gd name="T14" fmla="*/ 223 w 325"/>
              <a:gd name="T15" fmla="*/ 316 h 363"/>
              <a:gd name="T16" fmla="*/ 176 w 325"/>
              <a:gd name="T17" fmla="*/ 340 h 363"/>
              <a:gd name="T18" fmla="*/ 160 w 325"/>
              <a:gd name="T19" fmla="*/ 339 h 363"/>
              <a:gd name="T20" fmla="*/ 165 w 325"/>
              <a:gd name="T21" fmla="*/ 329 h 363"/>
              <a:gd name="T22" fmla="*/ 195 w 325"/>
              <a:gd name="T23" fmla="*/ 302 h 363"/>
              <a:gd name="T24" fmla="*/ 214 w 325"/>
              <a:gd name="T25" fmla="*/ 282 h 363"/>
              <a:gd name="T26" fmla="*/ 223 w 325"/>
              <a:gd name="T27" fmla="*/ 265 h 363"/>
              <a:gd name="T28" fmla="*/ 220 w 325"/>
              <a:gd name="T29" fmla="*/ 257 h 363"/>
              <a:gd name="T30" fmla="*/ 179 w 325"/>
              <a:gd name="T31" fmla="*/ 289 h 363"/>
              <a:gd name="T32" fmla="*/ 106 w 325"/>
              <a:gd name="T33" fmla="*/ 335 h 363"/>
              <a:gd name="T34" fmla="*/ 20 w 325"/>
              <a:gd name="T35" fmla="*/ 363 h 363"/>
              <a:gd name="T36" fmla="*/ 4 w 325"/>
              <a:gd name="T37" fmla="*/ 360 h 363"/>
              <a:gd name="T38" fmla="*/ 78 w 325"/>
              <a:gd name="T39" fmla="*/ 306 h 363"/>
              <a:gd name="T40" fmla="*/ 102 w 325"/>
              <a:gd name="T41" fmla="*/ 295 h 363"/>
              <a:gd name="T42" fmla="*/ 208 w 325"/>
              <a:gd name="T43" fmla="*/ 238 h 363"/>
              <a:gd name="T44" fmla="*/ 207 w 325"/>
              <a:gd name="T45" fmla="*/ 232 h 363"/>
              <a:gd name="T46" fmla="*/ 171 w 325"/>
              <a:gd name="T47" fmla="*/ 243 h 363"/>
              <a:gd name="T48" fmla="*/ 163 w 325"/>
              <a:gd name="T49" fmla="*/ 239 h 363"/>
              <a:gd name="T50" fmla="*/ 170 w 325"/>
              <a:gd name="T51" fmla="*/ 226 h 363"/>
              <a:gd name="T52" fmla="*/ 154 w 325"/>
              <a:gd name="T53" fmla="*/ 206 h 363"/>
              <a:gd name="T54" fmla="*/ 122 w 325"/>
              <a:gd name="T55" fmla="*/ 224 h 363"/>
              <a:gd name="T56" fmla="*/ 99 w 325"/>
              <a:gd name="T57" fmla="*/ 236 h 363"/>
              <a:gd name="T58" fmla="*/ 100 w 325"/>
              <a:gd name="T59" fmla="*/ 222 h 363"/>
              <a:gd name="T60" fmla="*/ 116 w 325"/>
              <a:gd name="T61" fmla="*/ 204 h 363"/>
              <a:gd name="T62" fmla="*/ 118 w 325"/>
              <a:gd name="T63" fmla="*/ 183 h 363"/>
              <a:gd name="T64" fmla="*/ 116 w 325"/>
              <a:gd name="T65" fmla="*/ 174 h 363"/>
              <a:gd name="T66" fmla="*/ 143 w 325"/>
              <a:gd name="T67" fmla="*/ 167 h 363"/>
              <a:gd name="T68" fmla="*/ 158 w 325"/>
              <a:gd name="T69" fmla="*/ 145 h 363"/>
              <a:gd name="T70" fmla="*/ 147 w 325"/>
              <a:gd name="T71" fmla="*/ 144 h 363"/>
              <a:gd name="T72" fmla="*/ 132 w 325"/>
              <a:gd name="T73" fmla="*/ 141 h 363"/>
              <a:gd name="T74" fmla="*/ 141 w 325"/>
              <a:gd name="T75" fmla="*/ 129 h 363"/>
              <a:gd name="T76" fmla="*/ 140 w 325"/>
              <a:gd name="T77" fmla="*/ 115 h 363"/>
              <a:gd name="T78" fmla="*/ 112 w 325"/>
              <a:gd name="T79" fmla="*/ 96 h 363"/>
              <a:gd name="T80" fmla="*/ 127 w 325"/>
              <a:gd name="T81" fmla="*/ 92 h 363"/>
              <a:gd name="T82" fmla="*/ 167 w 325"/>
              <a:gd name="T83" fmla="*/ 81 h 363"/>
              <a:gd name="T84" fmla="*/ 203 w 325"/>
              <a:gd name="T85" fmla="*/ 36 h 363"/>
              <a:gd name="T86" fmla="*/ 204 w 325"/>
              <a:gd name="T87" fmla="*/ 10 h 363"/>
              <a:gd name="T88" fmla="*/ 216 w 325"/>
              <a:gd name="T89" fmla="*/ 3 h 363"/>
              <a:gd name="T90" fmla="*/ 224 w 325"/>
              <a:gd name="T91" fmla="*/ 56 h 363"/>
              <a:gd name="T92" fmla="*/ 205 w 325"/>
              <a:gd name="T93" fmla="*/ 91 h 363"/>
              <a:gd name="T94" fmla="*/ 208 w 325"/>
              <a:gd name="T95" fmla="*/ 105 h 363"/>
              <a:gd name="T96" fmla="*/ 267 w 325"/>
              <a:gd name="T97" fmla="*/ 87 h 363"/>
              <a:gd name="T98" fmla="*/ 297 w 325"/>
              <a:gd name="T99" fmla="*/ 85 h 363"/>
              <a:gd name="T100" fmla="*/ 309 w 325"/>
              <a:gd name="T101" fmla="*/ 86 h 363"/>
              <a:gd name="T102" fmla="*/ 325 w 325"/>
              <a:gd name="T103" fmla="*/ 104 h 363"/>
              <a:gd name="T104" fmla="*/ 198 w 325"/>
              <a:gd name="T105" fmla="*/ 126 h 363"/>
              <a:gd name="T106" fmla="*/ 164 w 325"/>
              <a:gd name="T107" fmla="*/ 175 h 363"/>
              <a:gd name="T108" fmla="*/ 181 w 325"/>
              <a:gd name="T109" fmla="*/ 191 h 363"/>
              <a:gd name="T110" fmla="*/ 186 w 325"/>
              <a:gd name="T111" fmla="*/ 173 h 363"/>
              <a:gd name="T112" fmla="*/ 199 w 325"/>
              <a:gd name="T113" fmla="*/ 170 h 363"/>
              <a:gd name="T114" fmla="*/ 206 w 325"/>
              <a:gd name="T115" fmla="*/ 204 h 363"/>
              <a:gd name="T116" fmla="*/ 217 w 325"/>
              <a:gd name="T117" fmla="*/ 206 h 363"/>
              <a:gd name="T118" fmla="*/ 229 w 325"/>
              <a:gd name="T119" fmla="*/ 188 h 363"/>
              <a:gd name="T120" fmla="*/ 261 w 325"/>
              <a:gd name="T121" fmla="*/ 141 h 363"/>
              <a:gd name="T122" fmla="*/ 250 w 325"/>
              <a:gd name="T123" fmla="*/ 134 h 363"/>
              <a:gd name="T124" fmla="*/ 206 w 325"/>
              <a:gd name="T125" fmla="*/ 122 h 363"/>
            </a:gdLst>
            <a:rect l="0" t="0" r="r" b="b"/>
            <a:pathLst>
              <a:path w="325" h="363">
                <a:moveTo>
                  <a:pt x="325" y="104"/>
                </a:moveTo>
                <a:cubicBezTo>
                  <a:pt x="325" y="104"/>
                  <a:pt x="324" y="105"/>
                  <a:pt x="324" y="106"/>
                </a:cubicBezTo>
                <a:cubicBezTo>
                  <a:pt x="323" y="108"/>
                  <a:pt x="323" y="111"/>
                  <a:pt x="322" y="114"/>
                </a:cubicBezTo>
                <a:cubicBezTo>
                  <a:pt x="312" y="138"/>
                  <a:pt x="300" y="160"/>
                  <a:pt x="283" y="179"/>
                </a:cubicBezTo>
                <a:cubicBezTo>
                  <a:pt x="275" y="188"/>
                  <a:pt x="267" y="197"/>
                  <a:pt x="259" y="205"/>
                </a:cubicBezTo>
                <a:cubicBezTo>
                  <a:pt x="255" y="209"/>
                  <a:pt x="251" y="211"/>
                  <a:pt x="247" y="214"/>
                </a:cubicBezTo>
                <a:cubicBezTo>
                  <a:pt x="244" y="217"/>
                  <a:pt x="241" y="219"/>
                  <a:pt x="239" y="223"/>
                </a:cubicBezTo>
                <a:cubicBezTo>
                  <a:pt x="237" y="226"/>
                  <a:pt x="238" y="227"/>
                  <a:pt x="241" y="228"/>
                </a:cubicBezTo>
                <a:cubicBezTo>
                  <a:pt x="243" y="228"/>
                  <a:pt x="245" y="228"/>
                  <a:pt x="246" y="228"/>
                </a:cubicBezTo>
                <a:cubicBezTo>
                  <a:pt x="255" y="229"/>
                  <a:pt x="263" y="230"/>
                  <a:pt x="271" y="230"/>
                </a:cubicBezTo>
                <a:cubicBezTo>
                  <a:pt x="272" y="230"/>
                  <a:pt x="274" y="231"/>
                  <a:pt x="275" y="231"/>
                </a:cubicBezTo>
                <a:cubicBezTo>
                  <a:pt x="280" y="233"/>
                  <a:pt x="282" y="235"/>
                  <a:pt x="282" y="240"/>
                </a:cubicBezTo>
                <a:cubicBezTo>
                  <a:pt x="283" y="247"/>
                  <a:pt x="282" y="253"/>
                  <a:pt x="279" y="259"/>
                </a:cubicBezTo>
                <a:cubicBezTo>
                  <a:pt x="277" y="265"/>
                  <a:pt x="273" y="271"/>
                  <a:pt x="269" y="277"/>
                </a:cubicBezTo>
                <a:cubicBezTo>
                  <a:pt x="260" y="289"/>
                  <a:pt x="248" y="298"/>
                  <a:pt x="237" y="307"/>
                </a:cubicBezTo>
                <a:cubicBezTo>
                  <a:pt x="233" y="311"/>
                  <a:pt x="228" y="314"/>
                  <a:pt x="223" y="316"/>
                </a:cubicBezTo>
                <a:cubicBezTo>
                  <a:pt x="213" y="321"/>
                  <a:pt x="203" y="327"/>
                  <a:pt x="193" y="332"/>
                </a:cubicBezTo>
                <a:cubicBezTo>
                  <a:pt x="187" y="334"/>
                  <a:pt x="182" y="337"/>
                  <a:pt x="176" y="340"/>
                </a:cubicBezTo>
                <a:cubicBezTo>
                  <a:pt x="173" y="341"/>
                  <a:pt x="169" y="341"/>
                  <a:pt x="166" y="342"/>
                </a:cubicBezTo>
                <a:cubicBezTo>
                  <a:pt x="164" y="342"/>
                  <a:pt x="161" y="341"/>
                  <a:pt x="160" y="339"/>
                </a:cubicBezTo>
                <a:cubicBezTo>
                  <a:pt x="159" y="337"/>
                  <a:pt x="160" y="335"/>
                  <a:pt x="162" y="333"/>
                </a:cubicBezTo>
                <a:cubicBezTo>
                  <a:pt x="163" y="332"/>
                  <a:pt x="164" y="330"/>
                  <a:pt x="165" y="329"/>
                </a:cubicBezTo>
                <a:cubicBezTo>
                  <a:pt x="173" y="323"/>
                  <a:pt x="181" y="316"/>
                  <a:pt x="189" y="310"/>
                </a:cubicBezTo>
                <a:cubicBezTo>
                  <a:pt x="192" y="307"/>
                  <a:pt x="194" y="305"/>
                  <a:pt x="195" y="302"/>
                </a:cubicBezTo>
                <a:cubicBezTo>
                  <a:pt x="196" y="300"/>
                  <a:pt x="198" y="297"/>
                  <a:pt x="200" y="295"/>
                </a:cubicBezTo>
                <a:cubicBezTo>
                  <a:pt x="205" y="291"/>
                  <a:pt x="210" y="287"/>
                  <a:pt x="214" y="282"/>
                </a:cubicBezTo>
                <a:cubicBezTo>
                  <a:pt x="217" y="280"/>
                  <a:pt x="218" y="278"/>
                  <a:pt x="219" y="275"/>
                </a:cubicBezTo>
                <a:cubicBezTo>
                  <a:pt x="219" y="271"/>
                  <a:pt x="221" y="268"/>
                  <a:pt x="223" y="265"/>
                </a:cubicBezTo>
                <a:cubicBezTo>
                  <a:pt x="225" y="263"/>
                  <a:pt x="227" y="261"/>
                  <a:pt x="229" y="259"/>
                </a:cubicBezTo>
                <a:cubicBezTo>
                  <a:pt x="227" y="256"/>
                  <a:pt x="224" y="256"/>
                  <a:pt x="220" y="257"/>
                </a:cubicBezTo>
                <a:cubicBezTo>
                  <a:pt x="212" y="260"/>
                  <a:pt x="205" y="264"/>
                  <a:pt x="199" y="270"/>
                </a:cubicBezTo>
                <a:cubicBezTo>
                  <a:pt x="192" y="276"/>
                  <a:pt x="186" y="282"/>
                  <a:pt x="179" y="289"/>
                </a:cubicBezTo>
                <a:cubicBezTo>
                  <a:pt x="169" y="299"/>
                  <a:pt x="157" y="307"/>
                  <a:pt x="144" y="314"/>
                </a:cubicBezTo>
                <a:cubicBezTo>
                  <a:pt x="131" y="320"/>
                  <a:pt x="119" y="328"/>
                  <a:pt x="106" y="335"/>
                </a:cubicBezTo>
                <a:cubicBezTo>
                  <a:pt x="89" y="344"/>
                  <a:pt x="72" y="352"/>
                  <a:pt x="53" y="357"/>
                </a:cubicBezTo>
                <a:cubicBezTo>
                  <a:pt x="43" y="361"/>
                  <a:pt x="32" y="363"/>
                  <a:pt x="20" y="363"/>
                </a:cubicBezTo>
                <a:cubicBezTo>
                  <a:pt x="16" y="362"/>
                  <a:pt x="12" y="361"/>
                  <a:pt x="7" y="361"/>
                </a:cubicBezTo>
                <a:cubicBezTo>
                  <a:pt x="6" y="361"/>
                  <a:pt x="5" y="360"/>
                  <a:pt x="4" y="360"/>
                </a:cubicBezTo>
                <a:cubicBezTo>
                  <a:pt x="0" y="358"/>
                  <a:pt x="0" y="355"/>
                  <a:pt x="4" y="352"/>
                </a:cubicBezTo>
                <a:cubicBezTo>
                  <a:pt x="28" y="337"/>
                  <a:pt x="53" y="321"/>
                  <a:pt x="78" y="306"/>
                </a:cubicBezTo>
                <a:cubicBezTo>
                  <a:pt x="84" y="302"/>
                  <a:pt x="91" y="298"/>
                  <a:pt x="98" y="297"/>
                </a:cubicBezTo>
                <a:cubicBezTo>
                  <a:pt x="100" y="296"/>
                  <a:pt x="101" y="295"/>
                  <a:pt x="102" y="295"/>
                </a:cubicBezTo>
                <a:cubicBezTo>
                  <a:pt x="135" y="275"/>
                  <a:pt x="169" y="257"/>
                  <a:pt x="204" y="241"/>
                </a:cubicBezTo>
                <a:cubicBezTo>
                  <a:pt x="205" y="240"/>
                  <a:pt x="207" y="239"/>
                  <a:pt x="208" y="238"/>
                </a:cubicBezTo>
                <a:cubicBezTo>
                  <a:pt x="209" y="237"/>
                  <a:pt x="210" y="235"/>
                  <a:pt x="210" y="234"/>
                </a:cubicBezTo>
                <a:cubicBezTo>
                  <a:pt x="210" y="233"/>
                  <a:pt x="208" y="232"/>
                  <a:pt x="207" y="232"/>
                </a:cubicBezTo>
                <a:cubicBezTo>
                  <a:pt x="201" y="231"/>
                  <a:pt x="196" y="233"/>
                  <a:pt x="190" y="235"/>
                </a:cubicBezTo>
                <a:cubicBezTo>
                  <a:pt x="184" y="238"/>
                  <a:pt x="178" y="240"/>
                  <a:pt x="171" y="243"/>
                </a:cubicBezTo>
                <a:cubicBezTo>
                  <a:pt x="170" y="243"/>
                  <a:pt x="169" y="244"/>
                  <a:pt x="168" y="244"/>
                </a:cubicBezTo>
                <a:cubicBezTo>
                  <a:pt x="164" y="244"/>
                  <a:pt x="163" y="244"/>
                  <a:pt x="163" y="239"/>
                </a:cubicBezTo>
                <a:cubicBezTo>
                  <a:pt x="163" y="236"/>
                  <a:pt x="164" y="233"/>
                  <a:pt x="166" y="231"/>
                </a:cubicBezTo>
                <a:cubicBezTo>
                  <a:pt x="167" y="229"/>
                  <a:pt x="169" y="228"/>
                  <a:pt x="170" y="226"/>
                </a:cubicBezTo>
                <a:cubicBezTo>
                  <a:pt x="172" y="222"/>
                  <a:pt x="172" y="218"/>
                  <a:pt x="168" y="215"/>
                </a:cubicBezTo>
                <a:cubicBezTo>
                  <a:pt x="164" y="212"/>
                  <a:pt x="159" y="209"/>
                  <a:pt x="154" y="206"/>
                </a:cubicBezTo>
                <a:cubicBezTo>
                  <a:pt x="148" y="203"/>
                  <a:pt x="143" y="205"/>
                  <a:pt x="138" y="210"/>
                </a:cubicBezTo>
                <a:cubicBezTo>
                  <a:pt x="133" y="215"/>
                  <a:pt x="128" y="219"/>
                  <a:pt x="122" y="224"/>
                </a:cubicBezTo>
                <a:cubicBezTo>
                  <a:pt x="118" y="228"/>
                  <a:pt x="112" y="231"/>
                  <a:pt x="107" y="235"/>
                </a:cubicBezTo>
                <a:cubicBezTo>
                  <a:pt x="105" y="236"/>
                  <a:pt x="102" y="238"/>
                  <a:pt x="99" y="236"/>
                </a:cubicBezTo>
                <a:cubicBezTo>
                  <a:pt x="97" y="234"/>
                  <a:pt x="97" y="231"/>
                  <a:pt x="98" y="229"/>
                </a:cubicBezTo>
                <a:cubicBezTo>
                  <a:pt x="98" y="226"/>
                  <a:pt x="99" y="224"/>
                  <a:pt x="100" y="222"/>
                </a:cubicBezTo>
                <a:cubicBezTo>
                  <a:pt x="102" y="219"/>
                  <a:pt x="105" y="217"/>
                  <a:pt x="107" y="214"/>
                </a:cubicBezTo>
                <a:cubicBezTo>
                  <a:pt x="110" y="211"/>
                  <a:pt x="113" y="208"/>
                  <a:pt x="116" y="204"/>
                </a:cubicBezTo>
                <a:cubicBezTo>
                  <a:pt x="118" y="202"/>
                  <a:pt x="119" y="198"/>
                  <a:pt x="120" y="195"/>
                </a:cubicBezTo>
                <a:cubicBezTo>
                  <a:pt x="122" y="191"/>
                  <a:pt x="122" y="187"/>
                  <a:pt x="118" y="183"/>
                </a:cubicBezTo>
                <a:cubicBezTo>
                  <a:pt x="116" y="182"/>
                  <a:pt x="115" y="181"/>
                  <a:pt x="115" y="179"/>
                </a:cubicBezTo>
                <a:cubicBezTo>
                  <a:pt x="113" y="177"/>
                  <a:pt x="113" y="175"/>
                  <a:pt x="116" y="174"/>
                </a:cubicBezTo>
                <a:cubicBezTo>
                  <a:pt x="123" y="173"/>
                  <a:pt x="130" y="171"/>
                  <a:pt x="137" y="170"/>
                </a:cubicBezTo>
                <a:cubicBezTo>
                  <a:pt x="140" y="170"/>
                  <a:pt x="141" y="169"/>
                  <a:pt x="143" y="167"/>
                </a:cubicBezTo>
                <a:cubicBezTo>
                  <a:pt x="146" y="163"/>
                  <a:pt x="150" y="159"/>
                  <a:pt x="153" y="155"/>
                </a:cubicBezTo>
                <a:cubicBezTo>
                  <a:pt x="155" y="152"/>
                  <a:pt x="157" y="149"/>
                  <a:pt x="158" y="145"/>
                </a:cubicBezTo>
                <a:cubicBezTo>
                  <a:pt x="159" y="141"/>
                  <a:pt x="157" y="140"/>
                  <a:pt x="154" y="141"/>
                </a:cubicBezTo>
                <a:cubicBezTo>
                  <a:pt x="151" y="141"/>
                  <a:pt x="149" y="142"/>
                  <a:pt x="147" y="144"/>
                </a:cubicBezTo>
                <a:cubicBezTo>
                  <a:pt x="144" y="146"/>
                  <a:pt x="140" y="146"/>
                  <a:pt x="137" y="145"/>
                </a:cubicBezTo>
                <a:cubicBezTo>
                  <a:pt x="134" y="145"/>
                  <a:pt x="133" y="144"/>
                  <a:pt x="132" y="141"/>
                </a:cubicBezTo>
                <a:cubicBezTo>
                  <a:pt x="132" y="139"/>
                  <a:pt x="132" y="137"/>
                  <a:pt x="134" y="135"/>
                </a:cubicBezTo>
                <a:cubicBezTo>
                  <a:pt x="137" y="133"/>
                  <a:pt x="139" y="131"/>
                  <a:pt x="141" y="129"/>
                </a:cubicBezTo>
                <a:cubicBezTo>
                  <a:pt x="143" y="126"/>
                  <a:pt x="144" y="123"/>
                  <a:pt x="144" y="119"/>
                </a:cubicBezTo>
                <a:cubicBezTo>
                  <a:pt x="144" y="116"/>
                  <a:pt x="143" y="115"/>
                  <a:pt x="140" y="115"/>
                </a:cubicBezTo>
                <a:cubicBezTo>
                  <a:pt x="136" y="115"/>
                  <a:pt x="132" y="115"/>
                  <a:pt x="129" y="114"/>
                </a:cubicBezTo>
                <a:cubicBezTo>
                  <a:pt x="119" y="112"/>
                  <a:pt x="114" y="106"/>
                  <a:pt x="112" y="96"/>
                </a:cubicBezTo>
                <a:cubicBezTo>
                  <a:pt x="112" y="91"/>
                  <a:pt x="113" y="90"/>
                  <a:pt x="118" y="91"/>
                </a:cubicBezTo>
                <a:cubicBezTo>
                  <a:pt x="121" y="91"/>
                  <a:pt x="124" y="91"/>
                  <a:pt x="127" y="92"/>
                </a:cubicBezTo>
                <a:cubicBezTo>
                  <a:pt x="137" y="93"/>
                  <a:pt x="146" y="92"/>
                  <a:pt x="155" y="86"/>
                </a:cubicBezTo>
                <a:cubicBezTo>
                  <a:pt x="158" y="83"/>
                  <a:pt x="163" y="82"/>
                  <a:pt x="167" y="81"/>
                </a:cubicBezTo>
                <a:cubicBezTo>
                  <a:pt x="174" y="79"/>
                  <a:pt x="180" y="76"/>
                  <a:pt x="184" y="70"/>
                </a:cubicBezTo>
                <a:cubicBezTo>
                  <a:pt x="193" y="60"/>
                  <a:pt x="200" y="49"/>
                  <a:pt x="203" y="36"/>
                </a:cubicBezTo>
                <a:cubicBezTo>
                  <a:pt x="204" y="30"/>
                  <a:pt x="205" y="23"/>
                  <a:pt x="205" y="17"/>
                </a:cubicBezTo>
                <a:cubicBezTo>
                  <a:pt x="204" y="15"/>
                  <a:pt x="204" y="13"/>
                  <a:pt x="204" y="10"/>
                </a:cubicBezTo>
                <a:cubicBezTo>
                  <a:pt x="204" y="7"/>
                  <a:pt x="204" y="4"/>
                  <a:pt x="207" y="2"/>
                </a:cubicBezTo>
                <a:cubicBezTo>
                  <a:pt x="211" y="0"/>
                  <a:pt x="213" y="2"/>
                  <a:pt x="216" y="3"/>
                </a:cubicBezTo>
                <a:cubicBezTo>
                  <a:pt x="230" y="11"/>
                  <a:pt x="236" y="28"/>
                  <a:pt x="230" y="43"/>
                </a:cubicBezTo>
                <a:cubicBezTo>
                  <a:pt x="229" y="48"/>
                  <a:pt x="226" y="52"/>
                  <a:pt x="224" y="56"/>
                </a:cubicBezTo>
                <a:cubicBezTo>
                  <a:pt x="219" y="64"/>
                  <a:pt x="214" y="72"/>
                  <a:pt x="209" y="80"/>
                </a:cubicBezTo>
                <a:cubicBezTo>
                  <a:pt x="207" y="83"/>
                  <a:pt x="206" y="87"/>
                  <a:pt x="205" y="91"/>
                </a:cubicBezTo>
                <a:cubicBezTo>
                  <a:pt x="204" y="93"/>
                  <a:pt x="203" y="95"/>
                  <a:pt x="203" y="98"/>
                </a:cubicBezTo>
                <a:cubicBezTo>
                  <a:pt x="203" y="102"/>
                  <a:pt x="205" y="104"/>
                  <a:pt x="208" y="105"/>
                </a:cubicBezTo>
                <a:cubicBezTo>
                  <a:pt x="213" y="106"/>
                  <a:pt x="217" y="105"/>
                  <a:pt x="221" y="104"/>
                </a:cubicBezTo>
                <a:cubicBezTo>
                  <a:pt x="236" y="97"/>
                  <a:pt x="251" y="91"/>
                  <a:pt x="267" y="87"/>
                </a:cubicBezTo>
                <a:cubicBezTo>
                  <a:pt x="274" y="85"/>
                  <a:pt x="280" y="84"/>
                  <a:pt x="287" y="82"/>
                </a:cubicBezTo>
                <a:cubicBezTo>
                  <a:pt x="290" y="82"/>
                  <a:pt x="294" y="82"/>
                  <a:pt x="297" y="85"/>
                </a:cubicBezTo>
                <a:cubicBezTo>
                  <a:pt x="299" y="86"/>
                  <a:pt x="301" y="86"/>
                  <a:pt x="304" y="86"/>
                </a:cubicBezTo>
                <a:cubicBezTo>
                  <a:pt x="305" y="87"/>
                  <a:pt x="307" y="86"/>
                  <a:pt x="309" y="86"/>
                </a:cubicBezTo>
                <a:cubicBezTo>
                  <a:pt x="317" y="86"/>
                  <a:pt x="323" y="89"/>
                  <a:pt x="325" y="97"/>
                </a:cubicBezTo>
                <a:cubicBezTo>
                  <a:pt x="325" y="99"/>
                  <a:pt x="325" y="101"/>
                  <a:pt x="325" y="104"/>
                </a:cubicBezTo>
                <a:close/>
                <a:moveTo>
                  <a:pt x="206" y="122"/>
                </a:moveTo>
                <a:cubicBezTo>
                  <a:pt x="203" y="122"/>
                  <a:pt x="200" y="123"/>
                  <a:pt x="198" y="126"/>
                </a:cubicBezTo>
                <a:cubicBezTo>
                  <a:pt x="189" y="138"/>
                  <a:pt x="179" y="150"/>
                  <a:pt x="169" y="162"/>
                </a:cubicBezTo>
                <a:cubicBezTo>
                  <a:pt x="166" y="166"/>
                  <a:pt x="164" y="170"/>
                  <a:pt x="164" y="175"/>
                </a:cubicBezTo>
                <a:cubicBezTo>
                  <a:pt x="162" y="184"/>
                  <a:pt x="165" y="188"/>
                  <a:pt x="173" y="193"/>
                </a:cubicBezTo>
                <a:cubicBezTo>
                  <a:pt x="176" y="195"/>
                  <a:pt x="179" y="194"/>
                  <a:pt x="181" y="191"/>
                </a:cubicBezTo>
                <a:cubicBezTo>
                  <a:pt x="183" y="188"/>
                  <a:pt x="183" y="186"/>
                  <a:pt x="184" y="183"/>
                </a:cubicBezTo>
                <a:cubicBezTo>
                  <a:pt x="185" y="180"/>
                  <a:pt x="185" y="176"/>
                  <a:pt x="186" y="173"/>
                </a:cubicBezTo>
                <a:cubicBezTo>
                  <a:pt x="187" y="171"/>
                  <a:pt x="188" y="168"/>
                  <a:pt x="190" y="167"/>
                </a:cubicBezTo>
                <a:cubicBezTo>
                  <a:pt x="194" y="164"/>
                  <a:pt x="197" y="165"/>
                  <a:pt x="199" y="170"/>
                </a:cubicBezTo>
                <a:cubicBezTo>
                  <a:pt x="199" y="171"/>
                  <a:pt x="199" y="171"/>
                  <a:pt x="199" y="172"/>
                </a:cubicBezTo>
                <a:cubicBezTo>
                  <a:pt x="202" y="183"/>
                  <a:pt x="205" y="193"/>
                  <a:pt x="206" y="204"/>
                </a:cubicBezTo>
                <a:cubicBezTo>
                  <a:pt x="206" y="206"/>
                  <a:pt x="207" y="209"/>
                  <a:pt x="210" y="210"/>
                </a:cubicBezTo>
                <a:cubicBezTo>
                  <a:pt x="214" y="210"/>
                  <a:pt x="215" y="208"/>
                  <a:pt x="217" y="206"/>
                </a:cubicBezTo>
                <a:cubicBezTo>
                  <a:pt x="217" y="205"/>
                  <a:pt x="217" y="205"/>
                  <a:pt x="218" y="204"/>
                </a:cubicBezTo>
                <a:cubicBezTo>
                  <a:pt x="221" y="199"/>
                  <a:pt x="225" y="193"/>
                  <a:pt x="229" y="188"/>
                </a:cubicBezTo>
                <a:cubicBezTo>
                  <a:pt x="237" y="177"/>
                  <a:pt x="246" y="167"/>
                  <a:pt x="255" y="157"/>
                </a:cubicBezTo>
                <a:cubicBezTo>
                  <a:pt x="259" y="152"/>
                  <a:pt x="261" y="147"/>
                  <a:pt x="261" y="141"/>
                </a:cubicBezTo>
                <a:cubicBezTo>
                  <a:pt x="261" y="137"/>
                  <a:pt x="259" y="135"/>
                  <a:pt x="255" y="134"/>
                </a:cubicBezTo>
                <a:cubicBezTo>
                  <a:pt x="253" y="134"/>
                  <a:pt x="251" y="134"/>
                  <a:pt x="250" y="134"/>
                </a:cubicBezTo>
                <a:cubicBezTo>
                  <a:pt x="240" y="131"/>
                  <a:pt x="231" y="129"/>
                  <a:pt x="221" y="126"/>
                </a:cubicBezTo>
                <a:cubicBezTo>
                  <a:pt x="216" y="125"/>
                  <a:pt x="211" y="123"/>
                  <a:pt x="206" y="1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7" name="Freeform 10">
            <a:extLst xmlns:a="http://schemas.openxmlformats.org/drawingml/2006/main">
              <a:ext uri="{FF2B5EF4-FFF2-40B4-BE49-F238E27FC236}">
                <a16:creationId xmlns:a16="http://schemas.microsoft.com/office/drawing/2014/main" id="{D5BEBE6A-22EF-4664-AF5F-27D136A2D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8190" y="398363"/>
            <a:ext cx="193882" cy="208139"/>
          </a:xfrm>
          <a:custGeom xmlns:a="http://schemas.openxmlformats.org/drawingml/2006/main">
            <a:gdLst>
              <a:gd name="T0" fmla="*/ 83 w 383"/>
              <a:gd name="T1" fmla="*/ 410 h 411"/>
              <a:gd name="T2" fmla="*/ 111 w 383"/>
              <a:gd name="T3" fmla="*/ 380 h 411"/>
              <a:gd name="T4" fmla="*/ 136 w 383"/>
              <a:gd name="T5" fmla="*/ 371 h 411"/>
              <a:gd name="T6" fmla="*/ 198 w 383"/>
              <a:gd name="T7" fmla="*/ 294 h 411"/>
              <a:gd name="T8" fmla="*/ 201 w 383"/>
              <a:gd name="T9" fmla="*/ 280 h 411"/>
              <a:gd name="T10" fmla="*/ 197 w 383"/>
              <a:gd name="T11" fmla="*/ 274 h 411"/>
              <a:gd name="T12" fmla="*/ 166 w 383"/>
              <a:gd name="T13" fmla="*/ 283 h 411"/>
              <a:gd name="T14" fmla="*/ 144 w 383"/>
              <a:gd name="T15" fmla="*/ 291 h 411"/>
              <a:gd name="T16" fmla="*/ 123 w 383"/>
              <a:gd name="T17" fmla="*/ 305 h 411"/>
              <a:gd name="T18" fmla="*/ 62 w 383"/>
              <a:gd name="T19" fmla="*/ 344 h 411"/>
              <a:gd name="T20" fmla="*/ 34 w 383"/>
              <a:gd name="T21" fmla="*/ 353 h 411"/>
              <a:gd name="T22" fmla="*/ 9 w 383"/>
              <a:gd name="T23" fmla="*/ 344 h 411"/>
              <a:gd name="T24" fmla="*/ 1 w 383"/>
              <a:gd name="T25" fmla="*/ 322 h 411"/>
              <a:gd name="T26" fmla="*/ 0 w 383"/>
              <a:gd name="T27" fmla="*/ 288 h 411"/>
              <a:gd name="T28" fmla="*/ 1 w 383"/>
              <a:gd name="T29" fmla="*/ 283 h 411"/>
              <a:gd name="T30" fmla="*/ 6 w 383"/>
              <a:gd name="T31" fmla="*/ 282 h 411"/>
              <a:gd name="T32" fmla="*/ 8 w 383"/>
              <a:gd name="T33" fmla="*/ 285 h 411"/>
              <a:gd name="T34" fmla="*/ 10 w 383"/>
              <a:gd name="T35" fmla="*/ 290 h 411"/>
              <a:gd name="T36" fmla="*/ 32 w 383"/>
              <a:gd name="T37" fmla="*/ 298 h 411"/>
              <a:gd name="T38" fmla="*/ 46 w 383"/>
              <a:gd name="T39" fmla="*/ 293 h 411"/>
              <a:gd name="T40" fmla="*/ 53 w 383"/>
              <a:gd name="T41" fmla="*/ 291 h 411"/>
              <a:gd name="T42" fmla="*/ 65 w 383"/>
              <a:gd name="T43" fmla="*/ 288 h 411"/>
              <a:gd name="T44" fmla="*/ 100 w 383"/>
              <a:gd name="T45" fmla="*/ 268 h 411"/>
              <a:gd name="T46" fmla="*/ 156 w 383"/>
              <a:gd name="T47" fmla="*/ 244 h 411"/>
              <a:gd name="T48" fmla="*/ 197 w 383"/>
              <a:gd name="T49" fmla="*/ 229 h 411"/>
              <a:gd name="T50" fmla="*/ 203 w 383"/>
              <a:gd name="T51" fmla="*/ 226 h 411"/>
              <a:gd name="T52" fmla="*/ 219 w 383"/>
              <a:gd name="T53" fmla="*/ 204 h 411"/>
              <a:gd name="T54" fmla="*/ 222 w 383"/>
              <a:gd name="T55" fmla="*/ 124 h 411"/>
              <a:gd name="T56" fmla="*/ 210 w 383"/>
              <a:gd name="T57" fmla="*/ 69 h 411"/>
              <a:gd name="T58" fmla="*/ 197 w 383"/>
              <a:gd name="T59" fmla="*/ 36 h 411"/>
              <a:gd name="T60" fmla="*/ 194 w 383"/>
              <a:gd name="T61" fmla="*/ 10 h 411"/>
              <a:gd name="T62" fmla="*/ 205 w 383"/>
              <a:gd name="T63" fmla="*/ 2 h 411"/>
              <a:gd name="T64" fmla="*/ 230 w 383"/>
              <a:gd name="T65" fmla="*/ 7 h 411"/>
              <a:gd name="T66" fmla="*/ 237 w 383"/>
              <a:gd name="T67" fmla="*/ 10 h 411"/>
              <a:gd name="T68" fmla="*/ 248 w 383"/>
              <a:gd name="T69" fmla="*/ 19 h 411"/>
              <a:gd name="T70" fmla="*/ 265 w 383"/>
              <a:gd name="T71" fmla="*/ 29 h 411"/>
              <a:gd name="T72" fmla="*/ 280 w 383"/>
              <a:gd name="T73" fmla="*/ 49 h 411"/>
              <a:gd name="T74" fmla="*/ 278 w 383"/>
              <a:gd name="T75" fmla="*/ 66 h 411"/>
              <a:gd name="T76" fmla="*/ 273 w 383"/>
              <a:gd name="T77" fmla="*/ 72 h 411"/>
              <a:gd name="T78" fmla="*/ 270 w 383"/>
              <a:gd name="T79" fmla="*/ 77 h 411"/>
              <a:gd name="T80" fmla="*/ 271 w 383"/>
              <a:gd name="T81" fmla="*/ 158 h 411"/>
              <a:gd name="T82" fmla="*/ 273 w 383"/>
              <a:gd name="T83" fmla="*/ 179 h 411"/>
              <a:gd name="T84" fmla="*/ 278 w 383"/>
              <a:gd name="T85" fmla="*/ 182 h 411"/>
              <a:gd name="T86" fmla="*/ 313 w 383"/>
              <a:gd name="T87" fmla="*/ 160 h 411"/>
              <a:gd name="T88" fmla="*/ 325 w 383"/>
              <a:gd name="T89" fmla="*/ 144 h 411"/>
              <a:gd name="T90" fmla="*/ 341 w 383"/>
              <a:gd name="T91" fmla="*/ 128 h 411"/>
              <a:gd name="T92" fmla="*/ 369 w 383"/>
              <a:gd name="T93" fmla="*/ 122 h 411"/>
              <a:gd name="T94" fmla="*/ 380 w 383"/>
              <a:gd name="T95" fmla="*/ 141 h 411"/>
              <a:gd name="T96" fmla="*/ 372 w 383"/>
              <a:gd name="T97" fmla="*/ 154 h 411"/>
              <a:gd name="T98" fmla="*/ 355 w 383"/>
              <a:gd name="T99" fmla="*/ 169 h 411"/>
              <a:gd name="T100" fmla="*/ 314 w 383"/>
              <a:gd name="T101" fmla="*/ 199 h 411"/>
              <a:gd name="T102" fmla="*/ 275 w 383"/>
              <a:gd name="T103" fmla="*/ 229 h 411"/>
              <a:gd name="T104" fmla="*/ 271 w 383"/>
              <a:gd name="T105" fmla="*/ 238 h 411"/>
              <a:gd name="T106" fmla="*/ 254 w 383"/>
              <a:gd name="T107" fmla="*/ 310 h 411"/>
              <a:gd name="T108" fmla="*/ 250 w 383"/>
              <a:gd name="T109" fmla="*/ 320 h 411"/>
              <a:gd name="T110" fmla="*/ 247 w 383"/>
              <a:gd name="T111" fmla="*/ 325 h 411"/>
              <a:gd name="T112" fmla="*/ 173 w 383"/>
              <a:gd name="T113" fmla="*/ 386 h 411"/>
              <a:gd name="T114" fmla="*/ 95 w 383"/>
              <a:gd name="T115" fmla="*/ 410 h 411"/>
              <a:gd name="T116" fmla="*/ 88 w 383"/>
              <a:gd name="T117" fmla="*/ 411 h 411"/>
              <a:gd name="T118" fmla="*/ 83 w 383"/>
              <a:gd name="T119" fmla="*/ 410 h 411"/>
            </a:gdLst>
            <a:rect l="0" t="0" r="r" b="b"/>
            <a:pathLst>
              <a:path w="383" h="411">
                <a:moveTo>
                  <a:pt x="83" y="410"/>
                </a:moveTo>
                <a:cubicBezTo>
                  <a:pt x="89" y="396"/>
                  <a:pt x="96" y="385"/>
                  <a:pt x="111" y="380"/>
                </a:cubicBezTo>
                <a:cubicBezTo>
                  <a:pt x="120" y="378"/>
                  <a:pt x="128" y="375"/>
                  <a:pt x="136" y="371"/>
                </a:cubicBezTo>
                <a:cubicBezTo>
                  <a:pt x="168" y="355"/>
                  <a:pt x="188" y="328"/>
                  <a:pt x="198" y="294"/>
                </a:cubicBezTo>
                <a:cubicBezTo>
                  <a:pt x="199" y="289"/>
                  <a:pt x="200" y="284"/>
                  <a:pt x="201" y="280"/>
                </a:cubicBezTo>
                <a:cubicBezTo>
                  <a:pt x="202" y="275"/>
                  <a:pt x="201" y="274"/>
                  <a:pt x="197" y="274"/>
                </a:cubicBezTo>
                <a:cubicBezTo>
                  <a:pt x="186" y="275"/>
                  <a:pt x="176" y="278"/>
                  <a:pt x="166" y="283"/>
                </a:cubicBezTo>
                <a:cubicBezTo>
                  <a:pt x="159" y="286"/>
                  <a:pt x="152" y="289"/>
                  <a:pt x="144" y="291"/>
                </a:cubicBezTo>
                <a:cubicBezTo>
                  <a:pt x="136" y="294"/>
                  <a:pt x="130" y="300"/>
                  <a:pt x="123" y="305"/>
                </a:cubicBezTo>
                <a:cubicBezTo>
                  <a:pt x="105" y="321"/>
                  <a:pt x="84" y="334"/>
                  <a:pt x="62" y="344"/>
                </a:cubicBezTo>
                <a:cubicBezTo>
                  <a:pt x="53" y="348"/>
                  <a:pt x="43" y="351"/>
                  <a:pt x="34" y="353"/>
                </a:cubicBezTo>
                <a:cubicBezTo>
                  <a:pt x="24" y="356"/>
                  <a:pt x="15" y="352"/>
                  <a:pt x="9" y="344"/>
                </a:cubicBezTo>
                <a:cubicBezTo>
                  <a:pt x="4" y="338"/>
                  <a:pt x="1" y="330"/>
                  <a:pt x="1" y="322"/>
                </a:cubicBezTo>
                <a:cubicBezTo>
                  <a:pt x="1" y="310"/>
                  <a:pt x="0" y="299"/>
                  <a:pt x="0" y="288"/>
                </a:cubicBezTo>
                <a:cubicBezTo>
                  <a:pt x="0" y="286"/>
                  <a:pt x="0" y="284"/>
                  <a:pt x="1" y="283"/>
                </a:cubicBezTo>
                <a:cubicBezTo>
                  <a:pt x="1" y="280"/>
                  <a:pt x="4" y="279"/>
                  <a:pt x="6" y="282"/>
                </a:cubicBezTo>
                <a:cubicBezTo>
                  <a:pt x="7" y="283"/>
                  <a:pt x="7" y="284"/>
                  <a:pt x="8" y="285"/>
                </a:cubicBezTo>
                <a:cubicBezTo>
                  <a:pt x="9" y="286"/>
                  <a:pt x="9" y="288"/>
                  <a:pt x="10" y="290"/>
                </a:cubicBezTo>
                <a:cubicBezTo>
                  <a:pt x="16" y="297"/>
                  <a:pt x="23" y="301"/>
                  <a:pt x="32" y="298"/>
                </a:cubicBezTo>
                <a:cubicBezTo>
                  <a:pt x="37" y="297"/>
                  <a:pt x="41" y="295"/>
                  <a:pt x="46" y="293"/>
                </a:cubicBezTo>
                <a:cubicBezTo>
                  <a:pt x="48" y="292"/>
                  <a:pt x="51" y="291"/>
                  <a:pt x="53" y="291"/>
                </a:cubicBezTo>
                <a:cubicBezTo>
                  <a:pt x="58" y="292"/>
                  <a:pt x="61" y="290"/>
                  <a:pt x="65" y="288"/>
                </a:cubicBezTo>
                <a:cubicBezTo>
                  <a:pt x="77" y="282"/>
                  <a:pt x="89" y="275"/>
                  <a:pt x="100" y="268"/>
                </a:cubicBezTo>
                <a:cubicBezTo>
                  <a:pt x="118" y="258"/>
                  <a:pt x="137" y="251"/>
                  <a:pt x="156" y="244"/>
                </a:cubicBezTo>
                <a:cubicBezTo>
                  <a:pt x="169" y="239"/>
                  <a:pt x="183" y="234"/>
                  <a:pt x="197" y="229"/>
                </a:cubicBezTo>
                <a:cubicBezTo>
                  <a:pt x="199" y="228"/>
                  <a:pt x="201" y="227"/>
                  <a:pt x="203" y="226"/>
                </a:cubicBezTo>
                <a:cubicBezTo>
                  <a:pt x="212" y="222"/>
                  <a:pt x="218" y="215"/>
                  <a:pt x="219" y="204"/>
                </a:cubicBezTo>
                <a:cubicBezTo>
                  <a:pt x="221" y="178"/>
                  <a:pt x="223" y="151"/>
                  <a:pt x="222" y="124"/>
                </a:cubicBezTo>
                <a:cubicBezTo>
                  <a:pt x="221" y="105"/>
                  <a:pt x="218" y="87"/>
                  <a:pt x="210" y="69"/>
                </a:cubicBezTo>
                <a:cubicBezTo>
                  <a:pt x="205" y="58"/>
                  <a:pt x="201" y="47"/>
                  <a:pt x="197" y="36"/>
                </a:cubicBezTo>
                <a:cubicBezTo>
                  <a:pt x="194" y="28"/>
                  <a:pt x="193" y="19"/>
                  <a:pt x="194" y="10"/>
                </a:cubicBezTo>
                <a:cubicBezTo>
                  <a:pt x="194" y="4"/>
                  <a:pt x="199" y="0"/>
                  <a:pt x="205" y="2"/>
                </a:cubicBezTo>
                <a:cubicBezTo>
                  <a:pt x="213" y="4"/>
                  <a:pt x="222" y="5"/>
                  <a:pt x="230" y="7"/>
                </a:cubicBezTo>
                <a:cubicBezTo>
                  <a:pt x="233" y="7"/>
                  <a:pt x="235" y="9"/>
                  <a:pt x="237" y="10"/>
                </a:cubicBezTo>
                <a:cubicBezTo>
                  <a:pt x="241" y="13"/>
                  <a:pt x="244" y="16"/>
                  <a:pt x="248" y="19"/>
                </a:cubicBezTo>
                <a:cubicBezTo>
                  <a:pt x="253" y="23"/>
                  <a:pt x="259" y="26"/>
                  <a:pt x="265" y="29"/>
                </a:cubicBezTo>
                <a:cubicBezTo>
                  <a:pt x="274" y="33"/>
                  <a:pt x="279" y="40"/>
                  <a:pt x="280" y="49"/>
                </a:cubicBezTo>
                <a:cubicBezTo>
                  <a:pt x="280" y="55"/>
                  <a:pt x="280" y="60"/>
                  <a:pt x="278" y="66"/>
                </a:cubicBezTo>
                <a:cubicBezTo>
                  <a:pt x="277" y="68"/>
                  <a:pt x="275" y="70"/>
                  <a:pt x="273" y="72"/>
                </a:cubicBezTo>
                <a:cubicBezTo>
                  <a:pt x="271" y="74"/>
                  <a:pt x="270" y="75"/>
                  <a:pt x="270" y="77"/>
                </a:cubicBezTo>
                <a:cubicBezTo>
                  <a:pt x="271" y="104"/>
                  <a:pt x="271" y="131"/>
                  <a:pt x="271" y="158"/>
                </a:cubicBezTo>
                <a:cubicBezTo>
                  <a:pt x="272" y="165"/>
                  <a:pt x="272" y="172"/>
                  <a:pt x="273" y="179"/>
                </a:cubicBezTo>
                <a:cubicBezTo>
                  <a:pt x="274" y="183"/>
                  <a:pt x="275" y="184"/>
                  <a:pt x="278" y="182"/>
                </a:cubicBezTo>
                <a:cubicBezTo>
                  <a:pt x="291" y="176"/>
                  <a:pt x="303" y="170"/>
                  <a:pt x="313" y="160"/>
                </a:cubicBezTo>
                <a:cubicBezTo>
                  <a:pt x="317" y="155"/>
                  <a:pt x="321" y="150"/>
                  <a:pt x="325" y="144"/>
                </a:cubicBezTo>
                <a:cubicBezTo>
                  <a:pt x="330" y="138"/>
                  <a:pt x="335" y="132"/>
                  <a:pt x="341" y="128"/>
                </a:cubicBezTo>
                <a:cubicBezTo>
                  <a:pt x="350" y="122"/>
                  <a:pt x="359" y="120"/>
                  <a:pt x="369" y="122"/>
                </a:cubicBezTo>
                <a:cubicBezTo>
                  <a:pt x="379" y="124"/>
                  <a:pt x="383" y="131"/>
                  <a:pt x="380" y="141"/>
                </a:cubicBezTo>
                <a:cubicBezTo>
                  <a:pt x="379" y="146"/>
                  <a:pt x="376" y="151"/>
                  <a:pt x="372" y="154"/>
                </a:cubicBezTo>
                <a:cubicBezTo>
                  <a:pt x="367" y="160"/>
                  <a:pt x="361" y="165"/>
                  <a:pt x="355" y="169"/>
                </a:cubicBezTo>
                <a:cubicBezTo>
                  <a:pt x="341" y="178"/>
                  <a:pt x="328" y="189"/>
                  <a:pt x="314" y="199"/>
                </a:cubicBezTo>
                <a:cubicBezTo>
                  <a:pt x="301" y="209"/>
                  <a:pt x="289" y="219"/>
                  <a:pt x="275" y="229"/>
                </a:cubicBezTo>
                <a:cubicBezTo>
                  <a:pt x="272" y="232"/>
                  <a:pt x="271" y="234"/>
                  <a:pt x="271" y="238"/>
                </a:cubicBezTo>
                <a:cubicBezTo>
                  <a:pt x="267" y="263"/>
                  <a:pt x="262" y="287"/>
                  <a:pt x="254" y="310"/>
                </a:cubicBezTo>
                <a:cubicBezTo>
                  <a:pt x="253" y="314"/>
                  <a:pt x="251" y="317"/>
                  <a:pt x="250" y="320"/>
                </a:cubicBezTo>
                <a:cubicBezTo>
                  <a:pt x="249" y="322"/>
                  <a:pt x="249" y="324"/>
                  <a:pt x="247" y="325"/>
                </a:cubicBezTo>
                <a:cubicBezTo>
                  <a:pt x="226" y="349"/>
                  <a:pt x="202" y="371"/>
                  <a:pt x="173" y="386"/>
                </a:cubicBezTo>
                <a:cubicBezTo>
                  <a:pt x="149" y="400"/>
                  <a:pt x="123" y="408"/>
                  <a:pt x="95" y="410"/>
                </a:cubicBezTo>
                <a:cubicBezTo>
                  <a:pt x="93" y="410"/>
                  <a:pt x="90" y="411"/>
                  <a:pt x="88" y="411"/>
                </a:cubicBezTo>
                <a:cubicBezTo>
                  <a:pt x="87" y="411"/>
                  <a:pt x="85" y="411"/>
                  <a:pt x="83" y="4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8" name="Freeform 11">
            <a:extLst xmlns:a="http://schemas.openxmlformats.org/drawingml/2006/main">
              <a:ext uri="{FF2B5EF4-FFF2-40B4-BE49-F238E27FC236}">
                <a16:creationId xmlns:a16="http://schemas.microsoft.com/office/drawing/2014/main" id="{739EE43F-EA6B-44B9-AB45-9CCD95650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4135" y="400644"/>
            <a:ext cx="98081" cy="227527"/>
          </a:xfrm>
          <a:custGeom xmlns:a="http://schemas.openxmlformats.org/drawingml/2006/main">
            <a:gdLst>
              <a:gd name="T0" fmla="*/ 127 w 193"/>
              <a:gd name="T1" fmla="*/ 371 h 449"/>
              <a:gd name="T2" fmla="*/ 63 w 193"/>
              <a:gd name="T3" fmla="*/ 417 h 449"/>
              <a:gd name="T4" fmla="*/ 47 w 193"/>
              <a:gd name="T5" fmla="*/ 433 h 449"/>
              <a:gd name="T6" fmla="*/ 7 w 193"/>
              <a:gd name="T7" fmla="*/ 434 h 449"/>
              <a:gd name="T8" fmla="*/ 1 w 193"/>
              <a:gd name="T9" fmla="*/ 383 h 449"/>
              <a:gd name="T10" fmla="*/ 33 w 193"/>
              <a:gd name="T11" fmla="*/ 331 h 449"/>
              <a:gd name="T12" fmla="*/ 49 w 193"/>
              <a:gd name="T13" fmla="*/ 286 h 449"/>
              <a:gd name="T14" fmla="*/ 50 w 193"/>
              <a:gd name="T15" fmla="*/ 233 h 449"/>
              <a:gd name="T16" fmla="*/ 38 w 193"/>
              <a:gd name="T17" fmla="*/ 207 h 449"/>
              <a:gd name="T18" fmla="*/ 54 w 193"/>
              <a:gd name="T19" fmla="*/ 201 h 449"/>
              <a:gd name="T20" fmla="*/ 75 w 193"/>
              <a:gd name="T21" fmla="*/ 209 h 449"/>
              <a:gd name="T22" fmla="*/ 107 w 193"/>
              <a:gd name="T23" fmla="*/ 223 h 449"/>
              <a:gd name="T24" fmla="*/ 126 w 193"/>
              <a:gd name="T25" fmla="*/ 233 h 449"/>
              <a:gd name="T26" fmla="*/ 133 w 193"/>
              <a:gd name="T27" fmla="*/ 231 h 449"/>
              <a:gd name="T28" fmla="*/ 135 w 193"/>
              <a:gd name="T29" fmla="*/ 200 h 449"/>
              <a:gd name="T30" fmla="*/ 133 w 193"/>
              <a:gd name="T31" fmla="*/ 99 h 449"/>
              <a:gd name="T32" fmla="*/ 105 w 193"/>
              <a:gd name="T33" fmla="*/ 55 h 449"/>
              <a:gd name="T34" fmla="*/ 77 w 193"/>
              <a:gd name="T35" fmla="*/ 9 h 449"/>
              <a:gd name="T36" fmla="*/ 95 w 193"/>
              <a:gd name="T37" fmla="*/ 6 h 449"/>
              <a:gd name="T38" fmla="*/ 165 w 193"/>
              <a:gd name="T39" fmla="*/ 52 h 449"/>
              <a:gd name="T40" fmla="*/ 189 w 193"/>
              <a:gd name="T41" fmla="*/ 83 h 449"/>
              <a:gd name="T42" fmla="*/ 189 w 193"/>
              <a:gd name="T43" fmla="*/ 292 h 449"/>
              <a:gd name="T44" fmla="*/ 165 w 193"/>
              <a:gd name="T45" fmla="*/ 409 h 449"/>
              <a:gd name="T46" fmla="*/ 145 w 193"/>
              <a:gd name="T47" fmla="*/ 428 h 449"/>
              <a:gd name="T48" fmla="*/ 134 w 193"/>
              <a:gd name="T49" fmla="*/ 415 h 449"/>
              <a:gd name="T50" fmla="*/ 131 w 193"/>
              <a:gd name="T51" fmla="*/ 367 h 449"/>
              <a:gd name="T52" fmla="*/ 124 w 193"/>
              <a:gd name="T53" fmla="*/ 264 h 449"/>
              <a:gd name="T54" fmla="*/ 102 w 193"/>
              <a:gd name="T55" fmla="*/ 280 h 449"/>
              <a:gd name="T56" fmla="*/ 81 w 193"/>
              <a:gd name="T57" fmla="*/ 296 h 449"/>
              <a:gd name="T58" fmla="*/ 59 w 193"/>
              <a:gd name="T59" fmla="*/ 331 h 449"/>
              <a:gd name="T60" fmla="*/ 31 w 193"/>
              <a:gd name="T61" fmla="*/ 373 h 449"/>
              <a:gd name="T62" fmla="*/ 46 w 193"/>
              <a:gd name="T63" fmla="*/ 382 h 449"/>
              <a:gd name="T64" fmla="*/ 78 w 193"/>
              <a:gd name="T65" fmla="*/ 363 h 449"/>
              <a:gd name="T66" fmla="*/ 114 w 193"/>
              <a:gd name="T67" fmla="*/ 346 h 449"/>
              <a:gd name="T68" fmla="*/ 133 w 193"/>
              <a:gd name="T69" fmla="*/ 325 h 449"/>
              <a:gd name="T70" fmla="*/ 132 w 193"/>
              <a:gd name="T71" fmla="*/ 255 h 449"/>
            </a:gdLst>
            <a:rect l="0" t="0" r="r" b="b"/>
            <a:pathLst>
              <a:path w="193" h="449">
                <a:moveTo>
                  <a:pt x="131" y="367"/>
                </a:moveTo>
                <a:cubicBezTo>
                  <a:pt x="129" y="369"/>
                  <a:pt x="128" y="370"/>
                  <a:pt x="127" y="371"/>
                </a:cubicBezTo>
                <a:cubicBezTo>
                  <a:pt x="112" y="385"/>
                  <a:pt x="97" y="397"/>
                  <a:pt x="80" y="408"/>
                </a:cubicBezTo>
                <a:cubicBezTo>
                  <a:pt x="74" y="411"/>
                  <a:pt x="69" y="414"/>
                  <a:pt x="63" y="417"/>
                </a:cubicBezTo>
                <a:cubicBezTo>
                  <a:pt x="61" y="419"/>
                  <a:pt x="59" y="420"/>
                  <a:pt x="57" y="422"/>
                </a:cubicBezTo>
                <a:cubicBezTo>
                  <a:pt x="54" y="426"/>
                  <a:pt x="50" y="430"/>
                  <a:pt x="47" y="433"/>
                </a:cubicBezTo>
                <a:cubicBezTo>
                  <a:pt x="44" y="436"/>
                  <a:pt x="41" y="439"/>
                  <a:pt x="38" y="441"/>
                </a:cubicBezTo>
                <a:cubicBezTo>
                  <a:pt x="27" y="449"/>
                  <a:pt x="13" y="446"/>
                  <a:pt x="7" y="434"/>
                </a:cubicBezTo>
                <a:cubicBezTo>
                  <a:pt x="4" y="428"/>
                  <a:pt x="2" y="421"/>
                  <a:pt x="1" y="415"/>
                </a:cubicBezTo>
                <a:cubicBezTo>
                  <a:pt x="0" y="404"/>
                  <a:pt x="0" y="394"/>
                  <a:pt x="1" y="383"/>
                </a:cubicBezTo>
                <a:cubicBezTo>
                  <a:pt x="2" y="379"/>
                  <a:pt x="3" y="374"/>
                  <a:pt x="7" y="372"/>
                </a:cubicBezTo>
                <a:cubicBezTo>
                  <a:pt x="20" y="361"/>
                  <a:pt x="28" y="346"/>
                  <a:pt x="33" y="331"/>
                </a:cubicBezTo>
                <a:cubicBezTo>
                  <a:pt x="36" y="325"/>
                  <a:pt x="37" y="319"/>
                  <a:pt x="39" y="313"/>
                </a:cubicBezTo>
                <a:cubicBezTo>
                  <a:pt x="42" y="304"/>
                  <a:pt x="45" y="294"/>
                  <a:pt x="49" y="286"/>
                </a:cubicBezTo>
                <a:cubicBezTo>
                  <a:pt x="56" y="272"/>
                  <a:pt x="56" y="258"/>
                  <a:pt x="53" y="244"/>
                </a:cubicBezTo>
                <a:cubicBezTo>
                  <a:pt x="52" y="240"/>
                  <a:pt x="51" y="237"/>
                  <a:pt x="50" y="233"/>
                </a:cubicBezTo>
                <a:cubicBezTo>
                  <a:pt x="49" y="229"/>
                  <a:pt x="47" y="225"/>
                  <a:pt x="44" y="221"/>
                </a:cubicBezTo>
                <a:cubicBezTo>
                  <a:pt x="42" y="217"/>
                  <a:pt x="39" y="212"/>
                  <a:pt x="38" y="207"/>
                </a:cubicBezTo>
                <a:cubicBezTo>
                  <a:pt x="36" y="202"/>
                  <a:pt x="38" y="199"/>
                  <a:pt x="44" y="199"/>
                </a:cubicBezTo>
                <a:cubicBezTo>
                  <a:pt x="48" y="199"/>
                  <a:pt x="51" y="199"/>
                  <a:pt x="54" y="201"/>
                </a:cubicBezTo>
                <a:cubicBezTo>
                  <a:pt x="55" y="202"/>
                  <a:pt x="56" y="203"/>
                  <a:pt x="57" y="203"/>
                </a:cubicBezTo>
                <a:cubicBezTo>
                  <a:pt x="62" y="208"/>
                  <a:pt x="68" y="209"/>
                  <a:pt x="75" y="209"/>
                </a:cubicBezTo>
                <a:cubicBezTo>
                  <a:pt x="83" y="209"/>
                  <a:pt x="90" y="212"/>
                  <a:pt x="96" y="218"/>
                </a:cubicBezTo>
                <a:cubicBezTo>
                  <a:pt x="99" y="221"/>
                  <a:pt x="103" y="223"/>
                  <a:pt x="107" y="223"/>
                </a:cubicBezTo>
                <a:cubicBezTo>
                  <a:pt x="110" y="223"/>
                  <a:pt x="112" y="224"/>
                  <a:pt x="115" y="225"/>
                </a:cubicBezTo>
                <a:cubicBezTo>
                  <a:pt x="120" y="226"/>
                  <a:pt x="124" y="229"/>
                  <a:pt x="126" y="233"/>
                </a:cubicBezTo>
                <a:cubicBezTo>
                  <a:pt x="126" y="234"/>
                  <a:pt x="127" y="235"/>
                  <a:pt x="128" y="236"/>
                </a:cubicBezTo>
                <a:cubicBezTo>
                  <a:pt x="131" y="236"/>
                  <a:pt x="132" y="234"/>
                  <a:pt x="133" y="231"/>
                </a:cubicBezTo>
                <a:cubicBezTo>
                  <a:pt x="134" y="229"/>
                  <a:pt x="134" y="227"/>
                  <a:pt x="134" y="225"/>
                </a:cubicBezTo>
                <a:cubicBezTo>
                  <a:pt x="134" y="217"/>
                  <a:pt x="134" y="208"/>
                  <a:pt x="135" y="200"/>
                </a:cubicBezTo>
                <a:cubicBezTo>
                  <a:pt x="137" y="176"/>
                  <a:pt x="139" y="151"/>
                  <a:pt x="137" y="127"/>
                </a:cubicBezTo>
                <a:cubicBezTo>
                  <a:pt x="137" y="118"/>
                  <a:pt x="135" y="109"/>
                  <a:pt x="133" y="99"/>
                </a:cubicBezTo>
                <a:cubicBezTo>
                  <a:pt x="132" y="90"/>
                  <a:pt x="127" y="81"/>
                  <a:pt x="121" y="74"/>
                </a:cubicBezTo>
                <a:cubicBezTo>
                  <a:pt x="116" y="67"/>
                  <a:pt x="111" y="61"/>
                  <a:pt x="105" y="55"/>
                </a:cubicBezTo>
                <a:cubicBezTo>
                  <a:pt x="98" y="46"/>
                  <a:pt x="90" y="36"/>
                  <a:pt x="83" y="27"/>
                </a:cubicBezTo>
                <a:cubicBezTo>
                  <a:pt x="79" y="22"/>
                  <a:pt x="77" y="15"/>
                  <a:pt x="77" y="9"/>
                </a:cubicBezTo>
                <a:cubicBezTo>
                  <a:pt x="77" y="3"/>
                  <a:pt x="80" y="0"/>
                  <a:pt x="86" y="2"/>
                </a:cubicBezTo>
                <a:cubicBezTo>
                  <a:pt x="89" y="2"/>
                  <a:pt x="92" y="4"/>
                  <a:pt x="95" y="6"/>
                </a:cubicBezTo>
                <a:cubicBezTo>
                  <a:pt x="105" y="15"/>
                  <a:pt x="116" y="22"/>
                  <a:pt x="128" y="28"/>
                </a:cubicBezTo>
                <a:cubicBezTo>
                  <a:pt x="141" y="35"/>
                  <a:pt x="154" y="43"/>
                  <a:pt x="165" y="52"/>
                </a:cubicBezTo>
                <a:cubicBezTo>
                  <a:pt x="172" y="58"/>
                  <a:pt x="179" y="64"/>
                  <a:pt x="184" y="72"/>
                </a:cubicBezTo>
                <a:cubicBezTo>
                  <a:pt x="186" y="75"/>
                  <a:pt x="188" y="78"/>
                  <a:pt x="189" y="83"/>
                </a:cubicBezTo>
                <a:cubicBezTo>
                  <a:pt x="192" y="122"/>
                  <a:pt x="193" y="162"/>
                  <a:pt x="193" y="202"/>
                </a:cubicBezTo>
                <a:cubicBezTo>
                  <a:pt x="193" y="232"/>
                  <a:pt x="192" y="262"/>
                  <a:pt x="189" y="292"/>
                </a:cubicBezTo>
                <a:cubicBezTo>
                  <a:pt x="186" y="321"/>
                  <a:pt x="183" y="350"/>
                  <a:pt x="176" y="378"/>
                </a:cubicBezTo>
                <a:cubicBezTo>
                  <a:pt x="173" y="388"/>
                  <a:pt x="170" y="399"/>
                  <a:pt x="165" y="409"/>
                </a:cubicBezTo>
                <a:cubicBezTo>
                  <a:pt x="162" y="414"/>
                  <a:pt x="159" y="419"/>
                  <a:pt x="155" y="423"/>
                </a:cubicBezTo>
                <a:cubicBezTo>
                  <a:pt x="152" y="426"/>
                  <a:pt x="149" y="428"/>
                  <a:pt x="145" y="428"/>
                </a:cubicBezTo>
                <a:cubicBezTo>
                  <a:pt x="140" y="429"/>
                  <a:pt x="136" y="427"/>
                  <a:pt x="135" y="422"/>
                </a:cubicBezTo>
                <a:cubicBezTo>
                  <a:pt x="135" y="420"/>
                  <a:pt x="135" y="418"/>
                  <a:pt x="134" y="415"/>
                </a:cubicBezTo>
                <a:cubicBezTo>
                  <a:pt x="134" y="407"/>
                  <a:pt x="135" y="399"/>
                  <a:pt x="135" y="391"/>
                </a:cubicBezTo>
                <a:cubicBezTo>
                  <a:pt x="134" y="383"/>
                  <a:pt x="134" y="375"/>
                  <a:pt x="131" y="367"/>
                </a:cubicBezTo>
                <a:close/>
                <a:moveTo>
                  <a:pt x="132" y="255"/>
                </a:moveTo>
                <a:cubicBezTo>
                  <a:pt x="127" y="257"/>
                  <a:pt x="125" y="260"/>
                  <a:pt x="124" y="264"/>
                </a:cubicBezTo>
                <a:cubicBezTo>
                  <a:pt x="123" y="267"/>
                  <a:pt x="122" y="271"/>
                  <a:pt x="119" y="273"/>
                </a:cubicBezTo>
                <a:cubicBezTo>
                  <a:pt x="114" y="277"/>
                  <a:pt x="108" y="280"/>
                  <a:pt x="102" y="280"/>
                </a:cubicBezTo>
                <a:cubicBezTo>
                  <a:pt x="97" y="280"/>
                  <a:pt x="94" y="282"/>
                  <a:pt x="91" y="285"/>
                </a:cubicBezTo>
                <a:cubicBezTo>
                  <a:pt x="87" y="289"/>
                  <a:pt x="84" y="292"/>
                  <a:pt x="81" y="296"/>
                </a:cubicBezTo>
                <a:cubicBezTo>
                  <a:pt x="78" y="299"/>
                  <a:pt x="76" y="302"/>
                  <a:pt x="75" y="305"/>
                </a:cubicBezTo>
                <a:cubicBezTo>
                  <a:pt x="71" y="315"/>
                  <a:pt x="66" y="323"/>
                  <a:pt x="59" y="331"/>
                </a:cubicBezTo>
                <a:cubicBezTo>
                  <a:pt x="54" y="337"/>
                  <a:pt x="50" y="343"/>
                  <a:pt x="45" y="349"/>
                </a:cubicBezTo>
                <a:cubicBezTo>
                  <a:pt x="39" y="356"/>
                  <a:pt x="34" y="364"/>
                  <a:pt x="31" y="373"/>
                </a:cubicBezTo>
                <a:cubicBezTo>
                  <a:pt x="29" y="377"/>
                  <a:pt x="29" y="379"/>
                  <a:pt x="34" y="381"/>
                </a:cubicBezTo>
                <a:cubicBezTo>
                  <a:pt x="38" y="382"/>
                  <a:pt x="42" y="383"/>
                  <a:pt x="46" y="382"/>
                </a:cubicBezTo>
                <a:cubicBezTo>
                  <a:pt x="53" y="381"/>
                  <a:pt x="59" y="378"/>
                  <a:pt x="64" y="374"/>
                </a:cubicBezTo>
                <a:cubicBezTo>
                  <a:pt x="69" y="371"/>
                  <a:pt x="73" y="367"/>
                  <a:pt x="78" y="363"/>
                </a:cubicBezTo>
                <a:cubicBezTo>
                  <a:pt x="81" y="361"/>
                  <a:pt x="83" y="359"/>
                  <a:pt x="87" y="358"/>
                </a:cubicBezTo>
                <a:cubicBezTo>
                  <a:pt x="97" y="356"/>
                  <a:pt x="106" y="351"/>
                  <a:pt x="114" y="346"/>
                </a:cubicBezTo>
                <a:cubicBezTo>
                  <a:pt x="119" y="343"/>
                  <a:pt x="123" y="340"/>
                  <a:pt x="127" y="338"/>
                </a:cubicBezTo>
                <a:cubicBezTo>
                  <a:pt x="131" y="335"/>
                  <a:pt x="133" y="331"/>
                  <a:pt x="133" y="325"/>
                </a:cubicBezTo>
                <a:cubicBezTo>
                  <a:pt x="132" y="304"/>
                  <a:pt x="132" y="282"/>
                  <a:pt x="132" y="260"/>
                </a:cubicBezTo>
                <a:cubicBezTo>
                  <a:pt x="132" y="259"/>
                  <a:pt x="132" y="257"/>
                  <a:pt x="132" y="25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9" name="Freeform 12">
            <a:extLst xmlns:a="http://schemas.openxmlformats.org/drawingml/2006/main">
              <a:ext uri="{FF2B5EF4-FFF2-40B4-BE49-F238E27FC236}">
                <a16:creationId xmlns:a16="http://schemas.microsoft.com/office/drawing/2014/main" id="{01E9D367-75E4-494C-A7D0-5B5E436B3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0994" y="431437"/>
            <a:ext cx="115759" cy="160238"/>
          </a:xfrm>
          <a:custGeom xmlns:a="http://schemas.openxmlformats.org/drawingml/2006/main">
            <a:gdLst>
              <a:gd name="T0" fmla="*/ 34 w 229"/>
              <a:gd name="T1" fmla="*/ 0 h 316"/>
              <a:gd name="T2" fmla="*/ 37 w 229"/>
              <a:gd name="T3" fmla="*/ 2 h 316"/>
              <a:gd name="T4" fmla="*/ 69 w 229"/>
              <a:gd name="T5" fmla="*/ 32 h 316"/>
              <a:gd name="T6" fmla="*/ 73 w 229"/>
              <a:gd name="T7" fmla="*/ 38 h 316"/>
              <a:gd name="T8" fmla="*/ 99 w 229"/>
              <a:gd name="T9" fmla="*/ 117 h 316"/>
              <a:gd name="T10" fmla="*/ 101 w 229"/>
              <a:gd name="T11" fmla="*/ 128 h 316"/>
              <a:gd name="T12" fmla="*/ 112 w 229"/>
              <a:gd name="T13" fmla="*/ 132 h 316"/>
              <a:gd name="T14" fmla="*/ 120 w 229"/>
              <a:gd name="T15" fmla="*/ 127 h 316"/>
              <a:gd name="T16" fmla="*/ 145 w 229"/>
              <a:gd name="T17" fmla="*/ 109 h 316"/>
              <a:gd name="T18" fmla="*/ 148 w 229"/>
              <a:gd name="T19" fmla="*/ 103 h 316"/>
              <a:gd name="T20" fmla="*/ 148 w 229"/>
              <a:gd name="T21" fmla="*/ 80 h 316"/>
              <a:gd name="T22" fmla="*/ 159 w 229"/>
              <a:gd name="T23" fmla="*/ 69 h 316"/>
              <a:gd name="T24" fmla="*/ 162 w 229"/>
              <a:gd name="T25" fmla="*/ 71 h 316"/>
              <a:gd name="T26" fmla="*/ 164 w 229"/>
              <a:gd name="T27" fmla="*/ 75 h 316"/>
              <a:gd name="T28" fmla="*/ 171 w 229"/>
              <a:gd name="T29" fmla="*/ 86 h 316"/>
              <a:gd name="T30" fmla="*/ 204 w 229"/>
              <a:gd name="T31" fmla="*/ 104 h 316"/>
              <a:gd name="T32" fmla="*/ 209 w 229"/>
              <a:gd name="T33" fmla="*/ 112 h 316"/>
              <a:gd name="T34" fmla="*/ 169 w 229"/>
              <a:gd name="T35" fmla="*/ 170 h 316"/>
              <a:gd name="T36" fmla="*/ 128 w 229"/>
              <a:gd name="T37" fmla="*/ 175 h 316"/>
              <a:gd name="T38" fmla="*/ 114 w 229"/>
              <a:gd name="T39" fmla="*/ 190 h 316"/>
              <a:gd name="T40" fmla="*/ 115 w 229"/>
              <a:gd name="T41" fmla="*/ 196 h 316"/>
              <a:gd name="T42" fmla="*/ 115 w 229"/>
              <a:gd name="T43" fmla="*/ 219 h 316"/>
              <a:gd name="T44" fmla="*/ 109 w 229"/>
              <a:gd name="T45" fmla="*/ 226 h 316"/>
              <a:gd name="T46" fmla="*/ 89 w 229"/>
              <a:gd name="T47" fmla="*/ 246 h 316"/>
              <a:gd name="T48" fmla="*/ 95 w 229"/>
              <a:gd name="T49" fmla="*/ 260 h 316"/>
              <a:gd name="T50" fmla="*/ 113 w 229"/>
              <a:gd name="T51" fmla="*/ 259 h 316"/>
              <a:gd name="T52" fmla="*/ 148 w 229"/>
              <a:gd name="T53" fmla="*/ 248 h 316"/>
              <a:gd name="T54" fmla="*/ 170 w 229"/>
              <a:gd name="T55" fmla="*/ 243 h 316"/>
              <a:gd name="T56" fmla="*/ 187 w 229"/>
              <a:gd name="T57" fmla="*/ 237 h 316"/>
              <a:gd name="T58" fmla="*/ 212 w 229"/>
              <a:gd name="T59" fmla="*/ 229 h 316"/>
              <a:gd name="T60" fmla="*/ 220 w 229"/>
              <a:gd name="T61" fmla="*/ 229 h 316"/>
              <a:gd name="T62" fmla="*/ 227 w 229"/>
              <a:gd name="T63" fmla="*/ 241 h 316"/>
              <a:gd name="T64" fmla="*/ 214 w 229"/>
              <a:gd name="T65" fmla="*/ 267 h 316"/>
              <a:gd name="T66" fmla="*/ 203 w 229"/>
              <a:gd name="T67" fmla="*/ 277 h 316"/>
              <a:gd name="T68" fmla="*/ 174 w 229"/>
              <a:gd name="T69" fmla="*/ 289 h 316"/>
              <a:gd name="T70" fmla="*/ 140 w 229"/>
              <a:gd name="T71" fmla="*/ 298 h 316"/>
              <a:gd name="T72" fmla="*/ 127 w 229"/>
              <a:gd name="T73" fmla="*/ 298 h 316"/>
              <a:gd name="T74" fmla="*/ 116 w 229"/>
              <a:gd name="T75" fmla="*/ 301 h 316"/>
              <a:gd name="T76" fmla="*/ 55 w 229"/>
              <a:gd name="T77" fmla="*/ 304 h 316"/>
              <a:gd name="T78" fmla="*/ 44 w 229"/>
              <a:gd name="T79" fmla="*/ 292 h 316"/>
              <a:gd name="T80" fmla="*/ 27 w 229"/>
              <a:gd name="T81" fmla="*/ 257 h 316"/>
              <a:gd name="T82" fmla="*/ 25 w 229"/>
              <a:gd name="T83" fmla="*/ 252 h 316"/>
              <a:gd name="T84" fmla="*/ 18 w 229"/>
              <a:gd name="T85" fmla="*/ 217 h 316"/>
              <a:gd name="T86" fmla="*/ 18 w 229"/>
              <a:gd name="T87" fmla="*/ 210 h 316"/>
              <a:gd name="T88" fmla="*/ 1 w 229"/>
              <a:gd name="T89" fmla="*/ 140 h 316"/>
              <a:gd name="T90" fmla="*/ 0 w 229"/>
              <a:gd name="T91" fmla="*/ 134 h 316"/>
              <a:gd name="T92" fmla="*/ 18 w 229"/>
              <a:gd name="T93" fmla="*/ 50 h 316"/>
              <a:gd name="T94" fmla="*/ 32 w 229"/>
              <a:gd name="T95" fmla="*/ 4 h 316"/>
              <a:gd name="T96" fmla="*/ 34 w 229"/>
              <a:gd name="T97" fmla="*/ 0 h 316"/>
            </a:gdLst>
            <a:rect l="0" t="0" r="r" b="b"/>
            <a:pathLst>
              <a:path w="229" h="316">
                <a:moveTo>
                  <a:pt x="34" y="0"/>
                </a:moveTo>
                <a:cubicBezTo>
                  <a:pt x="35" y="1"/>
                  <a:pt x="36" y="2"/>
                  <a:pt x="37" y="2"/>
                </a:cubicBezTo>
                <a:cubicBezTo>
                  <a:pt x="48" y="12"/>
                  <a:pt x="58" y="22"/>
                  <a:pt x="69" y="32"/>
                </a:cubicBezTo>
                <a:cubicBezTo>
                  <a:pt x="71" y="34"/>
                  <a:pt x="72" y="36"/>
                  <a:pt x="73" y="38"/>
                </a:cubicBezTo>
                <a:cubicBezTo>
                  <a:pt x="86" y="63"/>
                  <a:pt x="94" y="89"/>
                  <a:pt x="99" y="117"/>
                </a:cubicBezTo>
                <a:cubicBezTo>
                  <a:pt x="99" y="120"/>
                  <a:pt x="100" y="124"/>
                  <a:pt x="101" y="128"/>
                </a:cubicBezTo>
                <a:cubicBezTo>
                  <a:pt x="103" y="133"/>
                  <a:pt x="107" y="134"/>
                  <a:pt x="112" y="132"/>
                </a:cubicBezTo>
                <a:cubicBezTo>
                  <a:pt x="115" y="130"/>
                  <a:pt x="117" y="129"/>
                  <a:pt x="120" y="127"/>
                </a:cubicBezTo>
                <a:cubicBezTo>
                  <a:pt x="128" y="121"/>
                  <a:pt x="136" y="115"/>
                  <a:pt x="145" y="109"/>
                </a:cubicBezTo>
                <a:cubicBezTo>
                  <a:pt x="147" y="108"/>
                  <a:pt x="148" y="106"/>
                  <a:pt x="148" y="103"/>
                </a:cubicBezTo>
                <a:cubicBezTo>
                  <a:pt x="148" y="95"/>
                  <a:pt x="148" y="88"/>
                  <a:pt x="148" y="80"/>
                </a:cubicBezTo>
                <a:cubicBezTo>
                  <a:pt x="148" y="75"/>
                  <a:pt x="153" y="69"/>
                  <a:pt x="159" y="69"/>
                </a:cubicBezTo>
                <a:cubicBezTo>
                  <a:pt x="160" y="69"/>
                  <a:pt x="162" y="70"/>
                  <a:pt x="162" y="71"/>
                </a:cubicBezTo>
                <a:cubicBezTo>
                  <a:pt x="163" y="72"/>
                  <a:pt x="164" y="73"/>
                  <a:pt x="164" y="75"/>
                </a:cubicBezTo>
                <a:cubicBezTo>
                  <a:pt x="164" y="79"/>
                  <a:pt x="167" y="83"/>
                  <a:pt x="171" y="86"/>
                </a:cubicBezTo>
                <a:cubicBezTo>
                  <a:pt x="181" y="94"/>
                  <a:pt x="192" y="100"/>
                  <a:pt x="204" y="104"/>
                </a:cubicBezTo>
                <a:cubicBezTo>
                  <a:pt x="208" y="106"/>
                  <a:pt x="209" y="108"/>
                  <a:pt x="209" y="112"/>
                </a:cubicBezTo>
                <a:cubicBezTo>
                  <a:pt x="210" y="140"/>
                  <a:pt x="196" y="160"/>
                  <a:pt x="169" y="170"/>
                </a:cubicBezTo>
                <a:cubicBezTo>
                  <a:pt x="156" y="175"/>
                  <a:pt x="142" y="177"/>
                  <a:pt x="128" y="175"/>
                </a:cubicBezTo>
                <a:cubicBezTo>
                  <a:pt x="119" y="173"/>
                  <a:pt x="112" y="182"/>
                  <a:pt x="114" y="190"/>
                </a:cubicBezTo>
                <a:cubicBezTo>
                  <a:pt x="114" y="192"/>
                  <a:pt x="115" y="194"/>
                  <a:pt x="115" y="196"/>
                </a:cubicBezTo>
                <a:cubicBezTo>
                  <a:pt x="118" y="203"/>
                  <a:pt x="118" y="211"/>
                  <a:pt x="115" y="219"/>
                </a:cubicBezTo>
                <a:cubicBezTo>
                  <a:pt x="114" y="222"/>
                  <a:pt x="112" y="224"/>
                  <a:pt x="109" y="226"/>
                </a:cubicBezTo>
                <a:cubicBezTo>
                  <a:pt x="101" y="231"/>
                  <a:pt x="95" y="238"/>
                  <a:pt x="89" y="246"/>
                </a:cubicBezTo>
                <a:cubicBezTo>
                  <a:pt x="84" y="254"/>
                  <a:pt x="85" y="258"/>
                  <a:pt x="95" y="260"/>
                </a:cubicBezTo>
                <a:cubicBezTo>
                  <a:pt x="101" y="261"/>
                  <a:pt x="107" y="261"/>
                  <a:pt x="113" y="259"/>
                </a:cubicBezTo>
                <a:cubicBezTo>
                  <a:pt x="125" y="256"/>
                  <a:pt x="137" y="252"/>
                  <a:pt x="148" y="248"/>
                </a:cubicBezTo>
                <a:cubicBezTo>
                  <a:pt x="155" y="245"/>
                  <a:pt x="162" y="243"/>
                  <a:pt x="170" y="243"/>
                </a:cubicBezTo>
                <a:cubicBezTo>
                  <a:pt x="176" y="242"/>
                  <a:pt x="182" y="240"/>
                  <a:pt x="187" y="237"/>
                </a:cubicBezTo>
                <a:cubicBezTo>
                  <a:pt x="195" y="234"/>
                  <a:pt x="203" y="230"/>
                  <a:pt x="212" y="229"/>
                </a:cubicBezTo>
                <a:cubicBezTo>
                  <a:pt x="214" y="229"/>
                  <a:pt x="217" y="229"/>
                  <a:pt x="220" y="229"/>
                </a:cubicBezTo>
                <a:cubicBezTo>
                  <a:pt x="226" y="230"/>
                  <a:pt x="229" y="236"/>
                  <a:pt x="227" y="241"/>
                </a:cubicBezTo>
                <a:cubicBezTo>
                  <a:pt x="223" y="250"/>
                  <a:pt x="218" y="259"/>
                  <a:pt x="214" y="267"/>
                </a:cubicBezTo>
                <a:cubicBezTo>
                  <a:pt x="211" y="271"/>
                  <a:pt x="207" y="274"/>
                  <a:pt x="203" y="277"/>
                </a:cubicBezTo>
                <a:cubicBezTo>
                  <a:pt x="194" y="282"/>
                  <a:pt x="184" y="286"/>
                  <a:pt x="174" y="289"/>
                </a:cubicBezTo>
                <a:cubicBezTo>
                  <a:pt x="163" y="292"/>
                  <a:pt x="151" y="295"/>
                  <a:pt x="140" y="298"/>
                </a:cubicBezTo>
                <a:cubicBezTo>
                  <a:pt x="136" y="299"/>
                  <a:pt x="131" y="298"/>
                  <a:pt x="127" y="298"/>
                </a:cubicBezTo>
                <a:cubicBezTo>
                  <a:pt x="122" y="298"/>
                  <a:pt x="119" y="299"/>
                  <a:pt x="116" y="301"/>
                </a:cubicBezTo>
                <a:cubicBezTo>
                  <a:pt x="97" y="315"/>
                  <a:pt x="74" y="316"/>
                  <a:pt x="55" y="304"/>
                </a:cubicBezTo>
                <a:cubicBezTo>
                  <a:pt x="51" y="301"/>
                  <a:pt x="47" y="297"/>
                  <a:pt x="44" y="292"/>
                </a:cubicBezTo>
                <a:cubicBezTo>
                  <a:pt x="37" y="281"/>
                  <a:pt x="32" y="269"/>
                  <a:pt x="27" y="257"/>
                </a:cubicBezTo>
                <a:cubicBezTo>
                  <a:pt x="26" y="255"/>
                  <a:pt x="26" y="254"/>
                  <a:pt x="25" y="252"/>
                </a:cubicBezTo>
                <a:cubicBezTo>
                  <a:pt x="20" y="241"/>
                  <a:pt x="17" y="230"/>
                  <a:pt x="18" y="217"/>
                </a:cubicBezTo>
                <a:cubicBezTo>
                  <a:pt x="19" y="215"/>
                  <a:pt x="18" y="213"/>
                  <a:pt x="18" y="210"/>
                </a:cubicBezTo>
                <a:cubicBezTo>
                  <a:pt x="12" y="187"/>
                  <a:pt x="6" y="163"/>
                  <a:pt x="1" y="140"/>
                </a:cubicBezTo>
                <a:cubicBezTo>
                  <a:pt x="0" y="138"/>
                  <a:pt x="0" y="136"/>
                  <a:pt x="0" y="134"/>
                </a:cubicBezTo>
                <a:cubicBezTo>
                  <a:pt x="6" y="106"/>
                  <a:pt x="12" y="78"/>
                  <a:pt x="18" y="50"/>
                </a:cubicBezTo>
                <a:cubicBezTo>
                  <a:pt x="22" y="35"/>
                  <a:pt x="26" y="19"/>
                  <a:pt x="32" y="4"/>
                </a:cubicBezTo>
                <a:cubicBezTo>
                  <a:pt x="33" y="2"/>
                  <a:pt x="33" y="1"/>
                  <a:pt x="3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0" name="Freeform 13">
            <a:extLst xmlns:a="http://schemas.openxmlformats.org/drawingml/2006/main">
              <a:ext uri="{FF2B5EF4-FFF2-40B4-BE49-F238E27FC236}">
                <a16:creationId xmlns:a16="http://schemas.microsoft.com/office/drawing/2014/main" id="{365AC2AA-1580-476E-AC3C-D5F68D518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5489" y="493594"/>
            <a:ext cx="137428" cy="152255"/>
          </a:xfrm>
          <a:custGeom xmlns:a="http://schemas.openxmlformats.org/drawingml/2006/main">
            <a:gdLst>
              <a:gd name="T0" fmla="*/ 194 w 271"/>
              <a:gd name="T1" fmla="*/ 98 h 300"/>
              <a:gd name="T2" fmla="*/ 236 w 271"/>
              <a:gd name="T3" fmla="*/ 96 h 300"/>
              <a:gd name="T4" fmla="*/ 237 w 271"/>
              <a:gd name="T5" fmla="*/ 111 h 300"/>
              <a:gd name="T6" fmla="*/ 175 w 271"/>
              <a:gd name="T7" fmla="*/ 150 h 300"/>
              <a:gd name="T8" fmla="*/ 169 w 271"/>
              <a:gd name="T9" fmla="*/ 195 h 300"/>
              <a:gd name="T10" fmla="*/ 177 w 271"/>
              <a:gd name="T11" fmla="*/ 299 h 300"/>
              <a:gd name="T12" fmla="*/ 159 w 271"/>
              <a:gd name="T13" fmla="*/ 285 h 300"/>
              <a:gd name="T14" fmla="*/ 150 w 271"/>
              <a:gd name="T15" fmla="*/ 266 h 300"/>
              <a:gd name="T16" fmla="*/ 133 w 271"/>
              <a:gd name="T17" fmla="*/ 260 h 300"/>
              <a:gd name="T18" fmla="*/ 132 w 271"/>
              <a:gd name="T19" fmla="*/ 243 h 300"/>
              <a:gd name="T20" fmla="*/ 149 w 271"/>
              <a:gd name="T21" fmla="*/ 232 h 300"/>
              <a:gd name="T22" fmla="*/ 139 w 271"/>
              <a:gd name="T23" fmla="*/ 197 h 300"/>
              <a:gd name="T24" fmla="*/ 117 w 271"/>
              <a:gd name="T25" fmla="*/ 216 h 300"/>
              <a:gd name="T26" fmla="*/ 101 w 271"/>
              <a:gd name="T27" fmla="*/ 235 h 300"/>
              <a:gd name="T28" fmla="*/ 26 w 271"/>
              <a:gd name="T29" fmla="*/ 293 h 300"/>
              <a:gd name="T30" fmla="*/ 0 w 271"/>
              <a:gd name="T31" fmla="*/ 243 h 300"/>
              <a:gd name="T32" fmla="*/ 9 w 271"/>
              <a:gd name="T33" fmla="*/ 237 h 300"/>
              <a:gd name="T34" fmla="*/ 32 w 271"/>
              <a:gd name="T35" fmla="*/ 234 h 300"/>
              <a:gd name="T36" fmla="*/ 59 w 271"/>
              <a:gd name="T37" fmla="*/ 219 h 300"/>
              <a:gd name="T38" fmla="*/ 116 w 271"/>
              <a:gd name="T39" fmla="*/ 185 h 300"/>
              <a:gd name="T40" fmla="*/ 145 w 271"/>
              <a:gd name="T41" fmla="*/ 155 h 300"/>
              <a:gd name="T42" fmla="*/ 133 w 271"/>
              <a:gd name="T43" fmla="*/ 142 h 300"/>
              <a:gd name="T44" fmla="*/ 145 w 271"/>
              <a:gd name="T45" fmla="*/ 112 h 300"/>
              <a:gd name="T46" fmla="*/ 143 w 271"/>
              <a:gd name="T47" fmla="*/ 104 h 300"/>
              <a:gd name="T48" fmla="*/ 124 w 271"/>
              <a:gd name="T49" fmla="*/ 108 h 300"/>
              <a:gd name="T50" fmla="*/ 121 w 271"/>
              <a:gd name="T51" fmla="*/ 140 h 300"/>
              <a:gd name="T52" fmla="*/ 87 w 271"/>
              <a:gd name="T53" fmla="*/ 188 h 300"/>
              <a:gd name="T54" fmla="*/ 73 w 271"/>
              <a:gd name="T55" fmla="*/ 176 h 300"/>
              <a:gd name="T56" fmla="*/ 67 w 271"/>
              <a:gd name="T57" fmla="*/ 159 h 300"/>
              <a:gd name="T58" fmla="*/ 66 w 271"/>
              <a:gd name="T59" fmla="*/ 63 h 300"/>
              <a:gd name="T60" fmla="*/ 72 w 271"/>
              <a:gd name="T61" fmla="*/ 47 h 300"/>
              <a:gd name="T62" fmla="*/ 88 w 271"/>
              <a:gd name="T63" fmla="*/ 55 h 300"/>
              <a:gd name="T64" fmla="*/ 109 w 271"/>
              <a:gd name="T65" fmla="*/ 63 h 300"/>
              <a:gd name="T66" fmla="*/ 160 w 271"/>
              <a:gd name="T67" fmla="*/ 28 h 300"/>
              <a:gd name="T68" fmla="*/ 187 w 271"/>
              <a:gd name="T69" fmla="*/ 16 h 300"/>
              <a:gd name="T70" fmla="*/ 258 w 271"/>
              <a:gd name="T71" fmla="*/ 4 h 300"/>
              <a:gd name="T72" fmla="*/ 271 w 271"/>
              <a:gd name="T73" fmla="*/ 16 h 300"/>
              <a:gd name="T74" fmla="*/ 248 w 271"/>
              <a:gd name="T75" fmla="*/ 37 h 300"/>
              <a:gd name="T76" fmla="*/ 215 w 271"/>
              <a:gd name="T77" fmla="*/ 67 h 300"/>
              <a:gd name="T78" fmla="*/ 186 w 271"/>
              <a:gd name="T79" fmla="*/ 95 h 300"/>
            </a:gdLst>
            <a:rect l="0" t="0" r="r" b="b"/>
            <a:pathLst>
              <a:path w="271" h="300">
                <a:moveTo>
                  <a:pt x="185" y="102"/>
                </a:moveTo>
                <a:cubicBezTo>
                  <a:pt x="188" y="101"/>
                  <a:pt x="191" y="99"/>
                  <a:pt x="194" y="98"/>
                </a:cubicBezTo>
                <a:cubicBezTo>
                  <a:pt x="200" y="94"/>
                  <a:pt x="206" y="91"/>
                  <a:pt x="213" y="90"/>
                </a:cubicBezTo>
                <a:cubicBezTo>
                  <a:pt x="221" y="89"/>
                  <a:pt x="229" y="92"/>
                  <a:pt x="236" y="96"/>
                </a:cubicBezTo>
                <a:cubicBezTo>
                  <a:pt x="237" y="97"/>
                  <a:pt x="238" y="98"/>
                  <a:pt x="239" y="99"/>
                </a:cubicBezTo>
                <a:cubicBezTo>
                  <a:pt x="242" y="103"/>
                  <a:pt x="242" y="108"/>
                  <a:pt x="237" y="111"/>
                </a:cubicBezTo>
                <a:cubicBezTo>
                  <a:pt x="220" y="127"/>
                  <a:pt x="200" y="139"/>
                  <a:pt x="179" y="148"/>
                </a:cubicBezTo>
                <a:cubicBezTo>
                  <a:pt x="178" y="149"/>
                  <a:pt x="176" y="149"/>
                  <a:pt x="175" y="150"/>
                </a:cubicBezTo>
                <a:cubicBezTo>
                  <a:pt x="167" y="153"/>
                  <a:pt x="164" y="159"/>
                  <a:pt x="163" y="168"/>
                </a:cubicBezTo>
                <a:cubicBezTo>
                  <a:pt x="163" y="177"/>
                  <a:pt x="165" y="187"/>
                  <a:pt x="169" y="195"/>
                </a:cubicBezTo>
                <a:cubicBezTo>
                  <a:pt x="182" y="226"/>
                  <a:pt x="186" y="259"/>
                  <a:pt x="185" y="292"/>
                </a:cubicBezTo>
                <a:cubicBezTo>
                  <a:pt x="185" y="298"/>
                  <a:pt x="183" y="300"/>
                  <a:pt x="177" y="299"/>
                </a:cubicBezTo>
                <a:cubicBezTo>
                  <a:pt x="171" y="299"/>
                  <a:pt x="165" y="297"/>
                  <a:pt x="161" y="292"/>
                </a:cubicBezTo>
                <a:cubicBezTo>
                  <a:pt x="159" y="290"/>
                  <a:pt x="159" y="287"/>
                  <a:pt x="159" y="285"/>
                </a:cubicBezTo>
                <a:cubicBezTo>
                  <a:pt x="159" y="284"/>
                  <a:pt x="159" y="282"/>
                  <a:pt x="159" y="281"/>
                </a:cubicBezTo>
                <a:cubicBezTo>
                  <a:pt x="159" y="274"/>
                  <a:pt x="156" y="269"/>
                  <a:pt x="150" y="266"/>
                </a:cubicBezTo>
                <a:cubicBezTo>
                  <a:pt x="146" y="263"/>
                  <a:pt x="141" y="262"/>
                  <a:pt x="136" y="260"/>
                </a:cubicBezTo>
                <a:cubicBezTo>
                  <a:pt x="135" y="260"/>
                  <a:pt x="134" y="260"/>
                  <a:pt x="133" y="260"/>
                </a:cubicBezTo>
                <a:cubicBezTo>
                  <a:pt x="129" y="258"/>
                  <a:pt x="126" y="255"/>
                  <a:pt x="126" y="252"/>
                </a:cubicBezTo>
                <a:cubicBezTo>
                  <a:pt x="125" y="248"/>
                  <a:pt x="128" y="244"/>
                  <a:pt x="132" y="243"/>
                </a:cubicBezTo>
                <a:cubicBezTo>
                  <a:pt x="134" y="242"/>
                  <a:pt x="136" y="242"/>
                  <a:pt x="138" y="242"/>
                </a:cubicBezTo>
                <a:cubicBezTo>
                  <a:pt x="144" y="241"/>
                  <a:pt x="147" y="238"/>
                  <a:pt x="149" y="232"/>
                </a:cubicBezTo>
                <a:cubicBezTo>
                  <a:pt x="153" y="220"/>
                  <a:pt x="151" y="208"/>
                  <a:pt x="144" y="197"/>
                </a:cubicBezTo>
                <a:cubicBezTo>
                  <a:pt x="142" y="195"/>
                  <a:pt x="141" y="195"/>
                  <a:pt x="139" y="197"/>
                </a:cubicBezTo>
                <a:cubicBezTo>
                  <a:pt x="138" y="197"/>
                  <a:pt x="137" y="198"/>
                  <a:pt x="136" y="199"/>
                </a:cubicBezTo>
                <a:cubicBezTo>
                  <a:pt x="129" y="205"/>
                  <a:pt x="123" y="210"/>
                  <a:pt x="117" y="216"/>
                </a:cubicBezTo>
                <a:cubicBezTo>
                  <a:pt x="112" y="220"/>
                  <a:pt x="108" y="225"/>
                  <a:pt x="105" y="231"/>
                </a:cubicBezTo>
                <a:cubicBezTo>
                  <a:pt x="104" y="232"/>
                  <a:pt x="103" y="233"/>
                  <a:pt x="101" y="235"/>
                </a:cubicBezTo>
                <a:cubicBezTo>
                  <a:pt x="84" y="253"/>
                  <a:pt x="66" y="270"/>
                  <a:pt x="48" y="288"/>
                </a:cubicBezTo>
                <a:cubicBezTo>
                  <a:pt x="41" y="296"/>
                  <a:pt x="35" y="297"/>
                  <a:pt x="26" y="293"/>
                </a:cubicBezTo>
                <a:cubicBezTo>
                  <a:pt x="20" y="291"/>
                  <a:pt x="16" y="287"/>
                  <a:pt x="13" y="282"/>
                </a:cubicBezTo>
                <a:cubicBezTo>
                  <a:pt x="4" y="271"/>
                  <a:pt x="1" y="257"/>
                  <a:pt x="0" y="243"/>
                </a:cubicBezTo>
                <a:cubicBezTo>
                  <a:pt x="0" y="240"/>
                  <a:pt x="1" y="239"/>
                  <a:pt x="3" y="239"/>
                </a:cubicBezTo>
                <a:cubicBezTo>
                  <a:pt x="5" y="238"/>
                  <a:pt x="7" y="237"/>
                  <a:pt x="9" y="237"/>
                </a:cubicBezTo>
                <a:cubicBezTo>
                  <a:pt x="13" y="235"/>
                  <a:pt x="16" y="235"/>
                  <a:pt x="20" y="237"/>
                </a:cubicBezTo>
                <a:cubicBezTo>
                  <a:pt x="24" y="239"/>
                  <a:pt x="28" y="238"/>
                  <a:pt x="32" y="234"/>
                </a:cubicBezTo>
                <a:cubicBezTo>
                  <a:pt x="34" y="233"/>
                  <a:pt x="37" y="231"/>
                  <a:pt x="39" y="230"/>
                </a:cubicBezTo>
                <a:cubicBezTo>
                  <a:pt x="46" y="226"/>
                  <a:pt x="52" y="222"/>
                  <a:pt x="59" y="219"/>
                </a:cubicBezTo>
                <a:cubicBezTo>
                  <a:pt x="60" y="218"/>
                  <a:pt x="62" y="217"/>
                  <a:pt x="63" y="216"/>
                </a:cubicBezTo>
                <a:cubicBezTo>
                  <a:pt x="81" y="206"/>
                  <a:pt x="98" y="195"/>
                  <a:pt x="116" y="185"/>
                </a:cubicBezTo>
                <a:cubicBezTo>
                  <a:pt x="122" y="181"/>
                  <a:pt x="128" y="177"/>
                  <a:pt x="134" y="172"/>
                </a:cubicBezTo>
                <a:cubicBezTo>
                  <a:pt x="139" y="168"/>
                  <a:pt x="143" y="163"/>
                  <a:pt x="145" y="155"/>
                </a:cubicBezTo>
                <a:cubicBezTo>
                  <a:pt x="143" y="155"/>
                  <a:pt x="142" y="154"/>
                  <a:pt x="140" y="154"/>
                </a:cubicBezTo>
                <a:cubicBezTo>
                  <a:pt x="134" y="152"/>
                  <a:pt x="132" y="148"/>
                  <a:pt x="133" y="142"/>
                </a:cubicBezTo>
                <a:cubicBezTo>
                  <a:pt x="134" y="140"/>
                  <a:pt x="135" y="137"/>
                  <a:pt x="136" y="135"/>
                </a:cubicBezTo>
                <a:cubicBezTo>
                  <a:pt x="139" y="127"/>
                  <a:pt x="142" y="119"/>
                  <a:pt x="145" y="112"/>
                </a:cubicBezTo>
                <a:cubicBezTo>
                  <a:pt x="145" y="111"/>
                  <a:pt x="146" y="110"/>
                  <a:pt x="146" y="109"/>
                </a:cubicBezTo>
                <a:cubicBezTo>
                  <a:pt x="147" y="105"/>
                  <a:pt x="146" y="104"/>
                  <a:pt x="143" y="104"/>
                </a:cubicBezTo>
                <a:cubicBezTo>
                  <a:pt x="140" y="104"/>
                  <a:pt x="138" y="104"/>
                  <a:pt x="135" y="105"/>
                </a:cubicBezTo>
                <a:cubicBezTo>
                  <a:pt x="132" y="106"/>
                  <a:pt x="128" y="107"/>
                  <a:pt x="124" y="108"/>
                </a:cubicBezTo>
                <a:cubicBezTo>
                  <a:pt x="122" y="109"/>
                  <a:pt x="121" y="111"/>
                  <a:pt x="121" y="113"/>
                </a:cubicBezTo>
                <a:cubicBezTo>
                  <a:pt x="121" y="122"/>
                  <a:pt x="121" y="131"/>
                  <a:pt x="121" y="140"/>
                </a:cubicBezTo>
                <a:cubicBezTo>
                  <a:pt x="121" y="142"/>
                  <a:pt x="120" y="144"/>
                  <a:pt x="119" y="146"/>
                </a:cubicBezTo>
                <a:cubicBezTo>
                  <a:pt x="108" y="160"/>
                  <a:pt x="98" y="174"/>
                  <a:pt x="87" y="188"/>
                </a:cubicBezTo>
                <a:cubicBezTo>
                  <a:pt x="87" y="189"/>
                  <a:pt x="86" y="189"/>
                  <a:pt x="86" y="190"/>
                </a:cubicBezTo>
                <a:cubicBezTo>
                  <a:pt x="81" y="185"/>
                  <a:pt x="77" y="181"/>
                  <a:pt x="73" y="176"/>
                </a:cubicBezTo>
                <a:cubicBezTo>
                  <a:pt x="70" y="173"/>
                  <a:pt x="69" y="170"/>
                  <a:pt x="69" y="166"/>
                </a:cubicBezTo>
                <a:cubicBezTo>
                  <a:pt x="68" y="164"/>
                  <a:pt x="68" y="161"/>
                  <a:pt x="67" y="159"/>
                </a:cubicBezTo>
                <a:cubicBezTo>
                  <a:pt x="58" y="138"/>
                  <a:pt x="57" y="117"/>
                  <a:pt x="63" y="95"/>
                </a:cubicBezTo>
                <a:cubicBezTo>
                  <a:pt x="67" y="84"/>
                  <a:pt x="67" y="74"/>
                  <a:pt x="66" y="63"/>
                </a:cubicBezTo>
                <a:cubicBezTo>
                  <a:pt x="66" y="60"/>
                  <a:pt x="66" y="57"/>
                  <a:pt x="66" y="54"/>
                </a:cubicBezTo>
                <a:cubicBezTo>
                  <a:pt x="66" y="50"/>
                  <a:pt x="68" y="47"/>
                  <a:pt x="72" y="47"/>
                </a:cubicBezTo>
                <a:cubicBezTo>
                  <a:pt x="75" y="46"/>
                  <a:pt x="78" y="47"/>
                  <a:pt x="80" y="48"/>
                </a:cubicBezTo>
                <a:cubicBezTo>
                  <a:pt x="83" y="50"/>
                  <a:pt x="85" y="52"/>
                  <a:pt x="88" y="55"/>
                </a:cubicBezTo>
                <a:cubicBezTo>
                  <a:pt x="90" y="57"/>
                  <a:pt x="91" y="59"/>
                  <a:pt x="93" y="61"/>
                </a:cubicBezTo>
                <a:cubicBezTo>
                  <a:pt x="99" y="66"/>
                  <a:pt x="103" y="67"/>
                  <a:pt x="109" y="63"/>
                </a:cubicBezTo>
                <a:cubicBezTo>
                  <a:pt x="117" y="58"/>
                  <a:pt x="125" y="53"/>
                  <a:pt x="133" y="48"/>
                </a:cubicBezTo>
                <a:cubicBezTo>
                  <a:pt x="142" y="41"/>
                  <a:pt x="151" y="35"/>
                  <a:pt x="160" y="28"/>
                </a:cubicBezTo>
                <a:cubicBezTo>
                  <a:pt x="163" y="25"/>
                  <a:pt x="167" y="24"/>
                  <a:pt x="171" y="23"/>
                </a:cubicBezTo>
                <a:cubicBezTo>
                  <a:pt x="177" y="23"/>
                  <a:pt x="182" y="20"/>
                  <a:pt x="187" y="16"/>
                </a:cubicBezTo>
                <a:cubicBezTo>
                  <a:pt x="196" y="6"/>
                  <a:pt x="208" y="2"/>
                  <a:pt x="221" y="1"/>
                </a:cubicBezTo>
                <a:cubicBezTo>
                  <a:pt x="233" y="0"/>
                  <a:pt x="246" y="0"/>
                  <a:pt x="258" y="4"/>
                </a:cubicBezTo>
                <a:cubicBezTo>
                  <a:pt x="261" y="5"/>
                  <a:pt x="264" y="7"/>
                  <a:pt x="267" y="9"/>
                </a:cubicBezTo>
                <a:cubicBezTo>
                  <a:pt x="270" y="10"/>
                  <a:pt x="271" y="13"/>
                  <a:pt x="271" y="16"/>
                </a:cubicBezTo>
                <a:cubicBezTo>
                  <a:pt x="271" y="18"/>
                  <a:pt x="271" y="19"/>
                  <a:pt x="269" y="21"/>
                </a:cubicBezTo>
                <a:cubicBezTo>
                  <a:pt x="262" y="26"/>
                  <a:pt x="255" y="31"/>
                  <a:pt x="248" y="37"/>
                </a:cubicBezTo>
                <a:cubicBezTo>
                  <a:pt x="240" y="43"/>
                  <a:pt x="232" y="50"/>
                  <a:pt x="226" y="58"/>
                </a:cubicBezTo>
                <a:cubicBezTo>
                  <a:pt x="223" y="62"/>
                  <a:pt x="219" y="65"/>
                  <a:pt x="215" y="67"/>
                </a:cubicBezTo>
                <a:cubicBezTo>
                  <a:pt x="213" y="68"/>
                  <a:pt x="212" y="69"/>
                  <a:pt x="211" y="70"/>
                </a:cubicBezTo>
                <a:cubicBezTo>
                  <a:pt x="202" y="79"/>
                  <a:pt x="194" y="87"/>
                  <a:pt x="186" y="95"/>
                </a:cubicBezTo>
                <a:cubicBezTo>
                  <a:pt x="184" y="97"/>
                  <a:pt x="183" y="99"/>
                  <a:pt x="185" y="10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1" name="Freeform 14">
            <a:extLst xmlns:a="http://schemas.openxmlformats.org/drawingml/2006/main">
              <a:ext uri="{FF2B5EF4-FFF2-40B4-BE49-F238E27FC236}">
                <a16:creationId xmlns:a16="http://schemas.microsoft.com/office/drawing/2014/main" id="{1A932099-0402-4349-A4D8-77F7B9705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1601" y="548337"/>
            <a:ext cx="141990" cy="90098"/>
          </a:xfrm>
          <a:custGeom xmlns:a="http://schemas.openxmlformats.org/drawingml/2006/main">
            <a:gdLst>
              <a:gd name="T0" fmla="*/ 16 w 280"/>
              <a:gd name="T1" fmla="*/ 133 h 178"/>
              <a:gd name="T2" fmla="*/ 14 w 280"/>
              <a:gd name="T3" fmla="*/ 124 h 178"/>
              <a:gd name="T4" fmla="*/ 2 w 280"/>
              <a:gd name="T5" fmla="*/ 103 h 178"/>
              <a:gd name="T6" fmla="*/ 6 w 280"/>
              <a:gd name="T7" fmla="*/ 81 h 178"/>
              <a:gd name="T8" fmla="*/ 16 w 280"/>
              <a:gd name="T9" fmla="*/ 77 h 178"/>
              <a:gd name="T10" fmla="*/ 22 w 280"/>
              <a:gd name="T11" fmla="*/ 77 h 178"/>
              <a:gd name="T12" fmla="*/ 40 w 280"/>
              <a:gd name="T13" fmla="*/ 71 h 178"/>
              <a:gd name="T14" fmla="*/ 54 w 280"/>
              <a:gd name="T15" fmla="*/ 64 h 178"/>
              <a:gd name="T16" fmla="*/ 63 w 280"/>
              <a:gd name="T17" fmla="*/ 61 h 178"/>
              <a:gd name="T18" fmla="*/ 144 w 280"/>
              <a:gd name="T19" fmla="*/ 25 h 178"/>
              <a:gd name="T20" fmla="*/ 169 w 280"/>
              <a:gd name="T21" fmla="*/ 16 h 178"/>
              <a:gd name="T22" fmla="*/ 186 w 280"/>
              <a:gd name="T23" fmla="*/ 13 h 178"/>
              <a:gd name="T24" fmla="*/ 209 w 280"/>
              <a:gd name="T25" fmla="*/ 9 h 178"/>
              <a:gd name="T26" fmla="*/ 224 w 280"/>
              <a:gd name="T27" fmla="*/ 3 h 178"/>
              <a:gd name="T28" fmla="*/ 233 w 280"/>
              <a:gd name="T29" fmla="*/ 0 h 178"/>
              <a:gd name="T30" fmla="*/ 265 w 280"/>
              <a:gd name="T31" fmla="*/ 5 h 178"/>
              <a:gd name="T32" fmla="*/ 274 w 280"/>
              <a:gd name="T33" fmla="*/ 29 h 178"/>
              <a:gd name="T34" fmla="*/ 256 w 280"/>
              <a:gd name="T35" fmla="*/ 50 h 178"/>
              <a:gd name="T36" fmla="*/ 245 w 280"/>
              <a:gd name="T37" fmla="*/ 53 h 178"/>
              <a:gd name="T38" fmla="*/ 220 w 280"/>
              <a:gd name="T39" fmla="*/ 56 h 178"/>
              <a:gd name="T40" fmla="*/ 213 w 280"/>
              <a:gd name="T41" fmla="*/ 58 h 178"/>
              <a:gd name="T42" fmla="*/ 208 w 280"/>
              <a:gd name="T43" fmla="*/ 67 h 178"/>
              <a:gd name="T44" fmla="*/ 210 w 280"/>
              <a:gd name="T45" fmla="*/ 76 h 178"/>
              <a:gd name="T46" fmla="*/ 218 w 280"/>
              <a:gd name="T47" fmla="*/ 92 h 178"/>
              <a:gd name="T48" fmla="*/ 224 w 280"/>
              <a:gd name="T49" fmla="*/ 115 h 178"/>
              <a:gd name="T50" fmla="*/ 220 w 280"/>
              <a:gd name="T51" fmla="*/ 146 h 178"/>
              <a:gd name="T52" fmla="*/ 197 w 280"/>
              <a:gd name="T53" fmla="*/ 163 h 178"/>
              <a:gd name="T54" fmla="*/ 189 w 280"/>
              <a:gd name="T55" fmla="*/ 163 h 178"/>
              <a:gd name="T56" fmla="*/ 181 w 280"/>
              <a:gd name="T57" fmla="*/ 167 h 178"/>
              <a:gd name="T58" fmla="*/ 178 w 280"/>
              <a:gd name="T59" fmla="*/ 170 h 178"/>
              <a:gd name="T60" fmla="*/ 156 w 280"/>
              <a:gd name="T61" fmla="*/ 175 h 178"/>
              <a:gd name="T62" fmla="*/ 140 w 280"/>
              <a:gd name="T63" fmla="*/ 166 h 178"/>
              <a:gd name="T64" fmla="*/ 126 w 280"/>
              <a:gd name="T65" fmla="*/ 162 h 178"/>
              <a:gd name="T66" fmla="*/ 119 w 280"/>
              <a:gd name="T67" fmla="*/ 160 h 178"/>
              <a:gd name="T68" fmla="*/ 113 w 280"/>
              <a:gd name="T69" fmla="*/ 150 h 178"/>
              <a:gd name="T70" fmla="*/ 115 w 280"/>
              <a:gd name="T71" fmla="*/ 147 h 178"/>
              <a:gd name="T72" fmla="*/ 122 w 280"/>
              <a:gd name="T73" fmla="*/ 147 h 178"/>
              <a:gd name="T74" fmla="*/ 166 w 280"/>
              <a:gd name="T75" fmla="*/ 141 h 178"/>
              <a:gd name="T76" fmla="*/ 185 w 280"/>
              <a:gd name="T77" fmla="*/ 129 h 178"/>
              <a:gd name="T78" fmla="*/ 188 w 280"/>
              <a:gd name="T79" fmla="*/ 120 h 178"/>
              <a:gd name="T80" fmla="*/ 185 w 280"/>
              <a:gd name="T81" fmla="*/ 92 h 178"/>
              <a:gd name="T82" fmla="*/ 184 w 280"/>
              <a:gd name="T83" fmla="*/ 77 h 178"/>
              <a:gd name="T84" fmla="*/ 179 w 280"/>
              <a:gd name="T85" fmla="*/ 71 h 178"/>
              <a:gd name="T86" fmla="*/ 163 w 280"/>
              <a:gd name="T87" fmla="*/ 75 h 178"/>
              <a:gd name="T88" fmla="*/ 158 w 280"/>
              <a:gd name="T89" fmla="*/ 79 h 178"/>
              <a:gd name="T90" fmla="*/ 145 w 280"/>
              <a:gd name="T91" fmla="*/ 82 h 178"/>
              <a:gd name="T92" fmla="*/ 116 w 280"/>
              <a:gd name="T93" fmla="*/ 91 h 178"/>
              <a:gd name="T94" fmla="*/ 80 w 280"/>
              <a:gd name="T95" fmla="*/ 118 h 178"/>
              <a:gd name="T96" fmla="*/ 52 w 280"/>
              <a:gd name="T97" fmla="*/ 135 h 178"/>
              <a:gd name="T98" fmla="*/ 22 w 280"/>
              <a:gd name="T99" fmla="*/ 136 h 178"/>
              <a:gd name="T100" fmla="*/ 18 w 280"/>
              <a:gd name="T101" fmla="*/ 134 h 178"/>
              <a:gd name="T102" fmla="*/ 16 w 280"/>
              <a:gd name="T103" fmla="*/ 133 h 178"/>
            </a:gdLst>
            <a:rect l="0" t="0" r="r" b="b"/>
            <a:pathLst>
              <a:path w="280" h="178">
                <a:moveTo>
                  <a:pt x="16" y="133"/>
                </a:moveTo>
                <a:cubicBezTo>
                  <a:pt x="18" y="129"/>
                  <a:pt x="16" y="127"/>
                  <a:pt x="14" y="124"/>
                </a:cubicBezTo>
                <a:cubicBezTo>
                  <a:pt x="9" y="118"/>
                  <a:pt x="5" y="111"/>
                  <a:pt x="2" y="103"/>
                </a:cubicBezTo>
                <a:cubicBezTo>
                  <a:pt x="0" y="95"/>
                  <a:pt x="1" y="88"/>
                  <a:pt x="6" y="81"/>
                </a:cubicBezTo>
                <a:cubicBezTo>
                  <a:pt x="9" y="78"/>
                  <a:pt x="12" y="76"/>
                  <a:pt x="16" y="77"/>
                </a:cubicBezTo>
                <a:cubicBezTo>
                  <a:pt x="18" y="77"/>
                  <a:pt x="20" y="76"/>
                  <a:pt x="22" y="77"/>
                </a:cubicBezTo>
                <a:cubicBezTo>
                  <a:pt x="29" y="79"/>
                  <a:pt x="36" y="76"/>
                  <a:pt x="40" y="71"/>
                </a:cubicBezTo>
                <a:cubicBezTo>
                  <a:pt x="44" y="67"/>
                  <a:pt x="49" y="65"/>
                  <a:pt x="54" y="64"/>
                </a:cubicBezTo>
                <a:cubicBezTo>
                  <a:pt x="57" y="64"/>
                  <a:pt x="60" y="62"/>
                  <a:pt x="63" y="61"/>
                </a:cubicBezTo>
                <a:cubicBezTo>
                  <a:pt x="89" y="47"/>
                  <a:pt x="116" y="35"/>
                  <a:pt x="144" y="25"/>
                </a:cubicBezTo>
                <a:cubicBezTo>
                  <a:pt x="152" y="22"/>
                  <a:pt x="161" y="19"/>
                  <a:pt x="169" y="16"/>
                </a:cubicBezTo>
                <a:cubicBezTo>
                  <a:pt x="174" y="14"/>
                  <a:pt x="180" y="14"/>
                  <a:pt x="186" y="13"/>
                </a:cubicBezTo>
                <a:cubicBezTo>
                  <a:pt x="194" y="12"/>
                  <a:pt x="201" y="11"/>
                  <a:pt x="209" y="9"/>
                </a:cubicBezTo>
                <a:cubicBezTo>
                  <a:pt x="214" y="8"/>
                  <a:pt x="219" y="5"/>
                  <a:pt x="224" y="3"/>
                </a:cubicBezTo>
                <a:cubicBezTo>
                  <a:pt x="227" y="1"/>
                  <a:pt x="230" y="0"/>
                  <a:pt x="233" y="0"/>
                </a:cubicBezTo>
                <a:cubicBezTo>
                  <a:pt x="244" y="0"/>
                  <a:pt x="255" y="1"/>
                  <a:pt x="265" y="5"/>
                </a:cubicBezTo>
                <a:cubicBezTo>
                  <a:pt x="276" y="9"/>
                  <a:pt x="280" y="19"/>
                  <a:pt x="274" y="29"/>
                </a:cubicBezTo>
                <a:cubicBezTo>
                  <a:pt x="270" y="38"/>
                  <a:pt x="263" y="45"/>
                  <a:pt x="256" y="50"/>
                </a:cubicBezTo>
                <a:cubicBezTo>
                  <a:pt x="252" y="53"/>
                  <a:pt x="249" y="53"/>
                  <a:pt x="245" y="53"/>
                </a:cubicBezTo>
                <a:cubicBezTo>
                  <a:pt x="236" y="54"/>
                  <a:pt x="228" y="55"/>
                  <a:pt x="220" y="56"/>
                </a:cubicBezTo>
                <a:cubicBezTo>
                  <a:pt x="218" y="57"/>
                  <a:pt x="215" y="57"/>
                  <a:pt x="213" y="58"/>
                </a:cubicBezTo>
                <a:cubicBezTo>
                  <a:pt x="209" y="60"/>
                  <a:pt x="208" y="63"/>
                  <a:pt x="208" y="67"/>
                </a:cubicBezTo>
                <a:cubicBezTo>
                  <a:pt x="208" y="70"/>
                  <a:pt x="209" y="73"/>
                  <a:pt x="210" y="76"/>
                </a:cubicBezTo>
                <a:cubicBezTo>
                  <a:pt x="213" y="82"/>
                  <a:pt x="215" y="87"/>
                  <a:pt x="218" y="92"/>
                </a:cubicBezTo>
                <a:cubicBezTo>
                  <a:pt x="221" y="100"/>
                  <a:pt x="224" y="107"/>
                  <a:pt x="224" y="115"/>
                </a:cubicBezTo>
                <a:cubicBezTo>
                  <a:pt x="224" y="126"/>
                  <a:pt x="223" y="136"/>
                  <a:pt x="220" y="146"/>
                </a:cubicBezTo>
                <a:cubicBezTo>
                  <a:pt x="216" y="157"/>
                  <a:pt x="209" y="162"/>
                  <a:pt x="197" y="163"/>
                </a:cubicBezTo>
                <a:cubicBezTo>
                  <a:pt x="194" y="163"/>
                  <a:pt x="192" y="163"/>
                  <a:pt x="189" y="163"/>
                </a:cubicBezTo>
                <a:cubicBezTo>
                  <a:pt x="186" y="163"/>
                  <a:pt x="183" y="163"/>
                  <a:pt x="181" y="167"/>
                </a:cubicBezTo>
                <a:cubicBezTo>
                  <a:pt x="180" y="168"/>
                  <a:pt x="179" y="169"/>
                  <a:pt x="178" y="170"/>
                </a:cubicBezTo>
                <a:cubicBezTo>
                  <a:pt x="171" y="176"/>
                  <a:pt x="164" y="178"/>
                  <a:pt x="156" y="175"/>
                </a:cubicBezTo>
                <a:cubicBezTo>
                  <a:pt x="151" y="172"/>
                  <a:pt x="145" y="169"/>
                  <a:pt x="140" y="166"/>
                </a:cubicBezTo>
                <a:cubicBezTo>
                  <a:pt x="136" y="163"/>
                  <a:pt x="132" y="162"/>
                  <a:pt x="126" y="162"/>
                </a:cubicBezTo>
                <a:cubicBezTo>
                  <a:pt x="124" y="162"/>
                  <a:pt x="121" y="163"/>
                  <a:pt x="119" y="160"/>
                </a:cubicBezTo>
                <a:cubicBezTo>
                  <a:pt x="116" y="157"/>
                  <a:pt x="114" y="154"/>
                  <a:pt x="113" y="150"/>
                </a:cubicBezTo>
                <a:cubicBezTo>
                  <a:pt x="112" y="148"/>
                  <a:pt x="113" y="147"/>
                  <a:pt x="115" y="147"/>
                </a:cubicBezTo>
                <a:cubicBezTo>
                  <a:pt x="117" y="147"/>
                  <a:pt x="120" y="147"/>
                  <a:pt x="122" y="147"/>
                </a:cubicBezTo>
                <a:cubicBezTo>
                  <a:pt x="137" y="148"/>
                  <a:pt x="152" y="146"/>
                  <a:pt x="166" y="141"/>
                </a:cubicBezTo>
                <a:cubicBezTo>
                  <a:pt x="173" y="138"/>
                  <a:pt x="179" y="134"/>
                  <a:pt x="185" y="129"/>
                </a:cubicBezTo>
                <a:cubicBezTo>
                  <a:pt x="188" y="126"/>
                  <a:pt x="189" y="123"/>
                  <a:pt x="188" y="120"/>
                </a:cubicBezTo>
                <a:cubicBezTo>
                  <a:pt x="187" y="111"/>
                  <a:pt x="186" y="102"/>
                  <a:pt x="185" y="92"/>
                </a:cubicBezTo>
                <a:cubicBezTo>
                  <a:pt x="184" y="87"/>
                  <a:pt x="184" y="82"/>
                  <a:pt x="184" y="77"/>
                </a:cubicBezTo>
                <a:cubicBezTo>
                  <a:pt x="184" y="73"/>
                  <a:pt x="183" y="71"/>
                  <a:pt x="179" y="71"/>
                </a:cubicBezTo>
                <a:cubicBezTo>
                  <a:pt x="173" y="70"/>
                  <a:pt x="168" y="70"/>
                  <a:pt x="163" y="75"/>
                </a:cubicBezTo>
                <a:cubicBezTo>
                  <a:pt x="162" y="76"/>
                  <a:pt x="160" y="77"/>
                  <a:pt x="158" y="79"/>
                </a:cubicBezTo>
                <a:cubicBezTo>
                  <a:pt x="154" y="81"/>
                  <a:pt x="150" y="83"/>
                  <a:pt x="145" y="82"/>
                </a:cubicBezTo>
                <a:cubicBezTo>
                  <a:pt x="134" y="82"/>
                  <a:pt x="124" y="85"/>
                  <a:pt x="116" y="91"/>
                </a:cubicBezTo>
                <a:cubicBezTo>
                  <a:pt x="104" y="100"/>
                  <a:pt x="92" y="109"/>
                  <a:pt x="80" y="118"/>
                </a:cubicBezTo>
                <a:cubicBezTo>
                  <a:pt x="71" y="124"/>
                  <a:pt x="62" y="131"/>
                  <a:pt x="52" y="135"/>
                </a:cubicBezTo>
                <a:cubicBezTo>
                  <a:pt x="42" y="139"/>
                  <a:pt x="32" y="140"/>
                  <a:pt x="22" y="136"/>
                </a:cubicBezTo>
                <a:cubicBezTo>
                  <a:pt x="20" y="136"/>
                  <a:pt x="19" y="135"/>
                  <a:pt x="18" y="134"/>
                </a:cubicBezTo>
                <a:cubicBezTo>
                  <a:pt x="17" y="134"/>
                  <a:pt x="17" y="134"/>
                  <a:pt x="16" y="133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2" name="Freeform 15">
            <a:extLst xmlns:a="http://schemas.openxmlformats.org/drawingml/2006/main">
              <a:ext uri="{FF2B5EF4-FFF2-40B4-BE49-F238E27FC236}">
                <a16:creationId xmlns:a16="http://schemas.microsoft.com/office/drawing/2014/main" id="{48BEC781-2603-4FBC-877F-61D1C6454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703" y="432578"/>
            <a:ext cx="107776" cy="57594"/>
          </a:xfrm>
          <a:custGeom xmlns:a="http://schemas.openxmlformats.org/drawingml/2006/main">
            <a:gdLst>
              <a:gd name="T0" fmla="*/ 197 w 212"/>
              <a:gd name="T1" fmla="*/ 0 h 114"/>
              <a:gd name="T2" fmla="*/ 205 w 212"/>
              <a:gd name="T3" fmla="*/ 0 h 114"/>
              <a:gd name="T4" fmla="*/ 211 w 212"/>
              <a:gd name="T5" fmla="*/ 9 h 114"/>
              <a:gd name="T6" fmla="*/ 191 w 212"/>
              <a:gd name="T7" fmla="*/ 29 h 114"/>
              <a:gd name="T8" fmla="*/ 187 w 212"/>
              <a:gd name="T9" fmla="*/ 29 h 114"/>
              <a:gd name="T10" fmla="*/ 174 w 212"/>
              <a:gd name="T11" fmla="*/ 33 h 114"/>
              <a:gd name="T12" fmla="*/ 132 w 212"/>
              <a:gd name="T13" fmla="*/ 67 h 114"/>
              <a:gd name="T14" fmla="*/ 109 w 212"/>
              <a:gd name="T15" fmla="*/ 91 h 114"/>
              <a:gd name="T16" fmla="*/ 71 w 212"/>
              <a:gd name="T17" fmla="*/ 112 h 114"/>
              <a:gd name="T18" fmla="*/ 40 w 212"/>
              <a:gd name="T19" fmla="*/ 108 h 114"/>
              <a:gd name="T20" fmla="*/ 9 w 212"/>
              <a:gd name="T21" fmla="*/ 90 h 114"/>
              <a:gd name="T22" fmla="*/ 8 w 212"/>
              <a:gd name="T23" fmla="*/ 89 h 114"/>
              <a:gd name="T24" fmla="*/ 11 w 212"/>
              <a:gd name="T25" fmla="*/ 64 h 114"/>
              <a:gd name="T26" fmla="*/ 15 w 212"/>
              <a:gd name="T27" fmla="*/ 62 h 114"/>
              <a:gd name="T28" fmla="*/ 114 w 212"/>
              <a:gd name="T29" fmla="*/ 23 h 114"/>
              <a:gd name="T30" fmla="*/ 130 w 212"/>
              <a:gd name="T31" fmla="*/ 18 h 114"/>
              <a:gd name="T32" fmla="*/ 164 w 212"/>
              <a:gd name="T33" fmla="*/ 7 h 114"/>
              <a:gd name="T34" fmla="*/ 197 w 212"/>
              <a:gd name="T35" fmla="*/ 0 h 114"/>
            </a:gdLst>
            <a:rect l="0" t="0" r="r" b="b"/>
            <a:pathLst>
              <a:path w="212" h="114">
                <a:moveTo>
                  <a:pt x="197" y="0"/>
                </a:moveTo>
                <a:cubicBezTo>
                  <a:pt x="199" y="0"/>
                  <a:pt x="202" y="0"/>
                  <a:pt x="205" y="0"/>
                </a:cubicBezTo>
                <a:cubicBezTo>
                  <a:pt x="209" y="1"/>
                  <a:pt x="212" y="5"/>
                  <a:pt x="211" y="9"/>
                </a:cubicBezTo>
                <a:cubicBezTo>
                  <a:pt x="207" y="18"/>
                  <a:pt x="200" y="25"/>
                  <a:pt x="191" y="29"/>
                </a:cubicBezTo>
                <a:cubicBezTo>
                  <a:pt x="189" y="29"/>
                  <a:pt x="188" y="29"/>
                  <a:pt x="187" y="29"/>
                </a:cubicBezTo>
                <a:cubicBezTo>
                  <a:pt x="182" y="28"/>
                  <a:pt x="178" y="30"/>
                  <a:pt x="174" y="33"/>
                </a:cubicBezTo>
                <a:cubicBezTo>
                  <a:pt x="158" y="43"/>
                  <a:pt x="144" y="54"/>
                  <a:pt x="132" y="67"/>
                </a:cubicBezTo>
                <a:cubicBezTo>
                  <a:pt x="124" y="75"/>
                  <a:pt x="116" y="83"/>
                  <a:pt x="109" y="91"/>
                </a:cubicBezTo>
                <a:cubicBezTo>
                  <a:pt x="99" y="102"/>
                  <a:pt x="86" y="110"/>
                  <a:pt x="71" y="112"/>
                </a:cubicBezTo>
                <a:cubicBezTo>
                  <a:pt x="61" y="114"/>
                  <a:pt x="50" y="112"/>
                  <a:pt x="40" y="108"/>
                </a:cubicBezTo>
                <a:cubicBezTo>
                  <a:pt x="29" y="104"/>
                  <a:pt x="19" y="98"/>
                  <a:pt x="9" y="90"/>
                </a:cubicBezTo>
                <a:cubicBezTo>
                  <a:pt x="9" y="90"/>
                  <a:pt x="9" y="89"/>
                  <a:pt x="8" y="89"/>
                </a:cubicBezTo>
                <a:cubicBezTo>
                  <a:pt x="0" y="81"/>
                  <a:pt x="2" y="70"/>
                  <a:pt x="11" y="64"/>
                </a:cubicBezTo>
                <a:cubicBezTo>
                  <a:pt x="12" y="63"/>
                  <a:pt x="14" y="63"/>
                  <a:pt x="15" y="62"/>
                </a:cubicBezTo>
                <a:cubicBezTo>
                  <a:pt x="48" y="49"/>
                  <a:pt x="81" y="36"/>
                  <a:pt x="114" y="23"/>
                </a:cubicBezTo>
                <a:cubicBezTo>
                  <a:pt x="119" y="21"/>
                  <a:pt x="125" y="19"/>
                  <a:pt x="130" y="18"/>
                </a:cubicBezTo>
                <a:cubicBezTo>
                  <a:pt x="142" y="15"/>
                  <a:pt x="153" y="12"/>
                  <a:pt x="164" y="7"/>
                </a:cubicBezTo>
                <a:cubicBezTo>
                  <a:pt x="175" y="2"/>
                  <a:pt x="186" y="0"/>
                  <a:pt x="197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3" name="Freeform 16">
            <a:extLst xmlns:a="http://schemas.openxmlformats.org/drawingml/2006/main">
              <a:ext uri="{FF2B5EF4-FFF2-40B4-BE49-F238E27FC236}">
                <a16:creationId xmlns:a16="http://schemas.microsoft.com/office/drawing/2014/main" id="{9AF53E4A-B4BD-40E4-882E-324E614DE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5059" y="361297"/>
            <a:ext cx="57594" cy="63867"/>
          </a:xfrm>
          <a:custGeom xmlns:a="http://schemas.openxmlformats.org/drawingml/2006/main">
            <a:gdLst>
              <a:gd name="T0" fmla="*/ 114 w 114"/>
              <a:gd name="T1" fmla="*/ 70 h 126"/>
              <a:gd name="T2" fmla="*/ 101 w 114"/>
              <a:gd name="T3" fmla="*/ 91 h 126"/>
              <a:gd name="T4" fmla="*/ 78 w 114"/>
              <a:gd name="T5" fmla="*/ 97 h 126"/>
              <a:gd name="T6" fmla="*/ 58 w 114"/>
              <a:gd name="T7" fmla="*/ 106 h 126"/>
              <a:gd name="T8" fmla="*/ 40 w 114"/>
              <a:gd name="T9" fmla="*/ 121 h 126"/>
              <a:gd name="T10" fmla="*/ 31 w 114"/>
              <a:gd name="T11" fmla="*/ 125 h 126"/>
              <a:gd name="T12" fmla="*/ 23 w 114"/>
              <a:gd name="T13" fmla="*/ 122 h 126"/>
              <a:gd name="T14" fmla="*/ 23 w 114"/>
              <a:gd name="T15" fmla="*/ 112 h 126"/>
              <a:gd name="T16" fmla="*/ 26 w 114"/>
              <a:gd name="T17" fmla="*/ 68 h 126"/>
              <a:gd name="T18" fmla="*/ 16 w 114"/>
              <a:gd name="T19" fmla="*/ 50 h 126"/>
              <a:gd name="T20" fmla="*/ 11 w 114"/>
              <a:gd name="T21" fmla="*/ 39 h 126"/>
              <a:gd name="T22" fmla="*/ 3 w 114"/>
              <a:gd name="T23" fmla="*/ 21 h 126"/>
              <a:gd name="T24" fmla="*/ 3 w 114"/>
              <a:gd name="T25" fmla="*/ 6 h 126"/>
              <a:gd name="T26" fmla="*/ 12 w 114"/>
              <a:gd name="T27" fmla="*/ 0 h 126"/>
              <a:gd name="T28" fmla="*/ 18 w 114"/>
              <a:gd name="T29" fmla="*/ 1 h 126"/>
              <a:gd name="T30" fmla="*/ 50 w 114"/>
              <a:gd name="T31" fmla="*/ 12 h 126"/>
              <a:gd name="T32" fmla="*/ 86 w 114"/>
              <a:gd name="T33" fmla="*/ 31 h 126"/>
              <a:gd name="T34" fmla="*/ 106 w 114"/>
              <a:gd name="T35" fmla="*/ 48 h 126"/>
              <a:gd name="T36" fmla="*/ 114 w 114"/>
              <a:gd name="T37" fmla="*/ 70 h 126"/>
            </a:gdLst>
            <a:rect l="0" t="0" r="r" b="b"/>
            <a:pathLst>
              <a:path w="114" h="126">
                <a:moveTo>
                  <a:pt x="114" y="70"/>
                </a:moveTo>
                <a:cubicBezTo>
                  <a:pt x="114" y="79"/>
                  <a:pt x="109" y="86"/>
                  <a:pt x="101" y="91"/>
                </a:cubicBezTo>
                <a:cubicBezTo>
                  <a:pt x="94" y="95"/>
                  <a:pt x="86" y="97"/>
                  <a:pt x="78" y="97"/>
                </a:cubicBezTo>
                <a:cubicBezTo>
                  <a:pt x="64" y="97"/>
                  <a:pt x="66" y="98"/>
                  <a:pt x="58" y="106"/>
                </a:cubicBezTo>
                <a:cubicBezTo>
                  <a:pt x="52" y="111"/>
                  <a:pt x="46" y="116"/>
                  <a:pt x="40" y="121"/>
                </a:cubicBezTo>
                <a:cubicBezTo>
                  <a:pt x="38" y="123"/>
                  <a:pt x="35" y="124"/>
                  <a:pt x="31" y="125"/>
                </a:cubicBezTo>
                <a:cubicBezTo>
                  <a:pt x="28" y="126"/>
                  <a:pt x="25" y="125"/>
                  <a:pt x="23" y="122"/>
                </a:cubicBezTo>
                <a:cubicBezTo>
                  <a:pt x="22" y="118"/>
                  <a:pt x="21" y="115"/>
                  <a:pt x="23" y="112"/>
                </a:cubicBezTo>
                <a:cubicBezTo>
                  <a:pt x="33" y="98"/>
                  <a:pt x="33" y="83"/>
                  <a:pt x="26" y="68"/>
                </a:cubicBezTo>
                <a:cubicBezTo>
                  <a:pt x="23" y="61"/>
                  <a:pt x="19" y="56"/>
                  <a:pt x="16" y="50"/>
                </a:cubicBezTo>
                <a:cubicBezTo>
                  <a:pt x="14" y="46"/>
                  <a:pt x="12" y="43"/>
                  <a:pt x="11" y="39"/>
                </a:cubicBezTo>
                <a:cubicBezTo>
                  <a:pt x="9" y="33"/>
                  <a:pt x="7" y="27"/>
                  <a:pt x="3" y="21"/>
                </a:cubicBezTo>
                <a:cubicBezTo>
                  <a:pt x="0" y="17"/>
                  <a:pt x="0" y="12"/>
                  <a:pt x="3" y="6"/>
                </a:cubicBezTo>
                <a:cubicBezTo>
                  <a:pt x="5" y="2"/>
                  <a:pt x="8" y="0"/>
                  <a:pt x="12" y="0"/>
                </a:cubicBezTo>
                <a:cubicBezTo>
                  <a:pt x="14" y="0"/>
                  <a:pt x="16" y="1"/>
                  <a:pt x="18" y="1"/>
                </a:cubicBezTo>
                <a:cubicBezTo>
                  <a:pt x="29" y="3"/>
                  <a:pt x="40" y="7"/>
                  <a:pt x="50" y="12"/>
                </a:cubicBezTo>
                <a:cubicBezTo>
                  <a:pt x="62" y="19"/>
                  <a:pt x="74" y="25"/>
                  <a:pt x="86" y="31"/>
                </a:cubicBezTo>
                <a:cubicBezTo>
                  <a:pt x="94" y="36"/>
                  <a:pt x="101" y="41"/>
                  <a:pt x="106" y="48"/>
                </a:cubicBezTo>
                <a:cubicBezTo>
                  <a:pt x="111" y="54"/>
                  <a:pt x="114" y="61"/>
                  <a:pt x="114" y="7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4" name="Freeform 24">
            <a:extLst xmlns:a="http://schemas.openxmlformats.org/drawingml/2006/main">
              <a:ext uri="{FF2B5EF4-FFF2-40B4-BE49-F238E27FC236}">
                <a16:creationId xmlns:a16="http://schemas.microsoft.com/office/drawing/2014/main" id="{3ADB6CD4-0B80-48C9-9556-6363F50B3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4717" y="420032"/>
            <a:ext cx="56454" cy="76412"/>
          </a:xfrm>
          <a:custGeom xmlns:a="http://schemas.openxmlformats.org/drawingml/2006/main">
            <a:gdLst>
              <a:gd name="T0" fmla="*/ 111 w 111"/>
              <a:gd name="T1" fmla="*/ 118 h 150"/>
              <a:gd name="T2" fmla="*/ 108 w 111"/>
              <a:gd name="T3" fmla="*/ 125 h 150"/>
              <a:gd name="T4" fmla="*/ 94 w 111"/>
              <a:gd name="T5" fmla="*/ 142 h 150"/>
              <a:gd name="T6" fmla="*/ 80 w 111"/>
              <a:gd name="T7" fmla="*/ 149 h 150"/>
              <a:gd name="T8" fmla="*/ 72 w 111"/>
              <a:gd name="T9" fmla="*/ 144 h 150"/>
              <a:gd name="T10" fmla="*/ 66 w 111"/>
              <a:gd name="T11" fmla="*/ 117 h 150"/>
              <a:gd name="T12" fmla="*/ 59 w 111"/>
              <a:gd name="T13" fmla="*/ 90 h 150"/>
              <a:gd name="T14" fmla="*/ 50 w 111"/>
              <a:gd name="T15" fmla="*/ 75 h 150"/>
              <a:gd name="T16" fmla="*/ 19 w 111"/>
              <a:gd name="T17" fmla="*/ 40 h 150"/>
              <a:gd name="T18" fmla="*/ 6 w 111"/>
              <a:gd name="T19" fmla="*/ 27 h 150"/>
              <a:gd name="T20" fmla="*/ 0 w 111"/>
              <a:gd name="T21" fmla="*/ 10 h 150"/>
              <a:gd name="T22" fmla="*/ 0 w 111"/>
              <a:gd name="T23" fmla="*/ 8 h 150"/>
              <a:gd name="T24" fmla="*/ 9 w 111"/>
              <a:gd name="T25" fmla="*/ 2 h 150"/>
              <a:gd name="T26" fmla="*/ 18 w 111"/>
              <a:gd name="T27" fmla="*/ 7 h 150"/>
              <a:gd name="T28" fmla="*/ 27 w 111"/>
              <a:gd name="T29" fmla="*/ 15 h 150"/>
              <a:gd name="T30" fmla="*/ 44 w 111"/>
              <a:gd name="T31" fmla="*/ 26 h 150"/>
              <a:gd name="T32" fmla="*/ 85 w 111"/>
              <a:gd name="T33" fmla="*/ 57 h 150"/>
              <a:gd name="T34" fmla="*/ 110 w 111"/>
              <a:gd name="T35" fmla="*/ 114 h 150"/>
              <a:gd name="T36" fmla="*/ 110 w 111"/>
              <a:gd name="T37" fmla="*/ 117 h 150"/>
              <a:gd name="T38" fmla="*/ 111 w 111"/>
              <a:gd name="T39" fmla="*/ 118 h 150"/>
            </a:gdLst>
            <a:rect l="0" t="0" r="r" b="b"/>
            <a:pathLst>
              <a:path w="111" h="150">
                <a:moveTo>
                  <a:pt x="111" y="118"/>
                </a:moveTo>
                <a:cubicBezTo>
                  <a:pt x="110" y="120"/>
                  <a:pt x="109" y="123"/>
                  <a:pt x="108" y="125"/>
                </a:cubicBezTo>
                <a:cubicBezTo>
                  <a:pt x="103" y="131"/>
                  <a:pt x="99" y="136"/>
                  <a:pt x="94" y="142"/>
                </a:cubicBezTo>
                <a:cubicBezTo>
                  <a:pt x="90" y="146"/>
                  <a:pt x="86" y="148"/>
                  <a:pt x="80" y="149"/>
                </a:cubicBezTo>
                <a:cubicBezTo>
                  <a:pt x="75" y="150"/>
                  <a:pt x="73" y="149"/>
                  <a:pt x="72" y="144"/>
                </a:cubicBezTo>
                <a:cubicBezTo>
                  <a:pt x="70" y="135"/>
                  <a:pt x="68" y="126"/>
                  <a:pt x="66" y="117"/>
                </a:cubicBezTo>
                <a:cubicBezTo>
                  <a:pt x="64" y="108"/>
                  <a:pt x="63" y="99"/>
                  <a:pt x="59" y="90"/>
                </a:cubicBezTo>
                <a:cubicBezTo>
                  <a:pt x="57" y="85"/>
                  <a:pt x="54" y="80"/>
                  <a:pt x="50" y="75"/>
                </a:cubicBezTo>
                <a:cubicBezTo>
                  <a:pt x="40" y="63"/>
                  <a:pt x="29" y="51"/>
                  <a:pt x="19" y="40"/>
                </a:cubicBezTo>
                <a:cubicBezTo>
                  <a:pt x="15" y="35"/>
                  <a:pt x="11" y="31"/>
                  <a:pt x="6" y="27"/>
                </a:cubicBezTo>
                <a:cubicBezTo>
                  <a:pt x="1" y="22"/>
                  <a:pt x="0" y="17"/>
                  <a:pt x="0" y="10"/>
                </a:cubicBezTo>
                <a:cubicBezTo>
                  <a:pt x="0" y="9"/>
                  <a:pt x="0" y="9"/>
                  <a:pt x="0" y="8"/>
                </a:cubicBezTo>
                <a:cubicBezTo>
                  <a:pt x="2" y="1"/>
                  <a:pt x="3" y="0"/>
                  <a:pt x="9" y="2"/>
                </a:cubicBezTo>
                <a:cubicBezTo>
                  <a:pt x="12" y="4"/>
                  <a:pt x="15" y="5"/>
                  <a:pt x="18" y="7"/>
                </a:cubicBezTo>
                <a:cubicBezTo>
                  <a:pt x="21" y="10"/>
                  <a:pt x="24" y="12"/>
                  <a:pt x="27" y="15"/>
                </a:cubicBezTo>
                <a:cubicBezTo>
                  <a:pt x="32" y="20"/>
                  <a:pt x="38" y="24"/>
                  <a:pt x="44" y="26"/>
                </a:cubicBezTo>
                <a:cubicBezTo>
                  <a:pt x="61" y="33"/>
                  <a:pt x="74" y="43"/>
                  <a:pt x="85" y="57"/>
                </a:cubicBezTo>
                <a:cubicBezTo>
                  <a:pt x="98" y="73"/>
                  <a:pt x="107" y="92"/>
                  <a:pt x="110" y="114"/>
                </a:cubicBezTo>
                <a:cubicBezTo>
                  <a:pt x="110" y="115"/>
                  <a:pt x="110" y="116"/>
                  <a:pt x="110" y="117"/>
                </a:cubicBezTo>
                <a:cubicBezTo>
                  <a:pt x="110" y="117"/>
                  <a:pt x="110" y="118"/>
                  <a:pt x="111" y="1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5" name="Freeform 26">
            <a:extLst xmlns:a="http://schemas.openxmlformats.org/drawingml/2006/main">
              <a:ext uri="{FF2B5EF4-FFF2-40B4-BE49-F238E27FC236}">
                <a16:creationId xmlns:a16="http://schemas.microsoft.com/office/drawing/2014/main" id="{8CAA8E69-D236-4C8E-9638-2C08B63C7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4100" y="564304"/>
            <a:ext cx="41057" cy="50181"/>
          </a:xfrm>
          <a:custGeom xmlns:a="http://schemas.openxmlformats.org/drawingml/2006/main">
            <a:gdLst>
              <a:gd name="T0" fmla="*/ 0 w 81"/>
              <a:gd name="T1" fmla="*/ 18 h 99"/>
              <a:gd name="T2" fmla="*/ 1 w 81"/>
              <a:gd name="T3" fmla="*/ 9 h 99"/>
              <a:gd name="T4" fmla="*/ 11 w 81"/>
              <a:gd name="T5" fmla="*/ 1 h 99"/>
              <a:gd name="T6" fmla="*/ 50 w 81"/>
              <a:gd name="T7" fmla="*/ 12 h 99"/>
              <a:gd name="T8" fmla="*/ 78 w 81"/>
              <a:gd name="T9" fmla="*/ 44 h 99"/>
              <a:gd name="T10" fmla="*/ 80 w 81"/>
              <a:gd name="T11" fmla="*/ 51 h 99"/>
              <a:gd name="T12" fmla="*/ 77 w 81"/>
              <a:gd name="T13" fmla="*/ 79 h 99"/>
              <a:gd name="T14" fmla="*/ 43 w 81"/>
              <a:gd name="T15" fmla="*/ 92 h 99"/>
              <a:gd name="T16" fmla="*/ 30 w 81"/>
              <a:gd name="T17" fmla="*/ 81 h 99"/>
              <a:gd name="T18" fmla="*/ 12 w 81"/>
              <a:gd name="T19" fmla="*/ 60 h 99"/>
              <a:gd name="T20" fmla="*/ 1 w 81"/>
              <a:gd name="T21" fmla="*/ 24 h 99"/>
              <a:gd name="T22" fmla="*/ 1 w 81"/>
              <a:gd name="T23" fmla="*/ 18 h 99"/>
              <a:gd name="T24" fmla="*/ 0 w 81"/>
              <a:gd name="T25" fmla="*/ 18 h 99"/>
            </a:gdLst>
            <a:rect l="0" t="0" r="r" b="b"/>
            <a:pathLst>
              <a:path w="81" h="99">
                <a:moveTo>
                  <a:pt x="0" y="18"/>
                </a:moveTo>
                <a:cubicBezTo>
                  <a:pt x="1" y="15"/>
                  <a:pt x="1" y="12"/>
                  <a:pt x="1" y="9"/>
                </a:cubicBezTo>
                <a:cubicBezTo>
                  <a:pt x="2" y="4"/>
                  <a:pt x="5" y="1"/>
                  <a:pt x="11" y="1"/>
                </a:cubicBezTo>
                <a:cubicBezTo>
                  <a:pt x="25" y="0"/>
                  <a:pt x="39" y="2"/>
                  <a:pt x="50" y="12"/>
                </a:cubicBezTo>
                <a:cubicBezTo>
                  <a:pt x="62" y="21"/>
                  <a:pt x="70" y="32"/>
                  <a:pt x="78" y="44"/>
                </a:cubicBezTo>
                <a:cubicBezTo>
                  <a:pt x="79" y="46"/>
                  <a:pt x="80" y="49"/>
                  <a:pt x="80" y="51"/>
                </a:cubicBezTo>
                <a:cubicBezTo>
                  <a:pt x="81" y="61"/>
                  <a:pt x="80" y="70"/>
                  <a:pt x="77" y="79"/>
                </a:cubicBezTo>
                <a:cubicBezTo>
                  <a:pt x="74" y="89"/>
                  <a:pt x="57" y="99"/>
                  <a:pt x="43" y="92"/>
                </a:cubicBezTo>
                <a:cubicBezTo>
                  <a:pt x="38" y="89"/>
                  <a:pt x="33" y="86"/>
                  <a:pt x="30" y="81"/>
                </a:cubicBezTo>
                <a:cubicBezTo>
                  <a:pt x="24" y="74"/>
                  <a:pt x="18" y="67"/>
                  <a:pt x="12" y="60"/>
                </a:cubicBezTo>
                <a:cubicBezTo>
                  <a:pt x="4" y="49"/>
                  <a:pt x="2" y="37"/>
                  <a:pt x="1" y="24"/>
                </a:cubicBezTo>
                <a:cubicBezTo>
                  <a:pt x="1" y="22"/>
                  <a:pt x="1" y="20"/>
                  <a:pt x="1" y="18"/>
                </a:cubicBezTo>
                <a:cubicBezTo>
                  <a:pt x="1" y="18"/>
                  <a:pt x="1" y="18"/>
                  <a:pt x="0" y="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6" name="Freeform 28">
            <a:extLst xmlns:a="http://schemas.openxmlformats.org/drawingml/2006/main">
              <a:ext uri="{FF2B5EF4-FFF2-40B4-BE49-F238E27FC236}">
                <a16:creationId xmlns:a16="http://schemas.microsoft.com/office/drawing/2014/main" id="{C3C22933-F391-4364-BE8A-E8EC83C04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7552" y="552329"/>
            <a:ext cx="43908" cy="50751"/>
          </a:xfrm>
          <a:custGeom xmlns:a="http://schemas.openxmlformats.org/drawingml/2006/main">
            <a:gdLst>
              <a:gd name="T0" fmla="*/ 38 w 87"/>
              <a:gd name="T1" fmla="*/ 100 h 100"/>
              <a:gd name="T2" fmla="*/ 27 w 87"/>
              <a:gd name="T3" fmla="*/ 98 h 100"/>
              <a:gd name="T4" fmla="*/ 22 w 87"/>
              <a:gd name="T5" fmla="*/ 91 h 100"/>
              <a:gd name="T6" fmla="*/ 17 w 87"/>
              <a:gd name="T7" fmla="*/ 65 h 100"/>
              <a:gd name="T8" fmla="*/ 1 w 87"/>
              <a:gd name="T9" fmla="*/ 16 h 100"/>
              <a:gd name="T10" fmla="*/ 0 w 87"/>
              <a:gd name="T11" fmla="*/ 4 h 100"/>
              <a:gd name="T12" fmla="*/ 4 w 87"/>
              <a:gd name="T13" fmla="*/ 0 h 100"/>
              <a:gd name="T14" fmla="*/ 12 w 87"/>
              <a:gd name="T15" fmla="*/ 0 h 100"/>
              <a:gd name="T16" fmla="*/ 20 w 87"/>
              <a:gd name="T17" fmla="*/ 4 h 100"/>
              <a:gd name="T18" fmla="*/ 31 w 87"/>
              <a:gd name="T19" fmla="*/ 12 h 100"/>
              <a:gd name="T20" fmla="*/ 65 w 87"/>
              <a:gd name="T21" fmla="*/ 41 h 100"/>
              <a:gd name="T22" fmla="*/ 78 w 87"/>
              <a:gd name="T23" fmla="*/ 56 h 100"/>
              <a:gd name="T24" fmla="*/ 73 w 87"/>
              <a:gd name="T25" fmla="*/ 87 h 100"/>
              <a:gd name="T26" fmla="*/ 38 w 87"/>
              <a:gd name="T27" fmla="*/ 100 h 100"/>
            </a:gdLst>
            <a:rect l="0" t="0" r="r" b="b"/>
            <a:pathLst>
              <a:path w="87" h="100">
                <a:moveTo>
                  <a:pt x="38" y="100"/>
                </a:moveTo>
                <a:cubicBezTo>
                  <a:pt x="34" y="99"/>
                  <a:pt x="31" y="99"/>
                  <a:pt x="27" y="98"/>
                </a:cubicBezTo>
                <a:cubicBezTo>
                  <a:pt x="24" y="97"/>
                  <a:pt x="22" y="94"/>
                  <a:pt x="22" y="91"/>
                </a:cubicBezTo>
                <a:cubicBezTo>
                  <a:pt x="23" y="81"/>
                  <a:pt x="20" y="73"/>
                  <a:pt x="17" y="65"/>
                </a:cubicBezTo>
                <a:cubicBezTo>
                  <a:pt x="11" y="49"/>
                  <a:pt x="4" y="33"/>
                  <a:pt x="1" y="16"/>
                </a:cubicBezTo>
                <a:cubicBezTo>
                  <a:pt x="0" y="12"/>
                  <a:pt x="0" y="8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7" y="0"/>
                  <a:pt x="10" y="0"/>
                  <a:pt x="12" y="0"/>
                </a:cubicBezTo>
                <a:cubicBezTo>
                  <a:pt x="15" y="1"/>
                  <a:pt x="18" y="2"/>
                  <a:pt x="20" y="4"/>
                </a:cubicBezTo>
                <a:cubicBezTo>
                  <a:pt x="24" y="7"/>
                  <a:pt x="28" y="9"/>
                  <a:pt x="31" y="12"/>
                </a:cubicBezTo>
                <a:cubicBezTo>
                  <a:pt x="42" y="22"/>
                  <a:pt x="54" y="31"/>
                  <a:pt x="65" y="41"/>
                </a:cubicBezTo>
                <a:cubicBezTo>
                  <a:pt x="70" y="45"/>
                  <a:pt x="74" y="51"/>
                  <a:pt x="78" y="56"/>
                </a:cubicBezTo>
                <a:cubicBezTo>
                  <a:pt x="87" y="69"/>
                  <a:pt x="85" y="78"/>
                  <a:pt x="73" y="87"/>
                </a:cubicBezTo>
                <a:cubicBezTo>
                  <a:pt x="64" y="95"/>
                  <a:pt x="50" y="100"/>
                  <a:pt x="38" y="1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7" name="Freeform 36">
            <a:extLst xmlns:a="http://schemas.openxmlformats.org/drawingml/2006/main">
              <a:ext uri="{FF2B5EF4-FFF2-40B4-BE49-F238E27FC236}">
                <a16:creationId xmlns:a16="http://schemas.microsoft.com/office/drawing/2014/main" id="{4096F5FE-2F32-4CFE-B2B2-8311F11BE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3006" y="481619"/>
            <a:ext cx="22809" cy="43908"/>
          </a:xfrm>
          <a:custGeom xmlns:a="http://schemas.openxmlformats.org/drawingml/2006/main">
            <a:gdLst>
              <a:gd name="T0" fmla="*/ 6 w 44"/>
              <a:gd name="T1" fmla="*/ 57 h 87"/>
              <a:gd name="T2" fmla="*/ 2 w 44"/>
              <a:gd name="T3" fmla="*/ 8 h 87"/>
              <a:gd name="T4" fmla="*/ 3 w 44"/>
              <a:gd name="T5" fmla="*/ 2 h 87"/>
              <a:gd name="T6" fmla="*/ 10 w 44"/>
              <a:gd name="T7" fmla="*/ 2 h 87"/>
              <a:gd name="T8" fmla="*/ 15 w 44"/>
              <a:gd name="T9" fmla="*/ 6 h 87"/>
              <a:gd name="T10" fmla="*/ 29 w 44"/>
              <a:gd name="T11" fmla="*/ 22 h 87"/>
              <a:gd name="T12" fmla="*/ 39 w 44"/>
              <a:gd name="T13" fmla="*/ 36 h 87"/>
              <a:gd name="T14" fmla="*/ 43 w 44"/>
              <a:gd name="T15" fmla="*/ 52 h 87"/>
              <a:gd name="T16" fmla="*/ 38 w 44"/>
              <a:gd name="T17" fmla="*/ 74 h 87"/>
              <a:gd name="T18" fmla="*/ 16 w 44"/>
              <a:gd name="T19" fmla="*/ 87 h 87"/>
              <a:gd name="T20" fmla="*/ 8 w 44"/>
              <a:gd name="T21" fmla="*/ 81 h 87"/>
              <a:gd name="T22" fmla="*/ 6 w 44"/>
              <a:gd name="T23" fmla="*/ 65 h 87"/>
              <a:gd name="T24" fmla="*/ 6 w 44"/>
              <a:gd name="T25" fmla="*/ 57 h 87"/>
            </a:gdLst>
            <a:rect l="0" t="0" r="r" b="b"/>
            <a:pathLst>
              <a:path w="44" h="87">
                <a:moveTo>
                  <a:pt x="6" y="57"/>
                </a:moveTo>
                <a:cubicBezTo>
                  <a:pt x="7" y="39"/>
                  <a:pt x="5" y="23"/>
                  <a:pt x="2" y="8"/>
                </a:cubicBezTo>
                <a:cubicBezTo>
                  <a:pt x="1" y="6"/>
                  <a:pt x="0" y="3"/>
                  <a:pt x="3" y="2"/>
                </a:cubicBezTo>
                <a:cubicBezTo>
                  <a:pt x="5" y="0"/>
                  <a:pt x="7" y="0"/>
                  <a:pt x="10" y="2"/>
                </a:cubicBezTo>
                <a:cubicBezTo>
                  <a:pt x="12" y="3"/>
                  <a:pt x="14" y="4"/>
                  <a:pt x="15" y="6"/>
                </a:cubicBezTo>
                <a:cubicBezTo>
                  <a:pt x="20" y="11"/>
                  <a:pt x="25" y="17"/>
                  <a:pt x="29" y="22"/>
                </a:cubicBezTo>
                <a:cubicBezTo>
                  <a:pt x="33" y="27"/>
                  <a:pt x="36" y="32"/>
                  <a:pt x="39" y="36"/>
                </a:cubicBezTo>
                <a:cubicBezTo>
                  <a:pt x="42" y="41"/>
                  <a:pt x="44" y="46"/>
                  <a:pt x="43" y="52"/>
                </a:cubicBezTo>
                <a:cubicBezTo>
                  <a:pt x="42" y="59"/>
                  <a:pt x="41" y="67"/>
                  <a:pt x="38" y="74"/>
                </a:cubicBezTo>
                <a:cubicBezTo>
                  <a:pt x="33" y="83"/>
                  <a:pt x="27" y="87"/>
                  <a:pt x="16" y="87"/>
                </a:cubicBezTo>
                <a:cubicBezTo>
                  <a:pt x="12" y="87"/>
                  <a:pt x="10" y="85"/>
                  <a:pt x="8" y="81"/>
                </a:cubicBezTo>
                <a:cubicBezTo>
                  <a:pt x="6" y="76"/>
                  <a:pt x="6" y="71"/>
                  <a:pt x="6" y="65"/>
                </a:cubicBezTo>
                <a:cubicBezTo>
                  <a:pt x="6" y="62"/>
                  <a:pt x="6" y="59"/>
                  <a:pt x="6" y="5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9" name="Freeform 8">
            <a:extLst xmlns:a="http://schemas.openxmlformats.org/drawingml/2006/main">
              <a:ext uri="{FF2B5EF4-FFF2-40B4-BE49-F238E27FC236}">
                <a16:creationId xmlns:a16="http://schemas.microsoft.com/office/drawing/2014/main" id="{9628B894-9A9E-41BE-B033-0AD592F84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7780" y="329883"/>
            <a:ext cx="445930" cy="444892"/>
          </a:xfrm>
          <a:custGeom xmlns:a="http://schemas.openxmlformats.org/drawingml/2006/main"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0" name="Freeform 42">
            <a:extLst xmlns:a="http://schemas.openxmlformats.org/drawingml/2006/main">
              <a:ext uri="{FF2B5EF4-FFF2-40B4-BE49-F238E27FC236}">
                <a16:creationId xmlns:a16="http://schemas.microsoft.com/office/drawing/2014/main" id="{7DBDF742-729B-4C26-A119-64639DF64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5990" y="387574"/>
            <a:ext cx="328990" cy="328471"/>
          </a:xfrm>
          <a:custGeom xmlns:a="http://schemas.openxmlformats.org/drawingml/2006/main"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1" name="Freeform 43">
            <a:extLst xmlns:a="http://schemas.openxmlformats.org/drawingml/2006/main">
              <a:ext uri="{FF2B5EF4-FFF2-40B4-BE49-F238E27FC236}">
                <a16:creationId xmlns:a16="http://schemas.microsoft.com/office/drawing/2014/main" id="{CBEED026-12AC-4911-AFB1-AB6D14A1A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836" y="420317"/>
            <a:ext cx="36381" cy="43657"/>
          </a:xfrm>
          <a:custGeom xmlns:a="http://schemas.openxmlformats.org/drawingml/2006/main"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2" name="Freeform 44">
            <a:extLst xmlns:a="http://schemas.openxmlformats.org/drawingml/2006/main">
              <a:ext uri="{FF2B5EF4-FFF2-40B4-BE49-F238E27FC236}">
                <a16:creationId xmlns:a16="http://schemas.microsoft.com/office/drawing/2014/main" id="{76C4952F-DAF3-4AE1-AE61-09373E69C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451" y="502955"/>
            <a:ext cx="34822" cy="37420"/>
          </a:xfrm>
          <a:custGeom xmlns:a="http://schemas.openxmlformats.org/drawingml/2006/main"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3" name="Freeform 45">
            <a:extLst xmlns:a="http://schemas.openxmlformats.org/drawingml/2006/main">
              <a:ext uri="{FF2B5EF4-FFF2-40B4-BE49-F238E27FC236}">
                <a16:creationId xmlns:a16="http://schemas.microsoft.com/office/drawing/2014/main" id="{4769F33C-1053-41A0-B285-2962ED33D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0534" y="383416"/>
            <a:ext cx="37940" cy="40539"/>
          </a:xfrm>
          <a:custGeom xmlns:a="http://schemas.openxmlformats.org/drawingml/2006/main"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4" name="Freeform 46">
            <a:extLst xmlns:a="http://schemas.openxmlformats.org/drawingml/2006/main">
              <a:ext uri="{FF2B5EF4-FFF2-40B4-BE49-F238E27FC236}">
                <a16:creationId xmlns:a16="http://schemas.microsoft.com/office/drawing/2014/main" id="{ED3C460C-596C-48E7-ABDF-1ACF87503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451" y="561165"/>
            <a:ext cx="32743" cy="31184"/>
          </a:xfrm>
          <a:custGeom xmlns:a="http://schemas.openxmlformats.org/drawingml/2006/main"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5" name="Freeform 47">
            <a:extLst xmlns:a="http://schemas.openxmlformats.org/drawingml/2006/main">
              <a:ext uri="{FF2B5EF4-FFF2-40B4-BE49-F238E27FC236}">
                <a16:creationId xmlns:a16="http://schemas.microsoft.com/office/drawing/2014/main" id="{533B7DAF-B723-4E8D-A625-ECC991A7B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2285" y="723322"/>
            <a:ext cx="22868" cy="32743"/>
          </a:xfrm>
          <a:custGeom xmlns:a="http://schemas.openxmlformats.org/drawingml/2006/main"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6" name="Freeform 48">
            <a:extLst xmlns:a="http://schemas.openxmlformats.org/drawingml/2006/main">
              <a:ext uri="{FF2B5EF4-FFF2-40B4-BE49-F238E27FC236}">
                <a16:creationId xmlns:a16="http://schemas.microsoft.com/office/drawing/2014/main" id="{52C7DA47-9A7E-45A9-9A6B-11B68CF50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8444" y="613138"/>
            <a:ext cx="33782" cy="29105"/>
          </a:xfrm>
          <a:custGeom xmlns:a="http://schemas.openxmlformats.org/drawingml/2006/main"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7" name="Freeform 49">
            <a:extLst xmlns:a="http://schemas.openxmlformats.org/drawingml/2006/main">
              <a:ext uri="{FF2B5EF4-FFF2-40B4-BE49-F238E27FC236}">
                <a16:creationId xmlns:a16="http://schemas.microsoft.com/office/drawing/2014/main" id="{E2133449-E844-49A5-9004-2AEE257B6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8194" y="415639"/>
            <a:ext cx="40019" cy="43657"/>
          </a:xfrm>
          <a:custGeom xmlns:a="http://schemas.openxmlformats.org/drawingml/2006/main"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8" name="Freeform 50">
            <a:extLst xmlns:a="http://schemas.openxmlformats.org/drawingml/2006/main">
              <a:ext uri="{FF2B5EF4-FFF2-40B4-BE49-F238E27FC236}">
                <a16:creationId xmlns:a16="http://schemas.microsoft.com/office/drawing/2014/main" id="{5ED70E15-496C-46DD-A3D1-DEC3A4D99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3113" y="709289"/>
            <a:ext cx="28065" cy="32223"/>
          </a:xfrm>
          <a:custGeom xmlns:a="http://schemas.openxmlformats.org/drawingml/2006/main"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9" name="Freeform 51">
            <a:extLst xmlns:a="http://schemas.openxmlformats.org/drawingml/2006/main">
              <a:ext uri="{FF2B5EF4-FFF2-40B4-BE49-F238E27FC236}">
                <a16:creationId xmlns:a16="http://schemas.microsoft.com/office/drawing/2014/main" id="{208C794D-9AC9-4C1C-93E9-81CE9C027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6135" y="379258"/>
            <a:ext cx="37940" cy="36901"/>
          </a:xfrm>
          <a:custGeom xmlns:a="http://schemas.openxmlformats.org/drawingml/2006/main"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0" name="Freeform 52">
            <a:extLst xmlns:a="http://schemas.openxmlformats.org/drawingml/2006/main">
              <a:ext uri="{FF2B5EF4-FFF2-40B4-BE49-F238E27FC236}">
                <a16:creationId xmlns:a16="http://schemas.microsoft.com/office/drawing/2014/main" id="{1B9F173E-7512-4AFA-ACF8-3DB9805F1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8397" y="345475"/>
            <a:ext cx="30144" cy="32743"/>
          </a:xfrm>
          <a:custGeom xmlns:a="http://schemas.openxmlformats.org/drawingml/2006/main"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1" name="Freeform 53">
            <a:extLst xmlns:a="http://schemas.openxmlformats.org/drawingml/2006/main">
              <a:ext uri="{FF2B5EF4-FFF2-40B4-BE49-F238E27FC236}">
                <a16:creationId xmlns:a16="http://schemas.microsoft.com/office/drawing/2014/main" id="{10D205CA-226C-4ECC-81C5-F7FE7F3F9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5298" y="723322"/>
            <a:ext cx="23387" cy="33262"/>
          </a:xfrm>
          <a:custGeom xmlns:a="http://schemas.openxmlformats.org/drawingml/2006/main"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2" name="Freeform 54">
            <a:extLst xmlns:a="http://schemas.openxmlformats.org/drawingml/2006/main">
              <a:ext uri="{FF2B5EF4-FFF2-40B4-BE49-F238E27FC236}">
                <a16:creationId xmlns:a16="http://schemas.microsoft.com/office/drawing/2014/main" id="{3629B513-F78A-4113-8DA9-D4DD3ED51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5" y="351712"/>
            <a:ext cx="31183" cy="35341"/>
          </a:xfrm>
          <a:custGeom xmlns:a="http://schemas.openxmlformats.org/drawingml/2006/main"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3" name="Freeform 55">
            <a:extLst xmlns:a="http://schemas.openxmlformats.org/drawingml/2006/main">
              <a:ext uri="{FF2B5EF4-FFF2-40B4-BE49-F238E27FC236}">
                <a16:creationId xmlns:a16="http://schemas.microsoft.com/office/drawing/2014/main" id="{FDC9B7F7-E32C-4022-81EF-7F02F14CE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303" y="471251"/>
            <a:ext cx="36381" cy="29105"/>
          </a:xfrm>
          <a:custGeom xmlns:a="http://schemas.openxmlformats.org/drawingml/2006/main"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4" name="Freeform 56">
            <a:extLst xmlns:a="http://schemas.openxmlformats.org/drawingml/2006/main">
              <a:ext uri="{FF2B5EF4-FFF2-40B4-BE49-F238E27FC236}">
                <a16:creationId xmlns:a16="http://schemas.microsoft.com/office/drawing/2014/main" id="{7F756482-4676-48A5-8C64-A2ECF9B2F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823" y="607941"/>
            <a:ext cx="35861" cy="33262"/>
          </a:xfrm>
          <a:custGeom xmlns:a="http://schemas.openxmlformats.org/drawingml/2006/main"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5" name="Freeform 57">
            <a:extLst xmlns:a="http://schemas.openxmlformats.org/drawingml/2006/main">
              <a:ext uri="{FF2B5EF4-FFF2-40B4-BE49-F238E27FC236}">
                <a16:creationId xmlns:a16="http://schemas.microsoft.com/office/drawing/2014/main" id="{381D3B14-76A3-46EC-BB5A-D3E463A27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816" y="556487"/>
            <a:ext cx="31703" cy="28065"/>
          </a:xfrm>
          <a:custGeom xmlns:a="http://schemas.openxmlformats.org/drawingml/2006/main"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6" name="Freeform 58">
            <a:extLst xmlns:a="http://schemas.openxmlformats.org/drawingml/2006/main">
              <a:ext uri="{FF2B5EF4-FFF2-40B4-BE49-F238E27FC236}">
                <a16:creationId xmlns:a16="http://schemas.microsoft.com/office/drawing/2014/main" id="{45A07F5B-C33A-45DC-A6BF-58C18440D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8830" y="357949"/>
            <a:ext cx="28585" cy="35861"/>
          </a:xfrm>
          <a:custGeom xmlns:a="http://schemas.openxmlformats.org/drawingml/2006/main"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7" name="Freeform 59">
            <a:extLst xmlns:a="http://schemas.openxmlformats.org/drawingml/2006/main">
              <a:ext uri="{FF2B5EF4-FFF2-40B4-BE49-F238E27FC236}">
                <a16:creationId xmlns:a16="http://schemas.microsoft.com/office/drawing/2014/main" id="{91156326-B4C3-499A-95EE-9991987FC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9484" y="461896"/>
            <a:ext cx="32743" cy="28585"/>
          </a:xfrm>
          <a:custGeom xmlns:a="http://schemas.openxmlformats.org/drawingml/2006/main"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8" name="Freeform 60">
            <a:extLst xmlns:a="http://schemas.openxmlformats.org/drawingml/2006/main">
              <a:ext uri="{FF2B5EF4-FFF2-40B4-BE49-F238E27FC236}">
                <a16:creationId xmlns:a16="http://schemas.microsoft.com/office/drawing/2014/main" id="{4DCE35D8-8C76-41AA-8FBD-B708C7CCB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297" y="515428"/>
            <a:ext cx="31703" cy="20789"/>
          </a:xfrm>
          <a:custGeom xmlns:a="http://schemas.openxmlformats.org/drawingml/2006/main"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9" name="Freeform 61">
            <a:extLst xmlns:a="http://schemas.openxmlformats.org/drawingml/2006/main">
              <a:ext uri="{FF2B5EF4-FFF2-40B4-BE49-F238E27FC236}">
                <a16:creationId xmlns:a16="http://schemas.microsoft.com/office/drawing/2014/main" id="{EBD3EE27-EE59-412C-BD1B-BB25F8FCE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6212" y="349113"/>
            <a:ext cx="19230" cy="32223"/>
          </a:xfrm>
          <a:custGeom xmlns:a="http://schemas.openxmlformats.org/drawingml/2006/main"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0" name="Freeform 62">
            <a:extLst xmlns:a="http://schemas.openxmlformats.org/drawingml/2006/main">
              <a:ext uri="{FF2B5EF4-FFF2-40B4-BE49-F238E27FC236}">
                <a16:creationId xmlns:a16="http://schemas.microsoft.com/office/drawing/2014/main" id="{F3851872-4C2B-4F5C-BC0E-6989F877E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8753" y="711368"/>
            <a:ext cx="23907" cy="31184"/>
          </a:xfrm>
          <a:custGeom xmlns:a="http://schemas.openxmlformats.org/drawingml/2006/main"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1" name="Freeform 71">
            <a:extLst xmlns:a="http://schemas.openxmlformats.org/drawingml/2006/main">
              <a:ext uri="{FF2B5EF4-FFF2-40B4-BE49-F238E27FC236}">
                <a16:creationId xmlns:a16="http://schemas.microsoft.com/office/drawing/2014/main" id="{2F8AAC31-2178-4BAA-BF3C-393575063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0023" y="401606"/>
            <a:ext cx="301445" cy="300925"/>
          </a:xfrm>
          <a:custGeom xmlns:a="http://schemas.openxmlformats.org/drawingml/2006/main"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2" name="直接连接符 121">
            <a:extLst xmlns:a="http://schemas.openxmlformats.org/drawingml/2006/main">
              <a:ext uri="{FF2B5EF4-FFF2-40B4-BE49-F238E27FC236}">
                <a16:creationId xmlns:a16="http://schemas.microsoft.com/office/drawing/2014/main" id="{09D4CA35-FBA3-4B64-A3E2-2305C8D81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381750"/>
            <a:ext cx="113157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tx1">
                <a:lumMod val="75000"/>
                <a:lumOff val="2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3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85CACFD4-4284-4FAD-BE36-15E1FB76545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9005791" y="6394353"/>
            <a:ext cx="2743200" cy="2921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71" name="直接连接符 70">
            <a:extLst xmlns:a="http://schemas.openxmlformats.org/drawingml/2006/main">
              <a:ext uri="{FF2B5EF4-FFF2-40B4-BE49-F238E27FC236}">
                <a16:creationId xmlns:a16="http://schemas.microsoft.com/office/drawing/2014/main" id="{F7E850BE-5BA6-4272-9356-E80F7D96D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067" y="868363"/>
            <a:ext cx="11008783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tx1">
                <a:lumMod val="75000"/>
                <a:lumOff val="2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5" name="直接连接符 64">
            <a:extLst xmlns:a="http://schemas.openxmlformats.org/drawingml/2006/main">
              <a:ext uri="{FF2B5EF4-FFF2-40B4-BE49-F238E27FC236}">
                <a16:creationId xmlns:a16="http://schemas.microsoft.com/office/drawing/2014/main" id="{5228FA42-DF3C-4581-A9E0-69AB838D7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06" y="867990"/>
            <a:ext cx="589713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4" name="标题 1">
            <a:extLst xmlns:a="http://schemas.openxmlformats.org/drawingml/2006/main">
              <a:ext uri="{FF2B5EF4-FFF2-40B4-BE49-F238E27FC236}">
                <a16:creationId xmlns:a16="http://schemas.microsoft.com/office/drawing/2014/main" id="{97F792F8-1BD7-4C64-B7EB-1E83CB7E9AC3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42913" y="243569"/>
            <a:ext cx="9056851" cy="61751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400" b="1" kern="1200" baseline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/>
        </p:txBody>
      </p:sp>
      <p:sp>
        <p:nvSpPr>
          <p:cNvPr id="63" name="文本框 62">
            <a:extLst xmlns:a="http://schemas.openxmlformats.org/drawingml/2006/main">
              <a:ext uri="{FF2B5EF4-FFF2-40B4-BE49-F238E27FC236}">
                <a16:creationId xmlns:a16="http://schemas.microsoft.com/office/drawing/2014/main" id="{FE4A9D04-8E8B-4A13-A7B7-42121FF20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3" y="6394353"/>
            <a:ext cx="1545907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</p:sldLayout>
</file>

<file path=ppt/slideLayouts/slideLayout30.xml><?xml version="1.0" encoding="utf-8"?>
<p:sldLayout xmlns:p="http://schemas.openxmlformats.org/presentationml/2006/main" preserve="1" userDrawn="1">
  <p:cSld name="内容页-上短下长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9AD565C8-ACD8-48B3-8E6F-849061432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06" y="867990"/>
            <a:ext cx="2433027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6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5" name="直接连接符 64">
            <a:extLst xmlns:a="http://schemas.openxmlformats.org/drawingml/2006/main">
              <a:ext uri="{FF2B5EF4-FFF2-40B4-BE49-F238E27FC236}">
                <a16:creationId xmlns:a16="http://schemas.microsoft.com/office/drawing/2014/main" id="{63F2959D-3483-4127-9890-37DA82B1A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06" y="867990"/>
            <a:ext cx="589713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8" name="Freeform 17">
            <a:extLst xmlns:a="http://schemas.openxmlformats.org/drawingml/2006/main">
              <a:ext uri="{FF2B5EF4-FFF2-40B4-BE49-F238E27FC236}">
                <a16:creationId xmlns:a16="http://schemas.microsoft.com/office/drawing/2014/main" id="{CAC8916E-660E-4941-9DE5-D3F92E8AE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8081" y="688617"/>
            <a:ext cx="64437" cy="68999"/>
          </a:xfrm>
          <a:custGeom xmlns:a="http://schemas.openxmlformats.org/drawingml/2006/main">
            <a:gdLst>
              <a:gd name="T0" fmla="*/ 34 w 127"/>
              <a:gd name="T1" fmla="*/ 71 h 136"/>
              <a:gd name="T2" fmla="*/ 34 w 127"/>
              <a:gd name="T3" fmla="*/ 81 h 136"/>
              <a:gd name="T4" fmla="*/ 34 w 127"/>
              <a:gd name="T5" fmla="*/ 114 h 136"/>
              <a:gd name="T6" fmla="*/ 35 w 127"/>
              <a:gd name="T7" fmla="*/ 122 h 136"/>
              <a:gd name="T8" fmla="*/ 40 w 127"/>
              <a:gd name="T9" fmla="*/ 127 h 136"/>
              <a:gd name="T10" fmla="*/ 49 w 127"/>
              <a:gd name="T11" fmla="*/ 128 h 136"/>
              <a:gd name="T12" fmla="*/ 49 w 127"/>
              <a:gd name="T13" fmla="*/ 135 h 136"/>
              <a:gd name="T14" fmla="*/ 1 w 127"/>
              <a:gd name="T15" fmla="*/ 135 h 136"/>
              <a:gd name="T16" fmla="*/ 0 w 127"/>
              <a:gd name="T17" fmla="*/ 132 h 136"/>
              <a:gd name="T18" fmla="*/ 0 w 127"/>
              <a:gd name="T19" fmla="*/ 128 h 136"/>
              <a:gd name="T20" fmla="*/ 9 w 127"/>
              <a:gd name="T21" fmla="*/ 127 h 136"/>
              <a:gd name="T22" fmla="*/ 16 w 127"/>
              <a:gd name="T23" fmla="*/ 120 h 136"/>
              <a:gd name="T24" fmla="*/ 17 w 127"/>
              <a:gd name="T25" fmla="*/ 111 h 136"/>
              <a:gd name="T26" fmla="*/ 17 w 127"/>
              <a:gd name="T27" fmla="*/ 22 h 136"/>
              <a:gd name="T28" fmla="*/ 16 w 127"/>
              <a:gd name="T29" fmla="*/ 15 h 136"/>
              <a:gd name="T30" fmla="*/ 9 w 127"/>
              <a:gd name="T31" fmla="*/ 9 h 136"/>
              <a:gd name="T32" fmla="*/ 0 w 127"/>
              <a:gd name="T33" fmla="*/ 8 h 136"/>
              <a:gd name="T34" fmla="*/ 0 w 127"/>
              <a:gd name="T35" fmla="*/ 1 h 136"/>
              <a:gd name="T36" fmla="*/ 4 w 127"/>
              <a:gd name="T37" fmla="*/ 0 h 136"/>
              <a:gd name="T38" fmla="*/ 71 w 127"/>
              <a:gd name="T39" fmla="*/ 0 h 136"/>
              <a:gd name="T40" fmla="*/ 94 w 127"/>
              <a:gd name="T41" fmla="*/ 4 h 136"/>
              <a:gd name="T42" fmla="*/ 116 w 127"/>
              <a:gd name="T43" fmla="*/ 32 h 136"/>
              <a:gd name="T44" fmla="*/ 97 w 127"/>
              <a:gd name="T45" fmla="*/ 66 h 136"/>
              <a:gd name="T46" fmla="*/ 80 w 127"/>
              <a:gd name="T47" fmla="*/ 70 h 136"/>
              <a:gd name="T48" fmla="*/ 71 w 127"/>
              <a:gd name="T49" fmla="*/ 71 h 136"/>
              <a:gd name="T50" fmla="*/ 73 w 127"/>
              <a:gd name="T51" fmla="*/ 75 h 136"/>
              <a:gd name="T52" fmla="*/ 104 w 127"/>
              <a:gd name="T53" fmla="*/ 114 h 136"/>
              <a:gd name="T54" fmla="*/ 105 w 127"/>
              <a:gd name="T55" fmla="*/ 116 h 136"/>
              <a:gd name="T56" fmla="*/ 127 w 127"/>
              <a:gd name="T57" fmla="*/ 128 h 136"/>
              <a:gd name="T58" fmla="*/ 127 w 127"/>
              <a:gd name="T59" fmla="*/ 135 h 136"/>
              <a:gd name="T60" fmla="*/ 116 w 127"/>
              <a:gd name="T61" fmla="*/ 135 h 136"/>
              <a:gd name="T62" fmla="*/ 102 w 127"/>
              <a:gd name="T63" fmla="*/ 136 h 136"/>
              <a:gd name="T64" fmla="*/ 96 w 127"/>
              <a:gd name="T65" fmla="*/ 132 h 136"/>
              <a:gd name="T66" fmla="*/ 59 w 127"/>
              <a:gd name="T67" fmla="*/ 82 h 136"/>
              <a:gd name="T68" fmla="*/ 52 w 127"/>
              <a:gd name="T69" fmla="*/ 73 h 136"/>
              <a:gd name="T70" fmla="*/ 49 w 127"/>
              <a:gd name="T71" fmla="*/ 71 h 136"/>
              <a:gd name="T72" fmla="*/ 34 w 127"/>
              <a:gd name="T73" fmla="*/ 71 h 136"/>
              <a:gd name="T74" fmla="*/ 34 w 127"/>
              <a:gd name="T75" fmla="*/ 61 h 136"/>
              <a:gd name="T76" fmla="*/ 36 w 127"/>
              <a:gd name="T77" fmla="*/ 62 h 136"/>
              <a:gd name="T78" fmla="*/ 66 w 127"/>
              <a:gd name="T79" fmla="*/ 62 h 136"/>
              <a:gd name="T80" fmla="*/ 82 w 127"/>
              <a:gd name="T81" fmla="*/ 59 h 136"/>
              <a:gd name="T82" fmla="*/ 96 w 127"/>
              <a:gd name="T83" fmla="*/ 44 h 136"/>
              <a:gd name="T84" fmla="*/ 96 w 127"/>
              <a:gd name="T85" fmla="*/ 29 h 136"/>
              <a:gd name="T86" fmla="*/ 81 w 127"/>
              <a:gd name="T87" fmla="*/ 12 h 136"/>
              <a:gd name="T88" fmla="*/ 70 w 127"/>
              <a:gd name="T89" fmla="*/ 11 h 136"/>
              <a:gd name="T90" fmla="*/ 37 w 127"/>
              <a:gd name="T91" fmla="*/ 11 h 136"/>
              <a:gd name="T92" fmla="*/ 34 w 127"/>
              <a:gd name="T93" fmla="*/ 11 h 136"/>
              <a:gd name="T94" fmla="*/ 34 w 127"/>
              <a:gd name="T95" fmla="*/ 61 h 136"/>
            </a:gdLst>
            <a:rect l="0" t="0" r="r" b="b"/>
            <a:pathLst>
              <a:path w="127" h="136">
                <a:moveTo>
                  <a:pt x="34" y="71"/>
                </a:moveTo>
                <a:cubicBezTo>
                  <a:pt x="34" y="75"/>
                  <a:pt x="34" y="78"/>
                  <a:pt x="34" y="81"/>
                </a:cubicBezTo>
                <a:cubicBezTo>
                  <a:pt x="34" y="92"/>
                  <a:pt x="34" y="103"/>
                  <a:pt x="34" y="114"/>
                </a:cubicBezTo>
                <a:cubicBezTo>
                  <a:pt x="34" y="117"/>
                  <a:pt x="34" y="119"/>
                  <a:pt x="35" y="122"/>
                </a:cubicBezTo>
                <a:cubicBezTo>
                  <a:pt x="35" y="125"/>
                  <a:pt x="37" y="127"/>
                  <a:pt x="40" y="127"/>
                </a:cubicBezTo>
                <a:cubicBezTo>
                  <a:pt x="43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1" y="135"/>
                </a:cubicBezTo>
                <a:cubicBezTo>
                  <a:pt x="0" y="134"/>
                  <a:pt x="0" y="133"/>
                  <a:pt x="0" y="132"/>
                </a:cubicBezTo>
                <a:cubicBezTo>
                  <a:pt x="0" y="131"/>
                  <a:pt x="0" y="130"/>
                  <a:pt x="0" y="128"/>
                </a:cubicBezTo>
                <a:cubicBezTo>
                  <a:pt x="3" y="128"/>
                  <a:pt x="6" y="128"/>
                  <a:pt x="9" y="127"/>
                </a:cubicBezTo>
                <a:cubicBezTo>
                  <a:pt x="14" y="126"/>
                  <a:pt x="15" y="125"/>
                  <a:pt x="16" y="120"/>
                </a:cubicBezTo>
                <a:cubicBezTo>
                  <a:pt x="16" y="117"/>
                  <a:pt x="17" y="114"/>
                  <a:pt x="17" y="111"/>
                </a:cubicBezTo>
                <a:cubicBezTo>
                  <a:pt x="17" y="81"/>
                  <a:pt x="17" y="52"/>
                  <a:pt x="17" y="22"/>
                </a:cubicBezTo>
                <a:cubicBezTo>
                  <a:pt x="17" y="20"/>
                  <a:pt x="16" y="17"/>
                  <a:pt x="16" y="15"/>
                </a:cubicBezTo>
                <a:cubicBezTo>
                  <a:pt x="15" y="11"/>
                  <a:pt x="13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2" y="1"/>
                  <a:pt x="3" y="0"/>
                  <a:pt x="4" y="0"/>
                </a:cubicBezTo>
                <a:cubicBezTo>
                  <a:pt x="26" y="0"/>
                  <a:pt x="49" y="0"/>
                  <a:pt x="71" y="0"/>
                </a:cubicBezTo>
                <a:cubicBezTo>
                  <a:pt x="79" y="0"/>
                  <a:pt x="86" y="1"/>
                  <a:pt x="94" y="4"/>
                </a:cubicBezTo>
                <a:cubicBezTo>
                  <a:pt x="108" y="9"/>
                  <a:pt x="115" y="18"/>
                  <a:pt x="116" y="32"/>
                </a:cubicBezTo>
                <a:cubicBezTo>
                  <a:pt x="117" y="48"/>
                  <a:pt x="110" y="60"/>
                  <a:pt x="97" y="66"/>
                </a:cubicBezTo>
                <a:cubicBezTo>
                  <a:pt x="91" y="68"/>
                  <a:pt x="86" y="70"/>
                  <a:pt x="80" y="70"/>
                </a:cubicBezTo>
                <a:cubicBezTo>
                  <a:pt x="77" y="70"/>
                  <a:pt x="74" y="71"/>
                  <a:pt x="71" y="71"/>
                </a:cubicBezTo>
                <a:cubicBezTo>
                  <a:pt x="72" y="73"/>
                  <a:pt x="73" y="74"/>
                  <a:pt x="73" y="75"/>
                </a:cubicBezTo>
                <a:cubicBezTo>
                  <a:pt x="84" y="88"/>
                  <a:pt x="94" y="101"/>
                  <a:pt x="104" y="114"/>
                </a:cubicBezTo>
                <a:cubicBezTo>
                  <a:pt x="105" y="115"/>
                  <a:pt x="105" y="115"/>
                  <a:pt x="105" y="116"/>
                </a:cubicBezTo>
                <a:cubicBezTo>
                  <a:pt x="111" y="122"/>
                  <a:pt x="117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24" y="135"/>
                  <a:pt x="120" y="135"/>
                  <a:pt x="116" y="135"/>
                </a:cubicBezTo>
                <a:cubicBezTo>
                  <a:pt x="111" y="135"/>
                  <a:pt x="107" y="135"/>
                  <a:pt x="102" y="136"/>
                </a:cubicBezTo>
                <a:cubicBezTo>
                  <a:pt x="99" y="136"/>
                  <a:pt x="97" y="134"/>
                  <a:pt x="96" y="132"/>
                </a:cubicBezTo>
                <a:cubicBezTo>
                  <a:pt x="83" y="115"/>
                  <a:pt x="71" y="99"/>
                  <a:pt x="59" y="82"/>
                </a:cubicBezTo>
                <a:cubicBezTo>
                  <a:pt x="57" y="79"/>
                  <a:pt x="54" y="76"/>
                  <a:pt x="52" y="73"/>
                </a:cubicBezTo>
                <a:cubicBezTo>
                  <a:pt x="51" y="72"/>
                  <a:pt x="50" y="71"/>
                  <a:pt x="49" y="71"/>
                </a:cubicBezTo>
                <a:cubicBezTo>
                  <a:pt x="44" y="71"/>
                  <a:pt x="39" y="71"/>
                  <a:pt x="34" y="71"/>
                </a:cubicBezTo>
                <a:close/>
                <a:moveTo>
                  <a:pt x="34" y="61"/>
                </a:moveTo>
                <a:cubicBezTo>
                  <a:pt x="35" y="62"/>
                  <a:pt x="36" y="62"/>
                  <a:pt x="36" y="62"/>
                </a:cubicBezTo>
                <a:cubicBezTo>
                  <a:pt x="46" y="62"/>
                  <a:pt x="56" y="62"/>
                  <a:pt x="66" y="62"/>
                </a:cubicBezTo>
                <a:cubicBezTo>
                  <a:pt x="72" y="61"/>
                  <a:pt x="77" y="60"/>
                  <a:pt x="82" y="59"/>
                </a:cubicBezTo>
                <a:cubicBezTo>
                  <a:pt x="90" y="56"/>
                  <a:pt x="94" y="51"/>
                  <a:pt x="96" y="44"/>
                </a:cubicBezTo>
                <a:cubicBezTo>
                  <a:pt x="96" y="39"/>
                  <a:pt x="97" y="34"/>
                  <a:pt x="96" y="29"/>
                </a:cubicBezTo>
                <a:cubicBezTo>
                  <a:pt x="95" y="20"/>
                  <a:pt x="90" y="15"/>
                  <a:pt x="81" y="12"/>
                </a:cubicBezTo>
                <a:cubicBezTo>
                  <a:pt x="77" y="11"/>
                  <a:pt x="74" y="11"/>
                  <a:pt x="70" y="11"/>
                </a:cubicBezTo>
                <a:cubicBezTo>
                  <a:pt x="59" y="10"/>
                  <a:pt x="48" y="11"/>
                  <a:pt x="37" y="11"/>
                </a:cubicBezTo>
                <a:cubicBezTo>
                  <a:pt x="36" y="11"/>
                  <a:pt x="35" y="11"/>
                  <a:pt x="34" y="11"/>
                </a:cubicBezTo>
                <a:cubicBezTo>
                  <a:pt x="34" y="28"/>
                  <a:pt x="34" y="44"/>
                  <a:pt x="34" y="61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9" name="Freeform 18">
            <a:extLst xmlns:a="http://schemas.openxmlformats.org/drawingml/2006/main">
              <a:ext uri="{FF2B5EF4-FFF2-40B4-BE49-F238E27FC236}">
                <a16:creationId xmlns:a16="http://schemas.microsoft.com/office/drawing/2014/main" id="{4C4F95CC-2128-4441-8250-744AFC872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3581" y="688617"/>
            <a:ext cx="64437" cy="68429"/>
          </a:xfrm>
          <a:custGeom xmlns:a="http://schemas.openxmlformats.org/drawingml/2006/main">
            <a:gdLst>
              <a:gd name="T0" fmla="*/ 50 w 127"/>
              <a:gd name="T1" fmla="*/ 70 h 135"/>
              <a:gd name="T2" fmla="*/ 34 w 127"/>
              <a:gd name="T3" fmla="*/ 87 h 135"/>
              <a:gd name="T4" fmla="*/ 33 w 127"/>
              <a:gd name="T5" fmla="*/ 90 h 135"/>
              <a:gd name="T6" fmla="*/ 33 w 127"/>
              <a:gd name="T7" fmla="*/ 116 h 135"/>
              <a:gd name="T8" fmla="*/ 34 w 127"/>
              <a:gd name="T9" fmla="*/ 120 h 135"/>
              <a:gd name="T10" fmla="*/ 41 w 127"/>
              <a:gd name="T11" fmla="*/ 127 h 135"/>
              <a:gd name="T12" fmla="*/ 49 w 127"/>
              <a:gd name="T13" fmla="*/ 128 h 135"/>
              <a:gd name="T14" fmla="*/ 49 w 127"/>
              <a:gd name="T15" fmla="*/ 135 h 135"/>
              <a:gd name="T16" fmla="*/ 0 w 127"/>
              <a:gd name="T17" fmla="*/ 135 h 135"/>
              <a:gd name="T18" fmla="*/ 0 w 127"/>
              <a:gd name="T19" fmla="*/ 128 h 135"/>
              <a:gd name="T20" fmla="*/ 7 w 127"/>
              <a:gd name="T21" fmla="*/ 128 h 135"/>
              <a:gd name="T22" fmla="*/ 16 w 127"/>
              <a:gd name="T23" fmla="*/ 118 h 135"/>
              <a:gd name="T24" fmla="*/ 16 w 127"/>
              <a:gd name="T25" fmla="*/ 111 h 135"/>
              <a:gd name="T26" fmla="*/ 16 w 127"/>
              <a:gd name="T27" fmla="*/ 24 h 135"/>
              <a:gd name="T28" fmla="*/ 16 w 127"/>
              <a:gd name="T29" fmla="*/ 16 h 135"/>
              <a:gd name="T30" fmla="*/ 8 w 127"/>
              <a:gd name="T31" fmla="*/ 9 h 135"/>
              <a:gd name="T32" fmla="*/ 0 w 127"/>
              <a:gd name="T33" fmla="*/ 8 h 135"/>
              <a:gd name="T34" fmla="*/ 0 w 127"/>
              <a:gd name="T35" fmla="*/ 1 h 135"/>
              <a:gd name="T36" fmla="*/ 49 w 127"/>
              <a:gd name="T37" fmla="*/ 1 h 135"/>
              <a:gd name="T38" fmla="*/ 50 w 127"/>
              <a:gd name="T39" fmla="*/ 8 h 135"/>
              <a:gd name="T40" fmla="*/ 41 w 127"/>
              <a:gd name="T41" fmla="*/ 9 h 135"/>
              <a:gd name="T42" fmla="*/ 34 w 127"/>
              <a:gd name="T43" fmla="*/ 16 h 135"/>
              <a:gd name="T44" fmla="*/ 33 w 127"/>
              <a:gd name="T45" fmla="*/ 23 h 135"/>
              <a:gd name="T46" fmla="*/ 33 w 127"/>
              <a:gd name="T47" fmla="*/ 70 h 135"/>
              <a:gd name="T48" fmla="*/ 33 w 127"/>
              <a:gd name="T49" fmla="*/ 73 h 135"/>
              <a:gd name="T50" fmla="*/ 36 w 127"/>
              <a:gd name="T51" fmla="*/ 71 h 135"/>
              <a:gd name="T52" fmla="*/ 83 w 127"/>
              <a:gd name="T53" fmla="*/ 19 h 135"/>
              <a:gd name="T54" fmla="*/ 86 w 127"/>
              <a:gd name="T55" fmla="*/ 14 h 135"/>
              <a:gd name="T56" fmla="*/ 84 w 127"/>
              <a:gd name="T57" fmla="*/ 9 h 135"/>
              <a:gd name="T58" fmla="*/ 76 w 127"/>
              <a:gd name="T59" fmla="*/ 8 h 135"/>
              <a:gd name="T60" fmla="*/ 76 w 127"/>
              <a:gd name="T61" fmla="*/ 1 h 135"/>
              <a:gd name="T62" fmla="*/ 122 w 127"/>
              <a:gd name="T63" fmla="*/ 1 h 135"/>
              <a:gd name="T64" fmla="*/ 122 w 127"/>
              <a:gd name="T65" fmla="*/ 8 h 135"/>
              <a:gd name="T66" fmla="*/ 118 w 127"/>
              <a:gd name="T67" fmla="*/ 8 h 135"/>
              <a:gd name="T68" fmla="*/ 99 w 127"/>
              <a:gd name="T69" fmla="*/ 18 h 135"/>
              <a:gd name="T70" fmla="*/ 77 w 127"/>
              <a:gd name="T71" fmla="*/ 41 h 135"/>
              <a:gd name="T72" fmla="*/ 62 w 127"/>
              <a:gd name="T73" fmla="*/ 57 h 135"/>
              <a:gd name="T74" fmla="*/ 64 w 127"/>
              <a:gd name="T75" fmla="*/ 61 h 135"/>
              <a:gd name="T76" fmla="*/ 102 w 127"/>
              <a:gd name="T77" fmla="*/ 113 h 135"/>
              <a:gd name="T78" fmla="*/ 108 w 127"/>
              <a:gd name="T79" fmla="*/ 120 h 135"/>
              <a:gd name="T80" fmla="*/ 123 w 127"/>
              <a:gd name="T81" fmla="*/ 127 h 135"/>
              <a:gd name="T82" fmla="*/ 127 w 127"/>
              <a:gd name="T83" fmla="*/ 128 h 135"/>
              <a:gd name="T84" fmla="*/ 127 w 127"/>
              <a:gd name="T85" fmla="*/ 135 h 135"/>
              <a:gd name="T86" fmla="*/ 73 w 127"/>
              <a:gd name="T87" fmla="*/ 135 h 135"/>
              <a:gd name="T88" fmla="*/ 73 w 127"/>
              <a:gd name="T89" fmla="*/ 128 h 135"/>
              <a:gd name="T90" fmla="*/ 80 w 127"/>
              <a:gd name="T91" fmla="*/ 127 h 135"/>
              <a:gd name="T92" fmla="*/ 84 w 127"/>
              <a:gd name="T93" fmla="*/ 120 h 135"/>
              <a:gd name="T94" fmla="*/ 82 w 127"/>
              <a:gd name="T95" fmla="*/ 115 h 135"/>
              <a:gd name="T96" fmla="*/ 51 w 127"/>
              <a:gd name="T97" fmla="*/ 72 h 135"/>
              <a:gd name="T98" fmla="*/ 50 w 127"/>
              <a:gd name="T99" fmla="*/ 70 h 135"/>
            </a:gdLst>
            <a:rect l="0" t="0" r="r" b="b"/>
            <a:pathLst>
              <a:path w="127" h="135">
                <a:moveTo>
                  <a:pt x="50" y="70"/>
                </a:moveTo>
                <a:cubicBezTo>
                  <a:pt x="44" y="76"/>
                  <a:pt x="39" y="81"/>
                  <a:pt x="34" y="87"/>
                </a:cubicBezTo>
                <a:cubicBezTo>
                  <a:pt x="33" y="88"/>
                  <a:pt x="33" y="89"/>
                  <a:pt x="33" y="90"/>
                </a:cubicBezTo>
                <a:cubicBezTo>
                  <a:pt x="33" y="99"/>
                  <a:pt x="33" y="107"/>
                  <a:pt x="33" y="116"/>
                </a:cubicBezTo>
                <a:cubicBezTo>
                  <a:pt x="33" y="117"/>
                  <a:pt x="33" y="118"/>
                  <a:pt x="34" y="120"/>
                </a:cubicBezTo>
                <a:cubicBezTo>
                  <a:pt x="35" y="125"/>
                  <a:pt x="36" y="126"/>
                  <a:pt x="41" y="127"/>
                </a:cubicBezTo>
                <a:cubicBezTo>
                  <a:pt x="44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7" y="128"/>
                </a:cubicBezTo>
                <a:cubicBezTo>
                  <a:pt x="14" y="127"/>
                  <a:pt x="16" y="125"/>
                  <a:pt x="16" y="118"/>
                </a:cubicBezTo>
                <a:cubicBezTo>
                  <a:pt x="16" y="115"/>
                  <a:pt x="16" y="113"/>
                  <a:pt x="16" y="111"/>
                </a:cubicBezTo>
                <a:cubicBezTo>
                  <a:pt x="16" y="82"/>
                  <a:pt x="16" y="53"/>
                  <a:pt x="16" y="24"/>
                </a:cubicBezTo>
                <a:cubicBezTo>
                  <a:pt x="16" y="21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5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4" y="0"/>
                  <a:pt x="40" y="0"/>
                  <a:pt x="49" y="1"/>
                </a:cubicBezTo>
                <a:cubicBezTo>
                  <a:pt x="49" y="3"/>
                  <a:pt x="50" y="5"/>
                  <a:pt x="50" y="8"/>
                </a:cubicBezTo>
                <a:cubicBezTo>
                  <a:pt x="47" y="8"/>
                  <a:pt x="44" y="8"/>
                  <a:pt x="41" y="9"/>
                </a:cubicBezTo>
                <a:cubicBezTo>
                  <a:pt x="37" y="9"/>
                  <a:pt x="34" y="11"/>
                  <a:pt x="34" y="16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39"/>
                  <a:pt x="33" y="54"/>
                  <a:pt x="33" y="70"/>
                </a:cubicBezTo>
                <a:cubicBezTo>
                  <a:pt x="33" y="71"/>
                  <a:pt x="33" y="72"/>
                  <a:pt x="33" y="73"/>
                </a:cubicBezTo>
                <a:cubicBezTo>
                  <a:pt x="35" y="72"/>
                  <a:pt x="36" y="72"/>
                  <a:pt x="36" y="71"/>
                </a:cubicBezTo>
                <a:cubicBezTo>
                  <a:pt x="52" y="54"/>
                  <a:pt x="67" y="37"/>
                  <a:pt x="83" y="19"/>
                </a:cubicBezTo>
                <a:cubicBezTo>
                  <a:pt x="84" y="18"/>
                  <a:pt x="85" y="16"/>
                  <a:pt x="86" y="14"/>
                </a:cubicBezTo>
                <a:cubicBezTo>
                  <a:pt x="88" y="12"/>
                  <a:pt x="87" y="10"/>
                  <a:pt x="84" y="9"/>
                </a:cubicBezTo>
                <a:cubicBezTo>
                  <a:pt x="81" y="8"/>
                  <a:pt x="79" y="8"/>
                  <a:pt x="76" y="8"/>
                </a:cubicBezTo>
                <a:cubicBezTo>
                  <a:pt x="76" y="5"/>
                  <a:pt x="76" y="3"/>
                  <a:pt x="76" y="1"/>
                </a:cubicBezTo>
                <a:cubicBezTo>
                  <a:pt x="79" y="0"/>
                  <a:pt x="114" y="0"/>
                  <a:pt x="122" y="1"/>
                </a:cubicBezTo>
                <a:cubicBezTo>
                  <a:pt x="122" y="3"/>
                  <a:pt x="122" y="5"/>
                  <a:pt x="122" y="8"/>
                </a:cubicBezTo>
                <a:cubicBezTo>
                  <a:pt x="121" y="8"/>
                  <a:pt x="120" y="8"/>
                  <a:pt x="118" y="8"/>
                </a:cubicBezTo>
                <a:cubicBezTo>
                  <a:pt x="111" y="9"/>
                  <a:pt x="104" y="12"/>
                  <a:pt x="99" y="18"/>
                </a:cubicBezTo>
                <a:cubicBezTo>
                  <a:pt x="92" y="25"/>
                  <a:pt x="85" y="33"/>
                  <a:pt x="77" y="41"/>
                </a:cubicBezTo>
                <a:cubicBezTo>
                  <a:pt x="72" y="46"/>
                  <a:pt x="67" y="52"/>
                  <a:pt x="62" y="57"/>
                </a:cubicBezTo>
                <a:cubicBezTo>
                  <a:pt x="63" y="58"/>
                  <a:pt x="64" y="59"/>
                  <a:pt x="64" y="61"/>
                </a:cubicBezTo>
                <a:cubicBezTo>
                  <a:pt x="77" y="78"/>
                  <a:pt x="90" y="95"/>
                  <a:pt x="102" y="113"/>
                </a:cubicBezTo>
                <a:cubicBezTo>
                  <a:pt x="104" y="115"/>
                  <a:pt x="106" y="118"/>
                  <a:pt x="108" y="120"/>
                </a:cubicBezTo>
                <a:cubicBezTo>
                  <a:pt x="112" y="124"/>
                  <a:pt x="117" y="127"/>
                  <a:pt x="123" y="127"/>
                </a:cubicBezTo>
                <a:cubicBezTo>
                  <a:pt x="124" y="128"/>
                  <a:pt x="125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09" y="135"/>
                  <a:pt x="91" y="135"/>
                  <a:pt x="73" y="135"/>
                </a:cubicBezTo>
                <a:cubicBezTo>
                  <a:pt x="73" y="133"/>
                  <a:pt x="73" y="131"/>
                  <a:pt x="73" y="128"/>
                </a:cubicBezTo>
                <a:cubicBezTo>
                  <a:pt x="75" y="128"/>
                  <a:pt x="78" y="128"/>
                  <a:pt x="80" y="127"/>
                </a:cubicBezTo>
                <a:cubicBezTo>
                  <a:pt x="85" y="127"/>
                  <a:pt x="86" y="125"/>
                  <a:pt x="84" y="120"/>
                </a:cubicBezTo>
                <a:cubicBezTo>
                  <a:pt x="84" y="118"/>
                  <a:pt x="83" y="117"/>
                  <a:pt x="82" y="115"/>
                </a:cubicBezTo>
                <a:cubicBezTo>
                  <a:pt x="72" y="101"/>
                  <a:pt x="61" y="86"/>
                  <a:pt x="51" y="72"/>
                </a:cubicBezTo>
                <a:cubicBezTo>
                  <a:pt x="51" y="71"/>
                  <a:pt x="50" y="71"/>
                  <a:pt x="50" y="7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0" name="Freeform 19">
            <a:extLst xmlns:a="http://schemas.openxmlformats.org/drawingml/2006/main">
              <a:ext uri="{FF2B5EF4-FFF2-40B4-BE49-F238E27FC236}">
                <a16:creationId xmlns:a16="http://schemas.microsoft.com/office/drawing/2014/main" id="{7CFE346B-3BE3-451B-A875-71416463F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9719" y="688617"/>
            <a:ext cx="63867" cy="68429"/>
          </a:xfrm>
          <a:custGeom xmlns:a="http://schemas.openxmlformats.org/drawingml/2006/main">
            <a:gdLst>
              <a:gd name="T0" fmla="*/ 28 w 126"/>
              <a:gd name="T1" fmla="*/ 16 h 135"/>
              <a:gd name="T2" fmla="*/ 28 w 126"/>
              <a:gd name="T3" fmla="*/ 20 h 135"/>
              <a:gd name="T4" fmla="*/ 28 w 126"/>
              <a:gd name="T5" fmla="*/ 109 h 135"/>
              <a:gd name="T6" fmla="*/ 28 w 126"/>
              <a:gd name="T7" fmla="*/ 119 h 135"/>
              <a:gd name="T8" fmla="*/ 37 w 126"/>
              <a:gd name="T9" fmla="*/ 127 h 135"/>
              <a:gd name="T10" fmla="*/ 44 w 126"/>
              <a:gd name="T11" fmla="*/ 128 h 135"/>
              <a:gd name="T12" fmla="*/ 44 w 126"/>
              <a:gd name="T13" fmla="*/ 135 h 135"/>
              <a:gd name="T14" fmla="*/ 0 w 126"/>
              <a:gd name="T15" fmla="*/ 135 h 135"/>
              <a:gd name="T16" fmla="*/ 0 w 126"/>
              <a:gd name="T17" fmla="*/ 128 h 135"/>
              <a:gd name="T18" fmla="*/ 8 w 126"/>
              <a:gd name="T19" fmla="*/ 127 h 135"/>
              <a:gd name="T20" fmla="*/ 16 w 126"/>
              <a:gd name="T21" fmla="*/ 120 h 135"/>
              <a:gd name="T22" fmla="*/ 16 w 126"/>
              <a:gd name="T23" fmla="*/ 113 h 135"/>
              <a:gd name="T24" fmla="*/ 16 w 126"/>
              <a:gd name="T25" fmla="*/ 19 h 135"/>
              <a:gd name="T26" fmla="*/ 16 w 126"/>
              <a:gd name="T27" fmla="*/ 15 h 135"/>
              <a:gd name="T28" fmla="*/ 9 w 126"/>
              <a:gd name="T29" fmla="*/ 9 h 135"/>
              <a:gd name="T30" fmla="*/ 5 w 126"/>
              <a:gd name="T31" fmla="*/ 8 h 135"/>
              <a:gd name="T32" fmla="*/ 1 w 126"/>
              <a:gd name="T33" fmla="*/ 8 h 135"/>
              <a:gd name="T34" fmla="*/ 1 w 126"/>
              <a:gd name="T35" fmla="*/ 1 h 135"/>
              <a:gd name="T36" fmla="*/ 40 w 126"/>
              <a:gd name="T37" fmla="*/ 1 h 135"/>
              <a:gd name="T38" fmla="*/ 98 w 126"/>
              <a:gd name="T39" fmla="*/ 100 h 135"/>
              <a:gd name="T40" fmla="*/ 99 w 126"/>
              <a:gd name="T41" fmla="*/ 100 h 135"/>
              <a:gd name="T42" fmla="*/ 99 w 126"/>
              <a:gd name="T43" fmla="*/ 96 h 135"/>
              <a:gd name="T44" fmla="*/ 99 w 126"/>
              <a:gd name="T45" fmla="*/ 24 h 135"/>
              <a:gd name="T46" fmla="*/ 98 w 126"/>
              <a:gd name="T47" fmla="*/ 16 h 135"/>
              <a:gd name="T48" fmla="*/ 90 w 126"/>
              <a:gd name="T49" fmla="*/ 9 h 135"/>
              <a:gd name="T50" fmla="*/ 83 w 126"/>
              <a:gd name="T51" fmla="*/ 8 h 135"/>
              <a:gd name="T52" fmla="*/ 83 w 126"/>
              <a:gd name="T53" fmla="*/ 1 h 135"/>
              <a:gd name="T54" fmla="*/ 126 w 126"/>
              <a:gd name="T55" fmla="*/ 1 h 135"/>
              <a:gd name="T56" fmla="*/ 126 w 126"/>
              <a:gd name="T57" fmla="*/ 8 h 135"/>
              <a:gd name="T58" fmla="*/ 119 w 126"/>
              <a:gd name="T59" fmla="*/ 9 h 135"/>
              <a:gd name="T60" fmla="*/ 111 w 126"/>
              <a:gd name="T61" fmla="*/ 16 h 135"/>
              <a:gd name="T62" fmla="*/ 110 w 126"/>
              <a:gd name="T63" fmla="*/ 27 h 135"/>
              <a:gd name="T64" fmla="*/ 110 w 126"/>
              <a:gd name="T65" fmla="*/ 129 h 135"/>
              <a:gd name="T66" fmla="*/ 110 w 126"/>
              <a:gd name="T67" fmla="*/ 135 h 135"/>
              <a:gd name="T68" fmla="*/ 99 w 126"/>
              <a:gd name="T69" fmla="*/ 135 h 135"/>
              <a:gd name="T70" fmla="*/ 29 w 126"/>
              <a:gd name="T71" fmla="*/ 15 h 135"/>
              <a:gd name="T72" fmla="*/ 28 w 126"/>
              <a:gd name="T73" fmla="*/ 16 h 135"/>
            </a:gdLst>
            <a:rect l="0" t="0" r="r" b="b"/>
            <a:pathLst>
              <a:path w="126" h="135">
                <a:moveTo>
                  <a:pt x="28" y="16"/>
                </a:moveTo>
                <a:cubicBezTo>
                  <a:pt x="28" y="17"/>
                  <a:pt x="28" y="19"/>
                  <a:pt x="28" y="20"/>
                </a:cubicBezTo>
                <a:cubicBezTo>
                  <a:pt x="28" y="50"/>
                  <a:pt x="28" y="79"/>
                  <a:pt x="28" y="109"/>
                </a:cubicBezTo>
                <a:cubicBezTo>
                  <a:pt x="28" y="112"/>
                  <a:pt x="28" y="115"/>
                  <a:pt x="28" y="119"/>
                </a:cubicBezTo>
                <a:cubicBezTo>
                  <a:pt x="29" y="124"/>
                  <a:pt x="31" y="126"/>
                  <a:pt x="37" y="127"/>
                </a:cubicBezTo>
                <a:cubicBezTo>
                  <a:pt x="39" y="127"/>
                  <a:pt x="41" y="128"/>
                  <a:pt x="44" y="128"/>
                </a:cubicBezTo>
                <a:cubicBezTo>
                  <a:pt x="44" y="130"/>
                  <a:pt x="44" y="133"/>
                  <a:pt x="44" y="135"/>
                </a:cubicBezTo>
                <a:cubicBezTo>
                  <a:pt x="29" y="135"/>
                  <a:pt x="15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5" y="127"/>
                  <a:pt x="8" y="127"/>
                </a:cubicBezTo>
                <a:cubicBezTo>
                  <a:pt x="12" y="127"/>
                  <a:pt x="15" y="124"/>
                  <a:pt x="16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0"/>
                  <a:pt x="16" y="19"/>
                </a:cubicBezTo>
                <a:cubicBezTo>
                  <a:pt x="16" y="18"/>
                  <a:pt x="16" y="17"/>
                  <a:pt x="16" y="15"/>
                </a:cubicBezTo>
                <a:cubicBezTo>
                  <a:pt x="16" y="11"/>
                  <a:pt x="14" y="9"/>
                  <a:pt x="9" y="9"/>
                </a:cubicBezTo>
                <a:cubicBezTo>
                  <a:pt x="8" y="8"/>
                  <a:pt x="7" y="8"/>
                  <a:pt x="5" y="8"/>
                </a:cubicBezTo>
                <a:cubicBezTo>
                  <a:pt x="4" y="8"/>
                  <a:pt x="2" y="8"/>
                  <a:pt x="1" y="8"/>
                </a:cubicBezTo>
                <a:cubicBezTo>
                  <a:pt x="1" y="5"/>
                  <a:pt x="1" y="3"/>
                  <a:pt x="1" y="1"/>
                </a:cubicBezTo>
                <a:cubicBezTo>
                  <a:pt x="14" y="1"/>
                  <a:pt x="27" y="1"/>
                  <a:pt x="40" y="1"/>
                </a:cubicBezTo>
                <a:cubicBezTo>
                  <a:pt x="59" y="34"/>
                  <a:pt x="79" y="67"/>
                  <a:pt x="98" y="100"/>
                </a:cubicBezTo>
                <a:cubicBezTo>
                  <a:pt x="98" y="100"/>
                  <a:pt x="99" y="100"/>
                  <a:pt x="99" y="100"/>
                </a:cubicBezTo>
                <a:cubicBezTo>
                  <a:pt x="99" y="99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1"/>
                  <a:pt x="99" y="19"/>
                  <a:pt x="98" y="16"/>
                </a:cubicBezTo>
                <a:cubicBezTo>
                  <a:pt x="97" y="12"/>
                  <a:pt x="94" y="9"/>
                  <a:pt x="90" y="9"/>
                </a:cubicBezTo>
                <a:cubicBezTo>
                  <a:pt x="88" y="8"/>
                  <a:pt x="86" y="8"/>
                  <a:pt x="83" y="8"/>
                </a:cubicBezTo>
                <a:cubicBezTo>
                  <a:pt x="83" y="5"/>
                  <a:pt x="83" y="3"/>
                  <a:pt x="83" y="1"/>
                </a:cubicBezTo>
                <a:cubicBezTo>
                  <a:pt x="87" y="0"/>
                  <a:pt x="115" y="0"/>
                  <a:pt x="126" y="1"/>
                </a:cubicBezTo>
                <a:cubicBezTo>
                  <a:pt x="126" y="3"/>
                  <a:pt x="126" y="5"/>
                  <a:pt x="126" y="8"/>
                </a:cubicBezTo>
                <a:cubicBezTo>
                  <a:pt x="124" y="8"/>
                  <a:pt x="122" y="8"/>
                  <a:pt x="119" y="9"/>
                </a:cubicBezTo>
                <a:cubicBezTo>
                  <a:pt x="115" y="9"/>
                  <a:pt x="112" y="12"/>
                  <a:pt x="111" y="16"/>
                </a:cubicBezTo>
                <a:cubicBezTo>
                  <a:pt x="111" y="20"/>
                  <a:pt x="110" y="23"/>
                  <a:pt x="110" y="27"/>
                </a:cubicBezTo>
                <a:cubicBezTo>
                  <a:pt x="110" y="61"/>
                  <a:pt x="110" y="95"/>
                  <a:pt x="110" y="129"/>
                </a:cubicBezTo>
                <a:cubicBezTo>
                  <a:pt x="110" y="131"/>
                  <a:pt x="110" y="133"/>
                  <a:pt x="110" y="135"/>
                </a:cubicBezTo>
                <a:cubicBezTo>
                  <a:pt x="106" y="135"/>
                  <a:pt x="103" y="135"/>
                  <a:pt x="99" y="135"/>
                </a:cubicBezTo>
                <a:cubicBezTo>
                  <a:pt x="76" y="95"/>
                  <a:pt x="52" y="55"/>
                  <a:pt x="29" y="15"/>
                </a:cubicBezTo>
                <a:cubicBezTo>
                  <a:pt x="28" y="15"/>
                  <a:pt x="28" y="15"/>
                  <a:pt x="28" y="16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2" name="Freeform 20">
            <a:extLst xmlns:a="http://schemas.openxmlformats.org/drawingml/2006/main">
              <a:ext uri="{FF2B5EF4-FFF2-40B4-BE49-F238E27FC236}">
                <a16:creationId xmlns:a16="http://schemas.microsoft.com/office/drawing/2014/main" id="{93454143-C061-4048-9D90-FF9C18337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9652" y="688617"/>
            <a:ext cx="62726" cy="68429"/>
          </a:xfrm>
          <a:custGeom xmlns:a="http://schemas.openxmlformats.org/drawingml/2006/main">
            <a:gdLst>
              <a:gd name="T0" fmla="*/ 0 w 124"/>
              <a:gd name="T1" fmla="*/ 8 h 135"/>
              <a:gd name="T2" fmla="*/ 0 w 124"/>
              <a:gd name="T3" fmla="*/ 1 h 135"/>
              <a:gd name="T4" fmla="*/ 105 w 124"/>
              <a:gd name="T5" fmla="*/ 1 h 135"/>
              <a:gd name="T6" fmla="*/ 117 w 124"/>
              <a:gd name="T7" fmla="*/ 35 h 135"/>
              <a:gd name="T8" fmla="*/ 110 w 124"/>
              <a:gd name="T9" fmla="*/ 39 h 135"/>
              <a:gd name="T10" fmla="*/ 107 w 124"/>
              <a:gd name="T11" fmla="*/ 33 h 135"/>
              <a:gd name="T12" fmla="*/ 78 w 124"/>
              <a:gd name="T13" fmla="*/ 11 h 135"/>
              <a:gd name="T14" fmla="*/ 34 w 124"/>
              <a:gd name="T15" fmla="*/ 11 h 135"/>
              <a:gd name="T16" fmla="*/ 34 w 124"/>
              <a:gd name="T17" fmla="*/ 61 h 135"/>
              <a:gd name="T18" fmla="*/ 55 w 124"/>
              <a:gd name="T19" fmla="*/ 60 h 135"/>
              <a:gd name="T20" fmla="*/ 69 w 124"/>
              <a:gd name="T21" fmla="*/ 45 h 135"/>
              <a:gd name="T22" fmla="*/ 70 w 124"/>
              <a:gd name="T23" fmla="*/ 36 h 135"/>
              <a:gd name="T24" fmla="*/ 78 w 124"/>
              <a:gd name="T25" fmla="*/ 36 h 135"/>
              <a:gd name="T26" fmla="*/ 78 w 124"/>
              <a:gd name="T27" fmla="*/ 95 h 135"/>
              <a:gd name="T28" fmla="*/ 74 w 124"/>
              <a:gd name="T29" fmla="*/ 95 h 135"/>
              <a:gd name="T30" fmla="*/ 70 w 124"/>
              <a:gd name="T31" fmla="*/ 95 h 135"/>
              <a:gd name="T32" fmla="*/ 70 w 124"/>
              <a:gd name="T33" fmla="*/ 88 h 135"/>
              <a:gd name="T34" fmla="*/ 68 w 124"/>
              <a:gd name="T35" fmla="*/ 81 h 135"/>
              <a:gd name="T36" fmla="*/ 58 w 124"/>
              <a:gd name="T37" fmla="*/ 71 h 135"/>
              <a:gd name="T38" fmla="*/ 34 w 124"/>
              <a:gd name="T39" fmla="*/ 70 h 135"/>
              <a:gd name="T40" fmla="*/ 33 w 124"/>
              <a:gd name="T41" fmla="*/ 74 h 135"/>
              <a:gd name="T42" fmla="*/ 33 w 124"/>
              <a:gd name="T43" fmla="*/ 115 h 135"/>
              <a:gd name="T44" fmla="*/ 43 w 124"/>
              <a:gd name="T45" fmla="*/ 125 h 135"/>
              <a:gd name="T46" fmla="*/ 69 w 124"/>
              <a:gd name="T47" fmla="*/ 125 h 135"/>
              <a:gd name="T48" fmla="*/ 112 w 124"/>
              <a:gd name="T49" fmla="*/ 97 h 135"/>
              <a:gd name="T50" fmla="*/ 115 w 124"/>
              <a:gd name="T51" fmla="*/ 90 h 135"/>
              <a:gd name="T52" fmla="*/ 124 w 124"/>
              <a:gd name="T53" fmla="*/ 93 h 135"/>
              <a:gd name="T54" fmla="*/ 109 w 124"/>
              <a:gd name="T55" fmla="*/ 135 h 135"/>
              <a:gd name="T56" fmla="*/ 0 w 124"/>
              <a:gd name="T57" fmla="*/ 135 h 135"/>
              <a:gd name="T58" fmla="*/ 0 w 124"/>
              <a:gd name="T59" fmla="*/ 128 h 135"/>
              <a:gd name="T60" fmla="*/ 8 w 124"/>
              <a:gd name="T61" fmla="*/ 127 h 135"/>
              <a:gd name="T62" fmla="*/ 15 w 124"/>
              <a:gd name="T63" fmla="*/ 120 h 135"/>
              <a:gd name="T64" fmla="*/ 16 w 124"/>
              <a:gd name="T65" fmla="*/ 113 h 135"/>
              <a:gd name="T66" fmla="*/ 16 w 124"/>
              <a:gd name="T67" fmla="*/ 21 h 135"/>
              <a:gd name="T68" fmla="*/ 16 w 124"/>
              <a:gd name="T69" fmla="*/ 16 h 135"/>
              <a:gd name="T70" fmla="*/ 8 w 124"/>
              <a:gd name="T71" fmla="*/ 9 h 135"/>
              <a:gd name="T72" fmla="*/ 4 w 124"/>
              <a:gd name="T73" fmla="*/ 8 h 135"/>
              <a:gd name="T74" fmla="*/ 0 w 124"/>
              <a:gd name="T75" fmla="*/ 8 h 135"/>
            </a:gdLst>
            <a:rect l="0" t="0" r="r" b="b"/>
            <a:pathLst>
              <a:path w="124" h="135">
                <a:moveTo>
                  <a:pt x="0" y="8"/>
                </a:moveTo>
                <a:cubicBezTo>
                  <a:pt x="0" y="5"/>
                  <a:pt x="0" y="3"/>
                  <a:pt x="0" y="1"/>
                </a:cubicBezTo>
                <a:cubicBezTo>
                  <a:pt x="3" y="0"/>
                  <a:pt x="98" y="0"/>
                  <a:pt x="105" y="1"/>
                </a:cubicBezTo>
                <a:cubicBezTo>
                  <a:pt x="109" y="12"/>
                  <a:pt x="113" y="24"/>
                  <a:pt x="117" y="35"/>
                </a:cubicBezTo>
                <a:cubicBezTo>
                  <a:pt x="115" y="37"/>
                  <a:pt x="112" y="38"/>
                  <a:pt x="110" y="39"/>
                </a:cubicBezTo>
                <a:cubicBezTo>
                  <a:pt x="109" y="36"/>
                  <a:pt x="108" y="35"/>
                  <a:pt x="107" y="33"/>
                </a:cubicBezTo>
                <a:cubicBezTo>
                  <a:pt x="101" y="20"/>
                  <a:pt x="92" y="13"/>
                  <a:pt x="78" y="11"/>
                </a:cubicBezTo>
                <a:cubicBezTo>
                  <a:pt x="63" y="10"/>
                  <a:pt x="48" y="11"/>
                  <a:pt x="34" y="11"/>
                </a:cubicBezTo>
                <a:cubicBezTo>
                  <a:pt x="33" y="15"/>
                  <a:pt x="33" y="55"/>
                  <a:pt x="34" y="61"/>
                </a:cubicBezTo>
                <a:cubicBezTo>
                  <a:pt x="41" y="61"/>
                  <a:pt x="48" y="61"/>
                  <a:pt x="55" y="60"/>
                </a:cubicBezTo>
                <a:cubicBezTo>
                  <a:pt x="64" y="59"/>
                  <a:pt x="68" y="54"/>
                  <a:pt x="69" y="45"/>
                </a:cubicBezTo>
                <a:cubicBezTo>
                  <a:pt x="70" y="42"/>
                  <a:pt x="70" y="39"/>
                  <a:pt x="70" y="36"/>
                </a:cubicBezTo>
                <a:cubicBezTo>
                  <a:pt x="73" y="36"/>
                  <a:pt x="75" y="36"/>
                  <a:pt x="78" y="36"/>
                </a:cubicBezTo>
                <a:cubicBezTo>
                  <a:pt x="78" y="56"/>
                  <a:pt x="78" y="75"/>
                  <a:pt x="78" y="95"/>
                </a:cubicBezTo>
                <a:cubicBezTo>
                  <a:pt x="77" y="95"/>
                  <a:pt x="76" y="95"/>
                  <a:pt x="74" y="95"/>
                </a:cubicBezTo>
                <a:cubicBezTo>
                  <a:pt x="73" y="95"/>
                  <a:pt x="72" y="95"/>
                  <a:pt x="70" y="95"/>
                </a:cubicBezTo>
                <a:cubicBezTo>
                  <a:pt x="70" y="93"/>
                  <a:pt x="70" y="90"/>
                  <a:pt x="70" y="88"/>
                </a:cubicBezTo>
                <a:cubicBezTo>
                  <a:pt x="69" y="86"/>
                  <a:pt x="69" y="83"/>
                  <a:pt x="68" y="81"/>
                </a:cubicBezTo>
                <a:cubicBezTo>
                  <a:pt x="67" y="75"/>
                  <a:pt x="64" y="72"/>
                  <a:pt x="58" y="71"/>
                </a:cubicBezTo>
                <a:cubicBezTo>
                  <a:pt x="50" y="69"/>
                  <a:pt x="42" y="70"/>
                  <a:pt x="34" y="70"/>
                </a:cubicBezTo>
                <a:cubicBezTo>
                  <a:pt x="33" y="72"/>
                  <a:pt x="33" y="73"/>
                  <a:pt x="33" y="74"/>
                </a:cubicBezTo>
                <a:cubicBezTo>
                  <a:pt x="33" y="88"/>
                  <a:pt x="33" y="102"/>
                  <a:pt x="33" y="115"/>
                </a:cubicBezTo>
                <a:cubicBezTo>
                  <a:pt x="33" y="124"/>
                  <a:pt x="34" y="125"/>
                  <a:pt x="43" y="125"/>
                </a:cubicBezTo>
                <a:cubicBezTo>
                  <a:pt x="52" y="125"/>
                  <a:pt x="60" y="125"/>
                  <a:pt x="69" y="125"/>
                </a:cubicBezTo>
                <a:cubicBezTo>
                  <a:pt x="89" y="125"/>
                  <a:pt x="104" y="115"/>
                  <a:pt x="112" y="97"/>
                </a:cubicBezTo>
                <a:cubicBezTo>
                  <a:pt x="113" y="95"/>
                  <a:pt x="114" y="93"/>
                  <a:pt x="115" y="90"/>
                </a:cubicBezTo>
                <a:cubicBezTo>
                  <a:pt x="118" y="91"/>
                  <a:pt x="121" y="92"/>
                  <a:pt x="124" y="93"/>
                </a:cubicBezTo>
                <a:cubicBezTo>
                  <a:pt x="119" y="108"/>
                  <a:pt x="114" y="121"/>
                  <a:pt x="109" y="135"/>
                </a:cubicBezTo>
                <a:cubicBezTo>
                  <a:pt x="73" y="135"/>
                  <a:pt x="3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6" y="128"/>
                  <a:pt x="8" y="127"/>
                </a:cubicBezTo>
                <a:cubicBezTo>
                  <a:pt x="13" y="126"/>
                  <a:pt x="15" y="125"/>
                  <a:pt x="15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20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7" y="9"/>
                  <a:pt x="6" y="8"/>
                  <a:pt x="4" y="8"/>
                </a:cubicBezTo>
                <a:cubicBezTo>
                  <a:pt x="3" y="8"/>
                  <a:pt x="2" y="8"/>
                  <a:pt x="0" y="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3" name="Freeform 21">
            <a:extLst xmlns:a="http://schemas.openxmlformats.org/drawingml/2006/main">
              <a:ext uri="{FF2B5EF4-FFF2-40B4-BE49-F238E27FC236}">
                <a16:creationId xmlns:a16="http://schemas.microsoft.com/office/drawing/2014/main" id="{7D6F8C6B-29D2-488B-812B-C86C29F87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5152" y="689187"/>
            <a:ext cx="62726" cy="67859"/>
          </a:xfrm>
          <a:custGeom xmlns:a="http://schemas.openxmlformats.org/drawingml/2006/main">
            <a:gdLst>
              <a:gd name="T0" fmla="*/ 33 w 123"/>
              <a:gd name="T1" fmla="*/ 60 h 134"/>
              <a:gd name="T2" fmla="*/ 55 w 123"/>
              <a:gd name="T3" fmla="*/ 59 h 134"/>
              <a:gd name="T4" fmla="*/ 68 w 123"/>
              <a:gd name="T5" fmla="*/ 45 h 134"/>
              <a:gd name="T6" fmla="*/ 70 w 123"/>
              <a:gd name="T7" fmla="*/ 35 h 134"/>
              <a:gd name="T8" fmla="*/ 77 w 123"/>
              <a:gd name="T9" fmla="*/ 35 h 134"/>
              <a:gd name="T10" fmla="*/ 77 w 123"/>
              <a:gd name="T11" fmla="*/ 94 h 134"/>
              <a:gd name="T12" fmla="*/ 75 w 123"/>
              <a:gd name="T13" fmla="*/ 94 h 134"/>
              <a:gd name="T14" fmla="*/ 70 w 123"/>
              <a:gd name="T15" fmla="*/ 94 h 134"/>
              <a:gd name="T16" fmla="*/ 69 w 123"/>
              <a:gd name="T17" fmla="*/ 83 h 134"/>
              <a:gd name="T18" fmla="*/ 54 w 123"/>
              <a:gd name="T19" fmla="*/ 69 h 134"/>
              <a:gd name="T20" fmla="*/ 33 w 123"/>
              <a:gd name="T21" fmla="*/ 69 h 134"/>
              <a:gd name="T22" fmla="*/ 33 w 123"/>
              <a:gd name="T23" fmla="*/ 73 h 134"/>
              <a:gd name="T24" fmla="*/ 33 w 123"/>
              <a:gd name="T25" fmla="*/ 114 h 134"/>
              <a:gd name="T26" fmla="*/ 43 w 123"/>
              <a:gd name="T27" fmla="*/ 124 h 134"/>
              <a:gd name="T28" fmla="*/ 68 w 123"/>
              <a:gd name="T29" fmla="*/ 124 h 134"/>
              <a:gd name="T30" fmla="*/ 112 w 123"/>
              <a:gd name="T31" fmla="*/ 96 h 134"/>
              <a:gd name="T32" fmla="*/ 115 w 123"/>
              <a:gd name="T33" fmla="*/ 90 h 134"/>
              <a:gd name="T34" fmla="*/ 115 w 123"/>
              <a:gd name="T35" fmla="*/ 90 h 134"/>
              <a:gd name="T36" fmla="*/ 123 w 123"/>
              <a:gd name="T37" fmla="*/ 92 h 134"/>
              <a:gd name="T38" fmla="*/ 109 w 123"/>
              <a:gd name="T39" fmla="*/ 134 h 134"/>
              <a:gd name="T40" fmla="*/ 0 w 123"/>
              <a:gd name="T41" fmla="*/ 134 h 134"/>
              <a:gd name="T42" fmla="*/ 0 w 123"/>
              <a:gd name="T43" fmla="*/ 127 h 134"/>
              <a:gd name="T44" fmla="*/ 8 w 123"/>
              <a:gd name="T45" fmla="*/ 126 h 134"/>
              <a:gd name="T46" fmla="*/ 15 w 123"/>
              <a:gd name="T47" fmla="*/ 120 h 134"/>
              <a:gd name="T48" fmla="*/ 16 w 123"/>
              <a:gd name="T49" fmla="*/ 113 h 134"/>
              <a:gd name="T50" fmla="*/ 16 w 123"/>
              <a:gd name="T51" fmla="*/ 20 h 134"/>
              <a:gd name="T52" fmla="*/ 5 w 123"/>
              <a:gd name="T53" fmla="*/ 7 h 134"/>
              <a:gd name="T54" fmla="*/ 0 w 123"/>
              <a:gd name="T55" fmla="*/ 7 h 134"/>
              <a:gd name="T56" fmla="*/ 0 w 123"/>
              <a:gd name="T57" fmla="*/ 0 h 134"/>
              <a:gd name="T58" fmla="*/ 105 w 123"/>
              <a:gd name="T59" fmla="*/ 0 h 134"/>
              <a:gd name="T60" fmla="*/ 117 w 123"/>
              <a:gd name="T61" fmla="*/ 35 h 134"/>
              <a:gd name="T62" fmla="*/ 109 w 123"/>
              <a:gd name="T63" fmla="*/ 38 h 134"/>
              <a:gd name="T64" fmla="*/ 107 w 123"/>
              <a:gd name="T65" fmla="*/ 34 h 134"/>
              <a:gd name="T66" fmla="*/ 105 w 123"/>
              <a:gd name="T67" fmla="*/ 29 h 134"/>
              <a:gd name="T68" fmla="*/ 78 w 123"/>
              <a:gd name="T69" fmla="*/ 11 h 134"/>
              <a:gd name="T70" fmla="*/ 42 w 123"/>
              <a:gd name="T71" fmla="*/ 10 h 134"/>
              <a:gd name="T72" fmla="*/ 33 w 123"/>
              <a:gd name="T73" fmla="*/ 10 h 134"/>
              <a:gd name="T74" fmla="*/ 33 w 123"/>
              <a:gd name="T75" fmla="*/ 60 h 134"/>
            </a:gdLst>
            <a:rect l="0" t="0" r="r" b="b"/>
            <a:pathLst>
              <a:path w="123" h="134">
                <a:moveTo>
                  <a:pt x="33" y="60"/>
                </a:moveTo>
                <a:cubicBezTo>
                  <a:pt x="41" y="60"/>
                  <a:pt x="48" y="61"/>
                  <a:pt x="55" y="59"/>
                </a:cubicBezTo>
                <a:cubicBezTo>
                  <a:pt x="63" y="57"/>
                  <a:pt x="67" y="53"/>
                  <a:pt x="68" y="45"/>
                </a:cubicBezTo>
                <a:cubicBezTo>
                  <a:pt x="69" y="42"/>
                  <a:pt x="69" y="39"/>
                  <a:pt x="70" y="35"/>
                </a:cubicBezTo>
                <a:cubicBezTo>
                  <a:pt x="72" y="35"/>
                  <a:pt x="75" y="35"/>
                  <a:pt x="77" y="35"/>
                </a:cubicBezTo>
                <a:cubicBezTo>
                  <a:pt x="77" y="55"/>
                  <a:pt x="77" y="74"/>
                  <a:pt x="77" y="94"/>
                </a:cubicBezTo>
                <a:cubicBezTo>
                  <a:pt x="76" y="94"/>
                  <a:pt x="75" y="94"/>
                  <a:pt x="75" y="94"/>
                </a:cubicBezTo>
                <a:cubicBezTo>
                  <a:pt x="73" y="94"/>
                  <a:pt x="71" y="94"/>
                  <a:pt x="70" y="94"/>
                </a:cubicBezTo>
                <a:cubicBezTo>
                  <a:pt x="69" y="90"/>
                  <a:pt x="69" y="86"/>
                  <a:pt x="69" y="83"/>
                </a:cubicBezTo>
                <a:cubicBezTo>
                  <a:pt x="67" y="74"/>
                  <a:pt x="63" y="70"/>
                  <a:pt x="54" y="69"/>
                </a:cubicBezTo>
                <a:cubicBezTo>
                  <a:pt x="47" y="69"/>
                  <a:pt x="40" y="69"/>
                  <a:pt x="33" y="69"/>
                </a:cubicBezTo>
                <a:cubicBezTo>
                  <a:pt x="33" y="71"/>
                  <a:pt x="33" y="72"/>
                  <a:pt x="33" y="73"/>
                </a:cubicBezTo>
                <a:cubicBezTo>
                  <a:pt x="33" y="87"/>
                  <a:pt x="33" y="101"/>
                  <a:pt x="33" y="114"/>
                </a:cubicBezTo>
                <a:cubicBezTo>
                  <a:pt x="33" y="123"/>
                  <a:pt x="34" y="124"/>
                  <a:pt x="43" y="124"/>
                </a:cubicBezTo>
                <a:cubicBezTo>
                  <a:pt x="51" y="124"/>
                  <a:pt x="60" y="124"/>
                  <a:pt x="68" y="124"/>
                </a:cubicBezTo>
                <a:cubicBezTo>
                  <a:pt x="89" y="124"/>
                  <a:pt x="103" y="114"/>
                  <a:pt x="112" y="96"/>
                </a:cubicBezTo>
                <a:cubicBezTo>
                  <a:pt x="113" y="94"/>
                  <a:pt x="114" y="92"/>
                  <a:pt x="115" y="90"/>
                </a:cubicBezTo>
                <a:cubicBezTo>
                  <a:pt x="115" y="90"/>
                  <a:pt x="115" y="90"/>
                  <a:pt x="115" y="90"/>
                </a:cubicBezTo>
                <a:cubicBezTo>
                  <a:pt x="118" y="90"/>
                  <a:pt x="120" y="91"/>
                  <a:pt x="123" y="92"/>
                </a:cubicBezTo>
                <a:cubicBezTo>
                  <a:pt x="118" y="107"/>
                  <a:pt x="113" y="120"/>
                  <a:pt x="109" y="134"/>
                </a:cubicBezTo>
                <a:cubicBezTo>
                  <a:pt x="72" y="134"/>
                  <a:pt x="3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6"/>
                  <a:pt x="8" y="126"/>
                </a:cubicBezTo>
                <a:cubicBezTo>
                  <a:pt x="12" y="126"/>
                  <a:pt x="14" y="124"/>
                  <a:pt x="15" y="120"/>
                </a:cubicBezTo>
                <a:cubicBezTo>
                  <a:pt x="15" y="118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0"/>
                  <a:pt x="14" y="8"/>
                  <a:pt x="5" y="7"/>
                </a:cubicBezTo>
                <a:cubicBezTo>
                  <a:pt x="3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34" y="0"/>
                  <a:pt x="69" y="0"/>
                  <a:pt x="105" y="0"/>
                </a:cubicBezTo>
                <a:cubicBezTo>
                  <a:pt x="109" y="11"/>
                  <a:pt x="112" y="22"/>
                  <a:pt x="117" y="35"/>
                </a:cubicBezTo>
                <a:cubicBezTo>
                  <a:pt x="114" y="36"/>
                  <a:pt x="112" y="37"/>
                  <a:pt x="109" y="38"/>
                </a:cubicBezTo>
                <a:cubicBezTo>
                  <a:pt x="108" y="36"/>
                  <a:pt x="108" y="35"/>
                  <a:pt x="107" y="34"/>
                </a:cubicBezTo>
                <a:cubicBezTo>
                  <a:pt x="107" y="32"/>
                  <a:pt x="106" y="31"/>
                  <a:pt x="105" y="29"/>
                </a:cubicBezTo>
                <a:cubicBezTo>
                  <a:pt x="100" y="18"/>
                  <a:pt x="90" y="11"/>
                  <a:pt x="78" y="11"/>
                </a:cubicBezTo>
                <a:cubicBezTo>
                  <a:pt x="66" y="10"/>
                  <a:pt x="54" y="10"/>
                  <a:pt x="42" y="10"/>
                </a:cubicBezTo>
                <a:cubicBezTo>
                  <a:pt x="39" y="10"/>
                  <a:pt x="36" y="10"/>
                  <a:pt x="33" y="10"/>
                </a:cubicBezTo>
                <a:cubicBezTo>
                  <a:pt x="33" y="26"/>
                  <a:pt x="33" y="43"/>
                  <a:pt x="33" y="6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Freeform 22">
            <a:extLst xmlns:a="http://schemas.openxmlformats.org/drawingml/2006/main">
              <a:ext uri="{FF2B5EF4-FFF2-40B4-BE49-F238E27FC236}">
                <a16:creationId xmlns:a16="http://schemas.microsoft.com/office/drawing/2014/main" id="{6D8C30F3-DE3B-4FAE-95A7-BCECE9702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3944" y="689187"/>
            <a:ext cx="63867" cy="67859"/>
          </a:xfrm>
          <a:custGeom xmlns:a="http://schemas.openxmlformats.org/drawingml/2006/main">
            <a:gdLst>
              <a:gd name="T0" fmla="*/ 43 w 126"/>
              <a:gd name="T1" fmla="*/ 134 h 134"/>
              <a:gd name="T2" fmla="*/ 0 w 126"/>
              <a:gd name="T3" fmla="*/ 134 h 134"/>
              <a:gd name="T4" fmla="*/ 0 w 126"/>
              <a:gd name="T5" fmla="*/ 127 h 134"/>
              <a:gd name="T6" fmla="*/ 7 w 126"/>
              <a:gd name="T7" fmla="*/ 126 h 134"/>
              <a:gd name="T8" fmla="*/ 16 w 126"/>
              <a:gd name="T9" fmla="*/ 118 h 134"/>
              <a:gd name="T10" fmla="*/ 16 w 126"/>
              <a:gd name="T11" fmla="*/ 110 h 134"/>
              <a:gd name="T12" fmla="*/ 16 w 126"/>
              <a:gd name="T13" fmla="*/ 18 h 134"/>
              <a:gd name="T14" fmla="*/ 5 w 126"/>
              <a:gd name="T15" fmla="*/ 7 h 134"/>
              <a:gd name="T16" fmla="*/ 0 w 126"/>
              <a:gd name="T17" fmla="*/ 7 h 134"/>
              <a:gd name="T18" fmla="*/ 0 w 126"/>
              <a:gd name="T19" fmla="*/ 0 h 134"/>
              <a:gd name="T20" fmla="*/ 40 w 126"/>
              <a:gd name="T21" fmla="*/ 0 h 134"/>
              <a:gd name="T22" fmla="*/ 98 w 126"/>
              <a:gd name="T23" fmla="*/ 100 h 134"/>
              <a:gd name="T24" fmla="*/ 99 w 126"/>
              <a:gd name="T25" fmla="*/ 96 h 134"/>
              <a:gd name="T26" fmla="*/ 99 w 126"/>
              <a:gd name="T27" fmla="*/ 24 h 134"/>
              <a:gd name="T28" fmla="*/ 98 w 126"/>
              <a:gd name="T29" fmla="*/ 17 h 134"/>
              <a:gd name="T30" fmla="*/ 89 w 126"/>
              <a:gd name="T31" fmla="*/ 7 h 134"/>
              <a:gd name="T32" fmla="*/ 83 w 126"/>
              <a:gd name="T33" fmla="*/ 7 h 134"/>
              <a:gd name="T34" fmla="*/ 83 w 126"/>
              <a:gd name="T35" fmla="*/ 4 h 134"/>
              <a:gd name="T36" fmla="*/ 83 w 126"/>
              <a:gd name="T37" fmla="*/ 0 h 134"/>
              <a:gd name="T38" fmla="*/ 125 w 126"/>
              <a:gd name="T39" fmla="*/ 0 h 134"/>
              <a:gd name="T40" fmla="*/ 126 w 126"/>
              <a:gd name="T41" fmla="*/ 3 h 134"/>
              <a:gd name="T42" fmla="*/ 126 w 126"/>
              <a:gd name="T43" fmla="*/ 7 h 134"/>
              <a:gd name="T44" fmla="*/ 120 w 126"/>
              <a:gd name="T45" fmla="*/ 7 h 134"/>
              <a:gd name="T46" fmla="*/ 110 w 126"/>
              <a:gd name="T47" fmla="*/ 16 h 134"/>
              <a:gd name="T48" fmla="*/ 110 w 126"/>
              <a:gd name="T49" fmla="*/ 26 h 134"/>
              <a:gd name="T50" fmla="*/ 110 w 126"/>
              <a:gd name="T51" fmla="*/ 128 h 134"/>
              <a:gd name="T52" fmla="*/ 110 w 126"/>
              <a:gd name="T53" fmla="*/ 134 h 134"/>
              <a:gd name="T54" fmla="*/ 98 w 126"/>
              <a:gd name="T55" fmla="*/ 134 h 134"/>
              <a:gd name="T56" fmla="*/ 28 w 126"/>
              <a:gd name="T57" fmla="*/ 14 h 134"/>
              <a:gd name="T58" fmla="*/ 28 w 126"/>
              <a:gd name="T59" fmla="*/ 14 h 134"/>
              <a:gd name="T60" fmla="*/ 27 w 126"/>
              <a:gd name="T61" fmla="*/ 17 h 134"/>
              <a:gd name="T62" fmla="*/ 27 w 126"/>
              <a:gd name="T63" fmla="*/ 110 h 134"/>
              <a:gd name="T64" fmla="*/ 28 w 126"/>
              <a:gd name="T65" fmla="*/ 118 h 134"/>
              <a:gd name="T66" fmla="*/ 36 w 126"/>
              <a:gd name="T67" fmla="*/ 126 h 134"/>
              <a:gd name="T68" fmla="*/ 43 w 126"/>
              <a:gd name="T69" fmla="*/ 127 h 134"/>
              <a:gd name="T70" fmla="*/ 43 w 126"/>
              <a:gd name="T71" fmla="*/ 134 h 134"/>
            </a:gdLst>
            <a:rect l="0" t="0" r="r" b="b"/>
            <a:pathLst>
              <a:path w="126" h="134">
                <a:moveTo>
                  <a:pt x="43" y="134"/>
                </a:moveTo>
                <a:cubicBezTo>
                  <a:pt x="29" y="134"/>
                  <a:pt x="14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7"/>
                  <a:pt x="7" y="126"/>
                </a:cubicBezTo>
                <a:cubicBezTo>
                  <a:pt x="13" y="125"/>
                  <a:pt x="15" y="123"/>
                  <a:pt x="16" y="118"/>
                </a:cubicBezTo>
                <a:cubicBezTo>
                  <a:pt x="16" y="115"/>
                  <a:pt x="16" y="113"/>
                  <a:pt x="16" y="110"/>
                </a:cubicBezTo>
                <a:cubicBezTo>
                  <a:pt x="16" y="80"/>
                  <a:pt x="16" y="49"/>
                  <a:pt x="16" y="18"/>
                </a:cubicBezTo>
                <a:cubicBezTo>
                  <a:pt x="16" y="9"/>
                  <a:pt x="14" y="8"/>
                  <a:pt x="5" y="7"/>
                </a:cubicBezTo>
                <a:cubicBezTo>
                  <a:pt x="4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3" y="0"/>
                  <a:pt x="26" y="0"/>
                  <a:pt x="40" y="0"/>
                </a:cubicBezTo>
                <a:cubicBezTo>
                  <a:pt x="59" y="33"/>
                  <a:pt x="78" y="66"/>
                  <a:pt x="98" y="100"/>
                </a:cubicBezTo>
                <a:cubicBezTo>
                  <a:pt x="98" y="98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2"/>
                  <a:pt x="99" y="19"/>
                  <a:pt x="98" y="17"/>
                </a:cubicBezTo>
                <a:cubicBezTo>
                  <a:pt x="97" y="11"/>
                  <a:pt x="95" y="8"/>
                  <a:pt x="89" y="7"/>
                </a:cubicBezTo>
                <a:cubicBezTo>
                  <a:pt x="87" y="7"/>
                  <a:pt x="85" y="7"/>
                  <a:pt x="83" y="7"/>
                </a:cubicBezTo>
                <a:cubicBezTo>
                  <a:pt x="83" y="6"/>
                  <a:pt x="83" y="5"/>
                  <a:pt x="83" y="4"/>
                </a:cubicBezTo>
                <a:cubicBezTo>
                  <a:pt x="83" y="2"/>
                  <a:pt x="83" y="1"/>
                  <a:pt x="83" y="0"/>
                </a:cubicBezTo>
                <a:cubicBezTo>
                  <a:pt x="97" y="0"/>
                  <a:pt x="111" y="0"/>
                  <a:pt x="125" y="0"/>
                </a:cubicBezTo>
                <a:cubicBezTo>
                  <a:pt x="125" y="1"/>
                  <a:pt x="126" y="2"/>
                  <a:pt x="126" y="3"/>
                </a:cubicBezTo>
                <a:cubicBezTo>
                  <a:pt x="126" y="4"/>
                  <a:pt x="126" y="5"/>
                  <a:pt x="126" y="7"/>
                </a:cubicBezTo>
                <a:cubicBezTo>
                  <a:pt x="124" y="7"/>
                  <a:pt x="122" y="7"/>
                  <a:pt x="120" y="7"/>
                </a:cubicBezTo>
                <a:cubicBezTo>
                  <a:pt x="114" y="8"/>
                  <a:pt x="111" y="11"/>
                  <a:pt x="110" y="16"/>
                </a:cubicBezTo>
                <a:cubicBezTo>
                  <a:pt x="110" y="20"/>
                  <a:pt x="110" y="23"/>
                  <a:pt x="110" y="26"/>
                </a:cubicBezTo>
                <a:cubicBezTo>
                  <a:pt x="110" y="60"/>
                  <a:pt x="110" y="94"/>
                  <a:pt x="110" y="128"/>
                </a:cubicBezTo>
                <a:cubicBezTo>
                  <a:pt x="110" y="130"/>
                  <a:pt x="110" y="132"/>
                  <a:pt x="110" y="134"/>
                </a:cubicBezTo>
                <a:cubicBezTo>
                  <a:pt x="106" y="134"/>
                  <a:pt x="102" y="134"/>
                  <a:pt x="98" y="134"/>
                </a:cubicBezTo>
                <a:cubicBezTo>
                  <a:pt x="75" y="94"/>
                  <a:pt x="52" y="54"/>
                  <a:pt x="28" y="14"/>
                </a:cubicBezTo>
                <a:cubicBezTo>
                  <a:pt x="28" y="14"/>
                  <a:pt x="28" y="14"/>
                  <a:pt x="28" y="14"/>
                </a:cubicBezTo>
                <a:cubicBezTo>
                  <a:pt x="27" y="15"/>
                  <a:pt x="27" y="16"/>
                  <a:pt x="27" y="17"/>
                </a:cubicBezTo>
                <a:cubicBezTo>
                  <a:pt x="27" y="48"/>
                  <a:pt x="27" y="79"/>
                  <a:pt x="27" y="110"/>
                </a:cubicBezTo>
                <a:cubicBezTo>
                  <a:pt x="27" y="113"/>
                  <a:pt x="27" y="116"/>
                  <a:pt x="28" y="118"/>
                </a:cubicBezTo>
                <a:cubicBezTo>
                  <a:pt x="29" y="123"/>
                  <a:pt x="31" y="125"/>
                  <a:pt x="36" y="126"/>
                </a:cubicBezTo>
                <a:cubicBezTo>
                  <a:pt x="38" y="126"/>
                  <a:pt x="41" y="127"/>
                  <a:pt x="43" y="127"/>
                </a:cubicBezTo>
                <a:cubicBezTo>
                  <a:pt x="43" y="129"/>
                  <a:pt x="43" y="132"/>
                  <a:pt x="43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Freeform 23">
            <a:extLst xmlns:a="http://schemas.openxmlformats.org/drawingml/2006/main">
              <a:ext uri="{FF2B5EF4-FFF2-40B4-BE49-F238E27FC236}">
                <a16:creationId xmlns:a16="http://schemas.microsoft.com/office/drawing/2014/main" id="{60424895-0EB5-491C-8B98-1599A48E0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2943" y="686906"/>
            <a:ext cx="70710" cy="72991"/>
          </a:xfrm>
          <a:custGeom xmlns:a="http://schemas.openxmlformats.org/drawingml/2006/main">
            <a:gdLst>
              <a:gd name="T0" fmla="*/ 87 w 139"/>
              <a:gd name="T1" fmla="*/ 79 h 144"/>
              <a:gd name="T2" fmla="*/ 87 w 139"/>
              <a:gd name="T3" fmla="*/ 71 h 144"/>
              <a:gd name="T4" fmla="*/ 139 w 139"/>
              <a:gd name="T5" fmla="*/ 71 h 144"/>
              <a:gd name="T6" fmla="*/ 139 w 139"/>
              <a:gd name="T7" fmla="*/ 79 h 144"/>
              <a:gd name="T8" fmla="*/ 133 w 139"/>
              <a:gd name="T9" fmla="*/ 79 h 144"/>
              <a:gd name="T10" fmla="*/ 124 w 139"/>
              <a:gd name="T11" fmla="*/ 88 h 144"/>
              <a:gd name="T12" fmla="*/ 124 w 139"/>
              <a:gd name="T13" fmla="*/ 95 h 144"/>
              <a:gd name="T14" fmla="*/ 124 w 139"/>
              <a:gd name="T15" fmla="*/ 134 h 144"/>
              <a:gd name="T16" fmla="*/ 124 w 139"/>
              <a:gd name="T17" fmla="*/ 139 h 144"/>
              <a:gd name="T18" fmla="*/ 115 w 139"/>
              <a:gd name="T19" fmla="*/ 139 h 144"/>
              <a:gd name="T20" fmla="*/ 110 w 139"/>
              <a:gd name="T21" fmla="*/ 128 h 144"/>
              <a:gd name="T22" fmla="*/ 105 w 139"/>
              <a:gd name="T23" fmla="*/ 131 h 144"/>
              <a:gd name="T24" fmla="*/ 56 w 139"/>
              <a:gd name="T25" fmla="*/ 141 h 144"/>
              <a:gd name="T26" fmla="*/ 10 w 139"/>
              <a:gd name="T27" fmla="*/ 103 h 144"/>
              <a:gd name="T28" fmla="*/ 15 w 139"/>
              <a:gd name="T29" fmla="*/ 33 h 144"/>
              <a:gd name="T30" fmla="*/ 56 w 139"/>
              <a:gd name="T31" fmla="*/ 3 h 144"/>
              <a:gd name="T32" fmla="*/ 99 w 139"/>
              <a:gd name="T33" fmla="*/ 11 h 144"/>
              <a:gd name="T34" fmla="*/ 102 w 139"/>
              <a:gd name="T35" fmla="*/ 13 h 144"/>
              <a:gd name="T36" fmla="*/ 105 w 139"/>
              <a:gd name="T37" fmla="*/ 5 h 144"/>
              <a:gd name="T38" fmla="*/ 112 w 139"/>
              <a:gd name="T39" fmla="*/ 5 h 144"/>
              <a:gd name="T40" fmla="*/ 122 w 139"/>
              <a:gd name="T41" fmla="*/ 46 h 144"/>
              <a:gd name="T42" fmla="*/ 114 w 139"/>
              <a:gd name="T43" fmla="*/ 49 h 144"/>
              <a:gd name="T44" fmla="*/ 112 w 139"/>
              <a:gd name="T45" fmla="*/ 44 h 144"/>
              <a:gd name="T46" fmla="*/ 100 w 139"/>
              <a:gd name="T47" fmla="*/ 25 h 144"/>
              <a:gd name="T48" fmla="*/ 42 w 139"/>
              <a:gd name="T49" fmla="*/ 23 h 144"/>
              <a:gd name="T50" fmla="*/ 24 w 139"/>
              <a:gd name="T51" fmla="*/ 62 h 144"/>
              <a:gd name="T52" fmla="*/ 34 w 139"/>
              <a:gd name="T53" fmla="*/ 109 h 144"/>
              <a:gd name="T54" fmla="*/ 77 w 139"/>
              <a:gd name="T55" fmla="*/ 131 h 144"/>
              <a:gd name="T56" fmla="*/ 101 w 139"/>
              <a:gd name="T57" fmla="*/ 120 h 144"/>
              <a:gd name="T58" fmla="*/ 106 w 139"/>
              <a:gd name="T59" fmla="*/ 109 h 144"/>
              <a:gd name="T60" fmla="*/ 106 w 139"/>
              <a:gd name="T61" fmla="*/ 90 h 144"/>
              <a:gd name="T62" fmla="*/ 96 w 139"/>
              <a:gd name="T63" fmla="*/ 79 h 144"/>
              <a:gd name="T64" fmla="*/ 87 w 139"/>
              <a:gd name="T65" fmla="*/ 79 h 144"/>
            </a:gdLst>
            <a:rect l="0" t="0" r="r" b="b"/>
            <a:pathLst>
              <a:path w="139" h="144">
                <a:moveTo>
                  <a:pt x="87" y="79"/>
                </a:moveTo>
                <a:cubicBezTo>
                  <a:pt x="87" y="76"/>
                  <a:pt x="87" y="74"/>
                  <a:pt x="87" y="71"/>
                </a:cubicBezTo>
                <a:cubicBezTo>
                  <a:pt x="105" y="71"/>
                  <a:pt x="122" y="71"/>
                  <a:pt x="139" y="71"/>
                </a:cubicBezTo>
                <a:cubicBezTo>
                  <a:pt x="139" y="74"/>
                  <a:pt x="139" y="76"/>
                  <a:pt x="139" y="79"/>
                </a:cubicBezTo>
                <a:cubicBezTo>
                  <a:pt x="137" y="79"/>
                  <a:pt x="135" y="79"/>
                  <a:pt x="133" y="79"/>
                </a:cubicBezTo>
                <a:cubicBezTo>
                  <a:pt x="127" y="79"/>
                  <a:pt x="125" y="81"/>
                  <a:pt x="124" y="88"/>
                </a:cubicBezTo>
                <a:cubicBezTo>
                  <a:pt x="124" y="90"/>
                  <a:pt x="124" y="93"/>
                  <a:pt x="124" y="95"/>
                </a:cubicBezTo>
                <a:cubicBezTo>
                  <a:pt x="124" y="108"/>
                  <a:pt x="124" y="121"/>
                  <a:pt x="124" y="134"/>
                </a:cubicBezTo>
                <a:cubicBezTo>
                  <a:pt x="124" y="135"/>
                  <a:pt x="124" y="137"/>
                  <a:pt x="124" y="139"/>
                </a:cubicBezTo>
                <a:cubicBezTo>
                  <a:pt x="121" y="139"/>
                  <a:pt x="118" y="139"/>
                  <a:pt x="115" y="139"/>
                </a:cubicBezTo>
                <a:cubicBezTo>
                  <a:pt x="113" y="136"/>
                  <a:pt x="112" y="132"/>
                  <a:pt x="110" y="128"/>
                </a:cubicBezTo>
                <a:cubicBezTo>
                  <a:pt x="108" y="129"/>
                  <a:pt x="107" y="130"/>
                  <a:pt x="105" y="131"/>
                </a:cubicBezTo>
                <a:cubicBezTo>
                  <a:pt x="90" y="140"/>
                  <a:pt x="74" y="144"/>
                  <a:pt x="56" y="141"/>
                </a:cubicBezTo>
                <a:cubicBezTo>
                  <a:pt x="34" y="137"/>
                  <a:pt x="18" y="124"/>
                  <a:pt x="10" y="103"/>
                </a:cubicBezTo>
                <a:cubicBezTo>
                  <a:pt x="0" y="79"/>
                  <a:pt x="1" y="55"/>
                  <a:pt x="15" y="33"/>
                </a:cubicBezTo>
                <a:cubicBezTo>
                  <a:pt x="24" y="17"/>
                  <a:pt x="38" y="6"/>
                  <a:pt x="56" y="3"/>
                </a:cubicBezTo>
                <a:cubicBezTo>
                  <a:pt x="71" y="0"/>
                  <a:pt x="86" y="2"/>
                  <a:pt x="99" y="11"/>
                </a:cubicBezTo>
                <a:cubicBezTo>
                  <a:pt x="100" y="12"/>
                  <a:pt x="101" y="12"/>
                  <a:pt x="102" y="13"/>
                </a:cubicBezTo>
                <a:cubicBezTo>
                  <a:pt x="103" y="10"/>
                  <a:pt x="104" y="7"/>
                  <a:pt x="105" y="5"/>
                </a:cubicBezTo>
                <a:cubicBezTo>
                  <a:pt x="107" y="5"/>
                  <a:pt x="109" y="5"/>
                  <a:pt x="112" y="5"/>
                </a:cubicBezTo>
                <a:cubicBezTo>
                  <a:pt x="115" y="18"/>
                  <a:pt x="119" y="32"/>
                  <a:pt x="122" y="46"/>
                </a:cubicBezTo>
                <a:cubicBezTo>
                  <a:pt x="120" y="47"/>
                  <a:pt x="117" y="48"/>
                  <a:pt x="114" y="49"/>
                </a:cubicBezTo>
                <a:cubicBezTo>
                  <a:pt x="114" y="47"/>
                  <a:pt x="113" y="45"/>
                  <a:pt x="112" y="44"/>
                </a:cubicBezTo>
                <a:cubicBezTo>
                  <a:pt x="109" y="37"/>
                  <a:pt x="105" y="30"/>
                  <a:pt x="100" y="25"/>
                </a:cubicBezTo>
                <a:cubicBezTo>
                  <a:pt x="84" y="8"/>
                  <a:pt x="59" y="7"/>
                  <a:pt x="42" y="23"/>
                </a:cubicBezTo>
                <a:cubicBezTo>
                  <a:pt x="31" y="34"/>
                  <a:pt x="25" y="47"/>
                  <a:pt x="24" y="62"/>
                </a:cubicBezTo>
                <a:cubicBezTo>
                  <a:pt x="22" y="79"/>
                  <a:pt x="25" y="95"/>
                  <a:pt x="34" y="109"/>
                </a:cubicBezTo>
                <a:cubicBezTo>
                  <a:pt x="44" y="125"/>
                  <a:pt x="59" y="132"/>
                  <a:pt x="77" y="131"/>
                </a:cubicBezTo>
                <a:cubicBezTo>
                  <a:pt x="86" y="130"/>
                  <a:pt x="94" y="127"/>
                  <a:pt x="101" y="120"/>
                </a:cubicBezTo>
                <a:cubicBezTo>
                  <a:pt x="104" y="117"/>
                  <a:pt x="106" y="114"/>
                  <a:pt x="106" y="109"/>
                </a:cubicBezTo>
                <a:cubicBezTo>
                  <a:pt x="106" y="103"/>
                  <a:pt x="107" y="96"/>
                  <a:pt x="106" y="90"/>
                </a:cubicBezTo>
                <a:cubicBezTo>
                  <a:pt x="106" y="82"/>
                  <a:pt x="104" y="81"/>
                  <a:pt x="96" y="79"/>
                </a:cubicBezTo>
                <a:cubicBezTo>
                  <a:pt x="94" y="79"/>
                  <a:pt x="91" y="79"/>
                  <a:pt x="87" y="79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6" name="Freeform 25">
            <a:extLst xmlns:a="http://schemas.openxmlformats.org/drawingml/2006/main">
              <a:ext uri="{FF2B5EF4-FFF2-40B4-BE49-F238E27FC236}">
                <a16:creationId xmlns:a16="http://schemas.microsoft.com/office/drawing/2014/main" id="{50B706FB-FC53-4CA3-B3CB-2E688EFD4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081" y="688046"/>
            <a:ext cx="57594" cy="70710"/>
          </a:xfrm>
          <a:custGeom xmlns:a="http://schemas.openxmlformats.org/drawingml/2006/main">
            <a:gdLst>
              <a:gd name="T0" fmla="*/ 103 w 113"/>
              <a:gd name="T1" fmla="*/ 44 h 140"/>
              <a:gd name="T2" fmla="*/ 95 w 113"/>
              <a:gd name="T3" fmla="*/ 46 h 140"/>
              <a:gd name="T4" fmla="*/ 92 w 113"/>
              <a:gd name="T5" fmla="*/ 41 h 140"/>
              <a:gd name="T6" fmla="*/ 72 w 113"/>
              <a:gd name="T7" fmla="*/ 18 h 140"/>
              <a:gd name="T8" fmla="*/ 38 w 113"/>
              <a:gd name="T9" fmla="*/ 12 h 140"/>
              <a:gd name="T10" fmla="*/ 25 w 113"/>
              <a:gd name="T11" fmla="*/ 19 h 140"/>
              <a:gd name="T12" fmla="*/ 26 w 113"/>
              <a:gd name="T13" fmla="*/ 44 h 140"/>
              <a:gd name="T14" fmla="*/ 42 w 113"/>
              <a:gd name="T15" fmla="*/ 53 h 140"/>
              <a:gd name="T16" fmla="*/ 70 w 113"/>
              <a:gd name="T17" fmla="*/ 62 h 140"/>
              <a:gd name="T18" fmla="*/ 90 w 113"/>
              <a:gd name="T19" fmla="*/ 70 h 140"/>
              <a:gd name="T20" fmla="*/ 97 w 113"/>
              <a:gd name="T21" fmla="*/ 125 h 140"/>
              <a:gd name="T22" fmla="*/ 56 w 113"/>
              <a:gd name="T23" fmla="*/ 140 h 140"/>
              <a:gd name="T24" fmla="*/ 25 w 113"/>
              <a:gd name="T25" fmla="*/ 128 h 140"/>
              <a:gd name="T26" fmla="*/ 21 w 113"/>
              <a:gd name="T27" fmla="*/ 125 h 140"/>
              <a:gd name="T28" fmla="*/ 16 w 113"/>
              <a:gd name="T29" fmla="*/ 137 h 140"/>
              <a:gd name="T30" fmla="*/ 10 w 113"/>
              <a:gd name="T31" fmla="*/ 137 h 140"/>
              <a:gd name="T32" fmla="*/ 1 w 113"/>
              <a:gd name="T33" fmla="*/ 89 h 140"/>
              <a:gd name="T34" fmla="*/ 10 w 113"/>
              <a:gd name="T35" fmla="*/ 87 h 140"/>
              <a:gd name="T36" fmla="*/ 13 w 113"/>
              <a:gd name="T37" fmla="*/ 95 h 140"/>
              <a:gd name="T38" fmla="*/ 36 w 113"/>
              <a:gd name="T39" fmla="*/ 122 h 140"/>
              <a:gd name="T40" fmla="*/ 69 w 113"/>
              <a:gd name="T41" fmla="*/ 128 h 140"/>
              <a:gd name="T42" fmla="*/ 85 w 113"/>
              <a:gd name="T43" fmla="*/ 119 h 140"/>
              <a:gd name="T44" fmla="*/ 81 w 113"/>
              <a:gd name="T45" fmla="*/ 86 h 140"/>
              <a:gd name="T46" fmla="*/ 63 w 113"/>
              <a:gd name="T47" fmla="*/ 79 h 140"/>
              <a:gd name="T48" fmla="*/ 38 w 113"/>
              <a:gd name="T49" fmla="*/ 71 h 140"/>
              <a:gd name="T50" fmla="*/ 19 w 113"/>
              <a:gd name="T51" fmla="*/ 62 h 140"/>
              <a:gd name="T52" fmla="*/ 15 w 113"/>
              <a:gd name="T53" fmla="*/ 13 h 140"/>
              <a:gd name="T54" fmla="*/ 51 w 113"/>
              <a:gd name="T55" fmla="*/ 0 h 140"/>
              <a:gd name="T56" fmla="*/ 81 w 113"/>
              <a:gd name="T57" fmla="*/ 10 h 140"/>
              <a:gd name="T58" fmla="*/ 82 w 113"/>
              <a:gd name="T59" fmla="*/ 11 h 140"/>
              <a:gd name="T60" fmla="*/ 83 w 113"/>
              <a:gd name="T61" fmla="*/ 11 h 140"/>
              <a:gd name="T62" fmla="*/ 87 w 113"/>
              <a:gd name="T63" fmla="*/ 2 h 140"/>
              <a:gd name="T64" fmla="*/ 93 w 113"/>
              <a:gd name="T65" fmla="*/ 2 h 140"/>
              <a:gd name="T66" fmla="*/ 103 w 113"/>
              <a:gd name="T67" fmla="*/ 44 h 140"/>
            </a:gdLst>
            <a:rect l="0" t="0" r="r" b="b"/>
            <a:pathLst>
              <a:path w="113" h="140">
                <a:moveTo>
                  <a:pt x="103" y="44"/>
                </a:moveTo>
                <a:cubicBezTo>
                  <a:pt x="100" y="45"/>
                  <a:pt x="98" y="45"/>
                  <a:pt x="95" y="46"/>
                </a:cubicBezTo>
                <a:cubicBezTo>
                  <a:pt x="94" y="44"/>
                  <a:pt x="93" y="43"/>
                  <a:pt x="92" y="41"/>
                </a:cubicBezTo>
                <a:cubicBezTo>
                  <a:pt x="87" y="32"/>
                  <a:pt x="81" y="24"/>
                  <a:pt x="72" y="18"/>
                </a:cubicBezTo>
                <a:cubicBezTo>
                  <a:pt x="61" y="11"/>
                  <a:pt x="50" y="9"/>
                  <a:pt x="38" y="12"/>
                </a:cubicBezTo>
                <a:cubicBezTo>
                  <a:pt x="33" y="13"/>
                  <a:pt x="28" y="16"/>
                  <a:pt x="25" y="19"/>
                </a:cubicBezTo>
                <a:cubicBezTo>
                  <a:pt x="18" y="27"/>
                  <a:pt x="19" y="38"/>
                  <a:pt x="26" y="44"/>
                </a:cubicBezTo>
                <a:cubicBezTo>
                  <a:pt x="31" y="49"/>
                  <a:pt x="36" y="51"/>
                  <a:pt x="42" y="53"/>
                </a:cubicBezTo>
                <a:cubicBezTo>
                  <a:pt x="51" y="56"/>
                  <a:pt x="61" y="59"/>
                  <a:pt x="70" y="62"/>
                </a:cubicBezTo>
                <a:cubicBezTo>
                  <a:pt x="77" y="64"/>
                  <a:pt x="84" y="67"/>
                  <a:pt x="90" y="70"/>
                </a:cubicBezTo>
                <a:cubicBezTo>
                  <a:pt x="113" y="83"/>
                  <a:pt x="112" y="111"/>
                  <a:pt x="97" y="125"/>
                </a:cubicBezTo>
                <a:cubicBezTo>
                  <a:pt x="85" y="137"/>
                  <a:pt x="71" y="140"/>
                  <a:pt x="56" y="140"/>
                </a:cubicBezTo>
                <a:cubicBezTo>
                  <a:pt x="44" y="139"/>
                  <a:pt x="34" y="135"/>
                  <a:pt x="25" y="128"/>
                </a:cubicBezTo>
                <a:cubicBezTo>
                  <a:pt x="24" y="127"/>
                  <a:pt x="23" y="126"/>
                  <a:pt x="21" y="125"/>
                </a:cubicBezTo>
                <a:cubicBezTo>
                  <a:pt x="19" y="129"/>
                  <a:pt x="18" y="133"/>
                  <a:pt x="16" y="137"/>
                </a:cubicBezTo>
                <a:cubicBezTo>
                  <a:pt x="14" y="137"/>
                  <a:pt x="12" y="137"/>
                  <a:pt x="10" y="137"/>
                </a:cubicBezTo>
                <a:cubicBezTo>
                  <a:pt x="7" y="121"/>
                  <a:pt x="4" y="105"/>
                  <a:pt x="1" y="89"/>
                </a:cubicBezTo>
                <a:cubicBezTo>
                  <a:pt x="4" y="88"/>
                  <a:pt x="7" y="88"/>
                  <a:pt x="10" y="87"/>
                </a:cubicBezTo>
                <a:cubicBezTo>
                  <a:pt x="11" y="90"/>
                  <a:pt x="12" y="93"/>
                  <a:pt x="13" y="95"/>
                </a:cubicBezTo>
                <a:cubicBezTo>
                  <a:pt x="18" y="106"/>
                  <a:pt x="26" y="116"/>
                  <a:pt x="36" y="122"/>
                </a:cubicBezTo>
                <a:cubicBezTo>
                  <a:pt x="46" y="129"/>
                  <a:pt x="57" y="131"/>
                  <a:pt x="69" y="128"/>
                </a:cubicBezTo>
                <a:cubicBezTo>
                  <a:pt x="75" y="127"/>
                  <a:pt x="80" y="123"/>
                  <a:pt x="85" y="119"/>
                </a:cubicBezTo>
                <a:cubicBezTo>
                  <a:pt x="94" y="110"/>
                  <a:pt x="94" y="93"/>
                  <a:pt x="81" y="86"/>
                </a:cubicBezTo>
                <a:cubicBezTo>
                  <a:pt x="75" y="83"/>
                  <a:pt x="69" y="81"/>
                  <a:pt x="63" y="79"/>
                </a:cubicBezTo>
                <a:cubicBezTo>
                  <a:pt x="55" y="76"/>
                  <a:pt x="46" y="74"/>
                  <a:pt x="38" y="71"/>
                </a:cubicBezTo>
                <a:cubicBezTo>
                  <a:pt x="31" y="69"/>
                  <a:pt x="25" y="66"/>
                  <a:pt x="19" y="62"/>
                </a:cubicBezTo>
                <a:cubicBezTo>
                  <a:pt x="1" y="51"/>
                  <a:pt x="0" y="27"/>
                  <a:pt x="15" y="13"/>
                </a:cubicBezTo>
                <a:cubicBezTo>
                  <a:pt x="25" y="3"/>
                  <a:pt x="37" y="0"/>
                  <a:pt x="51" y="0"/>
                </a:cubicBezTo>
                <a:cubicBezTo>
                  <a:pt x="62" y="0"/>
                  <a:pt x="72" y="3"/>
                  <a:pt x="81" y="10"/>
                </a:cubicBezTo>
                <a:cubicBezTo>
                  <a:pt x="81" y="10"/>
                  <a:pt x="81" y="11"/>
                  <a:pt x="82" y="11"/>
                </a:cubicBezTo>
                <a:cubicBezTo>
                  <a:pt x="82" y="11"/>
                  <a:pt x="82" y="11"/>
                  <a:pt x="83" y="11"/>
                </a:cubicBezTo>
                <a:cubicBezTo>
                  <a:pt x="84" y="8"/>
                  <a:pt x="85" y="5"/>
                  <a:pt x="87" y="2"/>
                </a:cubicBezTo>
                <a:cubicBezTo>
                  <a:pt x="89" y="2"/>
                  <a:pt x="91" y="2"/>
                  <a:pt x="93" y="2"/>
                </a:cubicBezTo>
                <a:cubicBezTo>
                  <a:pt x="96" y="16"/>
                  <a:pt x="100" y="30"/>
                  <a:pt x="103" y="4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7" name="Freeform 27">
            <a:extLst xmlns:a="http://schemas.openxmlformats.org/drawingml/2006/main">
              <a:ext uri="{FF2B5EF4-FFF2-40B4-BE49-F238E27FC236}">
                <a16:creationId xmlns:a16="http://schemas.microsoft.com/office/drawing/2014/main" id="{A1774BF9-2AFC-4326-AD01-A2A366818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5846" y="688617"/>
            <a:ext cx="57594" cy="68429"/>
          </a:xfrm>
          <a:custGeom xmlns:a="http://schemas.openxmlformats.org/drawingml/2006/main">
            <a:gdLst>
              <a:gd name="T0" fmla="*/ 33 w 113"/>
              <a:gd name="T1" fmla="*/ 78 h 135"/>
              <a:gd name="T2" fmla="*/ 33 w 113"/>
              <a:gd name="T3" fmla="*/ 82 h 135"/>
              <a:gd name="T4" fmla="*/ 33 w 113"/>
              <a:gd name="T5" fmla="*/ 114 h 135"/>
              <a:gd name="T6" fmla="*/ 33 w 113"/>
              <a:gd name="T7" fmla="*/ 118 h 135"/>
              <a:gd name="T8" fmla="*/ 43 w 113"/>
              <a:gd name="T9" fmla="*/ 128 h 135"/>
              <a:gd name="T10" fmla="*/ 49 w 113"/>
              <a:gd name="T11" fmla="*/ 128 h 135"/>
              <a:gd name="T12" fmla="*/ 49 w 113"/>
              <a:gd name="T13" fmla="*/ 135 h 135"/>
              <a:gd name="T14" fmla="*/ 0 w 113"/>
              <a:gd name="T15" fmla="*/ 135 h 135"/>
              <a:gd name="T16" fmla="*/ 0 w 113"/>
              <a:gd name="T17" fmla="*/ 128 h 135"/>
              <a:gd name="T18" fmla="*/ 8 w 113"/>
              <a:gd name="T19" fmla="*/ 127 h 135"/>
              <a:gd name="T20" fmla="*/ 15 w 113"/>
              <a:gd name="T21" fmla="*/ 120 h 135"/>
              <a:gd name="T22" fmla="*/ 15 w 113"/>
              <a:gd name="T23" fmla="*/ 114 h 135"/>
              <a:gd name="T24" fmla="*/ 15 w 113"/>
              <a:gd name="T25" fmla="*/ 21 h 135"/>
              <a:gd name="T26" fmla="*/ 15 w 113"/>
              <a:gd name="T27" fmla="*/ 14 h 135"/>
              <a:gd name="T28" fmla="*/ 9 w 113"/>
              <a:gd name="T29" fmla="*/ 9 h 135"/>
              <a:gd name="T30" fmla="*/ 0 w 113"/>
              <a:gd name="T31" fmla="*/ 8 h 135"/>
              <a:gd name="T32" fmla="*/ 0 w 113"/>
              <a:gd name="T33" fmla="*/ 1 h 135"/>
              <a:gd name="T34" fmla="*/ 4 w 113"/>
              <a:gd name="T35" fmla="*/ 0 h 135"/>
              <a:gd name="T36" fmla="*/ 56 w 113"/>
              <a:gd name="T37" fmla="*/ 0 h 135"/>
              <a:gd name="T38" fmla="*/ 73 w 113"/>
              <a:gd name="T39" fmla="*/ 1 h 135"/>
              <a:gd name="T40" fmla="*/ 106 w 113"/>
              <a:gd name="T41" fmla="*/ 50 h 135"/>
              <a:gd name="T42" fmla="*/ 78 w 113"/>
              <a:gd name="T43" fmla="*/ 76 h 135"/>
              <a:gd name="T44" fmla="*/ 55 w 113"/>
              <a:gd name="T45" fmla="*/ 78 h 135"/>
              <a:gd name="T46" fmla="*/ 33 w 113"/>
              <a:gd name="T47" fmla="*/ 78 h 135"/>
              <a:gd name="T48" fmla="*/ 33 w 113"/>
              <a:gd name="T49" fmla="*/ 68 h 135"/>
              <a:gd name="T50" fmla="*/ 67 w 113"/>
              <a:gd name="T51" fmla="*/ 67 h 135"/>
              <a:gd name="T52" fmla="*/ 85 w 113"/>
              <a:gd name="T53" fmla="*/ 52 h 135"/>
              <a:gd name="T54" fmla="*/ 87 w 113"/>
              <a:gd name="T55" fmla="*/ 29 h 135"/>
              <a:gd name="T56" fmla="*/ 66 w 113"/>
              <a:gd name="T57" fmla="*/ 11 h 135"/>
              <a:gd name="T58" fmla="*/ 34 w 113"/>
              <a:gd name="T59" fmla="*/ 11 h 135"/>
              <a:gd name="T60" fmla="*/ 33 w 113"/>
              <a:gd name="T61" fmla="*/ 11 h 135"/>
              <a:gd name="T62" fmla="*/ 33 w 113"/>
              <a:gd name="T63" fmla="*/ 68 h 135"/>
            </a:gdLst>
            <a:rect l="0" t="0" r="r" b="b"/>
            <a:pathLst>
              <a:path w="113" h="135">
                <a:moveTo>
                  <a:pt x="33" y="78"/>
                </a:moveTo>
                <a:cubicBezTo>
                  <a:pt x="33" y="80"/>
                  <a:pt x="33" y="81"/>
                  <a:pt x="33" y="82"/>
                </a:cubicBezTo>
                <a:cubicBezTo>
                  <a:pt x="33" y="93"/>
                  <a:pt x="33" y="103"/>
                  <a:pt x="33" y="114"/>
                </a:cubicBezTo>
                <a:cubicBezTo>
                  <a:pt x="33" y="115"/>
                  <a:pt x="33" y="117"/>
                  <a:pt x="33" y="118"/>
                </a:cubicBezTo>
                <a:cubicBezTo>
                  <a:pt x="34" y="125"/>
                  <a:pt x="35" y="127"/>
                  <a:pt x="43" y="128"/>
                </a:cubicBezTo>
                <a:cubicBezTo>
                  <a:pt x="45" y="128"/>
                  <a:pt x="47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6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8" y="127"/>
                </a:cubicBezTo>
                <a:cubicBezTo>
                  <a:pt x="13" y="126"/>
                  <a:pt x="14" y="125"/>
                  <a:pt x="15" y="120"/>
                </a:cubicBezTo>
                <a:cubicBezTo>
                  <a:pt x="15" y="118"/>
                  <a:pt x="15" y="116"/>
                  <a:pt x="15" y="114"/>
                </a:cubicBezTo>
                <a:cubicBezTo>
                  <a:pt x="16" y="83"/>
                  <a:pt x="16" y="52"/>
                  <a:pt x="15" y="21"/>
                </a:cubicBezTo>
                <a:cubicBezTo>
                  <a:pt x="15" y="19"/>
                  <a:pt x="15" y="16"/>
                  <a:pt x="15" y="14"/>
                </a:cubicBezTo>
                <a:cubicBezTo>
                  <a:pt x="14" y="11"/>
                  <a:pt x="12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1" y="0"/>
                  <a:pt x="3" y="0"/>
                  <a:pt x="4" y="0"/>
                </a:cubicBezTo>
                <a:cubicBezTo>
                  <a:pt x="21" y="0"/>
                  <a:pt x="39" y="0"/>
                  <a:pt x="56" y="0"/>
                </a:cubicBezTo>
                <a:cubicBezTo>
                  <a:pt x="62" y="0"/>
                  <a:pt x="68" y="1"/>
                  <a:pt x="73" y="1"/>
                </a:cubicBezTo>
                <a:cubicBezTo>
                  <a:pt x="98" y="4"/>
                  <a:pt x="113" y="26"/>
                  <a:pt x="106" y="50"/>
                </a:cubicBezTo>
                <a:cubicBezTo>
                  <a:pt x="102" y="64"/>
                  <a:pt x="93" y="73"/>
                  <a:pt x="78" y="76"/>
                </a:cubicBezTo>
                <a:cubicBezTo>
                  <a:pt x="70" y="77"/>
                  <a:pt x="63" y="77"/>
                  <a:pt x="55" y="78"/>
                </a:cubicBezTo>
                <a:cubicBezTo>
                  <a:pt x="48" y="78"/>
                  <a:pt x="41" y="78"/>
                  <a:pt x="33" y="78"/>
                </a:cubicBezTo>
                <a:close/>
                <a:moveTo>
                  <a:pt x="33" y="68"/>
                </a:moveTo>
                <a:cubicBezTo>
                  <a:pt x="45" y="67"/>
                  <a:pt x="56" y="68"/>
                  <a:pt x="67" y="67"/>
                </a:cubicBezTo>
                <a:cubicBezTo>
                  <a:pt x="76" y="66"/>
                  <a:pt x="82" y="60"/>
                  <a:pt x="85" y="52"/>
                </a:cubicBezTo>
                <a:cubicBezTo>
                  <a:pt x="89" y="45"/>
                  <a:pt x="89" y="37"/>
                  <a:pt x="87" y="29"/>
                </a:cubicBezTo>
                <a:cubicBezTo>
                  <a:pt x="84" y="19"/>
                  <a:pt x="78" y="12"/>
                  <a:pt x="66" y="11"/>
                </a:cubicBezTo>
                <a:cubicBezTo>
                  <a:pt x="56" y="11"/>
                  <a:pt x="45" y="11"/>
                  <a:pt x="34" y="11"/>
                </a:cubicBezTo>
                <a:cubicBezTo>
                  <a:pt x="34" y="11"/>
                  <a:pt x="34" y="11"/>
                  <a:pt x="33" y="11"/>
                </a:cubicBezTo>
                <a:cubicBezTo>
                  <a:pt x="33" y="30"/>
                  <a:pt x="33" y="48"/>
                  <a:pt x="33" y="6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8" name="Freeform 29">
            <a:extLst xmlns:a="http://schemas.openxmlformats.org/drawingml/2006/main">
              <a:ext uri="{FF2B5EF4-FFF2-40B4-BE49-F238E27FC236}">
                <a16:creationId xmlns:a16="http://schemas.microsoft.com/office/drawing/2014/main" id="{3270FD85-ABE3-47B7-A651-EEA2DF005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5017" y="689187"/>
            <a:ext cx="67859" cy="70140"/>
          </a:xfrm>
          <a:custGeom xmlns:a="http://schemas.openxmlformats.org/drawingml/2006/main">
            <a:gdLst>
              <a:gd name="T0" fmla="*/ 49 w 133"/>
              <a:gd name="T1" fmla="*/ 0 h 138"/>
              <a:gd name="T2" fmla="*/ 49 w 133"/>
              <a:gd name="T3" fmla="*/ 7 h 138"/>
              <a:gd name="T4" fmla="*/ 41 w 133"/>
              <a:gd name="T5" fmla="*/ 8 h 138"/>
              <a:gd name="T6" fmla="*/ 34 w 133"/>
              <a:gd name="T7" fmla="*/ 15 h 138"/>
              <a:gd name="T8" fmla="*/ 33 w 133"/>
              <a:gd name="T9" fmla="*/ 23 h 138"/>
              <a:gd name="T10" fmla="*/ 33 w 133"/>
              <a:gd name="T11" fmla="*/ 83 h 138"/>
              <a:gd name="T12" fmla="*/ 34 w 133"/>
              <a:gd name="T13" fmla="*/ 96 h 138"/>
              <a:gd name="T14" fmla="*/ 60 w 133"/>
              <a:gd name="T15" fmla="*/ 124 h 138"/>
              <a:gd name="T16" fmla="*/ 100 w 133"/>
              <a:gd name="T17" fmla="*/ 110 h 138"/>
              <a:gd name="T18" fmla="*/ 106 w 133"/>
              <a:gd name="T19" fmla="*/ 94 h 138"/>
              <a:gd name="T20" fmla="*/ 107 w 133"/>
              <a:gd name="T21" fmla="*/ 80 h 138"/>
              <a:gd name="T22" fmla="*/ 107 w 133"/>
              <a:gd name="T23" fmla="*/ 24 h 138"/>
              <a:gd name="T24" fmla="*/ 106 w 133"/>
              <a:gd name="T25" fmla="*/ 15 h 138"/>
              <a:gd name="T26" fmla="*/ 97 w 133"/>
              <a:gd name="T27" fmla="*/ 8 h 138"/>
              <a:gd name="T28" fmla="*/ 91 w 133"/>
              <a:gd name="T29" fmla="*/ 7 h 138"/>
              <a:gd name="T30" fmla="*/ 91 w 133"/>
              <a:gd name="T31" fmla="*/ 0 h 138"/>
              <a:gd name="T32" fmla="*/ 133 w 133"/>
              <a:gd name="T33" fmla="*/ 0 h 138"/>
              <a:gd name="T34" fmla="*/ 133 w 133"/>
              <a:gd name="T35" fmla="*/ 7 h 138"/>
              <a:gd name="T36" fmla="*/ 126 w 133"/>
              <a:gd name="T37" fmla="*/ 8 h 138"/>
              <a:gd name="T38" fmla="*/ 118 w 133"/>
              <a:gd name="T39" fmla="*/ 15 h 138"/>
              <a:gd name="T40" fmla="*/ 118 w 133"/>
              <a:gd name="T41" fmla="*/ 25 h 138"/>
              <a:gd name="T42" fmla="*/ 117 w 133"/>
              <a:gd name="T43" fmla="*/ 88 h 138"/>
              <a:gd name="T44" fmla="*/ 114 w 133"/>
              <a:gd name="T45" fmla="*/ 105 h 138"/>
              <a:gd name="T46" fmla="*/ 74 w 133"/>
              <a:gd name="T47" fmla="*/ 136 h 138"/>
              <a:gd name="T48" fmla="*/ 35 w 133"/>
              <a:gd name="T49" fmla="*/ 127 h 138"/>
              <a:gd name="T50" fmla="*/ 17 w 133"/>
              <a:gd name="T51" fmla="*/ 96 h 138"/>
              <a:gd name="T52" fmla="*/ 16 w 133"/>
              <a:gd name="T53" fmla="*/ 83 h 138"/>
              <a:gd name="T54" fmla="*/ 16 w 133"/>
              <a:gd name="T55" fmla="*/ 25 h 138"/>
              <a:gd name="T56" fmla="*/ 16 w 133"/>
              <a:gd name="T57" fmla="*/ 15 h 138"/>
              <a:gd name="T58" fmla="*/ 8 w 133"/>
              <a:gd name="T59" fmla="*/ 8 h 138"/>
              <a:gd name="T60" fmla="*/ 0 w 133"/>
              <a:gd name="T61" fmla="*/ 7 h 138"/>
              <a:gd name="T62" fmla="*/ 0 w 133"/>
              <a:gd name="T63" fmla="*/ 0 h 138"/>
              <a:gd name="T64" fmla="*/ 49 w 133"/>
              <a:gd name="T65" fmla="*/ 0 h 138"/>
            </a:gdLst>
            <a:rect l="0" t="0" r="r" b="b"/>
            <a:pathLst>
              <a:path w="133" h="138">
                <a:moveTo>
                  <a:pt x="49" y="0"/>
                </a:move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1" y="8"/>
                </a:cubicBezTo>
                <a:cubicBezTo>
                  <a:pt x="36" y="8"/>
                  <a:pt x="34" y="10"/>
                  <a:pt x="34" y="15"/>
                </a:cubicBezTo>
                <a:cubicBezTo>
                  <a:pt x="33" y="17"/>
                  <a:pt x="33" y="20"/>
                  <a:pt x="33" y="23"/>
                </a:cubicBezTo>
                <a:cubicBezTo>
                  <a:pt x="33" y="43"/>
                  <a:pt x="33" y="63"/>
                  <a:pt x="33" y="83"/>
                </a:cubicBezTo>
                <a:cubicBezTo>
                  <a:pt x="33" y="87"/>
                  <a:pt x="33" y="92"/>
                  <a:pt x="34" y="96"/>
                </a:cubicBezTo>
                <a:cubicBezTo>
                  <a:pt x="36" y="112"/>
                  <a:pt x="46" y="120"/>
                  <a:pt x="60" y="124"/>
                </a:cubicBezTo>
                <a:cubicBezTo>
                  <a:pt x="76" y="128"/>
                  <a:pt x="89" y="123"/>
                  <a:pt x="100" y="110"/>
                </a:cubicBezTo>
                <a:cubicBezTo>
                  <a:pt x="104" y="106"/>
                  <a:pt x="105" y="100"/>
                  <a:pt x="106" y="94"/>
                </a:cubicBezTo>
                <a:cubicBezTo>
                  <a:pt x="106" y="90"/>
                  <a:pt x="106" y="85"/>
                  <a:pt x="107" y="80"/>
                </a:cubicBezTo>
                <a:cubicBezTo>
                  <a:pt x="107" y="62"/>
                  <a:pt x="107" y="43"/>
                  <a:pt x="107" y="24"/>
                </a:cubicBezTo>
                <a:cubicBezTo>
                  <a:pt x="107" y="21"/>
                  <a:pt x="106" y="18"/>
                  <a:pt x="106" y="15"/>
                </a:cubicBezTo>
                <a:cubicBezTo>
                  <a:pt x="105" y="10"/>
                  <a:pt x="103" y="8"/>
                  <a:pt x="97" y="8"/>
                </a:cubicBezTo>
                <a:cubicBezTo>
                  <a:pt x="95" y="7"/>
                  <a:pt x="93" y="7"/>
                  <a:pt x="91" y="7"/>
                </a:cubicBezTo>
                <a:cubicBezTo>
                  <a:pt x="91" y="4"/>
                  <a:pt x="91" y="2"/>
                  <a:pt x="91" y="0"/>
                </a:cubicBezTo>
                <a:cubicBezTo>
                  <a:pt x="105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1" y="7"/>
                  <a:pt x="128" y="7"/>
                  <a:pt x="126" y="8"/>
                </a:cubicBezTo>
                <a:cubicBezTo>
                  <a:pt x="121" y="8"/>
                  <a:pt x="119" y="11"/>
                  <a:pt x="118" y="15"/>
                </a:cubicBezTo>
                <a:cubicBezTo>
                  <a:pt x="118" y="18"/>
                  <a:pt x="118" y="22"/>
                  <a:pt x="118" y="25"/>
                </a:cubicBezTo>
                <a:cubicBezTo>
                  <a:pt x="117" y="46"/>
                  <a:pt x="118" y="67"/>
                  <a:pt x="117" y="88"/>
                </a:cubicBezTo>
                <a:cubicBezTo>
                  <a:pt x="117" y="94"/>
                  <a:pt x="116" y="99"/>
                  <a:pt x="114" y="105"/>
                </a:cubicBezTo>
                <a:cubicBezTo>
                  <a:pt x="108" y="124"/>
                  <a:pt x="94" y="134"/>
                  <a:pt x="74" y="136"/>
                </a:cubicBezTo>
                <a:cubicBezTo>
                  <a:pt x="60" y="138"/>
                  <a:pt x="47" y="135"/>
                  <a:pt x="35" y="127"/>
                </a:cubicBezTo>
                <a:cubicBezTo>
                  <a:pt x="24" y="120"/>
                  <a:pt x="18" y="109"/>
                  <a:pt x="17" y="96"/>
                </a:cubicBezTo>
                <a:cubicBezTo>
                  <a:pt x="16" y="92"/>
                  <a:pt x="16" y="87"/>
                  <a:pt x="16" y="83"/>
                </a:cubicBezTo>
                <a:cubicBezTo>
                  <a:pt x="16" y="64"/>
                  <a:pt x="16" y="45"/>
                  <a:pt x="16" y="25"/>
                </a:cubicBezTo>
                <a:cubicBezTo>
                  <a:pt x="16" y="22"/>
                  <a:pt x="16" y="18"/>
                  <a:pt x="16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9" name="Freeform 30">
            <a:extLst xmlns:a="http://schemas.openxmlformats.org/drawingml/2006/main">
              <a:ext uri="{FF2B5EF4-FFF2-40B4-BE49-F238E27FC236}">
                <a16:creationId xmlns:a16="http://schemas.microsoft.com/office/drawing/2014/main" id="{09C2BF10-DE55-4B26-9B07-0411EA5ED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371" y="689187"/>
            <a:ext cx="67288" cy="69569"/>
          </a:xfrm>
          <a:custGeom xmlns:a="http://schemas.openxmlformats.org/drawingml/2006/main">
            <a:gdLst>
              <a:gd name="T0" fmla="*/ 73 w 133"/>
              <a:gd name="T1" fmla="*/ 137 h 137"/>
              <a:gd name="T2" fmla="*/ 64 w 133"/>
              <a:gd name="T3" fmla="*/ 137 h 137"/>
              <a:gd name="T4" fmla="*/ 58 w 133"/>
              <a:gd name="T5" fmla="*/ 133 h 137"/>
              <a:gd name="T6" fmla="*/ 39 w 133"/>
              <a:gd name="T7" fmla="*/ 80 h 137"/>
              <a:gd name="T8" fmla="*/ 17 w 133"/>
              <a:gd name="T9" fmla="*/ 23 h 137"/>
              <a:gd name="T10" fmla="*/ 13 w 133"/>
              <a:gd name="T11" fmla="*/ 14 h 137"/>
              <a:gd name="T12" fmla="*/ 4 w 133"/>
              <a:gd name="T13" fmla="*/ 7 h 137"/>
              <a:gd name="T14" fmla="*/ 0 w 133"/>
              <a:gd name="T15" fmla="*/ 7 h 137"/>
              <a:gd name="T16" fmla="*/ 0 w 133"/>
              <a:gd name="T17" fmla="*/ 0 h 137"/>
              <a:gd name="T18" fmla="*/ 47 w 133"/>
              <a:gd name="T19" fmla="*/ 0 h 137"/>
              <a:gd name="T20" fmla="*/ 47 w 133"/>
              <a:gd name="T21" fmla="*/ 7 h 137"/>
              <a:gd name="T22" fmla="*/ 39 w 133"/>
              <a:gd name="T23" fmla="*/ 8 h 137"/>
              <a:gd name="T24" fmla="*/ 34 w 133"/>
              <a:gd name="T25" fmla="*/ 15 h 137"/>
              <a:gd name="T26" fmla="*/ 35 w 133"/>
              <a:gd name="T27" fmla="*/ 20 h 137"/>
              <a:gd name="T28" fmla="*/ 68 w 133"/>
              <a:gd name="T29" fmla="*/ 112 h 137"/>
              <a:gd name="T30" fmla="*/ 70 w 133"/>
              <a:gd name="T31" fmla="*/ 116 h 137"/>
              <a:gd name="T32" fmla="*/ 72 w 133"/>
              <a:gd name="T33" fmla="*/ 113 h 137"/>
              <a:gd name="T34" fmla="*/ 106 w 133"/>
              <a:gd name="T35" fmla="*/ 18 h 137"/>
              <a:gd name="T36" fmla="*/ 106 w 133"/>
              <a:gd name="T37" fmla="*/ 16 h 137"/>
              <a:gd name="T38" fmla="*/ 101 w 133"/>
              <a:gd name="T39" fmla="*/ 7 h 137"/>
              <a:gd name="T40" fmla="*/ 94 w 133"/>
              <a:gd name="T41" fmla="*/ 7 h 137"/>
              <a:gd name="T42" fmla="*/ 94 w 133"/>
              <a:gd name="T43" fmla="*/ 0 h 137"/>
              <a:gd name="T44" fmla="*/ 133 w 133"/>
              <a:gd name="T45" fmla="*/ 0 h 137"/>
              <a:gd name="T46" fmla="*/ 133 w 133"/>
              <a:gd name="T47" fmla="*/ 7 h 137"/>
              <a:gd name="T48" fmla="*/ 130 w 133"/>
              <a:gd name="T49" fmla="*/ 7 h 137"/>
              <a:gd name="T50" fmla="*/ 119 w 133"/>
              <a:gd name="T51" fmla="*/ 16 h 137"/>
              <a:gd name="T52" fmla="*/ 110 w 133"/>
              <a:gd name="T53" fmla="*/ 38 h 137"/>
              <a:gd name="T54" fmla="*/ 74 w 133"/>
              <a:gd name="T55" fmla="*/ 133 h 137"/>
              <a:gd name="T56" fmla="*/ 73 w 133"/>
              <a:gd name="T57" fmla="*/ 137 h 137"/>
            </a:gdLst>
            <a:rect l="0" t="0" r="r" b="b"/>
            <a:pathLst>
              <a:path w="133" h="137">
                <a:moveTo>
                  <a:pt x="73" y="137"/>
                </a:moveTo>
                <a:cubicBezTo>
                  <a:pt x="69" y="137"/>
                  <a:pt x="66" y="137"/>
                  <a:pt x="64" y="137"/>
                </a:cubicBezTo>
                <a:cubicBezTo>
                  <a:pt x="61" y="137"/>
                  <a:pt x="59" y="136"/>
                  <a:pt x="58" y="133"/>
                </a:cubicBezTo>
                <a:cubicBezTo>
                  <a:pt x="52" y="115"/>
                  <a:pt x="45" y="98"/>
                  <a:pt x="39" y="80"/>
                </a:cubicBezTo>
                <a:cubicBezTo>
                  <a:pt x="31" y="61"/>
                  <a:pt x="24" y="42"/>
                  <a:pt x="17" y="23"/>
                </a:cubicBezTo>
                <a:cubicBezTo>
                  <a:pt x="16" y="20"/>
                  <a:pt x="15" y="17"/>
                  <a:pt x="13" y="14"/>
                </a:cubicBezTo>
                <a:cubicBezTo>
                  <a:pt x="11" y="10"/>
                  <a:pt x="8" y="8"/>
                  <a:pt x="4" y="7"/>
                </a:cubicBezTo>
                <a:cubicBezTo>
                  <a:pt x="3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7" y="0"/>
                </a:cubicBezTo>
                <a:cubicBezTo>
                  <a:pt x="47" y="2"/>
                  <a:pt x="47" y="4"/>
                  <a:pt x="47" y="7"/>
                </a:cubicBezTo>
                <a:cubicBezTo>
                  <a:pt x="44" y="7"/>
                  <a:pt x="42" y="7"/>
                  <a:pt x="39" y="8"/>
                </a:cubicBezTo>
                <a:cubicBezTo>
                  <a:pt x="34" y="8"/>
                  <a:pt x="33" y="10"/>
                  <a:pt x="34" y="15"/>
                </a:cubicBezTo>
                <a:cubicBezTo>
                  <a:pt x="34" y="17"/>
                  <a:pt x="35" y="19"/>
                  <a:pt x="35" y="20"/>
                </a:cubicBezTo>
                <a:cubicBezTo>
                  <a:pt x="46" y="51"/>
                  <a:pt x="57" y="81"/>
                  <a:pt x="68" y="112"/>
                </a:cubicBezTo>
                <a:cubicBezTo>
                  <a:pt x="69" y="113"/>
                  <a:pt x="69" y="114"/>
                  <a:pt x="70" y="116"/>
                </a:cubicBezTo>
                <a:cubicBezTo>
                  <a:pt x="71" y="114"/>
                  <a:pt x="71" y="113"/>
                  <a:pt x="72" y="113"/>
                </a:cubicBezTo>
                <a:cubicBezTo>
                  <a:pt x="83" y="81"/>
                  <a:pt x="94" y="50"/>
                  <a:pt x="106" y="18"/>
                </a:cubicBezTo>
                <a:cubicBezTo>
                  <a:pt x="106" y="17"/>
                  <a:pt x="106" y="17"/>
                  <a:pt x="106" y="16"/>
                </a:cubicBezTo>
                <a:cubicBezTo>
                  <a:pt x="107" y="10"/>
                  <a:pt x="106" y="8"/>
                  <a:pt x="101" y="7"/>
                </a:cubicBezTo>
                <a:cubicBezTo>
                  <a:pt x="98" y="7"/>
                  <a:pt x="96" y="7"/>
                  <a:pt x="94" y="7"/>
                </a:cubicBezTo>
                <a:cubicBezTo>
                  <a:pt x="94" y="4"/>
                  <a:pt x="94" y="2"/>
                  <a:pt x="94" y="0"/>
                </a:cubicBezTo>
                <a:cubicBezTo>
                  <a:pt x="106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2" y="7"/>
                  <a:pt x="131" y="7"/>
                  <a:pt x="130" y="7"/>
                </a:cubicBezTo>
                <a:cubicBezTo>
                  <a:pt x="124" y="8"/>
                  <a:pt x="121" y="11"/>
                  <a:pt x="119" y="16"/>
                </a:cubicBezTo>
                <a:cubicBezTo>
                  <a:pt x="116" y="24"/>
                  <a:pt x="113" y="31"/>
                  <a:pt x="110" y="38"/>
                </a:cubicBezTo>
                <a:cubicBezTo>
                  <a:pt x="98" y="70"/>
                  <a:pt x="86" y="101"/>
                  <a:pt x="74" y="133"/>
                </a:cubicBezTo>
                <a:cubicBezTo>
                  <a:pt x="74" y="134"/>
                  <a:pt x="73" y="135"/>
                  <a:pt x="73" y="13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0" name="Freeform 31">
            <a:extLst xmlns:a="http://schemas.openxmlformats.org/drawingml/2006/main">
              <a:ext uri="{FF2B5EF4-FFF2-40B4-BE49-F238E27FC236}">
                <a16:creationId xmlns:a16="http://schemas.microsoft.com/office/drawing/2014/main" id="{C391EB02-2331-45FD-9379-F9ED00112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6484" y="689187"/>
            <a:ext cx="61016" cy="68429"/>
          </a:xfrm>
          <a:custGeom xmlns:a="http://schemas.openxmlformats.org/drawingml/2006/main">
            <a:gdLst>
              <a:gd name="T0" fmla="*/ 85 w 120"/>
              <a:gd name="T1" fmla="*/ 127 h 135"/>
              <a:gd name="T2" fmla="*/ 85 w 120"/>
              <a:gd name="T3" fmla="*/ 134 h 135"/>
              <a:gd name="T4" fmla="*/ 35 w 120"/>
              <a:gd name="T5" fmla="*/ 134 h 135"/>
              <a:gd name="T6" fmla="*/ 35 w 120"/>
              <a:gd name="T7" fmla="*/ 127 h 135"/>
              <a:gd name="T8" fmla="*/ 44 w 120"/>
              <a:gd name="T9" fmla="*/ 126 h 135"/>
              <a:gd name="T10" fmla="*/ 50 w 120"/>
              <a:gd name="T11" fmla="*/ 120 h 135"/>
              <a:gd name="T12" fmla="*/ 51 w 120"/>
              <a:gd name="T13" fmla="*/ 113 h 135"/>
              <a:gd name="T14" fmla="*/ 51 w 120"/>
              <a:gd name="T15" fmla="*/ 85 h 135"/>
              <a:gd name="T16" fmla="*/ 50 w 120"/>
              <a:gd name="T17" fmla="*/ 79 h 135"/>
              <a:gd name="T18" fmla="*/ 17 w 120"/>
              <a:gd name="T19" fmla="*/ 19 h 135"/>
              <a:gd name="T20" fmla="*/ 15 w 120"/>
              <a:gd name="T21" fmla="*/ 15 h 135"/>
              <a:gd name="T22" fmla="*/ 3 w 120"/>
              <a:gd name="T23" fmla="*/ 7 h 135"/>
              <a:gd name="T24" fmla="*/ 0 w 120"/>
              <a:gd name="T25" fmla="*/ 7 h 135"/>
              <a:gd name="T26" fmla="*/ 0 w 120"/>
              <a:gd name="T27" fmla="*/ 0 h 135"/>
              <a:gd name="T28" fmla="*/ 48 w 120"/>
              <a:gd name="T29" fmla="*/ 0 h 135"/>
              <a:gd name="T30" fmla="*/ 48 w 120"/>
              <a:gd name="T31" fmla="*/ 7 h 135"/>
              <a:gd name="T32" fmla="*/ 40 w 120"/>
              <a:gd name="T33" fmla="*/ 7 h 135"/>
              <a:gd name="T34" fmla="*/ 36 w 120"/>
              <a:gd name="T35" fmla="*/ 14 h 135"/>
              <a:gd name="T36" fmla="*/ 37 w 120"/>
              <a:gd name="T37" fmla="*/ 18 h 135"/>
              <a:gd name="T38" fmla="*/ 61 w 120"/>
              <a:gd name="T39" fmla="*/ 64 h 135"/>
              <a:gd name="T40" fmla="*/ 63 w 120"/>
              <a:gd name="T41" fmla="*/ 68 h 135"/>
              <a:gd name="T42" fmla="*/ 66 w 120"/>
              <a:gd name="T43" fmla="*/ 64 h 135"/>
              <a:gd name="T44" fmla="*/ 91 w 120"/>
              <a:gd name="T45" fmla="*/ 18 h 135"/>
              <a:gd name="T46" fmla="*/ 93 w 120"/>
              <a:gd name="T47" fmla="*/ 12 h 135"/>
              <a:gd name="T48" fmla="*/ 90 w 120"/>
              <a:gd name="T49" fmla="*/ 8 h 135"/>
              <a:gd name="T50" fmla="*/ 81 w 120"/>
              <a:gd name="T51" fmla="*/ 7 h 135"/>
              <a:gd name="T52" fmla="*/ 81 w 120"/>
              <a:gd name="T53" fmla="*/ 0 h 135"/>
              <a:gd name="T54" fmla="*/ 120 w 120"/>
              <a:gd name="T55" fmla="*/ 0 h 135"/>
              <a:gd name="T56" fmla="*/ 120 w 120"/>
              <a:gd name="T57" fmla="*/ 7 h 135"/>
              <a:gd name="T58" fmla="*/ 115 w 120"/>
              <a:gd name="T59" fmla="*/ 8 h 135"/>
              <a:gd name="T60" fmla="*/ 108 w 120"/>
              <a:gd name="T61" fmla="*/ 12 h 135"/>
              <a:gd name="T62" fmla="*/ 103 w 120"/>
              <a:gd name="T63" fmla="*/ 19 h 135"/>
              <a:gd name="T64" fmla="*/ 71 w 120"/>
              <a:gd name="T65" fmla="*/ 75 h 135"/>
              <a:gd name="T66" fmla="*/ 69 w 120"/>
              <a:gd name="T67" fmla="*/ 82 h 135"/>
              <a:gd name="T68" fmla="*/ 69 w 120"/>
              <a:gd name="T69" fmla="*/ 111 h 135"/>
              <a:gd name="T70" fmla="*/ 69 w 120"/>
              <a:gd name="T71" fmla="*/ 118 h 135"/>
              <a:gd name="T72" fmla="*/ 77 w 120"/>
              <a:gd name="T73" fmla="*/ 126 h 135"/>
              <a:gd name="T74" fmla="*/ 85 w 120"/>
              <a:gd name="T75" fmla="*/ 127 h 135"/>
            </a:gdLst>
            <a:rect l="0" t="0" r="r" b="b"/>
            <a:pathLst>
              <a:path w="120" h="135">
                <a:moveTo>
                  <a:pt x="85" y="127"/>
                </a:moveTo>
                <a:cubicBezTo>
                  <a:pt x="85" y="130"/>
                  <a:pt x="85" y="132"/>
                  <a:pt x="85" y="134"/>
                </a:cubicBezTo>
                <a:cubicBezTo>
                  <a:pt x="81" y="135"/>
                  <a:pt x="44" y="135"/>
                  <a:pt x="35" y="134"/>
                </a:cubicBezTo>
                <a:cubicBezTo>
                  <a:pt x="35" y="132"/>
                  <a:pt x="35" y="130"/>
                  <a:pt x="35" y="127"/>
                </a:cubicBezTo>
                <a:cubicBezTo>
                  <a:pt x="38" y="127"/>
                  <a:pt x="41" y="126"/>
                  <a:pt x="44" y="126"/>
                </a:cubicBezTo>
                <a:cubicBezTo>
                  <a:pt x="48" y="126"/>
                  <a:pt x="50" y="124"/>
                  <a:pt x="50" y="120"/>
                </a:cubicBezTo>
                <a:cubicBezTo>
                  <a:pt x="51" y="118"/>
                  <a:pt x="51" y="115"/>
                  <a:pt x="51" y="113"/>
                </a:cubicBezTo>
                <a:cubicBezTo>
                  <a:pt x="51" y="104"/>
                  <a:pt x="51" y="95"/>
                  <a:pt x="51" y="85"/>
                </a:cubicBezTo>
                <a:cubicBezTo>
                  <a:pt x="51" y="83"/>
                  <a:pt x="51" y="81"/>
                  <a:pt x="50" y="79"/>
                </a:cubicBezTo>
                <a:cubicBezTo>
                  <a:pt x="39" y="59"/>
                  <a:pt x="28" y="39"/>
                  <a:pt x="17" y="19"/>
                </a:cubicBezTo>
                <a:cubicBezTo>
                  <a:pt x="16" y="17"/>
                  <a:pt x="15" y="16"/>
                  <a:pt x="15" y="15"/>
                </a:cubicBezTo>
                <a:cubicBezTo>
                  <a:pt x="12" y="10"/>
                  <a:pt x="9" y="7"/>
                  <a:pt x="3" y="7"/>
                </a:cubicBezTo>
                <a:cubicBezTo>
                  <a:pt x="2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8" y="0"/>
                </a:cubicBezTo>
                <a:cubicBezTo>
                  <a:pt x="48" y="2"/>
                  <a:pt x="48" y="4"/>
                  <a:pt x="48" y="7"/>
                </a:cubicBezTo>
                <a:cubicBezTo>
                  <a:pt x="45" y="7"/>
                  <a:pt x="42" y="7"/>
                  <a:pt x="40" y="7"/>
                </a:cubicBezTo>
                <a:cubicBezTo>
                  <a:pt x="35" y="8"/>
                  <a:pt x="34" y="10"/>
                  <a:pt x="36" y="14"/>
                </a:cubicBezTo>
                <a:cubicBezTo>
                  <a:pt x="36" y="15"/>
                  <a:pt x="37" y="17"/>
                  <a:pt x="37" y="18"/>
                </a:cubicBezTo>
                <a:cubicBezTo>
                  <a:pt x="45" y="33"/>
                  <a:pt x="53" y="49"/>
                  <a:pt x="61" y="64"/>
                </a:cubicBezTo>
                <a:cubicBezTo>
                  <a:pt x="61" y="65"/>
                  <a:pt x="62" y="66"/>
                  <a:pt x="63" y="68"/>
                </a:cubicBezTo>
                <a:cubicBezTo>
                  <a:pt x="64" y="66"/>
                  <a:pt x="65" y="65"/>
                  <a:pt x="66" y="64"/>
                </a:cubicBezTo>
                <a:cubicBezTo>
                  <a:pt x="74" y="49"/>
                  <a:pt x="82" y="34"/>
                  <a:pt x="91" y="18"/>
                </a:cubicBezTo>
                <a:cubicBezTo>
                  <a:pt x="92" y="16"/>
                  <a:pt x="93" y="14"/>
                  <a:pt x="93" y="12"/>
                </a:cubicBezTo>
                <a:cubicBezTo>
                  <a:pt x="94" y="9"/>
                  <a:pt x="93" y="8"/>
                  <a:pt x="90" y="8"/>
                </a:cubicBezTo>
                <a:cubicBezTo>
                  <a:pt x="87" y="7"/>
                  <a:pt x="85" y="7"/>
                  <a:pt x="81" y="7"/>
                </a:cubicBezTo>
                <a:cubicBezTo>
                  <a:pt x="81" y="4"/>
                  <a:pt x="81" y="2"/>
                  <a:pt x="81" y="0"/>
                </a:cubicBezTo>
                <a:cubicBezTo>
                  <a:pt x="94" y="0"/>
                  <a:pt x="107" y="0"/>
                  <a:pt x="120" y="0"/>
                </a:cubicBezTo>
                <a:cubicBezTo>
                  <a:pt x="120" y="2"/>
                  <a:pt x="120" y="4"/>
                  <a:pt x="120" y="7"/>
                </a:cubicBezTo>
                <a:cubicBezTo>
                  <a:pt x="119" y="7"/>
                  <a:pt x="117" y="7"/>
                  <a:pt x="115" y="8"/>
                </a:cubicBezTo>
                <a:cubicBezTo>
                  <a:pt x="112" y="8"/>
                  <a:pt x="109" y="9"/>
                  <a:pt x="108" y="12"/>
                </a:cubicBezTo>
                <a:cubicBezTo>
                  <a:pt x="106" y="14"/>
                  <a:pt x="104" y="17"/>
                  <a:pt x="103" y="19"/>
                </a:cubicBezTo>
                <a:cubicBezTo>
                  <a:pt x="92" y="38"/>
                  <a:pt x="81" y="56"/>
                  <a:pt x="71" y="75"/>
                </a:cubicBezTo>
                <a:cubicBezTo>
                  <a:pt x="69" y="77"/>
                  <a:pt x="68" y="80"/>
                  <a:pt x="69" y="82"/>
                </a:cubicBezTo>
                <a:cubicBezTo>
                  <a:pt x="69" y="92"/>
                  <a:pt x="69" y="102"/>
                  <a:pt x="69" y="111"/>
                </a:cubicBezTo>
                <a:cubicBezTo>
                  <a:pt x="69" y="114"/>
                  <a:pt x="69" y="116"/>
                  <a:pt x="69" y="118"/>
                </a:cubicBezTo>
                <a:cubicBezTo>
                  <a:pt x="70" y="124"/>
                  <a:pt x="71" y="125"/>
                  <a:pt x="77" y="126"/>
                </a:cubicBezTo>
                <a:cubicBezTo>
                  <a:pt x="80" y="126"/>
                  <a:pt x="82" y="127"/>
                  <a:pt x="85" y="12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1" name="Freeform 32">
            <a:extLst xmlns:a="http://schemas.openxmlformats.org/drawingml/2006/main">
              <a:ext uri="{FF2B5EF4-FFF2-40B4-BE49-F238E27FC236}">
                <a16:creationId xmlns:a16="http://schemas.microsoft.com/office/drawing/2014/main" id="{2284E7F5-4B52-431A-AEC9-4AB0A2230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749" y="686906"/>
            <a:ext cx="58735" cy="70140"/>
          </a:xfrm>
          <a:custGeom xmlns:a="http://schemas.openxmlformats.org/drawingml/2006/main">
            <a:gdLst>
              <a:gd name="T0" fmla="*/ 108 w 116"/>
              <a:gd name="T1" fmla="*/ 42 h 139"/>
              <a:gd name="T2" fmla="*/ 102 w 116"/>
              <a:gd name="T3" fmla="*/ 29 h 139"/>
              <a:gd name="T4" fmla="*/ 72 w 116"/>
              <a:gd name="T5" fmla="*/ 14 h 139"/>
              <a:gd name="T6" fmla="*/ 67 w 116"/>
              <a:gd name="T7" fmla="*/ 18 h 139"/>
              <a:gd name="T8" fmla="*/ 66 w 116"/>
              <a:gd name="T9" fmla="*/ 24 h 139"/>
              <a:gd name="T10" fmla="*/ 66 w 116"/>
              <a:gd name="T11" fmla="*/ 115 h 139"/>
              <a:gd name="T12" fmla="*/ 67 w 116"/>
              <a:gd name="T13" fmla="*/ 123 h 139"/>
              <a:gd name="T14" fmla="*/ 75 w 116"/>
              <a:gd name="T15" fmla="*/ 131 h 139"/>
              <a:gd name="T16" fmla="*/ 83 w 116"/>
              <a:gd name="T17" fmla="*/ 132 h 139"/>
              <a:gd name="T18" fmla="*/ 83 w 116"/>
              <a:gd name="T19" fmla="*/ 139 h 139"/>
              <a:gd name="T20" fmla="*/ 33 w 116"/>
              <a:gd name="T21" fmla="*/ 139 h 139"/>
              <a:gd name="T22" fmla="*/ 33 w 116"/>
              <a:gd name="T23" fmla="*/ 132 h 139"/>
              <a:gd name="T24" fmla="*/ 41 w 116"/>
              <a:gd name="T25" fmla="*/ 131 h 139"/>
              <a:gd name="T26" fmla="*/ 49 w 116"/>
              <a:gd name="T27" fmla="*/ 123 h 139"/>
              <a:gd name="T28" fmla="*/ 49 w 116"/>
              <a:gd name="T29" fmla="*/ 118 h 139"/>
              <a:gd name="T30" fmla="*/ 49 w 116"/>
              <a:gd name="T31" fmla="*/ 22 h 139"/>
              <a:gd name="T32" fmla="*/ 41 w 116"/>
              <a:gd name="T33" fmla="*/ 14 h 139"/>
              <a:gd name="T34" fmla="*/ 32 w 116"/>
              <a:gd name="T35" fmla="*/ 15 h 139"/>
              <a:gd name="T36" fmla="*/ 18 w 116"/>
              <a:gd name="T37" fmla="*/ 23 h 139"/>
              <a:gd name="T38" fmla="*/ 11 w 116"/>
              <a:gd name="T39" fmla="*/ 36 h 139"/>
              <a:gd name="T40" fmla="*/ 8 w 116"/>
              <a:gd name="T41" fmla="*/ 42 h 139"/>
              <a:gd name="T42" fmla="*/ 0 w 116"/>
              <a:gd name="T43" fmla="*/ 39 h 139"/>
              <a:gd name="T44" fmla="*/ 13 w 116"/>
              <a:gd name="T45" fmla="*/ 0 h 139"/>
              <a:gd name="T46" fmla="*/ 19 w 116"/>
              <a:gd name="T47" fmla="*/ 0 h 139"/>
              <a:gd name="T48" fmla="*/ 21 w 116"/>
              <a:gd name="T49" fmla="*/ 4 h 139"/>
              <a:gd name="T50" fmla="*/ 95 w 116"/>
              <a:gd name="T51" fmla="*/ 4 h 139"/>
              <a:gd name="T52" fmla="*/ 97 w 116"/>
              <a:gd name="T53" fmla="*/ 0 h 139"/>
              <a:gd name="T54" fmla="*/ 103 w 116"/>
              <a:gd name="T55" fmla="*/ 0 h 139"/>
              <a:gd name="T56" fmla="*/ 116 w 116"/>
              <a:gd name="T57" fmla="*/ 39 h 139"/>
              <a:gd name="T58" fmla="*/ 108 w 116"/>
              <a:gd name="T59" fmla="*/ 42 h 139"/>
            </a:gdLst>
            <a:rect l="0" t="0" r="r" b="b"/>
            <a:pathLst>
              <a:path w="116" h="139">
                <a:moveTo>
                  <a:pt x="108" y="42"/>
                </a:moveTo>
                <a:cubicBezTo>
                  <a:pt x="106" y="37"/>
                  <a:pt x="104" y="33"/>
                  <a:pt x="102" y="29"/>
                </a:cubicBezTo>
                <a:cubicBezTo>
                  <a:pt x="96" y="17"/>
                  <a:pt x="85" y="13"/>
                  <a:pt x="72" y="14"/>
                </a:cubicBezTo>
                <a:cubicBezTo>
                  <a:pt x="68" y="14"/>
                  <a:pt x="67" y="15"/>
                  <a:pt x="67" y="18"/>
                </a:cubicBezTo>
                <a:cubicBezTo>
                  <a:pt x="66" y="20"/>
                  <a:pt x="66" y="22"/>
                  <a:pt x="66" y="24"/>
                </a:cubicBezTo>
                <a:cubicBezTo>
                  <a:pt x="66" y="54"/>
                  <a:pt x="66" y="85"/>
                  <a:pt x="66" y="115"/>
                </a:cubicBezTo>
                <a:cubicBezTo>
                  <a:pt x="66" y="118"/>
                  <a:pt x="67" y="120"/>
                  <a:pt x="67" y="123"/>
                </a:cubicBezTo>
                <a:cubicBezTo>
                  <a:pt x="68" y="128"/>
                  <a:pt x="70" y="130"/>
                  <a:pt x="75" y="131"/>
                </a:cubicBezTo>
                <a:cubicBezTo>
                  <a:pt x="78" y="131"/>
                  <a:pt x="80" y="132"/>
                  <a:pt x="83" y="132"/>
                </a:cubicBezTo>
                <a:cubicBezTo>
                  <a:pt x="83" y="134"/>
                  <a:pt x="83" y="137"/>
                  <a:pt x="83" y="139"/>
                </a:cubicBezTo>
                <a:cubicBezTo>
                  <a:pt x="66" y="139"/>
                  <a:pt x="50" y="139"/>
                  <a:pt x="33" y="139"/>
                </a:cubicBezTo>
                <a:cubicBezTo>
                  <a:pt x="33" y="137"/>
                  <a:pt x="33" y="135"/>
                  <a:pt x="33" y="132"/>
                </a:cubicBezTo>
                <a:cubicBezTo>
                  <a:pt x="36" y="132"/>
                  <a:pt x="39" y="131"/>
                  <a:pt x="41" y="131"/>
                </a:cubicBezTo>
                <a:cubicBezTo>
                  <a:pt x="47" y="130"/>
                  <a:pt x="49" y="128"/>
                  <a:pt x="49" y="123"/>
                </a:cubicBezTo>
                <a:cubicBezTo>
                  <a:pt x="49" y="121"/>
                  <a:pt x="49" y="120"/>
                  <a:pt x="49" y="118"/>
                </a:cubicBezTo>
                <a:cubicBezTo>
                  <a:pt x="49" y="86"/>
                  <a:pt x="49" y="54"/>
                  <a:pt x="49" y="22"/>
                </a:cubicBezTo>
                <a:cubicBezTo>
                  <a:pt x="49" y="14"/>
                  <a:pt x="49" y="13"/>
                  <a:pt x="41" y="14"/>
                </a:cubicBezTo>
                <a:cubicBezTo>
                  <a:pt x="38" y="14"/>
                  <a:pt x="35" y="14"/>
                  <a:pt x="32" y="15"/>
                </a:cubicBezTo>
                <a:cubicBezTo>
                  <a:pt x="26" y="16"/>
                  <a:pt x="21" y="18"/>
                  <a:pt x="18" y="23"/>
                </a:cubicBezTo>
                <a:cubicBezTo>
                  <a:pt x="15" y="27"/>
                  <a:pt x="13" y="32"/>
                  <a:pt x="11" y="36"/>
                </a:cubicBezTo>
                <a:cubicBezTo>
                  <a:pt x="10" y="38"/>
                  <a:pt x="9" y="40"/>
                  <a:pt x="8" y="42"/>
                </a:cubicBezTo>
                <a:cubicBezTo>
                  <a:pt x="5" y="41"/>
                  <a:pt x="3" y="40"/>
                  <a:pt x="0" y="39"/>
                </a:cubicBezTo>
                <a:cubicBezTo>
                  <a:pt x="5" y="26"/>
                  <a:pt x="9" y="13"/>
                  <a:pt x="13" y="0"/>
                </a:cubicBezTo>
                <a:cubicBezTo>
                  <a:pt x="15" y="0"/>
                  <a:pt x="17" y="0"/>
                  <a:pt x="19" y="0"/>
                </a:cubicBezTo>
                <a:cubicBezTo>
                  <a:pt x="20" y="1"/>
                  <a:pt x="20" y="3"/>
                  <a:pt x="21" y="4"/>
                </a:cubicBezTo>
                <a:cubicBezTo>
                  <a:pt x="46" y="4"/>
                  <a:pt x="70" y="4"/>
                  <a:pt x="95" y="4"/>
                </a:cubicBezTo>
                <a:cubicBezTo>
                  <a:pt x="95" y="3"/>
                  <a:pt x="96" y="1"/>
                  <a:pt x="97" y="0"/>
                </a:cubicBezTo>
                <a:cubicBezTo>
                  <a:pt x="98" y="0"/>
                  <a:pt x="100" y="0"/>
                  <a:pt x="103" y="0"/>
                </a:cubicBezTo>
                <a:cubicBezTo>
                  <a:pt x="107" y="13"/>
                  <a:pt x="112" y="26"/>
                  <a:pt x="116" y="39"/>
                </a:cubicBezTo>
                <a:cubicBezTo>
                  <a:pt x="113" y="40"/>
                  <a:pt x="111" y="41"/>
                  <a:pt x="108" y="42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2" name="Freeform 33">
            <a:extLst xmlns:a="http://schemas.openxmlformats.org/drawingml/2006/main">
              <a:ext uri="{FF2B5EF4-FFF2-40B4-BE49-F238E27FC236}">
                <a16:creationId xmlns:a16="http://schemas.microsoft.com/office/drawing/2014/main" id="{C8BD2BD9-C4E8-4DC3-A1F6-524E2922F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1440" y="689187"/>
            <a:ext cx="25090" cy="67859"/>
          </a:xfrm>
          <a:custGeom xmlns:a="http://schemas.openxmlformats.org/drawingml/2006/main">
            <a:gdLst>
              <a:gd name="T0" fmla="*/ 0 w 50"/>
              <a:gd name="T1" fmla="*/ 134 h 134"/>
              <a:gd name="T2" fmla="*/ 0 w 50"/>
              <a:gd name="T3" fmla="*/ 127 h 134"/>
              <a:gd name="T4" fmla="*/ 9 w 50"/>
              <a:gd name="T5" fmla="*/ 126 h 134"/>
              <a:gd name="T6" fmla="*/ 16 w 50"/>
              <a:gd name="T7" fmla="*/ 119 h 134"/>
              <a:gd name="T8" fmla="*/ 16 w 50"/>
              <a:gd name="T9" fmla="*/ 113 h 134"/>
              <a:gd name="T10" fmla="*/ 16 w 50"/>
              <a:gd name="T11" fmla="*/ 21 h 134"/>
              <a:gd name="T12" fmla="*/ 16 w 50"/>
              <a:gd name="T13" fmla="*/ 13 h 134"/>
              <a:gd name="T14" fmla="*/ 9 w 50"/>
              <a:gd name="T15" fmla="*/ 8 h 134"/>
              <a:gd name="T16" fmla="*/ 1 w 50"/>
              <a:gd name="T17" fmla="*/ 7 h 134"/>
              <a:gd name="T18" fmla="*/ 1 w 50"/>
              <a:gd name="T19" fmla="*/ 0 h 134"/>
              <a:gd name="T20" fmla="*/ 49 w 50"/>
              <a:gd name="T21" fmla="*/ 0 h 134"/>
              <a:gd name="T22" fmla="*/ 49 w 50"/>
              <a:gd name="T23" fmla="*/ 7 h 134"/>
              <a:gd name="T24" fmla="*/ 42 w 50"/>
              <a:gd name="T25" fmla="*/ 8 h 134"/>
              <a:gd name="T26" fmla="*/ 34 w 50"/>
              <a:gd name="T27" fmla="*/ 15 h 134"/>
              <a:gd name="T28" fmla="*/ 33 w 50"/>
              <a:gd name="T29" fmla="*/ 23 h 134"/>
              <a:gd name="T30" fmla="*/ 33 w 50"/>
              <a:gd name="T31" fmla="*/ 113 h 134"/>
              <a:gd name="T32" fmla="*/ 46 w 50"/>
              <a:gd name="T33" fmla="*/ 127 h 134"/>
              <a:gd name="T34" fmla="*/ 49 w 50"/>
              <a:gd name="T35" fmla="*/ 127 h 134"/>
              <a:gd name="T36" fmla="*/ 50 w 50"/>
              <a:gd name="T37" fmla="*/ 131 h 134"/>
              <a:gd name="T38" fmla="*/ 49 w 50"/>
              <a:gd name="T39" fmla="*/ 134 h 134"/>
              <a:gd name="T40" fmla="*/ 0 w 50"/>
              <a:gd name="T41" fmla="*/ 134 h 134"/>
            </a:gdLst>
            <a:rect l="0" t="0" r="r" b="b"/>
            <a:pathLst>
              <a:path w="50" h="134">
                <a:moveTo>
                  <a:pt x="0" y="134"/>
                </a:move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9" y="126"/>
                </a:cubicBezTo>
                <a:cubicBezTo>
                  <a:pt x="13" y="125"/>
                  <a:pt x="15" y="124"/>
                  <a:pt x="16" y="119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18"/>
                  <a:pt x="16" y="16"/>
                  <a:pt x="16" y="13"/>
                </a:cubicBezTo>
                <a:cubicBezTo>
                  <a:pt x="15" y="10"/>
                  <a:pt x="13" y="8"/>
                  <a:pt x="9" y="8"/>
                </a:cubicBezTo>
                <a:cubicBezTo>
                  <a:pt x="6" y="7"/>
                  <a:pt x="4" y="7"/>
                  <a:pt x="1" y="7"/>
                </a:cubicBezTo>
                <a:cubicBezTo>
                  <a:pt x="1" y="4"/>
                  <a:pt x="1" y="2"/>
                  <a:pt x="1" y="0"/>
                </a:cubicBezTo>
                <a:cubicBezTo>
                  <a:pt x="17" y="0"/>
                  <a:pt x="33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7" y="7"/>
                  <a:pt x="44" y="7"/>
                  <a:pt x="42" y="8"/>
                </a:cubicBezTo>
                <a:cubicBezTo>
                  <a:pt x="38" y="8"/>
                  <a:pt x="35" y="10"/>
                  <a:pt x="34" y="15"/>
                </a:cubicBezTo>
                <a:cubicBezTo>
                  <a:pt x="34" y="17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6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8"/>
                  <a:pt x="50" y="129"/>
                  <a:pt x="50" y="131"/>
                </a:cubicBezTo>
                <a:cubicBezTo>
                  <a:pt x="50" y="132"/>
                  <a:pt x="49" y="133"/>
                  <a:pt x="49" y="134"/>
                </a:cubicBezTo>
                <a:cubicBezTo>
                  <a:pt x="33" y="134"/>
                  <a:pt x="17" y="134"/>
                  <a:pt x="0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3" name="Freeform 34">
            <a:extLst xmlns:a="http://schemas.openxmlformats.org/drawingml/2006/main">
              <a:ext uri="{FF2B5EF4-FFF2-40B4-BE49-F238E27FC236}">
                <a16:creationId xmlns:a16="http://schemas.microsoft.com/office/drawing/2014/main" id="{054FE41C-3C01-4453-A150-BC3F2592D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237" y="689187"/>
            <a:ext cx="24520" cy="68429"/>
          </a:xfrm>
          <a:custGeom xmlns:a="http://schemas.openxmlformats.org/drawingml/2006/main">
            <a:gdLst>
              <a:gd name="T0" fmla="*/ 0 w 49"/>
              <a:gd name="T1" fmla="*/ 7 h 135"/>
              <a:gd name="T2" fmla="*/ 0 w 49"/>
              <a:gd name="T3" fmla="*/ 0 h 135"/>
              <a:gd name="T4" fmla="*/ 49 w 49"/>
              <a:gd name="T5" fmla="*/ 0 h 135"/>
              <a:gd name="T6" fmla="*/ 49 w 49"/>
              <a:gd name="T7" fmla="*/ 7 h 135"/>
              <a:gd name="T8" fmla="*/ 42 w 49"/>
              <a:gd name="T9" fmla="*/ 8 h 135"/>
              <a:gd name="T10" fmla="*/ 34 w 49"/>
              <a:gd name="T11" fmla="*/ 15 h 135"/>
              <a:gd name="T12" fmla="*/ 33 w 49"/>
              <a:gd name="T13" fmla="*/ 23 h 135"/>
              <a:gd name="T14" fmla="*/ 33 w 49"/>
              <a:gd name="T15" fmla="*/ 113 h 135"/>
              <a:gd name="T16" fmla="*/ 46 w 49"/>
              <a:gd name="T17" fmla="*/ 127 h 135"/>
              <a:gd name="T18" fmla="*/ 49 w 49"/>
              <a:gd name="T19" fmla="*/ 127 h 135"/>
              <a:gd name="T20" fmla="*/ 49 w 49"/>
              <a:gd name="T21" fmla="*/ 134 h 135"/>
              <a:gd name="T22" fmla="*/ 0 w 49"/>
              <a:gd name="T23" fmla="*/ 134 h 135"/>
              <a:gd name="T24" fmla="*/ 0 w 49"/>
              <a:gd name="T25" fmla="*/ 127 h 135"/>
              <a:gd name="T26" fmla="*/ 7 w 49"/>
              <a:gd name="T27" fmla="*/ 126 h 135"/>
              <a:gd name="T28" fmla="*/ 16 w 49"/>
              <a:gd name="T29" fmla="*/ 118 h 135"/>
              <a:gd name="T30" fmla="*/ 16 w 49"/>
              <a:gd name="T31" fmla="*/ 113 h 135"/>
              <a:gd name="T32" fmla="*/ 16 w 49"/>
              <a:gd name="T33" fmla="*/ 20 h 135"/>
              <a:gd name="T34" fmla="*/ 15 w 49"/>
              <a:gd name="T35" fmla="*/ 13 h 135"/>
              <a:gd name="T36" fmla="*/ 9 w 49"/>
              <a:gd name="T37" fmla="*/ 8 h 135"/>
              <a:gd name="T38" fmla="*/ 0 w 49"/>
              <a:gd name="T39" fmla="*/ 7 h 135"/>
            </a:gdLst>
            <a:rect l="0" t="0" r="r" b="b"/>
            <a:pathLst>
              <a:path w="49" h="135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5" y="10"/>
                  <a:pt x="34" y="15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5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45" y="135"/>
                  <a:pt x="9" y="135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5" y="127"/>
                  <a:pt x="7" y="126"/>
                </a:cubicBezTo>
                <a:cubicBezTo>
                  <a:pt x="13" y="126"/>
                  <a:pt x="15" y="124"/>
                  <a:pt x="16" y="118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8"/>
                  <a:pt x="15" y="16"/>
                  <a:pt x="15" y="13"/>
                </a:cubicBezTo>
                <a:cubicBezTo>
                  <a:pt x="14" y="10"/>
                  <a:pt x="12" y="8"/>
                  <a:pt x="9" y="8"/>
                </a:cubicBezTo>
                <a:cubicBezTo>
                  <a:pt x="6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4" name="Freeform 35">
            <a:extLst xmlns:a="http://schemas.openxmlformats.org/drawingml/2006/main">
              <a:ext uri="{FF2B5EF4-FFF2-40B4-BE49-F238E27FC236}">
                <a16:creationId xmlns:a16="http://schemas.microsoft.com/office/drawing/2014/main" id="{A429C980-CCD0-42B4-ACD6-E0F0D11FC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429" y="689187"/>
            <a:ext cx="24520" cy="67859"/>
          </a:xfrm>
          <a:custGeom xmlns:a="http://schemas.openxmlformats.org/drawingml/2006/main">
            <a:gdLst>
              <a:gd name="T0" fmla="*/ 0 w 49"/>
              <a:gd name="T1" fmla="*/ 7 h 134"/>
              <a:gd name="T2" fmla="*/ 0 w 49"/>
              <a:gd name="T3" fmla="*/ 0 h 134"/>
              <a:gd name="T4" fmla="*/ 49 w 49"/>
              <a:gd name="T5" fmla="*/ 0 h 134"/>
              <a:gd name="T6" fmla="*/ 49 w 49"/>
              <a:gd name="T7" fmla="*/ 7 h 134"/>
              <a:gd name="T8" fmla="*/ 42 w 49"/>
              <a:gd name="T9" fmla="*/ 8 h 134"/>
              <a:gd name="T10" fmla="*/ 34 w 49"/>
              <a:gd name="T11" fmla="*/ 15 h 134"/>
              <a:gd name="T12" fmla="*/ 33 w 49"/>
              <a:gd name="T13" fmla="*/ 23 h 134"/>
              <a:gd name="T14" fmla="*/ 33 w 49"/>
              <a:gd name="T15" fmla="*/ 112 h 134"/>
              <a:gd name="T16" fmla="*/ 34 w 49"/>
              <a:gd name="T17" fmla="*/ 120 h 134"/>
              <a:gd name="T18" fmla="*/ 40 w 49"/>
              <a:gd name="T19" fmla="*/ 126 h 134"/>
              <a:gd name="T20" fmla="*/ 49 w 49"/>
              <a:gd name="T21" fmla="*/ 127 h 134"/>
              <a:gd name="T22" fmla="*/ 49 w 49"/>
              <a:gd name="T23" fmla="*/ 134 h 134"/>
              <a:gd name="T24" fmla="*/ 0 w 49"/>
              <a:gd name="T25" fmla="*/ 134 h 134"/>
              <a:gd name="T26" fmla="*/ 0 w 49"/>
              <a:gd name="T27" fmla="*/ 127 h 134"/>
              <a:gd name="T28" fmla="*/ 8 w 49"/>
              <a:gd name="T29" fmla="*/ 126 h 134"/>
              <a:gd name="T30" fmla="*/ 15 w 49"/>
              <a:gd name="T31" fmla="*/ 119 h 134"/>
              <a:gd name="T32" fmla="*/ 16 w 49"/>
              <a:gd name="T33" fmla="*/ 110 h 134"/>
              <a:gd name="T34" fmla="*/ 16 w 49"/>
              <a:gd name="T35" fmla="*/ 25 h 134"/>
              <a:gd name="T36" fmla="*/ 15 w 49"/>
              <a:gd name="T37" fmla="*/ 15 h 134"/>
              <a:gd name="T38" fmla="*/ 8 w 49"/>
              <a:gd name="T39" fmla="*/ 8 h 134"/>
              <a:gd name="T40" fmla="*/ 0 w 49"/>
              <a:gd name="T41" fmla="*/ 7 h 134"/>
            </a:gdLst>
            <a:rect l="0" t="0" r="r" b="b"/>
            <a:pathLst>
              <a:path w="49" h="134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4" y="10"/>
                  <a:pt x="34" y="15"/>
                </a:cubicBezTo>
                <a:cubicBezTo>
                  <a:pt x="33" y="18"/>
                  <a:pt x="33" y="21"/>
                  <a:pt x="33" y="23"/>
                </a:cubicBezTo>
                <a:cubicBezTo>
                  <a:pt x="33" y="53"/>
                  <a:pt x="33" y="83"/>
                  <a:pt x="33" y="112"/>
                </a:cubicBezTo>
                <a:cubicBezTo>
                  <a:pt x="33" y="115"/>
                  <a:pt x="33" y="118"/>
                  <a:pt x="34" y="120"/>
                </a:cubicBezTo>
                <a:cubicBezTo>
                  <a:pt x="34" y="124"/>
                  <a:pt x="36" y="126"/>
                  <a:pt x="40" y="126"/>
                </a:cubicBezTo>
                <a:cubicBezTo>
                  <a:pt x="43" y="126"/>
                  <a:pt x="45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33" y="134"/>
                  <a:pt x="1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8" y="126"/>
                </a:cubicBezTo>
                <a:cubicBezTo>
                  <a:pt x="13" y="125"/>
                  <a:pt x="15" y="123"/>
                  <a:pt x="15" y="119"/>
                </a:cubicBezTo>
                <a:cubicBezTo>
                  <a:pt x="16" y="116"/>
                  <a:pt x="16" y="113"/>
                  <a:pt x="16" y="110"/>
                </a:cubicBezTo>
                <a:cubicBezTo>
                  <a:pt x="16" y="81"/>
                  <a:pt x="16" y="53"/>
                  <a:pt x="16" y="25"/>
                </a:cubicBezTo>
                <a:cubicBezTo>
                  <a:pt x="16" y="21"/>
                  <a:pt x="16" y="18"/>
                  <a:pt x="15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6" name="Freeform 9">
            <a:extLst xmlns:a="http://schemas.openxmlformats.org/drawingml/2006/main">
              <a:ext uri="{FF2B5EF4-FFF2-40B4-BE49-F238E27FC236}">
                <a16:creationId xmlns:a16="http://schemas.microsoft.com/office/drawing/2014/main" id="{2DCB97B6-A0F2-4AA0-B044-864F2CAAB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4981" y="365289"/>
            <a:ext cx="164800" cy="184188"/>
          </a:xfrm>
          <a:custGeom xmlns:a="http://schemas.openxmlformats.org/drawingml/2006/main">
            <a:gdLst>
              <a:gd name="T0" fmla="*/ 324 w 325"/>
              <a:gd name="T1" fmla="*/ 106 h 363"/>
              <a:gd name="T2" fmla="*/ 283 w 325"/>
              <a:gd name="T3" fmla="*/ 179 h 363"/>
              <a:gd name="T4" fmla="*/ 247 w 325"/>
              <a:gd name="T5" fmla="*/ 214 h 363"/>
              <a:gd name="T6" fmla="*/ 241 w 325"/>
              <a:gd name="T7" fmla="*/ 228 h 363"/>
              <a:gd name="T8" fmla="*/ 271 w 325"/>
              <a:gd name="T9" fmla="*/ 230 h 363"/>
              <a:gd name="T10" fmla="*/ 282 w 325"/>
              <a:gd name="T11" fmla="*/ 240 h 363"/>
              <a:gd name="T12" fmla="*/ 269 w 325"/>
              <a:gd name="T13" fmla="*/ 277 h 363"/>
              <a:gd name="T14" fmla="*/ 223 w 325"/>
              <a:gd name="T15" fmla="*/ 316 h 363"/>
              <a:gd name="T16" fmla="*/ 176 w 325"/>
              <a:gd name="T17" fmla="*/ 340 h 363"/>
              <a:gd name="T18" fmla="*/ 160 w 325"/>
              <a:gd name="T19" fmla="*/ 339 h 363"/>
              <a:gd name="T20" fmla="*/ 165 w 325"/>
              <a:gd name="T21" fmla="*/ 329 h 363"/>
              <a:gd name="T22" fmla="*/ 195 w 325"/>
              <a:gd name="T23" fmla="*/ 302 h 363"/>
              <a:gd name="T24" fmla="*/ 214 w 325"/>
              <a:gd name="T25" fmla="*/ 282 h 363"/>
              <a:gd name="T26" fmla="*/ 223 w 325"/>
              <a:gd name="T27" fmla="*/ 265 h 363"/>
              <a:gd name="T28" fmla="*/ 220 w 325"/>
              <a:gd name="T29" fmla="*/ 257 h 363"/>
              <a:gd name="T30" fmla="*/ 179 w 325"/>
              <a:gd name="T31" fmla="*/ 289 h 363"/>
              <a:gd name="T32" fmla="*/ 106 w 325"/>
              <a:gd name="T33" fmla="*/ 335 h 363"/>
              <a:gd name="T34" fmla="*/ 20 w 325"/>
              <a:gd name="T35" fmla="*/ 363 h 363"/>
              <a:gd name="T36" fmla="*/ 4 w 325"/>
              <a:gd name="T37" fmla="*/ 360 h 363"/>
              <a:gd name="T38" fmla="*/ 78 w 325"/>
              <a:gd name="T39" fmla="*/ 306 h 363"/>
              <a:gd name="T40" fmla="*/ 102 w 325"/>
              <a:gd name="T41" fmla="*/ 295 h 363"/>
              <a:gd name="T42" fmla="*/ 208 w 325"/>
              <a:gd name="T43" fmla="*/ 238 h 363"/>
              <a:gd name="T44" fmla="*/ 207 w 325"/>
              <a:gd name="T45" fmla="*/ 232 h 363"/>
              <a:gd name="T46" fmla="*/ 171 w 325"/>
              <a:gd name="T47" fmla="*/ 243 h 363"/>
              <a:gd name="T48" fmla="*/ 163 w 325"/>
              <a:gd name="T49" fmla="*/ 239 h 363"/>
              <a:gd name="T50" fmla="*/ 170 w 325"/>
              <a:gd name="T51" fmla="*/ 226 h 363"/>
              <a:gd name="T52" fmla="*/ 154 w 325"/>
              <a:gd name="T53" fmla="*/ 206 h 363"/>
              <a:gd name="T54" fmla="*/ 122 w 325"/>
              <a:gd name="T55" fmla="*/ 224 h 363"/>
              <a:gd name="T56" fmla="*/ 99 w 325"/>
              <a:gd name="T57" fmla="*/ 236 h 363"/>
              <a:gd name="T58" fmla="*/ 100 w 325"/>
              <a:gd name="T59" fmla="*/ 222 h 363"/>
              <a:gd name="T60" fmla="*/ 116 w 325"/>
              <a:gd name="T61" fmla="*/ 204 h 363"/>
              <a:gd name="T62" fmla="*/ 118 w 325"/>
              <a:gd name="T63" fmla="*/ 183 h 363"/>
              <a:gd name="T64" fmla="*/ 116 w 325"/>
              <a:gd name="T65" fmla="*/ 174 h 363"/>
              <a:gd name="T66" fmla="*/ 143 w 325"/>
              <a:gd name="T67" fmla="*/ 167 h 363"/>
              <a:gd name="T68" fmla="*/ 158 w 325"/>
              <a:gd name="T69" fmla="*/ 145 h 363"/>
              <a:gd name="T70" fmla="*/ 147 w 325"/>
              <a:gd name="T71" fmla="*/ 144 h 363"/>
              <a:gd name="T72" fmla="*/ 132 w 325"/>
              <a:gd name="T73" fmla="*/ 141 h 363"/>
              <a:gd name="T74" fmla="*/ 141 w 325"/>
              <a:gd name="T75" fmla="*/ 129 h 363"/>
              <a:gd name="T76" fmla="*/ 140 w 325"/>
              <a:gd name="T77" fmla="*/ 115 h 363"/>
              <a:gd name="T78" fmla="*/ 112 w 325"/>
              <a:gd name="T79" fmla="*/ 96 h 363"/>
              <a:gd name="T80" fmla="*/ 127 w 325"/>
              <a:gd name="T81" fmla="*/ 92 h 363"/>
              <a:gd name="T82" fmla="*/ 167 w 325"/>
              <a:gd name="T83" fmla="*/ 81 h 363"/>
              <a:gd name="T84" fmla="*/ 203 w 325"/>
              <a:gd name="T85" fmla="*/ 36 h 363"/>
              <a:gd name="T86" fmla="*/ 204 w 325"/>
              <a:gd name="T87" fmla="*/ 10 h 363"/>
              <a:gd name="T88" fmla="*/ 216 w 325"/>
              <a:gd name="T89" fmla="*/ 3 h 363"/>
              <a:gd name="T90" fmla="*/ 224 w 325"/>
              <a:gd name="T91" fmla="*/ 56 h 363"/>
              <a:gd name="T92" fmla="*/ 205 w 325"/>
              <a:gd name="T93" fmla="*/ 91 h 363"/>
              <a:gd name="T94" fmla="*/ 208 w 325"/>
              <a:gd name="T95" fmla="*/ 105 h 363"/>
              <a:gd name="T96" fmla="*/ 267 w 325"/>
              <a:gd name="T97" fmla="*/ 87 h 363"/>
              <a:gd name="T98" fmla="*/ 297 w 325"/>
              <a:gd name="T99" fmla="*/ 85 h 363"/>
              <a:gd name="T100" fmla="*/ 309 w 325"/>
              <a:gd name="T101" fmla="*/ 86 h 363"/>
              <a:gd name="T102" fmla="*/ 325 w 325"/>
              <a:gd name="T103" fmla="*/ 104 h 363"/>
              <a:gd name="T104" fmla="*/ 198 w 325"/>
              <a:gd name="T105" fmla="*/ 126 h 363"/>
              <a:gd name="T106" fmla="*/ 164 w 325"/>
              <a:gd name="T107" fmla="*/ 175 h 363"/>
              <a:gd name="T108" fmla="*/ 181 w 325"/>
              <a:gd name="T109" fmla="*/ 191 h 363"/>
              <a:gd name="T110" fmla="*/ 186 w 325"/>
              <a:gd name="T111" fmla="*/ 173 h 363"/>
              <a:gd name="T112" fmla="*/ 199 w 325"/>
              <a:gd name="T113" fmla="*/ 170 h 363"/>
              <a:gd name="T114" fmla="*/ 206 w 325"/>
              <a:gd name="T115" fmla="*/ 204 h 363"/>
              <a:gd name="T116" fmla="*/ 217 w 325"/>
              <a:gd name="T117" fmla="*/ 206 h 363"/>
              <a:gd name="T118" fmla="*/ 229 w 325"/>
              <a:gd name="T119" fmla="*/ 188 h 363"/>
              <a:gd name="T120" fmla="*/ 261 w 325"/>
              <a:gd name="T121" fmla="*/ 141 h 363"/>
              <a:gd name="T122" fmla="*/ 250 w 325"/>
              <a:gd name="T123" fmla="*/ 134 h 363"/>
              <a:gd name="T124" fmla="*/ 206 w 325"/>
              <a:gd name="T125" fmla="*/ 122 h 363"/>
            </a:gdLst>
            <a:rect l="0" t="0" r="r" b="b"/>
            <a:pathLst>
              <a:path w="325" h="363">
                <a:moveTo>
                  <a:pt x="325" y="104"/>
                </a:moveTo>
                <a:cubicBezTo>
                  <a:pt x="325" y="104"/>
                  <a:pt x="324" y="105"/>
                  <a:pt x="324" y="106"/>
                </a:cubicBezTo>
                <a:cubicBezTo>
                  <a:pt x="323" y="108"/>
                  <a:pt x="323" y="111"/>
                  <a:pt x="322" y="114"/>
                </a:cubicBezTo>
                <a:cubicBezTo>
                  <a:pt x="312" y="138"/>
                  <a:pt x="300" y="160"/>
                  <a:pt x="283" y="179"/>
                </a:cubicBezTo>
                <a:cubicBezTo>
                  <a:pt x="275" y="188"/>
                  <a:pt x="267" y="197"/>
                  <a:pt x="259" y="205"/>
                </a:cubicBezTo>
                <a:cubicBezTo>
                  <a:pt x="255" y="209"/>
                  <a:pt x="251" y="211"/>
                  <a:pt x="247" y="214"/>
                </a:cubicBezTo>
                <a:cubicBezTo>
                  <a:pt x="244" y="217"/>
                  <a:pt x="241" y="219"/>
                  <a:pt x="239" y="223"/>
                </a:cubicBezTo>
                <a:cubicBezTo>
                  <a:pt x="237" y="226"/>
                  <a:pt x="238" y="227"/>
                  <a:pt x="241" y="228"/>
                </a:cubicBezTo>
                <a:cubicBezTo>
                  <a:pt x="243" y="228"/>
                  <a:pt x="245" y="228"/>
                  <a:pt x="246" y="228"/>
                </a:cubicBezTo>
                <a:cubicBezTo>
                  <a:pt x="255" y="229"/>
                  <a:pt x="263" y="230"/>
                  <a:pt x="271" y="230"/>
                </a:cubicBezTo>
                <a:cubicBezTo>
                  <a:pt x="272" y="230"/>
                  <a:pt x="274" y="231"/>
                  <a:pt x="275" y="231"/>
                </a:cubicBezTo>
                <a:cubicBezTo>
                  <a:pt x="280" y="233"/>
                  <a:pt x="282" y="235"/>
                  <a:pt x="282" y="240"/>
                </a:cubicBezTo>
                <a:cubicBezTo>
                  <a:pt x="283" y="247"/>
                  <a:pt x="282" y="253"/>
                  <a:pt x="279" y="259"/>
                </a:cubicBezTo>
                <a:cubicBezTo>
                  <a:pt x="277" y="265"/>
                  <a:pt x="273" y="271"/>
                  <a:pt x="269" y="277"/>
                </a:cubicBezTo>
                <a:cubicBezTo>
                  <a:pt x="260" y="289"/>
                  <a:pt x="248" y="298"/>
                  <a:pt x="237" y="307"/>
                </a:cubicBezTo>
                <a:cubicBezTo>
                  <a:pt x="233" y="311"/>
                  <a:pt x="228" y="314"/>
                  <a:pt x="223" y="316"/>
                </a:cubicBezTo>
                <a:cubicBezTo>
                  <a:pt x="213" y="321"/>
                  <a:pt x="203" y="327"/>
                  <a:pt x="193" y="332"/>
                </a:cubicBezTo>
                <a:cubicBezTo>
                  <a:pt x="187" y="334"/>
                  <a:pt x="182" y="337"/>
                  <a:pt x="176" y="340"/>
                </a:cubicBezTo>
                <a:cubicBezTo>
                  <a:pt x="173" y="341"/>
                  <a:pt x="169" y="341"/>
                  <a:pt x="166" y="342"/>
                </a:cubicBezTo>
                <a:cubicBezTo>
                  <a:pt x="164" y="342"/>
                  <a:pt x="161" y="341"/>
                  <a:pt x="160" y="339"/>
                </a:cubicBezTo>
                <a:cubicBezTo>
                  <a:pt x="159" y="337"/>
                  <a:pt x="160" y="335"/>
                  <a:pt x="162" y="333"/>
                </a:cubicBezTo>
                <a:cubicBezTo>
                  <a:pt x="163" y="332"/>
                  <a:pt x="164" y="330"/>
                  <a:pt x="165" y="329"/>
                </a:cubicBezTo>
                <a:cubicBezTo>
                  <a:pt x="173" y="323"/>
                  <a:pt x="181" y="316"/>
                  <a:pt x="189" y="310"/>
                </a:cubicBezTo>
                <a:cubicBezTo>
                  <a:pt x="192" y="307"/>
                  <a:pt x="194" y="305"/>
                  <a:pt x="195" y="302"/>
                </a:cubicBezTo>
                <a:cubicBezTo>
                  <a:pt x="196" y="300"/>
                  <a:pt x="198" y="297"/>
                  <a:pt x="200" y="295"/>
                </a:cubicBezTo>
                <a:cubicBezTo>
                  <a:pt x="205" y="291"/>
                  <a:pt x="210" y="287"/>
                  <a:pt x="214" y="282"/>
                </a:cubicBezTo>
                <a:cubicBezTo>
                  <a:pt x="217" y="280"/>
                  <a:pt x="218" y="278"/>
                  <a:pt x="219" y="275"/>
                </a:cubicBezTo>
                <a:cubicBezTo>
                  <a:pt x="219" y="271"/>
                  <a:pt x="221" y="268"/>
                  <a:pt x="223" y="265"/>
                </a:cubicBezTo>
                <a:cubicBezTo>
                  <a:pt x="225" y="263"/>
                  <a:pt x="227" y="261"/>
                  <a:pt x="229" y="259"/>
                </a:cubicBezTo>
                <a:cubicBezTo>
                  <a:pt x="227" y="256"/>
                  <a:pt x="224" y="256"/>
                  <a:pt x="220" y="257"/>
                </a:cubicBezTo>
                <a:cubicBezTo>
                  <a:pt x="212" y="260"/>
                  <a:pt x="205" y="264"/>
                  <a:pt x="199" y="270"/>
                </a:cubicBezTo>
                <a:cubicBezTo>
                  <a:pt x="192" y="276"/>
                  <a:pt x="186" y="282"/>
                  <a:pt x="179" y="289"/>
                </a:cubicBezTo>
                <a:cubicBezTo>
                  <a:pt x="169" y="299"/>
                  <a:pt x="157" y="307"/>
                  <a:pt x="144" y="314"/>
                </a:cubicBezTo>
                <a:cubicBezTo>
                  <a:pt x="131" y="320"/>
                  <a:pt x="119" y="328"/>
                  <a:pt x="106" y="335"/>
                </a:cubicBezTo>
                <a:cubicBezTo>
                  <a:pt x="89" y="344"/>
                  <a:pt x="72" y="352"/>
                  <a:pt x="53" y="357"/>
                </a:cubicBezTo>
                <a:cubicBezTo>
                  <a:pt x="43" y="361"/>
                  <a:pt x="32" y="363"/>
                  <a:pt x="20" y="363"/>
                </a:cubicBezTo>
                <a:cubicBezTo>
                  <a:pt x="16" y="362"/>
                  <a:pt x="12" y="361"/>
                  <a:pt x="7" y="361"/>
                </a:cubicBezTo>
                <a:cubicBezTo>
                  <a:pt x="6" y="361"/>
                  <a:pt x="5" y="360"/>
                  <a:pt x="4" y="360"/>
                </a:cubicBezTo>
                <a:cubicBezTo>
                  <a:pt x="0" y="358"/>
                  <a:pt x="0" y="355"/>
                  <a:pt x="4" y="352"/>
                </a:cubicBezTo>
                <a:cubicBezTo>
                  <a:pt x="28" y="337"/>
                  <a:pt x="53" y="321"/>
                  <a:pt x="78" y="306"/>
                </a:cubicBezTo>
                <a:cubicBezTo>
                  <a:pt x="84" y="302"/>
                  <a:pt x="91" y="298"/>
                  <a:pt x="98" y="297"/>
                </a:cubicBezTo>
                <a:cubicBezTo>
                  <a:pt x="100" y="296"/>
                  <a:pt x="101" y="295"/>
                  <a:pt x="102" y="295"/>
                </a:cubicBezTo>
                <a:cubicBezTo>
                  <a:pt x="135" y="275"/>
                  <a:pt x="169" y="257"/>
                  <a:pt x="204" y="241"/>
                </a:cubicBezTo>
                <a:cubicBezTo>
                  <a:pt x="205" y="240"/>
                  <a:pt x="207" y="239"/>
                  <a:pt x="208" y="238"/>
                </a:cubicBezTo>
                <a:cubicBezTo>
                  <a:pt x="209" y="237"/>
                  <a:pt x="210" y="235"/>
                  <a:pt x="210" y="234"/>
                </a:cubicBezTo>
                <a:cubicBezTo>
                  <a:pt x="210" y="233"/>
                  <a:pt x="208" y="232"/>
                  <a:pt x="207" y="232"/>
                </a:cubicBezTo>
                <a:cubicBezTo>
                  <a:pt x="201" y="231"/>
                  <a:pt x="196" y="233"/>
                  <a:pt x="190" y="235"/>
                </a:cubicBezTo>
                <a:cubicBezTo>
                  <a:pt x="184" y="238"/>
                  <a:pt x="178" y="240"/>
                  <a:pt x="171" y="243"/>
                </a:cubicBezTo>
                <a:cubicBezTo>
                  <a:pt x="170" y="243"/>
                  <a:pt x="169" y="244"/>
                  <a:pt x="168" y="244"/>
                </a:cubicBezTo>
                <a:cubicBezTo>
                  <a:pt x="164" y="244"/>
                  <a:pt x="163" y="244"/>
                  <a:pt x="163" y="239"/>
                </a:cubicBezTo>
                <a:cubicBezTo>
                  <a:pt x="163" y="236"/>
                  <a:pt x="164" y="233"/>
                  <a:pt x="166" y="231"/>
                </a:cubicBezTo>
                <a:cubicBezTo>
                  <a:pt x="167" y="229"/>
                  <a:pt x="169" y="228"/>
                  <a:pt x="170" y="226"/>
                </a:cubicBezTo>
                <a:cubicBezTo>
                  <a:pt x="172" y="222"/>
                  <a:pt x="172" y="218"/>
                  <a:pt x="168" y="215"/>
                </a:cubicBezTo>
                <a:cubicBezTo>
                  <a:pt x="164" y="212"/>
                  <a:pt x="159" y="209"/>
                  <a:pt x="154" y="206"/>
                </a:cubicBezTo>
                <a:cubicBezTo>
                  <a:pt x="148" y="203"/>
                  <a:pt x="143" y="205"/>
                  <a:pt x="138" y="210"/>
                </a:cubicBezTo>
                <a:cubicBezTo>
                  <a:pt x="133" y="215"/>
                  <a:pt x="128" y="219"/>
                  <a:pt x="122" y="224"/>
                </a:cubicBezTo>
                <a:cubicBezTo>
                  <a:pt x="118" y="228"/>
                  <a:pt x="112" y="231"/>
                  <a:pt x="107" y="235"/>
                </a:cubicBezTo>
                <a:cubicBezTo>
                  <a:pt x="105" y="236"/>
                  <a:pt x="102" y="238"/>
                  <a:pt x="99" y="236"/>
                </a:cubicBezTo>
                <a:cubicBezTo>
                  <a:pt x="97" y="234"/>
                  <a:pt x="97" y="231"/>
                  <a:pt x="98" y="229"/>
                </a:cubicBezTo>
                <a:cubicBezTo>
                  <a:pt x="98" y="226"/>
                  <a:pt x="99" y="224"/>
                  <a:pt x="100" y="222"/>
                </a:cubicBezTo>
                <a:cubicBezTo>
                  <a:pt x="102" y="219"/>
                  <a:pt x="105" y="217"/>
                  <a:pt x="107" y="214"/>
                </a:cubicBezTo>
                <a:cubicBezTo>
                  <a:pt x="110" y="211"/>
                  <a:pt x="113" y="208"/>
                  <a:pt x="116" y="204"/>
                </a:cubicBezTo>
                <a:cubicBezTo>
                  <a:pt x="118" y="202"/>
                  <a:pt x="119" y="198"/>
                  <a:pt x="120" y="195"/>
                </a:cubicBezTo>
                <a:cubicBezTo>
                  <a:pt x="122" y="191"/>
                  <a:pt x="122" y="187"/>
                  <a:pt x="118" y="183"/>
                </a:cubicBezTo>
                <a:cubicBezTo>
                  <a:pt x="116" y="182"/>
                  <a:pt x="115" y="181"/>
                  <a:pt x="115" y="179"/>
                </a:cubicBezTo>
                <a:cubicBezTo>
                  <a:pt x="113" y="177"/>
                  <a:pt x="113" y="175"/>
                  <a:pt x="116" y="174"/>
                </a:cubicBezTo>
                <a:cubicBezTo>
                  <a:pt x="123" y="173"/>
                  <a:pt x="130" y="171"/>
                  <a:pt x="137" y="170"/>
                </a:cubicBezTo>
                <a:cubicBezTo>
                  <a:pt x="140" y="170"/>
                  <a:pt x="141" y="169"/>
                  <a:pt x="143" y="167"/>
                </a:cubicBezTo>
                <a:cubicBezTo>
                  <a:pt x="146" y="163"/>
                  <a:pt x="150" y="159"/>
                  <a:pt x="153" y="155"/>
                </a:cubicBezTo>
                <a:cubicBezTo>
                  <a:pt x="155" y="152"/>
                  <a:pt x="157" y="149"/>
                  <a:pt x="158" y="145"/>
                </a:cubicBezTo>
                <a:cubicBezTo>
                  <a:pt x="159" y="141"/>
                  <a:pt x="157" y="140"/>
                  <a:pt x="154" y="141"/>
                </a:cubicBezTo>
                <a:cubicBezTo>
                  <a:pt x="151" y="141"/>
                  <a:pt x="149" y="142"/>
                  <a:pt x="147" y="144"/>
                </a:cubicBezTo>
                <a:cubicBezTo>
                  <a:pt x="144" y="146"/>
                  <a:pt x="140" y="146"/>
                  <a:pt x="137" y="145"/>
                </a:cubicBezTo>
                <a:cubicBezTo>
                  <a:pt x="134" y="145"/>
                  <a:pt x="133" y="144"/>
                  <a:pt x="132" y="141"/>
                </a:cubicBezTo>
                <a:cubicBezTo>
                  <a:pt x="132" y="139"/>
                  <a:pt x="132" y="137"/>
                  <a:pt x="134" y="135"/>
                </a:cubicBezTo>
                <a:cubicBezTo>
                  <a:pt x="137" y="133"/>
                  <a:pt x="139" y="131"/>
                  <a:pt x="141" y="129"/>
                </a:cubicBezTo>
                <a:cubicBezTo>
                  <a:pt x="143" y="126"/>
                  <a:pt x="144" y="123"/>
                  <a:pt x="144" y="119"/>
                </a:cubicBezTo>
                <a:cubicBezTo>
                  <a:pt x="144" y="116"/>
                  <a:pt x="143" y="115"/>
                  <a:pt x="140" y="115"/>
                </a:cubicBezTo>
                <a:cubicBezTo>
                  <a:pt x="136" y="115"/>
                  <a:pt x="132" y="115"/>
                  <a:pt x="129" y="114"/>
                </a:cubicBezTo>
                <a:cubicBezTo>
                  <a:pt x="119" y="112"/>
                  <a:pt x="114" y="106"/>
                  <a:pt x="112" y="96"/>
                </a:cubicBezTo>
                <a:cubicBezTo>
                  <a:pt x="112" y="91"/>
                  <a:pt x="113" y="90"/>
                  <a:pt x="118" y="91"/>
                </a:cubicBezTo>
                <a:cubicBezTo>
                  <a:pt x="121" y="91"/>
                  <a:pt x="124" y="91"/>
                  <a:pt x="127" y="92"/>
                </a:cubicBezTo>
                <a:cubicBezTo>
                  <a:pt x="137" y="93"/>
                  <a:pt x="146" y="92"/>
                  <a:pt x="155" y="86"/>
                </a:cubicBezTo>
                <a:cubicBezTo>
                  <a:pt x="158" y="83"/>
                  <a:pt x="163" y="82"/>
                  <a:pt x="167" y="81"/>
                </a:cubicBezTo>
                <a:cubicBezTo>
                  <a:pt x="174" y="79"/>
                  <a:pt x="180" y="76"/>
                  <a:pt x="184" y="70"/>
                </a:cubicBezTo>
                <a:cubicBezTo>
                  <a:pt x="193" y="60"/>
                  <a:pt x="200" y="49"/>
                  <a:pt x="203" y="36"/>
                </a:cubicBezTo>
                <a:cubicBezTo>
                  <a:pt x="204" y="30"/>
                  <a:pt x="205" y="23"/>
                  <a:pt x="205" y="17"/>
                </a:cubicBezTo>
                <a:cubicBezTo>
                  <a:pt x="204" y="15"/>
                  <a:pt x="204" y="13"/>
                  <a:pt x="204" y="10"/>
                </a:cubicBezTo>
                <a:cubicBezTo>
                  <a:pt x="204" y="7"/>
                  <a:pt x="204" y="4"/>
                  <a:pt x="207" y="2"/>
                </a:cubicBezTo>
                <a:cubicBezTo>
                  <a:pt x="211" y="0"/>
                  <a:pt x="213" y="2"/>
                  <a:pt x="216" y="3"/>
                </a:cubicBezTo>
                <a:cubicBezTo>
                  <a:pt x="230" y="11"/>
                  <a:pt x="236" y="28"/>
                  <a:pt x="230" y="43"/>
                </a:cubicBezTo>
                <a:cubicBezTo>
                  <a:pt x="229" y="48"/>
                  <a:pt x="226" y="52"/>
                  <a:pt x="224" y="56"/>
                </a:cubicBezTo>
                <a:cubicBezTo>
                  <a:pt x="219" y="64"/>
                  <a:pt x="214" y="72"/>
                  <a:pt x="209" y="80"/>
                </a:cubicBezTo>
                <a:cubicBezTo>
                  <a:pt x="207" y="83"/>
                  <a:pt x="206" y="87"/>
                  <a:pt x="205" y="91"/>
                </a:cubicBezTo>
                <a:cubicBezTo>
                  <a:pt x="204" y="93"/>
                  <a:pt x="203" y="95"/>
                  <a:pt x="203" y="98"/>
                </a:cubicBezTo>
                <a:cubicBezTo>
                  <a:pt x="203" y="102"/>
                  <a:pt x="205" y="104"/>
                  <a:pt x="208" y="105"/>
                </a:cubicBezTo>
                <a:cubicBezTo>
                  <a:pt x="213" y="106"/>
                  <a:pt x="217" y="105"/>
                  <a:pt x="221" y="104"/>
                </a:cubicBezTo>
                <a:cubicBezTo>
                  <a:pt x="236" y="97"/>
                  <a:pt x="251" y="91"/>
                  <a:pt x="267" y="87"/>
                </a:cubicBezTo>
                <a:cubicBezTo>
                  <a:pt x="274" y="85"/>
                  <a:pt x="280" y="84"/>
                  <a:pt x="287" y="82"/>
                </a:cubicBezTo>
                <a:cubicBezTo>
                  <a:pt x="290" y="82"/>
                  <a:pt x="294" y="82"/>
                  <a:pt x="297" y="85"/>
                </a:cubicBezTo>
                <a:cubicBezTo>
                  <a:pt x="299" y="86"/>
                  <a:pt x="301" y="86"/>
                  <a:pt x="304" y="86"/>
                </a:cubicBezTo>
                <a:cubicBezTo>
                  <a:pt x="305" y="87"/>
                  <a:pt x="307" y="86"/>
                  <a:pt x="309" y="86"/>
                </a:cubicBezTo>
                <a:cubicBezTo>
                  <a:pt x="317" y="86"/>
                  <a:pt x="323" y="89"/>
                  <a:pt x="325" y="97"/>
                </a:cubicBezTo>
                <a:cubicBezTo>
                  <a:pt x="325" y="99"/>
                  <a:pt x="325" y="101"/>
                  <a:pt x="325" y="104"/>
                </a:cubicBezTo>
                <a:close/>
                <a:moveTo>
                  <a:pt x="206" y="122"/>
                </a:moveTo>
                <a:cubicBezTo>
                  <a:pt x="203" y="122"/>
                  <a:pt x="200" y="123"/>
                  <a:pt x="198" y="126"/>
                </a:cubicBezTo>
                <a:cubicBezTo>
                  <a:pt x="189" y="138"/>
                  <a:pt x="179" y="150"/>
                  <a:pt x="169" y="162"/>
                </a:cubicBezTo>
                <a:cubicBezTo>
                  <a:pt x="166" y="166"/>
                  <a:pt x="164" y="170"/>
                  <a:pt x="164" y="175"/>
                </a:cubicBezTo>
                <a:cubicBezTo>
                  <a:pt x="162" y="184"/>
                  <a:pt x="165" y="188"/>
                  <a:pt x="173" y="193"/>
                </a:cubicBezTo>
                <a:cubicBezTo>
                  <a:pt x="176" y="195"/>
                  <a:pt x="179" y="194"/>
                  <a:pt x="181" y="191"/>
                </a:cubicBezTo>
                <a:cubicBezTo>
                  <a:pt x="183" y="188"/>
                  <a:pt x="183" y="186"/>
                  <a:pt x="184" y="183"/>
                </a:cubicBezTo>
                <a:cubicBezTo>
                  <a:pt x="185" y="180"/>
                  <a:pt x="185" y="176"/>
                  <a:pt x="186" y="173"/>
                </a:cubicBezTo>
                <a:cubicBezTo>
                  <a:pt x="187" y="171"/>
                  <a:pt x="188" y="168"/>
                  <a:pt x="190" y="167"/>
                </a:cubicBezTo>
                <a:cubicBezTo>
                  <a:pt x="194" y="164"/>
                  <a:pt x="197" y="165"/>
                  <a:pt x="199" y="170"/>
                </a:cubicBezTo>
                <a:cubicBezTo>
                  <a:pt x="199" y="171"/>
                  <a:pt x="199" y="171"/>
                  <a:pt x="199" y="172"/>
                </a:cubicBezTo>
                <a:cubicBezTo>
                  <a:pt x="202" y="183"/>
                  <a:pt x="205" y="193"/>
                  <a:pt x="206" y="204"/>
                </a:cubicBezTo>
                <a:cubicBezTo>
                  <a:pt x="206" y="206"/>
                  <a:pt x="207" y="209"/>
                  <a:pt x="210" y="210"/>
                </a:cubicBezTo>
                <a:cubicBezTo>
                  <a:pt x="214" y="210"/>
                  <a:pt x="215" y="208"/>
                  <a:pt x="217" y="206"/>
                </a:cubicBezTo>
                <a:cubicBezTo>
                  <a:pt x="217" y="205"/>
                  <a:pt x="217" y="205"/>
                  <a:pt x="218" y="204"/>
                </a:cubicBezTo>
                <a:cubicBezTo>
                  <a:pt x="221" y="199"/>
                  <a:pt x="225" y="193"/>
                  <a:pt x="229" y="188"/>
                </a:cubicBezTo>
                <a:cubicBezTo>
                  <a:pt x="237" y="177"/>
                  <a:pt x="246" y="167"/>
                  <a:pt x="255" y="157"/>
                </a:cubicBezTo>
                <a:cubicBezTo>
                  <a:pt x="259" y="152"/>
                  <a:pt x="261" y="147"/>
                  <a:pt x="261" y="141"/>
                </a:cubicBezTo>
                <a:cubicBezTo>
                  <a:pt x="261" y="137"/>
                  <a:pt x="259" y="135"/>
                  <a:pt x="255" y="134"/>
                </a:cubicBezTo>
                <a:cubicBezTo>
                  <a:pt x="253" y="134"/>
                  <a:pt x="251" y="134"/>
                  <a:pt x="250" y="134"/>
                </a:cubicBezTo>
                <a:cubicBezTo>
                  <a:pt x="240" y="131"/>
                  <a:pt x="231" y="129"/>
                  <a:pt x="221" y="126"/>
                </a:cubicBezTo>
                <a:cubicBezTo>
                  <a:pt x="216" y="125"/>
                  <a:pt x="211" y="123"/>
                  <a:pt x="206" y="1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7" name="Freeform 10">
            <a:extLst xmlns:a="http://schemas.openxmlformats.org/drawingml/2006/main">
              <a:ext uri="{FF2B5EF4-FFF2-40B4-BE49-F238E27FC236}">
                <a16:creationId xmlns:a16="http://schemas.microsoft.com/office/drawing/2014/main" id="{724141A4-D660-4ED5-BD9C-91A9C2761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8190" y="398363"/>
            <a:ext cx="193882" cy="208139"/>
          </a:xfrm>
          <a:custGeom xmlns:a="http://schemas.openxmlformats.org/drawingml/2006/main">
            <a:gdLst>
              <a:gd name="T0" fmla="*/ 83 w 383"/>
              <a:gd name="T1" fmla="*/ 410 h 411"/>
              <a:gd name="T2" fmla="*/ 111 w 383"/>
              <a:gd name="T3" fmla="*/ 380 h 411"/>
              <a:gd name="T4" fmla="*/ 136 w 383"/>
              <a:gd name="T5" fmla="*/ 371 h 411"/>
              <a:gd name="T6" fmla="*/ 198 w 383"/>
              <a:gd name="T7" fmla="*/ 294 h 411"/>
              <a:gd name="T8" fmla="*/ 201 w 383"/>
              <a:gd name="T9" fmla="*/ 280 h 411"/>
              <a:gd name="T10" fmla="*/ 197 w 383"/>
              <a:gd name="T11" fmla="*/ 274 h 411"/>
              <a:gd name="T12" fmla="*/ 166 w 383"/>
              <a:gd name="T13" fmla="*/ 283 h 411"/>
              <a:gd name="T14" fmla="*/ 144 w 383"/>
              <a:gd name="T15" fmla="*/ 291 h 411"/>
              <a:gd name="T16" fmla="*/ 123 w 383"/>
              <a:gd name="T17" fmla="*/ 305 h 411"/>
              <a:gd name="T18" fmla="*/ 62 w 383"/>
              <a:gd name="T19" fmla="*/ 344 h 411"/>
              <a:gd name="T20" fmla="*/ 34 w 383"/>
              <a:gd name="T21" fmla="*/ 353 h 411"/>
              <a:gd name="T22" fmla="*/ 9 w 383"/>
              <a:gd name="T23" fmla="*/ 344 h 411"/>
              <a:gd name="T24" fmla="*/ 1 w 383"/>
              <a:gd name="T25" fmla="*/ 322 h 411"/>
              <a:gd name="T26" fmla="*/ 0 w 383"/>
              <a:gd name="T27" fmla="*/ 288 h 411"/>
              <a:gd name="T28" fmla="*/ 1 w 383"/>
              <a:gd name="T29" fmla="*/ 283 h 411"/>
              <a:gd name="T30" fmla="*/ 6 w 383"/>
              <a:gd name="T31" fmla="*/ 282 h 411"/>
              <a:gd name="T32" fmla="*/ 8 w 383"/>
              <a:gd name="T33" fmla="*/ 285 h 411"/>
              <a:gd name="T34" fmla="*/ 10 w 383"/>
              <a:gd name="T35" fmla="*/ 290 h 411"/>
              <a:gd name="T36" fmla="*/ 32 w 383"/>
              <a:gd name="T37" fmla="*/ 298 h 411"/>
              <a:gd name="T38" fmla="*/ 46 w 383"/>
              <a:gd name="T39" fmla="*/ 293 h 411"/>
              <a:gd name="T40" fmla="*/ 53 w 383"/>
              <a:gd name="T41" fmla="*/ 291 h 411"/>
              <a:gd name="T42" fmla="*/ 65 w 383"/>
              <a:gd name="T43" fmla="*/ 288 h 411"/>
              <a:gd name="T44" fmla="*/ 100 w 383"/>
              <a:gd name="T45" fmla="*/ 268 h 411"/>
              <a:gd name="T46" fmla="*/ 156 w 383"/>
              <a:gd name="T47" fmla="*/ 244 h 411"/>
              <a:gd name="T48" fmla="*/ 197 w 383"/>
              <a:gd name="T49" fmla="*/ 229 h 411"/>
              <a:gd name="T50" fmla="*/ 203 w 383"/>
              <a:gd name="T51" fmla="*/ 226 h 411"/>
              <a:gd name="T52" fmla="*/ 219 w 383"/>
              <a:gd name="T53" fmla="*/ 204 h 411"/>
              <a:gd name="T54" fmla="*/ 222 w 383"/>
              <a:gd name="T55" fmla="*/ 124 h 411"/>
              <a:gd name="T56" fmla="*/ 210 w 383"/>
              <a:gd name="T57" fmla="*/ 69 h 411"/>
              <a:gd name="T58" fmla="*/ 197 w 383"/>
              <a:gd name="T59" fmla="*/ 36 h 411"/>
              <a:gd name="T60" fmla="*/ 194 w 383"/>
              <a:gd name="T61" fmla="*/ 10 h 411"/>
              <a:gd name="T62" fmla="*/ 205 w 383"/>
              <a:gd name="T63" fmla="*/ 2 h 411"/>
              <a:gd name="T64" fmla="*/ 230 w 383"/>
              <a:gd name="T65" fmla="*/ 7 h 411"/>
              <a:gd name="T66" fmla="*/ 237 w 383"/>
              <a:gd name="T67" fmla="*/ 10 h 411"/>
              <a:gd name="T68" fmla="*/ 248 w 383"/>
              <a:gd name="T69" fmla="*/ 19 h 411"/>
              <a:gd name="T70" fmla="*/ 265 w 383"/>
              <a:gd name="T71" fmla="*/ 29 h 411"/>
              <a:gd name="T72" fmla="*/ 280 w 383"/>
              <a:gd name="T73" fmla="*/ 49 h 411"/>
              <a:gd name="T74" fmla="*/ 278 w 383"/>
              <a:gd name="T75" fmla="*/ 66 h 411"/>
              <a:gd name="T76" fmla="*/ 273 w 383"/>
              <a:gd name="T77" fmla="*/ 72 h 411"/>
              <a:gd name="T78" fmla="*/ 270 w 383"/>
              <a:gd name="T79" fmla="*/ 77 h 411"/>
              <a:gd name="T80" fmla="*/ 271 w 383"/>
              <a:gd name="T81" fmla="*/ 158 h 411"/>
              <a:gd name="T82" fmla="*/ 273 w 383"/>
              <a:gd name="T83" fmla="*/ 179 h 411"/>
              <a:gd name="T84" fmla="*/ 278 w 383"/>
              <a:gd name="T85" fmla="*/ 182 h 411"/>
              <a:gd name="T86" fmla="*/ 313 w 383"/>
              <a:gd name="T87" fmla="*/ 160 h 411"/>
              <a:gd name="T88" fmla="*/ 325 w 383"/>
              <a:gd name="T89" fmla="*/ 144 h 411"/>
              <a:gd name="T90" fmla="*/ 341 w 383"/>
              <a:gd name="T91" fmla="*/ 128 h 411"/>
              <a:gd name="T92" fmla="*/ 369 w 383"/>
              <a:gd name="T93" fmla="*/ 122 h 411"/>
              <a:gd name="T94" fmla="*/ 380 w 383"/>
              <a:gd name="T95" fmla="*/ 141 h 411"/>
              <a:gd name="T96" fmla="*/ 372 w 383"/>
              <a:gd name="T97" fmla="*/ 154 h 411"/>
              <a:gd name="T98" fmla="*/ 355 w 383"/>
              <a:gd name="T99" fmla="*/ 169 h 411"/>
              <a:gd name="T100" fmla="*/ 314 w 383"/>
              <a:gd name="T101" fmla="*/ 199 h 411"/>
              <a:gd name="T102" fmla="*/ 275 w 383"/>
              <a:gd name="T103" fmla="*/ 229 h 411"/>
              <a:gd name="T104" fmla="*/ 271 w 383"/>
              <a:gd name="T105" fmla="*/ 238 h 411"/>
              <a:gd name="T106" fmla="*/ 254 w 383"/>
              <a:gd name="T107" fmla="*/ 310 h 411"/>
              <a:gd name="T108" fmla="*/ 250 w 383"/>
              <a:gd name="T109" fmla="*/ 320 h 411"/>
              <a:gd name="T110" fmla="*/ 247 w 383"/>
              <a:gd name="T111" fmla="*/ 325 h 411"/>
              <a:gd name="T112" fmla="*/ 173 w 383"/>
              <a:gd name="T113" fmla="*/ 386 h 411"/>
              <a:gd name="T114" fmla="*/ 95 w 383"/>
              <a:gd name="T115" fmla="*/ 410 h 411"/>
              <a:gd name="T116" fmla="*/ 88 w 383"/>
              <a:gd name="T117" fmla="*/ 411 h 411"/>
              <a:gd name="T118" fmla="*/ 83 w 383"/>
              <a:gd name="T119" fmla="*/ 410 h 411"/>
            </a:gdLst>
            <a:rect l="0" t="0" r="r" b="b"/>
            <a:pathLst>
              <a:path w="383" h="411">
                <a:moveTo>
                  <a:pt x="83" y="410"/>
                </a:moveTo>
                <a:cubicBezTo>
                  <a:pt x="89" y="396"/>
                  <a:pt x="96" y="385"/>
                  <a:pt x="111" y="380"/>
                </a:cubicBezTo>
                <a:cubicBezTo>
                  <a:pt x="120" y="378"/>
                  <a:pt x="128" y="375"/>
                  <a:pt x="136" y="371"/>
                </a:cubicBezTo>
                <a:cubicBezTo>
                  <a:pt x="168" y="355"/>
                  <a:pt x="188" y="328"/>
                  <a:pt x="198" y="294"/>
                </a:cubicBezTo>
                <a:cubicBezTo>
                  <a:pt x="199" y="289"/>
                  <a:pt x="200" y="284"/>
                  <a:pt x="201" y="280"/>
                </a:cubicBezTo>
                <a:cubicBezTo>
                  <a:pt x="202" y="275"/>
                  <a:pt x="201" y="274"/>
                  <a:pt x="197" y="274"/>
                </a:cubicBezTo>
                <a:cubicBezTo>
                  <a:pt x="186" y="275"/>
                  <a:pt x="176" y="278"/>
                  <a:pt x="166" y="283"/>
                </a:cubicBezTo>
                <a:cubicBezTo>
                  <a:pt x="159" y="286"/>
                  <a:pt x="152" y="289"/>
                  <a:pt x="144" y="291"/>
                </a:cubicBezTo>
                <a:cubicBezTo>
                  <a:pt x="136" y="294"/>
                  <a:pt x="130" y="300"/>
                  <a:pt x="123" y="305"/>
                </a:cubicBezTo>
                <a:cubicBezTo>
                  <a:pt x="105" y="321"/>
                  <a:pt x="84" y="334"/>
                  <a:pt x="62" y="344"/>
                </a:cubicBezTo>
                <a:cubicBezTo>
                  <a:pt x="53" y="348"/>
                  <a:pt x="43" y="351"/>
                  <a:pt x="34" y="353"/>
                </a:cubicBezTo>
                <a:cubicBezTo>
                  <a:pt x="24" y="356"/>
                  <a:pt x="15" y="352"/>
                  <a:pt x="9" y="344"/>
                </a:cubicBezTo>
                <a:cubicBezTo>
                  <a:pt x="4" y="338"/>
                  <a:pt x="1" y="330"/>
                  <a:pt x="1" y="322"/>
                </a:cubicBezTo>
                <a:cubicBezTo>
                  <a:pt x="1" y="310"/>
                  <a:pt x="0" y="299"/>
                  <a:pt x="0" y="288"/>
                </a:cubicBezTo>
                <a:cubicBezTo>
                  <a:pt x="0" y="286"/>
                  <a:pt x="0" y="284"/>
                  <a:pt x="1" y="283"/>
                </a:cubicBezTo>
                <a:cubicBezTo>
                  <a:pt x="1" y="280"/>
                  <a:pt x="4" y="279"/>
                  <a:pt x="6" y="282"/>
                </a:cubicBezTo>
                <a:cubicBezTo>
                  <a:pt x="7" y="283"/>
                  <a:pt x="7" y="284"/>
                  <a:pt x="8" y="285"/>
                </a:cubicBezTo>
                <a:cubicBezTo>
                  <a:pt x="9" y="286"/>
                  <a:pt x="9" y="288"/>
                  <a:pt x="10" y="290"/>
                </a:cubicBezTo>
                <a:cubicBezTo>
                  <a:pt x="16" y="297"/>
                  <a:pt x="23" y="301"/>
                  <a:pt x="32" y="298"/>
                </a:cubicBezTo>
                <a:cubicBezTo>
                  <a:pt x="37" y="297"/>
                  <a:pt x="41" y="295"/>
                  <a:pt x="46" y="293"/>
                </a:cubicBezTo>
                <a:cubicBezTo>
                  <a:pt x="48" y="292"/>
                  <a:pt x="51" y="291"/>
                  <a:pt x="53" y="291"/>
                </a:cubicBezTo>
                <a:cubicBezTo>
                  <a:pt x="58" y="292"/>
                  <a:pt x="61" y="290"/>
                  <a:pt x="65" y="288"/>
                </a:cubicBezTo>
                <a:cubicBezTo>
                  <a:pt x="77" y="282"/>
                  <a:pt x="89" y="275"/>
                  <a:pt x="100" y="268"/>
                </a:cubicBezTo>
                <a:cubicBezTo>
                  <a:pt x="118" y="258"/>
                  <a:pt x="137" y="251"/>
                  <a:pt x="156" y="244"/>
                </a:cubicBezTo>
                <a:cubicBezTo>
                  <a:pt x="169" y="239"/>
                  <a:pt x="183" y="234"/>
                  <a:pt x="197" y="229"/>
                </a:cubicBezTo>
                <a:cubicBezTo>
                  <a:pt x="199" y="228"/>
                  <a:pt x="201" y="227"/>
                  <a:pt x="203" y="226"/>
                </a:cubicBezTo>
                <a:cubicBezTo>
                  <a:pt x="212" y="222"/>
                  <a:pt x="218" y="215"/>
                  <a:pt x="219" y="204"/>
                </a:cubicBezTo>
                <a:cubicBezTo>
                  <a:pt x="221" y="178"/>
                  <a:pt x="223" y="151"/>
                  <a:pt x="222" y="124"/>
                </a:cubicBezTo>
                <a:cubicBezTo>
                  <a:pt x="221" y="105"/>
                  <a:pt x="218" y="87"/>
                  <a:pt x="210" y="69"/>
                </a:cubicBezTo>
                <a:cubicBezTo>
                  <a:pt x="205" y="58"/>
                  <a:pt x="201" y="47"/>
                  <a:pt x="197" y="36"/>
                </a:cubicBezTo>
                <a:cubicBezTo>
                  <a:pt x="194" y="28"/>
                  <a:pt x="193" y="19"/>
                  <a:pt x="194" y="10"/>
                </a:cubicBezTo>
                <a:cubicBezTo>
                  <a:pt x="194" y="4"/>
                  <a:pt x="199" y="0"/>
                  <a:pt x="205" y="2"/>
                </a:cubicBezTo>
                <a:cubicBezTo>
                  <a:pt x="213" y="4"/>
                  <a:pt x="222" y="5"/>
                  <a:pt x="230" y="7"/>
                </a:cubicBezTo>
                <a:cubicBezTo>
                  <a:pt x="233" y="7"/>
                  <a:pt x="235" y="9"/>
                  <a:pt x="237" y="10"/>
                </a:cubicBezTo>
                <a:cubicBezTo>
                  <a:pt x="241" y="13"/>
                  <a:pt x="244" y="16"/>
                  <a:pt x="248" y="19"/>
                </a:cubicBezTo>
                <a:cubicBezTo>
                  <a:pt x="253" y="23"/>
                  <a:pt x="259" y="26"/>
                  <a:pt x="265" y="29"/>
                </a:cubicBezTo>
                <a:cubicBezTo>
                  <a:pt x="274" y="33"/>
                  <a:pt x="279" y="40"/>
                  <a:pt x="280" y="49"/>
                </a:cubicBezTo>
                <a:cubicBezTo>
                  <a:pt x="280" y="55"/>
                  <a:pt x="280" y="60"/>
                  <a:pt x="278" y="66"/>
                </a:cubicBezTo>
                <a:cubicBezTo>
                  <a:pt x="277" y="68"/>
                  <a:pt x="275" y="70"/>
                  <a:pt x="273" y="72"/>
                </a:cubicBezTo>
                <a:cubicBezTo>
                  <a:pt x="271" y="74"/>
                  <a:pt x="270" y="75"/>
                  <a:pt x="270" y="77"/>
                </a:cubicBezTo>
                <a:cubicBezTo>
                  <a:pt x="271" y="104"/>
                  <a:pt x="271" y="131"/>
                  <a:pt x="271" y="158"/>
                </a:cubicBezTo>
                <a:cubicBezTo>
                  <a:pt x="272" y="165"/>
                  <a:pt x="272" y="172"/>
                  <a:pt x="273" y="179"/>
                </a:cubicBezTo>
                <a:cubicBezTo>
                  <a:pt x="274" y="183"/>
                  <a:pt x="275" y="184"/>
                  <a:pt x="278" y="182"/>
                </a:cubicBezTo>
                <a:cubicBezTo>
                  <a:pt x="291" y="176"/>
                  <a:pt x="303" y="170"/>
                  <a:pt x="313" y="160"/>
                </a:cubicBezTo>
                <a:cubicBezTo>
                  <a:pt x="317" y="155"/>
                  <a:pt x="321" y="150"/>
                  <a:pt x="325" y="144"/>
                </a:cubicBezTo>
                <a:cubicBezTo>
                  <a:pt x="330" y="138"/>
                  <a:pt x="335" y="132"/>
                  <a:pt x="341" y="128"/>
                </a:cubicBezTo>
                <a:cubicBezTo>
                  <a:pt x="350" y="122"/>
                  <a:pt x="359" y="120"/>
                  <a:pt x="369" y="122"/>
                </a:cubicBezTo>
                <a:cubicBezTo>
                  <a:pt x="379" y="124"/>
                  <a:pt x="383" y="131"/>
                  <a:pt x="380" y="141"/>
                </a:cubicBezTo>
                <a:cubicBezTo>
                  <a:pt x="379" y="146"/>
                  <a:pt x="376" y="151"/>
                  <a:pt x="372" y="154"/>
                </a:cubicBezTo>
                <a:cubicBezTo>
                  <a:pt x="367" y="160"/>
                  <a:pt x="361" y="165"/>
                  <a:pt x="355" y="169"/>
                </a:cubicBezTo>
                <a:cubicBezTo>
                  <a:pt x="341" y="178"/>
                  <a:pt x="328" y="189"/>
                  <a:pt x="314" y="199"/>
                </a:cubicBezTo>
                <a:cubicBezTo>
                  <a:pt x="301" y="209"/>
                  <a:pt x="289" y="219"/>
                  <a:pt x="275" y="229"/>
                </a:cubicBezTo>
                <a:cubicBezTo>
                  <a:pt x="272" y="232"/>
                  <a:pt x="271" y="234"/>
                  <a:pt x="271" y="238"/>
                </a:cubicBezTo>
                <a:cubicBezTo>
                  <a:pt x="267" y="263"/>
                  <a:pt x="262" y="287"/>
                  <a:pt x="254" y="310"/>
                </a:cubicBezTo>
                <a:cubicBezTo>
                  <a:pt x="253" y="314"/>
                  <a:pt x="251" y="317"/>
                  <a:pt x="250" y="320"/>
                </a:cubicBezTo>
                <a:cubicBezTo>
                  <a:pt x="249" y="322"/>
                  <a:pt x="249" y="324"/>
                  <a:pt x="247" y="325"/>
                </a:cubicBezTo>
                <a:cubicBezTo>
                  <a:pt x="226" y="349"/>
                  <a:pt x="202" y="371"/>
                  <a:pt x="173" y="386"/>
                </a:cubicBezTo>
                <a:cubicBezTo>
                  <a:pt x="149" y="400"/>
                  <a:pt x="123" y="408"/>
                  <a:pt x="95" y="410"/>
                </a:cubicBezTo>
                <a:cubicBezTo>
                  <a:pt x="93" y="410"/>
                  <a:pt x="90" y="411"/>
                  <a:pt x="88" y="411"/>
                </a:cubicBezTo>
                <a:cubicBezTo>
                  <a:pt x="87" y="411"/>
                  <a:pt x="85" y="411"/>
                  <a:pt x="83" y="4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8" name="Freeform 11">
            <a:extLst xmlns:a="http://schemas.openxmlformats.org/drawingml/2006/main">
              <a:ext uri="{FF2B5EF4-FFF2-40B4-BE49-F238E27FC236}">
                <a16:creationId xmlns:a16="http://schemas.microsoft.com/office/drawing/2014/main" id="{F88E7CA3-C687-435E-9ED2-10652CD00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4135" y="400644"/>
            <a:ext cx="98081" cy="227527"/>
          </a:xfrm>
          <a:custGeom xmlns:a="http://schemas.openxmlformats.org/drawingml/2006/main">
            <a:gdLst>
              <a:gd name="T0" fmla="*/ 127 w 193"/>
              <a:gd name="T1" fmla="*/ 371 h 449"/>
              <a:gd name="T2" fmla="*/ 63 w 193"/>
              <a:gd name="T3" fmla="*/ 417 h 449"/>
              <a:gd name="T4" fmla="*/ 47 w 193"/>
              <a:gd name="T5" fmla="*/ 433 h 449"/>
              <a:gd name="T6" fmla="*/ 7 w 193"/>
              <a:gd name="T7" fmla="*/ 434 h 449"/>
              <a:gd name="T8" fmla="*/ 1 w 193"/>
              <a:gd name="T9" fmla="*/ 383 h 449"/>
              <a:gd name="T10" fmla="*/ 33 w 193"/>
              <a:gd name="T11" fmla="*/ 331 h 449"/>
              <a:gd name="T12" fmla="*/ 49 w 193"/>
              <a:gd name="T13" fmla="*/ 286 h 449"/>
              <a:gd name="T14" fmla="*/ 50 w 193"/>
              <a:gd name="T15" fmla="*/ 233 h 449"/>
              <a:gd name="T16" fmla="*/ 38 w 193"/>
              <a:gd name="T17" fmla="*/ 207 h 449"/>
              <a:gd name="T18" fmla="*/ 54 w 193"/>
              <a:gd name="T19" fmla="*/ 201 h 449"/>
              <a:gd name="T20" fmla="*/ 75 w 193"/>
              <a:gd name="T21" fmla="*/ 209 h 449"/>
              <a:gd name="T22" fmla="*/ 107 w 193"/>
              <a:gd name="T23" fmla="*/ 223 h 449"/>
              <a:gd name="T24" fmla="*/ 126 w 193"/>
              <a:gd name="T25" fmla="*/ 233 h 449"/>
              <a:gd name="T26" fmla="*/ 133 w 193"/>
              <a:gd name="T27" fmla="*/ 231 h 449"/>
              <a:gd name="T28" fmla="*/ 135 w 193"/>
              <a:gd name="T29" fmla="*/ 200 h 449"/>
              <a:gd name="T30" fmla="*/ 133 w 193"/>
              <a:gd name="T31" fmla="*/ 99 h 449"/>
              <a:gd name="T32" fmla="*/ 105 w 193"/>
              <a:gd name="T33" fmla="*/ 55 h 449"/>
              <a:gd name="T34" fmla="*/ 77 w 193"/>
              <a:gd name="T35" fmla="*/ 9 h 449"/>
              <a:gd name="T36" fmla="*/ 95 w 193"/>
              <a:gd name="T37" fmla="*/ 6 h 449"/>
              <a:gd name="T38" fmla="*/ 165 w 193"/>
              <a:gd name="T39" fmla="*/ 52 h 449"/>
              <a:gd name="T40" fmla="*/ 189 w 193"/>
              <a:gd name="T41" fmla="*/ 83 h 449"/>
              <a:gd name="T42" fmla="*/ 189 w 193"/>
              <a:gd name="T43" fmla="*/ 292 h 449"/>
              <a:gd name="T44" fmla="*/ 165 w 193"/>
              <a:gd name="T45" fmla="*/ 409 h 449"/>
              <a:gd name="T46" fmla="*/ 145 w 193"/>
              <a:gd name="T47" fmla="*/ 428 h 449"/>
              <a:gd name="T48" fmla="*/ 134 w 193"/>
              <a:gd name="T49" fmla="*/ 415 h 449"/>
              <a:gd name="T50" fmla="*/ 131 w 193"/>
              <a:gd name="T51" fmla="*/ 367 h 449"/>
              <a:gd name="T52" fmla="*/ 124 w 193"/>
              <a:gd name="T53" fmla="*/ 264 h 449"/>
              <a:gd name="T54" fmla="*/ 102 w 193"/>
              <a:gd name="T55" fmla="*/ 280 h 449"/>
              <a:gd name="T56" fmla="*/ 81 w 193"/>
              <a:gd name="T57" fmla="*/ 296 h 449"/>
              <a:gd name="T58" fmla="*/ 59 w 193"/>
              <a:gd name="T59" fmla="*/ 331 h 449"/>
              <a:gd name="T60" fmla="*/ 31 w 193"/>
              <a:gd name="T61" fmla="*/ 373 h 449"/>
              <a:gd name="T62" fmla="*/ 46 w 193"/>
              <a:gd name="T63" fmla="*/ 382 h 449"/>
              <a:gd name="T64" fmla="*/ 78 w 193"/>
              <a:gd name="T65" fmla="*/ 363 h 449"/>
              <a:gd name="T66" fmla="*/ 114 w 193"/>
              <a:gd name="T67" fmla="*/ 346 h 449"/>
              <a:gd name="T68" fmla="*/ 133 w 193"/>
              <a:gd name="T69" fmla="*/ 325 h 449"/>
              <a:gd name="T70" fmla="*/ 132 w 193"/>
              <a:gd name="T71" fmla="*/ 255 h 449"/>
            </a:gdLst>
            <a:rect l="0" t="0" r="r" b="b"/>
            <a:pathLst>
              <a:path w="193" h="449">
                <a:moveTo>
                  <a:pt x="131" y="367"/>
                </a:moveTo>
                <a:cubicBezTo>
                  <a:pt x="129" y="369"/>
                  <a:pt x="128" y="370"/>
                  <a:pt x="127" y="371"/>
                </a:cubicBezTo>
                <a:cubicBezTo>
                  <a:pt x="112" y="385"/>
                  <a:pt x="97" y="397"/>
                  <a:pt x="80" y="408"/>
                </a:cubicBezTo>
                <a:cubicBezTo>
                  <a:pt x="74" y="411"/>
                  <a:pt x="69" y="414"/>
                  <a:pt x="63" y="417"/>
                </a:cubicBezTo>
                <a:cubicBezTo>
                  <a:pt x="61" y="419"/>
                  <a:pt x="59" y="420"/>
                  <a:pt x="57" y="422"/>
                </a:cubicBezTo>
                <a:cubicBezTo>
                  <a:pt x="54" y="426"/>
                  <a:pt x="50" y="430"/>
                  <a:pt x="47" y="433"/>
                </a:cubicBezTo>
                <a:cubicBezTo>
                  <a:pt x="44" y="436"/>
                  <a:pt x="41" y="439"/>
                  <a:pt x="38" y="441"/>
                </a:cubicBezTo>
                <a:cubicBezTo>
                  <a:pt x="27" y="449"/>
                  <a:pt x="13" y="446"/>
                  <a:pt x="7" y="434"/>
                </a:cubicBezTo>
                <a:cubicBezTo>
                  <a:pt x="4" y="428"/>
                  <a:pt x="2" y="421"/>
                  <a:pt x="1" y="415"/>
                </a:cubicBezTo>
                <a:cubicBezTo>
                  <a:pt x="0" y="404"/>
                  <a:pt x="0" y="394"/>
                  <a:pt x="1" y="383"/>
                </a:cubicBezTo>
                <a:cubicBezTo>
                  <a:pt x="2" y="379"/>
                  <a:pt x="3" y="374"/>
                  <a:pt x="7" y="372"/>
                </a:cubicBezTo>
                <a:cubicBezTo>
                  <a:pt x="20" y="361"/>
                  <a:pt x="28" y="346"/>
                  <a:pt x="33" y="331"/>
                </a:cubicBezTo>
                <a:cubicBezTo>
                  <a:pt x="36" y="325"/>
                  <a:pt x="37" y="319"/>
                  <a:pt x="39" y="313"/>
                </a:cubicBezTo>
                <a:cubicBezTo>
                  <a:pt x="42" y="304"/>
                  <a:pt x="45" y="294"/>
                  <a:pt x="49" y="286"/>
                </a:cubicBezTo>
                <a:cubicBezTo>
                  <a:pt x="56" y="272"/>
                  <a:pt x="56" y="258"/>
                  <a:pt x="53" y="244"/>
                </a:cubicBezTo>
                <a:cubicBezTo>
                  <a:pt x="52" y="240"/>
                  <a:pt x="51" y="237"/>
                  <a:pt x="50" y="233"/>
                </a:cubicBezTo>
                <a:cubicBezTo>
                  <a:pt x="49" y="229"/>
                  <a:pt x="47" y="225"/>
                  <a:pt x="44" y="221"/>
                </a:cubicBezTo>
                <a:cubicBezTo>
                  <a:pt x="42" y="217"/>
                  <a:pt x="39" y="212"/>
                  <a:pt x="38" y="207"/>
                </a:cubicBezTo>
                <a:cubicBezTo>
                  <a:pt x="36" y="202"/>
                  <a:pt x="38" y="199"/>
                  <a:pt x="44" y="199"/>
                </a:cubicBezTo>
                <a:cubicBezTo>
                  <a:pt x="48" y="199"/>
                  <a:pt x="51" y="199"/>
                  <a:pt x="54" y="201"/>
                </a:cubicBezTo>
                <a:cubicBezTo>
                  <a:pt x="55" y="202"/>
                  <a:pt x="56" y="203"/>
                  <a:pt x="57" y="203"/>
                </a:cubicBezTo>
                <a:cubicBezTo>
                  <a:pt x="62" y="208"/>
                  <a:pt x="68" y="209"/>
                  <a:pt x="75" y="209"/>
                </a:cubicBezTo>
                <a:cubicBezTo>
                  <a:pt x="83" y="209"/>
                  <a:pt x="90" y="212"/>
                  <a:pt x="96" y="218"/>
                </a:cubicBezTo>
                <a:cubicBezTo>
                  <a:pt x="99" y="221"/>
                  <a:pt x="103" y="223"/>
                  <a:pt x="107" y="223"/>
                </a:cubicBezTo>
                <a:cubicBezTo>
                  <a:pt x="110" y="223"/>
                  <a:pt x="112" y="224"/>
                  <a:pt x="115" y="225"/>
                </a:cubicBezTo>
                <a:cubicBezTo>
                  <a:pt x="120" y="226"/>
                  <a:pt x="124" y="229"/>
                  <a:pt x="126" y="233"/>
                </a:cubicBezTo>
                <a:cubicBezTo>
                  <a:pt x="126" y="234"/>
                  <a:pt x="127" y="235"/>
                  <a:pt x="128" y="236"/>
                </a:cubicBezTo>
                <a:cubicBezTo>
                  <a:pt x="131" y="236"/>
                  <a:pt x="132" y="234"/>
                  <a:pt x="133" y="231"/>
                </a:cubicBezTo>
                <a:cubicBezTo>
                  <a:pt x="134" y="229"/>
                  <a:pt x="134" y="227"/>
                  <a:pt x="134" y="225"/>
                </a:cubicBezTo>
                <a:cubicBezTo>
                  <a:pt x="134" y="217"/>
                  <a:pt x="134" y="208"/>
                  <a:pt x="135" y="200"/>
                </a:cubicBezTo>
                <a:cubicBezTo>
                  <a:pt x="137" y="176"/>
                  <a:pt x="139" y="151"/>
                  <a:pt x="137" y="127"/>
                </a:cubicBezTo>
                <a:cubicBezTo>
                  <a:pt x="137" y="118"/>
                  <a:pt x="135" y="109"/>
                  <a:pt x="133" y="99"/>
                </a:cubicBezTo>
                <a:cubicBezTo>
                  <a:pt x="132" y="90"/>
                  <a:pt x="127" y="81"/>
                  <a:pt x="121" y="74"/>
                </a:cubicBezTo>
                <a:cubicBezTo>
                  <a:pt x="116" y="67"/>
                  <a:pt x="111" y="61"/>
                  <a:pt x="105" y="55"/>
                </a:cubicBezTo>
                <a:cubicBezTo>
                  <a:pt x="98" y="46"/>
                  <a:pt x="90" y="36"/>
                  <a:pt x="83" y="27"/>
                </a:cubicBezTo>
                <a:cubicBezTo>
                  <a:pt x="79" y="22"/>
                  <a:pt x="77" y="15"/>
                  <a:pt x="77" y="9"/>
                </a:cubicBezTo>
                <a:cubicBezTo>
                  <a:pt x="77" y="3"/>
                  <a:pt x="80" y="0"/>
                  <a:pt x="86" y="2"/>
                </a:cubicBezTo>
                <a:cubicBezTo>
                  <a:pt x="89" y="2"/>
                  <a:pt x="92" y="4"/>
                  <a:pt x="95" y="6"/>
                </a:cubicBezTo>
                <a:cubicBezTo>
                  <a:pt x="105" y="15"/>
                  <a:pt x="116" y="22"/>
                  <a:pt x="128" y="28"/>
                </a:cubicBezTo>
                <a:cubicBezTo>
                  <a:pt x="141" y="35"/>
                  <a:pt x="154" y="43"/>
                  <a:pt x="165" y="52"/>
                </a:cubicBezTo>
                <a:cubicBezTo>
                  <a:pt x="172" y="58"/>
                  <a:pt x="179" y="64"/>
                  <a:pt x="184" y="72"/>
                </a:cubicBezTo>
                <a:cubicBezTo>
                  <a:pt x="186" y="75"/>
                  <a:pt x="188" y="78"/>
                  <a:pt x="189" y="83"/>
                </a:cubicBezTo>
                <a:cubicBezTo>
                  <a:pt x="192" y="122"/>
                  <a:pt x="193" y="162"/>
                  <a:pt x="193" y="202"/>
                </a:cubicBezTo>
                <a:cubicBezTo>
                  <a:pt x="193" y="232"/>
                  <a:pt x="192" y="262"/>
                  <a:pt x="189" y="292"/>
                </a:cubicBezTo>
                <a:cubicBezTo>
                  <a:pt x="186" y="321"/>
                  <a:pt x="183" y="350"/>
                  <a:pt x="176" y="378"/>
                </a:cubicBezTo>
                <a:cubicBezTo>
                  <a:pt x="173" y="388"/>
                  <a:pt x="170" y="399"/>
                  <a:pt x="165" y="409"/>
                </a:cubicBezTo>
                <a:cubicBezTo>
                  <a:pt x="162" y="414"/>
                  <a:pt x="159" y="419"/>
                  <a:pt x="155" y="423"/>
                </a:cubicBezTo>
                <a:cubicBezTo>
                  <a:pt x="152" y="426"/>
                  <a:pt x="149" y="428"/>
                  <a:pt x="145" y="428"/>
                </a:cubicBezTo>
                <a:cubicBezTo>
                  <a:pt x="140" y="429"/>
                  <a:pt x="136" y="427"/>
                  <a:pt x="135" y="422"/>
                </a:cubicBezTo>
                <a:cubicBezTo>
                  <a:pt x="135" y="420"/>
                  <a:pt x="135" y="418"/>
                  <a:pt x="134" y="415"/>
                </a:cubicBezTo>
                <a:cubicBezTo>
                  <a:pt x="134" y="407"/>
                  <a:pt x="135" y="399"/>
                  <a:pt x="135" y="391"/>
                </a:cubicBezTo>
                <a:cubicBezTo>
                  <a:pt x="134" y="383"/>
                  <a:pt x="134" y="375"/>
                  <a:pt x="131" y="367"/>
                </a:cubicBezTo>
                <a:close/>
                <a:moveTo>
                  <a:pt x="132" y="255"/>
                </a:moveTo>
                <a:cubicBezTo>
                  <a:pt x="127" y="257"/>
                  <a:pt x="125" y="260"/>
                  <a:pt x="124" y="264"/>
                </a:cubicBezTo>
                <a:cubicBezTo>
                  <a:pt x="123" y="267"/>
                  <a:pt x="122" y="271"/>
                  <a:pt x="119" y="273"/>
                </a:cubicBezTo>
                <a:cubicBezTo>
                  <a:pt x="114" y="277"/>
                  <a:pt x="108" y="280"/>
                  <a:pt x="102" y="280"/>
                </a:cubicBezTo>
                <a:cubicBezTo>
                  <a:pt x="97" y="280"/>
                  <a:pt x="94" y="282"/>
                  <a:pt x="91" y="285"/>
                </a:cubicBezTo>
                <a:cubicBezTo>
                  <a:pt x="87" y="289"/>
                  <a:pt x="84" y="292"/>
                  <a:pt x="81" y="296"/>
                </a:cubicBezTo>
                <a:cubicBezTo>
                  <a:pt x="78" y="299"/>
                  <a:pt x="76" y="302"/>
                  <a:pt x="75" y="305"/>
                </a:cubicBezTo>
                <a:cubicBezTo>
                  <a:pt x="71" y="315"/>
                  <a:pt x="66" y="323"/>
                  <a:pt x="59" y="331"/>
                </a:cubicBezTo>
                <a:cubicBezTo>
                  <a:pt x="54" y="337"/>
                  <a:pt x="50" y="343"/>
                  <a:pt x="45" y="349"/>
                </a:cubicBezTo>
                <a:cubicBezTo>
                  <a:pt x="39" y="356"/>
                  <a:pt x="34" y="364"/>
                  <a:pt x="31" y="373"/>
                </a:cubicBezTo>
                <a:cubicBezTo>
                  <a:pt x="29" y="377"/>
                  <a:pt x="29" y="379"/>
                  <a:pt x="34" y="381"/>
                </a:cubicBezTo>
                <a:cubicBezTo>
                  <a:pt x="38" y="382"/>
                  <a:pt x="42" y="383"/>
                  <a:pt x="46" y="382"/>
                </a:cubicBezTo>
                <a:cubicBezTo>
                  <a:pt x="53" y="381"/>
                  <a:pt x="59" y="378"/>
                  <a:pt x="64" y="374"/>
                </a:cubicBezTo>
                <a:cubicBezTo>
                  <a:pt x="69" y="371"/>
                  <a:pt x="73" y="367"/>
                  <a:pt x="78" y="363"/>
                </a:cubicBezTo>
                <a:cubicBezTo>
                  <a:pt x="81" y="361"/>
                  <a:pt x="83" y="359"/>
                  <a:pt x="87" y="358"/>
                </a:cubicBezTo>
                <a:cubicBezTo>
                  <a:pt x="97" y="356"/>
                  <a:pt x="106" y="351"/>
                  <a:pt x="114" y="346"/>
                </a:cubicBezTo>
                <a:cubicBezTo>
                  <a:pt x="119" y="343"/>
                  <a:pt x="123" y="340"/>
                  <a:pt x="127" y="338"/>
                </a:cubicBezTo>
                <a:cubicBezTo>
                  <a:pt x="131" y="335"/>
                  <a:pt x="133" y="331"/>
                  <a:pt x="133" y="325"/>
                </a:cubicBezTo>
                <a:cubicBezTo>
                  <a:pt x="132" y="304"/>
                  <a:pt x="132" y="282"/>
                  <a:pt x="132" y="260"/>
                </a:cubicBezTo>
                <a:cubicBezTo>
                  <a:pt x="132" y="259"/>
                  <a:pt x="132" y="257"/>
                  <a:pt x="132" y="25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9" name="Freeform 12">
            <a:extLst xmlns:a="http://schemas.openxmlformats.org/drawingml/2006/main">
              <a:ext uri="{FF2B5EF4-FFF2-40B4-BE49-F238E27FC236}">
                <a16:creationId xmlns:a16="http://schemas.microsoft.com/office/drawing/2014/main" id="{A3EB2B2F-C414-420C-AB82-45DF252C7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0994" y="431437"/>
            <a:ext cx="115759" cy="160238"/>
          </a:xfrm>
          <a:custGeom xmlns:a="http://schemas.openxmlformats.org/drawingml/2006/main">
            <a:gdLst>
              <a:gd name="T0" fmla="*/ 34 w 229"/>
              <a:gd name="T1" fmla="*/ 0 h 316"/>
              <a:gd name="T2" fmla="*/ 37 w 229"/>
              <a:gd name="T3" fmla="*/ 2 h 316"/>
              <a:gd name="T4" fmla="*/ 69 w 229"/>
              <a:gd name="T5" fmla="*/ 32 h 316"/>
              <a:gd name="T6" fmla="*/ 73 w 229"/>
              <a:gd name="T7" fmla="*/ 38 h 316"/>
              <a:gd name="T8" fmla="*/ 99 w 229"/>
              <a:gd name="T9" fmla="*/ 117 h 316"/>
              <a:gd name="T10" fmla="*/ 101 w 229"/>
              <a:gd name="T11" fmla="*/ 128 h 316"/>
              <a:gd name="T12" fmla="*/ 112 w 229"/>
              <a:gd name="T13" fmla="*/ 132 h 316"/>
              <a:gd name="T14" fmla="*/ 120 w 229"/>
              <a:gd name="T15" fmla="*/ 127 h 316"/>
              <a:gd name="T16" fmla="*/ 145 w 229"/>
              <a:gd name="T17" fmla="*/ 109 h 316"/>
              <a:gd name="T18" fmla="*/ 148 w 229"/>
              <a:gd name="T19" fmla="*/ 103 h 316"/>
              <a:gd name="T20" fmla="*/ 148 w 229"/>
              <a:gd name="T21" fmla="*/ 80 h 316"/>
              <a:gd name="T22" fmla="*/ 159 w 229"/>
              <a:gd name="T23" fmla="*/ 69 h 316"/>
              <a:gd name="T24" fmla="*/ 162 w 229"/>
              <a:gd name="T25" fmla="*/ 71 h 316"/>
              <a:gd name="T26" fmla="*/ 164 w 229"/>
              <a:gd name="T27" fmla="*/ 75 h 316"/>
              <a:gd name="T28" fmla="*/ 171 w 229"/>
              <a:gd name="T29" fmla="*/ 86 h 316"/>
              <a:gd name="T30" fmla="*/ 204 w 229"/>
              <a:gd name="T31" fmla="*/ 104 h 316"/>
              <a:gd name="T32" fmla="*/ 209 w 229"/>
              <a:gd name="T33" fmla="*/ 112 h 316"/>
              <a:gd name="T34" fmla="*/ 169 w 229"/>
              <a:gd name="T35" fmla="*/ 170 h 316"/>
              <a:gd name="T36" fmla="*/ 128 w 229"/>
              <a:gd name="T37" fmla="*/ 175 h 316"/>
              <a:gd name="T38" fmla="*/ 114 w 229"/>
              <a:gd name="T39" fmla="*/ 190 h 316"/>
              <a:gd name="T40" fmla="*/ 115 w 229"/>
              <a:gd name="T41" fmla="*/ 196 h 316"/>
              <a:gd name="T42" fmla="*/ 115 w 229"/>
              <a:gd name="T43" fmla="*/ 219 h 316"/>
              <a:gd name="T44" fmla="*/ 109 w 229"/>
              <a:gd name="T45" fmla="*/ 226 h 316"/>
              <a:gd name="T46" fmla="*/ 89 w 229"/>
              <a:gd name="T47" fmla="*/ 246 h 316"/>
              <a:gd name="T48" fmla="*/ 95 w 229"/>
              <a:gd name="T49" fmla="*/ 260 h 316"/>
              <a:gd name="T50" fmla="*/ 113 w 229"/>
              <a:gd name="T51" fmla="*/ 259 h 316"/>
              <a:gd name="T52" fmla="*/ 148 w 229"/>
              <a:gd name="T53" fmla="*/ 248 h 316"/>
              <a:gd name="T54" fmla="*/ 170 w 229"/>
              <a:gd name="T55" fmla="*/ 243 h 316"/>
              <a:gd name="T56" fmla="*/ 187 w 229"/>
              <a:gd name="T57" fmla="*/ 237 h 316"/>
              <a:gd name="T58" fmla="*/ 212 w 229"/>
              <a:gd name="T59" fmla="*/ 229 h 316"/>
              <a:gd name="T60" fmla="*/ 220 w 229"/>
              <a:gd name="T61" fmla="*/ 229 h 316"/>
              <a:gd name="T62" fmla="*/ 227 w 229"/>
              <a:gd name="T63" fmla="*/ 241 h 316"/>
              <a:gd name="T64" fmla="*/ 214 w 229"/>
              <a:gd name="T65" fmla="*/ 267 h 316"/>
              <a:gd name="T66" fmla="*/ 203 w 229"/>
              <a:gd name="T67" fmla="*/ 277 h 316"/>
              <a:gd name="T68" fmla="*/ 174 w 229"/>
              <a:gd name="T69" fmla="*/ 289 h 316"/>
              <a:gd name="T70" fmla="*/ 140 w 229"/>
              <a:gd name="T71" fmla="*/ 298 h 316"/>
              <a:gd name="T72" fmla="*/ 127 w 229"/>
              <a:gd name="T73" fmla="*/ 298 h 316"/>
              <a:gd name="T74" fmla="*/ 116 w 229"/>
              <a:gd name="T75" fmla="*/ 301 h 316"/>
              <a:gd name="T76" fmla="*/ 55 w 229"/>
              <a:gd name="T77" fmla="*/ 304 h 316"/>
              <a:gd name="T78" fmla="*/ 44 w 229"/>
              <a:gd name="T79" fmla="*/ 292 h 316"/>
              <a:gd name="T80" fmla="*/ 27 w 229"/>
              <a:gd name="T81" fmla="*/ 257 h 316"/>
              <a:gd name="T82" fmla="*/ 25 w 229"/>
              <a:gd name="T83" fmla="*/ 252 h 316"/>
              <a:gd name="T84" fmla="*/ 18 w 229"/>
              <a:gd name="T85" fmla="*/ 217 h 316"/>
              <a:gd name="T86" fmla="*/ 18 w 229"/>
              <a:gd name="T87" fmla="*/ 210 h 316"/>
              <a:gd name="T88" fmla="*/ 1 w 229"/>
              <a:gd name="T89" fmla="*/ 140 h 316"/>
              <a:gd name="T90" fmla="*/ 0 w 229"/>
              <a:gd name="T91" fmla="*/ 134 h 316"/>
              <a:gd name="T92" fmla="*/ 18 w 229"/>
              <a:gd name="T93" fmla="*/ 50 h 316"/>
              <a:gd name="T94" fmla="*/ 32 w 229"/>
              <a:gd name="T95" fmla="*/ 4 h 316"/>
              <a:gd name="T96" fmla="*/ 34 w 229"/>
              <a:gd name="T97" fmla="*/ 0 h 316"/>
            </a:gdLst>
            <a:rect l="0" t="0" r="r" b="b"/>
            <a:pathLst>
              <a:path w="229" h="316">
                <a:moveTo>
                  <a:pt x="34" y="0"/>
                </a:moveTo>
                <a:cubicBezTo>
                  <a:pt x="35" y="1"/>
                  <a:pt x="36" y="2"/>
                  <a:pt x="37" y="2"/>
                </a:cubicBezTo>
                <a:cubicBezTo>
                  <a:pt x="48" y="12"/>
                  <a:pt x="58" y="22"/>
                  <a:pt x="69" y="32"/>
                </a:cubicBezTo>
                <a:cubicBezTo>
                  <a:pt x="71" y="34"/>
                  <a:pt x="72" y="36"/>
                  <a:pt x="73" y="38"/>
                </a:cubicBezTo>
                <a:cubicBezTo>
                  <a:pt x="86" y="63"/>
                  <a:pt x="94" y="89"/>
                  <a:pt x="99" y="117"/>
                </a:cubicBezTo>
                <a:cubicBezTo>
                  <a:pt x="99" y="120"/>
                  <a:pt x="100" y="124"/>
                  <a:pt x="101" y="128"/>
                </a:cubicBezTo>
                <a:cubicBezTo>
                  <a:pt x="103" y="133"/>
                  <a:pt x="107" y="134"/>
                  <a:pt x="112" y="132"/>
                </a:cubicBezTo>
                <a:cubicBezTo>
                  <a:pt x="115" y="130"/>
                  <a:pt x="117" y="129"/>
                  <a:pt x="120" y="127"/>
                </a:cubicBezTo>
                <a:cubicBezTo>
                  <a:pt x="128" y="121"/>
                  <a:pt x="136" y="115"/>
                  <a:pt x="145" y="109"/>
                </a:cubicBezTo>
                <a:cubicBezTo>
                  <a:pt x="147" y="108"/>
                  <a:pt x="148" y="106"/>
                  <a:pt x="148" y="103"/>
                </a:cubicBezTo>
                <a:cubicBezTo>
                  <a:pt x="148" y="95"/>
                  <a:pt x="148" y="88"/>
                  <a:pt x="148" y="80"/>
                </a:cubicBezTo>
                <a:cubicBezTo>
                  <a:pt x="148" y="75"/>
                  <a:pt x="153" y="69"/>
                  <a:pt x="159" y="69"/>
                </a:cubicBezTo>
                <a:cubicBezTo>
                  <a:pt x="160" y="69"/>
                  <a:pt x="162" y="70"/>
                  <a:pt x="162" y="71"/>
                </a:cubicBezTo>
                <a:cubicBezTo>
                  <a:pt x="163" y="72"/>
                  <a:pt x="164" y="73"/>
                  <a:pt x="164" y="75"/>
                </a:cubicBezTo>
                <a:cubicBezTo>
                  <a:pt x="164" y="79"/>
                  <a:pt x="167" y="83"/>
                  <a:pt x="171" y="86"/>
                </a:cubicBezTo>
                <a:cubicBezTo>
                  <a:pt x="181" y="94"/>
                  <a:pt x="192" y="100"/>
                  <a:pt x="204" y="104"/>
                </a:cubicBezTo>
                <a:cubicBezTo>
                  <a:pt x="208" y="106"/>
                  <a:pt x="209" y="108"/>
                  <a:pt x="209" y="112"/>
                </a:cubicBezTo>
                <a:cubicBezTo>
                  <a:pt x="210" y="140"/>
                  <a:pt x="196" y="160"/>
                  <a:pt x="169" y="170"/>
                </a:cubicBezTo>
                <a:cubicBezTo>
                  <a:pt x="156" y="175"/>
                  <a:pt x="142" y="177"/>
                  <a:pt x="128" y="175"/>
                </a:cubicBezTo>
                <a:cubicBezTo>
                  <a:pt x="119" y="173"/>
                  <a:pt x="112" y="182"/>
                  <a:pt x="114" y="190"/>
                </a:cubicBezTo>
                <a:cubicBezTo>
                  <a:pt x="114" y="192"/>
                  <a:pt x="115" y="194"/>
                  <a:pt x="115" y="196"/>
                </a:cubicBezTo>
                <a:cubicBezTo>
                  <a:pt x="118" y="203"/>
                  <a:pt x="118" y="211"/>
                  <a:pt x="115" y="219"/>
                </a:cubicBezTo>
                <a:cubicBezTo>
                  <a:pt x="114" y="222"/>
                  <a:pt x="112" y="224"/>
                  <a:pt x="109" y="226"/>
                </a:cubicBezTo>
                <a:cubicBezTo>
                  <a:pt x="101" y="231"/>
                  <a:pt x="95" y="238"/>
                  <a:pt x="89" y="246"/>
                </a:cubicBezTo>
                <a:cubicBezTo>
                  <a:pt x="84" y="254"/>
                  <a:pt x="85" y="258"/>
                  <a:pt x="95" y="260"/>
                </a:cubicBezTo>
                <a:cubicBezTo>
                  <a:pt x="101" y="261"/>
                  <a:pt x="107" y="261"/>
                  <a:pt x="113" y="259"/>
                </a:cubicBezTo>
                <a:cubicBezTo>
                  <a:pt x="125" y="256"/>
                  <a:pt x="137" y="252"/>
                  <a:pt x="148" y="248"/>
                </a:cubicBezTo>
                <a:cubicBezTo>
                  <a:pt x="155" y="245"/>
                  <a:pt x="162" y="243"/>
                  <a:pt x="170" y="243"/>
                </a:cubicBezTo>
                <a:cubicBezTo>
                  <a:pt x="176" y="242"/>
                  <a:pt x="182" y="240"/>
                  <a:pt x="187" y="237"/>
                </a:cubicBezTo>
                <a:cubicBezTo>
                  <a:pt x="195" y="234"/>
                  <a:pt x="203" y="230"/>
                  <a:pt x="212" y="229"/>
                </a:cubicBezTo>
                <a:cubicBezTo>
                  <a:pt x="214" y="229"/>
                  <a:pt x="217" y="229"/>
                  <a:pt x="220" y="229"/>
                </a:cubicBezTo>
                <a:cubicBezTo>
                  <a:pt x="226" y="230"/>
                  <a:pt x="229" y="236"/>
                  <a:pt x="227" y="241"/>
                </a:cubicBezTo>
                <a:cubicBezTo>
                  <a:pt x="223" y="250"/>
                  <a:pt x="218" y="259"/>
                  <a:pt x="214" y="267"/>
                </a:cubicBezTo>
                <a:cubicBezTo>
                  <a:pt x="211" y="271"/>
                  <a:pt x="207" y="274"/>
                  <a:pt x="203" y="277"/>
                </a:cubicBezTo>
                <a:cubicBezTo>
                  <a:pt x="194" y="282"/>
                  <a:pt x="184" y="286"/>
                  <a:pt x="174" y="289"/>
                </a:cubicBezTo>
                <a:cubicBezTo>
                  <a:pt x="163" y="292"/>
                  <a:pt x="151" y="295"/>
                  <a:pt x="140" y="298"/>
                </a:cubicBezTo>
                <a:cubicBezTo>
                  <a:pt x="136" y="299"/>
                  <a:pt x="131" y="298"/>
                  <a:pt x="127" y="298"/>
                </a:cubicBezTo>
                <a:cubicBezTo>
                  <a:pt x="122" y="298"/>
                  <a:pt x="119" y="299"/>
                  <a:pt x="116" y="301"/>
                </a:cubicBezTo>
                <a:cubicBezTo>
                  <a:pt x="97" y="315"/>
                  <a:pt x="74" y="316"/>
                  <a:pt x="55" y="304"/>
                </a:cubicBezTo>
                <a:cubicBezTo>
                  <a:pt x="51" y="301"/>
                  <a:pt x="47" y="297"/>
                  <a:pt x="44" y="292"/>
                </a:cubicBezTo>
                <a:cubicBezTo>
                  <a:pt x="37" y="281"/>
                  <a:pt x="32" y="269"/>
                  <a:pt x="27" y="257"/>
                </a:cubicBezTo>
                <a:cubicBezTo>
                  <a:pt x="26" y="255"/>
                  <a:pt x="26" y="254"/>
                  <a:pt x="25" y="252"/>
                </a:cubicBezTo>
                <a:cubicBezTo>
                  <a:pt x="20" y="241"/>
                  <a:pt x="17" y="230"/>
                  <a:pt x="18" y="217"/>
                </a:cubicBezTo>
                <a:cubicBezTo>
                  <a:pt x="19" y="215"/>
                  <a:pt x="18" y="213"/>
                  <a:pt x="18" y="210"/>
                </a:cubicBezTo>
                <a:cubicBezTo>
                  <a:pt x="12" y="187"/>
                  <a:pt x="6" y="163"/>
                  <a:pt x="1" y="140"/>
                </a:cubicBezTo>
                <a:cubicBezTo>
                  <a:pt x="0" y="138"/>
                  <a:pt x="0" y="136"/>
                  <a:pt x="0" y="134"/>
                </a:cubicBezTo>
                <a:cubicBezTo>
                  <a:pt x="6" y="106"/>
                  <a:pt x="12" y="78"/>
                  <a:pt x="18" y="50"/>
                </a:cubicBezTo>
                <a:cubicBezTo>
                  <a:pt x="22" y="35"/>
                  <a:pt x="26" y="19"/>
                  <a:pt x="32" y="4"/>
                </a:cubicBezTo>
                <a:cubicBezTo>
                  <a:pt x="33" y="2"/>
                  <a:pt x="33" y="1"/>
                  <a:pt x="3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0" name="Freeform 13">
            <a:extLst xmlns:a="http://schemas.openxmlformats.org/drawingml/2006/main">
              <a:ext uri="{FF2B5EF4-FFF2-40B4-BE49-F238E27FC236}">
                <a16:creationId xmlns:a16="http://schemas.microsoft.com/office/drawing/2014/main" id="{D5AB2107-ABF3-4FCC-8F4D-FF7472F90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5489" y="493594"/>
            <a:ext cx="137428" cy="152255"/>
          </a:xfrm>
          <a:custGeom xmlns:a="http://schemas.openxmlformats.org/drawingml/2006/main">
            <a:gdLst>
              <a:gd name="T0" fmla="*/ 194 w 271"/>
              <a:gd name="T1" fmla="*/ 98 h 300"/>
              <a:gd name="T2" fmla="*/ 236 w 271"/>
              <a:gd name="T3" fmla="*/ 96 h 300"/>
              <a:gd name="T4" fmla="*/ 237 w 271"/>
              <a:gd name="T5" fmla="*/ 111 h 300"/>
              <a:gd name="T6" fmla="*/ 175 w 271"/>
              <a:gd name="T7" fmla="*/ 150 h 300"/>
              <a:gd name="T8" fmla="*/ 169 w 271"/>
              <a:gd name="T9" fmla="*/ 195 h 300"/>
              <a:gd name="T10" fmla="*/ 177 w 271"/>
              <a:gd name="T11" fmla="*/ 299 h 300"/>
              <a:gd name="T12" fmla="*/ 159 w 271"/>
              <a:gd name="T13" fmla="*/ 285 h 300"/>
              <a:gd name="T14" fmla="*/ 150 w 271"/>
              <a:gd name="T15" fmla="*/ 266 h 300"/>
              <a:gd name="T16" fmla="*/ 133 w 271"/>
              <a:gd name="T17" fmla="*/ 260 h 300"/>
              <a:gd name="T18" fmla="*/ 132 w 271"/>
              <a:gd name="T19" fmla="*/ 243 h 300"/>
              <a:gd name="T20" fmla="*/ 149 w 271"/>
              <a:gd name="T21" fmla="*/ 232 h 300"/>
              <a:gd name="T22" fmla="*/ 139 w 271"/>
              <a:gd name="T23" fmla="*/ 197 h 300"/>
              <a:gd name="T24" fmla="*/ 117 w 271"/>
              <a:gd name="T25" fmla="*/ 216 h 300"/>
              <a:gd name="T26" fmla="*/ 101 w 271"/>
              <a:gd name="T27" fmla="*/ 235 h 300"/>
              <a:gd name="T28" fmla="*/ 26 w 271"/>
              <a:gd name="T29" fmla="*/ 293 h 300"/>
              <a:gd name="T30" fmla="*/ 0 w 271"/>
              <a:gd name="T31" fmla="*/ 243 h 300"/>
              <a:gd name="T32" fmla="*/ 9 w 271"/>
              <a:gd name="T33" fmla="*/ 237 h 300"/>
              <a:gd name="T34" fmla="*/ 32 w 271"/>
              <a:gd name="T35" fmla="*/ 234 h 300"/>
              <a:gd name="T36" fmla="*/ 59 w 271"/>
              <a:gd name="T37" fmla="*/ 219 h 300"/>
              <a:gd name="T38" fmla="*/ 116 w 271"/>
              <a:gd name="T39" fmla="*/ 185 h 300"/>
              <a:gd name="T40" fmla="*/ 145 w 271"/>
              <a:gd name="T41" fmla="*/ 155 h 300"/>
              <a:gd name="T42" fmla="*/ 133 w 271"/>
              <a:gd name="T43" fmla="*/ 142 h 300"/>
              <a:gd name="T44" fmla="*/ 145 w 271"/>
              <a:gd name="T45" fmla="*/ 112 h 300"/>
              <a:gd name="T46" fmla="*/ 143 w 271"/>
              <a:gd name="T47" fmla="*/ 104 h 300"/>
              <a:gd name="T48" fmla="*/ 124 w 271"/>
              <a:gd name="T49" fmla="*/ 108 h 300"/>
              <a:gd name="T50" fmla="*/ 121 w 271"/>
              <a:gd name="T51" fmla="*/ 140 h 300"/>
              <a:gd name="T52" fmla="*/ 87 w 271"/>
              <a:gd name="T53" fmla="*/ 188 h 300"/>
              <a:gd name="T54" fmla="*/ 73 w 271"/>
              <a:gd name="T55" fmla="*/ 176 h 300"/>
              <a:gd name="T56" fmla="*/ 67 w 271"/>
              <a:gd name="T57" fmla="*/ 159 h 300"/>
              <a:gd name="T58" fmla="*/ 66 w 271"/>
              <a:gd name="T59" fmla="*/ 63 h 300"/>
              <a:gd name="T60" fmla="*/ 72 w 271"/>
              <a:gd name="T61" fmla="*/ 47 h 300"/>
              <a:gd name="T62" fmla="*/ 88 w 271"/>
              <a:gd name="T63" fmla="*/ 55 h 300"/>
              <a:gd name="T64" fmla="*/ 109 w 271"/>
              <a:gd name="T65" fmla="*/ 63 h 300"/>
              <a:gd name="T66" fmla="*/ 160 w 271"/>
              <a:gd name="T67" fmla="*/ 28 h 300"/>
              <a:gd name="T68" fmla="*/ 187 w 271"/>
              <a:gd name="T69" fmla="*/ 16 h 300"/>
              <a:gd name="T70" fmla="*/ 258 w 271"/>
              <a:gd name="T71" fmla="*/ 4 h 300"/>
              <a:gd name="T72" fmla="*/ 271 w 271"/>
              <a:gd name="T73" fmla="*/ 16 h 300"/>
              <a:gd name="T74" fmla="*/ 248 w 271"/>
              <a:gd name="T75" fmla="*/ 37 h 300"/>
              <a:gd name="T76" fmla="*/ 215 w 271"/>
              <a:gd name="T77" fmla="*/ 67 h 300"/>
              <a:gd name="T78" fmla="*/ 186 w 271"/>
              <a:gd name="T79" fmla="*/ 95 h 300"/>
            </a:gdLst>
            <a:rect l="0" t="0" r="r" b="b"/>
            <a:pathLst>
              <a:path w="271" h="300">
                <a:moveTo>
                  <a:pt x="185" y="102"/>
                </a:moveTo>
                <a:cubicBezTo>
                  <a:pt x="188" y="101"/>
                  <a:pt x="191" y="99"/>
                  <a:pt x="194" y="98"/>
                </a:cubicBezTo>
                <a:cubicBezTo>
                  <a:pt x="200" y="94"/>
                  <a:pt x="206" y="91"/>
                  <a:pt x="213" y="90"/>
                </a:cubicBezTo>
                <a:cubicBezTo>
                  <a:pt x="221" y="89"/>
                  <a:pt x="229" y="92"/>
                  <a:pt x="236" y="96"/>
                </a:cubicBezTo>
                <a:cubicBezTo>
                  <a:pt x="237" y="97"/>
                  <a:pt x="238" y="98"/>
                  <a:pt x="239" y="99"/>
                </a:cubicBezTo>
                <a:cubicBezTo>
                  <a:pt x="242" y="103"/>
                  <a:pt x="242" y="108"/>
                  <a:pt x="237" y="111"/>
                </a:cubicBezTo>
                <a:cubicBezTo>
                  <a:pt x="220" y="127"/>
                  <a:pt x="200" y="139"/>
                  <a:pt x="179" y="148"/>
                </a:cubicBezTo>
                <a:cubicBezTo>
                  <a:pt x="178" y="149"/>
                  <a:pt x="176" y="149"/>
                  <a:pt x="175" y="150"/>
                </a:cubicBezTo>
                <a:cubicBezTo>
                  <a:pt x="167" y="153"/>
                  <a:pt x="164" y="159"/>
                  <a:pt x="163" y="168"/>
                </a:cubicBezTo>
                <a:cubicBezTo>
                  <a:pt x="163" y="177"/>
                  <a:pt x="165" y="187"/>
                  <a:pt x="169" y="195"/>
                </a:cubicBezTo>
                <a:cubicBezTo>
                  <a:pt x="182" y="226"/>
                  <a:pt x="186" y="259"/>
                  <a:pt x="185" y="292"/>
                </a:cubicBezTo>
                <a:cubicBezTo>
                  <a:pt x="185" y="298"/>
                  <a:pt x="183" y="300"/>
                  <a:pt x="177" y="299"/>
                </a:cubicBezTo>
                <a:cubicBezTo>
                  <a:pt x="171" y="299"/>
                  <a:pt x="165" y="297"/>
                  <a:pt x="161" y="292"/>
                </a:cubicBezTo>
                <a:cubicBezTo>
                  <a:pt x="159" y="290"/>
                  <a:pt x="159" y="287"/>
                  <a:pt x="159" y="285"/>
                </a:cubicBezTo>
                <a:cubicBezTo>
                  <a:pt x="159" y="284"/>
                  <a:pt x="159" y="282"/>
                  <a:pt x="159" y="281"/>
                </a:cubicBezTo>
                <a:cubicBezTo>
                  <a:pt x="159" y="274"/>
                  <a:pt x="156" y="269"/>
                  <a:pt x="150" y="266"/>
                </a:cubicBezTo>
                <a:cubicBezTo>
                  <a:pt x="146" y="263"/>
                  <a:pt x="141" y="262"/>
                  <a:pt x="136" y="260"/>
                </a:cubicBezTo>
                <a:cubicBezTo>
                  <a:pt x="135" y="260"/>
                  <a:pt x="134" y="260"/>
                  <a:pt x="133" y="260"/>
                </a:cubicBezTo>
                <a:cubicBezTo>
                  <a:pt x="129" y="258"/>
                  <a:pt x="126" y="255"/>
                  <a:pt x="126" y="252"/>
                </a:cubicBezTo>
                <a:cubicBezTo>
                  <a:pt x="125" y="248"/>
                  <a:pt x="128" y="244"/>
                  <a:pt x="132" y="243"/>
                </a:cubicBezTo>
                <a:cubicBezTo>
                  <a:pt x="134" y="242"/>
                  <a:pt x="136" y="242"/>
                  <a:pt x="138" y="242"/>
                </a:cubicBezTo>
                <a:cubicBezTo>
                  <a:pt x="144" y="241"/>
                  <a:pt x="147" y="238"/>
                  <a:pt x="149" y="232"/>
                </a:cubicBezTo>
                <a:cubicBezTo>
                  <a:pt x="153" y="220"/>
                  <a:pt x="151" y="208"/>
                  <a:pt x="144" y="197"/>
                </a:cubicBezTo>
                <a:cubicBezTo>
                  <a:pt x="142" y="195"/>
                  <a:pt x="141" y="195"/>
                  <a:pt x="139" y="197"/>
                </a:cubicBezTo>
                <a:cubicBezTo>
                  <a:pt x="138" y="197"/>
                  <a:pt x="137" y="198"/>
                  <a:pt x="136" y="199"/>
                </a:cubicBezTo>
                <a:cubicBezTo>
                  <a:pt x="129" y="205"/>
                  <a:pt x="123" y="210"/>
                  <a:pt x="117" y="216"/>
                </a:cubicBezTo>
                <a:cubicBezTo>
                  <a:pt x="112" y="220"/>
                  <a:pt x="108" y="225"/>
                  <a:pt x="105" y="231"/>
                </a:cubicBezTo>
                <a:cubicBezTo>
                  <a:pt x="104" y="232"/>
                  <a:pt x="103" y="233"/>
                  <a:pt x="101" y="235"/>
                </a:cubicBezTo>
                <a:cubicBezTo>
                  <a:pt x="84" y="253"/>
                  <a:pt x="66" y="270"/>
                  <a:pt x="48" y="288"/>
                </a:cubicBezTo>
                <a:cubicBezTo>
                  <a:pt x="41" y="296"/>
                  <a:pt x="35" y="297"/>
                  <a:pt x="26" y="293"/>
                </a:cubicBezTo>
                <a:cubicBezTo>
                  <a:pt x="20" y="291"/>
                  <a:pt x="16" y="287"/>
                  <a:pt x="13" y="282"/>
                </a:cubicBezTo>
                <a:cubicBezTo>
                  <a:pt x="4" y="271"/>
                  <a:pt x="1" y="257"/>
                  <a:pt x="0" y="243"/>
                </a:cubicBezTo>
                <a:cubicBezTo>
                  <a:pt x="0" y="240"/>
                  <a:pt x="1" y="239"/>
                  <a:pt x="3" y="239"/>
                </a:cubicBezTo>
                <a:cubicBezTo>
                  <a:pt x="5" y="238"/>
                  <a:pt x="7" y="237"/>
                  <a:pt x="9" y="237"/>
                </a:cubicBezTo>
                <a:cubicBezTo>
                  <a:pt x="13" y="235"/>
                  <a:pt x="16" y="235"/>
                  <a:pt x="20" y="237"/>
                </a:cubicBezTo>
                <a:cubicBezTo>
                  <a:pt x="24" y="239"/>
                  <a:pt x="28" y="238"/>
                  <a:pt x="32" y="234"/>
                </a:cubicBezTo>
                <a:cubicBezTo>
                  <a:pt x="34" y="233"/>
                  <a:pt x="37" y="231"/>
                  <a:pt x="39" y="230"/>
                </a:cubicBezTo>
                <a:cubicBezTo>
                  <a:pt x="46" y="226"/>
                  <a:pt x="52" y="222"/>
                  <a:pt x="59" y="219"/>
                </a:cubicBezTo>
                <a:cubicBezTo>
                  <a:pt x="60" y="218"/>
                  <a:pt x="62" y="217"/>
                  <a:pt x="63" y="216"/>
                </a:cubicBezTo>
                <a:cubicBezTo>
                  <a:pt x="81" y="206"/>
                  <a:pt x="98" y="195"/>
                  <a:pt x="116" y="185"/>
                </a:cubicBezTo>
                <a:cubicBezTo>
                  <a:pt x="122" y="181"/>
                  <a:pt x="128" y="177"/>
                  <a:pt x="134" y="172"/>
                </a:cubicBezTo>
                <a:cubicBezTo>
                  <a:pt x="139" y="168"/>
                  <a:pt x="143" y="163"/>
                  <a:pt x="145" y="155"/>
                </a:cubicBezTo>
                <a:cubicBezTo>
                  <a:pt x="143" y="155"/>
                  <a:pt x="142" y="154"/>
                  <a:pt x="140" y="154"/>
                </a:cubicBezTo>
                <a:cubicBezTo>
                  <a:pt x="134" y="152"/>
                  <a:pt x="132" y="148"/>
                  <a:pt x="133" y="142"/>
                </a:cubicBezTo>
                <a:cubicBezTo>
                  <a:pt x="134" y="140"/>
                  <a:pt x="135" y="137"/>
                  <a:pt x="136" y="135"/>
                </a:cubicBezTo>
                <a:cubicBezTo>
                  <a:pt x="139" y="127"/>
                  <a:pt x="142" y="119"/>
                  <a:pt x="145" y="112"/>
                </a:cubicBezTo>
                <a:cubicBezTo>
                  <a:pt x="145" y="111"/>
                  <a:pt x="146" y="110"/>
                  <a:pt x="146" y="109"/>
                </a:cubicBezTo>
                <a:cubicBezTo>
                  <a:pt x="147" y="105"/>
                  <a:pt x="146" y="104"/>
                  <a:pt x="143" y="104"/>
                </a:cubicBezTo>
                <a:cubicBezTo>
                  <a:pt x="140" y="104"/>
                  <a:pt x="138" y="104"/>
                  <a:pt x="135" y="105"/>
                </a:cubicBezTo>
                <a:cubicBezTo>
                  <a:pt x="132" y="106"/>
                  <a:pt x="128" y="107"/>
                  <a:pt x="124" y="108"/>
                </a:cubicBezTo>
                <a:cubicBezTo>
                  <a:pt x="122" y="109"/>
                  <a:pt x="121" y="111"/>
                  <a:pt x="121" y="113"/>
                </a:cubicBezTo>
                <a:cubicBezTo>
                  <a:pt x="121" y="122"/>
                  <a:pt x="121" y="131"/>
                  <a:pt x="121" y="140"/>
                </a:cubicBezTo>
                <a:cubicBezTo>
                  <a:pt x="121" y="142"/>
                  <a:pt x="120" y="144"/>
                  <a:pt x="119" y="146"/>
                </a:cubicBezTo>
                <a:cubicBezTo>
                  <a:pt x="108" y="160"/>
                  <a:pt x="98" y="174"/>
                  <a:pt x="87" y="188"/>
                </a:cubicBezTo>
                <a:cubicBezTo>
                  <a:pt x="87" y="189"/>
                  <a:pt x="86" y="189"/>
                  <a:pt x="86" y="190"/>
                </a:cubicBezTo>
                <a:cubicBezTo>
                  <a:pt x="81" y="185"/>
                  <a:pt x="77" y="181"/>
                  <a:pt x="73" y="176"/>
                </a:cubicBezTo>
                <a:cubicBezTo>
                  <a:pt x="70" y="173"/>
                  <a:pt x="69" y="170"/>
                  <a:pt x="69" y="166"/>
                </a:cubicBezTo>
                <a:cubicBezTo>
                  <a:pt x="68" y="164"/>
                  <a:pt x="68" y="161"/>
                  <a:pt x="67" y="159"/>
                </a:cubicBezTo>
                <a:cubicBezTo>
                  <a:pt x="58" y="138"/>
                  <a:pt x="57" y="117"/>
                  <a:pt x="63" y="95"/>
                </a:cubicBezTo>
                <a:cubicBezTo>
                  <a:pt x="67" y="84"/>
                  <a:pt x="67" y="74"/>
                  <a:pt x="66" y="63"/>
                </a:cubicBezTo>
                <a:cubicBezTo>
                  <a:pt x="66" y="60"/>
                  <a:pt x="66" y="57"/>
                  <a:pt x="66" y="54"/>
                </a:cubicBezTo>
                <a:cubicBezTo>
                  <a:pt x="66" y="50"/>
                  <a:pt x="68" y="47"/>
                  <a:pt x="72" y="47"/>
                </a:cubicBezTo>
                <a:cubicBezTo>
                  <a:pt x="75" y="46"/>
                  <a:pt x="78" y="47"/>
                  <a:pt x="80" y="48"/>
                </a:cubicBezTo>
                <a:cubicBezTo>
                  <a:pt x="83" y="50"/>
                  <a:pt x="85" y="52"/>
                  <a:pt x="88" y="55"/>
                </a:cubicBezTo>
                <a:cubicBezTo>
                  <a:pt x="90" y="57"/>
                  <a:pt x="91" y="59"/>
                  <a:pt x="93" y="61"/>
                </a:cubicBezTo>
                <a:cubicBezTo>
                  <a:pt x="99" y="66"/>
                  <a:pt x="103" y="67"/>
                  <a:pt x="109" y="63"/>
                </a:cubicBezTo>
                <a:cubicBezTo>
                  <a:pt x="117" y="58"/>
                  <a:pt x="125" y="53"/>
                  <a:pt x="133" y="48"/>
                </a:cubicBezTo>
                <a:cubicBezTo>
                  <a:pt x="142" y="41"/>
                  <a:pt x="151" y="35"/>
                  <a:pt x="160" y="28"/>
                </a:cubicBezTo>
                <a:cubicBezTo>
                  <a:pt x="163" y="25"/>
                  <a:pt x="167" y="24"/>
                  <a:pt x="171" y="23"/>
                </a:cubicBezTo>
                <a:cubicBezTo>
                  <a:pt x="177" y="23"/>
                  <a:pt x="182" y="20"/>
                  <a:pt x="187" y="16"/>
                </a:cubicBezTo>
                <a:cubicBezTo>
                  <a:pt x="196" y="6"/>
                  <a:pt x="208" y="2"/>
                  <a:pt x="221" y="1"/>
                </a:cubicBezTo>
                <a:cubicBezTo>
                  <a:pt x="233" y="0"/>
                  <a:pt x="246" y="0"/>
                  <a:pt x="258" y="4"/>
                </a:cubicBezTo>
                <a:cubicBezTo>
                  <a:pt x="261" y="5"/>
                  <a:pt x="264" y="7"/>
                  <a:pt x="267" y="9"/>
                </a:cubicBezTo>
                <a:cubicBezTo>
                  <a:pt x="270" y="10"/>
                  <a:pt x="271" y="13"/>
                  <a:pt x="271" y="16"/>
                </a:cubicBezTo>
                <a:cubicBezTo>
                  <a:pt x="271" y="18"/>
                  <a:pt x="271" y="19"/>
                  <a:pt x="269" y="21"/>
                </a:cubicBezTo>
                <a:cubicBezTo>
                  <a:pt x="262" y="26"/>
                  <a:pt x="255" y="31"/>
                  <a:pt x="248" y="37"/>
                </a:cubicBezTo>
                <a:cubicBezTo>
                  <a:pt x="240" y="43"/>
                  <a:pt x="232" y="50"/>
                  <a:pt x="226" y="58"/>
                </a:cubicBezTo>
                <a:cubicBezTo>
                  <a:pt x="223" y="62"/>
                  <a:pt x="219" y="65"/>
                  <a:pt x="215" y="67"/>
                </a:cubicBezTo>
                <a:cubicBezTo>
                  <a:pt x="213" y="68"/>
                  <a:pt x="212" y="69"/>
                  <a:pt x="211" y="70"/>
                </a:cubicBezTo>
                <a:cubicBezTo>
                  <a:pt x="202" y="79"/>
                  <a:pt x="194" y="87"/>
                  <a:pt x="186" y="95"/>
                </a:cubicBezTo>
                <a:cubicBezTo>
                  <a:pt x="184" y="97"/>
                  <a:pt x="183" y="99"/>
                  <a:pt x="185" y="10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1" name="Freeform 14">
            <a:extLst xmlns:a="http://schemas.openxmlformats.org/drawingml/2006/main">
              <a:ext uri="{FF2B5EF4-FFF2-40B4-BE49-F238E27FC236}">
                <a16:creationId xmlns:a16="http://schemas.microsoft.com/office/drawing/2014/main" id="{E708C4CB-5310-4AD5-ACA1-CB1D57C25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1601" y="548337"/>
            <a:ext cx="141990" cy="90098"/>
          </a:xfrm>
          <a:custGeom xmlns:a="http://schemas.openxmlformats.org/drawingml/2006/main">
            <a:gdLst>
              <a:gd name="T0" fmla="*/ 16 w 280"/>
              <a:gd name="T1" fmla="*/ 133 h 178"/>
              <a:gd name="T2" fmla="*/ 14 w 280"/>
              <a:gd name="T3" fmla="*/ 124 h 178"/>
              <a:gd name="T4" fmla="*/ 2 w 280"/>
              <a:gd name="T5" fmla="*/ 103 h 178"/>
              <a:gd name="T6" fmla="*/ 6 w 280"/>
              <a:gd name="T7" fmla="*/ 81 h 178"/>
              <a:gd name="T8" fmla="*/ 16 w 280"/>
              <a:gd name="T9" fmla="*/ 77 h 178"/>
              <a:gd name="T10" fmla="*/ 22 w 280"/>
              <a:gd name="T11" fmla="*/ 77 h 178"/>
              <a:gd name="T12" fmla="*/ 40 w 280"/>
              <a:gd name="T13" fmla="*/ 71 h 178"/>
              <a:gd name="T14" fmla="*/ 54 w 280"/>
              <a:gd name="T15" fmla="*/ 64 h 178"/>
              <a:gd name="T16" fmla="*/ 63 w 280"/>
              <a:gd name="T17" fmla="*/ 61 h 178"/>
              <a:gd name="T18" fmla="*/ 144 w 280"/>
              <a:gd name="T19" fmla="*/ 25 h 178"/>
              <a:gd name="T20" fmla="*/ 169 w 280"/>
              <a:gd name="T21" fmla="*/ 16 h 178"/>
              <a:gd name="T22" fmla="*/ 186 w 280"/>
              <a:gd name="T23" fmla="*/ 13 h 178"/>
              <a:gd name="T24" fmla="*/ 209 w 280"/>
              <a:gd name="T25" fmla="*/ 9 h 178"/>
              <a:gd name="T26" fmla="*/ 224 w 280"/>
              <a:gd name="T27" fmla="*/ 3 h 178"/>
              <a:gd name="T28" fmla="*/ 233 w 280"/>
              <a:gd name="T29" fmla="*/ 0 h 178"/>
              <a:gd name="T30" fmla="*/ 265 w 280"/>
              <a:gd name="T31" fmla="*/ 5 h 178"/>
              <a:gd name="T32" fmla="*/ 274 w 280"/>
              <a:gd name="T33" fmla="*/ 29 h 178"/>
              <a:gd name="T34" fmla="*/ 256 w 280"/>
              <a:gd name="T35" fmla="*/ 50 h 178"/>
              <a:gd name="T36" fmla="*/ 245 w 280"/>
              <a:gd name="T37" fmla="*/ 53 h 178"/>
              <a:gd name="T38" fmla="*/ 220 w 280"/>
              <a:gd name="T39" fmla="*/ 56 h 178"/>
              <a:gd name="T40" fmla="*/ 213 w 280"/>
              <a:gd name="T41" fmla="*/ 58 h 178"/>
              <a:gd name="T42" fmla="*/ 208 w 280"/>
              <a:gd name="T43" fmla="*/ 67 h 178"/>
              <a:gd name="T44" fmla="*/ 210 w 280"/>
              <a:gd name="T45" fmla="*/ 76 h 178"/>
              <a:gd name="T46" fmla="*/ 218 w 280"/>
              <a:gd name="T47" fmla="*/ 92 h 178"/>
              <a:gd name="T48" fmla="*/ 224 w 280"/>
              <a:gd name="T49" fmla="*/ 115 h 178"/>
              <a:gd name="T50" fmla="*/ 220 w 280"/>
              <a:gd name="T51" fmla="*/ 146 h 178"/>
              <a:gd name="T52" fmla="*/ 197 w 280"/>
              <a:gd name="T53" fmla="*/ 163 h 178"/>
              <a:gd name="T54" fmla="*/ 189 w 280"/>
              <a:gd name="T55" fmla="*/ 163 h 178"/>
              <a:gd name="T56" fmla="*/ 181 w 280"/>
              <a:gd name="T57" fmla="*/ 167 h 178"/>
              <a:gd name="T58" fmla="*/ 178 w 280"/>
              <a:gd name="T59" fmla="*/ 170 h 178"/>
              <a:gd name="T60" fmla="*/ 156 w 280"/>
              <a:gd name="T61" fmla="*/ 175 h 178"/>
              <a:gd name="T62" fmla="*/ 140 w 280"/>
              <a:gd name="T63" fmla="*/ 166 h 178"/>
              <a:gd name="T64" fmla="*/ 126 w 280"/>
              <a:gd name="T65" fmla="*/ 162 h 178"/>
              <a:gd name="T66" fmla="*/ 119 w 280"/>
              <a:gd name="T67" fmla="*/ 160 h 178"/>
              <a:gd name="T68" fmla="*/ 113 w 280"/>
              <a:gd name="T69" fmla="*/ 150 h 178"/>
              <a:gd name="T70" fmla="*/ 115 w 280"/>
              <a:gd name="T71" fmla="*/ 147 h 178"/>
              <a:gd name="T72" fmla="*/ 122 w 280"/>
              <a:gd name="T73" fmla="*/ 147 h 178"/>
              <a:gd name="T74" fmla="*/ 166 w 280"/>
              <a:gd name="T75" fmla="*/ 141 h 178"/>
              <a:gd name="T76" fmla="*/ 185 w 280"/>
              <a:gd name="T77" fmla="*/ 129 h 178"/>
              <a:gd name="T78" fmla="*/ 188 w 280"/>
              <a:gd name="T79" fmla="*/ 120 h 178"/>
              <a:gd name="T80" fmla="*/ 185 w 280"/>
              <a:gd name="T81" fmla="*/ 92 h 178"/>
              <a:gd name="T82" fmla="*/ 184 w 280"/>
              <a:gd name="T83" fmla="*/ 77 h 178"/>
              <a:gd name="T84" fmla="*/ 179 w 280"/>
              <a:gd name="T85" fmla="*/ 71 h 178"/>
              <a:gd name="T86" fmla="*/ 163 w 280"/>
              <a:gd name="T87" fmla="*/ 75 h 178"/>
              <a:gd name="T88" fmla="*/ 158 w 280"/>
              <a:gd name="T89" fmla="*/ 79 h 178"/>
              <a:gd name="T90" fmla="*/ 145 w 280"/>
              <a:gd name="T91" fmla="*/ 82 h 178"/>
              <a:gd name="T92" fmla="*/ 116 w 280"/>
              <a:gd name="T93" fmla="*/ 91 h 178"/>
              <a:gd name="T94" fmla="*/ 80 w 280"/>
              <a:gd name="T95" fmla="*/ 118 h 178"/>
              <a:gd name="T96" fmla="*/ 52 w 280"/>
              <a:gd name="T97" fmla="*/ 135 h 178"/>
              <a:gd name="T98" fmla="*/ 22 w 280"/>
              <a:gd name="T99" fmla="*/ 136 h 178"/>
              <a:gd name="T100" fmla="*/ 18 w 280"/>
              <a:gd name="T101" fmla="*/ 134 h 178"/>
              <a:gd name="T102" fmla="*/ 16 w 280"/>
              <a:gd name="T103" fmla="*/ 133 h 178"/>
            </a:gdLst>
            <a:rect l="0" t="0" r="r" b="b"/>
            <a:pathLst>
              <a:path w="280" h="178">
                <a:moveTo>
                  <a:pt x="16" y="133"/>
                </a:moveTo>
                <a:cubicBezTo>
                  <a:pt x="18" y="129"/>
                  <a:pt x="16" y="127"/>
                  <a:pt x="14" y="124"/>
                </a:cubicBezTo>
                <a:cubicBezTo>
                  <a:pt x="9" y="118"/>
                  <a:pt x="5" y="111"/>
                  <a:pt x="2" y="103"/>
                </a:cubicBezTo>
                <a:cubicBezTo>
                  <a:pt x="0" y="95"/>
                  <a:pt x="1" y="88"/>
                  <a:pt x="6" y="81"/>
                </a:cubicBezTo>
                <a:cubicBezTo>
                  <a:pt x="9" y="78"/>
                  <a:pt x="12" y="76"/>
                  <a:pt x="16" y="77"/>
                </a:cubicBezTo>
                <a:cubicBezTo>
                  <a:pt x="18" y="77"/>
                  <a:pt x="20" y="76"/>
                  <a:pt x="22" y="77"/>
                </a:cubicBezTo>
                <a:cubicBezTo>
                  <a:pt x="29" y="79"/>
                  <a:pt x="36" y="76"/>
                  <a:pt x="40" y="71"/>
                </a:cubicBezTo>
                <a:cubicBezTo>
                  <a:pt x="44" y="67"/>
                  <a:pt x="49" y="65"/>
                  <a:pt x="54" y="64"/>
                </a:cubicBezTo>
                <a:cubicBezTo>
                  <a:pt x="57" y="64"/>
                  <a:pt x="60" y="62"/>
                  <a:pt x="63" y="61"/>
                </a:cubicBezTo>
                <a:cubicBezTo>
                  <a:pt x="89" y="47"/>
                  <a:pt x="116" y="35"/>
                  <a:pt x="144" y="25"/>
                </a:cubicBezTo>
                <a:cubicBezTo>
                  <a:pt x="152" y="22"/>
                  <a:pt x="161" y="19"/>
                  <a:pt x="169" y="16"/>
                </a:cubicBezTo>
                <a:cubicBezTo>
                  <a:pt x="174" y="14"/>
                  <a:pt x="180" y="14"/>
                  <a:pt x="186" y="13"/>
                </a:cubicBezTo>
                <a:cubicBezTo>
                  <a:pt x="194" y="12"/>
                  <a:pt x="201" y="11"/>
                  <a:pt x="209" y="9"/>
                </a:cubicBezTo>
                <a:cubicBezTo>
                  <a:pt x="214" y="8"/>
                  <a:pt x="219" y="5"/>
                  <a:pt x="224" y="3"/>
                </a:cubicBezTo>
                <a:cubicBezTo>
                  <a:pt x="227" y="1"/>
                  <a:pt x="230" y="0"/>
                  <a:pt x="233" y="0"/>
                </a:cubicBezTo>
                <a:cubicBezTo>
                  <a:pt x="244" y="0"/>
                  <a:pt x="255" y="1"/>
                  <a:pt x="265" y="5"/>
                </a:cubicBezTo>
                <a:cubicBezTo>
                  <a:pt x="276" y="9"/>
                  <a:pt x="280" y="19"/>
                  <a:pt x="274" y="29"/>
                </a:cubicBezTo>
                <a:cubicBezTo>
                  <a:pt x="270" y="38"/>
                  <a:pt x="263" y="45"/>
                  <a:pt x="256" y="50"/>
                </a:cubicBezTo>
                <a:cubicBezTo>
                  <a:pt x="252" y="53"/>
                  <a:pt x="249" y="53"/>
                  <a:pt x="245" y="53"/>
                </a:cubicBezTo>
                <a:cubicBezTo>
                  <a:pt x="236" y="54"/>
                  <a:pt x="228" y="55"/>
                  <a:pt x="220" y="56"/>
                </a:cubicBezTo>
                <a:cubicBezTo>
                  <a:pt x="218" y="57"/>
                  <a:pt x="215" y="57"/>
                  <a:pt x="213" y="58"/>
                </a:cubicBezTo>
                <a:cubicBezTo>
                  <a:pt x="209" y="60"/>
                  <a:pt x="208" y="63"/>
                  <a:pt x="208" y="67"/>
                </a:cubicBezTo>
                <a:cubicBezTo>
                  <a:pt x="208" y="70"/>
                  <a:pt x="209" y="73"/>
                  <a:pt x="210" y="76"/>
                </a:cubicBezTo>
                <a:cubicBezTo>
                  <a:pt x="213" y="82"/>
                  <a:pt x="215" y="87"/>
                  <a:pt x="218" y="92"/>
                </a:cubicBezTo>
                <a:cubicBezTo>
                  <a:pt x="221" y="100"/>
                  <a:pt x="224" y="107"/>
                  <a:pt x="224" y="115"/>
                </a:cubicBezTo>
                <a:cubicBezTo>
                  <a:pt x="224" y="126"/>
                  <a:pt x="223" y="136"/>
                  <a:pt x="220" y="146"/>
                </a:cubicBezTo>
                <a:cubicBezTo>
                  <a:pt x="216" y="157"/>
                  <a:pt x="209" y="162"/>
                  <a:pt x="197" y="163"/>
                </a:cubicBezTo>
                <a:cubicBezTo>
                  <a:pt x="194" y="163"/>
                  <a:pt x="192" y="163"/>
                  <a:pt x="189" y="163"/>
                </a:cubicBezTo>
                <a:cubicBezTo>
                  <a:pt x="186" y="163"/>
                  <a:pt x="183" y="163"/>
                  <a:pt x="181" y="167"/>
                </a:cubicBezTo>
                <a:cubicBezTo>
                  <a:pt x="180" y="168"/>
                  <a:pt x="179" y="169"/>
                  <a:pt x="178" y="170"/>
                </a:cubicBezTo>
                <a:cubicBezTo>
                  <a:pt x="171" y="176"/>
                  <a:pt x="164" y="178"/>
                  <a:pt x="156" y="175"/>
                </a:cubicBezTo>
                <a:cubicBezTo>
                  <a:pt x="151" y="172"/>
                  <a:pt x="145" y="169"/>
                  <a:pt x="140" y="166"/>
                </a:cubicBezTo>
                <a:cubicBezTo>
                  <a:pt x="136" y="163"/>
                  <a:pt x="132" y="162"/>
                  <a:pt x="126" y="162"/>
                </a:cubicBezTo>
                <a:cubicBezTo>
                  <a:pt x="124" y="162"/>
                  <a:pt x="121" y="163"/>
                  <a:pt x="119" y="160"/>
                </a:cubicBezTo>
                <a:cubicBezTo>
                  <a:pt x="116" y="157"/>
                  <a:pt x="114" y="154"/>
                  <a:pt x="113" y="150"/>
                </a:cubicBezTo>
                <a:cubicBezTo>
                  <a:pt x="112" y="148"/>
                  <a:pt x="113" y="147"/>
                  <a:pt x="115" y="147"/>
                </a:cubicBezTo>
                <a:cubicBezTo>
                  <a:pt x="117" y="147"/>
                  <a:pt x="120" y="147"/>
                  <a:pt x="122" y="147"/>
                </a:cubicBezTo>
                <a:cubicBezTo>
                  <a:pt x="137" y="148"/>
                  <a:pt x="152" y="146"/>
                  <a:pt x="166" y="141"/>
                </a:cubicBezTo>
                <a:cubicBezTo>
                  <a:pt x="173" y="138"/>
                  <a:pt x="179" y="134"/>
                  <a:pt x="185" y="129"/>
                </a:cubicBezTo>
                <a:cubicBezTo>
                  <a:pt x="188" y="126"/>
                  <a:pt x="189" y="123"/>
                  <a:pt x="188" y="120"/>
                </a:cubicBezTo>
                <a:cubicBezTo>
                  <a:pt x="187" y="111"/>
                  <a:pt x="186" y="102"/>
                  <a:pt x="185" y="92"/>
                </a:cubicBezTo>
                <a:cubicBezTo>
                  <a:pt x="184" y="87"/>
                  <a:pt x="184" y="82"/>
                  <a:pt x="184" y="77"/>
                </a:cubicBezTo>
                <a:cubicBezTo>
                  <a:pt x="184" y="73"/>
                  <a:pt x="183" y="71"/>
                  <a:pt x="179" y="71"/>
                </a:cubicBezTo>
                <a:cubicBezTo>
                  <a:pt x="173" y="70"/>
                  <a:pt x="168" y="70"/>
                  <a:pt x="163" y="75"/>
                </a:cubicBezTo>
                <a:cubicBezTo>
                  <a:pt x="162" y="76"/>
                  <a:pt x="160" y="77"/>
                  <a:pt x="158" y="79"/>
                </a:cubicBezTo>
                <a:cubicBezTo>
                  <a:pt x="154" y="81"/>
                  <a:pt x="150" y="83"/>
                  <a:pt x="145" y="82"/>
                </a:cubicBezTo>
                <a:cubicBezTo>
                  <a:pt x="134" y="82"/>
                  <a:pt x="124" y="85"/>
                  <a:pt x="116" y="91"/>
                </a:cubicBezTo>
                <a:cubicBezTo>
                  <a:pt x="104" y="100"/>
                  <a:pt x="92" y="109"/>
                  <a:pt x="80" y="118"/>
                </a:cubicBezTo>
                <a:cubicBezTo>
                  <a:pt x="71" y="124"/>
                  <a:pt x="62" y="131"/>
                  <a:pt x="52" y="135"/>
                </a:cubicBezTo>
                <a:cubicBezTo>
                  <a:pt x="42" y="139"/>
                  <a:pt x="32" y="140"/>
                  <a:pt x="22" y="136"/>
                </a:cubicBezTo>
                <a:cubicBezTo>
                  <a:pt x="20" y="136"/>
                  <a:pt x="19" y="135"/>
                  <a:pt x="18" y="134"/>
                </a:cubicBezTo>
                <a:cubicBezTo>
                  <a:pt x="17" y="134"/>
                  <a:pt x="17" y="134"/>
                  <a:pt x="16" y="133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2" name="Freeform 15">
            <a:extLst xmlns:a="http://schemas.openxmlformats.org/drawingml/2006/main">
              <a:ext uri="{FF2B5EF4-FFF2-40B4-BE49-F238E27FC236}">
                <a16:creationId xmlns:a16="http://schemas.microsoft.com/office/drawing/2014/main" id="{8575A370-6B32-4DC6-BA36-54C73293E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703" y="432578"/>
            <a:ext cx="107776" cy="57594"/>
          </a:xfrm>
          <a:custGeom xmlns:a="http://schemas.openxmlformats.org/drawingml/2006/main">
            <a:gdLst>
              <a:gd name="T0" fmla="*/ 197 w 212"/>
              <a:gd name="T1" fmla="*/ 0 h 114"/>
              <a:gd name="T2" fmla="*/ 205 w 212"/>
              <a:gd name="T3" fmla="*/ 0 h 114"/>
              <a:gd name="T4" fmla="*/ 211 w 212"/>
              <a:gd name="T5" fmla="*/ 9 h 114"/>
              <a:gd name="T6" fmla="*/ 191 w 212"/>
              <a:gd name="T7" fmla="*/ 29 h 114"/>
              <a:gd name="T8" fmla="*/ 187 w 212"/>
              <a:gd name="T9" fmla="*/ 29 h 114"/>
              <a:gd name="T10" fmla="*/ 174 w 212"/>
              <a:gd name="T11" fmla="*/ 33 h 114"/>
              <a:gd name="T12" fmla="*/ 132 w 212"/>
              <a:gd name="T13" fmla="*/ 67 h 114"/>
              <a:gd name="T14" fmla="*/ 109 w 212"/>
              <a:gd name="T15" fmla="*/ 91 h 114"/>
              <a:gd name="T16" fmla="*/ 71 w 212"/>
              <a:gd name="T17" fmla="*/ 112 h 114"/>
              <a:gd name="T18" fmla="*/ 40 w 212"/>
              <a:gd name="T19" fmla="*/ 108 h 114"/>
              <a:gd name="T20" fmla="*/ 9 w 212"/>
              <a:gd name="T21" fmla="*/ 90 h 114"/>
              <a:gd name="T22" fmla="*/ 8 w 212"/>
              <a:gd name="T23" fmla="*/ 89 h 114"/>
              <a:gd name="T24" fmla="*/ 11 w 212"/>
              <a:gd name="T25" fmla="*/ 64 h 114"/>
              <a:gd name="T26" fmla="*/ 15 w 212"/>
              <a:gd name="T27" fmla="*/ 62 h 114"/>
              <a:gd name="T28" fmla="*/ 114 w 212"/>
              <a:gd name="T29" fmla="*/ 23 h 114"/>
              <a:gd name="T30" fmla="*/ 130 w 212"/>
              <a:gd name="T31" fmla="*/ 18 h 114"/>
              <a:gd name="T32" fmla="*/ 164 w 212"/>
              <a:gd name="T33" fmla="*/ 7 h 114"/>
              <a:gd name="T34" fmla="*/ 197 w 212"/>
              <a:gd name="T35" fmla="*/ 0 h 114"/>
            </a:gdLst>
            <a:rect l="0" t="0" r="r" b="b"/>
            <a:pathLst>
              <a:path w="212" h="114">
                <a:moveTo>
                  <a:pt x="197" y="0"/>
                </a:moveTo>
                <a:cubicBezTo>
                  <a:pt x="199" y="0"/>
                  <a:pt x="202" y="0"/>
                  <a:pt x="205" y="0"/>
                </a:cubicBezTo>
                <a:cubicBezTo>
                  <a:pt x="209" y="1"/>
                  <a:pt x="212" y="5"/>
                  <a:pt x="211" y="9"/>
                </a:cubicBezTo>
                <a:cubicBezTo>
                  <a:pt x="207" y="18"/>
                  <a:pt x="200" y="25"/>
                  <a:pt x="191" y="29"/>
                </a:cubicBezTo>
                <a:cubicBezTo>
                  <a:pt x="189" y="29"/>
                  <a:pt x="188" y="29"/>
                  <a:pt x="187" y="29"/>
                </a:cubicBezTo>
                <a:cubicBezTo>
                  <a:pt x="182" y="28"/>
                  <a:pt x="178" y="30"/>
                  <a:pt x="174" y="33"/>
                </a:cubicBezTo>
                <a:cubicBezTo>
                  <a:pt x="158" y="43"/>
                  <a:pt x="144" y="54"/>
                  <a:pt x="132" y="67"/>
                </a:cubicBezTo>
                <a:cubicBezTo>
                  <a:pt x="124" y="75"/>
                  <a:pt x="116" y="83"/>
                  <a:pt x="109" y="91"/>
                </a:cubicBezTo>
                <a:cubicBezTo>
                  <a:pt x="99" y="102"/>
                  <a:pt x="86" y="110"/>
                  <a:pt x="71" y="112"/>
                </a:cubicBezTo>
                <a:cubicBezTo>
                  <a:pt x="61" y="114"/>
                  <a:pt x="50" y="112"/>
                  <a:pt x="40" y="108"/>
                </a:cubicBezTo>
                <a:cubicBezTo>
                  <a:pt x="29" y="104"/>
                  <a:pt x="19" y="98"/>
                  <a:pt x="9" y="90"/>
                </a:cubicBezTo>
                <a:cubicBezTo>
                  <a:pt x="9" y="90"/>
                  <a:pt x="9" y="89"/>
                  <a:pt x="8" y="89"/>
                </a:cubicBezTo>
                <a:cubicBezTo>
                  <a:pt x="0" y="81"/>
                  <a:pt x="2" y="70"/>
                  <a:pt x="11" y="64"/>
                </a:cubicBezTo>
                <a:cubicBezTo>
                  <a:pt x="12" y="63"/>
                  <a:pt x="14" y="63"/>
                  <a:pt x="15" y="62"/>
                </a:cubicBezTo>
                <a:cubicBezTo>
                  <a:pt x="48" y="49"/>
                  <a:pt x="81" y="36"/>
                  <a:pt x="114" y="23"/>
                </a:cubicBezTo>
                <a:cubicBezTo>
                  <a:pt x="119" y="21"/>
                  <a:pt x="125" y="19"/>
                  <a:pt x="130" y="18"/>
                </a:cubicBezTo>
                <a:cubicBezTo>
                  <a:pt x="142" y="15"/>
                  <a:pt x="153" y="12"/>
                  <a:pt x="164" y="7"/>
                </a:cubicBezTo>
                <a:cubicBezTo>
                  <a:pt x="175" y="2"/>
                  <a:pt x="186" y="0"/>
                  <a:pt x="197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3" name="Freeform 16">
            <a:extLst xmlns:a="http://schemas.openxmlformats.org/drawingml/2006/main">
              <a:ext uri="{FF2B5EF4-FFF2-40B4-BE49-F238E27FC236}">
                <a16:creationId xmlns:a16="http://schemas.microsoft.com/office/drawing/2014/main" id="{19FF5B56-EA5D-4AC0-AE82-906690E4D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5059" y="361297"/>
            <a:ext cx="57594" cy="63867"/>
          </a:xfrm>
          <a:custGeom xmlns:a="http://schemas.openxmlformats.org/drawingml/2006/main">
            <a:gdLst>
              <a:gd name="T0" fmla="*/ 114 w 114"/>
              <a:gd name="T1" fmla="*/ 70 h 126"/>
              <a:gd name="T2" fmla="*/ 101 w 114"/>
              <a:gd name="T3" fmla="*/ 91 h 126"/>
              <a:gd name="T4" fmla="*/ 78 w 114"/>
              <a:gd name="T5" fmla="*/ 97 h 126"/>
              <a:gd name="T6" fmla="*/ 58 w 114"/>
              <a:gd name="T7" fmla="*/ 106 h 126"/>
              <a:gd name="T8" fmla="*/ 40 w 114"/>
              <a:gd name="T9" fmla="*/ 121 h 126"/>
              <a:gd name="T10" fmla="*/ 31 w 114"/>
              <a:gd name="T11" fmla="*/ 125 h 126"/>
              <a:gd name="T12" fmla="*/ 23 w 114"/>
              <a:gd name="T13" fmla="*/ 122 h 126"/>
              <a:gd name="T14" fmla="*/ 23 w 114"/>
              <a:gd name="T15" fmla="*/ 112 h 126"/>
              <a:gd name="T16" fmla="*/ 26 w 114"/>
              <a:gd name="T17" fmla="*/ 68 h 126"/>
              <a:gd name="T18" fmla="*/ 16 w 114"/>
              <a:gd name="T19" fmla="*/ 50 h 126"/>
              <a:gd name="T20" fmla="*/ 11 w 114"/>
              <a:gd name="T21" fmla="*/ 39 h 126"/>
              <a:gd name="T22" fmla="*/ 3 w 114"/>
              <a:gd name="T23" fmla="*/ 21 h 126"/>
              <a:gd name="T24" fmla="*/ 3 w 114"/>
              <a:gd name="T25" fmla="*/ 6 h 126"/>
              <a:gd name="T26" fmla="*/ 12 w 114"/>
              <a:gd name="T27" fmla="*/ 0 h 126"/>
              <a:gd name="T28" fmla="*/ 18 w 114"/>
              <a:gd name="T29" fmla="*/ 1 h 126"/>
              <a:gd name="T30" fmla="*/ 50 w 114"/>
              <a:gd name="T31" fmla="*/ 12 h 126"/>
              <a:gd name="T32" fmla="*/ 86 w 114"/>
              <a:gd name="T33" fmla="*/ 31 h 126"/>
              <a:gd name="T34" fmla="*/ 106 w 114"/>
              <a:gd name="T35" fmla="*/ 48 h 126"/>
              <a:gd name="T36" fmla="*/ 114 w 114"/>
              <a:gd name="T37" fmla="*/ 70 h 126"/>
            </a:gdLst>
            <a:rect l="0" t="0" r="r" b="b"/>
            <a:pathLst>
              <a:path w="114" h="126">
                <a:moveTo>
                  <a:pt x="114" y="70"/>
                </a:moveTo>
                <a:cubicBezTo>
                  <a:pt x="114" y="79"/>
                  <a:pt x="109" y="86"/>
                  <a:pt x="101" y="91"/>
                </a:cubicBezTo>
                <a:cubicBezTo>
                  <a:pt x="94" y="95"/>
                  <a:pt x="86" y="97"/>
                  <a:pt x="78" y="97"/>
                </a:cubicBezTo>
                <a:cubicBezTo>
                  <a:pt x="64" y="97"/>
                  <a:pt x="66" y="98"/>
                  <a:pt x="58" y="106"/>
                </a:cubicBezTo>
                <a:cubicBezTo>
                  <a:pt x="52" y="111"/>
                  <a:pt x="46" y="116"/>
                  <a:pt x="40" y="121"/>
                </a:cubicBezTo>
                <a:cubicBezTo>
                  <a:pt x="38" y="123"/>
                  <a:pt x="35" y="124"/>
                  <a:pt x="31" y="125"/>
                </a:cubicBezTo>
                <a:cubicBezTo>
                  <a:pt x="28" y="126"/>
                  <a:pt x="25" y="125"/>
                  <a:pt x="23" y="122"/>
                </a:cubicBezTo>
                <a:cubicBezTo>
                  <a:pt x="22" y="118"/>
                  <a:pt x="21" y="115"/>
                  <a:pt x="23" y="112"/>
                </a:cubicBezTo>
                <a:cubicBezTo>
                  <a:pt x="33" y="98"/>
                  <a:pt x="33" y="83"/>
                  <a:pt x="26" y="68"/>
                </a:cubicBezTo>
                <a:cubicBezTo>
                  <a:pt x="23" y="61"/>
                  <a:pt x="19" y="56"/>
                  <a:pt x="16" y="50"/>
                </a:cubicBezTo>
                <a:cubicBezTo>
                  <a:pt x="14" y="46"/>
                  <a:pt x="12" y="43"/>
                  <a:pt x="11" y="39"/>
                </a:cubicBezTo>
                <a:cubicBezTo>
                  <a:pt x="9" y="33"/>
                  <a:pt x="7" y="27"/>
                  <a:pt x="3" y="21"/>
                </a:cubicBezTo>
                <a:cubicBezTo>
                  <a:pt x="0" y="17"/>
                  <a:pt x="0" y="12"/>
                  <a:pt x="3" y="6"/>
                </a:cubicBezTo>
                <a:cubicBezTo>
                  <a:pt x="5" y="2"/>
                  <a:pt x="8" y="0"/>
                  <a:pt x="12" y="0"/>
                </a:cubicBezTo>
                <a:cubicBezTo>
                  <a:pt x="14" y="0"/>
                  <a:pt x="16" y="1"/>
                  <a:pt x="18" y="1"/>
                </a:cubicBezTo>
                <a:cubicBezTo>
                  <a:pt x="29" y="3"/>
                  <a:pt x="40" y="7"/>
                  <a:pt x="50" y="12"/>
                </a:cubicBezTo>
                <a:cubicBezTo>
                  <a:pt x="62" y="19"/>
                  <a:pt x="74" y="25"/>
                  <a:pt x="86" y="31"/>
                </a:cubicBezTo>
                <a:cubicBezTo>
                  <a:pt x="94" y="36"/>
                  <a:pt x="101" y="41"/>
                  <a:pt x="106" y="48"/>
                </a:cubicBezTo>
                <a:cubicBezTo>
                  <a:pt x="111" y="54"/>
                  <a:pt x="114" y="61"/>
                  <a:pt x="114" y="7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4" name="Freeform 24">
            <a:extLst xmlns:a="http://schemas.openxmlformats.org/drawingml/2006/main">
              <a:ext uri="{FF2B5EF4-FFF2-40B4-BE49-F238E27FC236}">
                <a16:creationId xmlns:a16="http://schemas.microsoft.com/office/drawing/2014/main" id="{7952AC28-4190-4D0B-AE1B-B082412DB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4717" y="420032"/>
            <a:ext cx="56454" cy="76412"/>
          </a:xfrm>
          <a:custGeom xmlns:a="http://schemas.openxmlformats.org/drawingml/2006/main">
            <a:gdLst>
              <a:gd name="T0" fmla="*/ 111 w 111"/>
              <a:gd name="T1" fmla="*/ 118 h 150"/>
              <a:gd name="T2" fmla="*/ 108 w 111"/>
              <a:gd name="T3" fmla="*/ 125 h 150"/>
              <a:gd name="T4" fmla="*/ 94 w 111"/>
              <a:gd name="T5" fmla="*/ 142 h 150"/>
              <a:gd name="T6" fmla="*/ 80 w 111"/>
              <a:gd name="T7" fmla="*/ 149 h 150"/>
              <a:gd name="T8" fmla="*/ 72 w 111"/>
              <a:gd name="T9" fmla="*/ 144 h 150"/>
              <a:gd name="T10" fmla="*/ 66 w 111"/>
              <a:gd name="T11" fmla="*/ 117 h 150"/>
              <a:gd name="T12" fmla="*/ 59 w 111"/>
              <a:gd name="T13" fmla="*/ 90 h 150"/>
              <a:gd name="T14" fmla="*/ 50 w 111"/>
              <a:gd name="T15" fmla="*/ 75 h 150"/>
              <a:gd name="T16" fmla="*/ 19 w 111"/>
              <a:gd name="T17" fmla="*/ 40 h 150"/>
              <a:gd name="T18" fmla="*/ 6 w 111"/>
              <a:gd name="T19" fmla="*/ 27 h 150"/>
              <a:gd name="T20" fmla="*/ 0 w 111"/>
              <a:gd name="T21" fmla="*/ 10 h 150"/>
              <a:gd name="T22" fmla="*/ 0 w 111"/>
              <a:gd name="T23" fmla="*/ 8 h 150"/>
              <a:gd name="T24" fmla="*/ 9 w 111"/>
              <a:gd name="T25" fmla="*/ 2 h 150"/>
              <a:gd name="T26" fmla="*/ 18 w 111"/>
              <a:gd name="T27" fmla="*/ 7 h 150"/>
              <a:gd name="T28" fmla="*/ 27 w 111"/>
              <a:gd name="T29" fmla="*/ 15 h 150"/>
              <a:gd name="T30" fmla="*/ 44 w 111"/>
              <a:gd name="T31" fmla="*/ 26 h 150"/>
              <a:gd name="T32" fmla="*/ 85 w 111"/>
              <a:gd name="T33" fmla="*/ 57 h 150"/>
              <a:gd name="T34" fmla="*/ 110 w 111"/>
              <a:gd name="T35" fmla="*/ 114 h 150"/>
              <a:gd name="T36" fmla="*/ 110 w 111"/>
              <a:gd name="T37" fmla="*/ 117 h 150"/>
              <a:gd name="T38" fmla="*/ 111 w 111"/>
              <a:gd name="T39" fmla="*/ 118 h 150"/>
            </a:gdLst>
            <a:rect l="0" t="0" r="r" b="b"/>
            <a:pathLst>
              <a:path w="111" h="150">
                <a:moveTo>
                  <a:pt x="111" y="118"/>
                </a:moveTo>
                <a:cubicBezTo>
                  <a:pt x="110" y="120"/>
                  <a:pt x="109" y="123"/>
                  <a:pt x="108" y="125"/>
                </a:cubicBezTo>
                <a:cubicBezTo>
                  <a:pt x="103" y="131"/>
                  <a:pt x="99" y="136"/>
                  <a:pt x="94" y="142"/>
                </a:cubicBezTo>
                <a:cubicBezTo>
                  <a:pt x="90" y="146"/>
                  <a:pt x="86" y="148"/>
                  <a:pt x="80" y="149"/>
                </a:cubicBezTo>
                <a:cubicBezTo>
                  <a:pt x="75" y="150"/>
                  <a:pt x="73" y="149"/>
                  <a:pt x="72" y="144"/>
                </a:cubicBezTo>
                <a:cubicBezTo>
                  <a:pt x="70" y="135"/>
                  <a:pt x="68" y="126"/>
                  <a:pt x="66" y="117"/>
                </a:cubicBezTo>
                <a:cubicBezTo>
                  <a:pt x="64" y="108"/>
                  <a:pt x="63" y="99"/>
                  <a:pt x="59" y="90"/>
                </a:cubicBezTo>
                <a:cubicBezTo>
                  <a:pt x="57" y="85"/>
                  <a:pt x="54" y="80"/>
                  <a:pt x="50" y="75"/>
                </a:cubicBezTo>
                <a:cubicBezTo>
                  <a:pt x="40" y="63"/>
                  <a:pt x="29" y="51"/>
                  <a:pt x="19" y="40"/>
                </a:cubicBezTo>
                <a:cubicBezTo>
                  <a:pt x="15" y="35"/>
                  <a:pt x="11" y="31"/>
                  <a:pt x="6" y="27"/>
                </a:cubicBezTo>
                <a:cubicBezTo>
                  <a:pt x="1" y="22"/>
                  <a:pt x="0" y="17"/>
                  <a:pt x="0" y="10"/>
                </a:cubicBezTo>
                <a:cubicBezTo>
                  <a:pt x="0" y="9"/>
                  <a:pt x="0" y="9"/>
                  <a:pt x="0" y="8"/>
                </a:cubicBezTo>
                <a:cubicBezTo>
                  <a:pt x="2" y="1"/>
                  <a:pt x="3" y="0"/>
                  <a:pt x="9" y="2"/>
                </a:cubicBezTo>
                <a:cubicBezTo>
                  <a:pt x="12" y="4"/>
                  <a:pt x="15" y="5"/>
                  <a:pt x="18" y="7"/>
                </a:cubicBezTo>
                <a:cubicBezTo>
                  <a:pt x="21" y="10"/>
                  <a:pt x="24" y="12"/>
                  <a:pt x="27" y="15"/>
                </a:cubicBezTo>
                <a:cubicBezTo>
                  <a:pt x="32" y="20"/>
                  <a:pt x="38" y="24"/>
                  <a:pt x="44" y="26"/>
                </a:cubicBezTo>
                <a:cubicBezTo>
                  <a:pt x="61" y="33"/>
                  <a:pt x="74" y="43"/>
                  <a:pt x="85" y="57"/>
                </a:cubicBezTo>
                <a:cubicBezTo>
                  <a:pt x="98" y="73"/>
                  <a:pt x="107" y="92"/>
                  <a:pt x="110" y="114"/>
                </a:cubicBezTo>
                <a:cubicBezTo>
                  <a:pt x="110" y="115"/>
                  <a:pt x="110" y="116"/>
                  <a:pt x="110" y="117"/>
                </a:cubicBezTo>
                <a:cubicBezTo>
                  <a:pt x="110" y="117"/>
                  <a:pt x="110" y="118"/>
                  <a:pt x="111" y="1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5" name="Freeform 26">
            <a:extLst xmlns:a="http://schemas.openxmlformats.org/drawingml/2006/main">
              <a:ext uri="{FF2B5EF4-FFF2-40B4-BE49-F238E27FC236}">
                <a16:creationId xmlns:a16="http://schemas.microsoft.com/office/drawing/2014/main" id="{73D63659-E4A4-457E-B297-69A95D0D6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4100" y="564304"/>
            <a:ext cx="41057" cy="50181"/>
          </a:xfrm>
          <a:custGeom xmlns:a="http://schemas.openxmlformats.org/drawingml/2006/main">
            <a:gdLst>
              <a:gd name="T0" fmla="*/ 0 w 81"/>
              <a:gd name="T1" fmla="*/ 18 h 99"/>
              <a:gd name="T2" fmla="*/ 1 w 81"/>
              <a:gd name="T3" fmla="*/ 9 h 99"/>
              <a:gd name="T4" fmla="*/ 11 w 81"/>
              <a:gd name="T5" fmla="*/ 1 h 99"/>
              <a:gd name="T6" fmla="*/ 50 w 81"/>
              <a:gd name="T7" fmla="*/ 12 h 99"/>
              <a:gd name="T8" fmla="*/ 78 w 81"/>
              <a:gd name="T9" fmla="*/ 44 h 99"/>
              <a:gd name="T10" fmla="*/ 80 w 81"/>
              <a:gd name="T11" fmla="*/ 51 h 99"/>
              <a:gd name="T12" fmla="*/ 77 w 81"/>
              <a:gd name="T13" fmla="*/ 79 h 99"/>
              <a:gd name="T14" fmla="*/ 43 w 81"/>
              <a:gd name="T15" fmla="*/ 92 h 99"/>
              <a:gd name="T16" fmla="*/ 30 w 81"/>
              <a:gd name="T17" fmla="*/ 81 h 99"/>
              <a:gd name="T18" fmla="*/ 12 w 81"/>
              <a:gd name="T19" fmla="*/ 60 h 99"/>
              <a:gd name="T20" fmla="*/ 1 w 81"/>
              <a:gd name="T21" fmla="*/ 24 h 99"/>
              <a:gd name="T22" fmla="*/ 1 w 81"/>
              <a:gd name="T23" fmla="*/ 18 h 99"/>
              <a:gd name="T24" fmla="*/ 0 w 81"/>
              <a:gd name="T25" fmla="*/ 18 h 99"/>
            </a:gdLst>
            <a:rect l="0" t="0" r="r" b="b"/>
            <a:pathLst>
              <a:path w="81" h="99">
                <a:moveTo>
                  <a:pt x="0" y="18"/>
                </a:moveTo>
                <a:cubicBezTo>
                  <a:pt x="1" y="15"/>
                  <a:pt x="1" y="12"/>
                  <a:pt x="1" y="9"/>
                </a:cubicBezTo>
                <a:cubicBezTo>
                  <a:pt x="2" y="4"/>
                  <a:pt x="5" y="1"/>
                  <a:pt x="11" y="1"/>
                </a:cubicBezTo>
                <a:cubicBezTo>
                  <a:pt x="25" y="0"/>
                  <a:pt x="39" y="2"/>
                  <a:pt x="50" y="12"/>
                </a:cubicBezTo>
                <a:cubicBezTo>
                  <a:pt x="62" y="21"/>
                  <a:pt x="70" y="32"/>
                  <a:pt x="78" y="44"/>
                </a:cubicBezTo>
                <a:cubicBezTo>
                  <a:pt x="79" y="46"/>
                  <a:pt x="80" y="49"/>
                  <a:pt x="80" y="51"/>
                </a:cubicBezTo>
                <a:cubicBezTo>
                  <a:pt x="81" y="61"/>
                  <a:pt x="80" y="70"/>
                  <a:pt x="77" y="79"/>
                </a:cubicBezTo>
                <a:cubicBezTo>
                  <a:pt x="74" y="89"/>
                  <a:pt x="57" y="99"/>
                  <a:pt x="43" y="92"/>
                </a:cubicBezTo>
                <a:cubicBezTo>
                  <a:pt x="38" y="89"/>
                  <a:pt x="33" y="86"/>
                  <a:pt x="30" y="81"/>
                </a:cubicBezTo>
                <a:cubicBezTo>
                  <a:pt x="24" y="74"/>
                  <a:pt x="18" y="67"/>
                  <a:pt x="12" y="60"/>
                </a:cubicBezTo>
                <a:cubicBezTo>
                  <a:pt x="4" y="49"/>
                  <a:pt x="2" y="37"/>
                  <a:pt x="1" y="24"/>
                </a:cubicBezTo>
                <a:cubicBezTo>
                  <a:pt x="1" y="22"/>
                  <a:pt x="1" y="20"/>
                  <a:pt x="1" y="18"/>
                </a:cubicBezTo>
                <a:cubicBezTo>
                  <a:pt x="1" y="18"/>
                  <a:pt x="1" y="18"/>
                  <a:pt x="0" y="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6" name="Freeform 28">
            <a:extLst xmlns:a="http://schemas.openxmlformats.org/drawingml/2006/main">
              <a:ext uri="{FF2B5EF4-FFF2-40B4-BE49-F238E27FC236}">
                <a16:creationId xmlns:a16="http://schemas.microsoft.com/office/drawing/2014/main" id="{66616CBD-746C-4E19-BF52-3617051CF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7552" y="552329"/>
            <a:ext cx="43908" cy="50751"/>
          </a:xfrm>
          <a:custGeom xmlns:a="http://schemas.openxmlformats.org/drawingml/2006/main">
            <a:gdLst>
              <a:gd name="T0" fmla="*/ 38 w 87"/>
              <a:gd name="T1" fmla="*/ 100 h 100"/>
              <a:gd name="T2" fmla="*/ 27 w 87"/>
              <a:gd name="T3" fmla="*/ 98 h 100"/>
              <a:gd name="T4" fmla="*/ 22 w 87"/>
              <a:gd name="T5" fmla="*/ 91 h 100"/>
              <a:gd name="T6" fmla="*/ 17 w 87"/>
              <a:gd name="T7" fmla="*/ 65 h 100"/>
              <a:gd name="T8" fmla="*/ 1 w 87"/>
              <a:gd name="T9" fmla="*/ 16 h 100"/>
              <a:gd name="T10" fmla="*/ 0 w 87"/>
              <a:gd name="T11" fmla="*/ 4 h 100"/>
              <a:gd name="T12" fmla="*/ 4 w 87"/>
              <a:gd name="T13" fmla="*/ 0 h 100"/>
              <a:gd name="T14" fmla="*/ 12 w 87"/>
              <a:gd name="T15" fmla="*/ 0 h 100"/>
              <a:gd name="T16" fmla="*/ 20 w 87"/>
              <a:gd name="T17" fmla="*/ 4 h 100"/>
              <a:gd name="T18" fmla="*/ 31 w 87"/>
              <a:gd name="T19" fmla="*/ 12 h 100"/>
              <a:gd name="T20" fmla="*/ 65 w 87"/>
              <a:gd name="T21" fmla="*/ 41 h 100"/>
              <a:gd name="T22" fmla="*/ 78 w 87"/>
              <a:gd name="T23" fmla="*/ 56 h 100"/>
              <a:gd name="T24" fmla="*/ 73 w 87"/>
              <a:gd name="T25" fmla="*/ 87 h 100"/>
              <a:gd name="T26" fmla="*/ 38 w 87"/>
              <a:gd name="T27" fmla="*/ 100 h 100"/>
            </a:gdLst>
            <a:rect l="0" t="0" r="r" b="b"/>
            <a:pathLst>
              <a:path w="87" h="100">
                <a:moveTo>
                  <a:pt x="38" y="100"/>
                </a:moveTo>
                <a:cubicBezTo>
                  <a:pt x="34" y="99"/>
                  <a:pt x="31" y="99"/>
                  <a:pt x="27" y="98"/>
                </a:cubicBezTo>
                <a:cubicBezTo>
                  <a:pt x="24" y="97"/>
                  <a:pt x="22" y="94"/>
                  <a:pt x="22" y="91"/>
                </a:cubicBezTo>
                <a:cubicBezTo>
                  <a:pt x="23" y="81"/>
                  <a:pt x="20" y="73"/>
                  <a:pt x="17" y="65"/>
                </a:cubicBezTo>
                <a:cubicBezTo>
                  <a:pt x="11" y="49"/>
                  <a:pt x="4" y="33"/>
                  <a:pt x="1" y="16"/>
                </a:cubicBezTo>
                <a:cubicBezTo>
                  <a:pt x="0" y="12"/>
                  <a:pt x="0" y="8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7" y="0"/>
                  <a:pt x="10" y="0"/>
                  <a:pt x="12" y="0"/>
                </a:cubicBezTo>
                <a:cubicBezTo>
                  <a:pt x="15" y="1"/>
                  <a:pt x="18" y="2"/>
                  <a:pt x="20" y="4"/>
                </a:cubicBezTo>
                <a:cubicBezTo>
                  <a:pt x="24" y="7"/>
                  <a:pt x="28" y="9"/>
                  <a:pt x="31" y="12"/>
                </a:cubicBezTo>
                <a:cubicBezTo>
                  <a:pt x="42" y="22"/>
                  <a:pt x="54" y="31"/>
                  <a:pt x="65" y="41"/>
                </a:cubicBezTo>
                <a:cubicBezTo>
                  <a:pt x="70" y="45"/>
                  <a:pt x="74" y="51"/>
                  <a:pt x="78" y="56"/>
                </a:cubicBezTo>
                <a:cubicBezTo>
                  <a:pt x="87" y="69"/>
                  <a:pt x="85" y="78"/>
                  <a:pt x="73" y="87"/>
                </a:cubicBezTo>
                <a:cubicBezTo>
                  <a:pt x="64" y="95"/>
                  <a:pt x="50" y="100"/>
                  <a:pt x="38" y="1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7" name="Freeform 36">
            <a:extLst xmlns:a="http://schemas.openxmlformats.org/drawingml/2006/main">
              <a:ext uri="{FF2B5EF4-FFF2-40B4-BE49-F238E27FC236}">
                <a16:creationId xmlns:a16="http://schemas.microsoft.com/office/drawing/2014/main" id="{B84BA1A6-1596-4489-99E0-A7CE72674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3006" y="481619"/>
            <a:ext cx="22809" cy="43908"/>
          </a:xfrm>
          <a:custGeom xmlns:a="http://schemas.openxmlformats.org/drawingml/2006/main">
            <a:gdLst>
              <a:gd name="T0" fmla="*/ 6 w 44"/>
              <a:gd name="T1" fmla="*/ 57 h 87"/>
              <a:gd name="T2" fmla="*/ 2 w 44"/>
              <a:gd name="T3" fmla="*/ 8 h 87"/>
              <a:gd name="T4" fmla="*/ 3 w 44"/>
              <a:gd name="T5" fmla="*/ 2 h 87"/>
              <a:gd name="T6" fmla="*/ 10 w 44"/>
              <a:gd name="T7" fmla="*/ 2 h 87"/>
              <a:gd name="T8" fmla="*/ 15 w 44"/>
              <a:gd name="T9" fmla="*/ 6 h 87"/>
              <a:gd name="T10" fmla="*/ 29 w 44"/>
              <a:gd name="T11" fmla="*/ 22 h 87"/>
              <a:gd name="T12" fmla="*/ 39 w 44"/>
              <a:gd name="T13" fmla="*/ 36 h 87"/>
              <a:gd name="T14" fmla="*/ 43 w 44"/>
              <a:gd name="T15" fmla="*/ 52 h 87"/>
              <a:gd name="T16" fmla="*/ 38 w 44"/>
              <a:gd name="T17" fmla="*/ 74 h 87"/>
              <a:gd name="T18" fmla="*/ 16 w 44"/>
              <a:gd name="T19" fmla="*/ 87 h 87"/>
              <a:gd name="T20" fmla="*/ 8 w 44"/>
              <a:gd name="T21" fmla="*/ 81 h 87"/>
              <a:gd name="T22" fmla="*/ 6 w 44"/>
              <a:gd name="T23" fmla="*/ 65 h 87"/>
              <a:gd name="T24" fmla="*/ 6 w 44"/>
              <a:gd name="T25" fmla="*/ 57 h 87"/>
            </a:gdLst>
            <a:rect l="0" t="0" r="r" b="b"/>
            <a:pathLst>
              <a:path w="44" h="87">
                <a:moveTo>
                  <a:pt x="6" y="57"/>
                </a:moveTo>
                <a:cubicBezTo>
                  <a:pt x="7" y="39"/>
                  <a:pt x="5" y="23"/>
                  <a:pt x="2" y="8"/>
                </a:cubicBezTo>
                <a:cubicBezTo>
                  <a:pt x="1" y="6"/>
                  <a:pt x="0" y="3"/>
                  <a:pt x="3" y="2"/>
                </a:cubicBezTo>
                <a:cubicBezTo>
                  <a:pt x="5" y="0"/>
                  <a:pt x="7" y="0"/>
                  <a:pt x="10" y="2"/>
                </a:cubicBezTo>
                <a:cubicBezTo>
                  <a:pt x="12" y="3"/>
                  <a:pt x="14" y="4"/>
                  <a:pt x="15" y="6"/>
                </a:cubicBezTo>
                <a:cubicBezTo>
                  <a:pt x="20" y="11"/>
                  <a:pt x="25" y="17"/>
                  <a:pt x="29" y="22"/>
                </a:cubicBezTo>
                <a:cubicBezTo>
                  <a:pt x="33" y="27"/>
                  <a:pt x="36" y="32"/>
                  <a:pt x="39" y="36"/>
                </a:cubicBezTo>
                <a:cubicBezTo>
                  <a:pt x="42" y="41"/>
                  <a:pt x="44" y="46"/>
                  <a:pt x="43" y="52"/>
                </a:cubicBezTo>
                <a:cubicBezTo>
                  <a:pt x="42" y="59"/>
                  <a:pt x="41" y="67"/>
                  <a:pt x="38" y="74"/>
                </a:cubicBezTo>
                <a:cubicBezTo>
                  <a:pt x="33" y="83"/>
                  <a:pt x="27" y="87"/>
                  <a:pt x="16" y="87"/>
                </a:cubicBezTo>
                <a:cubicBezTo>
                  <a:pt x="12" y="87"/>
                  <a:pt x="10" y="85"/>
                  <a:pt x="8" y="81"/>
                </a:cubicBezTo>
                <a:cubicBezTo>
                  <a:pt x="6" y="76"/>
                  <a:pt x="6" y="71"/>
                  <a:pt x="6" y="65"/>
                </a:cubicBezTo>
                <a:cubicBezTo>
                  <a:pt x="6" y="62"/>
                  <a:pt x="6" y="59"/>
                  <a:pt x="6" y="5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9" name="Freeform 8">
            <a:extLst xmlns:a="http://schemas.openxmlformats.org/drawingml/2006/main">
              <a:ext uri="{FF2B5EF4-FFF2-40B4-BE49-F238E27FC236}">
                <a16:creationId xmlns:a16="http://schemas.microsoft.com/office/drawing/2014/main" id="{121AA716-90AA-47A4-B171-4AD1CB9F0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7780" y="329883"/>
            <a:ext cx="445930" cy="444892"/>
          </a:xfrm>
          <a:custGeom xmlns:a="http://schemas.openxmlformats.org/drawingml/2006/main"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0" name="Freeform 42">
            <a:extLst xmlns:a="http://schemas.openxmlformats.org/drawingml/2006/main">
              <a:ext uri="{FF2B5EF4-FFF2-40B4-BE49-F238E27FC236}">
                <a16:creationId xmlns:a16="http://schemas.microsoft.com/office/drawing/2014/main" id="{6EAA9E64-3DCE-4451-8654-EB7E54822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5990" y="387574"/>
            <a:ext cx="328990" cy="328471"/>
          </a:xfrm>
          <a:custGeom xmlns:a="http://schemas.openxmlformats.org/drawingml/2006/main"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1" name="Freeform 43">
            <a:extLst xmlns:a="http://schemas.openxmlformats.org/drawingml/2006/main">
              <a:ext uri="{FF2B5EF4-FFF2-40B4-BE49-F238E27FC236}">
                <a16:creationId xmlns:a16="http://schemas.microsoft.com/office/drawing/2014/main" id="{9A946300-3CAD-4F9F-B6FE-5151A3F89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836" y="420317"/>
            <a:ext cx="36381" cy="43657"/>
          </a:xfrm>
          <a:custGeom xmlns:a="http://schemas.openxmlformats.org/drawingml/2006/main"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2" name="Freeform 44">
            <a:extLst xmlns:a="http://schemas.openxmlformats.org/drawingml/2006/main">
              <a:ext uri="{FF2B5EF4-FFF2-40B4-BE49-F238E27FC236}">
                <a16:creationId xmlns:a16="http://schemas.microsoft.com/office/drawing/2014/main" id="{173A9B8E-9ABC-44A0-97EC-D2CE4819E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451" y="502955"/>
            <a:ext cx="34822" cy="37420"/>
          </a:xfrm>
          <a:custGeom xmlns:a="http://schemas.openxmlformats.org/drawingml/2006/main"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3" name="Freeform 45">
            <a:extLst xmlns:a="http://schemas.openxmlformats.org/drawingml/2006/main">
              <a:ext uri="{FF2B5EF4-FFF2-40B4-BE49-F238E27FC236}">
                <a16:creationId xmlns:a16="http://schemas.microsoft.com/office/drawing/2014/main" id="{575A2B0A-2EAF-43AB-8F5B-2DB609FB8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0534" y="383416"/>
            <a:ext cx="37940" cy="40539"/>
          </a:xfrm>
          <a:custGeom xmlns:a="http://schemas.openxmlformats.org/drawingml/2006/main"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4" name="Freeform 46">
            <a:extLst xmlns:a="http://schemas.openxmlformats.org/drawingml/2006/main">
              <a:ext uri="{FF2B5EF4-FFF2-40B4-BE49-F238E27FC236}">
                <a16:creationId xmlns:a16="http://schemas.microsoft.com/office/drawing/2014/main" id="{C0BD444F-322C-4926-9F72-A516DF267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451" y="561165"/>
            <a:ext cx="32743" cy="31184"/>
          </a:xfrm>
          <a:custGeom xmlns:a="http://schemas.openxmlformats.org/drawingml/2006/main"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5" name="Freeform 47">
            <a:extLst xmlns:a="http://schemas.openxmlformats.org/drawingml/2006/main">
              <a:ext uri="{FF2B5EF4-FFF2-40B4-BE49-F238E27FC236}">
                <a16:creationId xmlns:a16="http://schemas.microsoft.com/office/drawing/2014/main" id="{C5C48291-9C81-4BA1-A8BC-2A86FE225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2285" y="723322"/>
            <a:ext cx="22868" cy="32743"/>
          </a:xfrm>
          <a:custGeom xmlns:a="http://schemas.openxmlformats.org/drawingml/2006/main"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6" name="Freeform 48">
            <a:extLst xmlns:a="http://schemas.openxmlformats.org/drawingml/2006/main">
              <a:ext uri="{FF2B5EF4-FFF2-40B4-BE49-F238E27FC236}">
                <a16:creationId xmlns:a16="http://schemas.microsoft.com/office/drawing/2014/main" id="{B08D6481-DA8B-4D6D-864E-D50DB4443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8444" y="613138"/>
            <a:ext cx="33782" cy="29105"/>
          </a:xfrm>
          <a:custGeom xmlns:a="http://schemas.openxmlformats.org/drawingml/2006/main"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7" name="Freeform 49">
            <a:extLst xmlns:a="http://schemas.openxmlformats.org/drawingml/2006/main">
              <a:ext uri="{FF2B5EF4-FFF2-40B4-BE49-F238E27FC236}">
                <a16:creationId xmlns:a16="http://schemas.microsoft.com/office/drawing/2014/main" id="{E01D8A83-835E-447E-9C2B-46DB88F27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8194" y="415639"/>
            <a:ext cx="40019" cy="43657"/>
          </a:xfrm>
          <a:custGeom xmlns:a="http://schemas.openxmlformats.org/drawingml/2006/main"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8" name="Freeform 50">
            <a:extLst xmlns:a="http://schemas.openxmlformats.org/drawingml/2006/main">
              <a:ext uri="{FF2B5EF4-FFF2-40B4-BE49-F238E27FC236}">
                <a16:creationId xmlns:a16="http://schemas.microsoft.com/office/drawing/2014/main" id="{8768F2E7-B4B4-4D05-87C8-A5A638A1F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3113" y="709289"/>
            <a:ext cx="28065" cy="32223"/>
          </a:xfrm>
          <a:custGeom xmlns:a="http://schemas.openxmlformats.org/drawingml/2006/main"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9" name="Freeform 51">
            <a:extLst xmlns:a="http://schemas.openxmlformats.org/drawingml/2006/main">
              <a:ext uri="{FF2B5EF4-FFF2-40B4-BE49-F238E27FC236}">
                <a16:creationId xmlns:a16="http://schemas.microsoft.com/office/drawing/2014/main" id="{133BC9A6-CF8D-4B93-9260-D9DA9BBA2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6135" y="379258"/>
            <a:ext cx="37940" cy="36901"/>
          </a:xfrm>
          <a:custGeom xmlns:a="http://schemas.openxmlformats.org/drawingml/2006/main"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0" name="Freeform 52">
            <a:extLst xmlns:a="http://schemas.openxmlformats.org/drawingml/2006/main">
              <a:ext uri="{FF2B5EF4-FFF2-40B4-BE49-F238E27FC236}">
                <a16:creationId xmlns:a16="http://schemas.microsoft.com/office/drawing/2014/main" id="{7FA575A4-A6E3-4304-AAEA-CE13EC62C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8397" y="345475"/>
            <a:ext cx="30144" cy="32743"/>
          </a:xfrm>
          <a:custGeom xmlns:a="http://schemas.openxmlformats.org/drawingml/2006/main"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1" name="Freeform 53">
            <a:extLst xmlns:a="http://schemas.openxmlformats.org/drawingml/2006/main">
              <a:ext uri="{FF2B5EF4-FFF2-40B4-BE49-F238E27FC236}">
                <a16:creationId xmlns:a16="http://schemas.microsoft.com/office/drawing/2014/main" id="{CAA33A8E-BB6D-4058-B88C-53465197E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5298" y="723322"/>
            <a:ext cx="23387" cy="33262"/>
          </a:xfrm>
          <a:custGeom xmlns:a="http://schemas.openxmlformats.org/drawingml/2006/main"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2" name="Freeform 54">
            <a:extLst xmlns:a="http://schemas.openxmlformats.org/drawingml/2006/main">
              <a:ext uri="{FF2B5EF4-FFF2-40B4-BE49-F238E27FC236}">
                <a16:creationId xmlns:a16="http://schemas.microsoft.com/office/drawing/2014/main" id="{51D272A2-278C-4F42-8CE1-0FDFBC210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5" y="351712"/>
            <a:ext cx="31183" cy="35341"/>
          </a:xfrm>
          <a:custGeom xmlns:a="http://schemas.openxmlformats.org/drawingml/2006/main"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3" name="Freeform 55">
            <a:extLst xmlns:a="http://schemas.openxmlformats.org/drawingml/2006/main">
              <a:ext uri="{FF2B5EF4-FFF2-40B4-BE49-F238E27FC236}">
                <a16:creationId xmlns:a16="http://schemas.microsoft.com/office/drawing/2014/main" id="{6121B905-4B92-4F4B-8166-580BDE558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303" y="471251"/>
            <a:ext cx="36381" cy="29105"/>
          </a:xfrm>
          <a:custGeom xmlns:a="http://schemas.openxmlformats.org/drawingml/2006/main"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4" name="Freeform 56">
            <a:extLst xmlns:a="http://schemas.openxmlformats.org/drawingml/2006/main">
              <a:ext uri="{FF2B5EF4-FFF2-40B4-BE49-F238E27FC236}">
                <a16:creationId xmlns:a16="http://schemas.microsoft.com/office/drawing/2014/main" id="{B9650D45-36A0-478E-94A0-4C4B00B04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823" y="607941"/>
            <a:ext cx="35861" cy="33262"/>
          </a:xfrm>
          <a:custGeom xmlns:a="http://schemas.openxmlformats.org/drawingml/2006/main"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5" name="Freeform 57">
            <a:extLst xmlns:a="http://schemas.openxmlformats.org/drawingml/2006/main">
              <a:ext uri="{FF2B5EF4-FFF2-40B4-BE49-F238E27FC236}">
                <a16:creationId xmlns:a16="http://schemas.microsoft.com/office/drawing/2014/main" id="{65876DC4-E598-4A99-8B78-6B7F1841A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816" y="556487"/>
            <a:ext cx="31703" cy="28065"/>
          </a:xfrm>
          <a:custGeom xmlns:a="http://schemas.openxmlformats.org/drawingml/2006/main"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6" name="Freeform 58">
            <a:extLst xmlns:a="http://schemas.openxmlformats.org/drawingml/2006/main">
              <a:ext uri="{FF2B5EF4-FFF2-40B4-BE49-F238E27FC236}">
                <a16:creationId xmlns:a16="http://schemas.microsoft.com/office/drawing/2014/main" id="{DAAD8B9A-4027-45C8-A95C-7DAC29A25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8830" y="357949"/>
            <a:ext cx="28585" cy="35861"/>
          </a:xfrm>
          <a:custGeom xmlns:a="http://schemas.openxmlformats.org/drawingml/2006/main"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7" name="Freeform 59">
            <a:extLst xmlns:a="http://schemas.openxmlformats.org/drawingml/2006/main">
              <a:ext uri="{FF2B5EF4-FFF2-40B4-BE49-F238E27FC236}">
                <a16:creationId xmlns:a16="http://schemas.microsoft.com/office/drawing/2014/main" id="{06128D30-565D-4A15-BDB9-10FF4BA8A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9484" y="461896"/>
            <a:ext cx="32743" cy="28585"/>
          </a:xfrm>
          <a:custGeom xmlns:a="http://schemas.openxmlformats.org/drawingml/2006/main"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8" name="Freeform 60">
            <a:extLst xmlns:a="http://schemas.openxmlformats.org/drawingml/2006/main">
              <a:ext uri="{FF2B5EF4-FFF2-40B4-BE49-F238E27FC236}">
                <a16:creationId xmlns:a16="http://schemas.microsoft.com/office/drawing/2014/main" id="{748C5095-B261-4195-8526-193969C17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297" y="515428"/>
            <a:ext cx="31703" cy="20789"/>
          </a:xfrm>
          <a:custGeom xmlns:a="http://schemas.openxmlformats.org/drawingml/2006/main"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9" name="Freeform 61">
            <a:extLst xmlns:a="http://schemas.openxmlformats.org/drawingml/2006/main">
              <a:ext uri="{FF2B5EF4-FFF2-40B4-BE49-F238E27FC236}">
                <a16:creationId xmlns:a16="http://schemas.microsoft.com/office/drawing/2014/main" id="{A22E1306-6E90-4A80-8082-7BDD87C4C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6212" y="349113"/>
            <a:ext cx="19230" cy="32223"/>
          </a:xfrm>
          <a:custGeom xmlns:a="http://schemas.openxmlformats.org/drawingml/2006/main"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0" name="Freeform 62">
            <a:extLst xmlns:a="http://schemas.openxmlformats.org/drawingml/2006/main">
              <a:ext uri="{FF2B5EF4-FFF2-40B4-BE49-F238E27FC236}">
                <a16:creationId xmlns:a16="http://schemas.microsoft.com/office/drawing/2014/main" id="{F1D093D6-C4A4-4A9A-894F-D42975B64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8753" y="711368"/>
            <a:ext cx="23907" cy="31184"/>
          </a:xfrm>
          <a:custGeom xmlns:a="http://schemas.openxmlformats.org/drawingml/2006/main"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1" name="Freeform 71">
            <a:extLst xmlns:a="http://schemas.openxmlformats.org/drawingml/2006/main">
              <a:ext uri="{FF2B5EF4-FFF2-40B4-BE49-F238E27FC236}">
                <a16:creationId xmlns:a16="http://schemas.microsoft.com/office/drawing/2014/main" id="{0A5063A8-5EF5-4C62-A06F-96C9ABF48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0023" y="401606"/>
            <a:ext cx="301445" cy="300925"/>
          </a:xfrm>
          <a:custGeom xmlns:a="http://schemas.openxmlformats.org/drawingml/2006/main"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2" name="直接连接符 121">
            <a:extLst xmlns:a="http://schemas.openxmlformats.org/drawingml/2006/main">
              <a:ext uri="{FF2B5EF4-FFF2-40B4-BE49-F238E27FC236}">
                <a16:creationId xmlns:a16="http://schemas.microsoft.com/office/drawing/2014/main" id="{F5D1C06F-25A9-481F-A711-C9FFC906C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381750"/>
            <a:ext cx="113157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tx1">
                <a:lumMod val="75000"/>
                <a:lumOff val="2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3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3D2B6289-F2DF-4AFC-8743-F17290575EB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9005791" y="6394353"/>
            <a:ext cx="2743200" cy="2921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125" name="标题 1">
            <a:extLst xmlns:a="http://schemas.openxmlformats.org/drawingml/2006/main">
              <a:ext uri="{FF2B5EF4-FFF2-40B4-BE49-F238E27FC236}">
                <a16:creationId xmlns:a16="http://schemas.microsoft.com/office/drawing/2014/main" id="{CA5CABB6-F2D2-4B56-BD48-3F00C7A24D2F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42913" y="243569"/>
            <a:ext cx="9056851" cy="61751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400" b="1" kern="1200" baseline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/>
        </p:txBody>
      </p:sp>
      <p:sp>
        <p:nvSpPr>
          <p:cNvPr id="71" name="文本框 70">
            <a:extLst xmlns:a="http://schemas.openxmlformats.org/drawingml/2006/main">
              <a:ext uri="{FF2B5EF4-FFF2-40B4-BE49-F238E27FC236}">
                <a16:creationId xmlns:a16="http://schemas.microsoft.com/office/drawing/2014/main" id="{965B8F25-91E7-4C18-A236-2C16B242F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3" y="6394353"/>
            <a:ext cx="1545907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</p:sldLayout>
</file>

<file path=ppt/slideLayouts/slideLayout31.xml><?xml version="1.0" encoding="utf-8"?>
<p:sldLayout xmlns:p="http://schemas.openxmlformats.org/presentationml/2006/main" preserve="1" userDrawn="1">
  <p:cSld name="内容页-仅log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0" name="Freeform 17">
            <a:extLst xmlns:a="http://schemas.openxmlformats.org/drawingml/2006/main">
              <a:ext uri="{FF2B5EF4-FFF2-40B4-BE49-F238E27FC236}">
                <a16:creationId xmlns:a16="http://schemas.microsoft.com/office/drawing/2014/main" id="{94D1E42D-AFBF-4AB7-9D98-3704C67F2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8081" y="688617"/>
            <a:ext cx="64437" cy="68999"/>
          </a:xfrm>
          <a:custGeom xmlns:a="http://schemas.openxmlformats.org/drawingml/2006/main">
            <a:gdLst>
              <a:gd name="T0" fmla="*/ 34 w 127"/>
              <a:gd name="T1" fmla="*/ 71 h 136"/>
              <a:gd name="T2" fmla="*/ 34 w 127"/>
              <a:gd name="T3" fmla="*/ 81 h 136"/>
              <a:gd name="T4" fmla="*/ 34 w 127"/>
              <a:gd name="T5" fmla="*/ 114 h 136"/>
              <a:gd name="T6" fmla="*/ 35 w 127"/>
              <a:gd name="T7" fmla="*/ 122 h 136"/>
              <a:gd name="T8" fmla="*/ 40 w 127"/>
              <a:gd name="T9" fmla="*/ 127 h 136"/>
              <a:gd name="T10" fmla="*/ 49 w 127"/>
              <a:gd name="T11" fmla="*/ 128 h 136"/>
              <a:gd name="T12" fmla="*/ 49 w 127"/>
              <a:gd name="T13" fmla="*/ 135 h 136"/>
              <a:gd name="T14" fmla="*/ 1 w 127"/>
              <a:gd name="T15" fmla="*/ 135 h 136"/>
              <a:gd name="T16" fmla="*/ 0 w 127"/>
              <a:gd name="T17" fmla="*/ 132 h 136"/>
              <a:gd name="T18" fmla="*/ 0 w 127"/>
              <a:gd name="T19" fmla="*/ 128 h 136"/>
              <a:gd name="T20" fmla="*/ 9 w 127"/>
              <a:gd name="T21" fmla="*/ 127 h 136"/>
              <a:gd name="T22" fmla="*/ 16 w 127"/>
              <a:gd name="T23" fmla="*/ 120 h 136"/>
              <a:gd name="T24" fmla="*/ 17 w 127"/>
              <a:gd name="T25" fmla="*/ 111 h 136"/>
              <a:gd name="T26" fmla="*/ 17 w 127"/>
              <a:gd name="T27" fmla="*/ 22 h 136"/>
              <a:gd name="T28" fmla="*/ 16 w 127"/>
              <a:gd name="T29" fmla="*/ 15 h 136"/>
              <a:gd name="T30" fmla="*/ 9 w 127"/>
              <a:gd name="T31" fmla="*/ 9 h 136"/>
              <a:gd name="T32" fmla="*/ 0 w 127"/>
              <a:gd name="T33" fmla="*/ 8 h 136"/>
              <a:gd name="T34" fmla="*/ 0 w 127"/>
              <a:gd name="T35" fmla="*/ 1 h 136"/>
              <a:gd name="T36" fmla="*/ 4 w 127"/>
              <a:gd name="T37" fmla="*/ 0 h 136"/>
              <a:gd name="T38" fmla="*/ 71 w 127"/>
              <a:gd name="T39" fmla="*/ 0 h 136"/>
              <a:gd name="T40" fmla="*/ 94 w 127"/>
              <a:gd name="T41" fmla="*/ 4 h 136"/>
              <a:gd name="T42" fmla="*/ 116 w 127"/>
              <a:gd name="T43" fmla="*/ 32 h 136"/>
              <a:gd name="T44" fmla="*/ 97 w 127"/>
              <a:gd name="T45" fmla="*/ 66 h 136"/>
              <a:gd name="T46" fmla="*/ 80 w 127"/>
              <a:gd name="T47" fmla="*/ 70 h 136"/>
              <a:gd name="T48" fmla="*/ 71 w 127"/>
              <a:gd name="T49" fmla="*/ 71 h 136"/>
              <a:gd name="T50" fmla="*/ 73 w 127"/>
              <a:gd name="T51" fmla="*/ 75 h 136"/>
              <a:gd name="T52" fmla="*/ 104 w 127"/>
              <a:gd name="T53" fmla="*/ 114 h 136"/>
              <a:gd name="T54" fmla="*/ 105 w 127"/>
              <a:gd name="T55" fmla="*/ 116 h 136"/>
              <a:gd name="T56" fmla="*/ 127 w 127"/>
              <a:gd name="T57" fmla="*/ 128 h 136"/>
              <a:gd name="T58" fmla="*/ 127 w 127"/>
              <a:gd name="T59" fmla="*/ 135 h 136"/>
              <a:gd name="T60" fmla="*/ 116 w 127"/>
              <a:gd name="T61" fmla="*/ 135 h 136"/>
              <a:gd name="T62" fmla="*/ 102 w 127"/>
              <a:gd name="T63" fmla="*/ 136 h 136"/>
              <a:gd name="T64" fmla="*/ 96 w 127"/>
              <a:gd name="T65" fmla="*/ 132 h 136"/>
              <a:gd name="T66" fmla="*/ 59 w 127"/>
              <a:gd name="T67" fmla="*/ 82 h 136"/>
              <a:gd name="T68" fmla="*/ 52 w 127"/>
              <a:gd name="T69" fmla="*/ 73 h 136"/>
              <a:gd name="T70" fmla="*/ 49 w 127"/>
              <a:gd name="T71" fmla="*/ 71 h 136"/>
              <a:gd name="T72" fmla="*/ 34 w 127"/>
              <a:gd name="T73" fmla="*/ 71 h 136"/>
              <a:gd name="T74" fmla="*/ 34 w 127"/>
              <a:gd name="T75" fmla="*/ 61 h 136"/>
              <a:gd name="T76" fmla="*/ 36 w 127"/>
              <a:gd name="T77" fmla="*/ 62 h 136"/>
              <a:gd name="T78" fmla="*/ 66 w 127"/>
              <a:gd name="T79" fmla="*/ 62 h 136"/>
              <a:gd name="T80" fmla="*/ 82 w 127"/>
              <a:gd name="T81" fmla="*/ 59 h 136"/>
              <a:gd name="T82" fmla="*/ 96 w 127"/>
              <a:gd name="T83" fmla="*/ 44 h 136"/>
              <a:gd name="T84" fmla="*/ 96 w 127"/>
              <a:gd name="T85" fmla="*/ 29 h 136"/>
              <a:gd name="T86" fmla="*/ 81 w 127"/>
              <a:gd name="T87" fmla="*/ 12 h 136"/>
              <a:gd name="T88" fmla="*/ 70 w 127"/>
              <a:gd name="T89" fmla="*/ 11 h 136"/>
              <a:gd name="T90" fmla="*/ 37 w 127"/>
              <a:gd name="T91" fmla="*/ 11 h 136"/>
              <a:gd name="T92" fmla="*/ 34 w 127"/>
              <a:gd name="T93" fmla="*/ 11 h 136"/>
              <a:gd name="T94" fmla="*/ 34 w 127"/>
              <a:gd name="T95" fmla="*/ 61 h 136"/>
            </a:gdLst>
            <a:rect l="0" t="0" r="r" b="b"/>
            <a:pathLst>
              <a:path w="127" h="136">
                <a:moveTo>
                  <a:pt x="34" y="71"/>
                </a:moveTo>
                <a:cubicBezTo>
                  <a:pt x="34" y="75"/>
                  <a:pt x="34" y="78"/>
                  <a:pt x="34" y="81"/>
                </a:cubicBezTo>
                <a:cubicBezTo>
                  <a:pt x="34" y="92"/>
                  <a:pt x="34" y="103"/>
                  <a:pt x="34" y="114"/>
                </a:cubicBezTo>
                <a:cubicBezTo>
                  <a:pt x="34" y="117"/>
                  <a:pt x="34" y="119"/>
                  <a:pt x="35" y="122"/>
                </a:cubicBezTo>
                <a:cubicBezTo>
                  <a:pt x="35" y="125"/>
                  <a:pt x="37" y="127"/>
                  <a:pt x="40" y="127"/>
                </a:cubicBezTo>
                <a:cubicBezTo>
                  <a:pt x="43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1" y="135"/>
                </a:cubicBezTo>
                <a:cubicBezTo>
                  <a:pt x="0" y="134"/>
                  <a:pt x="0" y="133"/>
                  <a:pt x="0" y="132"/>
                </a:cubicBezTo>
                <a:cubicBezTo>
                  <a:pt x="0" y="131"/>
                  <a:pt x="0" y="130"/>
                  <a:pt x="0" y="128"/>
                </a:cubicBezTo>
                <a:cubicBezTo>
                  <a:pt x="3" y="128"/>
                  <a:pt x="6" y="128"/>
                  <a:pt x="9" y="127"/>
                </a:cubicBezTo>
                <a:cubicBezTo>
                  <a:pt x="14" y="126"/>
                  <a:pt x="15" y="125"/>
                  <a:pt x="16" y="120"/>
                </a:cubicBezTo>
                <a:cubicBezTo>
                  <a:pt x="16" y="117"/>
                  <a:pt x="17" y="114"/>
                  <a:pt x="17" y="111"/>
                </a:cubicBezTo>
                <a:cubicBezTo>
                  <a:pt x="17" y="81"/>
                  <a:pt x="17" y="52"/>
                  <a:pt x="17" y="22"/>
                </a:cubicBezTo>
                <a:cubicBezTo>
                  <a:pt x="17" y="20"/>
                  <a:pt x="16" y="17"/>
                  <a:pt x="16" y="15"/>
                </a:cubicBezTo>
                <a:cubicBezTo>
                  <a:pt x="15" y="11"/>
                  <a:pt x="13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2" y="1"/>
                  <a:pt x="3" y="0"/>
                  <a:pt x="4" y="0"/>
                </a:cubicBezTo>
                <a:cubicBezTo>
                  <a:pt x="26" y="0"/>
                  <a:pt x="49" y="0"/>
                  <a:pt x="71" y="0"/>
                </a:cubicBezTo>
                <a:cubicBezTo>
                  <a:pt x="79" y="0"/>
                  <a:pt x="86" y="1"/>
                  <a:pt x="94" y="4"/>
                </a:cubicBezTo>
                <a:cubicBezTo>
                  <a:pt x="108" y="9"/>
                  <a:pt x="115" y="18"/>
                  <a:pt x="116" y="32"/>
                </a:cubicBezTo>
                <a:cubicBezTo>
                  <a:pt x="117" y="48"/>
                  <a:pt x="110" y="60"/>
                  <a:pt x="97" y="66"/>
                </a:cubicBezTo>
                <a:cubicBezTo>
                  <a:pt x="91" y="68"/>
                  <a:pt x="86" y="70"/>
                  <a:pt x="80" y="70"/>
                </a:cubicBezTo>
                <a:cubicBezTo>
                  <a:pt x="77" y="70"/>
                  <a:pt x="74" y="71"/>
                  <a:pt x="71" y="71"/>
                </a:cubicBezTo>
                <a:cubicBezTo>
                  <a:pt x="72" y="73"/>
                  <a:pt x="73" y="74"/>
                  <a:pt x="73" y="75"/>
                </a:cubicBezTo>
                <a:cubicBezTo>
                  <a:pt x="84" y="88"/>
                  <a:pt x="94" y="101"/>
                  <a:pt x="104" y="114"/>
                </a:cubicBezTo>
                <a:cubicBezTo>
                  <a:pt x="105" y="115"/>
                  <a:pt x="105" y="115"/>
                  <a:pt x="105" y="116"/>
                </a:cubicBezTo>
                <a:cubicBezTo>
                  <a:pt x="111" y="122"/>
                  <a:pt x="117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24" y="135"/>
                  <a:pt x="120" y="135"/>
                  <a:pt x="116" y="135"/>
                </a:cubicBezTo>
                <a:cubicBezTo>
                  <a:pt x="111" y="135"/>
                  <a:pt x="107" y="135"/>
                  <a:pt x="102" y="136"/>
                </a:cubicBezTo>
                <a:cubicBezTo>
                  <a:pt x="99" y="136"/>
                  <a:pt x="97" y="134"/>
                  <a:pt x="96" y="132"/>
                </a:cubicBezTo>
                <a:cubicBezTo>
                  <a:pt x="83" y="115"/>
                  <a:pt x="71" y="99"/>
                  <a:pt x="59" y="82"/>
                </a:cubicBezTo>
                <a:cubicBezTo>
                  <a:pt x="57" y="79"/>
                  <a:pt x="54" y="76"/>
                  <a:pt x="52" y="73"/>
                </a:cubicBezTo>
                <a:cubicBezTo>
                  <a:pt x="51" y="72"/>
                  <a:pt x="50" y="71"/>
                  <a:pt x="49" y="71"/>
                </a:cubicBezTo>
                <a:cubicBezTo>
                  <a:pt x="44" y="71"/>
                  <a:pt x="39" y="71"/>
                  <a:pt x="34" y="71"/>
                </a:cubicBezTo>
                <a:close/>
                <a:moveTo>
                  <a:pt x="34" y="61"/>
                </a:moveTo>
                <a:cubicBezTo>
                  <a:pt x="35" y="62"/>
                  <a:pt x="36" y="62"/>
                  <a:pt x="36" y="62"/>
                </a:cubicBezTo>
                <a:cubicBezTo>
                  <a:pt x="46" y="62"/>
                  <a:pt x="56" y="62"/>
                  <a:pt x="66" y="62"/>
                </a:cubicBezTo>
                <a:cubicBezTo>
                  <a:pt x="72" y="61"/>
                  <a:pt x="77" y="60"/>
                  <a:pt x="82" y="59"/>
                </a:cubicBezTo>
                <a:cubicBezTo>
                  <a:pt x="90" y="56"/>
                  <a:pt x="94" y="51"/>
                  <a:pt x="96" y="44"/>
                </a:cubicBezTo>
                <a:cubicBezTo>
                  <a:pt x="96" y="39"/>
                  <a:pt x="97" y="34"/>
                  <a:pt x="96" y="29"/>
                </a:cubicBezTo>
                <a:cubicBezTo>
                  <a:pt x="95" y="20"/>
                  <a:pt x="90" y="15"/>
                  <a:pt x="81" y="12"/>
                </a:cubicBezTo>
                <a:cubicBezTo>
                  <a:pt x="77" y="11"/>
                  <a:pt x="74" y="11"/>
                  <a:pt x="70" y="11"/>
                </a:cubicBezTo>
                <a:cubicBezTo>
                  <a:pt x="59" y="10"/>
                  <a:pt x="48" y="11"/>
                  <a:pt x="37" y="11"/>
                </a:cubicBezTo>
                <a:cubicBezTo>
                  <a:pt x="36" y="11"/>
                  <a:pt x="35" y="11"/>
                  <a:pt x="34" y="11"/>
                </a:cubicBezTo>
                <a:cubicBezTo>
                  <a:pt x="34" y="28"/>
                  <a:pt x="34" y="44"/>
                  <a:pt x="34" y="61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1" name="Freeform 18">
            <a:extLst xmlns:a="http://schemas.openxmlformats.org/drawingml/2006/main">
              <a:ext uri="{FF2B5EF4-FFF2-40B4-BE49-F238E27FC236}">
                <a16:creationId xmlns:a16="http://schemas.microsoft.com/office/drawing/2014/main" id="{9EA14146-4C77-414F-945E-093B65FB2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3581" y="688617"/>
            <a:ext cx="64437" cy="68429"/>
          </a:xfrm>
          <a:custGeom xmlns:a="http://schemas.openxmlformats.org/drawingml/2006/main">
            <a:gdLst>
              <a:gd name="T0" fmla="*/ 50 w 127"/>
              <a:gd name="T1" fmla="*/ 70 h 135"/>
              <a:gd name="T2" fmla="*/ 34 w 127"/>
              <a:gd name="T3" fmla="*/ 87 h 135"/>
              <a:gd name="T4" fmla="*/ 33 w 127"/>
              <a:gd name="T5" fmla="*/ 90 h 135"/>
              <a:gd name="T6" fmla="*/ 33 w 127"/>
              <a:gd name="T7" fmla="*/ 116 h 135"/>
              <a:gd name="T8" fmla="*/ 34 w 127"/>
              <a:gd name="T9" fmla="*/ 120 h 135"/>
              <a:gd name="T10" fmla="*/ 41 w 127"/>
              <a:gd name="T11" fmla="*/ 127 h 135"/>
              <a:gd name="T12" fmla="*/ 49 w 127"/>
              <a:gd name="T13" fmla="*/ 128 h 135"/>
              <a:gd name="T14" fmla="*/ 49 w 127"/>
              <a:gd name="T15" fmla="*/ 135 h 135"/>
              <a:gd name="T16" fmla="*/ 0 w 127"/>
              <a:gd name="T17" fmla="*/ 135 h 135"/>
              <a:gd name="T18" fmla="*/ 0 w 127"/>
              <a:gd name="T19" fmla="*/ 128 h 135"/>
              <a:gd name="T20" fmla="*/ 7 w 127"/>
              <a:gd name="T21" fmla="*/ 128 h 135"/>
              <a:gd name="T22" fmla="*/ 16 w 127"/>
              <a:gd name="T23" fmla="*/ 118 h 135"/>
              <a:gd name="T24" fmla="*/ 16 w 127"/>
              <a:gd name="T25" fmla="*/ 111 h 135"/>
              <a:gd name="T26" fmla="*/ 16 w 127"/>
              <a:gd name="T27" fmla="*/ 24 h 135"/>
              <a:gd name="T28" fmla="*/ 16 w 127"/>
              <a:gd name="T29" fmla="*/ 16 h 135"/>
              <a:gd name="T30" fmla="*/ 8 w 127"/>
              <a:gd name="T31" fmla="*/ 9 h 135"/>
              <a:gd name="T32" fmla="*/ 0 w 127"/>
              <a:gd name="T33" fmla="*/ 8 h 135"/>
              <a:gd name="T34" fmla="*/ 0 w 127"/>
              <a:gd name="T35" fmla="*/ 1 h 135"/>
              <a:gd name="T36" fmla="*/ 49 w 127"/>
              <a:gd name="T37" fmla="*/ 1 h 135"/>
              <a:gd name="T38" fmla="*/ 50 w 127"/>
              <a:gd name="T39" fmla="*/ 8 h 135"/>
              <a:gd name="T40" fmla="*/ 41 w 127"/>
              <a:gd name="T41" fmla="*/ 9 h 135"/>
              <a:gd name="T42" fmla="*/ 34 w 127"/>
              <a:gd name="T43" fmla="*/ 16 h 135"/>
              <a:gd name="T44" fmla="*/ 33 w 127"/>
              <a:gd name="T45" fmla="*/ 23 h 135"/>
              <a:gd name="T46" fmla="*/ 33 w 127"/>
              <a:gd name="T47" fmla="*/ 70 h 135"/>
              <a:gd name="T48" fmla="*/ 33 w 127"/>
              <a:gd name="T49" fmla="*/ 73 h 135"/>
              <a:gd name="T50" fmla="*/ 36 w 127"/>
              <a:gd name="T51" fmla="*/ 71 h 135"/>
              <a:gd name="T52" fmla="*/ 83 w 127"/>
              <a:gd name="T53" fmla="*/ 19 h 135"/>
              <a:gd name="T54" fmla="*/ 86 w 127"/>
              <a:gd name="T55" fmla="*/ 14 h 135"/>
              <a:gd name="T56" fmla="*/ 84 w 127"/>
              <a:gd name="T57" fmla="*/ 9 h 135"/>
              <a:gd name="T58" fmla="*/ 76 w 127"/>
              <a:gd name="T59" fmla="*/ 8 h 135"/>
              <a:gd name="T60" fmla="*/ 76 w 127"/>
              <a:gd name="T61" fmla="*/ 1 h 135"/>
              <a:gd name="T62" fmla="*/ 122 w 127"/>
              <a:gd name="T63" fmla="*/ 1 h 135"/>
              <a:gd name="T64" fmla="*/ 122 w 127"/>
              <a:gd name="T65" fmla="*/ 8 h 135"/>
              <a:gd name="T66" fmla="*/ 118 w 127"/>
              <a:gd name="T67" fmla="*/ 8 h 135"/>
              <a:gd name="T68" fmla="*/ 99 w 127"/>
              <a:gd name="T69" fmla="*/ 18 h 135"/>
              <a:gd name="T70" fmla="*/ 77 w 127"/>
              <a:gd name="T71" fmla="*/ 41 h 135"/>
              <a:gd name="T72" fmla="*/ 62 w 127"/>
              <a:gd name="T73" fmla="*/ 57 h 135"/>
              <a:gd name="T74" fmla="*/ 64 w 127"/>
              <a:gd name="T75" fmla="*/ 61 h 135"/>
              <a:gd name="T76" fmla="*/ 102 w 127"/>
              <a:gd name="T77" fmla="*/ 113 h 135"/>
              <a:gd name="T78" fmla="*/ 108 w 127"/>
              <a:gd name="T79" fmla="*/ 120 h 135"/>
              <a:gd name="T80" fmla="*/ 123 w 127"/>
              <a:gd name="T81" fmla="*/ 127 h 135"/>
              <a:gd name="T82" fmla="*/ 127 w 127"/>
              <a:gd name="T83" fmla="*/ 128 h 135"/>
              <a:gd name="T84" fmla="*/ 127 w 127"/>
              <a:gd name="T85" fmla="*/ 135 h 135"/>
              <a:gd name="T86" fmla="*/ 73 w 127"/>
              <a:gd name="T87" fmla="*/ 135 h 135"/>
              <a:gd name="T88" fmla="*/ 73 w 127"/>
              <a:gd name="T89" fmla="*/ 128 h 135"/>
              <a:gd name="T90" fmla="*/ 80 w 127"/>
              <a:gd name="T91" fmla="*/ 127 h 135"/>
              <a:gd name="T92" fmla="*/ 84 w 127"/>
              <a:gd name="T93" fmla="*/ 120 h 135"/>
              <a:gd name="T94" fmla="*/ 82 w 127"/>
              <a:gd name="T95" fmla="*/ 115 h 135"/>
              <a:gd name="T96" fmla="*/ 51 w 127"/>
              <a:gd name="T97" fmla="*/ 72 h 135"/>
              <a:gd name="T98" fmla="*/ 50 w 127"/>
              <a:gd name="T99" fmla="*/ 70 h 135"/>
            </a:gdLst>
            <a:rect l="0" t="0" r="r" b="b"/>
            <a:pathLst>
              <a:path w="127" h="135">
                <a:moveTo>
                  <a:pt x="50" y="70"/>
                </a:moveTo>
                <a:cubicBezTo>
                  <a:pt x="44" y="76"/>
                  <a:pt x="39" y="81"/>
                  <a:pt x="34" y="87"/>
                </a:cubicBezTo>
                <a:cubicBezTo>
                  <a:pt x="33" y="88"/>
                  <a:pt x="33" y="89"/>
                  <a:pt x="33" y="90"/>
                </a:cubicBezTo>
                <a:cubicBezTo>
                  <a:pt x="33" y="99"/>
                  <a:pt x="33" y="107"/>
                  <a:pt x="33" y="116"/>
                </a:cubicBezTo>
                <a:cubicBezTo>
                  <a:pt x="33" y="117"/>
                  <a:pt x="33" y="118"/>
                  <a:pt x="34" y="120"/>
                </a:cubicBezTo>
                <a:cubicBezTo>
                  <a:pt x="35" y="125"/>
                  <a:pt x="36" y="126"/>
                  <a:pt x="41" y="127"/>
                </a:cubicBezTo>
                <a:cubicBezTo>
                  <a:pt x="44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7" y="128"/>
                </a:cubicBezTo>
                <a:cubicBezTo>
                  <a:pt x="14" y="127"/>
                  <a:pt x="16" y="125"/>
                  <a:pt x="16" y="118"/>
                </a:cubicBezTo>
                <a:cubicBezTo>
                  <a:pt x="16" y="115"/>
                  <a:pt x="16" y="113"/>
                  <a:pt x="16" y="111"/>
                </a:cubicBezTo>
                <a:cubicBezTo>
                  <a:pt x="16" y="82"/>
                  <a:pt x="16" y="53"/>
                  <a:pt x="16" y="24"/>
                </a:cubicBezTo>
                <a:cubicBezTo>
                  <a:pt x="16" y="21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5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4" y="0"/>
                  <a:pt x="40" y="0"/>
                  <a:pt x="49" y="1"/>
                </a:cubicBezTo>
                <a:cubicBezTo>
                  <a:pt x="49" y="3"/>
                  <a:pt x="50" y="5"/>
                  <a:pt x="50" y="8"/>
                </a:cubicBezTo>
                <a:cubicBezTo>
                  <a:pt x="47" y="8"/>
                  <a:pt x="44" y="8"/>
                  <a:pt x="41" y="9"/>
                </a:cubicBezTo>
                <a:cubicBezTo>
                  <a:pt x="37" y="9"/>
                  <a:pt x="34" y="11"/>
                  <a:pt x="34" y="16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39"/>
                  <a:pt x="33" y="54"/>
                  <a:pt x="33" y="70"/>
                </a:cubicBezTo>
                <a:cubicBezTo>
                  <a:pt x="33" y="71"/>
                  <a:pt x="33" y="72"/>
                  <a:pt x="33" y="73"/>
                </a:cubicBezTo>
                <a:cubicBezTo>
                  <a:pt x="35" y="72"/>
                  <a:pt x="36" y="72"/>
                  <a:pt x="36" y="71"/>
                </a:cubicBezTo>
                <a:cubicBezTo>
                  <a:pt x="52" y="54"/>
                  <a:pt x="67" y="37"/>
                  <a:pt x="83" y="19"/>
                </a:cubicBezTo>
                <a:cubicBezTo>
                  <a:pt x="84" y="18"/>
                  <a:pt x="85" y="16"/>
                  <a:pt x="86" y="14"/>
                </a:cubicBezTo>
                <a:cubicBezTo>
                  <a:pt x="88" y="12"/>
                  <a:pt x="87" y="10"/>
                  <a:pt x="84" y="9"/>
                </a:cubicBezTo>
                <a:cubicBezTo>
                  <a:pt x="81" y="8"/>
                  <a:pt x="79" y="8"/>
                  <a:pt x="76" y="8"/>
                </a:cubicBezTo>
                <a:cubicBezTo>
                  <a:pt x="76" y="5"/>
                  <a:pt x="76" y="3"/>
                  <a:pt x="76" y="1"/>
                </a:cubicBezTo>
                <a:cubicBezTo>
                  <a:pt x="79" y="0"/>
                  <a:pt x="114" y="0"/>
                  <a:pt x="122" y="1"/>
                </a:cubicBezTo>
                <a:cubicBezTo>
                  <a:pt x="122" y="3"/>
                  <a:pt x="122" y="5"/>
                  <a:pt x="122" y="8"/>
                </a:cubicBezTo>
                <a:cubicBezTo>
                  <a:pt x="121" y="8"/>
                  <a:pt x="120" y="8"/>
                  <a:pt x="118" y="8"/>
                </a:cubicBezTo>
                <a:cubicBezTo>
                  <a:pt x="111" y="9"/>
                  <a:pt x="104" y="12"/>
                  <a:pt x="99" y="18"/>
                </a:cubicBezTo>
                <a:cubicBezTo>
                  <a:pt x="92" y="25"/>
                  <a:pt x="85" y="33"/>
                  <a:pt x="77" y="41"/>
                </a:cubicBezTo>
                <a:cubicBezTo>
                  <a:pt x="72" y="46"/>
                  <a:pt x="67" y="52"/>
                  <a:pt x="62" y="57"/>
                </a:cubicBezTo>
                <a:cubicBezTo>
                  <a:pt x="63" y="58"/>
                  <a:pt x="64" y="59"/>
                  <a:pt x="64" y="61"/>
                </a:cubicBezTo>
                <a:cubicBezTo>
                  <a:pt x="77" y="78"/>
                  <a:pt x="90" y="95"/>
                  <a:pt x="102" y="113"/>
                </a:cubicBezTo>
                <a:cubicBezTo>
                  <a:pt x="104" y="115"/>
                  <a:pt x="106" y="118"/>
                  <a:pt x="108" y="120"/>
                </a:cubicBezTo>
                <a:cubicBezTo>
                  <a:pt x="112" y="124"/>
                  <a:pt x="117" y="127"/>
                  <a:pt x="123" y="127"/>
                </a:cubicBezTo>
                <a:cubicBezTo>
                  <a:pt x="124" y="128"/>
                  <a:pt x="125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09" y="135"/>
                  <a:pt x="91" y="135"/>
                  <a:pt x="73" y="135"/>
                </a:cubicBezTo>
                <a:cubicBezTo>
                  <a:pt x="73" y="133"/>
                  <a:pt x="73" y="131"/>
                  <a:pt x="73" y="128"/>
                </a:cubicBezTo>
                <a:cubicBezTo>
                  <a:pt x="75" y="128"/>
                  <a:pt x="78" y="128"/>
                  <a:pt x="80" y="127"/>
                </a:cubicBezTo>
                <a:cubicBezTo>
                  <a:pt x="85" y="127"/>
                  <a:pt x="86" y="125"/>
                  <a:pt x="84" y="120"/>
                </a:cubicBezTo>
                <a:cubicBezTo>
                  <a:pt x="84" y="118"/>
                  <a:pt x="83" y="117"/>
                  <a:pt x="82" y="115"/>
                </a:cubicBezTo>
                <a:cubicBezTo>
                  <a:pt x="72" y="101"/>
                  <a:pt x="61" y="86"/>
                  <a:pt x="51" y="72"/>
                </a:cubicBezTo>
                <a:cubicBezTo>
                  <a:pt x="51" y="71"/>
                  <a:pt x="50" y="71"/>
                  <a:pt x="50" y="7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2" name="Freeform 19">
            <a:extLst xmlns:a="http://schemas.openxmlformats.org/drawingml/2006/main">
              <a:ext uri="{FF2B5EF4-FFF2-40B4-BE49-F238E27FC236}">
                <a16:creationId xmlns:a16="http://schemas.microsoft.com/office/drawing/2014/main" id="{ADB64A65-E27E-4C87-80E6-6DA435EBA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9719" y="688617"/>
            <a:ext cx="63867" cy="68429"/>
          </a:xfrm>
          <a:custGeom xmlns:a="http://schemas.openxmlformats.org/drawingml/2006/main">
            <a:gdLst>
              <a:gd name="T0" fmla="*/ 28 w 126"/>
              <a:gd name="T1" fmla="*/ 16 h 135"/>
              <a:gd name="T2" fmla="*/ 28 w 126"/>
              <a:gd name="T3" fmla="*/ 20 h 135"/>
              <a:gd name="T4" fmla="*/ 28 w 126"/>
              <a:gd name="T5" fmla="*/ 109 h 135"/>
              <a:gd name="T6" fmla="*/ 28 w 126"/>
              <a:gd name="T7" fmla="*/ 119 h 135"/>
              <a:gd name="T8" fmla="*/ 37 w 126"/>
              <a:gd name="T9" fmla="*/ 127 h 135"/>
              <a:gd name="T10" fmla="*/ 44 w 126"/>
              <a:gd name="T11" fmla="*/ 128 h 135"/>
              <a:gd name="T12" fmla="*/ 44 w 126"/>
              <a:gd name="T13" fmla="*/ 135 h 135"/>
              <a:gd name="T14" fmla="*/ 0 w 126"/>
              <a:gd name="T15" fmla="*/ 135 h 135"/>
              <a:gd name="T16" fmla="*/ 0 w 126"/>
              <a:gd name="T17" fmla="*/ 128 h 135"/>
              <a:gd name="T18" fmla="*/ 8 w 126"/>
              <a:gd name="T19" fmla="*/ 127 h 135"/>
              <a:gd name="T20" fmla="*/ 16 w 126"/>
              <a:gd name="T21" fmla="*/ 120 h 135"/>
              <a:gd name="T22" fmla="*/ 16 w 126"/>
              <a:gd name="T23" fmla="*/ 113 h 135"/>
              <a:gd name="T24" fmla="*/ 16 w 126"/>
              <a:gd name="T25" fmla="*/ 19 h 135"/>
              <a:gd name="T26" fmla="*/ 16 w 126"/>
              <a:gd name="T27" fmla="*/ 15 h 135"/>
              <a:gd name="T28" fmla="*/ 9 w 126"/>
              <a:gd name="T29" fmla="*/ 9 h 135"/>
              <a:gd name="T30" fmla="*/ 5 w 126"/>
              <a:gd name="T31" fmla="*/ 8 h 135"/>
              <a:gd name="T32" fmla="*/ 1 w 126"/>
              <a:gd name="T33" fmla="*/ 8 h 135"/>
              <a:gd name="T34" fmla="*/ 1 w 126"/>
              <a:gd name="T35" fmla="*/ 1 h 135"/>
              <a:gd name="T36" fmla="*/ 40 w 126"/>
              <a:gd name="T37" fmla="*/ 1 h 135"/>
              <a:gd name="T38" fmla="*/ 98 w 126"/>
              <a:gd name="T39" fmla="*/ 100 h 135"/>
              <a:gd name="T40" fmla="*/ 99 w 126"/>
              <a:gd name="T41" fmla="*/ 100 h 135"/>
              <a:gd name="T42" fmla="*/ 99 w 126"/>
              <a:gd name="T43" fmla="*/ 96 h 135"/>
              <a:gd name="T44" fmla="*/ 99 w 126"/>
              <a:gd name="T45" fmla="*/ 24 h 135"/>
              <a:gd name="T46" fmla="*/ 98 w 126"/>
              <a:gd name="T47" fmla="*/ 16 h 135"/>
              <a:gd name="T48" fmla="*/ 90 w 126"/>
              <a:gd name="T49" fmla="*/ 9 h 135"/>
              <a:gd name="T50" fmla="*/ 83 w 126"/>
              <a:gd name="T51" fmla="*/ 8 h 135"/>
              <a:gd name="T52" fmla="*/ 83 w 126"/>
              <a:gd name="T53" fmla="*/ 1 h 135"/>
              <a:gd name="T54" fmla="*/ 126 w 126"/>
              <a:gd name="T55" fmla="*/ 1 h 135"/>
              <a:gd name="T56" fmla="*/ 126 w 126"/>
              <a:gd name="T57" fmla="*/ 8 h 135"/>
              <a:gd name="T58" fmla="*/ 119 w 126"/>
              <a:gd name="T59" fmla="*/ 9 h 135"/>
              <a:gd name="T60" fmla="*/ 111 w 126"/>
              <a:gd name="T61" fmla="*/ 16 h 135"/>
              <a:gd name="T62" fmla="*/ 110 w 126"/>
              <a:gd name="T63" fmla="*/ 27 h 135"/>
              <a:gd name="T64" fmla="*/ 110 w 126"/>
              <a:gd name="T65" fmla="*/ 129 h 135"/>
              <a:gd name="T66" fmla="*/ 110 w 126"/>
              <a:gd name="T67" fmla="*/ 135 h 135"/>
              <a:gd name="T68" fmla="*/ 99 w 126"/>
              <a:gd name="T69" fmla="*/ 135 h 135"/>
              <a:gd name="T70" fmla="*/ 29 w 126"/>
              <a:gd name="T71" fmla="*/ 15 h 135"/>
              <a:gd name="T72" fmla="*/ 28 w 126"/>
              <a:gd name="T73" fmla="*/ 16 h 135"/>
            </a:gdLst>
            <a:rect l="0" t="0" r="r" b="b"/>
            <a:pathLst>
              <a:path w="126" h="135">
                <a:moveTo>
                  <a:pt x="28" y="16"/>
                </a:moveTo>
                <a:cubicBezTo>
                  <a:pt x="28" y="17"/>
                  <a:pt x="28" y="19"/>
                  <a:pt x="28" y="20"/>
                </a:cubicBezTo>
                <a:cubicBezTo>
                  <a:pt x="28" y="50"/>
                  <a:pt x="28" y="79"/>
                  <a:pt x="28" y="109"/>
                </a:cubicBezTo>
                <a:cubicBezTo>
                  <a:pt x="28" y="112"/>
                  <a:pt x="28" y="115"/>
                  <a:pt x="28" y="119"/>
                </a:cubicBezTo>
                <a:cubicBezTo>
                  <a:pt x="29" y="124"/>
                  <a:pt x="31" y="126"/>
                  <a:pt x="37" y="127"/>
                </a:cubicBezTo>
                <a:cubicBezTo>
                  <a:pt x="39" y="127"/>
                  <a:pt x="41" y="128"/>
                  <a:pt x="44" y="128"/>
                </a:cubicBezTo>
                <a:cubicBezTo>
                  <a:pt x="44" y="130"/>
                  <a:pt x="44" y="133"/>
                  <a:pt x="44" y="135"/>
                </a:cubicBezTo>
                <a:cubicBezTo>
                  <a:pt x="29" y="135"/>
                  <a:pt x="15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5" y="127"/>
                  <a:pt x="8" y="127"/>
                </a:cubicBezTo>
                <a:cubicBezTo>
                  <a:pt x="12" y="127"/>
                  <a:pt x="15" y="124"/>
                  <a:pt x="16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0"/>
                  <a:pt x="16" y="19"/>
                </a:cubicBezTo>
                <a:cubicBezTo>
                  <a:pt x="16" y="18"/>
                  <a:pt x="16" y="17"/>
                  <a:pt x="16" y="15"/>
                </a:cubicBezTo>
                <a:cubicBezTo>
                  <a:pt x="16" y="11"/>
                  <a:pt x="14" y="9"/>
                  <a:pt x="9" y="9"/>
                </a:cubicBezTo>
                <a:cubicBezTo>
                  <a:pt x="8" y="8"/>
                  <a:pt x="7" y="8"/>
                  <a:pt x="5" y="8"/>
                </a:cubicBezTo>
                <a:cubicBezTo>
                  <a:pt x="4" y="8"/>
                  <a:pt x="2" y="8"/>
                  <a:pt x="1" y="8"/>
                </a:cubicBezTo>
                <a:cubicBezTo>
                  <a:pt x="1" y="5"/>
                  <a:pt x="1" y="3"/>
                  <a:pt x="1" y="1"/>
                </a:cubicBezTo>
                <a:cubicBezTo>
                  <a:pt x="14" y="1"/>
                  <a:pt x="27" y="1"/>
                  <a:pt x="40" y="1"/>
                </a:cubicBezTo>
                <a:cubicBezTo>
                  <a:pt x="59" y="34"/>
                  <a:pt x="79" y="67"/>
                  <a:pt x="98" y="100"/>
                </a:cubicBezTo>
                <a:cubicBezTo>
                  <a:pt x="98" y="100"/>
                  <a:pt x="99" y="100"/>
                  <a:pt x="99" y="100"/>
                </a:cubicBezTo>
                <a:cubicBezTo>
                  <a:pt x="99" y="99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1"/>
                  <a:pt x="99" y="19"/>
                  <a:pt x="98" y="16"/>
                </a:cubicBezTo>
                <a:cubicBezTo>
                  <a:pt x="97" y="12"/>
                  <a:pt x="94" y="9"/>
                  <a:pt x="90" y="9"/>
                </a:cubicBezTo>
                <a:cubicBezTo>
                  <a:pt x="88" y="8"/>
                  <a:pt x="86" y="8"/>
                  <a:pt x="83" y="8"/>
                </a:cubicBezTo>
                <a:cubicBezTo>
                  <a:pt x="83" y="5"/>
                  <a:pt x="83" y="3"/>
                  <a:pt x="83" y="1"/>
                </a:cubicBezTo>
                <a:cubicBezTo>
                  <a:pt x="87" y="0"/>
                  <a:pt x="115" y="0"/>
                  <a:pt x="126" y="1"/>
                </a:cubicBezTo>
                <a:cubicBezTo>
                  <a:pt x="126" y="3"/>
                  <a:pt x="126" y="5"/>
                  <a:pt x="126" y="8"/>
                </a:cubicBezTo>
                <a:cubicBezTo>
                  <a:pt x="124" y="8"/>
                  <a:pt x="122" y="8"/>
                  <a:pt x="119" y="9"/>
                </a:cubicBezTo>
                <a:cubicBezTo>
                  <a:pt x="115" y="9"/>
                  <a:pt x="112" y="12"/>
                  <a:pt x="111" y="16"/>
                </a:cubicBezTo>
                <a:cubicBezTo>
                  <a:pt x="111" y="20"/>
                  <a:pt x="110" y="23"/>
                  <a:pt x="110" y="27"/>
                </a:cubicBezTo>
                <a:cubicBezTo>
                  <a:pt x="110" y="61"/>
                  <a:pt x="110" y="95"/>
                  <a:pt x="110" y="129"/>
                </a:cubicBezTo>
                <a:cubicBezTo>
                  <a:pt x="110" y="131"/>
                  <a:pt x="110" y="133"/>
                  <a:pt x="110" y="135"/>
                </a:cubicBezTo>
                <a:cubicBezTo>
                  <a:pt x="106" y="135"/>
                  <a:pt x="103" y="135"/>
                  <a:pt x="99" y="135"/>
                </a:cubicBezTo>
                <a:cubicBezTo>
                  <a:pt x="76" y="95"/>
                  <a:pt x="52" y="55"/>
                  <a:pt x="29" y="15"/>
                </a:cubicBezTo>
                <a:cubicBezTo>
                  <a:pt x="28" y="15"/>
                  <a:pt x="28" y="15"/>
                  <a:pt x="28" y="16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3" name="Freeform 20">
            <a:extLst xmlns:a="http://schemas.openxmlformats.org/drawingml/2006/main">
              <a:ext uri="{FF2B5EF4-FFF2-40B4-BE49-F238E27FC236}">
                <a16:creationId xmlns:a16="http://schemas.microsoft.com/office/drawing/2014/main" id="{BB6573BA-1690-43AC-92B1-3CE4885D9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9652" y="688617"/>
            <a:ext cx="62726" cy="68429"/>
          </a:xfrm>
          <a:custGeom xmlns:a="http://schemas.openxmlformats.org/drawingml/2006/main">
            <a:gdLst>
              <a:gd name="T0" fmla="*/ 0 w 124"/>
              <a:gd name="T1" fmla="*/ 8 h 135"/>
              <a:gd name="T2" fmla="*/ 0 w 124"/>
              <a:gd name="T3" fmla="*/ 1 h 135"/>
              <a:gd name="T4" fmla="*/ 105 w 124"/>
              <a:gd name="T5" fmla="*/ 1 h 135"/>
              <a:gd name="T6" fmla="*/ 117 w 124"/>
              <a:gd name="T7" fmla="*/ 35 h 135"/>
              <a:gd name="T8" fmla="*/ 110 w 124"/>
              <a:gd name="T9" fmla="*/ 39 h 135"/>
              <a:gd name="T10" fmla="*/ 107 w 124"/>
              <a:gd name="T11" fmla="*/ 33 h 135"/>
              <a:gd name="T12" fmla="*/ 78 w 124"/>
              <a:gd name="T13" fmla="*/ 11 h 135"/>
              <a:gd name="T14" fmla="*/ 34 w 124"/>
              <a:gd name="T15" fmla="*/ 11 h 135"/>
              <a:gd name="T16" fmla="*/ 34 w 124"/>
              <a:gd name="T17" fmla="*/ 61 h 135"/>
              <a:gd name="T18" fmla="*/ 55 w 124"/>
              <a:gd name="T19" fmla="*/ 60 h 135"/>
              <a:gd name="T20" fmla="*/ 69 w 124"/>
              <a:gd name="T21" fmla="*/ 45 h 135"/>
              <a:gd name="T22" fmla="*/ 70 w 124"/>
              <a:gd name="T23" fmla="*/ 36 h 135"/>
              <a:gd name="T24" fmla="*/ 78 w 124"/>
              <a:gd name="T25" fmla="*/ 36 h 135"/>
              <a:gd name="T26" fmla="*/ 78 w 124"/>
              <a:gd name="T27" fmla="*/ 95 h 135"/>
              <a:gd name="T28" fmla="*/ 74 w 124"/>
              <a:gd name="T29" fmla="*/ 95 h 135"/>
              <a:gd name="T30" fmla="*/ 70 w 124"/>
              <a:gd name="T31" fmla="*/ 95 h 135"/>
              <a:gd name="T32" fmla="*/ 70 w 124"/>
              <a:gd name="T33" fmla="*/ 88 h 135"/>
              <a:gd name="T34" fmla="*/ 68 w 124"/>
              <a:gd name="T35" fmla="*/ 81 h 135"/>
              <a:gd name="T36" fmla="*/ 58 w 124"/>
              <a:gd name="T37" fmla="*/ 71 h 135"/>
              <a:gd name="T38" fmla="*/ 34 w 124"/>
              <a:gd name="T39" fmla="*/ 70 h 135"/>
              <a:gd name="T40" fmla="*/ 33 w 124"/>
              <a:gd name="T41" fmla="*/ 74 h 135"/>
              <a:gd name="T42" fmla="*/ 33 w 124"/>
              <a:gd name="T43" fmla="*/ 115 h 135"/>
              <a:gd name="T44" fmla="*/ 43 w 124"/>
              <a:gd name="T45" fmla="*/ 125 h 135"/>
              <a:gd name="T46" fmla="*/ 69 w 124"/>
              <a:gd name="T47" fmla="*/ 125 h 135"/>
              <a:gd name="T48" fmla="*/ 112 w 124"/>
              <a:gd name="T49" fmla="*/ 97 h 135"/>
              <a:gd name="T50" fmla="*/ 115 w 124"/>
              <a:gd name="T51" fmla="*/ 90 h 135"/>
              <a:gd name="T52" fmla="*/ 124 w 124"/>
              <a:gd name="T53" fmla="*/ 93 h 135"/>
              <a:gd name="T54" fmla="*/ 109 w 124"/>
              <a:gd name="T55" fmla="*/ 135 h 135"/>
              <a:gd name="T56" fmla="*/ 0 w 124"/>
              <a:gd name="T57" fmla="*/ 135 h 135"/>
              <a:gd name="T58" fmla="*/ 0 w 124"/>
              <a:gd name="T59" fmla="*/ 128 h 135"/>
              <a:gd name="T60" fmla="*/ 8 w 124"/>
              <a:gd name="T61" fmla="*/ 127 h 135"/>
              <a:gd name="T62" fmla="*/ 15 w 124"/>
              <a:gd name="T63" fmla="*/ 120 h 135"/>
              <a:gd name="T64" fmla="*/ 16 w 124"/>
              <a:gd name="T65" fmla="*/ 113 h 135"/>
              <a:gd name="T66" fmla="*/ 16 w 124"/>
              <a:gd name="T67" fmla="*/ 21 h 135"/>
              <a:gd name="T68" fmla="*/ 16 w 124"/>
              <a:gd name="T69" fmla="*/ 16 h 135"/>
              <a:gd name="T70" fmla="*/ 8 w 124"/>
              <a:gd name="T71" fmla="*/ 9 h 135"/>
              <a:gd name="T72" fmla="*/ 4 w 124"/>
              <a:gd name="T73" fmla="*/ 8 h 135"/>
              <a:gd name="T74" fmla="*/ 0 w 124"/>
              <a:gd name="T75" fmla="*/ 8 h 135"/>
            </a:gdLst>
            <a:rect l="0" t="0" r="r" b="b"/>
            <a:pathLst>
              <a:path w="124" h="135">
                <a:moveTo>
                  <a:pt x="0" y="8"/>
                </a:moveTo>
                <a:cubicBezTo>
                  <a:pt x="0" y="5"/>
                  <a:pt x="0" y="3"/>
                  <a:pt x="0" y="1"/>
                </a:cubicBezTo>
                <a:cubicBezTo>
                  <a:pt x="3" y="0"/>
                  <a:pt x="98" y="0"/>
                  <a:pt x="105" y="1"/>
                </a:cubicBezTo>
                <a:cubicBezTo>
                  <a:pt x="109" y="12"/>
                  <a:pt x="113" y="24"/>
                  <a:pt x="117" y="35"/>
                </a:cubicBezTo>
                <a:cubicBezTo>
                  <a:pt x="115" y="37"/>
                  <a:pt x="112" y="38"/>
                  <a:pt x="110" y="39"/>
                </a:cubicBezTo>
                <a:cubicBezTo>
                  <a:pt x="109" y="36"/>
                  <a:pt x="108" y="35"/>
                  <a:pt x="107" y="33"/>
                </a:cubicBezTo>
                <a:cubicBezTo>
                  <a:pt x="101" y="20"/>
                  <a:pt x="92" y="13"/>
                  <a:pt x="78" y="11"/>
                </a:cubicBezTo>
                <a:cubicBezTo>
                  <a:pt x="63" y="10"/>
                  <a:pt x="48" y="11"/>
                  <a:pt x="34" y="11"/>
                </a:cubicBezTo>
                <a:cubicBezTo>
                  <a:pt x="33" y="15"/>
                  <a:pt x="33" y="55"/>
                  <a:pt x="34" y="61"/>
                </a:cubicBezTo>
                <a:cubicBezTo>
                  <a:pt x="41" y="61"/>
                  <a:pt x="48" y="61"/>
                  <a:pt x="55" y="60"/>
                </a:cubicBezTo>
                <a:cubicBezTo>
                  <a:pt x="64" y="59"/>
                  <a:pt x="68" y="54"/>
                  <a:pt x="69" y="45"/>
                </a:cubicBezTo>
                <a:cubicBezTo>
                  <a:pt x="70" y="42"/>
                  <a:pt x="70" y="39"/>
                  <a:pt x="70" y="36"/>
                </a:cubicBezTo>
                <a:cubicBezTo>
                  <a:pt x="73" y="36"/>
                  <a:pt x="75" y="36"/>
                  <a:pt x="78" y="36"/>
                </a:cubicBezTo>
                <a:cubicBezTo>
                  <a:pt x="78" y="56"/>
                  <a:pt x="78" y="75"/>
                  <a:pt x="78" y="95"/>
                </a:cubicBezTo>
                <a:cubicBezTo>
                  <a:pt x="77" y="95"/>
                  <a:pt x="76" y="95"/>
                  <a:pt x="74" y="95"/>
                </a:cubicBezTo>
                <a:cubicBezTo>
                  <a:pt x="73" y="95"/>
                  <a:pt x="72" y="95"/>
                  <a:pt x="70" y="95"/>
                </a:cubicBezTo>
                <a:cubicBezTo>
                  <a:pt x="70" y="93"/>
                  <a:pt x="70" y="90"/>
                  <a:pt x="70" y="88"/>
                </a:cubicBezTo>
                <a:cubicBezTo>
                  <a:pt x="69" y="86"/>
                  <a:pt x="69" y="83"/>
                  <a:pt x="68" y="81"/>
                </a:cubicBezTo>
                <a:cubicBezTo>
                  <a:pt x="67" y="75"/>
                  <a:pt x="64" y="72"/>
                  <a:pt x="58" y="71"/>
                </a:cubicBezTo>
                <a:cubicBezTo>
                  <a:pt x="50" y="69"/>
                  <a:pt x="42" y="70"/>
                  <a:pt x="34" y="70"/>
                </a:cubicBezTo>
                <a:cubicBezTo>
                  <a:pt x="33" y="72"/>
                  <a:pt x="33" y="73"/>
                  <a:pt x="33" y="74"/>
                </a:cubicBezTo>
                <a:cubicBezTo>
                  <a:pt x="33" y="88"/>
                  <a:pt x="33" y="102"/>
                  <a:pt x="33" y="115"/>
                </a:cubicBezTo>
                <a:cubicBezTo>
                  <a:pt x="33" y="124"/>
                  <a:pt x="34" y="125"/>
                  <a:pt x="43" y="125"/>
                </a:cubicBezTo>
                <a:cubicBezTo>
                  <a:pt x="52" y="125"/>
                  <a:pt x="60" y="125"/>
                  <a:pt x="69" y="125"/>
                </a:cubicBezTo>
                <a:cubicBezTo>
                  <a:pt x="89" y="125"/>
                  <a:pt x="104" y="115"/>
                  <a:pt x="112" y="97"/>
                </a:cubicBezTo>
                <a:cubicBezTo>
                  <a:pt x="113" y="95"/>
                  <a:pt x="114" y="93"/>
                  <a:pt x="115" y="90"/>
                </a:cubicBezTo>
                <a:cubicBezTo>
                  <a:pt x="118" y="91"/>
                  <a:pt x="121" y="92"/>
                  <a:pt x="124" y="93"/>
                </a:cubicBezTo>
                <a:cubicBezTo>
                  <a:pt x="119" y="108"/>
                  <a:pt x="114" y="121"/>
                  <a:pt x="109" y="135"/>
                </a:cubicBezTo>
                <a:cubicBezTo>
                  <a:pt x="73" y="135"/>
                  <a:pt x="3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6" y="128"/>
                  <a:pt x="8" y="127"/>
                </a:cubicBezTo>
                <a:cubicBezTo>
                  <a:pt x="13" y="126"/>
                  <a:pt x="15" y="125"/>
                  <a:pt x="15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20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7" y="9"/>
                  <a:pt x="6" y="8"/>
                  <a:pt x="4" y="8"/>
                </a:cubicBezTo>
                <a:cubicBezTo>
                  <a:pt x="3" y="8"/>
                  <a:pt x="2" y="8"/>
                  <a:pt x="0" y="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4" name="Freeform 21">
            <a:extLst xmlns:a="http://schemas.openxmlformats.org/drawingml/2006/main">
              <a:ext uri="{FF2B5EF4-FFF2-40B4-BE49-F238E27FC236}">
                <a16:creationId xmlns:a16="http://schemas.microsoft.com/office/drawing/2014/main" id="{6DC72668-F079-4D96-BF7D-576864A13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5152" y="689187"/>
            <a:ext cx="62726" cy="67859"/>
          </a:xfrm>
          <a:custGeom xmlns:a="http://schemas.openxmlformats.org/drawingml/2006/main">
            <a:gdLst>
              <a:gd name="T0" fmla="*/ 33 w 123"/>
              <a:gd name="T1" fmla="*/ 60 h 134"/>
              <a:gd name="T2" fmla="*/ 55 w 123"/>
              <a:gd name="T3" fmla="*/ 59 h 134"/>
              <a:gd name="T4" fmla="*/ 68 w 123"/>
              <a:gd name="T5" fmla="*/ 45 h 134"/>
              <a:gd name="T6" fmla="*/ 70 w 123"/>
              <a:gd name="T7" fmla="*/ 35 h 134"/>
              <a:gd name="T8" fmla="*/ 77 w 123"/>
              <a:gd name="T9" fmla="*/ 35 h 134"/>
              <a:gd name="T10" fmla="*/ 77 w 123"/>
              <a:gd name="T11" fmla="*/ 94 h 134"/>
              <a:gd name="T12" fmla="*/ 75 w 123"/>
              <a:gd name="T13" fmla="*/ 94 h 134"/>
              <a:gd name="T14" fmla="*/ 70 w 123"/>
              <a:gd name="T15" fmla="*/ 94 h 134"/>
              <a:gd name="T16" fmla="*/ 69 w 123"/>
              <a:gd name="T17" fmla="*/ 83 h 134"/>
              <a:gd name="T18" fmla="*/ 54 w 123"/>
              <a:gd name="T19" fmla="*/ 69 h 134"/>
              <a:gd name="T20" fmla="*/ 33 w 123"/>
              <a:gd name="T21" fmla="*/ 69 h 134"/>
              <a:gd name="T22" fmla="*/ 33 w 123"/>
              <a:gd name="T23" fmla="*/ 73 h 134"/>
              <a:gd name="T24" fmla="*/ 33 w 123"/>
              <a:gd name="T25" fmla="*/ 114 h 134"/>
              <a:gd name="T26" fmla="*/ 43 w 123"/>
              <a:gd name="T27" fmla="*/ 124 h 134"/>
              <a:gd name="T28" fmla="*/ 68 w 123"/>
              <a:gd name="T29" fmla="*/ 124 h 134"/>
              <a:gd name="T30" fmla="*/ 112 w 123"/>
              <a:gd name="T31" fmla="*/ 96 h 134"/>
              <a:gd name="T32" fmla="*/ 115 w 123"/>
              <a:gd name="T33" fmla="*/ 90 h 134"/>
              <a:gd name="T34" fmla="*/ 115 w 123"/>
              <a:gd name="T35" fmla="*/ 90 h 134"/>
              <a:gd name="T36" fmla="*/ 123 w 123"/>
              <a:gd name="T37" fmla="*/ 92 h 134"/>
              <a:gd name="T38" fmla="*/ 109 w 123"/>
              <a:gd name="T39" fmla="*/ 134 h 134"/>
              <a:gd name="T40" fmla="*/ 0 w 123"/>
              <a:gd name="T41" fmla="*/ 134 h 134"/>
              <a:gd name="T42" fmla="*/ 0 w 123"/>
              <a:gd name="T43" fmla="*/ 127 h 134"/>
              <a:gd name="T44" fmla="*/ 8 w 123"/>
              <a:gd name="T45" fmla="*/ 126 h 134"/>
              <a:gd name="T46" fmla="*/ 15 w 123"/>
              <a:gd name="T47" fmla="*/ 120 h 134"/>
              <a:gd name="T48" fmla="*/ 16 w 123"/>
              <a:gd name="T49" fmla="*/ 113 h 134"/>
              <a:gd name="T50" fmla="*/ 16 w 123"/>
              <a:gd name="T51" fmla="*/ 20 h 134"/>
              <a:gd name="T52" fmla="*/ 5 w 123"/>
              <a:gd name="T53" fmla="*/ 7 h 134"/>
              <a:gd name="T54" fmla="*/ 0 w 123"/>
              <a:gd name="T55" fmla="*/ 7 h 134"/>
              <a:gd name="T56" fmla="*/ 0 w 123"/>
              <a:gd name="T57" fmla="*/ 0 h 134"/>
              <a:gd name="T58" fmla="*/ 105 w 123"/>
              <a:gd name="T59" fmla="*/ 0 h 134"/>
              <a:gd name="T60" fmla="*/ 117 w 123"/>
              <a:gd name="T61" fmla="*/ 35 h 134"/>
              <a:gd name="T62" fmla="*/ 109 w 123"/>
              <a:gd name="T63" fmla="*/ 38 h 134"/>
              <a:gd name="T64" fmla="*/ 107 w 123"/>
              <a:gd name="T65" fmla="*/ 34 h 134"/>
              <a:gd name="T66" fmla="*/ 105 w 123"/>
              <a:gd name="T67" fmla="*/ 29 h 134"/>
              <a:gd name="T68" fmla="*/ 78 w 123"/>
              <a:gd name="T69" fmla="*/ 11 h 134"/>
              <a:gd name="T70" fmla="*/ 42 w 123"/>
              <a:gd name="T71" fmla="*/ 10 h 134"/>
              <a:gd name="T72" fmla="*/ 33 w 123"/>
              <a:gd name="T73" fmla="*/ 10 h 134"/>
              <a:gd name="T74" fmla="*/ 33 w 123"/>
              <a:gd name="T75" fmla="*/ 60 h 134"/>
            </a:gdLst>
            <a:rect l="0" t="0" r="r" b="b"/>
            <a:pathLst>
              <a:path w="123" h="134">
                <a:moveTo>
                  <a:pt x="33" y="60"/>
                </a:moveTo>
                <a:cubicBezTo>
                  <a:pt x="41" y="60"/>
                  <a:pt x="48" y="61"/>
                  <a:pt x="55" y="59"/>
                </a:cubicBezTo>
                <a:cubicBezTo>
                  <a:pt x="63" y="57"/>
                  <a:pt x="67" y="53"/>
                  <a:pt x="68" y="45"/>
                </a:cubicBezTo>
                <a:cubicBezTo>
                  <a:pt x="69" y="42"/>
                  <a:pt x="69" y="39"/>
                  <a:pt x="70" y="35"/>
                </a:cubicBezTo>
                <a:cubicBezTo>
                  <a:pt x="72" y="35"/>
                  <a:pt x="75" y="35"/>
                  <a:pt x="77" y="35"/>
                </a:cubicBezTo>
                <a:cubicBezTo>
                  <a:pt x="77" y="55"/>
                  <a:pt x="77" y="74"/>
                  <a:pt x="77" y="94"/>
                </a:cubicBezTo>
                <a:cubicBezTo>
                  <a:pt x="76" y="94"/>
                  <a:pt x="75" y="94"/>
                  <a:pt x="75" y="94"/>
                </a:cubicBezTo>
                <a:cubicBezTo>
                  <a:pt x="73" y="94"/>
                  <a:pt x="71" y="94"/>
                  <a:pt x="70" y="94"/>
                </a:cubicBezTo>
                <a:cubicBezTo>
                  <a:pt x="69" y="90"/>
                  <a:pt x="69" y="86"/>
                  <a:pt x="69" y="83"/>
                </a:cubicBezTo>
                <a:cubicBezTo>
                  <a:pt x="67" y="74"/>
                  <a:pt x="63" y="70"/>
                  <a:pt x="54" y="69"/>
                </a:cubicBezTo>
                <a:cubicBezTo>
                  <a:pt x="47" y="69"/>
                  <a:pt x="40" y="69"/>
                  <a:pt x="33" y="69"/>
                </a:cubicBezTo>
                <a:cubicBezTo>
                  <a:pt x="33" y="71"/>
                  <a:pt x="33" y="72"/>
                  <a:pt x="33" y="73"/>
                </a:cubicBezTo>
                <a:cubicBezTo>
                  <a:pt x="33" y="87"/>
                  <a:pt x="33" y="101"/>
                  <a:pt x="33" y="114"/>
                </a:cubicBezTo>
                <a:cubicBezTo>
                  <a:pt x="33" y="123"/>
                  <a:pt x="34" y="124"/>
                  <a:pt x="43" y="124"/>
                </a:cubicBezTo>
                <a:cubicBezTo>
                  <a:pt x="51" y="124"/>
                  <a:pt x="60" y="124"/>
                  <a:pt x="68" y="124"/>
                </a:cubicBezTo>
                <a:cubicBezTo>
                  <a:pt x="89" y="124"/>
                  <a:pt x="103" y="114"/>
                  <a:pt x="112" y="96"/>
                </a:cubicBezTo>
                <a:cubicBezTo>
                  <a:pt x="113" y="94"/>
                  <a:pt x="114" y="92"/>
                  <a:pt x="115" y="90"/>
                </a:cubicBezTo>
                <a:cubicBezTo>
                  <a:pt x="115" y="90"/>
                  <a:pt x="115" y="90"/>
                  <a:pt x="115" y="90"/>
                </a:cubicBezTo>
                <a:cubicBezTo>
                  <a:pt x="118" y="90"/>
                  <a:pt x="120" y="91"/>
                  <a:pt x="123" y="92"/>
                </a:cubicBezTo>
                <a:cubicBezTo>
                  <a:pt x="118" y="107"/>
                  <a:pt x="113" y="120"/>
                  <a:pt x="109" y="134"/>
                </a:cubicBezTo>
                <a:cubicBezTo>
                  <a:pt x="72" y="134"/>
                  <a:pt x="3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6"/>
                  <a:pt x="8" y="126"/>
                </a:cubicBezTo>
                <a:cubicBezTo>
                  <a:pt x="12" y="126"/>
                  <a:pt x="14" y="124"/>
                  <a:pt x="15" y="120"/>
                </a:cubicBezTo>
                <a:cubicBezTo>
                  <a:pt x="15" y="118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0"/>
                  <a:pt x="14" y="8"/>
                  <a:pt x="5" y="7"/>
                </a:cubicBezTo>
                <a:cubicBezTo>
                  <a:pt x="3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34" y="0"/>
                  <a:pt x="69" y="0"/>
                  <a:pt x="105" y="0"/>
                </a:cubicBezTo>
                <a:cubicBezTo>
                  <a:pt x="109" y="11"/>
                  <a:pt x="112" y="22"/>
                  <a:pt x="117" y="35"/>
                </a:cubicBezTo>
                <a:cubicBezTo>
                  <a:pt x="114" y="36"/>
                  <a:pt x="112" y="37"/>
                  <a:pt x="109" y="38"/>
                </a:cubicBezTo>
                <a:cubicBezTo>
                  <a:pt x="108" y="36"/>
                  <a:pt x="108" y="35"/>
                  <a:pt x="107" y="34"/>
                </a:cubicBezTo>
                <a:cubicBezTo>
                  <a:pt x="107" y="32"/>
                  <a:pt x="106" y="31"/>
                  <a:pt x="105" y="29"/>
                </a:cubicBezTo>
                <a:cubicBezTo>
                  <a:pt x="100" y="18"/>
                  <a:pt x="90" y="11"/>
                  <a:pt x="78" y="11"/>
                </a:cubicBezTo>
                <a:cubicBezTo>
                  <a:pt x="66" y="10"/>
                  <a:pt x="54" y="10"/>
                  <a:pt x="42" y="10"/>
                </a:cubicBezTo>
                <a:cubicBezTo>
                  <a:pt x="39" y="10"/>
                  <a:pt x="36" y="10"/>
                  <a:pt x="33" y="10"/>
                </a:cubicBezTo>
                <a:cubicBezTo>
                  <a:pt x="33" y="26"/>
                  <a:pt x="33" y="43"/>
                  <a:pt x="33" y="6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5" name="Freeform 22">
            <a:extLst xmlns:a="http://schemas.openxmlformats.org/drawingml/2006/main">
              <a:ext uri="{FF2B5EF4-FFF2-40B4-BE49-F238E27FC236}">
                <a16:creationId xmlns:a16="http://schemas.microsoft.com/office/drawing/2014/main" id="{B3C8588D-4CA9-4F81-A14A-54736A62C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3944" y="689187"/>
            <a:ext cx="63867" cy="67859"/>
          </a:xfrm>
          <a:custGeom xmlns:a="http://schemas.openxmlformats.org/drawingml/2006/main">
            <a:gdLst>
              <a:gd name="T0" fmla="*/ 43 w 126"/>
              <a:gd name="T1" fmla="*/ 134 h 134"/>
              <a:gd name="T2" fmla="*/ 0 w 126"/>
              <a:gd name="T3" fmla="*/ 134 h 134"/>
              <a:gd name="T4" fmla="*/ 0 w 126"/>
              <a:gd name="T5" fmla="*/ 127 h 134"/>
              <a:gd name="T6" fmla="*/ 7 w 126"/>
              <a:gd name="T7" fmla="*/ 126 h 134"/>
              <a:gd name="T8" fmla="*/ 16 w 126"/>
              <a:gd name="T9" fmla="*/ 118 h 134"/>
              <a:gd name="T10" fmla="*/ 16 w 126"/>
              <a:gd name="T11" fmla="*/ 110 h 134"/>
              <a:gd name="T12" fmla="*/ 16 w 126"/>
              <a:gd name="T13" fmla="*/ 18 h 134"/>
              <a:gd name="T14" fmla="*/ 5 w 126"/>
              <a:gd name="T15" fmla="*/ 7 h 134"/>
              <a:gd name="T16" fmla="*/ 0 w 126"/>
              <a:gd name="T17" fmla="*/ 7 h 134"/>
              <a:gd name="T18" fmla="*/ 0 w 126"/>
              <a:gd name="T19" fmla="*/ 0 h 134"/>
              <a:gd name="T20" fmla="*/ 40 w 126"/>
              <a:gd name="T21" fmla="*/ 0 h 134"/>
              <a:gd name="T22" fmla="*/ 98 w 126"/>
              <a:gd name="T23" fmla="*/ 100 h 134"/>
              <a:gd name="T24" fmla="*/ 99 w 126"/>
              <a:gd name="T25" fmla="*/ 96 h 134"/>
              <a:gd name="T26" fmla="*/ 99 w 126"/>
              <a:gd name="T27" fmla="*/ 24 h 134"/>
              <a:gd name="T28" fmla="*/ 98 w 126"/>
              <a:gd name="T29" fmla="*/ 17 h 134"/>
              <a:gd name="T30" fmla="*/ 89 w 126"/>
              <a:gd name="T31" fmla="*/ 7 h 134"/>
              <a:gd name="T32" fmla="*/ 83 w 126"/>
              <a:gd name="T33" fmla="*/ 7 h 134"/>
              <a:gd name="T34" fmla="*/ 83 w 126"/>
              <a:gd name="T35" fmla="*/ 4 h 134"/>
              <a:gd name="T36" fmla="*/ 83 w 126"/>
              <a:gd name="T37" fmla="*/ 0 h 134"/>
              <a:gd name="T38" fmla="*/ 125 w 126"/>
              <a:gd name="T39" fmla="*/ 0 h 134"/>
              <a:gd name="T40" fmla="*/ 126 w 126"/>
              <a:gd name="T41" fmla="*/ 3 h 134"/>
              <a:gd name="T42" fmla="*/ 126 w 126"/>
              <a:gd name="T43" fmla="*/ 7 h 134"/>
              <a:gd name="T44" fmla="*/ 120 w 126"/>
              <a:gd name="T45" fmla="*/ 7 h 134"/>
              <a:gd name="T46" fmla="*/ 110 w 126"/>
              <a:gd name="T47" fmla="*/ 16 h 134"/>
              <a:gd name="T48" fmla="*/ 110 w 126"/>
              <a:gd name="T49" fmla="*/ 26 h 134"/>
              <a:gd name="T50" fmla="*/ 110 w 126"/>
              <a:gd name="T51" fmla="*/ 128 h 134"/>
              <a:gd name="T52" fmla="*/ 110 w 126"/>
              <a:gd name="T53" fmla="*/ 134 h 134"/>
              <a:gd name="T54" fmla="*/ 98 w 126"/>
              <a:gd name="T55" fmla="*/ 134 h 134"/>
              <a:gd name="T56" fmla="*/ 28 w 126"/>
              <a:gd name="T57" fmla="*/ 14 h 134"/>
              <a:gd name="T58" fmla="*/ 28 w 126"/>
              <a:gd name="T59" fmla="*/ 14 h 134"/>
              <a:gd name="T60" fmla="*/ 27 w 126"/>
              <a:gd name="T61" fmla="*/ 17 h 134"/>
              <a:gd name="T62" fmla="*/ 27 w 126"/>
              <a:gd name="T63" fmla="*/ 110 h 134"/>
              <a:gd name="T64" fmla="*/ 28 w 126"/>
              <a:gd name="T65" fmla="*/ 118 h 134"/>
              <a:gd name="T66" fmla="*/ 36 w 126"/>
              <a:gd name="T67" fmla="*/ 126 h 134"/>
              <a:gd name="T68" fmla="*/ 43 w 126"/>
              <a:gd name="T69" fmla="*/ 127 h 134"/>
              <a:gd name="T70" fmla="*/ 43 w 126"/>
              <a:gd name="T71" fmla="*/ 134 h 134"/>
            </a:gdLst>
            <a:rect l="0" t="0" r="r" b="b"/>
            <a:pathLst>
              <a:path w="126" h="134">
                <a:moveTo>
                  <a:pt x="43" y="134"/>
                </a:moveTo>
                <a:cubicBezTo>
                  <a:pt x="29" y="134"/>
                  <a:pt x="14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7"/>
                  <a:pt x="7" y="126"/>
                </a:cubicBezTo>
                <a:cubicBezTo>
                  <a:pt x="13" y="125"/>
                  <a:pt x="15" y="123"/>
                  <a:pt x="16" y="118"/>
                </a:cubicBezTo>
                <a:cubicBezTo>
                  <a:pt x="16" y="115"/>
                  <a:pt x="16" y="113"/>
                  <a:pt x="16" y="110"/>
                </a:cubicBezTo>
                <a:cubicBezTo>
                  <a:pt x="16" y="80"/>
                  <a:pt x="16" y="49"/>
                  <a:pt x="16" y="18"/>
                </a:cubicBezTo>
                <a:cubicBezTo>
                  <a:pt x="16" y="9"/>
                  <a:pt x="14" y="8"/>
                  <a:pt x="5" y="7"/>
                </a:cubicBezTo>
                <a:cubicBezTo>
                  <a:pt x="4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3" y="0"/>
                  <a:pt x="26" y="0"/>
                  <a:pt x="40" y="0"/>
                </a:cubicBezTo>
                <a:cubicBezTo>
                  <a:pt x="59" y="33"/>
                  <a:pt x="78" y="66"/>
                  <a:pt x="98" y="100"/>
                </a:cubicBezTo>
                <a:cubicBezTo>
                  <a:pt x="98" y="98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2"/>
                  <a:pt x="99" y="19"/>
                  <a:pt x="98" y="17"/>
                </a:cubicBezTo>
                <a:cubicBezTo>
                  <a:pt x="97" y="11"/>
                  <a:pt x="95" y="8"/>
                  <a:pt x="89" y="7"/>
                </a:cubicBezTo>
                <a:cubicBezTo>
                  <a:pt x="87" y="7"/>
                  <a:pt x="85" y="7"/>
                  <a:pt x="83" y="7"/>
                </a:cubicBezTo>
                <a:cubicBezTo>
                  <a:pt x="83" y="6"/>
                  <a:pt x="83" y="5"/>
                  <a:pt x="83" y="4"/>
                </a:cubicBezTo>
                <a:cubicBezTo>
                  <a:pt x="83" y="2"/>
                  <a:pt x="83" y="1"/>
                  <a:pt x="83" y="0"/>
                </a:cubicBezTo>
                <a:cubicBezTo>
                  <a:pt x="97" y="0"/>
                  <a:pt x="111" y="0"/>
                  <a:pt x="125" y="0"/>
                </a:cubicBezTo>
                <a:cubicBezTo>
                  <a:pt x="125" y="1"/>
                  <a:pt x="126" y="2"/>
                  <a:pt x="126" y="3"/>
                </a:cubicBezTo>
                <a:cubicBezTo>
                  <a:pt x="126" y="4"/>
                  <a:pt x="126" y="5"/>
                  <a:pt x="126" y="7"/>
                </a:cubicBezTo>
                <a:cubicBezTo>
                  <a:pt x="124" y="7"/>
                  <a:pt x="122" y="7"/>
                  <a:pt x="120" y="7"/>
                </a:cubicBezTo>
                <a:cubicBezTo>
                  <a:pt x="114" y="8"/>
                  <a:pt x="111" y="11"/>
                  <a:pt x="110" y="16"/>
                </a:cubicBezTo>
                <a:cubicBezTo>
                  <a:pt x="110" y="20"/>
                  <a:pt x="110" y="23"/>
                  <a:pt x="110" y="26"/>
                </a:cubicBezTo>
                <a:cubicBezTo>
                  <a:pt x="110" y="60"/>
                  <a:pt x="110" y="94"/>
                  <a:pt x="110" y="128"/>
                </a:cubicBezTo>
                <a:cubicBezTo>
                  <a:pt x="110" y="130"/>
                  <a:pt x="110" y="132"/>
                  <a:pt x="110" y="134"/>
                </a:cubicBezTo>
                <a:cubicBezTo>
                  <a:pt x="106" y="134"/>
                  <a:pt x="102" y="134"/>
                  <a:pt x="98" y="134"/>
                </a:cubicBezTo>
                <a:cubicBezTo>
                  <a:pt x="75" y="94"/>
                  <a:pt x="52" y="54"/>
                  <a:pt x="28" y="14"/>
                </a:cubicBezTo>
                <a:cubicBezTo>
                  <a:pt x="28" y="14"/>
                  <a:pt x="28" y="14"/>
                  <a:pt x="28" y="14"/>
                </a:cubicBezTo>
                <a:cubicBezTo>
                  <a:pt x="27" y="15"/>
                  <a:pt x="27" y="16"/>
                  <a:pt x="27" y="17"/>
                </a:cubicBezTo>
                <a:cubicBezTo>
                  <a:pt x="27" y="48"/>
                  <a:pt x="27" y="79"/>
                  <a:pt x="27" y="110"/>
                </a:cubicBezTo>
                <a:cubicBezTo>
                  <a:pt x="27" y="113"/>
                  <a:pt x="27" y="116"/>
                  <a:pt x="28" y="118"/>
                </a:cubicBezTo>
                <a:cubicBezTo>
                  <a:pt x="29" y="123"/>
                  <a:pt x="31" y="125"/>
                  <a:pt x="36" y="126"/>
                </a:cubicBezTo>
                <a:cubicBezTo>
                  <a:pt x="38" y="126"/>
                  <a:pt x="41" y="127"/>
                  <a:pt x="43" y="127"/>
                </a:cubicBezTo>
                <a:cubicBezTo>
                  <a:pt x="43" y="129"/>
                  <a:pt x="43" y="132"/>
                  <a:pt x="43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6" name="Freeform 23">
            <a:extLst xmlns:a="http://schemas.openxmlformats.org/drawingml/2006/main">
              <a:ext uri="{FF2B5EF4-FFF2-40B4-BE49-F238E27FC236}">
                <a16:creationId xmlns:a16="http://schemas.microsoft.com/office/drawing/2014/main" id="{C6A88681-2FD1-4A96-9F2C-180836FCD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2943" y="686906"/>
            <a:ext cx="70710" cy="72991"/>
          </a:xfrm>
          <a:custGeom xmlns:a="http://schemas.openxmlformats.org/drawingml/2006/main">
            <a:gdLst>
              <a:gd name="T0" fmla="*/ 87 w 139"/>
              <a:gd name="T1" fmla="*/ 79 h 144"/>
              <a:gd name="T2" fmla="*/ 87 w 139"/>
              <a:gd name="T3" fmla="*/ 71 h 144"/>
              <a:gd name="T4" fmla="*/ 139 w 139"/>
              <a:gd name="T5" fmla="*/ 71 h 144"/>
              <a:gd name="T6" fmla="*/ 139 w 139"/>
              <a:gd name="T7" fmla="*/ 79 h 144"/>
              <a:gd name="T8" fmla="*/ 133 w 139"/>
              <a:gd name="T9" fmla="*/ 79 h 144"/>
              <a:gd name="T10" fmla="*/ 124 w 139"/>
              <a:gd name="T11" fmla="*/ 88 h 144"/>
              <a:gd name="T12" fmla="*/ 124 w 139"/>
              <a:gd name="T13" fmla="*/ 95 h 144"/>
              <a:gd name="T14" fmla="*/ 124 w 139"/>
              <a:gd name="T15" fmla="*/ 134 h 144"/>
              <a:gd name="T16" fmla="*/ 124 w 139"/>
              <a:gd name="T17" fmla="*/ 139 h 144"/>
              <a:gd name="T18" fmla="*/ 115 w 139"/>
              <a:gd name="T19" fmla="*/ 139 h 144"/>
              <a:gd name="T20" fmla="*/ 110 w 139"/>
              <a:gd name="T21" fmla="*/ 128 h 144"/>
              <a:gd name="T22" fmla="*/ 105 w 139"/>
              <a:gd name="T23" fmla="*/ 131 h 144"/>
              <a:gd name="T24" fmla="*/ 56 w 139"/>
              <a:gd name="T25" fmla="*/ 141 h 144"/>
              <a:gd name="T26" fmla="*/ 10 w 139"/>
              <a:gd name="T27" fmla="*/ 103 h 144"/>
              <a:gd name="T28" fmla="*/ 15 w 139"/>
              <a:gd name="T29" fmla="*/ 33 h 144"/>
              <a:gd name="T30" fmla="*/ 56 w 139"/>
              <a:gd name="T31" fmla="*/ 3 h 144"/>
              <a:gd name="T32" fmla="*/ 99 w 139"/>
              <a:gd name="T33" fmla="*/ 11 h 144"/>
              <a:gd name="T34" fmla="*/ 102 w 139"/>
              <a:gd name="T35" fmla="*/ 13 h 144"/>
              <a:gd name="T36" fmla="*/ 105 w 139"/>
              <a:gd name="T37" fmla="*/ 5 h 144"/>
              <a:gd name="T38" fmla="*/ 112 w 139"/>
              <a:gd name="T39" fmla="*/ 5 h 144"/>
              <a:gd name="T40" fmla="*/ 122 w 139"/>
              <a:gd name="T41" fmla="*/ 46 h 144"/>
              <a:gd name="T42" fmla="*/ 114 w 139"/>
              <a:gd name="T43" fmla="*/ 49 h 144"/>
              <a:gd name="T44" fmla="*/ 112 w 139"/>
              <a:gd name="T45" fmla="*/ 44 h 144"/>
              <a:gd name="T46" fmla="*/ 100 w 139"/>
              <a:gd name="T47" fmla="*/ 25 h 144"/>
              <a:gd name="T48" fmla="*/ 42 w 139"/>
              <a:gd name="T49" fmla="*/ 23 h 144"/>
              <a:gd name="T50" fmla="*/ 24 w 139"/>
              <a:gd name="T51" fmla="*/ 62 h 144"/>
              <a:gd name="T52" fmla="*/ 34 w 139"/>
              <a:gd name="T53" fmla="*/ 109 h 144"/>
              <a:gd name="T54" fmla="*/ 77 w 139"/>
              <a:gd name="T55" fmla="*/ 131 h 144"/>
              <a:gd name="T56" fmla="*/ 101 w 139"/>
              <a:gd name="T57" fmla="*/ 120 h 144"/>
              <a:gd name="T58" fmla="*/ 106 w 139"/>
              <a:gd name="T59" fmla="*/ 109 h 144"/>
              <a:gd name="T60" fmla="*/ 106 w 139"/>
              <a:gd name="T61" fmla="*/ 90 h 144"/>
              <a:gd name="T62" fmla="*/ 96 w 139"/>
              <a:gd name="T63" fmla="*/ 79 h 144"/>
              <a:gd name="T64" fmla="*/ 87 w 139"/>
              <a:gd name="T65" fmla="*/ 79 h 144"/>
            </a:gdLst>
            <a:rect l="0" t="0" r="r" b="b"/>
            <a:pathLst>
              <a:path w="139" h="144">
                <a:moveTo>
                  <a:pt x="87" y="79"/>
                </a:moveTo>
                <a:cubicBezTo>
                  <a:pt x="87" y="76"/>
                  <a:pt x="87" y="74"/>
                  <a:pt x="87" y="71"/>
                </a:cubicBezTo>
                <a:cubicBezTo>
                  <a:pt x="105" y="71"/>
                  <a:pt x="122" y="71"/>
                  <a:pt x="139" y="71"/>
                </a:cubicBezTo>
                <a:cubicBezTo>
                  <a:pt x="139" y="74"/>
                  <a:pt x="139" y="76"/>
                  <a:pt x="139" y="79"/>
                </a:cubicBezTo>
                <a:cubicBezTo>
                  <a:pt x="137" y="79"/>
                  <a:pt x="135" y="79"/>
                  <a:pt x="133" y="79"/>
                </a:cubicBezTo>
                <a:cubicBezTo>
                  <a:pt x="127" y="79"/>
                  <a:pt x="125" y="81"/>
                  <a:pt x="124" y="88"/>
                </a:cubicBezTo>
                <a:cubicBezTo>
                  <a:pt x="124" y="90"/>
                  <a:pt x="124" y="93"/>
                  <a:pt x="124" y="95"/>
                </a:cubicBezTo>
                <a:cubicBezTo>
                  <a:pt x="124" y="108"/>
                  <a:pt x="124" y="121"/>
                  <a:pt x="124" y="134"/>
                </a:cubicBezTo>
                <a:cubicBezTo>
                  <a:pt x="124" y="135"/>
                  <a:pt x="124" y="137"/>
                  <a:pt x="124" y="139"/>
                </a:cubicBezTo>
                <a:cubicBezTo>
                  <a:pt x="121" y="139"/>
                  <a:pt x="118" y="139"/>
                  <a:pt x="115" y="139"/>
                </a:cubicBezTo>
                <a:cubicBezTo>
                  <a:pt x="113" y="136"/>
                  <a:pt x="112" y="132"/>
                  <a:pt x="110" y="128"/>
                </a:cubicBezTo>
                <a:cubicBezTo>
                  <a:pt x="108" y="129"/>
                  <a:pt x="107" y="130"/>
                  <a:pt x="105" y="131"/>
                </a:cubicBezTo>
                <a:cubicBezTo>
                  <a:pt x="90" y="140"/>
                  <a:pt x="74" y="144"/>
                  <a:pt x="56" y="141"/>
                </a:cubicBezTo>
                <a:cubicBezTo>
                  <a:pt x="34" y="137"/>
                  <a:pt x="18" y="124"/>
                  <a:pt x="10" y="103"/>
                </a:cubicBezTo>
                <a:cubicBezTo>
                  <a:pt x="0" y="79"/>
                  <a:pt x="1" y="55"/>
                  <a:pt x="15" y="33"/>
                </a:cubicBezTo>
                <a:cubicBezTo>
                  <a:pt x="24" y="17"/>
                  <a:pt x="38" y="6"/>
                  <a:pt x="56" y="3"/>
                </a:cubicBezTo>
                <a:cubicBezTo>
                  <a:pt x="71" y="0"/>
                  <a:pt x="86" y="2"/>
                  <a:pt x="99" y="11"/>
                </a:cubicBezTo>
                <a:cubicBezTo>
                  <a:pt x="100" y="12"/>
                  <a:pt x="101" y="12"/>
                  <a:pt x="102" y="13"/>
                </a:cubicBezTo>
                <a:cubicBezTo>
                  <a:pt x="103" y="10"/>
                  <a:pt x="104" y="7"/>
                  <a:pt x="105" y="5"/>
                </a:cubicBezTo>
                <a:cubicBezTo>
                  <a:pt x="107" y="5"/>
                  <a:pt x="109" y="5"/>
                  <a:pt x="112" y="5"/>
                </a:cubicBezTo>
                <a:cubicBezTo>
                  <a:pt x="115" y="18"/>
                  <a:pt x="119" y="32"/>
                  <a:pt x="122" y="46"/>
                </a:cubicBezTo>
                <a:cubicBezTo>
                  <a:pt x="120" y="47"/>
                  <a:pt x="117" y="48"/>
                  <a:pt x="114" y="49"/>
                </a:cubicBezTo>
                <a:cubicBezTo>
                  <a:pt x="114" y="47"/>
                  <a:pt x="113" y="45"/>
                  <a:pt x="112" y="44"/>
                </a:cubicBezTo>
                <a:cubicBezTo>
                  <a:pt x="109" y="37"/>
                  <a:pt x="105" y="30"/>
                  <a:pt x="100" y="25"/>
                </a:cubicBezTo>
                <a:cubicBezTo>
                  <a:pt x="84" y="8"/>
                  <a:pt x="59" y="7"/>
                  <a:pt x="42" y="23"/>
                </a:cubicBezTo>
                <a:cubicBezTo>
                  <a:pt x="31" y="34"/>
                  <a:pt x="25" y="47"/>
                  <a:pt x="24" y="62"/>
                </a:cubicBezTo>
                <a:cubicBezTo>
                  <a:pt x="22" y="79"/>
                  <a:pt x="25" y="95"/>
                  <a:pt x="34" y="109"/>
                </a:cubicBezTo>
                <a:cubicBezTo>
                  <a:pt x="44" y="125"/>
                  <a:pt x="59" y="132"/>
                  <a:pt x="77" y="131"/>
                </a:cubicBezTo>
                <a:cubicBezTo>
                  <a:pt x="86" y="130"/>
                  <a:pt x="94" y="127"/>
                  <a:pt x="101" y="120"/>
                </a:cubicBezTo>
                <a:cubicBezTo>
                  <a:pt x="104" y="117"/>
                  <a:pt x="106" y="114"/>
                  <a:pt x="106" y="109"/>
                </a:cubicBezTo>
                <a:cubicBezTo>
                  <a:pt x="106" y="103"/>
                  <a:pt x="107" y="96"/>
                  <a:pt x="106" y="90"/>
                </a:cubicBezTo>
                <a:cubicBezTo>
                  <a:pt x="106" y="82"/>
                  <a:pt x="104" y="81"/>
                  <a:pt x="96" y="79"/>
                </a:cubicBezTo>
                <a:cubicBezTo>
                  <a:pt x="94" y="79"/>
                  <a:pt x="91" y="79"/>
                  <a:pt x="87" y="79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7" name="Freeform 25">
            <a:extLst xmlns:a="http://schemas.openxmlformats.org/drawingml/2006/main">
              <a:ext uri="{FF2B5EF4-FFF2-40B4-BE49-F238E27FC236}">
                <a16:creationId xmlns:a16="http://schemas.microsoft.com/office/drawing/2014/main" id="{D0F06461-1D3B-4EB3-9310-EF68BDDBB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081" y="688046"/>
            <a:ext cx="57594" cy="70710"/>
          </a:xfrm>
          <a:custGeom xmlns:a="http://schemas.openxmlformats.org/drawingml/2006/main">
            <a:gdLst>
              <a:gd name="T0" fmla="*/ 103 w 113"/>
              <a:gd name="T1" fmla="*/ 44 h 140"/>
              <a:gd name="T2" fmla="*/ 95 w 113"/>
              <a:gd name="T3" fmla="*/ 46 h 140"/>
              <a:gd name="T4" fmla="*/ 92 w 113"/>
              <a:gd name="T5" fmla="*/ 41 h 140"/>
              <a:gd name="T6" fmla="*/ 72 w 113"/>
              <a:gd name="T7" fmla="*/ 18 h 140"/>
              <a:gd name="T8" fmla="*/ 38 w 113"/>
              <a:gd name="T9" fmla="*/ 12 h 140"/>
              <a:gd name="T10" fmla="*/ 25 w 113"/>
              <a:gd name="T11" fmla="*/ 19 h 140"/>
              <a:gd name="T12" fmla="*/ 26 w 113"/>
              <a:gd name="T13" fmla="*/ 44 h 140"/>
              <a:gd name="T14" fmla="*/ 42 w 113"/>
              <a:gd name="T15" fmla="*/ 53 h 140"/>
              <a:gd name="T16" fmla="*/ 70 w 113"/>
              <a:gd name="T17" fmla="*/ 62 h 140"/>
              <a:gd name="T18" fmla="*/ 90 w 113"/>
              <a:gd name="T19" fmla="*/ 70 h 140"/>
              <a:gd name="T20" fmla="*/ 97 w 113"/>
              <a:gd name="T21" fmla="*/ 125 h 140"/>
              <a:gd name="T22" fmla="*/ 56 w 113"/>
              <a:gd name="T23" fmla="*/ 140 h 140"/>
              <a:gd name="T24" fmla="*/ 25 w 113"/>
              <a:gd name="T25" fmla="*/ 128 h 140"/>
              <a:gd name="T26" fmla="*/ 21 w 113"/>
              <a:gd name="T27" fmla="*/ 125 h 140"/>
              <a:gd name="T28" fmla="*/ 16 w 113"/>
              <a:gd name="T29" fmla="*/ 137 h 140"/>
              <a:gd name="T30" fmla="*/ 10 w 113"/>
              <a:gd name="T31" fmla="*/ 137 h 140"/>
              <a:gd name="T32" fmla="*/ 1 w 113"/>
              <a:gd name="T33" fmla="*/ 89 h 140"/>
              <a:gd name="T34" fmla="*/ 10 w 113"/>
              <a:gd name="T35" fmla="*/ 87 h 140"/>
              <a:gd name="T36" fmla="*/ 13 w 113"/>
              <a:gd name="T37" fmla="*/ 95 h 140"/>
              <a:gd name="T38" fmla="*/ 36 w 113"/>
              <a:gd name="T39" fmla="*/ 122 h 140"/>
              <a:gd name="T40" fmla="*/ 69 w 113"/>
              <a:gd name="T41" fmla="*/ 128 h 140"/>
              <a:gd name="T42" fmla="*/ 85 w 113"/>
              <a:gd name="T43" fmla="*/ 119 h 140"/>
              <a:gd name="T44" fmla="*/ 81 w 113"/>
              <a:gd name="T45" fmla="*/ 86 h 140"/>
              <a:gd name="T46" fmla="*/ 63 w 113"/>
              <a:gd name="T47" fmla="*/ 79 h 140"/>
              <a:gd name="T48" fmla="*/ 38 w 113"/>
              <a:gd name="T49" fmla="*/ 71 h 140"/>
              <a:gd name="T50" fmla="*/ 19 w 113"/>
              <a:gd name="T51" fmla="*/ 62 h 140"/>
              <a:gd name="T52" fmla="*/ 15 w 113"/>
              <a:gd name="T53" fmla="*/ 13 h 140"/>
              <a:gd name="T54" fmla="*/ 51 w 113"/>
              <a:gd name="T55" fmla="*/ 0 h 140"/>
              <a:gd name="T56" fmla="*/ 81 w 113"/>
              <a:gd name="T57" fmla="*/ 10 h 140"/>
              <a:gd name="T58" fmla="*/ 82 w 113"/>
              <a:gd name="T59" fmla="*/ 11 h 140"/>
              <a:gd name="T60" fmla="*/ 83 w 113"/>
              <a:gd name="T61" fmla="*/ 11 h 140"/>
              <a:gd name="T62" fmla="*/ 87 w 113"/>
              <a:gd name="T63" fmla="*/ 2 h 140"/>
              <a:gd name="T64" fmla="*/ 93 w 113"/>
              <a:gd name="T65" fmla="*/ 2 h 140"/>
              <a:gd name="T66" fmla="*/ 103 w 113"/>
              <a:gd name="T67" fmla="*/ 44 h 140"/>
            </a:gdLst>
            <a:rect l="0" t="0" r="r" b="b"/>
            <a:pathLst>
              <a:path w="113" h="140">
                <a:moveTo>
                  <a:pt x="103" y="44"/>
                </a:moveTo>
                <a:cubicBezTo>
                  <a:pt x="100" y="45"/>
                  <a:pt x="98" y="45"/>
                  <a:pt x="95" y="46"/>
                </a:cubicBezTo>
                <a:cubicBezTo>
                  <a:pt x="94" y="44"/>
                  <a:pt x="93" y="43"/>
                  <a:pt x="92" y="41"/>
                </a:cubicBezTo>
                <a:cubicBezTo>
                  <a:pt x="87" y="32"/>
                  <a:pt x="81" y="24"/>
                  <a:pt x="72" y="18"/>
                </a:cubicBezTo>
                <a:cubicBezTo>
                  <a:pt x="61" y="11"/>
                  <a:pt x="50" y="9"/>
                  <a:pt x="38" y="12"/>
                </a:cubicBezTo>
                <a:cubicBezTo>
                  <a:pt x="33" y="13"/>
                  <a:pt x="28" y="16"/>
                  <a:pt x="25" y="19"/>
                </a:cubicBezTo>
                <a:cubicBezTo>
                  <a:pt x="18" y="27"/>
                  <a:pt x="19" y="38"/>
                  <a:pt x="26" y="44"/>
                </a:cubicBezTo>
                <a:cubicBezTo>
                  <a:pt x="31" y="49"/>
                  <a:pt x="36" y="51"/>
                  <a:pt x="42" y="53"/>
                </a:cubicBezTo>
                <a:cubicBezTo>
                  <a:pt x="51" y="56"/>
                  <a:pt x="61" y="59"/>
                  <a:pt x="70" y="62"/>
                </a:cubicBezTo>
                <a:cubicBezTo>
                  <a:pt x="77" y="64"/>
                  <a:pt x="84" y="67"/>
                  <a:pt x="90" y="70"/>
                </a:cubicBezTo>
                <a:cubicBezTo>
                  <a:pt x="113" y="83"/>
                  <a:pt x="112" y="111"/>
                  <a:pt x="97" y="125"/>
                </a:cubicBezTo>
                <a:cubicBezTo>
                  <a:pt x="85" y="137"/>
                  <a:pt x="71" y="140"/>
                  <a:pt x="56" y="140"/>
                </a:cubicBezTo>
                <a:cubicBezTo>
                  <a:pt x="44" y="139"/>
                  <a:pt x="34" y="135"/>
                  <a:pt x="25" y="128"/>
                </a:cubicBezTo>
                <a:cubicBezTo>
                  <a:pt x="24" y="127"/>
                  <a:pt x="23" y="126"/>
                  <a:pt x="21" y="125"/>
                </a:cubicBezTo>
                <a:cubicBezTo>
                  <a:pt x="19" y="129"/>
                  <a:pt x="18" y="133"/>
                  <a:pt x="16" y="137"/>
                </a:cubicBezTo>
                <a:cubicBezTo>
                  <a:pt x="14" y="137"/>
                  <a:pt x="12" y="137"/>
                  <a:pt x="10" y="137"/>
                </a:cubicBezTo>
                <a:cubicBezTo>
                  <a:pt x="7" y="121"/>
                  <a:pt x="4" y="105"/>
                  <a:pt x="1" y="89"/>
                </a:cubicBezTo>
                <a:cubicBezTo>
                  <a:pt x="4" y="88"/>
                  <a:pt x="7" y="88"/>
                  <a:pt x="10" y="87"/>
                </a:cubicBezTo>
                <a:cubicBezTo>
                  <a:pt x="11" y="90"/>
                  <a:pt x="12" y="93"/>
                  <a:pt x="13" y="95"/>
                </a:cubicBezTo>
                <a:cubicBezTo>
                  <a:pt x="18" y="106"/>
                  <a:pt x="26" y="116"/>
                  <a:pt x="36" y="122"/>
                </a:cubicBezTo>
                <a:cubicBezTo>
                  <a:pt x="46" y="129"/>
                  <a:pt x="57" y="131"/>
                  <a:pt x="69" y="128"/>
                </a:cubicBezTo>
                <a:cubicBezTo>
                  <a:pt x="75" y="127"/>
                  <a:pt x="80" y="123"/>
                  <a:pt x="85" y="119"/>
                </a:cubicBezTo>
                <a:cubicBezTo>
                  <a:pt x="94" y="110"/>
                  <a:pt x="94" y="93"/>
                  <a:pt x="81" y="86"/>
                </a:cubicBezTo>
                <a:cubicBezTo>
                  <a:pt x="75" y="83"/>
                  <a:pt x="69" y="81"/>
                  <a:pt x="63" y="79"/>
                </a:cubicBezTo>
                <a:cubicBezTo>
                  <a:pt x="55" y="76"/>
                  <a:pt x="46" y="74"/>
                  <a:pt x="38" y="71"/>
                </a:cubicBezTo>
                <a:cubicBezTo>
                  <a:pt x="31" y="69"/>
                  <a:pt x="25" y="66"/>
                  <a:pt x="19" y="62"/>
                </a:cubicBezTo>
                <a:cubicBezTo>
                  <a:pt x="1" y="51"/>
                  <a:pt x="0" y="27"/>
                  <a:pt x="15" y="13"/>
                </a:cubicBezTo>
                <a:cubicBezTo>
                  <a:pt x="25" y="3"/>
                  <a:pt x="37" y="0"/>
                  <a:pt x="51" y="0"/>
                </a:cubicBezTo>
                <a:cubicBezTo>
                  <a:pt x="62" y="0"/>
                  <a:pt x="72" y="3"/>
                  <a:pt x="81" y="10"/>
                </a:cubicBezTo>
                <a:cubicBezTo>
                  <a:pt x="81" y="10"/>
                  <a:pt x="81" y="11"/>
                  <a:pt x="82" y="11"/>
                </a:cubicBezTo>
                <a:cubicBezTo>
                  <a:pt x="82" y="11"/>
                  <a:pt x="82" y="11"/>
                  <a:pt x="83" y="11"/>
                </a:cubicBezTo>
                <a:cubicBezTo>
                  <a:pt x="84" y="8"/>
                  <a:pt x="85" y="5"/>
                  <a:pt x="87" y="2"/>
                </a:cubicBezTo>
                <a:cubicBezTo>
                  <a:pt x="89" y="2"/>
                  <a:pt x="91" y="2"/>
                  <a:pt x="93" y="2"/>
                </a:cubicBezTo>
                <a:cubicBezTo>
                  <a:pt x="96" y="16"/>
                  <a:pt x="100" y="30"/>
                  <a:pt x="103" y="4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8" name="Freeform 27">
            <a:extLst xmlns:a="http://schemas.openxmlformats.org/drawingml/2006/main">
              <a:ext uri="{FF2B5EF4-FFF2-40B4-BE49-F238E27FC236}">
                <a16:creationId xmlns:a16="http://schemas.microsoft.com/office/drawing/2014/main" id="{FA580EB9-035E-41D6-A5A6-E2ABE73DC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5846" y="688617"/>
            <a:ext cx="57594" cy="68429"/>
          </a:xfrm>
          <a:custGeom xmlns:a="http://schemas.openxmlformats.org/drawingml/2006/main">
            <a:gdLst>
              <a:gd name="T0" fmla="*/ 33 w 113"/>
              <a:gd name="T1" fmla="*/ 78 h 135"/>
              <a:gd name="T2" fmla="*/ 33 w 113"/>
              <a:gd name="T3" fmla="*/ 82 h 135"/>
              <a:gd name="T4" fmla="*/ 33 w 113"/>
              <a:gd name="T5" fmla="*/ 114 h 135"/>
              <a:gd name="T6" fmla="*/ 33 w 113"/>
              <a:gd name="T7" fmla="*/ 118 h 135"/>
              <a:gd name="T8" fmla="*/ 43 w 113"/>
              <a:gd name="T9" fmla="*/ 128 h 135"/>
              <a:gd name="T10" fmla="*/ 49 w 113"/>
              <a:gd name="T11" fmla="*/ 128 h 135"/>
              <a:gd name="T12" fmla="*/ 49 w 113"/>
              <a:gd name="T13" fmla="*/ 135 h 135"/>
              <a:gd name="T14" fmla="*/ 0 w 113"/>
              <a:gd name="T15" fmla="*/ 135 h 135"/>
              <a:gd name="T16" fmla="*/ 0 w 113"/>
              <a:gd name="T17" fmla="*/ 128 h 135"/>
              <a:gd name="T18" fmla="*/ 8 w 113"/>
              <a:gd name="T19" fmla="*/ 127 h 135"/>
              <a:gd name="T20" fmla="*/ 15 w 113"/>
              <a:gd name="T21" fmla="*/ 120 h 135"/>
              <a:gd name="T22" fmla="*/ 15 w 113"/>
              <a:gd name="T23" fmla="*/ 114 h 135"/>
              <a:gd name="T24" fmla="*/ 15 w 113"/>
              <a:gd name="T25" fmla="*/ 21 h 135"/>
              <a:gd name="T26" fmla="*/ 15 w 113"/>
              <a:gd name="T27" fmla="*/ 14 h 135"/>
              <a:gd name="T28" fmla="*/ 9 w 113"/>
              <a:gd name="T29" fmla="*/ 9 h 135"/>
              <a:gd name="T30" fmla="*/ 0 w 113"/>
              <a:gd name="T31" fmla="*/ 8 h 135"/>
              <a:gd name="T32" fmla="*/ 0 w 113"/>
              <a:gd name="T33" fmla="*/ 1 h 135"/>
              <a:gd name="T34" fmla="*/ 4 w 113"/>
              <a:gd name="T35" fmla="*/ 0 h 135"/>
              <a:gd name="T36" fmla="*/ 56 w 113"/>
              <a:gd name="T37" fmla="*/ 0 h 135"/>
              <a:gd name="T38" fmla="*/ 73 w 113"/>
              <a:gd name="T39" fmla="*/ 1 h 135"/>
              <a:gd name="T40" fmla="*/ 106 w 113"/>
              <a:gd name="T41" fmla="*/ 50 h 135"/>
              <a:gd name="T42" fmla="*/ 78 w 113"/>
              <a:gd name="T43" fmla="*/ 76 h 135"/>
              <a:gd name="T44" fmla="*/ 55 w 113"/>
              <a:gd name="T45" fmla="*/ 78 h 135"/>
              <a:gd name="T46" fmla="*/ 33 w 113"/>
              <a:gd name="T47" fmla="*/ 78 h 135"/>
              <a:gd name="T48" fmla="*/ 33 w 113"/>
              <a:gd name="T49" fmla="*/ 68 h 135"/>
              <a:gd name="T50" fmla="*/ 67 w 113"/>
              <a:gd name="T51" fmla="*/ 67 h 135"/>
              <a:gd name="T52" fmla="*/ 85 w 113"/>
              <a:gd name="T53" fmla="*/ 52 h 135"/>
              <a:gd name="T54" fmla="*/ 87 w 113"/>
              <a:gd name="T55" fmla="*/ 29 h 135"/>
              <a:gd name="T56" fmla="*/ 66 w 113"/>
              <a:gd name="T57" fmla="*/ 11 h 135"/>
              <a:gd name="T58" fmla="*/ 34 w 113"/>
              <a:gd name="T59" fmla="*/ 11 h 135"/>
              <a:gd name="T60" fmla="*/ 33 w 113"/>
              <a:gd name="T61" fmla="*/ 11 h 135"/>
              <a:gd name="T62" fmla="*/ 33 w 113"/>
              <a:gd name="T63" fmla="*/ 68 h 135"/>
            </a:gdLst>
            <a:rect l="0" t="0" r="r" b="b"/>
            <a:pathLst>
              <a:path w="113" h="135">
                <a:moveTo>
                  <a:pt x="33" y="78"/>
                </a:moveTo>
                <a:cubicBezTo>
                  <a:pt x="33" y="80"/>
                  <a:pt x="33" y="81"/>
                  <a:pt x="33" y="82"/>
                </a:cubicBezTo>
                <a:cubicBezTo>
                  <a:pt x="33" y="93"/>
                  <a:pt x="33" y="103"/>
                  <a:pt x="33" y="114"/>
                </a:cubicBezTo>
                <a:cubicBezTo>
                  <a:pt x="33" y="115"/>
                  <a:pt x="33" y="117"/>
                  <a:pt x="33" y="118"/>
                </a:cubicBezTo>
                <a:cubicBezTo>
                  <a:pt x="34" y="125"/>
                  <a:pt x="35" y="127"/>
                  <a:pt x="43" y="128"/>
                </a:cubicBezTo>
                <a:cubicBezTo>
                  <a:pt x="45" y="128"/>
                  <a:pt x="47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6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8" y="127"/>
                </a:cubicBezTo>
                <a:cubicBezTo>
                  <a:pt x="13" y="126"/>
                  <a:pt x="14" y="125"/>
                  <a:pt x="15" y="120"/>
                </a:cubicBezTo>
                <a:cubicBezTo>
                  <a:pt x="15" y="118"/>
                  <a:pt x="15" y="116"/>
                  <a:pt x="15" y="114"/>
                </a:cubicBezTo>
                <a:cubicBezTo>
                  <a:pt x="16" y="83"/>
                  <a:pt x="16" y="52"/>
                  <a:pt x="15" y="21"/>
                </a:cubicBezTo>
                <a:cubicBezTo>
                  <a:pt x="15" y="19"/>
                  <a:pt x="15" y="16"/>
                  <a:pt x="15" y="14"/>
                </a:cubicBezTo>
                <a:cubicBezTo>
                  <a:pt x="14" y="11"/>
                  <a:pt x="12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1" y="0"/>
                  <a:pt x="3" y="0"/>
                  <a:pt x="4" y="0"/>
                </a:cubicBezTo>
                <a:cubicBezTo>
                  <a:pt x="21" y="0"/>
                  <a:pt x="39" y="0"/>
                  <a:pt x="56" y="0"/>
                </a:cubicBezTo>
                <a:cubicBezTo>
                  <a:pt x="62" y="0"/>
                  <a:pt x="68" y="1"/>
                  <a:pt x="73" y="1"/>
                </a:cubicBezTo>
                <a:cubicBezTo>
                  <a:pt x="98" y="4"/>
                  <a:pt x="113" y="26"/>
                  <a:pt x="106" y="50"/>
                </a:cubicBezTo>
                <a:cubicBezTo>
                  <a:pt x="102" y="64"/>
                  <a:pt x="93" y="73"/>
                  <a:pt x="78" y="76"/>
                </a:cubicBezTo>
                <a:cubicBezTo>
                  <a:pt x="70" y="77"/>
                  <a:pt x="63" y="77"/>
                  <a:pt x="55" y="78"/>
                </a:cubicBezTo>
                <a:cubicBezTo>
                  <a:pt x="48" y="78"/>
                  <a:pt x="41" y="78"/>
                  <a:pt x="33" y="78"/>
                </a:cubicBezTo>
                <a:close/>
                <a:moveTo>
                  <a:pt x="33" y="68"/>
                </a:moveTo>
                <a:cubicBezTo>
                  <a:pt x="45" y="67"/>
                  <a:pt x="56" y="68"/>
                  <a:pt x="67" y="67"/>
                </a:cubicBezTo>
                <a:cubicBezTo>
                  <a:pt x="76" y="66"/>
                  <a:pt x="82" y="60"/>
                  <a:pt x="85" y="52"/>
                </a:cubicBezTo>
                <a:cubicBezTo>
                  <a:pt x="89" y="45"/>
                  <a:pt x="89" y="37"/>
                  <a:pt x="87" y="29"/>
                </a:cubicBezTo>
                <a:cubicBezTo>
                  <a:pt x="84" y="19"/>
                  <a:pt x="78" y="12"/>
                  <a:pt x="66" y="11"/>
                </a:cubicBezTo>
                <a:cubicBezTo>
                  <a:pt x="56" y="11"/>
                  <a:pt x="45" y="11"/>
                  <a:pt x="34" y="11"/>
                </a:cubicBezTo>
                <a:cubicBezTo>
                  <a:pt x="34" y="11"/>
                  <a:pt x="34" y="11"/>
                  <a:pt x="33" y="11"/>
                </a:cubicBezTo>
                <a:cubicBezTo>
                  <a:pt x="33" y="30"/>
                  <a:pt x="33" y="48"/>
                  <a:pt x="33" y="6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89C3E984-2804-4DFC-B9CB-8AD140756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5017" y="689187"/>
            <a:ext cx="67859" cy="70140"/>
          </a:xfrm>
          <a:custGeom xmlns:a="http://schemas.openxmlformats.org/drawingml/2006/main">
            <a:gdLst>
              <a:gd name="T0" fmla="*/ 49 w 133"/>
              <a:gd name="T1" fmla="*/ 0 h 138"/>
              <a:gd name="T2" fmla="*/ 49 w 133"/>
              <a:gd name="T3" fmla="*/ 7 h 138"/>
              <a:gd name="T4" fmla="*/ 41 w 133"/>
              <a:gd name="T5" fmla="*/ 8 h 138"/>
              <a:gd name="T6" fmla="*/ 34 w 133"/>
              <a:gd name="T7" fmla="*/ 15 h 138"/>
              <a:gd name="T8" fmla="*/ 33 w 133"/>
              <a:gd name="T9" fmla="*/ 23 h 138"/>
              <a:gd name="T10" fmla="*/ 33 w 133"/>
              <a:gd name="T11" fmla="*/ 83 h 138"/>
              <a:gd name="T12" fmla="*/ 34 w 133"/>
              <a:gd name="T13" fmla="*/ 96 h 138"/>
              <a:gd name="T14" fmla="*/ 60 w 133"/>
              <a:gd name="T15" fmla="*/ 124 h 138"/>
              <a:gd name="T16" fmla="*/ 100 w 133"/>
              <a:gd name="T17" fmla="*/ 110 h 138"/>
              <a:gd name="T18" fmla="*/ 106 w 133"/>
              <a:gd name="T19" fmla="*/ 94 h 138"/>
              <a:gd name="T20" fmla="*/ 107 w 133"/>
              <a:gd name="T21" fmla="*/ 80 h 138"/>
              <a:gd name="T22" fmla="*/ 107 w 133"/>
              <a:gd name="T23" fmla="*/ 24 h 138"/>
              <a:gd name="T24" fmla="*/ 106 w 133"/>
              <a:gd name="T25" fmla="*/ 15 h 138"/>
              <a:gd name="T26" fmla="*/ 97 w 133"/>
              <a:gd name="T27" fmla="*/ 8 h 138"/>
              <a:gd name="T28" fmla="*/ 91 w 133"/>
              <a:gd name="T29" fmla="*/ 7 h 138"/>
              <a:gd name="T30" fmla="*/ 91 w 133"/>
              <a:gd name="T31" fmla="*/ 0 h 138"/>
              <a:gd name="T32" fmla="*/ 133 w 133"/>
              <a:gd name="T33" fmla="*/ 0 h 138"/>
              <a:gd name="T34" fmla="*/ 133 w 133"/>
              <a:gd name="T35" fmla="*/ 7 h 138"/>
              <a:gd name="T36" fmla="*/ 126 w 133"/>
              <a:gd name="T37" fmla="*/ 8 h 138"/>
              <a:gd name="T38" fmla="*/ 118 w 133"/>
              <a:gd name="T39" fmla="*/ 15 h 138"/>
              <a:gd name="T40" fmla="*/ 118 w 133"/>
              <a:gd name="T41" fmla="*/ 25 h 138"/>
              <a:gd name="T42" fmla="*/ 117 w 133"/>
              <a:gd name="T43" fmla="*/ 88 h 138"/>
              <a:gd name="T44" fmla="*/ 114 w 133"/>
              <a:gd name="T45" fmla="*/ 105 h 138"/>
              <a:gd name="T46" fmla="*/ 74 w 133"/>
              <a:gd name="T47" fmla="*/ 136 h 138"/>
              <a:gd name="T48" fmla="*/ 35 w 133"/>
              <a:gd name="T49" fmla="*/ 127 h 138"/>
              <a:gd name="T50" fmla="*/ 17 w 133"/>
              <a:gd name="T51" fmla="*/ 96 h 138"/>
              <a:gd name="T52" fmla="*/ 16 w 133"/>
              <a:gd name="T53" fmla="*/ 83 h 138"/>
              <a:gd name="T54" fmla="*/ 16 w 133"/>
              <a:gd name="T55" fmla="*/ 25 h 138"/>
              <a:gd name="T56" fmla="*/ 16 w 133"/>
              <a:gd name="T57" fmla="*/ 15 h 138"/>
              <a:gd name="T58" fmla="*/ 8 w 133"/>
              <a:gd name="T59" fmla="*/ 8 h 138"/>
              <a:gd name="T60" fmla="*/ 0 w 133"/>
              <a:gd name="T61" fmla="*/ 7 h 138"/>
              <a:gd name="T62" fmla="*/ 0 w 133"/>
              <a:gd name="T63" fmla="*/ 0 h 138"/>
              <a:gd name="T64" fmla="*/ 49 w 133"/>
              <a:gd name="T65" fmla="*/ 0 h 138"/>
            </a:gdLst>
            <a:rect l="0" t="0" r="r" b="b"/>
            <a:pathLst>
              <a:path w="133" h="138">
                <a:moveTo>
                  <a:pt x="49" y="0"/>
                </a:move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1" y="8"/>
                </a:cubicBezTo>
                <a:cubicBezTo>
                  <a:pt x="36" y="8"/>
                  <a:pt x="34" y="10"/>
                  <a:pt x="34" y="15"/>
                </a:cubicBezTo>
                <a:cubicBezTo>
                  <a:pt x="33" y="17"/>
                  <a:pt x="33" y="20"/>
                  <a:pt x="33" y="23"/>
                </a:cubicBezTo>
                <a:cubicBezTo>
                  <a:pt x="33" y="43"/>
                  <a:pt x="33" y="63"/>
                  <a:pt x="33" y="83"/>
                </a:cubicBezTo>
                <a:cubicBezTo>
                  <a:pt x="33" y="87"/>
                  <a:pt x="33" y="92"/>
                  <a:pt x="34" y="96"/>
                </a:cubicBezTo>
                <a:cubicBezTo>
                  <a:pt x="36" y="112"/>
                  <a:pt x="46" y="120"/>
                  <a:pt x="60" y="124"/>
                </a:cubicBezTo>
                <a:cubicBezTo>
                  <a:pt x="76" y="128"/>
                  <a:pt x="89" y="123"/>
                  <a:pt x="100" y="110"/>
                </a:cubicBezTo>
                <a:cubicBezTo>
                  <a:pt x="104" y="106"/>
                  <a:pt x="105" y="100"/>
                  <a:pt x="106" y="94"/>
                </a:cubicBezTo>
                <a:cubicBezTo>
                  <a:pt x="106" y="90"/>
                  <a:pt x="106" y="85"/>
                  <a:pt x="107" y="80"/>
                </a:cubicBezTo>
                <a:cubicBezTo>
                  <a:pt x="107" y="62"/>
                  <a:pt x="107" y="43"/>
                  <a:pt x="107" y="24"/>
                </a:cubicBezTo>
                <a:cubicBezTo>
                  <a:pt x="107" y="21"/>
                  <a:pt x="106" y="18"/>
                  <a:pt x="106" y="15"/>
                </a:cubicBezTo>
                <a:cubicBezTo>
                  <a:pt x="105" y="10"/>
                  <a:pt x="103" y="8"/>
                  <a:pt x="97" y="8"/>
                </a:cubicBezTo>
                <a:cubicBezTo>
                  <a:pt x="95" y="7"/>
                  <a:pt x="93" y="7"/>
                  <a:pt x="91" y="7"/>
                </a:cubicBezTo>
                <a:cubicBezTo>
                  <a:pt x="91" y="4"/>
                  <a:pt x="91" y="2"/>
                  <a:pt x="91" y="0"/>
                </a:cubicBezTo>
                <a:cubicBezTo>
                  <a:pt x="105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1" y="7"/>
                  <a:pt x="128" y="7"/>
                  <a:pt x="126" y="8"/>
                </a:cubicBezTo>
                <a:cubicBezTo>
                  <a:pt x="121" y="8"/>
                  <a:pt x="119" y="11"/>
                  <a:pt x="118" y="15"/>
                </a:cubicBezTo>
                <a:cubicBezTo>
                  <a:pt x="118" y="18"/>
                  <a:pt x="118" y="22"/>
                  <a:pt x="118" y="25"/>
                </a:cubicBezTo>
                <a:cubicBezTo>
                  <a:pt x="117" y="46"/>
                  <a:pt x="118" y="67"/>
                  <a:pt x="117" y="88"/>
                </a:cubicBezTo>
                <a:cubicBezTo>
                  <a:pt x="117" y="94"/>
                  <a:pt x="116" y="99"/>
                  <a:pt x="114" y="105"/>
                </a:cubicBezTo>
                <a:cubicBezTo>
                  <a:pt x="108" y="124"/>
                  <a:pt x="94" y="134"/>
                  <a:pt x="74" y="136"/>
                </a:cubicBezTo>
                <a:cubicBezTo>
                  <a:pt x="60" y="138"/>
                  <a:pt x="47" y="135"/>
                  <a:pt x="35" y="127"/>
                </a:cubicBezTo>
                <a:cubicBezTo>
                  <a:pt x="24" y="120"/>
                  <a:pt x="18" y="109"/>
                  <a:pt x="17" y="96"/>
                </a:cubicBezTo>
                <a:cubicBezTo>
                  <a:pt x="16" y="92"/>
                  <a:pt x="16" y="87"/>
                  <a:pt x="16" y="83"/>
                </a:cubicBezTo>
                <a:cubicBezTo>
                  <a:pt x="16" y="64"/>
                  <a:pt x="16" y="45"/>
                  <a:pt x="16" y="25"/>
                </a:cubicBezTo>
                <a:cubicBezTo>
                  <a:pt x="16" y="22"/>
                  <a:pt x="16" y="18"/>
                  <a:pt x="16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2EF85C24-4E09-46BC-A0CE-76262581A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371" y="689187"/>
            <a:ext cx="67288" cy="69569"/>
          </a:xfrm>
          <a:custGeom xmlns:a="http://schemas.openxmlformats.org/drawingml/2006/main">
            <a:gdLst>
              <a:gd name="T0" fmla="*/ 73 w 133"/>
              <a:gd name="T1" fmla="*/ 137 h 137"/>
              <a:gd name="T2" fmla="*/ 64 w 133"/>
              <a:gd name="T3" fmla="*/ 137 h 137"/>
              <a:gd name="T4" fmla="*/ 58 w 133"/>
              <a:gd name="T5" fmla="*/ 133 h 137"/>
              <a:gd name="T6" fmla="*/ 39 w 133"/>
              <a:gd name="T7" fmla="*/ 80 h 137"/>
              <a:gd name="T8" fmla="*/ 17 w 133"/>
              <a:gd name="T9" fmla="*/ 23 h 137"/>
              <a:gd name="T10" fmla="*/ 13 w 133"/>
              <a:gd name="T11" fmla="*/ 14 h 137"/>
              <a:gd name="T12" fmla="*/ 4 w 133"/>
              <a:gd name="T13" fmla="*/ 7 h 137"/>
              <a:gd name="T14" fmla="*/ 0 w 133"/>
              <a:gd name="T15" fmla="*/ 7 h 137"/>
              <a:gd name="T16" fmla="*/ 0 w 133"/>
              <a:gd name="T17" fmla="*/ 0 h 137"/>
              <a:gd name="T18" fmla="*/ 47 w 133"/>
              <a:gd name="T19" fmla="*/ 0 h 137"/>
              <a:gd name="T20" fmla="*/ 47 w 133"/>
              <a:gd name="T21" fmla="*/ 7 h 137"/>
              <a:gd name="T22" fmla="*/ 39 w 133"/>
              <a:gd name="T23" fmla="*/ 8 h 137"/>
              <a:gd name="T24" fmla="*/ 34 w 133"/>
              <a:gd name="T25" fmla="*/ 15 h 137"/>
              <a:gd name="T26" fmla="*/ 35 w 133"/>
              <a:gd name="T27" fmla="*/ 20 h 137"/>
              <a:gd name="T28" fmla="*/ 68 w 133"/>
              <a:gd name="T29" fmla="*/ 112 h 137"/>
              <a:gd name="T30" fmla="*/ 70 w 133"/>
              <a:gd name="T31" fmla="*/ 116 h 137"/>
              <a:gd name="T32" fmla="*/ 72 w 133"/>
              <a:gd name="T33" fmla="*/ 113 h 137"/>
              <a:gd name="T34" fmla="*/ 106 w 133"/>
              <a:gd name="T35" fmla="*/ 18 h 137"/>
              <a:gd name="T36" fmla="*/ 106 w 133"/>
              <a:gd name="T37" fmla="*/ 16 h 137"/>
              <a:gd name="T38" fmla="*/ 101 w 133"/>
              <a:gd name="T39" fmla="*/ 7 h 137"/>
              <a:gd name="T40" fmla="*/ 94 w 133"/>
              <a:gd name="T41" fmla="*/ 7 h 137"/>
              <a:gd name="T42" fmla="*/ 94 w 133"/>
              <a:gd name="T43" fmla="*/ 0 h 137"/>
              <a:gd name="T44" fmla="*/ 133 w 133"/>
              <a:gd name="T45" fmla="*/ 0 h 137"/>
              <a:gd name="T46" fmla="*/ 133 w 133"/>
              <a:gd name="T47" fmla="*/ 7 h 137"/>
              <a:gd name="T48" fmla="*/ 130 w 133"/>
              <a:gd name="T49" fmla="*/ 7 h 137"/>
              <a:gd name="T50" fmla="*/ 119 w 133"/>
              <a:gd name="T51" fmla="*/ 16 h 137"/>
              <a:gd name="T52" fmla="*/ 110 w 133"/>
              <a:gd name="T53" fmla="*/ 38 h 137"/>
              <a:gd name="T54" fmla="*/ 74 w 133"/>
              <a:gd name="T55" fmla="*/ 133 h 137"/>
              <a:gd name="T56" fmla="*/ 73 w 133"/>
              <a:gd name="T57" fmla="*/ 137 h 137"/>
            </a:gdLst>
            <a:rect l="0" t="0" r="r" b="b"/>
            <a:pathLst>
              <a:path w="133" h="137">
                <a:moveTo>
                  <a:pt x="73" y="137"/>
                </a:moveTo>
                <a:cubicBezTo>
                  <a:pt x="69" y="137"/>
                  <a:pt x="66" y="137"/>
                  <a:pt x="64" y="137"/>
                </a:cubicBezTo>
                <a:cubicBezTo>
                  <a:pt x="61" y="137"/>
                  <a:pt x="59" y="136"/>
                  <a:pt x="58" y="133"/>
                </a:cubicBezTo>
                <a:cubicBezTo>
                  <a:pt x="52" y="115"/>
                  <a:pt x="45" y="98"/>
                  <a:pt x="39" y="80"/>
                </a:cubicBezTo>
                <a:cubicBezTo>
                  <a:pt x="31" y="61"/>
                  <a:pt x="24" y="42"/>
                  <a:pt x="17" y="23"/>
                </a:cubicBezTo>
                <a:cubicBezTo>
                  <a:pt x="16" y="20"/>
                  <a:pt x="15" y="17"/>
                  <a:pt x="13" y="14"/>
                </a:cubicBezTo>
                <a:cubicBezTo>
                  <a:pt x="11" y="10"/>
                  <a:pt x="8" y="8"/>
                  <a:pt x="4" y="7"/>
                </a:cubicBezTo>
                <a:cubicBezTo>
                  <a:pt x="3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7" y="0"/>
                </a:cubicBezTo>
                <a:cubicBezTo>
                  <a:pt x="47" y="2"/>
                  <a:pt x="47" y="4"/>
                  <a:pt x="47" y="7"/>
                </a:cubicBezTo>
                <a:cubicBezTo>
                  <a:pt x="44" y="7"/>
                  <a:pt x="42" y="7"/>
                  <a:pt x="39" y="8"/>
                </a:cubicBezTo>
                <a:cubicBezTo>
                  <a:pt x="34" y="8"/>
                  <a:pt x="33" y="10"/>
                  <a:pt x="34" y="15"/>
                </a:cubicBezTo>
                <a:cubicBezTo>
                  <a:pt x="34" y="17"/>
                  <a:pt x="35" y="19"/>
                  <a:pt x="35" y="20"/>
                </a:cubicBezTo>
                <a:cubicBezTo>
                  <a:pt x="46" y="51"/>
                  <a:pt x="57" y="81"/>
                  <a:pt x="68" y="112"/>
                </a:cubicBezTo>
                <a:cubicBezTo>
                  <a:pt x="69" y="113"/>
                  <a:pt x="69" y="114"/>
                  <a:pt x="70" y="116"/>
                </a:cubicBezTo>
                <a:cubicBezTo>
                  <a:pt x="71" y="114"/>
                  <a:pt x="71" y="113"/>
                  <a:pt x="72" y="113"/>
                </a:cubicBezTo>
                <a:cubicBezTo>
                  <a:pt x="83" y="81"/>
                  <a:pt x="94" y="50"/>
                  <a:pt x="106" y="18"/>
                </a:cubicBezTo>
                <a:cubicBezTo>
                  <a:pt x="106" y="17"/>
                  <a:pt x="106" y="17"/>
                  <a:pt x="106" y="16"/>
                </a:cubicBezTo>
                <a:cubicBezTo>
                  <a:pt x="107" y="10"/>
                  <a:pt x="106" y="8"/>
                  <a:pt x="101" y="7"/>
                </a:cubicBezTo>
                <a:cubicBezTo>
                  <a:pt x="98" y="7"/>
                  <a:pt x="96" y="7"/>
                  <a:pt x="94" y="7"/>
                </a:cubicBezTo>
                <a:cubicBezTo>
                  <a:pt x="94" y="4"/>
                  <a:pt x="94" y="2"/>
                  <a:pt x="94" y="0"/>
                </a:cubicBezTo>
                <a:cubicBezTo>
                  <a:pt x="106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2" y="7"/>
                  <a:pt x="131" y="7"/>
                  <a:pt x="130" y="7"/>
                </a:cubicBezTo>
                <a:cubicBezTo>
                  <a:pt x="124" y="8"/>
                  <a:pt x="121" y="11"/>
                  <a:pt x="119" y="16"/>
                </a:cubicBezTo>
                <a:cubicBezTo>
                  <a:pt x="116" y="24"/>
                  <a:pt x="113" y="31"/>
                  <a:pt x="110" y="38"/>
                </a:cubicBezTo>
                <a:cubicBezTo>
                  <a:pt x="98" y="70"/>
                  <a:pt x="86" y="101"/>
                  <a:pt x="74" y="133"/>
                </a:cubicBezTo>
                <a:cubicBezTo>
                  <a:pt x="74" y="134"/>
                  <a:pt x="73" y="135"/>
                  <a:pt x="73" y="13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EA84A729-7B0E-4C58-9278-3D4CFC5F3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6484" y="689187"/>
            <a:ext cx="61016" cy="68429"/>
          </a:xfrm>
          <a:custGeom xmlns:a="http://schemas.openxmlformats.org/drawingml/2006/main">
            <a:gdLst>
              <a:gd name="T0" fmla="*/ 85 w 120"/>
              <a:gd name="T1" fmla="*/ 127 h 135"/>
              <a:gd name="T2" fmla="*/ 85 w 120"/>
              <a:gd name="T3" fmla="*/ 134 h 135"/>
              <a:gd name="T4" fmla="*/ 35 w 120"/>
              <a:gd name="T5" fmla="*/ 134 h 135"/>
              <a:gd name="T6" fmla="*/ 35 w 120"/>
              <a:gd name="T7" fmla="*/ 127 h 135"/>
              <a:gd name="T8" fmla="*/ 44 w 120"/>
              <a:gd name="T9" fmla="*/ 126 h 135"/>
              <a:gd name="T10" fmla="*/ 50 w 120"/>
              <a:gd name="T11" fmla="*/ 120 h 135"/>
              <a:gd name="T12" fmla="*/ 51 w 120"/>
              <a:gd name="T13" fmla="*/ 113 h 135"/>
              <a:gd name="T14" fmla="*/ 51 w 120"/>
              <a:gd name="T15" fmla="*/ 85 h 135"/>
              <a:gd name="T16" fmla="*/ 50 w 120"/>
              <a:gd name="T17" fmla="*/ 79 h 135"/>
              <a:gd name="T18" fmla="*/ 17 w 120"/>
              <a:gd name="T19" fmla="*/ 19 h 135"/>
              <a:gd name="T20" fmla="*/ 15 w 120"/>
              <a:gd name="T21" fmla="*/ 15 h 135"/>
              <a:gd name="T22" fmla="*/ 3 w 120"/>
              <a:gd name="T23" fmla="*/ 7 h 135"/>
              <a:gd name="T24" fmla="*/ 0 w 120"/>
              <a:gd name="T25" fmla="*/ 7 h 135"/>
              <a:gd name="T26" fmla="*/ 0 w 120"/>
              <a:gd name="T27" fmla="*/ 0 h 135"/>
              <a:gd name="T28" fmla="*/ 48 w 120"/>
              <a:gd name="T29" fmla="*/ 0 h 135"/>
              <a:gd name="T30" fmla="*/ 48 w 120"/>
              <a:gd name="T31" fmla="*/ 7 h 135"/>
              <a:gd name="T32" fmla="*/ 40 w 120"/>
              <a:gd name="T33" fmla="*/ 7 h 135"/>
              <a:gd name="T34" fmla="*/ 36 w 120"/>
              <a:gd name="T35" fmla="*/ 14 h 135"/>
              <a:gd name="T36" fmla="*/ 37 w 120"/>
              <a:gd name="T37" fmla="*/ 18 h 135"/>
              <a:gd name="T38" fmla="*/ 61 w 120"/>
              <a:gd name="T39" fmla="*/ 64 h 135"/>
              <a:gd name="T40" fmla="*/ 63 w 120"/>
              <a:gd name="T41" fmla="*/ 68 h 135"/>
              <a:gd name="T42" fmla="*/ 66 w 120"/>
              <a:gd name="T43" fmla="*/ 64 h 135"/>
              <a:gd name="T44" fmla="*/ 91 w 120"/>
              <a:gd name="T45" fmla="*/ 18 h 135"/>
              <a:gd name="T46" fmla="*/ 93 w 120"/>
              <a:gd name="T47" fmla="*/ 12 h 135"/>
              <a:gd name="T48" fmla="*/ 90 w 120"/>
              <a:gd name="T49" fmla="*/ 8 h 135"/>
              <a:gd name="T50" fmla="*/ 81 w 120"/>
              <a:gd name="T51" fmla="*/ 7 h 135"/>
              <a:gd name="T52" fmla="*/ 81 w 120"/>
              <a:gd name="T53" fmla="*/ 0 h 135"/>
              <a:gd name="T54" fmla="*/ 120 w 120"/>
              <a:gd name="T55" fmla="*/ 0 h 135"/>
              <a:gd name="T56" fmla="*/ 120 w 120"/>
              <a:gd name="T57" fmla="*/ 7 h 135"/>
              <a:gd name="T58" fmla="*/ 115 w 120"/>
              <a:gd name="T59" fmla="*/ 8 h 135"/>
              <a:gd name="T60" fmla="*/ 108 w 120"/>
              <a:gd name="T61" fmla="*/ 12 h 135"/>
              <a:gd name="T62" fmla="*/ 103 w 120"/>
              <a:gd name="T63" fmla="*/ 19 h 135"/>
              <a:gd name="T64" fmla="*/ 71 w 120"/>
              <a:gd name="T65" fmla="*/ 75 h 135"/>
              <a:gd name="T66" fmla="*/ 69 w 120"/>
              <a:gd name="T67" fmla="*/ 82 h 135"/>
              <a:gd name="T68" fmla="*/ 69 w 120"/>
              <a:gd name="T69" fmla="*/ 111 h 135"/>
              <a:gd name="T70" fmla="*/ 69 w 120"/>
              <a:gd name="T71" fmla="*/ 118 h 135"/>
              <a:gd name="T72" fmla="*/ 77 w 120"/>
              <a:gd name="T73" fmla="*/ 126 h 135"/>
              <a:gd name="T74" fmla="*/ 85 w 120"/>
              <a:gd name="T75" fmla="*/ 127 h 135"/>
            </a:gdLst>
            <a:rect l="0" t="0" r="r" b="b"/>
            <a:pathLst>
              <a:path w="120" h="135">
                <a:moveTo>
                  <a:pt x="85" y="127"/>
                </a:moveTo>
                <a:cubicBezTo>
                  <a:pt x="85" y="130"/>
                  <a:pt x="85" y="132"/>
                  <a:pt x="85" y="134"/>
                </a:cubicBezTo>
                <a:cubicBezTo>
                  <a:pt x="81" y="135"/>
                  <a:pt x="44" y="135"/>
                  <a:pt x="35" y="134"/>
                </a:cubicBezTo>
                <a:cubicBezTo>
                  <a:pt x="35" y="132"/>
                  <a:pt x="35" y="130"/>
                  <a:pt x="35" y="127"/>
                </a:cubicBezTo>
                <a:cubicBezTo>
                  <a:pt x="38" y="127"/>
                  <a:pt x="41" y="126"/>
                  <a:pt x="44" y="126"/>
                </a:cubicBezTo>
                <a:cubicBezTo>
                  <a:pt x="48" y="126"/>
                  <a:pt x="50" y="124"/>
                  <a:pt x="50" y="120"/>
                </a:cubicBezTo>
                <a:cubicBezTo>
                  <a:pt x="51" y="118"/>
                  <a:pt x="51" y="115"/>
                  <a:pt x="51" y="113"/>
                </a:cubicBezTo>
                <a:cubicBezTo>
                  <a:pt x="51" y="104"/>
                  <a:pt x="51" y="95"/>
                  <a:pt x="51" y="85"/>
                </a:cubicBezTo>
                <a:cubicBezTo>
                  <a:pt x="51" y="83"/>
                  <a:pt x="51" y="81"/>
                  <a:pt x="50" y="79"/>
                </a:cubicBezTo>
                <a:cubicBezTo>
                  <a:pt x="39" y="59"/>
                  <a:pt x="28" y="39"/>
                  <a:pt x="17" y="19"/>
                </a:cubicBezTo>
                <a:cubicBezTo>
                  <a:pt x="16" y="17"/>
                  <a:pt x="15" y="16"/>
                  <a:pt x="15" y="15"/>
                </a:cubicBezTo>
                <a:cubicBezTo>
                  <a:pt x="12" y="10"/>
                  <a:pt x="9" y="7"/>
                  <a:pt x="3" y="7"/>
                </a:cubicBezTo>
                <a:cubicBezTo>
                  <a:pt x="2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8" y="0"/>
                </a:cubicBezTo>
                <a:cubicBezTo>
                  <a:pt x="48" y="2"/>
                  <a:pt x="48" y="4"/>
                  <a:pt x="48" y="7"/>
                </a:cubicBezTo>
                <a:cubicBezTo>
                  <a:pt x="45" y="7"/>
                  <a:pt x="42" y="7"/>
                  <a:pt x="40" y="7"/>
                </a:cubicBezTo>
                <a:cubicBezTo>
                  <a:pt x="35" y="8"/>
                  <a:pt x="34" y="10"/>
                  <a:pt x="36" y="14"/>
                </a:cubicBezTo>
                <a:cubicBezTo>
                  <a:pt x="36" y="15"/>
                  <a:pt x="37" y="17"/>
                  <a:pt x="37" y="18"/>
                </a:cubicBezTo>
                <a:cubicBezTo>
                  <a:pt x="45" y="33"/>
                  <a:pt x="53" y="49"/>
                  <a:pt x="61" y="64"/>
                </a:cubicBezTo>
                <a:cubicBezTo>
                  <a:pt x="61" y="65"/>
                  <a:pt x="62" y="66"/>
                  <a:pt x="63" y="68"/>
                </a:cubicBezTo>
                <a:cubicBezTo>
                  <a:pt x="64" y="66"/>
                  <a:pt x="65" y="65"/>
                  <a:pt x="66" y="64"/>
                </a:cubicBezTo>
                <a:cubicBezTo>
                  <a:pt x="74" y="49"/>
                  <a:pt x="82" y="34"/>
                  <a:pt x="91" y="18"/>
                </a:cubicBezTo>
                <a:cubicBezTo>
                  <a:pt x="92" y="16"/>
                  <a:pt x="93" y="14"/>
                  <a:pt x="93" y="12"/>
                </a:cubicBezTo>
                <a:cubicBezTo>
                  <a:pt x="94" y="9"/>
                  <a:pt x="93" y="8"/>
                  <a:pt x="90" y="8"/>
                </a:cubicBezTo>
                <a:cubicBezTo>
                  <a:pt x="87" y="7"/>
                  <a:pt x="85" y="7"/>
                  <a:pt x="81" y="7"/>
                </a:cubicBezTo>
                <a:cubicBezTo>
                  <a:pt x="81" y="4"/>
                  <a:pt x="81" y="2"/>
                  <a:pt x="81" y="0"/>
                </a:cubicBezTo>
                <a:cubicBezTo>
                  <a:pt x="94" y="0"/>
                  <a:pt x="107" y="0"/>
                  <a:pt x="120" y="0"/>
                </a:cubicBezTo>
                <a:cubicBezTo>
                  <a:pt x="120" y="2"/>
                  <a:pt x="120" y="4"/>
                  <a:pt x="120" y="7"/>
                </a:cubicBezTo>
                <a:cubicBezTo>
                  <a:pt x="119" y="7"/>
                  <a:pt x="117" y="7"/>
                  <a:pt x="115" y="8"/>
                </a:cubicBezTo>
                <a:cubicBezTo>
                  <a:pt x="112" y="8"/>
                  <a:pt x="109" y="9"/>
                  <a:pt x="108" y="12"/>
                </a:cubicBezTo>
                <a:cubicBezTo>
                  <a:pt x="106" y="14"/>
                  <a:pt x="104" y="17"/>
                  <a:pt x="103" y="19"/>
                </a:cubicBezTo>
                <a:cubicBezTo>
                  <a:pt x="92" y="38"/>
                  <a:pt x="81" y="56"/>
                  <a:pt x="71" y="75"/>
                </a:cubicBezTo>
                <a:cubicBezTo>
                  <a:pt x="69" y="77"/>
                  <a:pt x="68" y="80"/>
                  <a:pt x="69" y="82"/>
                </a:cubicBezTo>
                <a:cubicBezTo>
                  <a:pt x="69" y="92"/>
                  <a:pt x="69" y="102"/>
                  <a:pt x="69" y="111"/>
                </a:cubicBezTo>
                <a:cubicBezTo>
                  <a:pt x="69" y="114"/>
                  <a:pt x="69" y="116"/>
                  <a:pt x="69" y="118"/>
                </a:cubicBezTo>
                <a:cubicBezTo>
                  <a:pt x="70" y="124"/>
                  <a:pt x="71" y="125"/>
                  <a:pt x="77" y="126"/>
                </a:cubicBezTo>
                <a:cubicBezTo>
                  <a:pt x="80" y="126"/>
                  <a:pt x="82" y="127"/>
                  <a:pt x="85" y="12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0071688B-9E59-4B4C-9738-13BD60573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749" y="686906"/>
            <a:ext cx="58735" cy="70140"/>
          </a:xfrm>
          <a:custGeom xmlns:a="http://schemas.openxmlformats.org/drawingml/2006/main">
            <a:gdLst>
              <a:gd name="T0" fmla="*/ 108 w 116"/>
              <a:gd name="T1" fmla="*/ 42 h 139"/>
              <a:gd name="T2" fmla="*/ 102 w 116"/>
              <a:gd name="T3" fmla="*/ 29 h 139"/>
              <a:gd name="T4" fmla="*/ 72 w 116"/>
              <a:gd name="T5" fmla="*/ 14 h 139"/>
              <a:gd name="T6" fmla="*/ 67 w 116"/>
              <a:gd name="T7" fmla="*/ 18 h 139"/>
              <a:gd name="T8" fmla="*/ 66 w 116"/>
              <a:gd name="T9" fmla="*/ 24 h 139"/>
              <a:gd name="T10" fmla="*/ 66 w 116"/>
              <a:gd name="T11" fmla="*/ 115 h 139"/>
              <a:gd name="T12" fmla="*/ 67 w 116"/>
              <a:gd name="T13" fmla="*/ 123 h 139"/>
              <a:gd name="T14" fmla="*/ 75 w 116"/>
              <a:gd name="T15" fmla="*/ 131 h 139"/>
              <a:gd name="T16" fmla="*/ 83 w 116"/>
              <a:gd name="T17" fmla="*/ 132 h 139"/>
              <a:gd name="T18" fmla="*/ 83 w 116"/>
              <a:gd name="T19" fmla="*/ 139 h 139"/>
              <a:gd name="T20" fmla="*/ 33 w 116"/>
              <a:gd name="T21" fmla="*/ 139 h 139"/>
              <a:gd name="T22" fmla="*/ 33 w 116"/>
              <a:gd name="T23" fmla="*/ 132 h 139"/>
              <a:gd name="T24" fmla="*/ 41 w 116"/>
              <a:gd name="T25" fmla="*/ 131 h 139"/>
              <a:gd name="T26" fmla="*/ 49 w 116"/>
              <a:gd name="T27" fmla="*/ 123 h 139"/>
              <a:gd name="T28" fmla="*/ 49 w 116"/>
              <a:gd name="T29" fmla="*/ 118 h 139"/>
              <a:gd name="T30" fmla="*/ 49 w 116"/>
              <a:gd name="T31" fmla="*/ 22 h 139"/>
              <a:gd name="T32" fmla="*/ 41 w 116"/>
              <a:gd name="T33" fmla="*/ 14 h 139"/>
              <a:gd name="T34" fmla="*/ 32 w 116"/>
              <a:gd name="T35" fmla="*/ 15 h 139"/>
              <a:gd name="T36" fmla="*/ 18 w 116"/>
              <a:gd name="T37" fmla="*/ 23 h 139"/>
              <a:gd name="T38" fmla="*/ 11 w 116"/>
              <a:gd name="T39" fmla="*/ 36 h 139"/>
              <a:gd name="T40" fmla="*/ 8 w 116"/>
              <a:gd name="T41" fmla="*/ 42 h 139"/>
              <a:gd name="T42" fmla="*/ 0 w 116"/>
              <a:gd name="T43" fmla="*/ 39 h 139"/>
              <a:gd name="T44" fmla="*/ 13 w 116"/>
              <a:gd name="T45" fmla="*/ 0 h 139"/>
              <a:gd name="T46" fmla="*/ 19 w 116"/>
              <a:gd name="T47" fmla="*/ 0 h 139"/>
              <a:gd name="T48" fmla="*/ 21 w 116"/>
              <a:gd name="T49" fmla="*/ 4 h 139"/>
              <a:gd name="T50" fmla="*/ 95 w 116"/>
              <a:gd name="T51" fmla="*/ 4 h 139"/>
              <a:gd name="T52" fmla="*/ 97 w 116"/>
              <a:gd name="T53" fmla="*/ 0 h 139"/>
              <a:gd name="T54" fmla="*/ 103 w 116"/>
              <a:gd name="T55" fmla="*/ 0 h 139"/>
              <a:gd name="T56" fmla="*/ 116 w 116"/>
              <a:gd name="T57" fmla="*/ 39 h 139"/>
              <a:gd name="T58" fmla="*/ 108 w 116"/>
              <a:gd name="T59" fmla="*/ 42 h 139"/>
            </a:gdLst>
            <a:rect l="0" t="0" r="r" b="b"/>
            <a:pathLst>
              <a:path w="116" h="139">
                <a:moveTo>
                  <a:pt x="108" y="42"/>
                </a:moveTo>
                <a:cubicBezTo>
                  <a:pt x="106" y="37"/>
                  <a:pt x="104" y="33"/>
                  <a:pt x="102" y="29"/>
                </a:cubicBezTo>
                <a:cubicBezTo>
                  <a:pt x="96" y="17"/>
                  <a:pt x="85" y="13"/>
                  <a:pt x="72" y="14"/>
                </a:cubicBezTo>
                <a:cubicBezTo>
                  <a:pt x="68" y="14"/>
                  <a:pt x="67" y="15"/>
                  <a:pt x="67" y="18"/>
                </a:cubicBezTo>
                <a:cubicBezTo>
                  <a:pt x="66" y="20"/>
                  <a:pt x="66" y="22"/>
                  <a:pt x="66" y="24"/>
                </a:cubicBezTo>
                <a:cubicBezTo>
                  <a:pt x="66" y="54"/>
                  <a:pt x="66" y="85"/>
                  <a:pt x="66" y="115"/>
                </a:cubicBezTo>
                <a:cubicBezTo>
                  <a:pt x="66" y="118"/>
                  <a:pt x="67" y="120"/>
                  <a:pt x="67" y="123"/>
                </a:cubicBezTo>
                <a:cubicBezTo>
                  <a:pt x="68" y="128"/>
                  <a:pt x="70" y="130"/>
                  <a:pt x="75" y="131"/>
                </a:cubicBezTo>
                <a:cubicBezTo>
                  <a:pt x="78" y="131"/>
                  <a:pt x="80" y="132"/>
                  <a:pt x="83" y="132"/>
                </a:cubicBezTo>
                <a:cubicBezTo>
                  <a:pt x="83" y="134"/>
                  <a:pt x="83" y="137"/>
                  <a:pt x="83" y="139"/>
                </a:cubicBezTo>
                <a:cubicBezTo>
                  <a:pt x="66" y="139"/>
                  <a:pt x="50" y="139"/>
                  <a:pt x="33" y="139"/>
                </a:cubicBezTo>
                <a:cubicBezTo>
                  <a:pt x="33" y="137"/>
                  <a:pt x="33" y="135"/>
                  <a:pt x="33" y="132"/>
                </a:cubicBezTo>
                <a:cubicBezTo>
                  <a:pt x="36" y="132"/>
                  <a:pt x="39" y="131"/>
                  <a:pt x="41" y="131"/>
                </a:cubicBezTo>
                <a:cubicBezTo>
                  <a:pt x="47" y="130"/>
                  <a:pt x="49" y="128"/>
                  <a:pt x="49" y="123"/>
                </a:cubicBezTo>
                <a:cubicBezTo>
                  <a:pt x="49" y="121"/>
                  <a:pt x="49" y="120"/>
                  <a:pt x="49" y="118"/>
                </a:cubicBezTo>
                <a:cubicBezTo>
                  <a:pt x="49" y="86"/>
                  <a:pt x="49" y="54"/>
                  <a:pt x="49" y="22"/>
                </a:cubicBezTo>
                <a:cubicBezTo>
                  <a:pt x="49" y="14"/>
                  <a:pt x="49" y="13"/>
                  <a:pt x="41" y="14"/>
                </a:cubicBezTo>
                <a:cubicBezTo>
                  <a:pt x="38" y="14"/>
                  <a:pt x="35" y="14"/>
                  <a:pt x="32" y="15"/>
                </a:cubicBezTo>
                <a:cubicBezTo>
                  <a:pt x="26" y="16"/>
                  <a:pt x="21" y="18"/>
                  <a:pt x="18" y="23"/>
                </a:cubicBezTo>
                <a:cubicBezTo>
                  <a:pt x="15" y="27"/>
                  <a:pt x="13" y="32"/>
                  <a:pt x="11" y="36"/>
                </a:cubicBezTo>
                <a:cubicBezTo>
                  <a:pt x="10" y="38"/>
                  <a:pt x="9" y="40"/>
                  <a:pt x="8" y="42"/>
                </a:cubicBezTo>
                <a:cubicBezTo>
                  <a:pt x="5" y="41"/>
                  <a:pt x="3" y="40"/>
                  <a:pt x="0" y="39"/>
                </a:cubicBezTo>
                <a:cubicBezTo>
                  <a:pt x="5" y="26"/>
                  <a:pt x="9" y="13"/>
                  <a:pt x="13" y="0"/>
                </a:cubicBezTo>
                <a:cubicBezTo>
                  <a:pt x="15" y="0"/>
                  <a:pt x="17" y="0"/>
                  <a:pt x="19" y="0"/>
                </a:cubicBezTo>
                <a:cubicBezTo>
                  <a:pt x="20" y="1"/>
                  <a:pt x="20" y="3"/>
                  <a:pt x="21" y="4"/>
                </a:cubicBezTo>
                <a:cubicBezTo>
                  <a:pt x="46" y="4"/>
                  <a:pt x="70" y="4"/>
                  <a:pt x="95" y="4"/>
                </a:cubicBezTo>
                <a:cubicBezTo>
                  <a:pt x="95" y="3"/>
                  <a:pt x="96" y="1"/>
                  <a:pt x="97" y="0"/>
                </a:cubicBezTo>
                <a:cubicBezTo>
                  <a:pt x="98" y="0"/>
                  <a:pt x="100" y="0"/>
                  <a:pt x="103" y="0"/>
                </a:cubicBezTo>
                <a:cubicBezTo>
                  <a:pt x="107" y="13"/>
                  <a:pt x="112" y="26"/>
                  <a:pt x="116" y="39"/>
                </a:cubicBezTo>
                <a:cubicBezTo>
                  <a:pt x="113" y="40"/>
                  <a:pt x="111" y="41"/>
                  <a:pt x="108" y="42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3" name="Freeform 33">
            <a:extLst xmlns:a="http://schemas.openxmlformats.org/drawingml/2006/main">
              <a:ext uri="{FF2B5EF4-FFF2-40B4-BE49-F238E27FC236}">
                <a16:creationId xmlns:a16="http://schemas.microsoft.com/office/drawing/2014/main" id="{6E34D960-CF02-4ACD-8705-A99859CBB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1440" y="689187"/>
            <a:ext cx="25090" cy="67859"/>
          </a:xfrm>
          <a:custGeom xmlns:a="http://schemas.openxmlformats.org/drawingml/2006/main">
            <a:gdLst>
              <a:gd name="T0" fmla="*/ 0 w 50"/>
              <a:gd name="T1" fmla="*/ 134 h 134"/>
              <a:gd name="T2" fmla="*/ 0 w 50"/>
              <a:gd name="T3" fmla="*/ 127 h 134"/>
              <a:gd name="T4" fmla="*/ 9 w 50"/>
              <a:gd name="T5" fmla="*/ 126 h 134"/>
              <a:gd name="T6" fmla="*/ 16 w 50"/>
              <a:gd name="T7" fmla="*/ 119 h 134"/>
              <a:gd name="T8" fmla="*/ 16 w 50"/>
              <a:gd name="T9" fmla="*/ 113 h 134"/>
              <a:gd name="T10" fmla="*/ 16 w 50"/>
              <a:gd name="T11" fmla="*/ 21 h 134"/>
              <a:gd name="T12" fmla="*/ 16 w 50"/>
              <a:gd name="T13" fmla="*/ 13 h 134"/>
              <a:gd name="T14" fmla="*/ 9 w 50"/>
              <a:gd name="T15" fmla="*/ 8 h 134"/>
              <a:gd name="T16" fmla="*/ 1 w 50"/>
              <a:gd name="T17" fmla="*/ 7 h 134"/>
              <a:gd name="T18" fmla="*/ 1 w 50"/>
              <a:gd name="T19" fmla="*/ 0 h 134"/>
              <a:gd name="T20" fmla="*/ 49 w 50"/>
              <a:gd name="T21" fmla="*/ 0 h 134"/>
              <a:gd name="T22" fmla="*/ 49 w 50"/>
              <a:gd name="T23" fmla="*/ 7 h 134"/>
              <a:gd name="T24" fmla="*/ 42 w 50"/>
              <a:gd name="T25" fmla="*/ 8 h 134"/>
              <a:gd name="T26" fmla="*/ 34 w 50"/>
              <a:gd name="T27" fmla="*/ 15 h 134"/>
              <a:gd name="T28" fmla="*/ 33 w 50"/>
              <a:gd name="T29" fmla="*/ 23 h 134"/>
              <a:gd name="T30" fmla="*/ 33 w 50"/>
              <a:gd name="T31" fmla="*/ 113 h 134"/>
              <a:gd name="T32" fmla="*/ 46 w 50"/>
              <a:gd name="T33" fmla="*/ 127 h 134"/>
              <a:gd name="T34" fmla="*/ 49 w 50"/>
              <a:gd name="T35" fmla="*/ 127 h 134"/>
              <a:gd name="T36" fmla="*/ 50 w 50"/>
              <a:gd name="T37" fmla="*/ 131 h 134"/>
              <a:gd name="T38" fmla="*/ 49 w 50"/>
              <a:gd name="T39" fmla="*/ 134 h 134"/>
              <a:gd name="T40" fmla="*/ 0 w 50"/>
              <a:gd name="T41" fmla="*/ 134 h 134"/>
            </a:gdLst>
            <a:rect l="0" t="0" r="r" b="b"/>
            <a:pathLst>
              <a:path w="50" h="134">
                <a:moveTo>
                  <a:pt x="0" y="134"/>
                </a:move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9" y="126"/>
                </a:cubicBezTo>
                <a:cubicBezTo>
                  <a:pt x="13" y="125"/>
                  <a:pt x="15" y="124"/>
                  <a:pt x="16" y="119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18"/>
                  <a:pt x="16" y="16"/>
                  <a:pt x="16" y="13"/>
                </a:cubicBezTo>
                <a:cubicBezTo>
                  <a:pt x="15" y="10"/>
                  <a:pt x="13" y="8"/>
                  <a:pt x="9" y="8"/>
                </a:cubicBezTo>
                <a:cubicBezTo>
                  <a:pt x="6" y="7"/>
                  <a:pt x="4" y="7"/>
                  <a:pt x="1" y="7"/>
                </a:cubicBezTo>
                <a:cubicBezTo>
                  <a:pt x="1" y="4"/>
                  <a:pt x="1" y="2"/>
                  <a:pt x="1" y="0"/>
                </a:cubicBezTo>
                <a:cubicBezTo>
                  <a:pt x="17" y="0"/>
                  <a:pt x="33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7" y="7"/>
                  <a:pt x="44" y="7"/>
                  <a:pt x="42" y="8"/>
                </a:cubicBezTo>
                <a:cubicBezTo>
                  <a:pt x="38" y="8"/>
                  <a:pt x="35" y="10"/>
                  <a:pt x="34" y="15"/>
                </a:cubicBezTo>
                <a:cubicBezTo>
                  <a:pt x="34" y="17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6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8"/>
                  <a:pt x="50" y="129"/>
                  <a:pt x="50" y="131"/>
                </a:cubicBezTo>
                <a:cubicBezTo>
                  <a:pt x="50" y="132"/>
                  <a:pt x="49" y="133"/>
                  <a:pt x="49" y="134"/>
                </a:cubicBezTo>
                <a:cubicBezTo>
                  <a:pt x="33" y="134"/>
                  <a:pt x="17" y="134"/>
                  <a:pt x="0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4" name="Freeform 34">
            <a:extLst xmlns:a="http://schemas.openxmlformats.org/drawingml/2006/main">
              <a:ext uri="{FF2B5EF4-FFF2-40B4-BE49-F238E27FC236}">
                <a16:creationId xmlns:a16="http://schemas.microsoft.com/office/drawing/2014/main" id="{C32740E2-30F4-414F-9DD9-A62170454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237" y="689187"/>
            <a:ext cx="24520" cy="68429"/>
          </a:xfrm>
          <a:custGeom xmlns:a="http://schemas.openxmlformats.org/drawingml/2006/main">
            <a:gdLst>
              <a:gd name="T0" fmla="*/ 0 w 49"/>
              <a:gd name="T1" fmla="*/ 7 h 135"/>
              <a:gd name="T2" fmla="*/ 0 w 49"/>
              <a:gd name="T3" fmla="*/ 0 h 135"/>
              <a:gd name="T4" fmla="*/ 49 w 49"/>
              <a:gd name="T5" fmla="*/ 0 h 135"/>
              <a:gd name="T6" fmla="*/ 49 w 49"/>
              <a:gd name="T7" fmla="*/ 7 h 135"/>
              <a:gd name="T8" fmla="*/ 42 w 49"/>
              <a:gd name="T9" fmla="*/ 8 h 135"/>
              <a:gd name="T10" fmla="*/ 34 w 49"/>
              <a:gd name="T11" fmla="*/ 15 h 135"/>
              <a:gd name="T12" fmla="*/ 33 w 49"/>
              <a:gd name="T13" fmla="*/ 23 h 135"/>
              <a:gd name="T14" fmla="*/ 33 w 49"/>
              <a:gd name="T15" fmla="*/ 113 h 135"/>
              <a:gd name="T16" fmla="*/ 46 w 49"/>
              <a:gd name="T17" fmla="*/ 127 h 135"/>
              <a:gd name="T18" fmla="*/ 49 w 49"/>
              <a:gd name="T19" fmla="*/ 127 h 135"/>
              <a:gd name="T20" fmla="*/ 49 w 49"/>
              <a:gd name="T21" fmla="*/ 134 h 135"/>
              <a:gd name="T22" fmla="*/ 0 w 49"/>
              <a:gd name="T23" fmla="*/ 134 h 135"/>
              <a:gd name="T24" fmla="*/ 0 w 49"/>
              <a:gd name="T25" fmla="*/ 127 h 135"/>
              <a:gd name="T26" fmla="*/ 7 w 49"/>
              <a:gd name="T27" fmla="*/ 126 h 135"/>
              <a:gd name="T28" fmla="*/ 16 w 49"/>
              <a:gd name="T29" fmla="*/ 118 h 135"/>
              <a:gd name="T30" fmla="*/ 16 w 49"/>
              <a:gd name="T31" fmla="*/ 113 h 135"/>
              <a:gd name="T32" fmla="*/ 16 w 49"/>
              <a:gd name="T33" fmla="*/ 20 h 135"/>
              <a:gd name="T34" fmla="*/ 15 w 49"/>
              <a:gd name="T35" fmla="*/ 13 h 135"/>
              <a:gd name="T36" fmla="*/ 9 w 49"/>
              <a:gd name="T37" fmla="*/ 8 h 135"/>
              <a:gd name="T38" fmla="*/ 0 w 49"/>
              <a:gd name="T39" fmla="*/ 7 h 135"/>
            </a:gdLst>
            <a:rect l="0" t="0" r="r" b="b"/>
            <a:pathLst>
              <a:path w="49" h="135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5" y="10"/>
                  <a:pt x="34" y="15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5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45" y="135"/>
                  <a:pt x="9" y="135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5" y="127"/>
                  <a:pt x="7" y="126"/>
                </a:cubicBezTo>
                <a:cubicBezTo>
                  <a:pt x="13" y="126"/>
                  <a:pt x="15" y="124"/>
                  <a:pt x="16" y="118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8"/>
                  <a:pt x="15" y="16"/>
                  <a:pt x="15" y="13"/>
                </a:cubicBezTo>
                <a:cubicBezTo>
                  <a:pt x="14" y="10"/>
                  <a:pt x="12" y="8"/>
                  <a:pt x="9" y="8"/>
                </a:cubicBezTo>
                <a:cubicBezTo>
                  <a:pt x="6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5" name="Freeform 35">
            <a:extLst xmlns:a="http://schemas.openxmlformats.org/drawingml/2006/main">
              <a:ext uri="{FF2B5EF4-FFF2-40B4-BE49-F238E27FC236}">
                <a16:creationId xmlns:a16="http://schemas.microsoft.com/office/drawing/2014/main" id="{DFF5D216-BCAC-4CB7-A49D-D7B774D50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429" y="689187"/>
            <a:ext cx="24520" cy="67859"/>
          </a:xfrm>
          <a:custGeom xmlns:a="http://schemas.openxmlformats.org/drawingml/2006/main">
            <a:gdLst>
              <a:gd name="T0" fmla="*/ 0 w 49"/>
              <a:gd name="T1" fmla="*/ 7 h 134"/>
              <a:gd name="T2" fmla="*/ 0 w 49"/>
              <a:gd name="T3" fmla="*/ 0 h 134"/>
              <a:gd name="T4" fmla="*/ 49 w 49"/>
              <a:gd name="T5" fmla="*/ 0 h 134"/>
              <a:gd name="T6" fmla="*/ 49 w 49"/>
              <a:gd name="T7" fmla="*/ 7 h 134"/>
              <a:gd name="T8" fmla="*/ 42 w 49"/>
              <a:gd name="T9" fmla="*/ 8 h 134"/>
              <a:gd name="T10" fmla="*/ 34 w 49"/>
              <a:gd name="T11" fmla="*/ 15 h 134"/>
              <a:gd name="T12" fmla="*/ 33 w 49"/>
              <a:gd name="T13" fmla="*/ 23 h 134"/>
              <a:gd name="T14" fmla="*/ 33 w 49"/>
              <a:gd name="T15" fmla="*/ 112 h 134"/>
              <a:gd name="T16" fmla="*/ 34 w 49"/>
              <a:gd name="T17" fmla="*/ 120 h 134"/>
              <a:gd name="T18" fmla="*/ 40 w 49"/>
              <a:gd name="T19" fmla="*/ 126 h 134"/>
              <a:gd name="T20" fmla="*/ 49 w 49"/>
              <a:gd name="T21" fmla="*/ 127 h 134"/>
              <a:gd name="T22" fmla="*/ 49 w 49"/>
              <a:gd name="T23" fmla="*/ 134 h 134"/>
              <a:gd name="T24" fmla="*/ 0 w 49"/>
              <a:gd name="T25" fmla="*/ 134 h 134"/>
              <a:gd name="T26" fmla="*/ 0 w 49"/>
              <a:gd name="T27" fmla="*/ 127 h 134"/>
              <a:gd name="T28" fmla="*/ 8 w 49"/>
              <a:gd name="T29" fmla="*/ 126 h 134"/>
              <a:gd name="T30" fmla="*/ 15 w 49"/>
              <a:gd name="T31" fmla="*/ 119 h 134"/>
              <a:gd name="T32" fmla="*/ 16 w 49"/>
              <a:gd name="T33" fmla="*/ 110 h 134"/>
              <a:gd name="T34" fmla="*/ 16 w 49"/>
              <a:gd name="T35" fmla="*/ 25 h 134"/>
              <a:gd name="T36" fmla="*/ 15 w 49"/>
              <a:gd name="T37" fmla="*/ 15 h 134"/>
              <a:gd name="T38" fmla="*/ 8 w 49"/>
              <a:gd name="T39" fmla="*/ 8 h 134"/>
              <a:gd name="T40" fmla="*/ 0 w 49"/>
              <a:gd name="T41" fmla="*/ 7 h 134"/>
            </a:gdLst>
            <a:rect l="0" t="0" r="r" b="b"/>
            <a:pathLst>
              <a:path w="49" h="134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4" y="10"/>
                  <a:pt x="34" y="15"/>
                </a:cubicBezTo>
                <a:cubicBezTo>
                  <a:pt x="33" y="18"/>
                  <a:pt x="33" y="21"/>
                  <a:pt x="33" y="23"/>
                </a:cubicBezTo>
                <a:cubicBezTo>
                  <a:pt x="33" y="53"/>
                  <a:pt x="33" y="83"/>
                  <a:pt x="33" y="112"/>
                </a:cubicBezTo>
                <a:cubicBezTo>
                  <a:pt x="33" y="115"/>
                  <a:pt x="33" y="118"/>
                  <a:pt x="34" y="120"/>
                </a:cubicBezTo>
                <a:cubicBezTo>
                  <a:pt x="34" y="124"/>
                  <a:pt x="36" y="126"/>
                  <a:pt x="40" y="126"/>
                </a:cubicBezTo>
                <a:cubicBezTo>
                  <a:pt x="43" y="126"/>
                  <a:pt x="45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33" y="134"/>
                  <a:pt x="1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8" y="126"/>
                </a:cubicBezTo>
                <a:cubicBezTo>
                  <a:pt x="13" y="125"/>
                  <a:pt x="15" y="123"/>
                  <a:pt x="15" y="119"/>
                </a:cubicBezTo>
                <a:cubicBezTo>
                  <a:pt x="16" y="116"/>
                  <a:pt x="16" y="113"/>
                  <a:pt x="16" y="110"/>
                </a:cubicBezTo>
                <a:cubicBezTo>
                  <a:pt x="16" y="81"/>
                  <a:pt x="16" y="53"/>
                  <a:pt x="16" y="25"/>
                </a:cubicBezTo>
                <a:cubicBezTo>
                  <a:pt x="16" y="21"/>
                  <a:pt x="16" y="18"/>
                  <a:pt x="15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8" name="Freeform 9">
            <a:extLst xmlns:a="http://schemas.openxmlformats.org/drawingml/2006/main">
              <a:ext uri="{FF2B5EF4-FFF2-40B4-BE49-F238E27FC236}">
                <a16:creationId xmlns:a16="http://schemas.microsoft.com/office/drawing/2014/main" id="{466F6304-FBB8-49CB-B353-63BFCF3CA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4981" y="365289"/>
            <a:ext cx="164800" cy="184188"/>
          </a:xfrm>
          <a:custGeom xmlns:a="http://schemas.openxmlformats.org/drawingml/2006/main">
            <a:gdLst>
              <a:gd name="T0" fmla="*/ 324 w 325"/>
              <a:gd name="T1" fmla="*/ 106 h 363"/>
              <a:gd name="T2" fmla="*/ 283 w 325"/>
              <a:gd name="T3" fmla="*/ 179 h 363"/>
              <a:gd name="T4" fmla="*/ 247 w 325"/>
              <a:gd name="T5" fmla="*/ 214 h 363"/>
              <a:gd name="T6" fmla="*/ 241 w 325"/>
              <a:gd name="T7" fmla="*/ 228 h 363"/>
              <a:gd name="T8" fmla="*/ 271 w 325"/>
              <a:gd name="T9" fmla="*/ 230 h 363"/>
              <a:gd name="T10" fmla="*/ 282 w 325"/>
              <a:gd name="T11" fmla="*/ 240 h 363"/>
              <a:gd name="T12" fmla="*/ 269 w 325"/>
              <a:gd name="T13" fmla="*/ 277 h 363"/>
              <a:gd name="T14" fmla="*/ 223 w 325"/>
              <a:gd name="T15" fmla="*/ 316 h 363"/>
              <a:gd name="T16" fmla="*/ 176 w 325"/>
              <a:gd name="T17" fmla="*/ 340 h 363"/>
              <a:gd name="T18" fmla="*/ 160 w 325"/>
              <a:gd name="T19" fmla="*/ 339 h 363"/>
              <a:gd name="T20" fmla="*/ 165 w 325"/>
              <a:gd name="T21" fmla="*/ 329 h 363"/>
              <a:gd name="T22" fmla="*/ 195 w 325"/>
              <a:gd name="T23" fmla="*/ 302 h 363"/>
              <a:gd name="T24" fmla="*/ 214 w 325"/>
              <a:gd name="T25" fmla="*/ 282 h 363"/>
              <a:gd name="T26" fmla="*/ 223 w 325"/>
              <a:gd name="T27" fmla="*/ 265 h 363"/>
              <a:gd name="T28" fmla="*/ 220 w 325"/>
              <a:gd name="T29" fmla="*/ 257 h 363"/>
              <a:gd name="T30" fmla="*/ 179 w 325"/>
              <a:gd name="T31" fmla="*/ 289 h 363"/>
              <a:gd name="T32" fmla="*/ 106 w 325"/>
              <a:gd name="T33" fmla="*/ 335 h 363"/>
              <a:gd name="T34" fmla="*/ 20 w 325"/>
              <a:gd name="T35" fmla="*/ 363 h 363"/>
              <a:gd name="T36" fmla="*/ 4 w 325"/>
              <a:gd name="T37" fmla="*/ 360 h 363"/>
              <a:gd name="T38" fmla="*/ 78 w 325"/>
              <a:gd name="T39" fmla="*/ 306 h 363"/>
              <a:gd name="T40" fmla="*/ 102 w 325"/>
              <a:gd name="T41" fmla="*/ 295 h 363"/>
              <a:gd name="T42" fmla="*/ 208 w 325"/>
              <a:gd name="T43" fmla="*/ 238 h 363"/>
              <a:gd name="T44" fmla="*/ 207 w 325"/>
              <a:gd name="T45" fmla="*/ 232 h 363"/>
              <a:gd name="T46" fmla="*/ 171 w 325"/>
              <a:gd name="T47" fmla="*/ 243 h 363"/>
              <a:gd name="T48" fmla="*/ 163 w 325"/>
              <a:gd name="T49" fmla="*/ 239 h 363"/>
              <a:gd name="T50" fmla="*/ 170 w 325"/>
              <a:gd name="T51" fmla="*/ 226 h 363"/>
              <a:gd name="T52" fmla="*/ 154 w 325"/>
              <a:gd name="T53" fmla="*/ 206 h 363"/>
              <a:gd name="T54" fmla="*/ 122 w 325"/>
              <a:gd name="T55" fmla="*/ 224 h 363"/>
              <a:gd name="T56" fmla="*/ 99 w 325"/>
              <a:gd name="T57" fmla="*/ 236 h 363"/>
              <a:gd name="T58" fmla="*/ 100 w 325"/>
              <a:gd name="T59" fmla="*/ 222 h 363"/>
              <a:gd name="T60" fmla="*/ 116 w 325"/>
              <a:gd name="T61" fmla="*/ 204 h 363"/>
              <a:gd name="T62" fmla="*/ 118 w 325"/>
              <a:gd name="T63" fmla="*/ 183 h 363"/>
              <a:gd name="T64" fmla="*/ 116 w 325"/>
              <a:gd name="T65" fmla="*/ 174 h 363"/>
              <a:gd name="T66" fmla="*/ 143 w 325"/>
              <a:gd name="T67" fmla="*/ 167 h 363"/>
              <a:gd name="T68" fmla="*/ 158 w 325"/>
              <a:gd name="T69" fmla="*/ 145 h 363"/>
              <a:gd name="T70" fmla="*/ 147 w 325"/>
              <a:gd name="T71" fmla="*/ 144 h 363"/>
              <a:gd name="T72" fmla="*/ 132 w 325"/>
              <a:gd name="T73" fmla="*/ 141 h 363"/>
              <a:gd name="T74" fmla="*/ 141 w 325"/>
              <a:gd name="T75" fmla="*/ 129 h 363"/>
              <a:gd name="T76" fmla="*/ 140 w 325"/>
              <a:gd name="T77" fmla="*/ 115 h 363"/>
              <a:gd name="T78" fmla="*/ 112 w 325"/>
              <a:gd name="T79" fmla="*/ 96 h 363"/>
              <a:gd name="T80" fmla="*/ 127 w 325"/>
              <a:gd name="T81" fmla="*/ 92 h 363"/>
              <a:gd name="T82" fmla="*/ 167 w 325"/>
              <a:gd name="T83" fmla="*/ 81 h 363"/>
              <a:gd name="T84" fmla="*/ 203 w 325"/>
              <a:gd name="T85" fmla="*/ 36 h 363"/>
              <a:gd name="T86" fmla="*/ 204 w 325"/>
              <a:gd name="T87" fmla="*/ 10 h 363"/>
              <a:gd name="T88" fmla="*/ 216 w 325"/>
              <a:gd name="T89" fmla="*/ 3 h 363"/>
              <a:gd name="T90" fmla="*/ 224 w 325"/>
              <a:gd name="T91" fmla="*/ 56 h 363"/>
              <a:gd name="T92" fmla="*/ 205 w 325"/>
              <a:gd name="T93" fmla="*/ 91 h 363"/>
              <a:gd name="T94" fmla="*/ 208 w 325"/>
              <a:gd name="T95" fmla="*/ 105 h 363"/>
              <a:gd name="T96" fmla="*/ 267 w 325"/>
              <a:gd name="T97" fmla="*/ 87 h 363"/>
              <a:gd name="T98" fmla="*/ 297 w 325"/>
              <a:gd name="T99" fmla="*/ 85 h 363"/>
              <a:gd name="T100" fmla="*/ 309 w 325"/>
              <a:gd name="T101" fmla="*/ 86 h 363"/>
              <a:gd name="T102" fmla="*/ 325 w 325"/>
              <a:gd name="T103" fmla="*/ 104 h 363"/>
              <a:gd name="T104" fmla="*/ 198 w 325"/>
              <a:gd name="T105" fmla="*/ 126 h 363"/>
              <a:gd name="T106" fmla="*/ 164 w 325"/>
              <a:gd name="T107" fmla="*/ 175 h 363"/>
              <a:gd name="T108" fmla="*/ 181 w 325"/>
              <a:gd name="T109" fmla="*/ 191 h 363"/>
              <a:gd name="T110" fmla="*/ 186 w 325"/>
              <a:gd name="T111" fmla="*/ 173 h 363"/>
              <a:gd name="T112" fmla="*/ 199 w 325"/>
              <a:gd name="T113" fmla="*/ 170 h 363"/>
              <a:gd name="T114" fmla="*/ 206 w 325"/>
              <a:gd name="T115" fmla="*/ 204 h 363"/>
              <a:gd name="T116" fmla="*/ 217 w 325"/>
              <a:gd name="T117" fmla="*/ 206 h 363"/>
              <a:gd name="T118" fmla="*/ 229 w 325"/>
              <a:gd name="T119" fmla="*/ 188 h 363"/>
              <a:gd name="T120" fmla="*/ 261 w 325"/>
              <a:gd name="T121" fmla="*/ 141 h 363"/>
              <a:gd name="T122" fmla="*/ 250 w 325"/>
              <a:gd name="T123" fmla="*/ 134 h 363"/>
              <a:gd name="T124" fmla="*/ 206 w 325"/>
              <a:gd name="T125" fmla="*/ 122 h 363"/>
            </a:gdLst>
            <a:rect l="0" t="0" r="r" b="b"/>
            <a:pathLst>
              <a:path w="325" h="363">
                <a:moveTo>
                  <a:pt x="325" y="104"/>
                </a:moveTo>
                <a:cubicBezTo>
                  <a:pt x="325" y="104"/>
                  <a:pt x="324" y="105"/>
                  <a:pt x="324" y="106"/>
                </a:cubicBezTo>
                <a:cubicBezTo>
                  <a:pt x="323" y="108"/>
                  <a:pt x="323" y="111"/>
                  <a:pt x="322" y="114"/>
                </a:cubicBezTo>
                <a:cubicBezTo>
                  <a:pt x="312" y="138"/>
                  <a:pt x="300" y="160"/>
                  <a:pt x="283" y="179"/>
                </a:cubicBezTo>
                <a:cubicBezTo>
                  <a:pt x="275" y="188"/>
                  <a:pt x="267" y="197"/>
                  <a:pt x="259" y="205"/>
                </a:cubicBezTo>
                <a:cubicBezTo>
                  <a:pt x="255" y="209"/>
                  <a:pt x="251" y="211"/>
                  <a:pt x="247" y="214"/>
                </a:cubicBezTo>
                <a:cubicBezTo>
                  <a:pt x="244" y="217"/>
                  <a:pt x="241" y="219"/>
                  <a:pt x="239" y="223"/>
                </a:cubicBezTo>
                <a:cubicBezTo>
                  <a:pt x="237" y="226"/>
                  <a:pt x="238" y="227"/>
                  <a:pt x="241" y="228"/>
                </a:cubicBezTo>
                <a:cubicBezTo>
                  <a:pt x="243" y="228"/>
                  <a:pt x="245" y="228"/>
                  <a:pt x="246" y="228"/>
                </a:cubicBezTo>
                <a:cubicBezTo>
                  <a:pt x="255" y="229"/>
                  <a:pt x="263" y="230"/>
                  <a:pt x="271" y="230"/>
                </a:cubicBezTo>
                <a:cubicBezTo>
                  <a:pt x="272" y="230"/>
                  <a:pt x="274" y="231"/>
                  <a:pt x="275" y="231"/>
                </a:cubicBezTo>
                <a:cubicBezTo>
                  <a:pt x="280" y="233"/>
                  <a:pt x="282" y="235"/>
                  <a:pt x="282" y="240"/>
                </a:cubicBezTo>
                <a:cubicBezTo>
                  <a:pt x="283" y="247"/>
                  <a:pt x="282" y="253"/>
                  <a:pt x="279" y="259"/>
                </a:cubicBezTo>
                <a:cubicBezTo>
                  <a:pt x="277" y="265"/>
                  <a:pt x="273" y="271"/>
                  <a:pt x="269" y="277"/>
                </a:cubicBezTo>
                <a:cubicBezTo>
                  <a:pt x="260" y="289"/>
                  <a:pt x="248" y="298"/>
                  <a:pt x="237" y="307"/>
                </a:cubicBezTo>
                <a:cubicBezTo>
                  <a:pt x="233" y="311"/>
                  <a:pt x="228" y="314"/>
                  <a:pt x="223" y="316"/>
                </a:cubicBezTo>
                <a:cubicBezTo>
                  <a:pt x="213" y="321"/>
                  <a:pt x="203" y="327"/>
                  <a:pt x="193" y="332"/>
                </a:cubicBezTo>
                <a:cubicBezTo>
                  <a:pt x="187" y="334"/>
                  <a:pt x="182" y="337"/>
                  <a:pt x="176" y="340"/>
                </a:cubicBezTo>
                <a:cubicBezTo>
                  <a:pt x="173" y="341"/>
                  <a:pt x="169" y="341"/>
                  <a:pt x="166" y="342"/>
                </a:cubicBezTo>
                <a:cubicBezTo>
                  <a:pt x="164" y="342"/>
                  <a:pt x="161" y="341"/>
                  <a:pt x="160" y="339"/>
                </a:cubicBezTo>
                <a:cubicBezTo>
                  <a:pt x="159" y="337"/>
                  <a:pt x="160" y="335"/>
                  <a:pt x="162" y="333"/>
                </a:cubicBezTo>
                <a:cubicBezTo>
                  <a:pt x="163" y="332"/>
                  <a:pt x="164" y="330"/>
                  <a:pt x="165" y="329"/>
                </a:cubicBezTo>
                <a:cubicBezTo>
                  <a:pt x="173" y="323"/>
                  <a:pt x="181" y="316"/>
                  <a:pt x="189" y="310"/>
                </a:cubicBezTo>
                <a:cubicBezTo>
                  <a:pt x="192" y="307"/>
                  <a:pt x="194" y="305"/>
                  <a:pt x="195" y="302"/>
                </a:cubicBezTo>
                <a:cubicBezTo>
                  <a:pt x="196" y="300"/>
                  <a:pt x="198" y="297"/>
                  <a:pt x="200" y="295"/>
                </a:cubicBezTo>
                <a:cubicBezTo>
                  <a:pt x="205" y="291"/>
                  <a:pt x="210" y="287"/>
                  <a:pt x="214" y="282"/>
                </a:cubicBezTo>
                <a:cubicBezTo>
                  <a:pt x="217" y="280"/>
                  <a:pt x="218" y="278"/>
                  <a:pt x="219" y="275"/>
                </a:cubicBezTo>
                <a:cubicBezTo>
                  <a:pt x="219" y="271"/>
                  <a:pt x="221" y="268"/>
                  <a:pt x="223" y="265"/>
                </a:cubicBezTo>
                <a:cubicBezTo>
                  <a:pt x="225" y="263"/>
                  <a:pt x="227" y="261"/>
                  <a:pt x="229" y="259"/>
                </a:cubicBezTo>
                <a:cubicBezTo>
                  <a:pt x="227" y="256"/>
                  <a:pt x="224" y="256"/>
                  <a:pt x="220" y="257"/>
                </a:cubicBezTo>
                <a:cubicBezTo>
                  <a:pt x="212" y="260"/>
                  <a:pt x="205" y="264"/>
                  <a:pt x="199" y="270"/>
                </a:cubicBezTo>
                <a:cubicBezTo>
                  <a:pt x="192" y="276"/>
                  <a:pt x="186" y="282"/>
                  <a:pt x="179" y="289"/>
                </a:cubicBezTo>
                <a:cubicBezTo>
                  <a:pt x="169" y="299"/>
                  <a:pt x="157" y="307"/>
                  <a:pt x="144" y="314"/>
                </a:cubicBezTo>
                <a:cubicBezTo>
                  <a:pt x="131" y="320"/>
                  <a:pt x="119" y="328"/>
                  <a:pt x="106" y="335"/>
                </a:cubicBezTo>
                <a:cubicBezTo>
                  <a:pt x="89" y="344"/>
                  <a:pt x="72" y="352"/>
                  <a:pt x="53" y="357"/>
                </a:cubicBezTo>
                <a:cubicBezTo>
                  <a:pt x="43" y="361"/>
                  <a:pt x="32" y="363"/>
                  <a:pt x="20" y="363"/>
                </a:cubicBezTo>
                <a:cubicBezTo>
                  <a:pt x="16" y="362"/>
                  <a:pt x="12" y="361"/>
                  <a:pt x="7" y="361"/>
                </a:cubicBezTo>
                <a:cubicBezTo>
                  <a:pt x="6" y="361"/>
                  <a:pt x="5" y="360"/>
                  <a:pt x="4" y="360"/>
                </a:cubicBezTo>
                <a:cubicBezTo>
                  <a:pt x="0" y="358"/>
                  <a:pt x="0" y="355"/>
                  <a:pt x="4" y="352"/>
                </a:cubicBezTo>
                <a:cubicBezTo>
                  <a:pt x="28" y="337"/>
                  <a:pt x="53" y="321"/>
                  <a:pt x="78" y="306"/>
                </a:cubicBezTo>
                <a:cubicBezTo>
                  <a:pt x="84" y="302"/>
                  <a:pt x="91" y="298"/>
                  <a:pt x="98" y="297"/>
                </a:cubicBezTo>
                <a:cubicBezTo>
                  <a:pt x="100" y="296"/>
                  <a:pt x="101" y="295"/>
                  <a:pt x="102" y="295"/>
                </a:cubicBezTo>
                <a:cubicBezTo>
                  <a:pt x="135" y="275"/>
                  <a:pt x="169" y="257"/>
                  <a:pt x="204" y="241"/>
                </a:cubicBezTo>
                <a:cubicBezTo>
                  <a:pt x="205" y="240"/>
                  <a:pt x="207" y="239"/>
                  <a:pt x="208" y="238"/>
                </a:cubicBezTo>
                <a:cubicBezTo>
                  <a:pt x="209" y="237"/>
                  <a:pt x="210" y="235"/>
                  <a:pt x="210" y="234"/>
                </a:cubicBezTo>
                <a:cubicBezTo>
                  <a:pt x="210" y="233"/>
                  <a:pt x="208" y="232"/>
                  <a:pt x="207" y="232"/>
                </a:cubicBezTo>
                <a:cubicBezTo>
                  <a:pt x="201" y="231"/>
                  <a:pt x="196" y="233"/>
                  <a:pt x="190" y="235"/>
                </a:cubicBezTo>
                <a:cubicBezTo>
                  <a:pt x="184" y="238"/>
                  <a:pt x="178" y="240"/>
                  <a:pt x="171" y="243"/>
                </a:cubicBezTo>
                <a:cubicBezTo>
                  <a:pt x="170" y="243"/>
                  <a:pt x="169" y="244"/>
                  <a:pt x="168" y="244"/>
                </a:cubicBezTo>
                <a:cubicBezTo>
                  <a:pt x="164" y="244"/>
                  <a:pt x="163" y="244"/>
                  <a:pt x="163" y="239"/>
                </a:cubicBezTo>
                <a:cubicBezTo>
                  <a:pt x="163" y="236"/>
                  <a:pt x="164" y="233"/>
                  <a:pt x="166" y="231"/>
                </a:cubicBezTo>
                <a:cubicBezTo>
                  <a:pt x="167" y="229"/>
                  <a:pt x="169" y="228"/>
                  <a:pt x="170" y="226"/>
                </a:cubicBezTo>
                <a:cubicBezTo>
                  <a:pt x="172" y="222"/>
                  <a:pt x="172" y="218"/>
                  <a:pt x="168" y="215"/>
                </a:cubicBezTo>
                <a:cubicBezTo>
                  <a:pt x="164" y="212"/>
                  <a:pt x="159" y="209"/>
                  <a:pt x="154" y="206"/>
                </a:cubicBezTo>
                <a:cubicBezTo>
                  <a:pt x="148" y="203"/>
                  <a:pt x="143" y="205"/>
                  <a:pt x="138" y="210"/>
                </a:cubicBezTo>
                <a:cubicBezTo>
                  <a:pt x="133" y="215"/>
                  <a:pt x="128" y="219"/>
                  <a:pt x="122" y="224"/>
                </a:cubicBezTo>
                <a:cubicBezTo>
                  <a:pt x="118" y="228"/>
                  <a:pt x="112" y="231"/>
                  <a:pt x="107" y="235"/>
                </a:cubicBezTo>
                <a:cubicBezTo>
                  <a:pt x="105" y="236"/>
                  <a:pt x="102" y="238"/>
                  <a:pt x="99" y="236"/>
                </a:cubicBezTo>
                <a:cubicBezTo>
                  <a:pt x="97" y="234"/>
                  <a:pt x="97" y="231"/>
                  <a:pt x="98" y="229"/>
                </a:cubicBezTo>
                <a:cubicBezTo>
                  <a:pt x="98" y="226"/>
                  <a:pt x="99" y="224"/>
                  <a:pt x="100" y="222"/>
                </a:cubicBezTo>
                <a:cubicBezTo>
                  <a:pt x="102" y="219"/>
                  <a:pt x="105" y="217"/>
                  <a:pt x="107" y="214"/>
                </a:cubicBezTo>
                <a:cubicBezTo>
                  <a:pt x="110" y="211"/>
                  <a:pt x="113" y="208"/>
                  <a:pt x="116" y="204"/>
                </a:cubicBezTo>
                <a:cubicBezTo>
                  <a:pt x="118" y="202"/>
                  <a:pt x="119" y="198"/>
                  <a:pt x="120" y="195"/>
                </a:cubicBezTo>
                <a:cubicBezTo>
                  <a:pt x="122" y="191"/>
                  <a:pt x="122" y="187"/>
                  <a:pt x="118" y="183"/>
                </a:cubicBezTo>
                <a:cubicBezTo>
                  <a:pt x="116" y="182"/>
                  <a:pt x="115" y="181"/>
                  <a:pt x="115" y="179"/>
                </a:cubicBezTo>
                <a:cubicBezTo>
                  <a:pt x="113" y="177"/>
                  <a:pt x="113" y="175"/>
                  <a:pt x="116" y="174"/>
                </a:cubicBezTo>
                <a:cubicBezTo>
                  <a:pt x="123" y="173"/>
                  <a:pt x="130" y="171"/>
                  <a:pt x="137" y="170"/>
                </a:cubicBezTo>
                <a:cubicBezTo>
                  <a:pt x="140" y="170"/>
                  <a:pt x="141" y="169"/>
                  <a:pt x="143" y="167"/>
                </a:cubicBezTo>
                <a:cubicBezTo>
                  <a:pt x="146" y="163"/>
                  <a:pt x="150" y="159"/>
                  <a:pt x="153" y="155"/>
                </a:cubicBezTo>
                <a:cubicBezTo>
                  <a:pt x="155" y="152"/>
                  <a:pt x="157" y="149"/>
                  <a:pt x="158" y="145"/>
                </a:cubicBezTo>
                <a:cubicBezTo>
                  <a:pt x="159" y="141"/>
                  <a:pt x="157" y="140"/>
                  <a:pt x="154" y="141"/>
                </a:cubicBezTo>
                <a:cubicBezTo>
                  <a:pt x="151" y="141"/>
                  <a:pt x="149" y="142"/>
                  <a:pt x="147" y="144"/>
                </a:cubicBezTo>
                <a:cubicBezTo>
                  <a:pt x="144" y="146"/>
                  <a:pt x="140" y="146"/>
                  <a:pt x="137" y="145"/>
                </a:cubicBezTo>
                <a:cubicBezTo>
                  <a:pt x="134" y="145"/>
                  <a:pt x="133" y="144"/>
                  <a:pt x="132" y="141"/>
                </a:cubicBezTo>
                <a:cubicBezTo>
                  <a:pt x="132" y="139"/>
                  <a:pt x="132" y="137"/>
                  <a:pt x="134" y="135"/>
                </a:cubicBezTo>
                <a:cubicBezTo>
                  <a:pt x="137" y="133"/>
                  <a:pt x="139" y="131"/>
                  <a:pt x="141" y="129"/>
                </a:cubicBezTo>
                <a:cubicBezTo>
                  <a:pt x="143" y="126"/>
                  <a:pt x="144" y="123"/>
                  <a:pt x="144" y="119"/>
                </a:cubicBezTo>
                <a:cubicBezTo>
                  <a:pt x="144" y="116"/>
                  <a:pt x="143" y="115"/>
                  <a:pt x="140" y="115"/>
                </a:cubicBezTo>
                <a:cubicBezTo>
                  <a:pt x="136" y="115"/>
                  <a:pt x="132" y="115"/>
                  <a:pt x="129" y="114"/>
                </a:cubicBezTo>
                <a:cubicBezTo>
                  <a:pt x="119" y="112"/>
                  <a:pt x="114" y="106"/>
                  <a:pt x="112" y="96"/>
                </a:cubicBezTo>
                <a:cubicBezTo>
                  <a:pt x="112" y="91"/>
                  <a:pt x="113" y="90"/>
                  <a:pt x="118" y="91"/>
                </a:cubicBezTo>
                <a:cubicBezTo>
                  <a:pt x="121" y="91"/>
                  <a:pt x="124" y="91"/>
                  <a:pt x="127" y="92"/>
                </a:cubicBezTo>
                <a:cubicBezTo>
                  <a:pt x="137" y="93"/>
                  <a:pt x="146" y="92"/>
                  <a:pt x="155" y="86"/>
                </a:cubicBezTo>
                <a:cubicBezTo>
                  <a:pt x="158" y="83"/>
                  <a:pt x="163" y="82"/>
                  <a:pt x="167" y="81"/>
                </a:cubicBezTo>
                <a:cubicBezTo>
                  <a:pt x="174" y="79"/>
                  <a:pt x="180" y="76"/>
                  <a:pt x="184" y="70"/>
                </a:cubicBezTo>
                <a:cubicBezTo>
                  <a:pt x="193" y="60"/>
                  <a:pt x="200" y="49"/>
                  <a:pt x="203" y="36"/>
                </a:cubicBezTo>
                <a:cubicBezTo>
                  <a:pt x="204" y="30"/>
                  <a:pt x="205" y="23"/>
                  <a:pt x="205" y="17"/>
                </a:cubicBezTo>
                <a:cubicBezTo>
                  <a:pt x="204" y="15"/>
                  <a:pt x="204" y="13"/>
                  <a:pt x="204" y="10"/>
                </a:cubicBezTo>
                <a:cubicBezTo>
                  <a:pt x="204" y="7"/>
                  <a:pt x="204" y="4"/>
                  <a:pt x="207" y="2"/>
                </a:cubicBezTo>
                <a:cubicBezTo>
                  <a:pt x="211" y="0"/>
                  <a:pt x="213" y="2"/>
                  <a:pt x="216" y="3"/>
                </a:cubicBezTo>
                <a:cubicBezTo>
                  <a:pt x="230" y="11"/>
                  <a:pt x="236" y="28"/>
                  <a:pt x="230" y="43"/>
                </a:cubicBezTo>
                <a:cubicBezTo>
                  <a:pt x="229" y="48"/>
                  <a:pt x="226" y="52"/>
                  <a:pt x="224" y="56"/>
                </a:cubicBezTo>
                <a:cubicBezTo>
                  <a:pt x="219" y="64"/>
                  <a:pt x="214" y="72"/>
                  <a:pt x="209" y="80"/>
                </a:cubicBezTo>
                <a:cubicBezTo>
                  <a:pt x="207" y="83"/>
                  <a:pt x="206" y="87"/>
                  <a:pt x="205" y="91"/>
                </a:cubicBezTo>
                <a:cubicBezTo>
                  <a:pt x="204" y="93"/>
                  <a:pt x="203" y="95"/>
                  <a:pt x="203" y="98"/>
                </a:cubicBezTo>
                <a:cubicBezTo>
                  <a:pt x="203" y="102"/>
                  <a:pt x="205" y="104"/>
                  <a:pt x="208" y="105"/>
                </a:cubicBezTo>
                <a:cubicBezTo>
                  <a:pt x="213" y="106"/>
                  <a:pt x="217" y="105"/>
                  <a:pt x="221" y="104"/>
                </a:cubicBezTo>
                <a:cubicBezTo>
                  <a:pt x="236" y="97"/>
                  <a:pt x="251" y="91"/>
                  <a:pt x="267" y="87"/>
                </a:cubicBezTo>
                <a:cubicBezTo>
                  <a:pt x="274" y="85"/>
                  <a:pt x="280" y="84"/>
                  <a:pt x="287" y="82"/>
                </a:cubicBezTo>
                <a:cubicBezTo>
                  <a:pt x="290" y="82"/>
                  <a:pt x="294" y="82"/>
                  <a:pt x="297" y="85"/>
                </a:cubicBezTo>
                <a:cubicBezTo>
                  <a:pt x="299" y="86"/>
                  <a:pt x="301" y="86"/>
                  <a:pt x="304" y="86"/>
                </a:cubicBezTo>
                <a:cubicBezTo>
                  <a:pt x="305" y="87"/>
                  <a:pt x="307" y="86"/>
                  <a:pt x="309" y="86"/>
                </a:cubicBezTo>
                <a:cubicBezTo>
                  <a:pt x="317" y="86"/>
                  <a:pt x="323" y="89"/>
                  <a:pt x="325" y="97"/>
                </a:cubicBezTo>
                <a:cubicBezTo>
                  <a:pt x="325" y="99"/>
                  <a:pt x="325" y="101"/>
                  <a:pt x="325" y="104"/>
                </a:cubicBezTo>
                <a:close/>
                <a:moveTo>
                  <a:pt x="206" y="122"/>
                </a:moveTo>
                <a:cubicBezTo>
                  <a:pt x="203" y="122"/>
                  <a:pt x="200" y="123"/>
                  <a:pt x="198" y="126"/>
                </a:cubicBezTo>
                <a:cubicBezTo>
                  <a:pt x="189" y="138"/>
                  <a:pt x="179" y="150"/>
                  <a:pt x="169" y="162"/>
                </a:cubicBezTo>
                <a:cubicBezTo>
                  <a:pt x="166" y="166"/>
                  <a:pt x="164" y="170"/>
                  <a:pt x="164" y="175"/>
                </a:cubicBezTo>
                <a:cubicBezTo>
                  <a:pt x="162" y="184"/>
                  <a:pt x="165" y="188"/>
                  <a:pt x="173" y="193"/>
                </a:cubicBezTo>
                <a:cubicBezTo>
                  <a:pt x="176" y="195"/>
                  <a:pt x="179" y="194"/>
                  <a:pt x="181" y="191"/>
                </a:cubicBezTo>
                <a:cubicBezTo>
                  <a:pt x="183" y="188"/>
                  <a:pt x="183" y="186"/>
                  <a:pt x="184" y="183"/>
                </a:cubicBezTo>
                <a:cubicBezTo>
                  <a:pt x="185" y="180"/>
                  <a:pt x="185" y="176"/>
                  <a:pt x="186" y="173"/>
                </a:cubicBezTo>
                <a:cubicBezTo>
                  <a:pt x="187" y="171"/>
                  <a:pt x="188" y="168"/>
                  <a:pt x="190" y="167"/>
                </a:cubicBezTo>
                <a:cubicBezTo>
                  <a:pt x="194" y="164"/>
                  <a:pt x="197" y="165"/>
                  <a:pt x="199" y="170"/>
                </a:cubicBezTo>
                <a:cubicBezTo>
                  <a:pt x="199" y="171"/>
                  <a:pt x="199" y="171"/>
                  <a:pt x="199" y="172"/>
                </a:cubicBezTo>
                <a:cubicBezTo>
                  <a:pt x="202" y="183"/>
                  <a:pt x="205" y="193"/>
                  <a:pt x="206" y="204"/>
                </a:cubicBezTo>
                <a:cubicBezTo>
                  <a:pt x="206" y="206"/>
                  <a:pt x="207" y="209"/>
                  <a:pt x="210" y="210"/>
                </a:cubicBezTo>
                <a:cubicBezTo>
                  <a:pt x="214" y="210"/>
                  <a:pt x="215" y="208"/>
                  <a:pt x="217" y="206"/>
                </a:cubicBezTo>
                <a:cubicBezTo>
                  <a:pt x="217" y="205"/>
                  <a:pt x="217" y="205"/>
                  <a:pt x="218" y="204"/>
                </a:cubicBezTo>
                <a:cubicBezTo>
                  <a:pt x="221" y="199"/>
                  <a:pt x="225" y="193"/>
                  <a:pt x="229" y="188"/>
                </a:cubicBezTo>
                <a:cubicBezTo>
                  <a:pt x="237" y="177"/>
                  <a:pt x="246" y="167"/>
                  <a:pt x="255" y="157"/>
                </a:cubicBezTo>
                <a:cubicBezTo>
                  <a:pt x="259" y="152"/>
                  <a:pt x="261" y="147"/>
                  <a:pt x="261" y="141"/>
                </a:cubicBezTo>
                <a:cubicBezTo>
                  <a:pt x="261" y="137"/>
                  <a:pt x="259" y="135"/>
                  <a:pt x="255" y="134"/>
                </a:cubicBezTo>
                <a:cubicBezTo>
                  <a:pt x="253" y="134"/>
                  <a:pt x="251" y="134"/>
                  <a:pt x="250" y="134"/>
                </a:cubicBezTo>
                <a:cubicBezTo>
                  <a:pt x="240" y="131"/>
                  <a:pt x="231" y="129"/>
                  <a:pt x="221" y="126"/>
                </a:cubicBezTo>
                <a:cubicBezTo>
                  <a:pt x="216" y="125"/>
                  <a:pt x="211" y="123"/>
                  <a:pt x="206" y="1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9" name="Freeform 10">
            <a:extLst xmlns:a="http://schemas.openxmlformats.org/drawingml/2006/main">
              <a:ext uri="{FF2B5EF4-FFF2-40B4-BE49-F238E27FC236}">
                <a16:creationId xmlns:a16="http://schemas.microsoft.com/office/drawing/2014/main" id="{559BB4EC-E18D-45BF-A043-D5CB18862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8190" y="398363"/>
            <a:ext cx="193882" cy="208139"/>
          </a:xfrm>
          <a:custGeom xmlns:a="http://schemas.openxmlformats.org/drawingml/2006/main">
            <a:gdLst>
              <a:gd name="T0" fmla="*/ 83 w 383"/>
              <a:gd name="T1" fmla="*/ 410 h 411"/>
              <a:gd name="T2" fmla="*/ 111 w 383"/>
              <a:gd name="T3" fmla="*/ 380 h 411"/>
              <a:gd name="T4" fmla="*/ 136 w 383"/>
              <a:gd name="T5" fmla="*/ 371 h 411"/>
              <a:gd name="T6" fmla="*/ 198 w 383"/>
              <a:gd name="T7" fmla="*/ 294 h 411"/>
              <a:gd name="T8" fmla="*/ 201 w 383"/>
              <a:gd name="T9" fmla="*/ 280 h 411"/>
              <a:gd name="T10" fmla="*/ 197 w 383"/>
              <a:gd name="T11" fmla="*/ 274 h 411"/>
              <a:gd name="T12" fmla="*/ 166 w 383"/>
              <a:gd name="T13" fmla="*/ 283 h 411"/>
              <a:gd name="T14" fmla="*/ 144 w 383"/>
              <a:gd name="T15" fmla="*/ 291 h 411"/>
              <a:gd name="T16" fmla="*/ 123 w 383"/>
              <a:gd name="T17" fmla="*/ 305 h 411"/>
              <a:gd name="T18" fmla="*/ 62 w 383"/>
              <a:gd name="T19" fmla="*/ 344 h 411"/>
              <a:gd name="T20" fmla="*/ 34 w 383"/>
              <a:gd name="T21" fmla="*/ 353 h 411"/>
              <a:gd name="T22" fmla="*/ 9 w 383"/>
              <a:gd name="T23" fmla="*/ 344 h 411"/>
              <a:gd name="T24" fmla="*/ 1 w 383"/>
              <a:gd name="T25" fmla="*/ 322 h 411"/>
              <a:gd name="T26" fmla="*/ 0 w 383"/>
              <a:gd name="T27" fmla="*/ 288 h 411"/>
              <a:gd name="T28" fmla="*/ 1 w 383"/>
              <a:gd name="T29" fmla="*/ 283 h 411"/>
              <a:gd name="T30" fmla="*/ 6 w 383"/>
              <a:gd name="T31" fmla="*/ 282 h 411"/>
              <a:gd name="T32" fmla="*/ 8 w 383"/>
              <a:gd name="T33" fmla="*/ 285 h 411"/>
              <a:gd name="T34" fmla="*/ 10 w 383"/>
              <a:gd name="T35" fmla="*/ 290 h 411"/>
              <a:gd name="T36" fmla="*/ 32 w 383"/>
              <a:gd name="T37" fmla="*/ 298 h 411"/>
              <a:gd name="T38" fmla="*/ 46 w 383"/>
              <a:gd name="T39" fmla="*/ 293 h 411"/>
              <a:gd name="T40" fmla="*/ 53 w 383"/>
              <a:gd name="T41" fmla="*/ 291 h 411"/>
              <a:gd name="T42" fmla="*/ 65 w 383"/>
              <a:gd name="T43" fmla="*/ 288 h 411"/>
              <a:gd name="T44" fmla="*/ 100 w 383"/>
              <a:gd name="T45" fmla="*/ 268 h 411"/>
              <a:gd name="T46" fmla="*/ 156 w 383"/>
              <a:gd name="T47" fmla="*/ 244 h 411"/>
              <a:gd name="T48" fmla="*/ 197 w 383"/>
              <a:gd name="T49" fmla="*/ 229 h 411"/>
              <a:gd name="T50" fmla="*/ 203 w 383"/>
              <a:gd name="T51" fmla="*/ 226 h 411"/>
              <a:gd name="T52" fmla="*/ 219 w 383"/>
              <a:gd name="T53" fmla="*/ 204 h 411"/>
              <a:gd name="T54" fmla="*/ 222 w 383"/>
              <a:gd name="T55" fmla="*/ 124 h 411"/>
              <a:gd name="T56" fmla="*/ 210 w 383"/>
              <a:gd name="T57" fmla="*/ 69 h 411"/>
              <a:gd name="T58" fmla="*/ 197 w 383"/>
              <a:gd name="T59" fmla="*/ 36 h 411"/>
              <a:gd name="T60" fmla="*/ 194 w 383"/>
              <a:gd name="T61" fmla="*/ 10 h 411"/>
              <a:gd name="T62" fmla="*/ 205 w 383"/>
              <a:gd name="T63" fmla="*/ 2 h 411"/>
              <a:gd name="T64" fmla="*/ 230 w 383"/>
              <a:gd name="T65" fmla="*/ 7 h 411"/>
              <a:gd name="T66" fmla="*/ 237 w 383"/>
              <a:gd name="T67" fmla="*/ 10 h 411"/>
              <a:gd name="T68" fmla="*/ 248 w 383"/>
              <a:gd name="T69" fmla="*/ 19 h 411"/>
              <a:gd name="T70" fmla="*/ 265 w 383"/>
              <a:gd name="T71" fmla="*/ 29 h 411"/>
              <a:gd name="T72" fmla="*/ 280 w 383"/>
              <a:gd name="T73" fmla="*/ 49 h 411"/>
              <a:gd name="T74" fmla="*/ 278 w 383"/>
              <a:gd name="T75" fmla="*/ 66 h 411"/>
              <a:gd name="T76" fmla="*/ 273 w 383"/>
              <a:gd name="T77" fmla="*/ 72 h 411"/>
              <a:gd name="T78" fmla="*/ 270 w 383"/>
              <a:gd name="T79" fmla="*/ 77 h 411"/>
              <a:gd name="T80" fmla="*/ 271 w 383"/>
              <a:gd name="T81" fmla="*/ 158 h 411"/>
              <a:gd name="T82" fmla="*/ 273 w 383"/>
              <a:gd name="T83" fmla="*/ 179 h 411"/>
              <a:gd name="T84" fmla="*/ 278 w 383"/>
              <a:gd name="T85" fmla="*/ 182 h 411"/>
              <a:gd name="T86" fmla="*/ 313 w 383"/>
              <a:gd name="T87" fmla="*/ 160 h 411"/>
              <a:gd name="T88" fmla="*/ 325 w 383"/>
              <a:gd name="T89" fmla="*/ 144 h 411"/>
              <a:gd name="T90" fmla="*/ 341 w 383"/>
              <a:gd name="T91" fmla="*/ 128 h 411"/>
              <a:gd name="T92" fmla="*/ 369 w 383"/>
              <a:gd name="T93" fmla="*/ 122 h 411"/>
              <a:gd name="T94" fmla="*/ 380 w 383"/>
              <a:gd name="T95" fmla="*/ 141 h 411"/>
              <a:gd name="T96" fmla="*/ 372 w 383"/>
              <a:gd name="T97" fmla="*/ 154 h 411"/>
              <a:gd name="T98" fmla="*/ 355 w 383"/>
              <a:gd name="T99" fmla="*/ 169 h 411"/>
              <a:gd name="T100" fmla="*/ 314 w 383"/>
              <a:gd name="T101" fmla="*/ 199 h 411"/>
              <a:gd name="T102" fmla="*/ 275 w 383"/>
              <a:gd name="T103" fmla="*/ 229 h 411"/>
              <a:gd name="T104" fmla="*/ 271 w 383"/>
              <a:gd name="T105" fmla="*/ 238 h 411"/>
              <a:gd name="T106" fmla="*/ 254 w 383"/>
              <a:gd name="T107" fmla="*/ 310 h 411"/>
              <a:gd name="T108" fmla="*/ 250 w 383"/>
              <a:gd name="T109" fmla="*/ 320 h 411"/>
              <a:gd name="T110" fmla="*/ 247 w 383"/>
              <a:gd name="T111" fmla="*/ 325 h 411"/>
              <a:gd name="T112" fmla="*/ 173 w 383"/>
              <a:gd name="T113" fmla="*/ 386 h 411"/>
              <a:gd name="T114" fmla="*/ 95 w 383"/>
              <a:gd name="T115" fmla="*/ 410 h 411"/>
              <a:gd name="T116" fmla="*/ 88 w 383"/>
              <a:gd name="T117" fmla="*/ 411 h 411"/>
              <a:gd name="T118" fmla="*/ 83 w 383"/>
              <a:gd name="T119" fmla="*/ 410 h 411"/>
            </a:gdLst>
            <a:rect l="0" t="0" r="r" b="b"/>
            <a:pathLst>
              <a:path w="383" h="411">
                <a:moveTo>
                  <a:pt x="83" y="410"/>
                </a:moveTo>
                <a:cubicBezTo>
                  <a:pt x="89" y="396"/>
                  <a:pt x="96" y="385"/>
                  <a:pt x="111" y="380"/>
                </a:cubicBezTo>
                <a:cubicBezTo>
                  <a:pt x="120" y="378"/>
                  <a:pt x="128" y="375"/>
                  <a:pt x="136" y="371"/>
                </a:cubicBezTo>
                <a:cubicBezTo>
                  <a:pt x="168" y="355"/>
                  <a:pt x="188" y="328"/>
                  <a:pt x="198" y="294"/>
                </a:cubicBezTo>
                <a:cubicBezTo>
                  <a:pt x="199" y="289"/>
                  <a:pt x="200" y="284"/>
                  <a:pt x="201" y="280"/>
                </a:cubicBezTo>
                <a:cubicBezTo>
                  <a:pt x="202" y="275"/>
                  <a:pt x="201" y="274"/>
                  <a:pt x="197" y="274"/>
                </a:cubicBezTo>
                <a:cubicBezTo>
                  <a:pt x="186" y="275"/>
                  <a:pt x="176" y="278"/>
                  <a:pt x="166" y="283"/>
                </a:cubicBezTo>
                <a:cubicBezTo>
                  <a:pt x="159" y="286"/>
                  <a:pt x="152" y="289"/>
                  <a:pt x="144" y="291"/>
                </a:cubicBezTo>
                <a:cubicBezTo>
                  <a:pt x="136" y="294"/>
                  <a:pt x="130" y="300"/>
                  <a:pt x="123" y="305"/>
                </a:cubicBezTo>
                <a:cubicBezTo>
                  <a:pt x="105" y="321"/>
                  <a:pt x="84" y="334"/>
                  <a:pt x="62" y="344"/>
                </a:cubicBezTo>
                <a:cubicBezTo>
                  <a:pt x="53" y="348"/>
                  <a:pt x="43" y="351"/>
                  <a:pt x="34" y="353"/>
                </a:cubicBezTo>
                <a:cubicBezTo>
                  <a:pt x="24" y="356"/>
                  <a:pt x="15" y="352"/>
                  <a:pt x="9" y="344"/>
                </a:cubicBezTo>
                <a:cubicBezTo>
                  <a:pt x="4" y="338"/>
                  <a:pt x="1" y="330"/>
                  <a:pt x="1" y="322"/>
                </a:cubicBezTo>
                <a:cubicBezTo>
                  <a:pt x="1" y="310"/>
                  <a:pt x="0" y="299"/>
                  <a:pt x="0" y="288"/>
                </a:cubicBezTo>
                <a:cubicBezTo>
                  <a:pt x="0" y="286"/>
                  <a:pt x="0" y="284"/>
                  <a:pt x="1" y="283"/>
                </a:cubicBezTo>
                <a:cubicBezTo>
                  <a:pt x="1" y="280"/>
                  <a:pt x="4" y="279"/>
                  <a:pt x="6" y="282"/>
                </a:cubicBezTo>
                <a:cubicBezTo>
                  <a:pt x="7" y="283"/>
                  <a:pt x="7" y="284"/>
                  <a:pt x="8" y="285"/>
                </a:cubicBezTo>
                <a:cubicBezTo>
                  <a:pt x="9" y="286"/>
                  <a:pt x="9" y="288"/>
                  <a:pt x="10" y="290"/>
                </a:cubicBezTo>
                <a:cubicBezTo>
                  <a:pt x="16" y="297"/>
                  <a:pt x="23" y="301"/>
                  <a:pt x="32" y="298"/>
                </a:cubicBezTo>
                <a:cubicBezTo>
                  <a:pt x="37" y="297"/>
                  <a:pt x="41" y="295"/>
                  <a:pt x="46" y="293"/>
                </a:cubicBezTo>
                <a:cubicBezTo>
                  <a:pt x="48" y="292"/>
                  <a:pt x="51" y="291"/>
                  <a:pt x="53" y="291"/>
                </a:cubicBezTo>
                <a:cubicBezTo>
                  <a:pt x="58" y="292"/>
                  <a:pt x="61" y="290"/>
                  <a:pt x="65" y="288"/>
                </a:cubicBezTo>
                <a:cubicBezTo>
                  <a:pt x="77" y="282"/>
                  <a:pt x="89" y="275"/>
                  <a:pt x="100" y="268"/>
                </a:cubicBezTo>
                <a:cubicBezTo>
                  <a:pt x="118" y="258"/>
                  <a:pt x="137" y="251"/>
                  <a:pt x="156" y="244"/>
                </a:cubicBezTo>
                <a:cubicBezTo>
                  <a:pt x="169" y="239"/>
                  <a:pt x="183" y="234"/>
                  <a:pt x="197" y="229"/>
                </a:cubicBezTo>
                <a:cubicBezTo>
                  <a:pt x="199" y="228"/>
                  <a:pt x="201" y="227"/>
                  <a:pt x="203" y="226"/>
                </a:cubicBezTo>
                <a:cubicBezTo>
                  <a:pt x="212" y="222"/>
                  <a:pt x="218" y="215"/>
                  <a:pt x="219" y="204"/>
                </a:cubicBezTo>
                <a:cubicBezTo>
                  <a:pt x="221" y="178"/>
                  <a:pt x="223" y="151"/>
                  <a:pt x="222" y="124"/>
                </a:cubicBezTo>
                <a:cubicBezTo>
                  <a:pt x="221" y="105"/>
                  <a:pt x="218" y="87"/>
                  <a:pt x="210" y="69"/>
                </a:cubicBezTo>
                <a:cubicBezTo>
                  <a:pt x="205" y="58"/>
                  <a:pt x="201" y="47"/>
                  <a:pt x="197" y="36"/>
                </a:cubicBezTo>
                <a:cubicBezTo>
                  <a:pt x="194" y="28"/>
                  <a:pt x="193" y="19"/>
                  <a:pt x="194" y="10"/>
                </a:cubicBezTo>
                <a:cubicBezTo>
                  <a:pt x="194" y="4"/>
                  <a:pt x="199" y="0"/>
                  <a:pt x="205" y="2"/>
                </a:cubicBezTo>
                <a:cubicBezTo>
                  <a:pt x="213" y="4"/>
                  <a:pt x="222" y="5"/>
                  <a:pt x="230" y="7"/>
                </a:cubicBezTo>
                <a:cubicBezTo>
                  <a:pt x="233" y="7"/>
                  <a:pt x="235" y="9"/>
                  <a:pt x="237" y="10"/>
                </a:cubicBezTo>
                <a:cubicBezTo>
                  <a:pt x="241" y="13"/>
                  <a:pt x="244" y="16"/>
                  <a:pt x="248" y="19"/>
                </a:cubicBezTo>
                <a:cubicBezTo>
                  <a:pt x="253" y="23"/>
                  <a:pt x="259" y="26"/>
                  <a:pt x="265" y="29"/>
                </a:cubicBezTo>
                <a:cubicBezTo>
                  <a:pt x="274" y="33"/>
                  <a:pt x="279" y="40"/>
                  <a:pt x="280" y="49"/>
                </a:cubicBezTo>
                <a:cubicBezTo>
                  <a:pt x="280" y="55"/>
                  <a:pt x="280" y="60"/>
                  <a:pt x="278" y="66"/>
                </a:cubicBezTo>
                <a:cubicBezTo>
                  <a:pt x="277" y="68"/>
                  <a:pt x="275" y="70"/>
                  <a:pt x="273" y="72"/>
                </a:cubicBezTo>
                <a:cubicBezTo>
                  <a:pt x="271" y="74"/>
                  <a:pt x="270" y="75"/>
                  <a:pt x="270" y="77"/>
                </a:cubicBezTo>
                <a:cubicBezTo>
                  <a:pt x="271" y="104"/>
                  <a:pt x="271" y="131"/>
                  <a:pt x="271" y="158"/>
                </a:cubicBezTo>
                <a:cubicBezTo>
                  <a:pt x="272" y="165"/>
                  <a:pt x="272" y="172"/>
                  <a:pt x="273" y="179"/>
                </a:cubicBezTo>
                <a:cubicBezTo>
                  <a:pt x="274" y="183"/>
                  <a:pt x="275" y="184"/>
                  <a:pt x="278" y="182"/>
                </a:cubicBezTo>
                <a:cubicBezTo>
                  <a:pt x="291" y="176"/>
                  <a:pt x="303" y="170"/>
                  <a:pt x="313" y="160"/>
                </a:cubicBezTo>
                <a:cubicBezTo>
                  <a:pt x="317" y="155"/>
                  <a:pt x="321" y="150"/>
                  <a:pt x="325" y="144"/>
                </a:cubicBezTo>
                <a:cubicBezTo>
                  <a:pt x="330" y="138"/>
                  <a:pt x="335" y="132"/>
                  <a:pt x="341" y="128"/>
                </a:cubicBezTo>
                <a:cubicBezTo>
                  <a:pt x="350" y="122"/>
                  <a:pt x="359" y="120"/>
                  <a:pt x="369" y="122"/>
                </a:cubicBezTo>
                <a:cubicBezTo>
                  <a:pt x="379" y="124"/>
                  <a:pt x="383" y="131"/>
                  <a:pt x="380" y="141"/>
                </a:cubicBezTo>
                <a:cubicBezTo>
                  <a:pt x="379" y="146"/>
                  <a:pt x="376" y="151"/>
                  <a:pt x="372" y="154"/>
                </a:cubicBezTo>
                <a:cubicBezTo>
                  <a:pt x="367" y="160"/>
                  <a:pt x="361" y="165"/>
                  <a:pt x="355" y="169"/>
                </a:cubicBezTo>
                <a:cubicBezTo>
                  <a:pt x="341" y="178"/>
                  <a:pt x="328" y="189"/>
                  <a:pt x="314" y="199"/>
                </a:cubicBezTo>
                <a:cubicBezTo>
                  <a:pt x="301" y="209"/>
                  <a:pt x="289" y="219"/>
                  <a:pt x="275" y="229"/>
                </a:cubicBezTo>
                <a:cubicBezTo>
                  <a:pt x="272" y="232"/>
                  <a:pt x="271" y="234"/>
                  <a:pt x="271" y="238"/>
                </a:cubicBezTo>
                <a:cubicBezTo>
                  <a:pt x="267" y="263"/>
                  <a:pt x="262" y="287"/>
                  <a:pt x="254" y="310"/>
                </a:cubicBezTo>
                <a:cubicBezTo>
                  <a:pt x="253" y="314"/>
                  <a:pt x="251" y="317"/>
                  <a:pt x="250" y="320"/>
                </a:cubicBezTo>
                <a:cubicBezTo>
                  <a:pt x="249" y="322"/>
                  <a:pt x="249" y="324"/>
                  <a:pt x="247" y="325"/>
                </a:cubicBezTo>
                <a:cubicBezTo>
                  <a:pt x="226" y="349"/>
                  <a:pt x="202" y="371"/>
                  <a:pt x="173" y="386"/>
                </a:cubicBezTo>
                <a:cubicBezTo>
                  <a:pt x="149" y="400"/>
                  <a:pt x="123" y="408"/>
                  <a:pt x="95" y="410"/>
                </a:cubicBezTo>
                <a:cubicBezTo>
                  <a:pt x="93" y="410"/>
                  <a:pt x="90" y="411"/>
                  <a:pt x="88" y="411"/>
                </a:cubicBezTo>
                <a:cubicBezTo>
                  <a:pt x="87" y="411"/>
                  <a:pt x="85" y="411"/>
                  <a:pt x="83" y="4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0" name="Freeform 11">
            <a:extLst xmlns:a="http://schemas.openxmlformats.org/drawingml/2006/main">
              <a:ext uri="{FF2B5EF4-FFF2-40B4-BE49-F238E27FC236}">
                <a16:creationId xmlns:a16="http://schemas.microsoft.com/office/drawing/2014/main" id="{7E78839B-859F-4146-A122-2F3A7E4E8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4135" y="400644"/>
            <a:ext cx="98081" cy="227527"/>
          </a:xfrm>
          <a:custGeom xmlns:a="http://schemas.openxmlformats.org/drawingml/2006/main">
            <a:gdLst>
              <a:gd name="T0" fmla="*/ 127 w 193"/>
              <a:gd name="T1" fmla="*/ 371 h 449"/>
              <a:gd name="T2" fmla="*/ 63 w 193"/>
              <a:gd name="T3" fmla="*/ 417 h 449"/>
              <a:gd name="T4" fmla="*/ 47 w 193"/>
              <a:gd name="T5" fmla="*/ 433 h 449"/>
              <a:gd name="T6" fmla="*/ 7 w 193"/>
              <a:gd name="T7" fmla="*/ 434 h 449"/>
              <a:gd name="T8" fmla="*/ 1 w 193"/>
              <a:gd name="T9" fmla="*/ 383 h 449"/>
              <a:gd name="T10" fmla="*/ 33 w 193"/>
              <a:gd name="T11" fmla="*/ 331 h 449"/>
              <a:gd name="T12" fmla="*/ 49 w 193"/>
              <a:gd name="T13" fmla="*/ 286 h 449"/>
              <a:gd name="T14" fmla="*/ 50 w 193"/>
              <a:gd name="T15" fmla="*/ 233 h 449"/>
              <a:gd name="T16" fmla="*/ 38 w 193"/>
              <a:gd name="T17" fmla="*/ 207 h 449"/>
              <a:gd name="T18" fmla="*/ 54 w 193"/>
              <a:gd name="T19" fmla="*/ 201 h 449"/>
              <a:gd name="T20" fmla="*/ 75 w 193"/>
              <a:gd name="T21" fmla="*/ 209 h 449"/>
              <a:gd name="T22" fmla="*/ 107 w 193"/>
              <a:gd name="T23" fmla="*/ 223 h 449"/>
              <a:gd name="T24" fmla="*/ 126 w 193"/>
              <a:gd name="T25" fmla="*/ 233 h 449"/>
              <a:gd name="T26" fmla="*/ 133 w 193"/>
              <a:gd name="T27" fmla="*/ 231 h 449"/>
              <a:gd name="T28" fmla="*/ 135 w 193"/>
              <a:gd name="T29" fmla="*/ 200 h 449"/>
              <a:gd name="T30" fmla="*/ 133 w 193"/>
              <a:gd name="T31" fmla="*/ 99 h 449"/>
              <a:gd name="T32" fmla="*/ 105 w 193"/>
              <a:gd name="T33" fmla="*/ 55 h 449"/>
              <a:gd name="T34" fmla="*/ 77 w 193"/>
              <a:gd name="T35" fmla="*/ 9 h 449"/>
              <a:gd name="T36" fmla="*/ 95 w 193"/>
              <a:gd name="T37" fmla="*/ 6 h 449"/>
              <a:gd name="T38" fmla="*/ 165 w 193"/>
              <a:gd name="T39" fmla="*/ 52 h 449"/>
              <a:gd name="T40" fmla="*/ 189 w 193"/>
              <a:gd name="T41" fmla="*/ 83 h 449"/>
              <a:gd name="T42" fmla="*/ 189 w 193"/>
              <a:gd name="T43" fmla="*/ 292 h 449"/>
              <a:gd name="T44" fmla="*/ 165 w 193"/>
              <a:gd name="T45" fmla="*/ 409 h 449"/>
              <a:gd name="T46" fmla="*/ 145 w 193"/>
              <a:gd name="T47" fmla="*/ 428 h 449"/>
              <a:gd name="T48" fmla="*/ 134 w 193"/>
              <a:gd name="T49" fmla="*/ 415 h 449"/>
              <a:gd name="T50" fmla="*/ 131 w 193"/>
              <a:gd name="T51" fmla="*/ 367 h 449"/>
              <a:gd name="T52" fmla="*/ 124 w 193"/>
              <a:gd name="T53" fmla="*/ 264 h 449"/>
              <a:gd name="T54" fmla="*/ 102 w 193"/>
              <a:gd name="T55" fmla="*/ 280 h 449"/>
              <a:gd name="T56" fmla="*/ 81 w 193"/>
              <a:gd name="T57" fmla="*/ 296 h 449"/>
              <a:gd name="T58" fmla="*/ 59 w 193"/>
              <a:gd name="T59" fmla="*/ 331 h 449"/>
              <a:gd name="T60" fmla="*/ 31 w 193"/>
              <a:gd name="T61" fmla="*/ 373 h 449"/>
              <a:gd name="T62" fmla="*/ 46 w 193"/>
              <a:gd name="T63" fmla="*/ 382 h 449"/>
              <a:gd name="T64" fmla="*/ 78 w 193"/>
              <a:gd name="T65" fmla="*/ 363 h 449"/>
              <a:gd name="T66" fmla="*/ 114 w 193"/>
              <a:gd name="T67" fmla="*/ 346 h 449"/>
              <a:gd name="T68" fmla="*/ 133 w 193"/>
              <a:gd name="T69" fmla="*/ 325 h 449"/>
              <a:gd name="T70" fmla="*/ 132 w 193"/>
              <a:gd name="T71" fmla="*/ 255 h 449"/>
            </a:gdLst>
            <a:rect l="0" t="0" r="r" b="b"/>
            <a:pathLst>
              <a:path w="193" h="449">
                <a:moveTo>
                  <a:pt x="131" y="367"/>
                </a:moveTo>
                <a:cubicBezTo>
                  <a:pt x="129" y="369"/>
                  <a:pt x="128" y="370"/>
                  <a:pt x="127" y="371"/>
                </a:cubicBezTo>
                <a:cubicBezTo>
                  <a:pt x="112" y="385"/>
                  <a:pt x="97" y="397"/>
                  <a:pt x="80" y="408"/>
                </a:cubicBezTo>
                <a:cubicBezTo>
                  <a:pt x="74" y="411"/>
                  <a:pt x="69" y="414"/>
                  <a:pt x="63" y="417"/>
                </a:cubicBezTo>
                <a:cubicBezTo>
                  <a:pt x="61" y="419"/>
                  <a:pt x="59" y="420"/>
                  <a:pt x="57" y="422"/>
                </a:cubicBezTo>
                <a:cubicBezTo>
                  <a:pt x="54" y="426"/>
                  <a:pt x="50" y="430"/>
                  <a:pt x="47" y="433"/>
                </a:cubicBezTo>
                <a:cubicBezTo>
                  <a:pt x="44" y="436"/>
                  <a:pt x="41" y="439"/>
                  <a:pt x="38" y="441"/>
                </a:cubicBezTo>
                <a:cubicBezTo>
                  <a:pt x="27" y="449"/>
                  <a:pt x="13" y="446"/>
                  <a:pt x="7" y="434"/>
                </a:cubicBezTo>
                <a:cubicBezTo>
                  <a:pt x="4" y="428"/>
                  <a:pt x="2" y="421"/>
                  <a:pt x="1" y="415"/>
                </a:cubicBezTo>
                <a:cubicBezTo>
                  <a:pt x="0" y="404"/>
                  <a:pt x="0" y="394"/>
                  <a:pt x="1" y="383"/>
                </a:cubicBezTo>
                <a:cubicBezTo>
                  <a:pt x="2" y="379"/>
                  <a:pt x="3" y="374"/>
                  <a:pt x="7" y="372"/>
                </a:cubicBezTo>
                <a:cubicBezTo>
                  <a:pt x="20" y="361"/>
                  <a:pt x="28" y="346"/>
                  <a:pt x="33" y="331"/>
                </a:cubicBezTo>
                <a:cubicBezTo>
                  <a:pt x="36" y="325"/>
                  <a:pt x="37" y="319"/>
                  <a:pt x="39" y="313"/>
                </a:cubicBezTo>
                <a:cubicBezTo>
                  <a:pt x="42" y="304"/>
                  <a:pt x="45" y="294"/>
                  <a:pt x="49" y="286"/>
                </a:cubicBezTo>
                <a:cubicBezTo>
                  <a:pt x="56" y="272"/>
                  <a:pt x="56" y="258"/>
                  <a:pt x="53" y="244"/>
                </a:cubicBezTo>
                <a:cubicBezTo>
                  <a:pt x="52" y="240"/>
                  <a:pt x="51" y="237"/>
                  <a:pt x="50" y="233"/>
                </a:cubicBezTo>
                <a:cubicBezTo>
                  <a:pt x="49" y="229"/>
                  <a:pt x="47" y="225"/>
                  <a:pt x="44" y="221"/>
                </a:cubicBezTo>
                <a:cubicBezTo>
                  <a:pt x="42" y="217"/>
                  <a:pt x="39" y="212"/>
                  <a:pt x="38" y="207"/>
                </a:cubicBezTo>
                <a:cubicBezTo>
                  <a:pt x="36" y="202"/>
                  <a:pt x="38" y="199"/>
                  <a:pt x="44" y="199"/>
                </a:cubicBezTo>
                <a:cubicBezTo>
                  <a:pt x="48" y="199"/>
                  <a:pt x="51" y="199"/>
                  <a:pt x="54" y="201"/>
                </a:cubicBezTo>
                <a:cubicBezTo>
                  <a:pt x="55" y="202"/>
                  <a:pt x="56" y="203"/>
                  <a:pt x="57" y="203"/>
                </a:cubicBezTo>
                <a:cubicBezTo>
                  <a:pt x="62" y="208"/>
                  <a:pt x="68" y="209"/>
                  <a:pt x="75" y="209"/>
                </a:cubicBezTo>
                <a:cubicBezTo>
                  <a:pt x="83" y="209"/>
                  <a:pt x="90" y="212"/>
                  <a:pt x="96" y="218"/>
                </a:cubicBezTo>
                <a:cubicBezTo>
                  <a:pt x="99" y="221"/>
                  <a:pt x="103" y="223"/>
                  <a:pt x="107" y="223"/>
                </a:cubicBezTo>
                <a:cubicBezTo>
                  <a:pt x="110" y="223"/>
                  <a:pt x="112" y="224"/>
                  <a:pt x="115" y="225"/>
                </a:cubicBezTo>
                <a:cubicBezTo>
                  <a:pt x="120" y="226"/>
                  <a:pt x="124" y="229"/>
                  <a:pt x="126" y="233"/>
                </a:cubicBezTo>
                <a:cubicBezTo>
                  <a:pt x="126" y="234"/>
                  <a:pt x="127" y="235"/>
                  <a:pt x="128" y="236"/>
                </a:cubicBezTo>
                <a:cubicBezTo>
                  <a:pt x="131" y="236"/>
                  <a:pt x="132" y="234"/>
                  <a:pt x="133" y="231"/>
                </a:cubicBezTo>
                <a:cubicBezTo>
                  <a:pt x="134" y="229"/>
                  <a:pt x="134" y="227"/>
                  <a:pt x="134" y="225"/>
                </a:cubicBezTo>
                <a:cubicBezTo>
                  <a:pt x="134" y="217"/>
                  <a:pt x="134" y="208"/>
                  <a:pt x="135" y="200"/>
                </a:cubicBezTo>
                <a:cubicBezTo>
                  <a:pt x="137" y="176"/>
                  <a:pt x="139" y="151"/>
                  <a:pt x="137" y="127"/>
                </a:cubicBezTo>
                <a:cubicBezTo>
                  <a:pt x="137" y="118"/>
                  <a:pt x="135" y="109"/>
                  <a:pt x="133" y="99"/>
                </a:cubicBezTo>
                <a:cubicBezTo>
                  <a:pt x="132" y="90"/>
                  <a:pt x="127" y="81"/>
                  <a:pt x="121" y="74"/>
                </a:cubicBezTo>
                <a:cubicBezTo>
                  <a:pt x="116" y="67"/>
                  <a:pt x="111" y="61"/>
                  <a:pt x="105" y="55"/>
                </a:cubicBezTo>
                <a:cubicBezTo>
                  <a:pt x="98" y="46"/>
                  <a:pt x="90" y="36"/>
                  <a:pt x="83" y="27"/>
                </a:cubicBezTo>
                <a:cubicBezTo>
                  <a:pt x="79" y="22"/>
                  <a:pt x="77" y="15"/>
                  <a:pt x="77" y="9"/>
                </a:cubicBezTo>
                <a:cubicBezTo>
                  <a:pt x="77" y="3"/>
                  <a:pt x="80" y="0"/>
                  <a:pt x="86" y="2"/>
                </a:cubicBezTo>
                <a:cubicBezTo>
                  <a:pt x="89" y="2"/>
                  <a:pt x="92" y="4"/>
                  <a:pt x="95" y="6"/>
                </a:cubicBezTo>
                <a:cubicBezTo>
                  <a:pt x="105" y="15"/>
                  <a:pt x="116" y="22"/>
                  <a:pt x="128" y="28"/>
                </a:cubicBezTo>
                <a:cubicBezTo>
                  <a:pt x="141" y="35"/>
                  <a:pt x="154" y="43"/>
                  <a:pt x="165" y="52"/>
                </a:cubicBezTo>
                <a:cubicBezTo>
                  <a:pt x="172" y="58"/>
                  <a:pt x="179" y="64"/>
                  <a:pt x="184" y="72"/>
                </a:cubicBezTo>
                <a:cubicBezTo>
                  <a:pt x="186" y="75"/>
                  <a:pt x="188" y="78"/>
                  <a:pt x="189" y="83"/>
                </a:cubicBezTo>
                <a:cubicBezTo>
                  <a:pt x="192" y="122"/>
                  <a:pt x="193" y="162"/>
                  <a:pt x="193" y="202"/>
                </a:cubicBezTo>
                <a:cubicBezTo>
                  <a:pt x="193" y="232"/>
                  <a:pt x="192" y="262"/>
                  <a:pt x="189" y="292"/>
                </a:cubicBezTo>
                <a:cubicBezTo>
                  <a:pt x="186" y="321"/>
                  <a:pt x="183" y="350"/>
                  <a:pt x="176" y="378"/>
                </a:cubicBezTo>
                <a:cubicBezTo>
                  <a:pt x="173" y="388"/>
                  <a:pt x="170" y="399"/>
                  <a:pt x="165" y="409"/>
                </a:cubicBezTo>
                <a:cubicBezTo>
                  <a:pt x="162" y="414"/>
                  <a:pt x="159" y="419"/>
                  <a:pt x="155" y="423"/>
                </a:cubicBezTo>
                <a:cubicBezTo>
                  <a:pt x="152" y="426"/>
                  <a:pt x="149" y="428"/>
                  <a:pt x="145" y="428"/>
                </a:cubicBezTo>
                <a:cubicBezTo>
                  <a:pt x="140" y="429"/>
                  <a:pt x="136" y="427"/>
                  <a:pt x="135" y="422"/>
                </a:cubicBezTo>
                <a:cubicBezTo>
                  <a:pt x="135" y="420"/>
                  <a:pt x="135" y="418"/>
                  <a:pt x="134" y="415"/>
                </a:cubicBezTo>
                <a:cubicBezTo>
                  <a:pt x="134" y="407"/>
                  <a:pt x="135" y="399"/>
                  <a:pt x="135" y="391"/>
                </a:cubicBezTo>
                <a:cubicBezTo>
                  <a:pt x="134" y="383"/>
                  <a:pt x="134" y="375"/>
                  <a:pt x="131" y="367"/>
                </a:cubicBezTo>
                <a:close/>
                <a:moveTo>
                  <a:pt x="132" y="255"/>
                </a:moveTo>
                <a:cubicBezTo>
                  <a:pt x="127" y="257"/>
                  <a:pt x="125" y="260"/>
                  <a:pt x="124" y="264"/>
                </a:cubicBezTo>
                <a:cubicBezTo>
                  <a:pt x="123" y="267"/>
                  <a:pt x="122" y="271"/>
                  <a:pt x="119" y="273"/>
                </a:cubicBezTo>
                <a:cubicBezTo>
                  <a:pt x="114" y="277"/>
                  <a:pt x="108" y="280"/>
                  <a:pt x="102" y="280"/>
                </a:cubicBezTo>
                <a:cubicBezTo>
                  <a:pt x="97" y="280"/>
                  <a:pt x="94" y="282"/>
                  <a:pt x="91" y="285"/>
                </a:cubicBezTo>
                <a:cubicBezTo>
                  <a:pt x="87" y="289"/>
                  <a:pt x="84" y="292"/>
                  <a:pt x="81" y="296"/>
                </a:cubicBezTo>
                <a:cubicBezTo>
                  <a:pt x="78" y="299"/>
                  <a:pt x="76" y="302"/>
                  <a:pt x="75" y="305"/>
                </a:cubicBezTo>
                <a:cubicBezTo>
                  <a:pt x="71" y="315"/>
                  <a:pt x="66" y="323"/>
                  <a:pt x="59" y="331"/>
                </a:cubicBezTo>
                <a:cubicBezTo>
                  <a:pt x="54" y="337"/>
                  <a:pt x="50" y="343"/>
                  <a:pt x="45" y="349"/>
                </a:cubicBezTo>
                <a:cubicBezTo>
                  <a:pt x="39" y="356"/>
                  <a:pt x="34" y="364"/>
                  <a:pt x="31" y="373"/>
                </a:cubicBezTo>
                <a:cubicBezTo>
                  <a:pt x="29" y="377"/>
                  <a:pt x="29" y="379"/>
                  <a:pt x="34" y="381"/>
                </a:cubicBezTo>
                <a:cubicBezTo>
                  <a:pt x="38" y="382"/>
                  <a:pt x="42" y="383"/>
                  <a:pt x="46" y="382"/>
                </a:cubicBezTo>
                <a:cubicBezTo>
                  <a:pt x="53" y="381"/>
                  <a:pt x="59" y="378"/>
                  <a:pt x="64" y="374"/>
                </a:cubicBezTo>
                <a:cubicBezTo>
                  <a:pt x="69" y="371"/>
                  <a:pt x="73" y="367"/>
                  <a:pt x="78" y="363"/>
                </a:cubicBezTo>
                <a:cubicBezTo>
                  <a:pt x="81" y="361"/>
                  <a:pt x="83" y="359"/>
                  <a:pt x="87" y="358"/>
                </a:cubicBezTo>
                <a:cubicBezTo>
                  <a:pt x="97" y="356"/>
                  <a:pt x="106" y="351"/>
                  <a:pt x="114" y="346"/>
                </a:cubicBezTo>
                <a:cubicBezTo>
                  <a:pt x="119" y="343"/>
                  <a:pt x="123" y="340"/>
                  <a:pt x="127" y="338"/>
                </a:cubicBezTo>
                <a:cubicBezTo>
                  <a:pt x="131" y="335"/>
                  <a:pt x="133" y="331"/>
                  <a:pt x="133" y="325"/>
                </a:cubicBezTo>
                <a:cubicBezTo>
                  <a:pt x="132" y="304"/>
                  <a:pt x="132" y="282"/>
                  <a:pt x="132" y="260"/>
                </a:cubicBezTo>
                <a:cubicBezTo>
                  <a:pt x="132" y="259"/>
                  <a:pt x="132" y="257"/>
                  <a:pt x="132" y="25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1" name="Freeform 12">
            <a:extLst xmlns:a="http://schemas.openxmlformats.org/drawingml/2006/main">
              <a:ext uri="{FF2B5EF4-FFF2-40B4-BE49-F238E27FC236}">
                <a16:creationId xmlns:a16="http://schemas.microsoft.com/office/drawing/2014/main" id="{A4F3B06C-EFEE-4AA4-8A6E-3BD6ACD11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0994" y="431437"/>
            <a:ext cx="115759" cy="160238"/>
          </a:xfrm>
          <a:custGeom xmlns:a="http://schemas.openxmlformats.org/drawingml/2006/main">
            <a:gdLst>
              <a:gd name="T0" fmla="*/ 34 w 229"/>
              <a:gd name="T1" fmla="*/ 0 h 316"/>
              <a:gd name="T2" fmla="*/ 37 w 229"/>
              <a:gd name="T3" fmla="*/ 2 h 316"/>
              <a:gd name="T4" fmla="*/ 69 w 229"/>
              <a:gd name="T5" fmla="*/ 32 h 316"/>
              <a:gd name="T6" fmla="*/ 73 w 229"/>
              <a:gd name="T7" fmla="*/ 38 h 316"/>
              <a:gd name="T8" fmla="*/ 99 w 229"/>
              <a:gd name="T9" fmla="*/ 117 h 316"/>
              <a:gd name="T10" fmla="*/ 101 w 229"/>
              <a:gd name="T11" fmla="*/ 128 h 316"/>
              <a:gd name="T12" fmla="*/ 112 w 229"/>
              <a:gd name="T13" fmla="*/ 132 h 316"/>
              <a:gd name="T14" fmla="*/ 120 w 229"/>
              <a:gd name="T15" fmla="*/ 127 h 316"/>
              <a:gd name="T16" fmla="*/ 145 w 229"/>
              <a:gd name="T17" fmla="*/ 109 h 316"/>
              <a:gd name="T18" fmla="*/ 148 w 229"/>
              <a:gd name="T19" fmla="*/ 103 h 316"/>
              <a:gd name="T20" fmla="*/ 148 w 229"/>
              <a:gd name="T21" fmla="*/ 80 h 316"/>
              <a:gd name="T22" fmla="*/ 159 w 229"/>
              <a:gd name="T23" fmla="*/ 69 h 316"/>
              <a:gd name="T24" fmla="*/ 162 w 229"/>
              <a:gd name="T25" fmla="*/ 71 h 316"/>
              <a:gd name="T26" fmla="*/ 164 w 229"/>
              <a:gd name="T27" fmla="*/ 75 h 316"/>
              <a:gd name="T28" fmla="*/ 171 w 229"/>
              <a:gd name="T29" fmla="*/ 86 h 316"/>
              <a:gd name="T30" fmla="*/ 204 w 229"/>
              <a:gd name="T31" fmla="*/ 104 h 316"/>
              <a:gd name="T32" fmla="*/ 209 w 229"/>
              <a:gd name="T33" fmla="*/ 112 h 316"/>
              <a:gd name="T34" fmla="*/ 169 w 229"/>
              <a:gd name="T35" fmla="*/ 170 h 316"/>
              <a:gd name="T36" fmla="*/ 128 w 229"/>
              <a:gd name="T37" fmla="*/ 175 h 316"/>
              <a:gd name="T38" fmla="*/ 114 w 229"/>
              <a:gd name="T39" fmla="*/ 190 h 316"/>
              <a:gd name="T40" fmla="*/ 115 w 229"/>
              <a:gd name="T41" fmla="*/ 196 h 316"/>
              <a:gd name="T42" fmla="*/ 115 w 229"/>
              <a:gd name="T43" fmla="*/ 219 h 316"/>
              <a:gd name="T44" fmla="*/ 109 w 229"/>
              <a:gd name="T45" fmla="*/ 226 h 316"/>
              <a:gd name="T46" fmla="*/ 89 w 229"/>
              <a:gd name="T47" fmla="*/ 246 h 316"/>
              <a:gd name="T48" fmla="*/ 95 w 229"/>
              <a:gd name="T49" fmla="*/ 260 h 316"/>
              <a:gd name="T50" fmla="*/ 113 w 229"/>
              <a:gd name="T51" fmla="*/ 259 h 316"/>
              <a:gd name="T52" fmla="*/ 148 w 229"/>
              <a:gd name="T53" fmla="*/ 248 h 316"/>
              <a:gd name="T54" fmla="*/ 170 w 229"/>
              <a:gd name="T55" fmla="*/ 243 h 316"/>
              <a:gd name="T56" fmla="*/ 187 w 229"/>
              <a:gd name="T57" fmla="*/ 237 h 316"/>
              <a:gd name="T58" fmla="*/ 212 w 229"/>
              <a:gd name="T59" fmla="*/ 229 h 316"/>
              <a:gd name="T60" fmla="*/ 220 w 229"/>
              <a:gd name="T61" fmla="*/ 229 h 316"/>
              <a:gd name="T62" fmla="*/ 227 w 229"/>
              <a:gd name="T63" fmla="*/ 241 h 316"/>
              <a:gd name="T64" fmla="*/ 214 w 229"/>
              <a:gd name="T65" fmla="*/ 267 h 316"/>
              <a:gd name="T66" fmla="*/ 203 w 229"/>
              <a:gd name="T67" fmla="*/ 277 h 316"/>
              <a:gd name="T68" fmla="*/ 174 w 229"/>
              <a:gd name="T69" fmla="*/ 289 h 316"/>
              <a:gd name="T70" fmla="*/ 140 w 229"/>
              <a:gd name="T71" fmla="*/ 298 h 316"/>
              <a:gd name="T72" fmla="*/ 127 w 229"/>
              <a:gd name="T73" fmla="*/ 298 h 316"/>
              <a:gd name="T74" fmla="*/ 116 w 229"/>
              <a:gd name="T75" fmla="*/ 301 h 316"/>
              <a:gd name="T76" fmla="*/ 55 w 229"/>
              <a:gd name="T77" fmla="*/ 304 h 316"/>
              <a:gd name="T78" fmla="*/ 44 w 229"/>
              <a:gd name="T79" fmla="*/ 292 h 316"/>
              <a:gd name="T80" fmla="*/ 27 w 229"/>
              <a:gd name="T81" fmla="*/ 257 h 316"/>
              <a:gd name="T82" fmla="*/ 25 w 229"/>
              <a:gd name="T83" fmla="*/ 252 h 316"/>
              <a:gd name="T84" fmla="*/ 18 w 229"/>
              <a:gd name="T85" fmla="*/ 217 h 316"/>
              <a:gd name="T86" fmla="*/ 18 w 229"/>
              <a:gd name="T87" fmla="*/ 210 h 316"/>
              <a:gd name="T88" fmla="*/ 1 w 229"/>
              <a:gd name="T89" fmla="*/ 140 h 316"/>
              <a:gd name="T90" fmla="*/ 0 w 229"/>
              <a:gd name="T91" fmla="*/ 134 h 316"/>
              <a:gd name="T92" fmla="*/ 18 w 229"/>
              <a:gd name="T93" fmla="*/ 50 h 316"/>
              <a:gd name="T94" fmla="*/ 32 w 229"/>
              <a:gd name="T95" fmla="*/ 4 h 316"/>
              <a:gd name="T96" fmla="*/ 34 w 229"/>
              <a:gd name="T97" fmla="*/ 0 h 316"/>
            </a:gdLst>
            <a:rect l="0" t="0" r="r" b="b"/>
            <a:pathLst>
              <a:path w="229" h="316">
                <a:moveTo>
                  <a:pt x="34" y="0"/>
                </a:moveTo>
                <a:cubicBezTo>
                  <a:pt x="35" y="1"/>
                  <a:pt x="36" y="2"/>
                  <a:pt x="37" y="2"/>
                </a:cubicBezTo>
                <a:cubicBezTo>
                  <a:pt x="48" y="12"/>
                  <a:pt x="58" y="22"/>
                  <a:pt x="69" y="32"/>
                </a:cubicBezTo>
                <a:cubicBezTo>
                  <a:pt x="71" y="34"/>
                  <a:pt x="72" y="36"/>
                  <a:pt x="73" y="38"/>
                </a:cubicBezTo>
                <a:cubicBezTo>
                  <a:pt x="86" y="63"/>
                  <a:pt x="94" y="89"/>
                  <a:pt x="99" y="117"/>
                </a:cubicBezTo>
                <a:cubicBezTo>
                  <a:pt x="99" y="120"/>
                  <a:pt x="100" y="124"/>
                  <a:pt x="101" y="128"/>
                </a:cubicBezTo>
                <a:cubicBezTo>
                  <a:pt x="103" y="133"/>
                  <a:pt x="107" y="134"/>
                  <a:pt x="112" y="132"/>
                </a:cubicBezTo>
                <a:cubicBezTo>
                  <a:pt x="115" y="130"/>
                  <a:pt x="117" y="129"/>
                  <a:pt x="120" y="127"/>
                </a:cubicBezTo>
                <a:cubicBezTo>
                  <a:pt x="128" y="121"/>
                  <a:pt x="136" y="115"/>
                  <a:pt x="145" y="109"/>
                </a:cubicBezTo>
                <a:cubicBezTo>
                  <a:pt x="147" y="108"/>
                  <a:pt x="148" y="106"/>
                  <a:pt x="148" y="103"/>
                </a:cubicBezTo>
                <a:cubicBezTo>
                  <a:pt x="148" y="95"/>
                  <a:pt x="148" y="88"/>
                  <a:pt x="148" y="80"/>
                </a:cubicBezTo>
                <a:cubicBezTo>
                  <a:pt x="148" y="75"/>
                  <a:pt x="153" y="69"/>
                  <a:pt x="159" y="69"/>
                </a:cubicBezTo>
                <a:cubicBezTo>
                  <a:pt x="160" y="69"/>
                  <a:pt x="162" y="70"/>
                  <a:pt x="162" y="71"/>
                </a:cubicBezTo>
                <a:cubicBezTo>
                  <a:pt x="163" y="72"/>
                  <a:pt x="164" y="73"/>
                  <a:pt x="164" y="75"/>
                </a:cubicBezTo>
                <a:cubicBezTo>
                  <a:pt x="164" y="79"/>
                  <a:pt x="167" y="83"/>
                  <a:pt x="171" y="86"/>
                </a:cubicBezTo>
                <a:cubicBezTo>
                  <a:pt x="181" y="94"/>
                  <a:pt x="192" y="100"/>
                  <a:pt x="204" y="104"/>
                </a:cubicBezTo>
                <a:cubicBezTo>
                  <a:pt x="208" y="106"/>
                  <a:pt x="209" y="108"/>
                  <a:pt x="209" y="112"/>
                </a:cubicBezTo>
                <a:cubicBezTo>
                  <a:pt x="210" y="140"/>
                  <a:pt x="196" y="160"/>
                  <a:pt x="169" y="170"/>
                </a:cubicBezTo>
                <a:cubicBezTo>
                  <a:pt x="156" y="175"/>
                  <a:pt x="142" y="177"/>
                  <a:pt x="128" y="175"/>
                </a:cubicBezTo>
                <a:cubicBezTo>
                  <a:pt x="119" y="173"/>
                  <a:pt x="112" y="182"/>
                  <a:pt x="114" y="190"/>
                </a:cubicBezTo>
                <a:cubicBezTo>
                  <a:pt x="114" y="192"/>
                  <a:pt x="115" y="194"/>
                  <a:pt x="115" y="196"/>
                </a:cubicBezTo>
                <a:cubicBezTo>
                  <a:pt x="118" y="203"/>
                  <a:pt x="118" y="211"/>
                  <a:pt x="115" y="219"/>
                </a:cubicBezTo>
                <a:cubicBezTo>
                  <a:pt x="114" y="222"/>
                  <a:pt x="112" y="224"/>
                  <a:pt x="109" y="226"/>
                </a:cubicBezTo>
                <a:cubicBezTo>
                  <a:pt x="101" y="231"/>
                  <a:pt x="95" y="238"/>
                  <a:pt x="89" y="246"/>
                </a:cubicBezTo>
                <a:cubicBezTo>
                  <a:pt x="84" y="254"/>
                  <a:pt x="85" y="258"/>
                  <a:pt x="95" y="260"/>
                </a:cubicBezTo>
                <a:cubicBezTo>
                  <a:pt x="101" y="261"/>
                  <a:pt x="107" y="261"/>
                  <a:pt x="113" y="259"/>
                </a:cubicBezTo>
                <a:cubicBezTo>
                  <a:pt x="125" y="256"/>
                  <a:pt x="137" y="252"/>
                  <a:pt x="148" y="248"/>
                </a:cubicBezTo>
                <a:cubicBezTo>
                  <a:pt x="155" y="245"/>
                  <a:pt x="162" y="243"/>
                  <a:pt x="170" y="243"/>
                </a:cubicBezTo>
                <a:cubicBezTo>
                  <a:pt x="176" y="242"/>
                  <a:pt x="182" y="240"/>
                  <a:pt x="187" y="237"/>
                </a:cubicBezTo>
                <a:cubicBezTo>
                  <a:pt x="195" y="234"/>
                  <a:pt x="203" y="230"/>
                  <a:pt x="212" y="229"/>
                </a:cubicBezTo>
                <a:cubicBezTo>
                  <a:pt x="214" y="229"/>
                  <a:pt x="217" y="229"/>
                  <a:pt x="220" y="229"/>
                </a:cubicBezTo>
                <a:cubicBezTo>
                  <a:pt x="226" y="230"/>
                  <a:pt x="229" y="236"/>
                  <a:pt x="227" y="241"/>
                </a:cubicBezTo>
                <a:cubicBezTo>
                  <a:pt x="223" y="250"/>
                  <a:pt x="218" y="259"/>
                  <a:pt x="214" y="267"/>
                </a:cubicBezTo>
                <a:cubicBezTo>
                  <a:pt x="211" y="271"/>
                  <a:pt x="207" y="274"/>
                  <a:pt x="203" y="277"/>
                </a:cubicBezTo>
                <a:cubicBezTo>
                  <a:pt x="194" y="282"/>
                  <a:pt x="184" y="286"/>
                  <a:pt x="174" y="289"/>
                </a:cubicBezTo>
                <a:cubicBezTo>
                  <a:pt x="163" y="292"/>
                  <a:pt x="151" y="295"/>
                  <a:pt x="140" y="298"/>
                </a:cubicBezTo>
                <a:cubicBezTo>
                  <a:pt x="136" y="299"/>
                  <a:pt x="131" y="298"/>
                  <a:pt x="127" y="298"/>
                </a:cubicBezTo>
                <a:cubicBezTo>
                  <a:pt x="122" y="298"/>
                  <a:pt x="119" y="299"/>
                  <a:pt x="116" y="301"/>
                </a:cubicBezTo>
                <a:cubicBezTo>
                  <a:pt x="97" y="315"/>
                  <a:pt x="74" y="316"/>
                  <a:pt x="55" y="304"/>
                </a:cubicBezTo>
                <a:cubicBezTo>
                  <a:pt x="51" y="301"/>
                  <a:pt x="47" y="297"/>
                  <a:pt x="44" y="292"/>
                </a:cubicBezTo>
                <a:cubicBezTo>
                  <a:pt x="37" y="281"/>
                  <a:pt x="32" y="269"/>
                  <a:pt x="27" y="257"/>
                </a:cubicBezTo>
                <a:cubicBezTo>
                  <a:pt x="26" y="255"/>
                  <a:pt x="26" y="254"/>
                  <a:pt x="25" y="252"/>
                </a:cubicBezTo>
                <a:cubicBezTo>
                  <a:pt x="20" y="241"/>
                  <a:pt x="17" y="230"/>
                  <a:pt x="18" y="217"/>
                </a:cubicBezTo>
                <a:cubicBezTo>
                  <a:pt x="19" y="215"/>
                  <a:pt x="18" y="213"/>
                  <a:pt x="18" y="210"/>
                </a:cubicBezTo>
                <a:cubicBezTo>
                  <a:pt x="12" y="187"/>
                  <a:pt x="6" y="163"/>
                  <a:pt x="1" y="140"/>
                </a:cubicBezTo>
                <a:cubicBezTo>
                  <a:pt x="0" y="138"/>
                  <a:pt x="0" y="136"/>
                  <a:pt x="0" y="134"/>
                </a:cubicBezTo>
                <a:cubicBezTo>
                  <a:pt x="6" y="106"/>
                  <a:pt x="12" y="78"/>
                  <a:pt x="18" y="50"/>
                </a:cubicBezTo>
                <a:cubicBezTo>
                  <a:pt x="22" y="35"/>
                  <a:pt x="26" y="19"/>
                  <a:pt x="32" y="4"/>
                </a:cubicBezTo>
                <a:cubicBezTo>
                  <a:pt x="33" y="2"/>
                  <a:pt x="33" y="1"/>
                  <a:pt x="3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2" name="Freeform 13">
            <a:extLst xmlns:a="http://schemas.openxmlformats.org/drawingml/2006/main">
              <a:ext uri="{FF2B5EF4-FFF2-40B4-BE49-F238E27FC236}">
                <a16:creationId xmlns:a16="http://schemas.microsoft.com/office/drawing/2014/main" id="{CF683AB7-A593-4FA5-89CB-BDB572855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5489" y="493594"/>
            <a:ext cx="137428" cy="152255"/>
          </a:xfrm>
          <a:custGeom xmlns:a="http://schemas.openxmlformats.org/drawingml/2006/main">
            <a:gdLst>
              <a:gd name="T0" fmla="*/ 194 w 271"/>
              <a:gd name="T1" fmla="*/ 98 h 300"/>
              <a:gd name="T2" fmla="*/ 236 w 271"/>
              <a:gd name="T3" fmla="*/ 96 h 300"/>
              <a:gd name="T4" fmla="*/ 237 w 271"/>
              <a:gd name="T5" fmla="*/ 111 h 300"/>
              <a:gd name="T6" fmla="*/ 175 w 271"/>
              <a:gd name="T7" fmla="*/ 150 h 300"/>
              <a:gd name="T8" fmla="*/ 169 w 271"/>
              <a:gd name="T9" fmla="*/ 195 h 300"/>
              <a:gd name="T10" fmla="*/ 177 w 271"/>
              <a:gd name="T11" fmla="*/ 299 h 300"/>
              <a:gd name="T12" fmla="*/ 159 w 271"/>
              <a:gd name="T13" fmla="*/ 285 h 300"/>
              <a:gd name="T14" fmla="*/ 150 w 271"/>
              <a:gd name="T15" fmla="*/ 266 h 300"/>
              <a:gd name="T16" fmla="*/ 133 w 271"/>
              <a:gd name="T17" fmla="*/ 260 h 300"/>
              <a:gd name="T18" fmla="*/ 132 w 271"/>
              <a:gd name="T19" fmla="*/ 243 h 300"/>
              <a:gd name="T20" fmla="*/ 149 w 271"/>
              <a:gd name="T21" fmla="*/ 232 h 300"/>
              <a:gd name="T22" fmla="*/ 139 w 271"/>
              <a:gd name="T23" fmla="*/ 197 h 300"/>
              <a:gd name="T24" fmla="*/ 117 w 271"/>
              <a:gd name="T25" fmla="*/ 216 h 300"/>
              <a:gd name="T26" fmla="*/ 101 w 271"/>
              <a:gd name="T27" fmla="*/ 235 h 300"/>
              <a:gd name="T28" fmla="*/ 26 w 271"/>
              <a:gd name="T29" fmla="*/ 293 h 300"/>
              <a:gd name="T30" fmla="*/ 0 w 271"/>
              <a:gd name="T31" fmla="*/ 243 h 300"/>
              <a:gd name="T32" fmla="*/ 9 w 271"/>
              <a:gd name="T33" fmla="*/ 237 h 300"/>
              <a:gd name="T34" fmla="*/ 32 w 271"/>
              <a:gd name="T35" fmla="*/ 234 h 300"/>
              <a:gd name="T36" fmla="*/ 59 w 271"/>
              <a:gd name="T37" fmla="*/ 219 h 300"/>
              <a:gd name="T38" fmla="*/ 116 w 271"/>
              <a:gd name="T39" fmla="*/ 185 h 300"/>
              <a:gd name="T40" fmla="*/ 145 w 271"/>
              <a:gd name="T41" fmla="*/ 155 h 300"/>
              <a:gd name="T42" fmla="*/ 133 w 271"/>
              <a:gd name="T43" fmla="*/ 142 h 300"/>
              <a:gd name="T44" fmla="*/ 145 w 271"/>
              <a:gd name="T45" fmla="*/ 112 h 300"/>
              <a:gd name="T46" fmla="*/ 143 w 271"/>
              <a:gd name="T47" fmla="*/ 104 h 300"/>
              <a:gd name="T48" fmla="*/ 124 w 271"/>
              <a:gd name="T49" fmla="*/ 108 h 300"/>
              <a:gd name="T50" fmla="*/ 121 w 271"/>
              <a:gd name="T51" fmla="*/ 140 h 300"/>
              <a:gd name="T52" fmla="*/ 87 w 271"/>
              <a:gd name="T53" fmla="*/ 188 h 300"/>
              <a:gd name="T54" fmla="*/ 73 w 271"/>
              <a:gd name="T55" fmla="*/ 176 h 300"/>
              <a:gd name="T56" fmla="*/ 67 w 271"/>
              <a:gd name="T57" fmla="*/ 159 h 300"/>
              <a:gd name="T58" fmla="*/ 66 w 271"/>
              <a:gd name="T59" fmla="*/ 63 h 300"/>
              <a:gd name="T60" fmla="*/ 72 w 271"/>
              <a:gd name="T61" fmla="*/ 47 h 300"/>
              <a:gd name="T62" fmla="*/ 88 w 271"/>
              <a:gd name="T63" fmla="*/ 55 h 300"/>
              <a:gd name="T64" fmla="*/ 109 w 271"/>
              <a:gd name="T65" fmla="*/ 63 h 300"/>
              <a:gd name="T66" fmla="*/ 160 w 271"/>
              <a:gd name="T67" fmla="*/ 28 h 300"/>
              <a:gd name="T68" fmla="*/ 187 w 271"/>
              <a:gd name="T69" fmla="*/ 16 h 300"/>
              <a:gd name="T70" fmla="*/ 258 w 271"/>
              <a:gd name="T71" fmla="*/ 4 h 300"/>
              <a:gd name="T72" fmla="*/ 271 w 271"/>
              <a:gd name="T73" fmla="*/ 16 h 300"/>
              <a:gd name="T74" fmla="*/ 248 w 271"/>
              <a:gd name="T75" fmla="*/ 37 h 300"/>
              <a:gd name="T76" fmla="*/ 215 w 271"/>
              <a:gd name="T77" fmla="*/ 67 h 300"/>
              <a:gd name="T78" fmla="*/ 186 w 271"/>
              <a:gd name="T79" fmla="*/ 95 h 300"/>
            </a:gdLst>
            <a:rect l="0" t="0" r="r" b="b"/>
            <a:pathLst>
              <a:path w="271" h="300">
                <a:moveTo>
                  <a:pt x="185" y="102"/>
                </a:moveTo>
                <a:cubicBezTo>
                  <a:pt x="188" y="101"/>
                  <a:pt x="191" y="99"/>
                  <a:pt x="194" y="98"/>
                </a:cubicBezTo>
                <a:cubicBezTo>
                  <a:pt x="200" y="94"/>
                  <a:pt x="206" y="91"/>
                  <a:pt x="213" y="90"/>
                </a:cubicBezTo>
                <a:cubicBezTo>
                  <a:pt x="221" y="89"/>
                  <a:pt x="229" y="92"/>
                  <a:pt x="236" y="96"/>
                </a:cubicBezTo>
                <a:cubicBezTo>
                  <a:pt x="237" y="97"/>
                  <a:pt x="238" y="98"/>
                  <a:pt x="239" y="99"/>
                </a:cubicBezTo>
                <a:cubicBezTo>
                  <a:pt x="242" y="103"/>
                  <a:pt x="242" y="108"/>
                  <a:pt x="237" y="111"/>
                </a:cubicBezTo>
                <a:cubicBezTo>
                  <a:pt x="220" y="127"/>
                  <a:pt x="200" y="139"/>
                  <a:pt x="179" y="148"/>
                </a:cubicBezTo>
                <a:cubicBezTo>
                  <a:pt x="178" y="149"/>
                  <a:pt x="176" y="149"/>
                  <a:pt x="175" y="150"/>
                </a:cubicBezTo>
                <a:cubicBezTo>
                  <a:pt x="167" y="153"/>
                  <a:pt x="164" y="159"/>
                  <a:pt x="163" y="168"/>
                </a:cubicBezTo>
                <a:cubicBezTo>
                  <a:pt x="163" y="177"/>
                  <a:pt x="165" y="187"/>
                  <a:pt x="169" y="195"/>
                </a:cubicBezTo>
                <a:cubicBezTo>
                  <a:pt x="182" y="226"/>
                  <a:pt x="186" y="259"/>
                  <a:pt x="185" y="292"/>
                </a:cubicBezTo>
                <a:cubicBezTo>
                  <a:pt x="185" y="298"/>
                  <a:pt x="183" y="300"/>
                  <a:pt x="177" y="299"/>
                </a:cubicBezTo>
                <a:cubicBezTo>
                  <a:pt x="171" y="299"/>
                  <a:pt x="165" y="297"/>
                  <a:pt x="161" y="292"/>
                </a:cubicBezTo>
                <a:cubicBezTo>
                  <a:pt x="159" y="290"/>
                  <a:pt x="159" y="287"/>
                  <a:pt x="159" y="285"/>
                </a:cubicBezTo>
                <a:cubicBezTo>
                  <a:pt x="159" y="284"/>
                  <a:pt x="159" y="282"/>
                  <a:pt x="159" y="281"/>
                </a:cubicBezTo>
                <a:cubicBezTo>
                  <a:pt x="159" y="274"/>
                  <a:pt x="156" y="269"/>
                  <a:pt x="150" y="266"/>
                </a:cubicBezTo>
                <a:cubicBezTo>
                  <a:pt x="146" y="263"/>
                  <a:pt x="141" y="262"/>
                  <a:pt x="136" y="260"/>
                </a:cubicBezTo>
                <a:cubicBezTo>
                  <a:pt x="135" y="260"/>
                  <a:pt x="134" y="260"/>
                  <a:pt x="133" y="260"/>
                </a:cubicBezTo>
                <a:cubicBezTo>
                  <a:pt x="129" y="258"/>
                  <a:pt x="126" y="255"/>
                  <a:pt x="126" y="252"/>
                </a:cubicBezTo>
                <a:cubicBezTo>
                  <a:pt x="125" y="248"/>
                  <a:pt x="128" y="244"/>
                  <a:pt x="132" y="243"/>
                </a:cubicBezTo>
                <a:cubicBezTo>
                  <a:pt x="134" y="242"/>
                  <a:pt x="136" y="242"/>
                  <a:pt x="138" y="242"/>
                </a:cubicBezTo>
                <a:cubicBezTo>
                  <a:pt x="144" y="241"/>
                  <a:pt x="147" y="238"/>
                  <a:pt x="149" y="232"/>
                </a:cubicBezTo>
                <a:cubicBezTo>
                  <a:pt x="153" y="220"/>
                  <a:pt x="151" y="208"/>
                  <a:pt x="144" y="197"/>
                </a:cubicBezTo>
                <a:cubicBezTo>
                  <a:pt x="142" y="195"/>
                  <a:pt x="141" y="195"/>
                  <a:pt x="139" y="197"/>
                </a:cubicBezTo>
                <a:cubicBezTo>
                  <a:pt x="138" y="197"/>
                  <a:pt x="137" y="198"/>
                  <a:pt x="136" y="199"/>
                </a:cubicBezTo>
                <a:cubicBezTo>
                  <a:pt x="129" y="205"/>
                  <a:pt x="123" y="210"/>
                  <a:pt x="117" y="216"/>
                </a:cubicBezTo>
                <a:cubicBezTo>
                  <a:pt x="112" y="220"/>
                  <a:pt x="108" y="225"/>
                  <a:pt x="105" y="231"/>
                </a:cubicBezTo>
                <a:cubicBezTo>
                  <a:pt x="104" y="232"/>
                  <a:pt x="103" y="233"/>
                  <a:pt x="101" y="235"/>
                </a:cubicBezTo>
                <a:cubicBezTo>
                  <a:pt x="84" y="253"/>
                  <a:pt x="66" y="270"/>
                  <a:pt x="48" y="288"/>
                </a:cubicBezTo>
                <a:cubicBezTo>
                  <a:pt x="41" y="296"/>
                  <a:pt x="35" y="297"/>
                  <a:pt x="26" y="293"/>
                </a:cubicBezTo>
                <a:cubicBezTo>
                  <a:pt x="20" y="291"/>
                  <a:pt x="16" y="287"/>
                  <a:pt x="13" y="282"/>
                </a:cubicBezTo>
                <a:cubicBezTo>
                  <a:pt x="4" y="271"/>
                  <a:pt x="1" y="257"/>
                  <a:pt x="0" y="243"/>
                </a:cubicBezTo>
                <a:cubicBezTo>
                  <a:pt x="0" y="240"/>
                  <a:pt x="1" y="239"/>
                  <a:pt x="3" y="239"/>
                </a:cubicBezTo>
                <a:cubicBezTo>
                  <a:pt x="5" y="238"/>
                  <a:pt x="7" y="237"/>
                  <a:pt x="9" y="237"/>
                </a:cubicBezTo>
                <a:cubicBezTo>
                  <a:pt x="13" y="235"/>
                  <a:pt x="16" y="235"/>
                  <a:pt x="20" y="237"/>
                </a:cubicBezTo>
                <a:cubicBezTo>
                  <a:pt x="24" y="239"/>
                  <a:pt x="28" y="238"/>
                  <a:pt x="32" y="234"/>
                </a:cubicBezTo>
                <a:cubicBezTo>
                  <a:pt x="34" y="233"/>
                  <a:pt x="37" y="231"/>
                  <a:pt x="39" y="230"/>
                </a:cubicBezTo>
                <a:cubicBezTo>
                  <a:pt x="46" y="226"/>
                  <a:pt x="52" y="222"/>
                  <a:pt x="59" y="219"/>
                </a:cubicBezTo>
                <a:cubicBezTo>
                  <a:pt x="60" y="218"/>
                  <a:pt x="62" y="217"/>
                  <a:pt x="63" y="216"/>
                </a:cubicBezTo>
                <a:cubicBezTo>
                  <a:pt x="81" y="206"/>
                  <a:pt x="98" y="195"/>
                  <a:pt x="116" y="185"/>
                </a:cubicBezTo>
                <a:cubicBezTo>
                  <a:pt x="122" y="181"/>
                  <a:pt x="128" y="177"/>
                  <a:pt x="134" y="172"/>
                </a:cubicBezTo>
                <a:cubicBezTo>
                  <a:pt x="139" y="168"/>
                  <a:pt x="143" y="163"/>
                  <a:pt x="145" y="155"/>
                </a:cubicBezTo>
                <a:cubicBezTo>
                  <a:pt x="143" y="155"/>
                  <a:pt x="142" y="154"/>
                  <a:pt x="140" y="154"/>
                </a:cubicBezTo>
                <a:cubicBezTo>
                  <a:pt x="134" y="152"/>
                  <a:pt x="132" y="148"/>
                  <a:pt x="133" y="142"/>
                </a:cubicBezTo>
                <a:cubicBezTo>
                  <a:pt x="134" y="140"/>
                  <a:pt x="135" y="137"/>
                  <a:pt x="136" y="135"/>
                </a:cubicBezTo>
                <a:cubicBezTo>
                  <a:pt x="139" y="127"/>
                  <a:pt x="142" y="119"/>
                  <a:pt x="145" y="112"/>
                </a:cubicBezTo>
                <a:cubicBezTo>
                  <a:pt x="145" y="111"/>
                  <a:pt x="146" y="110"/>
                  <a:pt x="146" y="109"/>
                </a:cubicBezTo>
                <a:cubicBezTo>
                  <a:pt x="147" y="105"/>
                  <a:pt x="146" y="104"/>
                  <a:pt x="143" y="104"/>
                </a:cubicBezTo>
                <a:cubicBezTo>
                  <a:pt x="140" y="104"/>
                  <a:pt x="138" y="104"/>
                  <a:pt x="135" y="105"/>
                </a:cubicBezTo>
                <a:cubicBezTo>
                  <a:pt x="132" y="106"/>
                  <a:pt x="128" y="107"/>
                  <a:pt x="124" y="108"/>
                </a:cubicBezTo>
                <a:cubicBezTo>
                  <a:pt x="122" y="109"/>
                  <a:pt x="121" y="111"/>
                  <a:pt x="121" y="113"/>
                </a:cubicBezTo>
                <a:cubicBezTo>
                  <a:pt x="121" y="122"/>
                  <a:pt x="121" y="131"/>
                  <a:pt x="121" y="140"/>
                </a:cubicBezTo>
                <a:cubicBezTo>
                  <a:pt x="121" y="142"/>
                  <a:pt x="120" y="144"/>
                  <a:pt x="119" y="146"/>
                </a:cubicBezTo>
                <a:cubicBezTo>
                  <a:pt x="108" y="160"/>
                  <a:pt x="98" y="174"/>
                  <a:pt x="87" y="188"/>
                </a:cubicBezTo>
                <a:cubicBezTo>
                  <a:pt x="87" y="189"/>
                  <a:pt x="86" y="189"/>
                  <a:pt x="86" y="190"/>
                </a:cubicBezTo>
                <a:cubicBezTo>
                  <a:pt x="81" y="185"/>
                  <a:pt x="77" y="181"/>
                  <a:pt x="73" y="176"/>
                </a:cubicBezTo>
                <a:cubicBezTo>
                  <a:pt x="70" y="173"/>
                  <a:pt x="69" y="170"/>
                  <a:pt x="69" y="166"/>
                </a:cubicBezTo>
                <a:cubicBezTo>
                  <a:pt x="68" y="164"/>
                  <a:pt x="68" y="161"/>
                  <a:pt x="67" y="159"/>
                </a:cubicBezTo>
                <a:cubicBezTo>
                  <a:pt x="58" y="138"/>
                  <a:pt x="57" y="117"/>
                  <a:pt x="63" y="95"/>
                </a:cubicBezTo>
                <a:cubicBezTo>
                  <a:pt x="67" y="84"/>
                  <a:pt x="67" y="74"/>
                  <a:pt x="66" y="63"/>
                </a:cubicBezTo>
                <a:cubicBezTo>
                  <a:pt x="66" y="60"/>
                  <a:pt x="66" y="57"/>
                  <a:pt x="66" y="54"/>
                </a:cubicBezTo>
                <a:cubicBezTo>
                  <a:pt x="66" y="50"/>
                  <a:pt x="68" y="47"/>
                  <a:pt x="72" y="47"/>
                </a:cubicBezTo>
                <a:cubicBezTo>
                  <a:pt x="75" y="46"/>
                  <a:pt x="78" y="47"/>
                  <a:pt x="80" y="48"/>
                </a:cubicBezTo>
                <a:cubicBezTo>
                  <a:pt x="83" y="50"/>
                  <a:pt x="85" y="52"/>
                  <a:pt x="88" y="55"/>
                </a:cubicBezTo>
                <a:cubicBezTo>
                  <a:pt x="90" y="57"/>
                  <a:pt x="91" y="59"/>
                  <a:pt x="93" y="61"/>
                </a:cubicBezTo>
                <a:cubicBezTo>
                  <a:pt x="99" y="66"/>
                  <a:pt x="103" y="67"/>
                  <a:pt x="109" y="63"/>
                </a:cubicBezTo>
                <a:cubicBezTo>
                  <a:pt x="117" y="58"/>
                  <a:pt x="125" y="53"/>
                  <a:pt x="133" y="48"/>
                </a:cubicBezTo>
                <a:cubicBezTo>
                  <a:pt x="142" y="41"/>
                  <a:pt x="151" y="35"/>
                  <a:pt x="160" y="28"/>
                </a:cubicBezTo>
                <a:cubicBezTo>
                  <a:pt x="163" y="25"/>
                  <a:pt x="167" y="24"/>
                  <a:pt x="171" y="23"/>
                </a:cubicBezTo>
                <a:cubicBezTo>
                  <a:pt x="177" y="23"/>
                  <a:pt x="182" y="20"/>
                  <a:pt x="187" y="16"/>
                </a:cubicBezTo>
                <a:cubicBezTo>
                  <a:pt x="196" y="6"/>
                  <a:pt x="208" y="2"/>
                  <a:pt x="221" y="1"/>
                </a:cubicBezTo>
                <a:cubicBezTo>
                  <a:pt x="233" y="0"/>
                  <a:pt x="246" y="0"/>
                  <a:pt x="258" y="4"/>
                </a:cubicBezTo>
                <a:cubicBezTo>
                  <a:pt x="261" y="5"/>
                  <a:pt x="264" y="7"/>
                  <a:pt x="267" y="9"/>
                </a:cubicBezTo>
                <a:cubicBezTo>
                  <a:pt x="270" y="10"/>
                  <a:pt x="271" y="13"/>
                  <a:pt x="271" y="16"/>
                </a:cubicBezTo>
                <a:cubicBezTo>
                  <a:pt x="271" y="18"/>
                  <a:pt x="271" y="19"/>
                  <a:pt x="269" y="21"/>
                </a:cubicBezTo>
                <a:cubicBezTo>
                  <a:pt x="262" y="26"/>
                  <a:pt x="255" y="31"/>
                  <a:pt x="248" y="37"/>
                </a:cubicBezTo>
                <a:cubicBezTo>
                  <a:pt x="240" y="43"/>
                  <a:pt x="232" y="50"/>
                  <a:pt x="226" y="58"/>
                </a:cubicBezTo>
                <a:cubicBezTo>
                  <a:pt x="223" y="62"/>
                  <a:pt x="219" y="65"/>
                  <a:pt x="215" y="67"/>
                </a:cubicBezTo>
                <a:cubicBezTo>
                  <a:pt x="213" y="68"/>
                  <a:pt x="212" y="69"/>
                  <a:pt x="211" y="70"/>
                </a:cubicBezTo>
                <a:cubicBezTo>
                  <a:pt x="202" y="79"/>
                  <a:pt x="194" y="87"/>
                  <a:pt x="186" y="95"/>
                </a:cubicBezTo>
                <a:cubicBezTo>
                  <a:pt x="184" y="97"/>
                  <a:pt x="183" y="99"/>
                  <a:pt x="185" y="10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3" name="Freeform 14">
            <a:extLst xmlns:a="http://schemas.openxmlformats.org/drawingml/2006/main">
              <a:ext uri="{FF2B5EF4-FFF2-40B4-BE49-F238E27FC236}">
                <a16:creationId xmlns:a16="http://schemas.microsoft.com/office/drawing/2014/main" id="{69502868-E647-4BEC-8EA0-A503A78D1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1601" y="548337"/>
            <a:ext cx="141990" cy="90098"/>
          </a:xfrm>
          <a:custGeom xmlns:a="http://schemas.openxmlformats.org/drawingml/2006/main">
            <a:gdLst>
              <a:gd name="T0" fmla="*/ 16 w 280"/>
              <a:gd name="T1" fmla="*/ 133 h 178"/>
              <a:gd name="T2" fmla="*/ 14 w 280"/>
              <a:gd name="T3" fmla="*/ 124 h 178"/>
              <a:gd name="T4" fmla="*/ 2 w 280"/>
              <a:gd name="T5" fmla="*/ 103 h 178"/>
              <a:gd name="T6" fmla="*/ 6 w 280"/>
              <a:gd name="T7" fmla="*/ 81 h 178"/>
              <a:gd name="T8" fmla="*/ 16 w 280"/>
              <a:gd name="T9" fmla="*/ 77 h 178"/>
              <a:gd name="T10" fmla="*/ 22 w 280"/>
              <a:gd name="T11" fmla="*/ 77 h 178"/>
              <a:gd name="T12" fmla="*/ 40 w 280"/>
              <a:gd name="T13" fmla="*/ 71 h 178"/>
              <a:gd name="T14" fmla="*/ 54 w 280"/>
              <a:gd name="T15" fmla="*/ 64 h 178"/>
              <a:gd name="T16" fmla="*/ 63 w 280"/>
              <a:gd name="T17" fmla="*/ 61 h 178"/>
              <a:gd name="T18" fmla="*/ 144 w 280"/>
              <a:gd name="T19" fmla="*/ 25 h 178"/>
              <a:gd name="T20" fmla="*/ 169 w 280"/>
              <a:gd name="T21" fmla="*/ 16 h 178"/>
              <a:gd name="T22" fmla="*/ 186 w 280"/>
              <a:gd name="T23" fmla="*/ 13 h 178"/>
              <a:gd name="T24" fmla="*/ 209 w 280"/>
              <a:gd name="T25" fmla="*/ 9 h 178"/>
              <a:gd name="T26" fmla="*/ 224 w 280"/>
              <a:gd name="T27" fmla="*/ 3 h 178"/>
              <a:gd name="T28" fmla="*/ 233 w 280"/>
              <a:gd name="T29" fmla="*/ 0 h 178"/>
              <a:gd name="T30" fmla="*/ 265 w 280"/>
              <a:gd name="T31" fmla="*/ 5 h 178"/>
              <a:gd name="T32" fmla="*/ 274 w 280"/>
              <a:gd name="T33" fmla="*/ 29 h 178"/>
              <a:gd name="T34" fmla="*/ 256 w 280"/>
              <a:gd name="T35" fmla="*/ 50 h 178"/>
              <a:gd name="T36" fmla="*/ 245 w 280"/>
              <a:gd name="T37" fmla="*/ 53 h 178"/>
              <a:gd name="T38" fmla="*/ 220 w 280"/>
              <a:gd name="T39" fmla="*/ 56 h 178"/>
              <a:gd name="T40" fmla="*/ 213 w 280"/>
              <a:gd name="T41" fmla="*/ 58 h 178"/>
              <a:gd name="T42" fmla="*/ 208 w 280"/>
              <a:gd name="T43" fmla="*/ 67 h 178"/>
              <a:gd name="T44" fmla="*/ 210 w 280"/>
              <a:gd name="T45" fmla="*/ 76 h 178"/>
              <a:gd name="T46" fmla="*/ 218 w 280"/>
              <a:gd name="T47" fmla="*/ 92 h 178"/>
              <a:gd name="T48" fmla="*/ 224 w 280"/>
              <a:gd name="T49" fmla="*/ 115 h 178"/>
              <a:gd name="T50" fmla="*/ 220 w 280"/>
              <a:gd name="T51" fmla="*/ 146 h 178"/>
              <a:gd name="T52" fmla="*/ 197 w 280"/>
              <a:gd name="T53" fmla="*/ 163 h 178"/>
              <a:gd name="T54" fmla="*/ 189 w 280"/>
              <a:gd name="T55" fmla="*/ 163 h 178"/>
              <a:gd name="T56" fmla="*/ 181 w 280"/>
              <a:gd name="T57" fmla="*/ 167 h 178"/>
              <a:gd name="T58" fmla="*/ 178 w 280"/>
              <a:gd name="T59" fmla="*/ 170 h 178"/>
              <a:gd name="T60" fmla="*/ 156 w 280"/>
              <a:gd name="T61" fmla="*/ 175 h 178"/>
              <a:gd name="T62" fmla="*/ 140 w 280"/>
              <a:gd name="T63" fmla="*/ 166 h 178"/>
              <a:gd name="T64" fmla="*/ 126 w 280"/>
              <a:gd name="T65" fmla="*/ 162 h 178"/>
              <a:gd name="T66" fmla="*/ 119 w 280"/>
              <a:gd name="T67" fmla="*/ 160 h 178"/>
              <a:gd name="T68" fmla="*/ 113 w 280"/>
              <a:gd name="T69" fmla="*/ 150 h 178"/>
              <a:gd name="T70" fmla="*/ 115 w 280"/>
              <a:gd name="T71" fmla="*/ 147 h 178"/>
              <a:gd name="T72" fmla="*/ 122 w 280"/>
              <a:gd name="T73" fmla="*/ 147 h 178"/>
              <a:gd name="T74" fmla="*/ 166 w 280"/>
              <a:gd name="T75" fmla="*/ 141 h 178"/>
              <a:gd name="T76" fmla="*/ 185 w 280"/>
              <a:gd name="T77" fmla="*/ 129 h 178"/>
              <a:gd name="T78" fmla="*/ 188 w 280"/>
              <a:gd name="T79" fmla="*/ 120 h 178"/>
              <a:gd name="T80" fmla="*/ 185 w 280"/>
              <a:gd name="T81" fmla="*/ 92 h 178"/>
              <a:gd name="T82" fmla="*/ 184 w 280"/>
              <a:gd name="T83" fmla="*/ 77 h 178"/>
              <a:gd name="T84" fmla="*/ 179 w 280"/>
              <a:gd name="T85" fmla="*/ 71 h 178"/>
              <a:gd name="T86" fmla="*/ 163 w 280"/>
              <a:gd name="T87" fmla="*/ 75 h 178"/>
              <a:gd name="T88" fmla="*/ 158 w 280"/>
              <a:gd name="T89" fmla="*/ 79 h 178"/>
              <a:gd name="T90" fmla="*/ 145 w 280"/>
              <a:gd name="T91" fmla="*/ 82 h 178"/>
              <a:gd name="T92" fmla="*/ 116 w 280"/>
              <a:gd name="T93" fmla="*/ 91 h 178"/>
              <a:gd name="T94" fmla="*/ 80 w 280"/>
              <a:gd name="T95" fmla="*/ 118 h 178"/>
              <a:gd name="T96" fmla="*/ 52 w 280"/>
              <a:gd name="T97" fmla="*/ 135 h 178"/>
              <a:gd name="T98" fmla="*/ 22 w 280"/>
              <a:gd name="T99" fmla="*/ 136 h 178"/>
              <a:gd name="T100" fmla="*/ 18 w 280"/>
              <a:gd name="T101" fmla="*/ 134 h 178"/>
              <a:gd name="T102" fmla="*/ 16 w 280"/>
              <a:gd name="T103" fmla="*/ 133 h 178"/>
            </a:gdLst>
            <a:rect l="0" t="0" r="r" b="b"/>
            <a:pathLst>
              <a:path w="280" h="178">
                <a:moveTo>
                  <a:pt x="16" y="133"/>
                </a:moveTo>
                <a:cubicBezTo>
                  <a:pt x="18" y="129"/>
                  <a:pt x="16" y="127"/>
                  <a:pt x="14" y="124"/>
                </a:cubicBezTo>
                <a:cubicBezTo>
                  <a:pt x="9" y="118"/>
                  <a:pt x="5" y="111"/>
                  <a:pt x="2" y="103"/>
                </a:cubicBezTo>
                <a:cubicBezTo>
                  <a:pt x="0" y="95"/>
                  <a:pt x="1" y="88"/>
                  <a:pt x="6" y="81"/>
                </a:cubicBezTo>
                <a:cubicBezTo>
                  <a:pt x="9" y="78"/>
                  <a:pt x="12" y="76"/>
                  <a:pt x="16" y="77"/>
                </a:cubicBezTo>
                <a:cubicBezTo>
                  <a:pt x="18" y="77"/>
                  <a:pt x="20" y="76"/>
                  <a:pt x="22" y="77"/>
                </a:cubicBezTo>
                <a:cubicBezTo>
                  <a:pt x="29" y="79"/>
                  <a:pt x="36" y="76"/>
                  <a:pt x="40" y="71"/>
                </a:cubicBezTo>
                <a:cubicBezTo>
                  <a:pt x="44" y="67"/>
                  <a:pt x="49" y="65"/>
                  <a:pt x="54" y="64"/>
                </a:cubicBezTo>
                <a:cubicBezTo>
                  <a:pt x="57" y="64"/>
                  <a:pt x="60" y="62"/>
                  <a:pt x="63" y="61"/>
                </a:cubicBezTo>
                <a:cubicBezTo>
                  <a:pt x="89" y="47"/>
                  <a:pt x="116" y="35"/>
                  <a:pt x="144" y="25"/>
                </a:cubicBezTo>
                <a:cubicBezTo>
                  <a:pt x="152" y="22"/>
                  <a:pt x="161" y="19"/>
                  <a:pt x="169" y="16"/>
                </a:cubicBezTo>
                <a:cubicBezTo>
                  <a:pt x="174" y="14"/>
                  <a:pt x="180" y="14"/>
                  <a:pt x="186" y="13"/>
                </a:cubicBezTo>
                <a:cubicBezTo>
                  <a:pt x="194" y="12"/>
                  <a:pt x="201" y="11"/>
                  <a:pt x="209" y="9"/>
                </a:cubicBezTo>
                <a:cubicBezTo>
                  <a:pt x="214" y="8"/>
                  <a:pt x="219" y="5"/>
                  <a:pt x="224" y="3"/>
                </a:cubicBezTo>
                <a:cubicBezTo>
                  <a:pt x="227" y="1"/>
                  <a:pt x="230" y="0"/>
                  <a:pt x="233" y="0"/>
                </a:cubicBezTo>
                <a:cubicBezTo>
                  <a:pt x="244" y="0"/>
                  <a:pt x="255" y="1"/>
                  <a:pt x="265" y="5"/>
                </a:cubicBezTo>
                <a:cubicBezTo>
                  <a:pt x="276" y="9"/>
                  <a:pt x="280" y="19"/>
                  <a:pt x="274" y="29"/>
                </a:cubicBezTo>
                <a:cubicBezTo>
                  <a:pt x="270" y="38"/>
                  <a:pt x="263" y="45"/>
                  <a:pt x="256" y="50"/>
                </a:cubicBezTo>
                <a:cubicBezTo>
                  <a:pt x="252" y="53"/>
                  <a:pt x="249" y="53"/>
                  <a:pt x="245" y="53"/>
                </a:cubicBezTo>
                <a:cubicBezTo>
                  <a:pt x="236" y="54"/>
                  <a:pt x="228" y="55"/>
                  <a:pt x="220" y="56"/>
                </a:cubicBezTo>
                <a:cubicBezTo>
                  <a:pt x="218" y="57"/>
                  <a:pt x="215" y="57"/>
                  <a:pt x="213" y="58"/>
                </a:cubicBezTo>
                <a:cubicBezTo>
                  <a:pt x="209" y="60"/>
                  <a:pt x="208" y="63"/>
                  <a:pt x="208" y="67"/>
                </a:cubicBezTo>
                <a:cubicBezTo>
                  <a:pt x="208" y="70"/>
                  <a:pt x="209" y="73"/>
                  <a:pt x="210" y="76"/>
                </a:cubicBezTo>
                <a:cubicBezTo>
                  <a:pt x="213" y="82"/>
                  <a:pt x="215" y="87"/>
                  <a:pt x="218" y="92"/>
                </a:cubicBezTo>
                <a:cubicBezTo>
                  <a:pt x="221" y="100"/>
                  <a:pt x="224" y="107"/>
                  <a:pt x="224" y="115"/>
                </a:cubicBezTo>
                <a:cubicBezTo>
                  <a:pt x="224" y="126"/>
                  <a:pt x="223" y="136"/>
                  <a:pt x="220" y="146"/>
                </a:cubicBezTo>
                <a:cubicBezTo>
                  <a:pt x="216" y="157"/>
                  <a:pt x="209" y="162"/>
                  <a:pt x="197" y="163"/>
                </a:cubicBezTo>
                <a:cubicBezTo>
                  <a:pt x="194" y="163"/>
                  <a:pt x="192" y="163"/>
                  <a:pt x="189" y="163"/>
                </a:cubicBezTo>
                <a:cubicBezTo>
                  <a:pt x="186" y="163"/>
                  <a:pt x="183" y="163"/>
                  <a:pt x="181" y="167"/>
                </a:cubicBezTo>
                <a:cubicBezTo>
                  <a:pt x="180" y="168"/>
                  <a:pt x="179" y="169"/>
                  <a:pt x="178" y="170"/>
                </a:cubicBezTo>
                <a:cubicBezTo>
                  <a:pt x="171" y="176"/>
                  <a:pt x="164" y="178"/>
                  <a:pt x="156" y="175"/>
                </a:cubicBezTo>
                <a:cubicBezTo>
                  <a:pt x="151" y="172"/>
                  <a:pt x="145" y="169"/>
                  <a:pt x="140" y="166"/>
                </a:cubicBezTo>
                <a:cubicBezTo>
                  <a:pt x="136" y="163"/>
                  <a:pt x="132" y="162"/>
                  <a:pt x="126" y="162"/>
                </a:cubicBezTo>
                <a:cubicBezTo>
                  <a:pt x="124" y="162"/>
                  <a:pt x="121" y="163"/>
                  <a:pt x="119" y="160"/>
                </a:cubicBezTo>
                <a:cubicBezTo>
                  <a:pt x="116" y="157"/>
                  <a:pt x="114" y="154"/>
                  <a:pt x="113" y="150"/>
                </a:cubicBezTo>
                <a:cubicBezTo>
                  <a:pt x="112" y="148"/>
                  <a:pt x="113" y="147"/>
                  <a:pt x="115" y="147"/>
                </a:cubicBezTo>
                <a:cubicBezTo>
                  <a:pt x="117" y="147"/>
                  <a:pt x="120" y="147"/>
                  <a:pt x="122" y="147"/>
                </a:cubicBezTo>
                <a:cubicBezTo>
                  <a:pt x="137" y="148"/>
                  <a:pt x="152" y="146"/>
                  <a:pt x="166" y="141"/>
                </a:cubicBezTo>
                <a:cubicBezTo>
                  <a:pt x="173" y="138"/>
                  <a:pt x="179" y="134"/>
                  <a:pt x="185" y="129"/>
                </a:cubicBezTo>
                <a:cubicBezTo>
                  <a:pt x="188" y="126"/>
                  <a:pt x="189" y="123"/>
                  <a:pt x="188" y="120"/>
                </a:cubicBezTo>
                <a:cubicBezTo>
                  <a:pt x="187" y="111"/>
                  <a:pt x="186" y="102"/>
                  <a:pt x="185" y="92"/>
                </a:cubicBezTo>
                <a:cubicBezTo>
                  <a:pt x="184" y="87"/>
                  <a:pt x="184" y="82"/>
                  <a:pt x="184" y="77"/>
                </a:cubicBezTo>
                <a:cubicBezTo>
                  <a:pt x="184" y="73"/>
                  <a:pt x="183" y="71"/>
                  <a:pt x="179" y="71"/>
                </a:cubicBezTo>
                <a:cubicBezTo>
                  <a:pt x="173" y="70"/>
                  <a:pt x="168" y="70"/>
                  <a:pt x="163" y="75"/>
                </a:cubicBezTo>
                <a:cubicBezTo>
                  <a:pt x="162" y="76"/>
                  <a:pt x="160" y="77"/>
                  <a:pt x="158" y="79"/>
                </a:cubicBezTo>
                <a:cubicBezTo>
                  <a:pt x="154" y="81"/>
                  <a:pt x="150" y="83"/>
                  <a:pt x="145" y="82"/>
                </a:cubicBezTo>
                <a:cubicBezTo>
                  <a:pt x="134" y="82"/>
                  <a:pt x="124" y="85"/>
                  <a:pt x="116" y="91"/>
                </a:cubicBezTo>
                <a:cubicBezTo>
                  <a:pt x="104" y="100"/>
                  <a:pt x="92" y="109"/>
                  <a:pt x="80" y="118"/>
                </a:cubicBezTo>
                <a:cubicBezTo>
                  <a:pt x="71" y="124"/>
                  <a:pt x="62" y="131"/>
                  <a:pt x="52" y="135"/>
                </a:cubicBezTo>
                <a:cubicBezTo>
                  <a:pt x="42" y="139"/>
                  <a:pt x="32" y="140"/>
                  <a:pt x="22" y="136"/>
                </a:cubicBezTo>
                <a:cubicBezTo>
                  <a:pt x="20" y="136"/>
                  <a:pt x="19" y="135"/>
                  <a:pt x="18" y="134"/>
                </a:cubicBezTo>
                <a:cubicBezTo>
                  <a:pt x="17" y="134"/>
                  <a:pt x="17" y="134"/>
                  <a:pt x="16" y="133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4" name="Freeform 15">
            <a:extLst xmlns:a="http://schemas.openxmlformats.org/drawingml/2006/main">
              <a:ext uri="{FF2B5EF4-FFF2-40B4-BE49-F238E27FC236}">
                <a16:creationId xmlns:a16="http://schemas.microsoft.com/office/drawing/2014/main" id="{1737DA7B-8DBD-4FD9-AA19-04C9D01BC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703" y="432578"/>
            <a:ext cx="107776" cy="57594"/>
          </a:xfrm>
          <a:custGeom xmlns:a="http://schemas.openxmlformats.org/drawingml/2006/main">
            <a:gdLst>
              <a:gd name="T0" fmla="*/ 197 w 212"/>
              <a:gd name="T1" fmla="*/ 0 h 114"/>
              <a:gd name="T2" fmla="*/ 205 w 212"/>
              <a:gd name="T3" fmla="*/ 0 h 114"/>
              <a:gd name="T4" fmla="*/ 211 w 212"/>
              <a:gd name="T5" fmla="*/ 9 h 114"/>
              <a:gd name="T6" fmla="*/ 191 w 212"/>
              <a:gd name="T7" fmla="*/ 29 h 114"/>
              <a:gd name="T8" fmla="*/ 187 w 212"/>
              <a:gd name="T9" fmla="*/ 29 h 114"/>
              <a:gd name="T10" fmla="*/ 174 w 212"/>
              <a:gd name="T11" fmla="*/ 33 h 114"/>
              <a:gd name="T12" fmla="*/ 132 w 212"/>
              <a:gd name="T13" fmla="*/ 67 h 114"/>
              <a:gd name="T14" fmla="*/ 109 w 212"/>
              <a:gd name="T15" fmla="*/ 91 h 114"/>
              <a:gd name="T16" fmla="*/ 71 w 212"/>
              <a:gd name="T17" fmla="*/ 112 h 114"/>
              <a:gd name="T18" fmla="*/ 40 w 212"/>
              <a:gd name="T19" fmla="*/ 108 h 114"/>
              <a:gd name="T20" fmla="*/ 9 w 212"/>
              <a:gd name="T21" fmla="*/ 90 h 114"/>
              <a:gd name="T22" fmla="*/ 8 w 212"/>
              <a:gd name="T23" fmla="*/ 89 h 114"/>
              <a:gd name="T24" fmla="*/ 11 w 212"/>
              <a:gd name="T25" fmla="*/ 64 h 114"/>
              <a:gd name="T26" fmla="*/ 15 w 212"/>
              <a:gd name="T27" fmla="*/ 62 h 114"/>
              <a:gd name="T28" fmla="*/ 114 w 212"/>
              <a:gd name="T29" fmla="*/ 23 h 114"/>
              <a:gd name="T30" fmla="*/ 130 w 212"/>
              <a:gd name="T31" fmla="*/ 18 h 114"/>
              <a:gd name="T32" fmla="*/ 164 w 212"/>
              <a:gd name="T33" fmla="*/ 7 h 114"/>
              <a:gd name="T34" fmla="*/ 197 w 212"/>
              <a:gd name="T35" fmla="*/ 0 h 114"/>
            </a:gdLst>
            <a:rect l="0" t="0" r="r" b="b"/>
            <a:pathLst>
              <a:path w="212" h="114">
                <a:moveTo>
                  <a:pt x="197" y="0"/>
                </a:moveTo>
                <a:cubicBezTo>
                  <a:pt x="199" y="0"/>
                  <a:pt x="202" y="0"/>
                  <a:pt x="205" y="0"/>
                </a:cubicBezTo>
                <a:cubicBezTo>
                  <a:pt x="209" y="1"/>
                  <a:pt x="212" y="5"/>
                  <a:pt x="211" y="9"/>
                </a:cubicBezTo>
                <a:cubicBezTo>
                  <a:pt x="207" y="18"/>
                  <a:pt x="200" y="25"/>
                  <a:pt x="191" y="29"/>
                </a:cubicBezTo>
                <a:cubicBezTo>
                  <a:pt x="189" y="29"/>
                  <a:pt x="188" y="29"/>
                  <a:pt x="187" y="29"/>
                </a:cubicBezTo>
                <a:cubicBezTo>
                  <a:pt x="182" y="28"/>
                  <a:pt x="178" y="30"/>
                  <a:pt x="174" y="33"/>
                </a:cubicBezTo>
                <a:cubicBezTo>
                  <a:pt x="158" y="43"/>
                  <a:pt x="144" y="54"/>
                  <a:pt x="132" y="67"/>
                </a:cubicBezTo>
                <a:cubicBezTo>
                  <a:pt x="124" y="75"/>
                  <a:pt x="116" y="83"/>
                  <a:pt x="109" y="91"/>
                </a:cubicBezTo>
                <a:cubicBezTo>
                  <a:pt x="99" y="102"/>
                  <a:pt x="86" y="110"/>
                  <a:pt x="71" y="112"/>
                </a:cubicBezTo>
                <a:cubicBezTo>
                  <a:pt x="61" y="114"/>
                  <a:pt x="50" y="112"/>
                  <a:pt x="40" y="108"/>
                </a:cubicBezTo>
                <a:cubicBezTo>
                  <a:pt x="29" y="104"/>
                  <a:pt x="19" y="98"/>
                  <a:pt x="9" y="90"/>
                </a:cubicBezTo>
                <a:cubicBezTo>
                  <a:pt x="9" y="90"/>
                  <a:pt x="9" y="89"/>
                  <a:pt x="8" y="89"/>
                </a:cubicBezTo>
                <a:cubicBezTo>
                  <a:pt x="0" y="81"/>
                  <a:pt x="2" y="70"/>
                  <a:pt x="11" y="64"/>
                </a:cubicBezTo>
                <a:cubicBezTo>
                  <a:pt x="12" y="63"/>
                  <a:pt x="14" y="63"/>
                  <a:pt x="15" y="62"/>
                </a:cubicBezTo>
                <a:cubicBezTo>
                  <a:pt x="48" y="49"/>
                  <a:pt x="81" y="36"/>
                  <a:pt x="114" y="23"/>
                </a:cubicBezTo>
                <a:cubicBezTo>
                  <a:pt x="119" y="21"/>
                  <a:pt x="125" y="19"/>
                  <a:pt x="130" y="18"/>
                </a:cubicBezTo>
                <a:cubicBezTo>
                  <a:pt x="142" y="15"/>
                  <a:pt x="153" y="12"/>
                  <a:pt x="164" y="7"/>
                </a:cubicBezTo>
                <a:cubicBezTo>
                  <a:pt x="175" y="2"/>
                  <a:pt x="186" y="0"/>
                  <a:pt x="197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5" name="Freeform 16">
            <a:extLst xmlns:a="http://schemas.openxmlformats.org/drawingml/2006/main">
              <a:ext uri="{FF2B5EF4-FFF2-40B4-BE49-F238E27FC236}">
                <a16:creationId xmlns:a16="http://schemas.microsoft.com/office/drawing/2014/main" id="{8096C427-C486-4F2B-8E09-B85C13ED8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5059" y="361297"/>
            <a:ext cx="57594" cy="63867"/>
          </a:xfrm>
          <a:custGeom xmlns:a="http://schemas.openxmlformats.org/drawingml/2006/main">
            <a:gdLst>
              <a:gd name="T0" fmla="*/ 114 w 114"/>
              <a:gd name="T1" fmla="*/ 70 h 126"/>
              <a:gd name="T2" fmla="*/ 101 w 114"/>
              <a:gd name="T3" fmla="*/ 91 h 126"/>
              <a:gd name="T4" fmla="*/ 78 w 114"/>
              <a:gd name="T5" fmla="*/ 97 h 126"/>
              <a:gd name="T6" fmla="*/ 58 w 114"/>
              <a:gd name="T7" fmla="*/ 106 h 126"/>
              <a:gd name="T8" fmla="*/ 40 w 114"/>
              <a:gd name="T9" fmla="*/ 121 h 126"/>
              <a:gd name="T10" fmla="*/ 31 w 114"/>
              <a:gd name="T11" fmla="*/ 125 h 126"/>
              <a:gd name="T12" fmla="*/ 23 w 114"/>
              <a:gd name="T13" fmla="*/ 122 h 126"/>
              <a:gd name="T14" fmla="*/ 23 w 114"/>
              <a:gd name="T15" fmla="*/ 112 h 126"/>
              <a:gd name="T16" fmla="*/ 26 w 114"/>
              <a:gd name="T17" fmla="*/ 68 h 126"/>
              <a:gd name="T18" fmla="*/ 16 w 114"/>
              <a:gd name="T19" fmla="*/ 50 h 126"/>
              <a:gd name="T20" fmla="*/ 11 w 114"/>
              <a:gd name="T21" fmla="*/ 39 h 126"/>
              <a:gd name="T22" fmla="*/ 3 w 114"/>
              <a:gd name="T23" fmla="*/ 21 h 126"/>
              <a:gd name="T24" fmla="*/ 3 w 114"/>
              <a:gd name="T25" fmla="*/ 6 h 126"/>
              <a:gd name="T26" fmla="*/ 12 w 114"/>
              <a:gd name="T27" fmla="*/ 0 h 126"/>
              <a:gd name="T28" fmla="*/ 18 w 114"/>
              <a:gd name="T29" fmla="*/ 1 h 126"/>
              <a:gd name="T30" fmla="*/ 50 w 114"/>
              <a:gd name="T31" fmla="*/ 12 h 126"/>
              <a:gd name="T32" fmla="*/ 86 w 114"/>
              <a:gd name="T33" fmla="*/ 31 h 126"/>
              <a:gd name="T34" fmla="*/ 106 w 114"/>
              <a:gd name="T35" fmla="*/ 48 h 126"/>
              <a:gd name="T36" fmla="*/ 114 w 114"/>
              <a:gd name="T37" fmla="*/ 70 h 126"/>
            </a:gdLst>
            <a:rect l="0" t="0" r="r" b="b"/>
            <a:pathLst>
              <a:path w="114" h="126">
                <a:moveTo>
                  <a:pt x="114" y="70"/>
                </a:moveTo>
                <a:cubicBezTo>
                  <a:pt x="114" y="79"/>
                  <a:pt x="109" y="86"/>
                  <a:pt x="101" y="91"/>
                </a:cubicBezTo>
                <a:cubicBezTo>
                  <a:pt x="94" y="95"/>
                  <a:pt x="86" y="97"/>
                  <a:pt x="78" y="97"/>
                </a:cubicBezTo>
                <a:cubicBezTo>
                  <a:pt x="64" y="97"/>
                  <a:pt x="66" y="98"/>
                  <a:pt x="58" y="106"/>
                </a:cubicBezTo>
                <a:cubicBezTo>
                  <a:pt x="52" y="111"/>
                  <a:pt x="46" y="116"/>
                  <a:pt x="40" y="121"/>
                </a:cubicBezTo>
                <a:cubicBezTo>
                  <a:pt x="38" y="123"/>
                  <a:pt x="35" y="124"/>
                  <a:pt x="31" y="125"/>
                </a:cubicBezTo>
                <a:cubicBezTo>
                  <a:pt x="28" y="126"/>
                  <a:pt x="25" y="125"/>
                  <a:pt x="23" y="122"/>
                </a:cubicBezTo>
                <a:cubicBezTo>
                  <a:pt x="22" y="118"/>
                  <a:pt x="21" y="115"/>
                  <a:pt x="23" y="112"/>
                </a:cubicBezTo>
                <a:cubicBezTo>
                  <a:pt x="33" y="98"/>
                  <a:pt x="33" y="83"/>
                  <a:pt x="26" y="68"/>
                </a:cubicBezTo>
                <a:cubicBezTo>
                  <a:pt x="23" y="61"/>
                  <a:pt x="19" y="56"/>
                  <a:pt x="16" y="50"/>
                </a:cubicBezTo>
                <a:cubicBezTo>
                  <a:pt x="14" y="46"/>
                  <a:pt x="12" y="43"/>
                  <a:pt x="11" y="39"/>
                </a:cubicBezTo>
                <a:cubicBezTo>
                  <a:pt x="9" y="33"/>
                  <a:pt x="7" y="27"/>
                  <a:pt x="3" y="21"/>
                </a:cubicBezTo>
                <a:cubicBezTo>
                  <a:pt x="0" y="17"/>
                  <a:pt x="0" y="12"/>
                  <a:pt x="3" y="6"/>
                </a:cubicBezTo>
                <a:cubicBezTo>
                  <a:pt x="5" y="2"/>
                  <a:pt x="8" y="0"/>
                  <a:pt x="12" y="0"/>
                </a:cubicBezTo>
                <a:cubicBezTo>
                  <a:pt x="14" y="0"/>
                  <a:pt x="16" y="1"/>
                  <a:pt x="18" y="1"/>
                </a:cubicBezTo>
                <a:cubicBezTo>
                  <a:pt x="29" y="3"/>
                  <a:pt x="40" y="7"/>
                  <a:pt x="50" y="12"/>
                </a:cubicBezTo>
                <a:cubicBezTo>
                  <a:pt x="62" y="19"/>
                  <a:pt x="74" y="25"/>
                  <a:pt x="86" y="31"/>
                </a:cubicBezTo>
                <a:cubicBezTo>
                  <a:pt x="94" y="36"/>
                  <a:pt x="101" y="41"/>
                  <a:pt x="106" y="48"/>
                </a:cubicBezTo>
                <a:cubicBezTo>
                  <a:pt x="111" y="54"/>
                  <a:pt x="114" y="61"/>
                  <a:pt x="114" y="7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6" name="Freeform 24">
            <a:extLst xmlns:a="http://schemas.openxmlformats.org/drawingml/2006/main">
              <a:ext uri="{FF2B5EF4-FFF2-40B4-BE49-F238E27FC236}">
                <a16:creationId xmlns:a16="http://schemas.microsoft.com/office/drawing/2014/main" id="{9FE771DE-7022-4A41-9C08-1CF4DECA4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4717" y="420032"/>
            <a:ext cx="56454" cy="76412"/>
          </a:xfrm>
          <a:custGeom xmlns:a="http://schemas.openxmlformats.org/drawingml/2006/main">
            <a:gdLst>
              <a:gd name="T0" fmla="*/ 111 w 111"/>
              <a:gd name="T1" fmla="*/ 118 h 150"/>
              <a:gd name="T2" fmla="*/ 108 w 111"/>
              <a:gd name="T3" fmla="*/ 125 h 150"/>
              <a:gd name="T4" fmla="*/ 94 w 111"/>
              <a:gd name="T5" fmla="*/ 142 h 150"/>
              <a:gd name="T6" fmla="*/ 80 w 111"/>
              <a:gd name="T7" fmla="*/ 149 h 150"/>
              <a:gd name="T8" fmla="*/ 72 w 111"/>
              <a:gd name="T9" fmla="*/ 144 h 150"/>
              <a:gd name="T10" fmla="*/ 66 w 111"/>
              <a:gd name="T11" fmla="*/ 117 h 150"/>
              <a:gd name="T12" fmla="*/ 59 w 111"/>
              <a:gd name="T13" fmla="*/ 90 h 150"/>
              <a:gd name="T14" fmla="*/ 50 w 111"/>
              <a:gd name="T15" fmla="*/ 75 h 150"/>
              <a:gd name="T16" fmla="*/ 19 w 111"/>
              <a:gd name="T17" fmla="*/ 40 h 150"/>
              <a:gd name="T18" fmla="*/ 6 w 111"/>
              <a:gd name="T19" fmla="*/ 27 h 150"/>
              <a:gd name="T20" fmla="*/ 0 w 111"/>
              <a:gd name="T21" fmla="*/ 10 h 150"/>
              <a:gd name="T22" fmla="*/ 0 w 111"/>
              <a:gd name="T23" fmla="*/ 8 h 150"/>
              <a:gd name="T24" fmla="*/ 9 w 111"/>
              <a:gd name="T25" fmla="*/ 2 h 150"/>
              <a:gd name="T26" fmla="*/ 18 w 111"/>
              <a:gd name="T27" fmla="*/ 7 h 150"/>
              <a:gd name="T28" fmla="*/ 27 w 111"/>
              <a:gd name="T29" fmla="*/ 15 h 150"/>
              <a:gd name="T30" fmla="*/ 44 w 111"/>
              <a:gd name="T31" fmla="*/ 26 h 150"/>
              <a:gd name="T32" fmla="*/ 85 w 111"/>
              <a:gd name="T33" fmla="*/ 57 h 150"/>
              <a:gd name="T34" fmla="*/ 110 w 111"/>
              <a:gd name="T35" fmla="*/ 114 h 150"/>
              <a:gd name="T36" fmla="*/ 110 w 111"/>
              <a:gd name="T37" fmla="*/ 117 h 150"/>
              <a:gd name="T38" fmla="*/ 111 w 111"/>
              <a:gd name="T39" fmla="*/ 118 h 150"/>
            </a:gdLst>
            <a:rect l="0" t="0" r="r" b="b"/>
            <a:pathLst>
              <a:path w="111" h="150">
                <a:moveTo>
                  <a:pt x="111" y="118"/>
                </a:moveTo>
                <a:cubicBezTo>
                  <a:pt x="110" y="120"/>
                  <a:pt x="109" y="123"/>
                  <a:pt x="108" y="125"/>
                </a:cubicBezTo>
                <a:cubicBezTo>
                  <a:pt x="103" y="131"/>
                  <a:pt x="99" y="136"/>
                  <a:pt x="94" y="142"/>
                </a:cubicBezTo>
                <a:cubicBezTo>
                  <a:pt x="90" y="146"/>
                  <a:pt x="86" y="148"/>
                  <a:pt x="80" y="149"/>
                </a:cubicBezTo>
                <a:cubicBezTo>
                  <a:pt x="75" y="150"/>
                  <a:pt x="73" y="149"/>
                  <a:pt x="72" y="144"/>
                </a:cubicBezTo>
                <a:cubicBezTo>
                  <a:pt x="70" y="135"/>
                  <a:pt x="68" y="126"/>
                  <a:pt x="66" y="117"/>
                </a:cubicBezTo>
                <a:cubicBezTo>
                  <a:pt x="64" y="108"/>
                  <a:pt x="63" y="99"/>
                  <a:pt x="59" y="90"/>
                </a:cubicBezTo>
                <a:cubicBezTo>
                  <a:pt x="57" y="85"/>
                  <a:pt x="54" y="80"/>
                  <a:pt x="50" y="75"/>
                </a:cubicBezTo>
                <a:cubicBezTo>
                  <a:pt x="40" y="63"/>
                  <a:pt x="29" y="51"/>
                  <a:pt x="19" y="40"/>
                </a:cubicBezTo>
                <a:cubicBezTo>
                  <a:pt x="15" y="35"/>
                  <a:pt x="11" y="31"/>
                  <a:pt x="6" y="27"/>
                </a:cubicBezTo>
                <a:cubicBezTo>
                  <a:pt x="1" y="22"/>
                  <a:pt x="0" y="17"/>
                  <a:pt x="0" y="10"/>
                </a:cubicBezTo>
                <a:cubicBezTo>
                  <a:pt x="0" y="9"/>
                  <a:pt x="0" y="9"/>
                  <a:pt x="0" y="8"/>
                </a:cubicBezTo>
                <a:cubicBezTo>
                  <a:pt x="2" y="1"/>
                  <a:pt x="3" y="0"/>
                  <a:pt x="9" y="2"/>
                </a:cubicBezTo>
                <a:cubicBezTo>
                  <a:pt x="12" y="4"/>
                  <a:pt x="15" y="5"/>
                  <a:pt x="18" y="7"/>
                </a:cubicBezTo>
                <a:cubicBezTo>
                  <a:pt x="21" y="10"/>
                  <a:pt x="24" y="12"/>
                  <a:pt x="27" y="15"/>
                </a:cubicBezTo>
                <a:cubicBezTo>
                  <a:pt x="32" y="20"/>
                  <a:pt x="38" y="24"/>
                  <a:pt x="44" y="26"/>
                </a:cubicBezTo>
                <a:cubicBezTo>
                  <a:pt x="61" y="33"/>
                  <a:pt x="74" y="43"/>
                  <a:pt x="85" y="57"/>
                </a:cubicBezTo>
                <a:cubicBezTo>
                  <a:pt x="98" y="73"/>
                  <a:pt x="107" y="92"/>
                  <a:pt x="110" y="114"/>
                </a:cubicBezTo>
                <a:cubicBezTo>
                  <a:pt x="110" y="115"/>
                  <a:pt x="110" y="116"/>
                  <a:pt x="110" y="117"/>
                </a:cubicBezTo>
                <a:cubicBezTo>
                  <a:pt x="110" y="117"/>
                  <a:pt x="110" y="118"/>
                  <a:pt x="111" y="1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7" name="Freeform 26">
            <a:extLst xmlns:a="http://schemas.openxmlformats.org/drawingml/2006/main">
              <a:ext uri="{FF2B5EF4-FFF2-40B4-BE49-F238E27FC236}">
                <a16:creationId xmlns:a16="http://schemas.microsoft.com/office/drawing/2014/main" id="{50BD4399-3CF2-45A3-B45A-8882C0C8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4100" y="564304"/>
            <a:ext cx="41057" cy="50181"/>
          </a:xfrm>
          <a:custGeom xmlns:a="http://schemas.openxmlformats.org/drawingml/2006/main">
            <a:gdLst>
              <a:gd name="T0" fmla="*/ 0 w 81"/>
              <a:gd name="T1" fmla="*/ 18 h 99"/>
              <a:gd name="T2" fmla="*/ 1 w 81"/>
              <a:gd name="T3" fmla="*/ 9 h 99"/>
              <a:gd name="T4" fmla="*/ 11 w 81"/>
              <a:gd name="T5" fmla="*/ 1 h 99"/>
              <a:gd name="T6" fmla="*/ 50 w 81"/>
              <a:gd name="T7" fmla="*/ 12 h 99"/>
              <a:gd name="T8" fmla="*/ 78 w 81"/>
              <a:gd name="T9" fmla="*/ 44 h 99"/>
              <a:gd name="T10" fmla="*/ 80 w 81"/>
              <a:gd name="T11" fmla="*/ 51 h 99"/>
              <a:gd name="T12" fmla="*/ 77 w 81"/>
              <a:gd name="T13" fmla="*/ 79 h 99"/>
              <a:gd name="T14" fmla="*/ 43 w 81"/>
              <a:gd name="T15" fmla="*/ 92 h 99"/>
              <a:gd name="T16" fmla="*/ 30 w 81"/>
              <a:gd name="T17" fmla="*/ 81 h 99"/>
              <a:gd name="T18" fmla="*/ 12 w 81"/>
              <a:gd name="T19" fmla="*/ 60 h 99"/>
              <a:gd name="T20" fmla="*/ 1 w 81"/>
              <a:gd name="T21" fmla="*/ 24 h 99"/>
              <a:gd name="T22" fmla="*/ 1 w 81"/>
              <a:gd name="T23" fmla="*/ 18 h 99"/>
              <a:gd name="T24" fmla="*/ 0 w 81"/>
              <a:gd name="T25" fmla="*/ 18 h 99"/>
            </a:gdLst>
            <a:rect l="0" t="0" r="r" b="b"/>
            <a:pathLst>
              <a:path w="81" h="99">
                <a:moveTo>
                  <a:pt x="0" y="18"/>
                </a:moveTo>
                <a:cubicBezTo>
                  <a:pt x="1" y="15"/>
                  <a:pt x="1" y="12"/>
                  <a:pt x="1" y="9"/>
                </a:cubicBezTo>
                <a:cubicBezTo>
                  <a:pt x="2" y="4"/>
                  <a:pt x="5" y="1"/>
                  <a:pt x="11" y="1"/>
                </a:cubicBezTo>
                <a:cubicBezTo>
                  <a:pt x="25" y="0"/>
                  <a:pt x="39" y="2"/>
                  <a:pt x="50" y="12"/>
                </a:cubicBezTo>
                <a:cubicBezTo>
                  <a:pt x="62" y="21"/>
                  <a:pt x="70" y="32"/>
                  <a:pt x="78" y="44"/>
                </a:cubicBezTo>
                <a:cubicBezTo>
                  <a:pt x="79" y="46"/>
                  <a:pt x="80" y="49"/>
                  <a:pt x="80" y="51"/>
                </a:cubicBezTo>
                <a:cubicBezTo>
                  <a:pt x="81" y="61"/>
                  <a:pt x="80" y="70"/>
                  <a:pt x="77" y="79"/>
                </a:cubicBezTo>
                <a:cubicBezTo>
                  <a:pt x="74" y="89"/>
                  <a:pt x="57" y="99"/>
                  <a:pt x="43" y="92"/>
                </a:cubicBezTo>
                <a:cubicBezTo>
                  <a:pt x="38" y="89"/>
                  <a:pt x="33" y="86"/>
                  <a:pt x="30" y="81"/>
                </a:cubicBezTo>
                <a:cubicBezTo>
                  <a:pt x="24" y="74"/>
                  <a:pt x="18" y="67"/>
                  <a:pt x="12" y="60"/>
                </a:cubicBezTo>
                <a:cubicBezTo>
                  <a:pt x="4" y="49"/>
                  <a:pt x="2" y="37"/>
                  <a:pt x="1" y="24"/>
                </a:cubicBezTo>
                <a:cubicBezTo>
                  <a:pt x="1" y="22"/>
                  <a:pt x="1" y="20"/>
                  <a:pt x="1" y="18"/>
                </a:cubicBezTo>
                <a:cubicBezTo>
                  <a:pt x="1" y="18"/>
                  <a:pt x="1" y="18"/>
                  <a:pt x="0" y="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774EA420-595D-42C2-8124-9D4720A27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7552" y="552329"/>
            <a:ext cx="43908" cy="50751"/>
          </a:xfrm>
          <a:custGeom xmlns:a="http://schemas.openxmlformats.org/drawingml/2006/main">
            <a:gdLst>
              <a:gd name="T0" fmla="*/ 38 w 87"/>
              <a:gd name="T1" fmla="*/ 100 h 100"/>
              <a:gd name="T2" fmla="*/ 27 w 87"/>
              <a:gd name="T3" fmla="*/ 98 h 100"/>
              <a:gd name="T4" fmla="*/ 22 w 87"/>
              <a:gd name="T5" fmla="*/ 91 h 100"/>
              <a:gd name="T6" fmla="*/ 17 w 87"/>
              <a:gd name="T7" fmla="*/ 65 h 100"/>
              <a:gd name="T8" fmla="*/ 1 w 87"/>
              <a:gd name="T9" fmla="*/ 16 h 100"/>
              <a:gd name="T10" fmla="*/ 0 w 87"/>
              <a:gd name="T11" fmla="*/ 4 h 100"/>
              <a:gd name="T12" fmla="*/ 4 w 87"/>
              <a:gd name="T13" fmla="*/ 0 h 100"/>
              <a:gd name="T14" fmla="*/ 12 w 87"/>
              <a:gd name="T15" fmla="*/ 0 h 100"/>
              <a:gd name="T16" fmla="*/ 20 w 87"/>
              <a:gd name="T17" fmla="*/ 4 h 100"/>
              <a:gd name="T18" fmla="*/ 31 w 87"/>
              <a:gd name="T19" fmla="*/ 12 h 100"/>
              <a:gd name="T20" fmla="*/ 65 w 87"/>
              <a:gd name="T21" fmla="*/ 41 h 100"/>
              <a:gd name="T22" fmla="*/ 78 w 87"/>
              <a:gd name="T23" fmla="*/ 56 h 100"/>
              <a:gd name="T24" fmla="*/ 73 w 87"/>
              <a:gd name="T25" fmla="*/ 87 h 100"/>
              <a:gd name="T26" fmla="*/ 38 w 87"/>
              <a:gd name="T27" fmla="*/ 100 h 100"/>
            </a:gdLst>
            <a:rect l="0" t="0" r="r" b="b"/>
            <a:pathLst>
              <a:path w="87" h="100">
                <a:moveTo>
                  <a:pt x="38" y="100"/>
                </a:moveTo>
                <a:cubicBezTo>
                  <a:pt x="34" y="99"/>
                  <a:pt x="31" y="99"/>
                  <a:pt x="27" y="98"/>
                </a:cubicBezTo>
                <a:cubicBezTo>
                  <a:pt x="24" y="97"/>
                  <a:pt x="22" y="94"/>
                  <a:pt x="22" y="91"/>
                </a:cubicBezTo>
                <a:cubicBezTo>
                  <a:pt x="23" y="81"/>
                  <a:pt x="20" y="73"/>
                  <a:pt x="17" y="65"/>
                </a:cubicBezTo>
                <a:cubicBezTo>
                  <a:pt x="11" y="49"/>
                  <a:pt x="4" y="33"/>
                  <a:pt x="1" y="16"/>
                </a:cubicBezTo>
                <a:cubicBezTo>
                  <a:pt x="0" y="12"/>
                  <a:pt x="0" y="8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7" y="0"/>
                  <a:pt x="10" y="0"/>
                  <a:pt x="12" y="0"/>
                </a:cubicBezTo>
                <a:cubicBezTo>
                  <a:pt x="15" y="1"/>
                  <a:pt x="18" y="2"/>
                  <a:pt x="20" y="4"/>
                </a:cubicBezTo>
                <a:cubicBezTo>
                  <a:pt x="24" y="7"/>
                  <a:pt x="28" y="9"/>
                  <a:pt x="31" y="12"/>
                </a:cubicBezTo>
                <a:cubicBezTo>
                  <a:pt x="42" y="22"/>
                  <a:pt x="54" y="31"/>
                  <a:pt x="65" y="41"/>
                </a:cubicBezTo>
                <a:cubicBezTo>
                  <a:pt x="70" y="45"/>
                  <a:pt x="74" y="51"/>
                  <a:pt x="78" y="56"/>
                </a:cubicBezTo>
                <a:cubicBezTo>
                  <a:pt x="87" y="69"/>
                  <a:pt x="85" y="78"/>
                  <a:pt x="73" y="87"/>
                </a:cubicBezTo>
                <a:cubicBezTo>
                  <a:pt x="64" y="95"/>
                  <a:pt x="50" y="100"/>
                  <a:pt x="38" y="1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9" name="Freeform 36">
            <a:extLst xmlns:a="http://schemas.openxmlformats.org/drawingml/2006/main">
              <a:ext uri="{FF2B5EF4-FFF2-40B4-BE49-F238E27FC236}">
                <a16:creationId xmlns:a16="http://schemas.microsoft.com/office/drawing/2014/main" id="{3E52D1C2-C722-49A1-AB9B-38F61388B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3006" y="481619"/>
            <a:ext cx="22809" cy="43908"/>
          </a:xfrm>
          <a:custGeom xmlns:a="http://schemas.openxmlformats.org/drawingml/2006/main">
            <a:gdLst>
              <a:gd name="T0" fmla="*/ 6 w 44"/>
              <a:gd name="T1" fmla="*/ 57 h 87"/>
              <a:gd name="T2" fmla="*/ 2 w 44"/>
              <a:gd name="T3" fmla="*/ 8 h 87"/>
              <a:gd name="T4" fmla="*/ 3 w 44"/>
              <a:gd name="T5" fmla="*/ 2 h 87"/>
              <a:gd name="T6" fmla="*/ 10 w 44"/>
              <a:gd name="T7" fmla="*/ 2 h 87"/>
              <a:gd name="T8" fmla="*/ 15 w 44"/>
              <a:gd name="T9" fmla="*/ 6 h 87"/>
              <a:gd name="T10" fmla="*/ 29 w 44"/>
              <a:gd name="T11" fmla="*/ 22 h 87"/>
              <a:gd name="T12" fmla="*/ 39 w 44"/>
              <a:gd name="T13" fmla="*/ 36 h 87"/>
              <a:gd name="T14" fmla="*/ 43 w 44"/>
              <a:gd name="T15" fmla="*/ 52 h 87"/>
              <a:gd name="T16" fmla="*/ 38 w 44"/>
              <a:gd name="T17" fmla="*/ 74 h 87"/>
              <a:gd name="T18" fmla="*/ 16 w 44"/>
              <a:gd name="T19" fmla="*/ 87 h 87"/>
              <a:gd name="T20" fmla="*/ 8 w 44"/>
              <a:gd name="T21" fmla="*/ 81 h 87"/>
              <a:gd name="T22" fmla="*/ 6 w 44"/>
              <a:gd name="T23" fmla="*/ 65 h 87"/>
              <a:gd name="T24" fmla="*/ 6 w 44"/>
              <a:gd name="T25" fmla="*/ 57 h 87"/>
            </a:gdLst>
            <a:rect l="0" t="0" r="r" b="b"/>
            <a:pathLst>
              <a:path w="44" h="87">
                <a:moveTo>
                  <a:pt x="6" y="57"/>
                </a:moveTo>
                <a:cubicBezTo>
                  <a:pt x="7" y="39"/>
                  <a:pt x="5" y="23"/>
                  <a:pt x="2" y="8"/>
                </a:cubicBezTo>
                <a:cubicBezTo>
                  <a:pt x="1" y="6"/>
                  <a:pt x="0" y="3"/>
                  <a:pt x="3" y="2"/>
                </a:cubicBezTo>
                <a:cubicBezTo>
                  <a:pt x="5" y="0"/>
                  <a:pt x="7" y="0"/>
                  <a:pt x="10" y="2"/>
                </a:cubicBezTo>
                <a:cubicBezTo>
                  <a:pt x="12" y="3"/>
                  <a:pt x="14" y="4"/>
                  <a:pt x="15" y="6"/>
                </a:cubicBezTo>
                <a:cubicBezTo>
                  <a:pt x="20" y="11"/>
                  <a:pt x="25" y="17"/>
                  <a:pt x="29" y="22"/>
                </a:cubicBezTo>
                <a:cubicBezTo>
                  <a:pt x="33" y="27"/>
                  <a:pt x="36" y="32"/>
                  <a:pt x="39" y="36"/>
                </a:cubicBezTo>
                <a:cubicBezTo>
                  <a:pt x="42" y="41"/>
                  <a:pt x="44" y="46"/>
                  <a:pt x="43" y="52"/>
                </a:cubicBezTo>
                <a:cubicBezTo>
                  <a:pt x="42" y="59"/>
                  <a:pt x="41" y="67"/>
                  <a:pt x="38" y="74"/>
                </a:cubicBezTo>
                <a:cubicBezTo>
                  <a:pt x="33" y="83"/>
                  <a:pt x="27" y="87"/>
                  <a:pt x="16" y="87"/>
                </a:cubicBezTo>
                <a:cubicBezTo>
                  <a:pt x="12" y="87"/>
                  <a:pt x="10" y="85"/>
                  <a:pt x="8" y="81"/>
                </a:cubicBezTo>
                <a:cubicBezTo>
                  <a:pt x="6" y="76"/>
                  <a:pt x="6" y="71"/>
                  <a:pt x="6" y="65"/>
                </a:cubicBezTo>
                <a:cubicBezTo>
                  <a:pt x="6" y="62"/>
                  <a:pt x="6" y="59"/>
                  <a:pt x="6" y="5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5" name="Freeform 8">
            <a:extLst xmlns:a="http://schemas.openxmlformats.org/drawingml/2006/main">
              <a:ext uri="{FF2B5EF4-FFF2-40B4-BE49-F238E27FC236}">
                <a16:creationId xmlns:a16="http://schemas.microsoft.com/office/drawing/2014/main" id="{0F01F2FA-A7D6-464F-B25D-597C11899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7780" y="329883"/>
            <a:ext cx="445930" cy="444892"/>
          </a:xfrm>
          <a:custGeom xmlns:a="http://schemas.openxmlformats.org/drawingml/2006/main"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Freeform 42">
            <a:extLst xmlns:a="http://schemas.openxmlformats.org/drawingml/2006/main">
              <a:ext uri="{FF2B5EF4-FFF2-40B4-BE49-F238E27FC236}">
                <a16:creationId xmlns:a16="http://schemas.microsoft.com/office/drawing/2014/main" id="{9D6D1584-711F-43F0-98E7-344B9D52C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5990" y="387574"/>
            <a:ext cx="328990" cy="328471"/>
          </a:xfrm>
          <a:custGeom xmlns:a="http://schemas.openxmlformats.org/drawingml/2006/main"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7" name="Freeform 43">
            <a:extLst xmlns:a="http://schemas.openxmlformats.org/drawingml/2006/main">
              <a:ext uri="{FF2B5EF4-FFF2-40B4-BE49-F238E27FC236}">
                <a16:creationId xmlns:a16="http://schemas.microsoft.com/office/drawing/2014/main" id="{5EBFBF5D-FC84-4F12-A07E-19F71C295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836" y="420317"/>
            <a:ext cx="36381" cy="43657"/>
          </a:xfrm>
          <a:custGeom xmlns:a="http://schemas.openxmlformats.org/drawingml/2006/main"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8" name="Freeform 44">
            <a:extLst xmlns:a="http://schemas.openxmlformats.org/drawingml/2006/main">
              <a:ext uri="{FF2B5EF4-FFF2-40B4-BE49-F238E27FC236}">
                <a16:creationId xmlns:a16="http://schemas.microsoft.com/office/drawing/2014/main" id="{7E143069-79F3-46A8-B322-E7CF1C890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451" y="502955"/>
            <a:ext cx="34822" cy="37420"/>
          </a:xfrm>
          <a:custGeom xmlns:a="http://schemas.openxmlformats.org/drawingml/2006/main"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9" name="Freeform 45">
            <a:extLst xmlns:a="http://schemas.openxmlformats.org/drawingml/2006/main">
              <a:ext uri="{FF2B5EF4-FFF2-40B4-BE49-F238E27FC236}">
                <a16:creationId xmlns:a16="http://schemas.microsoft.com/office/drawing/2014/main" id="{1213D06E-01DB-49AB-82FF-1A00C786E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0534" y="383416"/>
            <a:ext cx="37940" cy="40539"/>
          </a:xfrm>
          <a:custGeom xmlns:a="http://schemas.openxmlformats.org/drawingml/2006/main"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0" name="Freeform 46">
            <a:extLst xmlns:a="http://schemas.openxmlformats.org/drawingml/2006/main">
              <a:ext uri="{FF2B5EF4-FFF2-40B4-BE49-F238E27FC236}">
                <a16:creationId xmlns:a16="http://schemas.microsoft.com/office/drawing/2014/main" id="{612B4ED5-432C-41B7-BA0C-FEA3739B5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451" y="561165"/>
            <a:ext cx="32743" cy="31184"/>
          </a:xfrm>
          <a:custGeom xmlns:a="http://schemas.openxmlformats.org/drawingml/2006/main"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1" name="Freeform 47">
            <a:extLst xmlns:a="http://schemas.openxmlformats.org/drawingml/2006/main">
              <a:ext uri="{FF2B5EF4-FFF2-40B4-BE49-F238E27FC236}">
                <a16:creationId xmlns:a16="http://schemas.microsoft.com/office/drawing/2014/main" id="{7F4025B2-2820-42A0-AB51-98D903D23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2285" y="723322"/>
            <a:ext cx="22868" cy="32743"/>
          </a:xfrm>
          <a:custGeom xmlns:a="http://schemas.openxmlformats.org/drawingml/2006/main"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2" name="Freeform 48">
            <a:extLst xmlns:a="http://schemas.openxmlformats.org/drawingml/2006/main">
              <a:ext uri="{FF2B5EF4-FFF2-40B4-BE49-F238E27FC236}">
                <a16:creationId xmlns:a16="http://schemas.microsoft.com/office/drawing/2014/main" id="{2B8176C7-9A63-4B48-B9AA-744FA3F57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8444" y="613138"/>
            <a:ext cx="33782" cy="29105"/>
          </a:xfrm>
          <a:custGeom xmlns:a="http://schemas.openxmlformats.org/drawingml/2006/main"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3" name="Freeform 49">
            <a:extLst xmlns:a="http://schemas.openxmlformats.org/drawingml/2006/main">
              <a:ext uri="{FF2B5EF4-FFF2-40B4-BE49-F238E27FC236}">
                <a16:creationId xmlns:a16="http://schemas.microsoft.com/office/drawing/2014/main" id="{6820684E-3478-4746-AF0B-68C6C1373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8194" y="415639"/>
            <a:ext cx="40019" cy="43657"/>
          </a:xfrm>
          <a:custGeom xmlns:a="http://schemas.openxmlformats.org/drawingml/2006/main"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4" name="Freeform 50">
            <a:extLst xmlns:a="http://schemas.openxmlformats.org/drawingml/2006/main">
              <a:ext uri="{FF2B5EF4-FFF2-40B4-BE49-F238E27FC236}">
                <a16:creationId xmlns:a16="http://schemas.microsoft.com/office/drawing/2014/main" id="{B86D552D-F1D0-4AA6-A5C9-8ED78DA63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3113" y="709289"/>
            <a:ext cx="28065" cy="32223"/>
          </a:xfrm>
          <a:custGeom xmlns:a="http://schemas.openxmlformats.org/drawingml/2006/main"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5" name="Freeform 51">
            <a:extLst xmlns:a="http://schemas.openxmlformats.org/drawingml/2006/main">
              <a:ext uri="{FF2B5EF4-FFF2-40B4-BE49-F238E27FC236}">
                <a16:creationId xmlns:a16="http://schemas.microsoft.com/office/drawing/2014/main" id="{8D52F6B0-A6B7-4B86-82BF-83F4ABE00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6135" y="379258"/>
            <a:ext cx="37940" cy="36901"/>
          </a:xfrm>
          <a:custGeom xmlns:a="http://schemas.openxmlformats.org/drawingml/2006/main"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6" name="Freeform 52">
            <a:extLst xmlns:a="http://schemas.openxmlformats.org/drawingml/2006/main">
              <a:ext uri="{FF2B5EF4-FFF2-40B4-BE49-F238E27FC236}">
                <a16:creationId xmlns:a16="http://schemas.microsoft.com/office/drawing/2014/main" id="{CFB86F12-47D9-4571-A26A-0E821C7E4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8397" y="345475"/>
            <a:ext cx="30144" cy="32743"/>
          </a:xfrm>
          <a:custGeom xmlns:a="http://schemas.openxmlformats.org/drawingml/2006/main"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7" name="Freeform 53">
            <a:extLst xmlns:a="http://schemas.openxmlformats.org/drawingml/2006/main">
              <a:ext uri="{FF2B5EF4-FFF2-40B4-BE49-F238E27FC236}">
                <a16:creationId xmlns:a16="http://schemas.microsoft.com/office/drawing/2014/main" id="{97280BD4-5B61-4243-B7A7-3D8F7F8D5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5298" y="723322"/>
            <a:ext cx="23387" cy="33262"/>
          </a:xfrm>
          <a:custGeom xmlns:a="http://schemas.openxmlformats.org/drawingml/2006/main"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8" name="Freeform 54">
            <a:extLst xmlns:a="http://schemas.openxmlformats.org/drawingml/2006/main">
              <a:ext uri="{FF2B5EF4-FFF2-40B4-BE49-F238E27FC236}">
                <a16:creationId xmlns:a16="http://schemas.microsoft.com/office/drawing/2014/main" id="{31AE17E7-B807-4633-9BB2-7487AD874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5" y="351712"/>
            <a:ext cx="31183" cy="35341"/>
          </a:xfrm>
          <a:custGeom xmlns:a="http://schemas.openxmlformats.org/drawingml/2006/main"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9" name="Freeform 55">
            <a:extLst xmlns:a="http://schemas.openxmlformats.org/drawingml/2006/main">
              <a:ext uri="{FF2B5EF4-FFF2-40B4-BE49-F238E27FC236}">
                <a16:creationId xmlns:a16="http://schemas.microsoft.com/office/drawing/2014/main" id="{25468D2C-7A5C-4DDB-8179-CA17C709C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303" y="471251"/>
            <a:ext cx="36381" cy="29105"/>
          </a:xfrm>
          <a:custGeom xmlns:a="http://schemas.openxmlformats.org/drawingml/2006/main"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0" name="Freeform 56">
            <a:extLst xmlns:a="http://schemas.openxmlformats.org/drawingml/2006/main">
              <a:ext uri="{FF2B5EF4-FFF2-40B4-BE49-F238E27FC236}">
                <a16:creationId xmlns:a16="http://schemas.microsoft.com/office/drawing/2014/main" id="{28E664F8-9996-4816-934E-D718D947F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823" y="607941"/>
            <a:ext cx="35861" cy="33262"/>
          </a:xfrm>
          <a:custGeom xmlns:a="http://schemas.openxmlformats.org/drawingml/2006/main"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1" name="Freeform 57">
            <a:extLst xmlns:a="http://schemas.openxmlformats.org/drawingml/2006/main">
              <a:ext uri="{FF2B5EF4-FFF2-40B4-BE49-F238E27FC236}">
                <a16:creationId xmlns:a16="http://schemas.microsoft.com/office/drawing/2014/main" id="{9AF2C5D6-9D7C-4AB8-8551-EA669AD64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816" y="556487"/>
            <a:ext cx="31703" cy="28065"/>
          </a:xfrm>
          <a:custGeom xmlns:a="http://schemas.openxmlformats.org/drawingml/2006/main"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2" name="Freeform 58">
            <a:extLst xmlns:a="http://schemas.openxmlformats.org/drawingml/2006/main">
              <a:ext uri="{FF2B5EF4-FFF2-40B4-BE49-F238E27FC236}">
                <a16:creationId xmlns:a16="http://schemas.microsoft.com/office/drawing/2014/main" id="{AA3FBDB4-3C9F-4AEA-A644-0B128907E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8830" y="357949"/>
            <a:ext cx="28585" cy="35861"/>
          </a:xfrm>
          <a:custGeom xmlns:a="http://schemas.openxmlformats.org/drawingml/2006/main"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3" name="Freeform 59">
            <a:extLst xmlns:a="http://schemas.openxmlformats.org/drawingml/2006/main">
              <a:ext uri="{FF2B5EF4-FFF2-40B4-BE49-F238E27FC236}">
                <a16:creationId xmlns:a16="http://schemas.microsoft.com/office/drawing/2014/main" id="{73CCCF36-9C45-44D3-85DB-036B7AEED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9484" y="461896"/>
            <a:ext cx="32743" cy="28585"/>
          </a:xfrm>
          <a:custGeom xmlns:a="http://schemas.openxmlformats.org/drawingml/2006/main"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4" name="Freeform 60">
            <a:extLst xmlns:a="http://schemas.openxmlformats.org/drawingml/2006/main">
              <a:ext uri="{FF2B5EF4-FFF2-40B4-BE49-F238E27FC236}">
                <a16:creationId xmlns:a16="http://schemas.microsoft.com/office/drawing/2014/main" id="{EA5503A1-7786-4BFA-A09D-1F36E022A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297" y="515428"/>
            <a:ext cx="31703" cy="20789"/>
          </a:xfrm>
          <a:custGeom xmlns:a="http://schemas.openxmlformats.org/drawingml/2006/main"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5" name="Freeform 61">
            <a:extLst xmlns:a="http://schemas.openxmlformats.org/drawingml/2006/main">
              <a:ext uri="{FF2B5EF4-FFF2-40B4-BE49-F238E27FC236}">
                <a16:creationId xmlns:a16="http://schemas.microsoft.com/office/drawing/2014/main" id="{F10B0C03-4285-45EF-A6F3-A650AFD1A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6212" y="349113"/>
            <a:ext cx="19230" cy="32223"/>
          </a:xfrm>
          <a:custGeom xmlns:a="http://schemas.openxmlformats.org/drawingml/2006/main"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6" name="Freeform 62">
            <a:extLst xmlns:a="http://schemas.openxmlformats.org/drawingml/2006/main">
              <a:ext uri="{FF2B5EF4-FFF2-40B4-BE49-F238E27FC236}">
                <a16:creationId xmlns:a16="http://schemas.microsoft.com/office/drawing/2014/main" id="{36610357-0706-4FAB-B411-5E32E2FAE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8753" y="711368"/>
            <a:ext cx="23907" cy="31184"/>
          </a:xfrm>
          <a:custGeom xmlns:a="http://schemas.openxmlformats.org/drawingml/2006/main"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7" name="Freeform 71">
            <a:extLst xmlns:a="http://schemas.openxmlformats.org/drawingml/2006/main">
              <a:ext uri="{FF2B5EF4-FFF2-40B4-BE49-F238E27FC236}">
                <a16:creationId xmlns:a16="http://schemas.microsoft.com/office/drawing/2014/main" id="{3D6E5FB6-4C1D-4F19-9065-91D0EF19E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0023" y="401606"/>
            <a:ext cx="301445" cy="300925"/>
          </a:xfrm>
          <a:custGeom xmlns:a="http://schemas.openxmlformats.org/drawingml/2006/main"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2A920FBB-511A-4E79-9610-A850C4146B1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9005791" y="6394353"/>
            <a:ext cx="2743200" cy="2921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32.xml><?xml version="1.0" encoding="utf-8"?>
<p:sldLayout xmlns:p="http://schemas.openxmlformats.org/presentationml/2006/main" type="blank">
  <p:cSld name="全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3.xml><?xml version="1.0" encoding="utf-8"?>
<p:sldLayout xmlns:p="http://schemas.openxmlformats.org/presentationml/2006/main" preserve="1" userDrawn="1">
  <p:cSld name="图片占位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0" name="Freeform 17">
            <a:extLst xmlns:a="http://schemas.openxmlformats.org/drawingml/2006/main">
              <a:ext uri="{FF2B5EF4-FFF2-40B4-BE49-F238E27FC236}">
                <a16:creationId xmlns:a16="http://schemas.microsoft.com/office/drawing/2014/main" id="{BF696403-6A6B-4185-A0FE-74701ECB6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8081" y="688617"/>
            <a:ext cx="64437" cy="68999"/>
          </a:xfrm>
          <a:custGeom xmlns:a="http://schemas.openxmlformats.org/drawingml/2006/main">
            <a:gdLst>
              <a:gd name="T0" fmla="*/ 34 w 127"/>
              <a:gd name="T1" fmla="*/ 71 h 136"/>
              <a:gd name="T2" fmla="*/ 34 w 127"/>
              <a:gd name="T3" fmla="*/ 81 h 136"/>
              <a:gd name="T4" fmla="*/ 34 w 127"/>
              <a:gd name="T5" fmla="*/ 114 h 136"/>
              <a:gd name="T6" fmla="*/ 35 w 127"/>
              <a:gd name="T7" fmla="*/ 122 h 136"/>
              <a:gd name="T8" fmla="*/ 40 w 127"/>
              <a:gd name="T9" fmla="*/ 127 h 136"/>
              <a:gd name="T10" fmla="*/ 49 w 127"/>
              <a:gd name="T11" fmla="*/ 128 h 136"/>
              <a:gd name="T12" fmla="*/ 49 w 127"/>
              <a:gd name="T13" fmla="*/ 135 h 136"/>
              <a:gd name="T14" fmla="*/ 1 w 127"/>
              <a:gd name="T15" fmla="*/ 135 h 136"/>
              <a:gd name="T16" fmla="*/ 0 w 127"/>
              <a:gd name="T17" fmla="*/ 132 h 136"/>
              <a:gd name="T18" fmla="*/ 0 w 127"/>
              <a:gd name="T19" fmla="*/ 128 h 136"/>
              <a:gd name="T20" fmla="*/ 9 w 127"/>
              <a:gd name="T21" fmla="*/ 127 h 136"/>
              <a:gd name="T22" fmla="*/ 16 w 127"/>
              <a:gd name="T23" fmla="*/ 120 h 136"/>
              <a:gd name="T24" fmla="*/ 17 w 127"/>
              <a:gd name="T25" fmla="*/ 111 h 136"/>
              <a:gd name="T26" fmla="*/ 17 w 127"/>
              <a:gd name="T27" fmla="*/ 22 h 136"/>
              <a:gd name="T28" fmla="*/ 16 w 127"/>
              <a:gd name="T29" fmla="*/ 15 h 136"/>
              <a:gd name="T30" fmla="*/ 9 w 127"/>
              <a:gd name="T31" fmla="*/ 9 h 136"/>
              <a:gd name="T32" fmla="*/ 0 w 127"/>
              <a:gd name="T33" fmla="*/ 8 h 136"/>
              <a:gd name="T34" fmla="*/ 0 w 127"/>
              <a:gd name="T35" fmla="*/ 1 h 136"/>
              <a:gd name="T36" fmla="*/ 4 w 127"/>
              <a:gd name="T37" fmla="*/ 0 h 136"/>
              <a:gd name="T38" fmla="*/ 71 w 127"/>
              <a:gd name="T39" fmla="*/ 0 h 136"/>
              <a:gd name="T40" fmla="*/ 94 w 127"/>
              <a:gd name="T41" fmla="*/ 4 h 136"/>
              <a:gd name="T42" fmla="*/ 116 w 127"/>
              <a:gd name="T43" fmla="*/ 32 h 136"/>
              <a:gd name="T44" fmla="*/ 97 w 127"/>
              <a:gd name="T45" fmla="*/ 66 h 136"/>
              <a:gd name="T46" fmla="*/ 80 w 127"/>
              <a:gd name="T47" fmla="*/ 70 h 136"/>
              <a:gd name="T48" fmla="*/ 71 w 127"/>
              <a:gd name="T49" fmla="*/ 71 h 136"/>
              <a:gd name="T50" fmla="*/ 73 w 127"/>
              <a:gd name="T51" fmla="*/ 75 h 136"/>
              <a:gd name="T52" fmla="*/ 104 w 127"/>
              <a:gd name="T53" fmla="*/ 114 h 136"/>
              <a:gd name="T54" fmla="*/ 105 w 127"/>
              <a:gd name="T55" fmla="*/ 116 h 136"/>
              <a:gd name="T56" fmla="*/ 127 w 127"/>
              <a:gd name="T57" fmla="*/ 128 h 136"/>
              <a:gd name="T58" fmla="*/ 127 w 127"/>
              <a:gd name="T59" fmla="*/ 135 h 136"/>
              <a:gd name="T60" fmla="*/ 116 w 127"/>
              <a:gd name="T61" fmla="*/ 135 h 136"/>
              <a:gd name="T62" fmla="*/ 102 w 127"/>
              <a:gd name="T63" fmla="*/ 136 h 136"/>
              <a:gd name="T64" fmla="*/ 96 w 127"/>
              <a:gd name="T65" fmla="*/ 132 h 136"/>
              <a:gd name="T66" fmla="*/ 59 w 127"/>
              <a:gd name="T67" fmla="*/ 82 h 136"/>
              <a:gd name="T68" fmla="*/ 52 w 127"/>
              <a:gd name="T69" fmla="*/ 73 h 136"/>
              <a:gd name="T70" fmla="*/ 49 w 127"/>
              <a:gd name="T71" fmla="*/ 71 h 136"/>
              <a:gd name="T72" fmla="*/ 34 w 127"/>
              <a:gd name="T73" fmla="*/ 71 h 136"/>
              <a:gd name="T74" fmla="*/ 34 w 127"/>
              <a:gd name="T75" fmla="*/ 61 h 136"/>
              <a:gd name="T76" fmla="*/ 36 w 127"/>
              <a:gd name="T77" fmla="*/ 62 h 136"/>
              <a:gd name="T78" fmla="*/ 66 w 127"/>
              <a:gd name="T79" fmla="*/ 62 h 136"/>
              <a:gd name="T80" fmla="*/ 82 w 127"/>
              <a:gd name="T81" fmla="*/ 59 h 136"/>
              <a:gd name="T82" fmla="*/ 96 w 127"/>
              <a:gd name="T83" fmla="*/ 44 h 136"/>
              <a:gd name="T84" fmla="*/ 96 w 127"/>
              <a:gd name="T85" fmla="*/ 29 h 136"/>
              <a:gd name="T86" fmla="*/ 81 w 127"/>
              <a:gd name="T87" fmla="*/ 12 h 136"/>
              <a:gd name="T88" fmla="*/ 70 w 127"/>
              <a:gd name="T89" fmla="*/ 11 h 136"/>
              <a:gd name="T90" fmla="*/ 37 w 127"/>
              <a:gd name="T91" fmla="*/ 11 h 136"/>
              <a:gd name="T92" fmla="*/ 34 w 127"/>
              <a:gd name="T93" fmla="*/ 11 h 136"/>
              <a:gd name="T94" fmla="*/ 34 w 127"/>
              <a:gd name="T95" fmla="*/ 61 h 136"/>
            </a:gdLst>
            <a:rect l="0" t="0" r="r" b="b"/>
            <a:pathLst>
              <a:path w="127" h="136">
                <a:moveTo>
                  <a:pt x="34" y="71"/>
                </a:moveTo>
                <a:cubicBezTo>
                  <a:pt x="34" y="75"/>
                  <a:pt x="34" y="78"/>
                  <a:pt x="34" y="81"/>
                </a:cubicBezTo>
                <a:cubicBezTo>
                  <a:pt x="34" y="92"/>
                  <a:pt x="34" y="103"/>
                  <a:pt x="34" y="114"/>
                </a:cubicBezTo>
                <a:cubicBezTo>
                  <a:pt x="34" y="117"/>
                  <a:pt x="34" y="119"/>
                  <a:pt x="35" y="122"/>
                </a:cubicBezTo>
                <a:cubicBezTo>
                  <a:pt x="35" y="125"/>
                  <a:pt x="37" y="127"/>
                  <a:pt x="40" y="127"/>
                </a:cubicBezTo>
                <a:cubicBezTo>
                  <a:pt x="43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1" y="135"/>
                </a:cubicBezTo>
                <a:cubicBezTo>
                  <a:pt x="0" y="134"/>
                  <a:pt x="0" y="133"/>
                  <a:pt x="0" y="132"/>
                </a:cubicBezTo>
                <a:cubicBezTo>
                  <a:pt x="0" y="131"/>
                  <a:pt x="0" y="130"/>
                  <a:pt x="0" y="128"/>
                </a:cubicBezTo>
                <a:cubicBezTo>
                  <a:pt x="3" y="128"/>
                  <a:pt x="6" y="128"/>
                  <a:pt x="9" y="127"/>
                </a:cubicBezTo>
                <a:cubicBezTo>
                  <a:pt x="14" y="126"/>
                  <a:pt x="15" y="125"/>
                  <a:pt x="16" y="120"/>
                </a:cubicBezTo>
                <a:cubicBezTo>
                  <a:pt x="16" y="117"/>
                  <a:pt x="17" y="114"/>
                  <a:pt x="17" y="111"/>
                </a:cubicBezTo>
                <a:cubicBezTo>
                  <a:pt x="17" y="81"/>
                  <a:pt x="17" y="52"/>
                  <a:pt x="17" y="22"/>
                </a:cubicBezTo>
                <a:cubicBezTo>
                  <a:pt x="17" y="20"/>
                  <a:pt x="16" y="17"/>
                  <a:pt x="16" y="15"/>
                </a:cubicBezTo>
                <a:cubicBezTo>
                  <a:pt x="15" y="11"/>
                  <a:pt x="13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2" y="1"/>
                  <a:pt x="3" y="0"/>
                  <a:pt x="4" y="0"/>
                </a:cubicBezTo>
                <a:cubicBezTo>
                  <a:pt x="26" y="0"/>
                  <a:pt x="49" y="0"/>
                  <a:pt x="71" y="0"/>
                </a:cubicBezTo>
                <a:cubicBezTo>
                  <a:pt x="79" y="0"/>
                  <a:pt x="86" y="1"/>
                  <a:pt x="94" y="4"/>
                </a:cubicBezTo>
                <a:cubicBezTo>
                  <a:pt x="108" y="9"/>
                  <a:pt x="115" y="18"/>
                  <a:pt x="116" y="32"/>
                </a:cubicBezTo>
                <a:cubicBezTo>
                  <a:pt x="117" y="48"/>
                  <a:pt x="110" y="60"/>
                  <a:pt x="97" y="66"/>
                </a:cubicBezTo>
                <a:cubicBezTo>
                  <a:pt x="91" y="68"/>
                  <a:pt x="86" y="70"/>
                  <a:pt x="80" y="70"/>
                </a:cubicBezTo>
                <a:cubicBezTo>
                  <a:pt x="77" y="70"/>
                  <a:pt x="74" y="71"/>
                  <a:pt x="71" y="71"/>
                </a:cubicBezTo>
                <a:cubicBezTo>
                  <a:pt x="72" y="73"/>
                  <a:pt x="73" y="74"/>
                  <a:pt x="73" y="75"/>
                </a:cubicBezTo>
                <a:cubicBezTo>
                  <a:pt x="84" y="88"/>
                  <a:pt x="94" y="101"/>
                  <a:pt x="104" y="114"/>
                </a:cubicBezTo>
                <a:cubicBezTo>
                  <a:pt x="105" y="115"/>
                  <a:pt x="105" y="115"/>
                  <a:pt x="105" y="116"/>
                </a:cubicBezTo>
                <a:cubicBezTo>
                  <a:pt x="111" y="122"/>
                  <a:pt x="117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24" y="135"/>
                  <a:pt x="120" y="135"/>
                  <a:pt x="116" y="135"/>
                </a:cubicBezTo>
                <a:cubicBezTo>
                  <a:pt x="111" y="135"/>
                  <a:pt x="107" y="135"/>
                  <a:pt x="102" y="136"/>
                </a:cubicBezTo>
                <a:cubicBezTo>
                  <a:pt x="99" y="136"/>
                  <a:pt x="97" y="134"/>
                  <a:pt x="96" y="132"/>
                </a:cubicBezTo>
                <a:cubicBezTo>
                  <a:pt x="83" y="115"/>
                  <a:pt x="71" y="99"/>
                  <a:pt x="59" y="82"/>
                </a:cubicBezTo>
                <a:cubicBezTo>
                  <a:pt x="57" y="79"/>
                  <a:pt x="54" y="76"/>
                  <a:pt x="52" y="73"/>
                </a:cubicBezTo>
                <a:cubicBezTo>
                  <a:pt x="51" y="72"/>
                  <a:pt x="50" y="71"/>
                  <a:pt x="49" y="71"/>
                </a:cubicBezTo>
                <a:cubicBezTo>
                  <a:pt x="44" y="71"/>
                  <a:pt x="39" y="71"/>
                  <a:pt x="34" y="71"/>
                </a:cubicBezTo>
                <a:close/>
                <a:moveTo>
                  <a:pt x="34" y="61"/>
                </a:moveTo>
                <a:cubicBezTo>
                  <a:pt x="35" y="62"/>
                  <a:pt x="36" y="62"/>
                  <a:pt x="36" y="62"/>
                </a:cubicBezTo>
                <a:cubicBezTo>
                  <a:pt x="46" y="62"/>
                  <a:pt x="56" y="62"/>
                  <a:pt x="66" y="62"/>
                </a:cubicBezTo>
                <a:cubicBezTo>
                  <a:pt x="72" y="61"/>
                  <a:pt x="77" y="60"/>
                  <a:pt x="82" y="59"/>
                </a:cubicBezTo>
                <a:cubicBezTo>
                  <a:pt x="90" y="56"/>
                  <a:pt x="94" y="51"/>
                  <a:pt x="96" y="44"/>
                </a:cubicBezTo>
                <a:cubicBezTo>
                  <a:pt x="96" y="39"/>
                  <a:pt x="97" y="34"/>
                  <a:pt x="96" y="29"/>
                </a:cubicBezTo>
                <a:cubicBezTo>
                  <a:pt x="95" y="20"/>
                  <a:pt x="90" y="15"/>
                  <a:pt x="81" y="12"/>
                </a:cubicBezTo>
                <a:cubicBezTo>
                  <a:pt x="77" y="11"/>
                  <a:pt x="74" y="11"/>
                  <a:pt x="70" y="11"/>
                </a:cubicBezTo>
                <a:cubicBezTo>
                  <a:pt x="59" y="10"/>
                  <a:pt x="48" y="11"/>
                  <a:pt x="37" y="11"/>
                </a:cubicBezTo>
                <a:cubicBezTo>
                  <a:pt x="36" y="11"/>
                  <a:pt x="35" y="11"/>
                  <a:pt x="34" y="11"/>
                </a:cubicBezTo>
                <a:cubicBezTo>
                  <a:pt x="34" y="28"/>
                  <a:pt x="34" y="44"/>
                  <a:pt x="34" y="61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1" name="Freeform 18">
            <a:extLst xmlns:a="http://schemas.openxmlformats.org/drawingml/2006/main">
              <a:ext uri="{FF2B5EF4-FFF2-40B4-BE49-F238E27FC236}">
                <a16:creationId xmlns:a16="http://schemas.microsoft.com/office/drawing/2014/main" id="{7D167333-F1EC-49A5-B3F6-0626291A5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3581" y="688617"/>
            <a:ext cx="64437" cy="68429"/>
          </a:xfrm>
          <a:custGeom xmlns:a="http://schemas.openxmlformats.org/drawingml/2006/main">
            <a:gdLst>
              <a:gd name="T0" fmla="*/ 50 w 127"/>
              <a:gd name="T1" fmla="*/ 70 h 135"/>
              <a:gd name="T2" fmla="*/ 34 w 127"/>
              <a:gd name="T3" fmla="*/ 87 h 135"/>
              <a:gd name="T4" fmla="*/ 33 w 127"/>
              <a:gd name="T5" fmla="*/ 90 h 135"/>
              <a:gd name="T6" fmla="*/ 33 w 127"/>
              <a:gd name="T7" fmla="*/ 116 h 135"/>
              <a:gd name="T8" fmla="*/ 34 w 127"/>
              <a:gd name="T9" fmla="*/ 120 h 135"/>
              <a:gd name="T10" fmla="*/ 41 w 127"/>
              <a:gd name="T11" fmla="*/ 127 h 135"/>
              <a:gd name="T12" fmla="*/ 49 w 127"/>
              <a:gd name="T13" fmla="*/ 128 h 135"/>
              <a:gd name="T14" fmla="*/ 49 w 127"/>
              <a:gd name="T15" fmla="*/ 135 h 135"/>
              <a:gd name="T16" fmla="*/ 0 w 127"/>
              <a:gd name="T17" fmla="*/ 135 h 135"/>
              <a:gd name="T18" fmla="*/ 0 w 127"/>
              <a:gd name="T19" fmla="*/ 128 h 135"/>
              <a:gd name="T20" fmla="*/ 7 w 127"/>
              <a:gd name="T21" fmla="*/ 128 h 135"/>
              <a:gd name="T22" fmla="*/ 16 w 127"/>
              <a:gd name="T23" fmla="*/ 118 h 135"/>
              <a:gd name="T24" fmla="*/ 16 w 127"/>
              <a:gd name="T25" fmla="*/ 111 h 135"/>
              <a:gd name="T26" fmla="*/ 16 w 127"/>
              <a:gd name="T27" fmla="*/ 24 h 135"/>
              <a:gd name="T28" fmla="*/ 16 w 127"/>
              <a:gd name="T29" fmla="*/ 16 h 135"/>
              <a:gd name="T30" fmla="*/ 8 w 127"/>
              <a:gd name="T31" fmla="*/ 9 h 135"/>
              <a:gd name="T32" fmla="*/ 0 w 127"/>
              <a:gd name="T33" fmla="*/ 8 h 135"/>
              <a:gd name="T34" fmla="*/ 0 w 127"/>
              <a:gd name="T35" fmla="*/ 1 h 135"/>
              <a:gd name="T36" fmla="*/ 49 w 127"/>
              <a:gd name="T37" fmla="*/ 1 h 135"/>
              <a:gd name="T38" fmla="*/ 50 w 127"/>
              <a:gd name="T39" fmla="*/ 8 h 135"/>
              <a:gd name="T40" fmla="*/ 41 w 127"/>
              <a:gd name="T41" fmla="*/ 9 h 135"/>
              <a:gd name="T42" fmla="*/ 34 w 127"/>
              <a:gd name="T43" fmla="*/ 16 h 135"/>
              <a:gd name="T44" fmla="*/ 33 w 127"/>
              <a:gd name="T45" fmla="*/ 23 h 135"/>
              <a:gd name="T46" fmla="*/ 33 w 127"/>
              <a:gd name="T47" fmla="*/ 70 h 135"/>
              <a:gd name="T48" fmla="*/ 33 w 127"/>
              <a:gd name="T49" fmla="*/ 73 h 135"/>
              <a:gd name="T50" fmla="*/ 36 w 127"/>
              <a:gd name="T51" fmla="*/ 71 h 135"/>
              <a:gd name="T52" fmla="*/ 83 w 127"/>
              <a:gd name="T53" fmla="*/ 19 h 135"/>
              <a:gd name="T54" fmla="*/ 86 w 127"/>
              <a:gd name="T55" fmla="*/ 14 h 135"/>
              <a:gd name="T56" fmla="*/ 84 w 127"/>
              <a:gd name="T57" fmla="*/ 9 h 135"/>
              <a:gd name="T58" fmla="*/ 76 w 127"/>
              <a:gd name="T59" fmla="*/ 8 h 135"/>
              <a:gd name="T60" fmla="*/ 76 w 127"/>
              <a:gd name="T61" fmla="*/ 1 h 135"/>
              <a:gd name="T62" fmla="*/ 122 w 127"/>
              <a:gd name="T63" fmla="*/ 1 h 135"/>
              <a:gd name="T64" fmla="*/ 122 w 127"/>
              <a:gd name="T65" fmla="*/ 8 h 135"/>
              <a:gd name="T66" fmla="*/ 118 w 127"/>
              <a:gd name="T67" fmla="*/ 8 h 135"/>
              <a:gd name="T68" fmla="*/ 99 w 127"/>
              <a:gd name="T69" fmla="*/ 18 h 135"/>
              <a:gd name="T70" fmla="*/ 77 w 127"/>
              <a:gd name="T71" fmla="*/ 41 h 135"/>
              <a:gd name="T72" fmla="*/ 62 w 127"/>
              <a:gd name="T73" fmla="*/ 57 h 135"/>
              <a:gd name="T74" fmla="*/ 64 w 127"/>
              <a:gd name="T75" fmla="*/ 61 h 135"/>
              <a:gd name="T76" fmla="*/ 102 w 127"/>
              <a:gd name="T77" fmla="*/ 113 h 135"/>
              <a:gd name="T78" fmla="*/ 108 w 127"/>
              <a:gd name="T79" fmla="*/ 120 h 135"/>
              <a:gd name="T80" fmla="*/ 123 w 127"/>
              <a:gd name="T81" fmla="*/ 127 h 135"/>
              <a:gd name="T82" fmla="*/ 127 w 127"/>
              <a:gd name="T83" fmla="*/ 128 h 135"/>
              <a:gd name="T84" fmla="*/ 127 w 127"/>
              <a:gd name="T85" fmla="*/ 135 h 135"/>
              <a:gd name="T86" fmla="*/ 73 w 127"/>
              <a:gd name="T87" fmla="*/ 135 h 135"/>
              <a:gd name="T88" fmla="*/ 73 w 127"/>
              <a:gd name="T89" fmla="*/ 128 h 135"/>
              <a:gd name="T90" fmla="*/ 80 w 127"/>
              <a:gd name="T91" fmla="*/ 127 h 135"/>
              <a:gd name="T92" fmla="*/ 84 w 127"/>
              <a:gd name="T93" fmla="*/ 120 h 135"/>
              <a:gd name="T94" fmla="*/ 82 w 127"/>
              <a:gd name="T95" fmla="*/ 115 h 135"/>
              <a:gd name="T96" fmla="*/ 51 w 127"/>
              <a:gd name="T97" fmla="*/ 72 h 135"/>
              <a:gd name="T98" fmla="*/ 50 w 127"/>
              <a:gd name="T99" fmla="*/ 70 h 135"/>
            </a:gdLst>
            <a:rect l="0" t="0" r="r" b="b"/>
            <a:pathLst>
              <a:path w="127" h="135">
                <a:moveTo>
                  <a:pt x="50" y="70"/>
                </a:moveTo>
                <a:cubicBezTo>
                  <a:pt x="44" y="76"/>
                  <a:pt x="39" y="81"/>
                  <a:pt x="34" y="87"/>
                </a:cubicBezTo>
                <a:cubicBezTo>
                  <a:pt x="33" y="88"/>
                  <a:pt x="33" y="89"/>
                  <a:pt x="33" y="90"/>
                </a:cubicBezTo>
                <a:cubicBezTo>
                  <a:pt x="33" y="99"/>
                  <a:pt x="33" y="107"/>
                  <a:pt x="33" y="116"/>
                </a:cubicBezTo>
                <a:cubicBezTo>
                  <a:pt x="33" y="117"/>
                  <a:pt x="33" y="118"/>
                  <a:pt x="34" y="120"/>
                </a:cubicBezTo>
                <a:cubicBezTo>
                  <a:pt x="35" y="125"/>
                  <a:pt x="36" y="126"/>
                  <a:pt x="41" y="127"/>
                </a:cubicBezTo>
                <a:cubicBezTo>
                  <a:pt x="44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7" y="128"/>
                </a:cubicBezTo>
                <a:cubicBezTo>
                  <a:pt x="14" y="127"/>
                  <a:pt x="16" y="125"/>
                  <a:pt x="16" y="118"/>
                </a:cubicBezTo>
                <a:cubicBezTo>
                  <a:pt x="16" y="115"/>
                  <a:pt x="16" y="113"/>
                  <a:pt x="16" y="111"/>
                </a:cubicBezTo>
                <a:cubicBezTo>
                  <a:pt x="16" y="82"/>
                  <a:pt x="16" y="53"/>
                  <a:pt x="16" y="24"/>
                </a:cubicBezTo>
                <a:cubicBezTo>
                  <a:pt x="16" y="21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5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4" y="0"/>
                  <a:pt x="40" y="0"/>
                  <a:pt x="49" y="1"/>
                </a:cubicBezTo>
                <a:cubicBezTo>
                  <a:pt x="49" y="3"/>
                  <a:pt x="50" y="5"/>
                  <a:pt x="50" y="8"/>
                </a:cubicBezTo>
                <a:cubicBezTo>
                  <a:pt x="47" y="8"/>
                  <a:pt x="44" y="8"/>
                  <a:pt x="41" y="9"/>
                </a:cubicBezTo>
                <a:cubicBezTo>
                  <a:pt x="37" y="9"/>
                  <a:pt x="34" y="11"/>
                  <a:pt x="34" y="16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39"/>
                  <a:pt x="33" y="54"/>
                  <a:pt x="33" y="70"/>
                </a:cubicBezTo>
                <a:cubicBezTo>
                  <a:pt x="33" y="71"/>
                  <a:pt x="33" y="72"/>
                  <a:pt x="33" y="73"/>
                </a:cubicBezTo>
                <a:cubicBezTo>
                  <a:pt x="35" y="72"/>
                  <a:pt x="36" y="72"/>
                  <a:pt x="36" y="71"/>
                </a:cubicBezTo>
                <a:cubicBezTo>
                  <a:pt x="52" y="54"/>
                  <a:pt x="67" y="37"/>
                  <a:pt x="83" y="19"/>
                </a:cubicBezTo>
                <a:cubicBezTo>
                  <a:pt x="84" y="18"/>
                  <a:pt x="85" y="16"/>
                  <a:pt x="86" y="14"/>
                </a:cubicBezTo>
                <a:cubicBezTo>
                  <a:pt x="88" y="12"/>
                  <a:pt x="87" y="10"/>
                  <a:pt x="84" y="9"/>
                </a:cubicBezTo>
                <a:cubicBezTo>
                  <a:pt x="81" y="8"/>
                  <a:pt x="79" y="8"/>
                  <a:pt x="76" y="8"/>
                </a:cubicBezTo>
                <a:cubicBezTo>
                  <a:pt x="76" y="5"/>
                  <a:pt x="76" y="3"/>
                  <a:pt x="76" y="1"/>
                </a:cubicBezTo>
                <a:cubicBezTo>
                  <a:pt x="79" y="0"/>
                  <a:pt x="114" y="0"/>
                  <a:pt x="122" y="1"/>
                </a:cubicBezTo>
                <a:cubicBezTo>
                  <a:pt x="122" y="3"/>
                  <a:pt x="122" y="5"/>
                  <a:pt x="122" y="8"/>
                </a:cubicBezTo>
                <a:cubicBezTo>
                  <a:pt x="121" y="8"/>
                  <a:pt x="120" y="8"/>
                  <a:pt x="118" y="8"/>
                </a:cubicBezTo>
                <a:cubicBezTo>
                  <a:pt x="111" y="9"/>
                  <a:pt x="104" y="12"/>
                  <a:pt x="99" y="18"/>
                </a:cubicBezTo>
                <a:cubicBezTo>
                  <a:pt x="92" y="25"/>
                  <a:pt x="85" y="33"/>
                  <a:pt x="77" y="41"/>
                </a:cubicBezTo>
                <a:cubicBezTo>
                  <a:pt x="72" y="46"/>
                  <a:pt x="67" y="52"/>
                  <a:pt x="62" y="57"/>
                </a:cubicBezTo>
                <a:cubicBezTo>
                  <a:pt x="63" y="58"/>
                  <a:pt x="64" y="59"/>
                  <a:pt x="64" y="61"/>
                </a:cubicBezTo>
                <a:cubicBezTo>
                  <a:pt x="77" y="78"/>
                  <a:pt x="90" y="95"/>
                  <a:pt x="102" y="113"/>
                </a:cubicBezTo>
                <a:cubicBezTo>
                  <a:pt x="104" y="115"/>
                  <a:pt x="106" y="118"/>
                  <a:pt x="108" y="120"/>
                </a:cubicBezTo>
                <a:cubicBezTo>
                  <a:pt x="112" y="124"/>
                  <a:pt x="117" y="127"/>
                  <a:pt x="123" y="127"/>
                </a:cubicBezTo>
                <a:cubicBezTo>
                  <a:pt x="124" y="128"/>
                  <a:pt x="125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09" y="135"/>
                  <a:pt x="91" y="135"/>
                  <a:pt x="73" y="135"/>
                </a:cubicBezTo>
                <a:cubicBezTo>
                  <a:pt x="73" y="133"/>
                  <a:pt x="73" y="131"/>
                  <a:pt x="73" y="128"/>
                </a:cubicBezTo>
                <a:cubicBezTo>
                  <a:pt x="75" y="128"/>
                  <a:pt x="78" y="128"/>
                  <a:pt x="80" y="127"/>
                </a:cubicBezTo>
                <a:cubicBezTo>
                  <a:pt x="85" y="127"/>
                  <a:pt x="86" y="125"/>
                  <a:pt x="84" y="120"/>
                </a:cubicBezTo>
                <a:cubicBezTo>
                  <a:pt x="84" y="118"/>
                  <a:pt x="83" y="117"/>
                  <a:pt x="82" y="115"/>
                </a:cubicBezTo>
                <a:cubicBezTo>
                  <a:pt x="72" y="101"/>
                  <a:pt x="61" y="86"/>
                  <a:pt x="51" y="72"/>
                </a:cubicBezTo>
                <a:cubicBezTo>
                  <a:pt x="51" y="71"/>
                  <a:pt x="50" y="71"/>
                  <a:pt x="50" y="7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2" name="Freeform 19">
            <a:extLst xmlns:a="http://schemas.openxmlformats.org/drawingml/2006/main">
              <a:ext uri="{FF2B5EF4-FFF2-40B4-BE49-F238E27FC236}">
                <a16:creationId xmlns:a16="http://schemas.microsoft.com/office/drawing/2014/main" id="{625A2FE0-B557-422E-9677-B56692E03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9719" y="688617"/>
            <a:ext cx="63867" cy="68429"/>
          </a:xfrm>
          <a:custGeom xmlns:a="http://schemas.openxmlformats.org/drawingml/2006/main">
            <a:gdLst>
              <a:gd name="T0" fmla="*/ 28 w 126"/>
              <a:gd name="T1" fmla="*/ 16 h 135"/>
              <a:gd name="T2" fmla="*/ 28 w 126"/>
              <a:gd name="T3" fmla="*/ 20 h 135"/>
              <a:gd name="T4" fmla="*/ 28 w 126"/>
              <a:gd name="T5" fmla="*/ 109 h 135"/>
              <a:gd name="T6" fmla="*/ 28 w 126"/>
              <a:gd name="T7" fmla="*/ 119 h 135"/>
              <a:gd name="T8" fmla="*/ 37 w 126"/>
              <a:gd name="T9" fmla="*/ 127 h 135"/>
              <a:gd name="T10" fmla="*/ 44 w 126"/>
              <a:gd name="T11" fmla="*/ 128 h 135"/>
              <a:gd name="T12" fmla="*/ 44 w 126"/>
              <a:gd name="T13" fmla="*/ 135 h 135"/>
              <a:gd name="T14" fmla="*/ 0 w 126"/>
              <a:gd name="T15" fmla="*/ 135 h 135"/>
              <a:gd name="T16" fmla="*/ 0 w 126"/>
              <a:gd name="T17" fmla="*/ 128 h 135"/>
              <a:gd name="T18" fmla="*/ 8 w 126"/>
              <a:gd name="T19" fmla="*/ 127 h 135"/>
              <a:gd name="T20" fmla="*/ 16 w 126"/>
              <a:gd name="T21" fmla="*/ 120 h 135"/>
              <a:gd name="T22" fmla="*/ 16 w 126"/>
              <a:gd name="T23" fmla="*/ 113 h 135"/>
              <a:gd name="T24" fmla="*/ 16 w 126"/>
              <a:gd name="T25" fmla="*/ 19 h 135"/>
              <a:gd name="T26" fmla="*/ 16 w 126"/>
              <a:gd name="T27" fmla="*/ 15 h 135"/>
              <a:gd name="T28" fmla="*/ 9 w 126"/>
              <a:gd name="T29" fmla="*/ 9 h 135"/>
              <a:gd name="T30" fmla="*/ 5 w 126"/>
              <a:gd name="T31" fmla="*/ 8 h 135"/>
              <a:gd name="T32" fmla="*/ 1 w 126"/>
              <a:gd name="T33" fmla="*/ 8 h 135"/>
              <a:gd name="T34" fmla="*/ 1 w 126"/>
              <a:gd name="T35" fmla="*/ 1 h 135"/>
              <a:gd name="T36" fmla="*/ 40 w 126"/>
              <a:gd name="T37" fmla="*/ 1 h 135"/>
              <a:gd name="T38" fmla="*/ 98 w 126"/>
              <a:gd name="T39" fmla="*/ 100 h 135"/>
              <a:gd name="T40" fmla="*/ 99 w 126"/>
              <a:gd name="T41" fmla="*/ 100 h 135"/>
              <a:gd name="T42" fmla="*/ 99 w 126"/>
              <a:gd name="T43" fmla="*/ 96 h 135"/>
              <a:gd name="T44" fmla="*/ 99 w 126"/>
              <a:gd name="T45" fmla="*/ 24 h 135"/>
              <a:gd name="T46" fmla="*/ 98 w 126"/>
              <a:gd name="T47" fmla="*/ 16 h 135"/>
              <a:gd name="T48" fmla="*/ 90 w 126"/>
              <a:gd name="T49" fmla="*/ 9 h 135"/>
              <a:gd name="T50" fmla="*/ 83 w 126"/>
              <a:gd name="T51" fmla="*/ 8 h 135"/>
              <a:gd name="T52" fmla="*/ 83 w 126"/>
              <a:gd name="T53" fmla="*/ 1 h 135"/>
              <a:gd name="T54" fmla="*/ 126 w 126"/>
              <a:gd name="T55" fmla="*/ 1 h 135"/>
              <a:gd name="T56" fmla="*/ 126 w 126"/>
              <a:gd name="T57" fmla="*/ 8 h 135"/>
              <a:gd name="T58" fmla="*/ 119 w 126"/>
              <a:gd name="T59" fmla="*/ 9 h 135"/>
              <a:gd name="T60" fmla="*/ 111 w 126"/>
              <a:gd name="T61" fmla="*/ 16 h 135"/>
              <a:gd name="T62" fmla="*/ 110 w 126"/>
              <a:gd name="T63" fmla="*/ 27 h 135"/>
              <a:gd name="T64" fmla="*/ 110 w 126"/>
              <a:gd name="T65" fmla="*/ 129 h 135"/>
              <a:gd name="T66" fmla="*/ 110 w 126"/>
              <a:gd name="T67" fmla="*/ 135 h 135"/>
              <a:gd name="T68" fmla="*/ 99 w 126"/>
              <a:gd name="T69" fmla="*/ 135 h 135"/>
              <a:gd name="T70" fmla="*/ 29 w 126"/>
              <a:gd name="T71" fmla="*/ 15 h 135"/>
              <a:gd name="T72" fmla="*/ 28 w 126"/>
              <a:gd name="T73" fmla="*/ 16 h 135"/>
            </a:gdLst>
            <a:rect l="0" t="0" r="r" b="b"/>
            <a:pathLst>
              <a:path w="126" h="135">
                <a:moveTo>
                  <a:pt x="28" y="16"/>
                </a:moveTo>
                <a:cubicBezTo>
                  <a:pt x="28" y="17"/>
                  <a:pt x="28" y="19"/>
                  <a:pt x="28" y="20"/>
                </a:cubicBezTo>
                <a:cubicBezTo>
                  <a:pt x="28" y="50"/>
                  <a:pt x="28" y="79"/>
                  <a:pt x="28" y="109"/>
                </a:cubicBezTo>
                <a:cubicBezTo>
                  <a:pt x="28" y="112"/>
                  <a:pt x="28" y="115"/>
                  <a:pt x="28" y="119"/>
                </a:cubicBezTo>
                <a:cubicBezTo>
                  <a:pt x="29" y="124"/>
                  <a:pt x="31" y="126"/>
                  <a:pt x="37" y="127"/>
                </a:cubicBezTo>
                <a:cubicBezTo>
                  <a:pt x="39" y="127"/>
                  <a:pt x="41" y="128"/>
                  <a:pt x="44" y="128"/>
                </a:cubicBezTo>
                <a:cubicBezTo>
                  <a:pt x="44" y="130"/>
                  <a:pt x="44" y="133"/>
                  <a:pt x="44" y="135"/>
                </a:cubicBezTo>
                <a:cubicBezTo>
                  <a:pt x="29" y="135"/>
                  <a:pt x="15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5" y="127"/>
                  <a:pt x="8" y="127"/>
                </a:cubicBezTo>
                <a:cubicBezTo>
                  <a:pt x="12" y="127"/>
                  <a:pt x="15" y="124"/>
                  <a:pt x="16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0"/>
                  <a:pt x="16" y="19"/>
                </a:cubicBezTo>
                <a:cubicBezTo>
                  <a:pt x="16" y="18"/>
                  <a:pt x="16" y="17"/>
                  <a:pt x="16" y="15"/>
                </a:cubicBezTo>
                <a:cubicBezTo>
                  <a:pt x="16" y="11"/>
                  <a:pt x="14" y="9"/>
                  <a:pt x="9" y="9"/>
                </a:cubicBezTo>
                <a:cubicBezTo>
                  <a:pt x="8" y="8"/>
                  <a:pt x="7" y="8"/>
                  <a:pt x="5" y="8"/>
                </a:cubicBezTo>
                <a:cubicBezTo>
                  <a:pt x="4" y="8"/>
                  <a:pt x="2" y="8"/>
                  <a:pt x="1" y="8"/>
                </a:cubicBezTo>
                <a:cubicBezTo>
                  <a:pt x="1" y="5"/>
                  <a:pt x="1" y="3"/>
                  <a:pt x="1" y="1"/>
                </a:cubicBezTo>
                <a:cubicBezTo>
                  <a:pt x="14" y="1"/>
                  <a:pt x="27" y="1"/>
                  <a:pt x="40" y="1"/>
                </a:cubicBezTo>
                <a:cubicBezTo>
                  <a:pt x="59" y="34"/>
                  <a:pt x="79" y="67"/>
                  <a:pt x="98" y="100"/>
                </a:cubicBezTo>
                <a:cubicBezTo>
                  <a:pt x="98" y="100"/>
                  <a:pt x="99" y="100"/>
                  <a:pt x="99" y="100"/>
                </a:cubicBezTo>
                <a:cubicBezTo>
                  <a:pt x="99" y="99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1"/>
                  <a:pt x="99" y="19"/>
                  <a:pt x="98" y="16"/>
                </a:cubicBezTo>
                <a:cubicBezTo>
                  <a:pt x="97" y="12"/>
                  <a:pt x="94" y="9"/>
                  <a:pt x="90" y="9"/>
                </a:cubicBezTo>
                <a:cubicBezTo>
                  <a:pt x="88" y="8"/>
                  <a:pt x="86" y="8"/>
                  <a:pt x="83" y="8"/>
                </a:cubicBezTo>
                <a:cubicBezTo>
                  <a:pt x="83" y="5"/>
                  <a:pt x="83" y="3"/>
                  <a:pt x="83" y="1"/>
                </a:cubicBezTo>
                <a:cubicBezTo>
                  <a:pt x="87" y="0"/>
                  <a:pt x="115" y="0"/>
                  <a:pt x="126" y="1"/>
                </a:cubicBezTo>
                <a:cubicBezTo>
                  <a:pt x="126" y="3"/>
                  <a:pt x="126" y="5"/>
                  <a:pt x="126" y="8"/>
                </a:cubicBezTo>
                <a:cubicBezTo>
                  <a:pt x="124" y="8"/>
                  <a:pt x="122" y="8"/>
                  <a:pt x="119" y="9"/>
                </a:cubicBezTo>
                <a:cubicBezTo>
                  <a:pt x="115" y="9"/>
                  <a:pt x="112" y="12"/>
                  <a:pt x="111" y="16"/>
                </a:cubicBezTo>
                <a:cubicBezTo>
                  <a:pt x="111" y="20"/>
                  <a:pt x="110" y="23"/>
                  <a:pt x="110" y="27"/>
                </a:cubicBezTo>
                <a:cubicBezTo>
                  <a:pt x="110" y="61"/>
                  <a:pt x="110" y="95"/>
                  <a:pt x="110" y="129"/>
                </a:cubicBezTo>
                <a:cubicBezTo>
                  <a:pt x="110" y="131"/>
                  <a:pt x="110" y="133"/>
                  <a:pt x="110" y="135"/>
                </a:cubicBezTo>
                <a:cubicBezTo>
                  <a:pt x="106" y="135"/>
                  <a:pt x="103" y="135"/>
                  <a:pt x="99" y="135"/>
                </a:cubicBezTo>
                <a:cubicBezTo>
                  <a:pt x="76" y="95"/>
                  <a:pt x="52" y="55"/>
                  <a:pt x="29" y="15"/>
                </a:cubicBezTo>
                <a:cubicBezTo>
                  <a:pt x="28" y="15"/>
                  <a:pt x="28" y="15"/>
                  <a:pt x="28" y="16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3" name="Freeform 20">
            <a:extLst xmlns:a="http://schemas.openxmlformats.org/drawingml/2006/main">
              <a:ext uri="{FF2B5EF4-FFF2-40B4-BE49-F238E27FC236}">
                <a16:creationId xmlns:a16="http://schemas.microsoft.com/office/drawing/2014/main" id="{17ADEC43-599C-448B-8598-5324F4C28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9652" y="688617"/>
            <a:ext cx="62726" cy="68429"/>
          </a:xfrm>
          <a:custGeom xmlns:a="http://schemas.openxmlformats.org/drawingml/2006/main">
            <a:gdLst>
              <a:gd name="T0" fmla="*/ 0 w 124"/>
              <a:gd name="T1" fmla="*/ 8 h 135"/>
              <a:gd name="T2" fmla="*/ 0 w 124"/>
              <a:gd name="T3" fmla="*/ 1 h 135"/>
              <a:gd name="T4" fmla="*/ 105 w 124"/>
              <a:gd name="T5" fmla="*/ 1 h 135"/>
              <a:gd name="T6" fmla="*/ 117 w 124"/>
              <a:gd name="T7" fmla="*/ 35 h 135"/>
              <a:gd name="T8" fmla="*/ 110 w 124"/>
              <a:gd name="T9" fmla="*/ 39 h 135"/>
              <a:gd name="T10" fmla="*/ 107 w 124"/>
              <a:gd name="T11" fmla="*/ 33 h 135"/>
              <a:gd name="T12" fmla="*/ 78 w 124"/>
              <a:gd name="T13" fmla="*/ 11 h 135"/>
              <a:gd name="T14" fmla="*/ 34 w 124"/>
              <a:gd name="T15" fmla="*/ 11 h 135"/>
              <a:gd name="T16" fmla="*/ 34 w 124"/>
              <a:gd name="T17" fmla="*/ 61 h 135"/>
              <a:gd name="T18" fmla="*/ 55 w 124"/>
              <a:gd name="T19" fmla="*/ 60 h 135"/>
              <a:gd name="T20" fmla="*/ 69 w 124"/>
              <a:gd name="T21" fmla="*/ 45 h 135"/>
              <a:gd name="T22" fmla="*/ 70 w 124"/>
              <a:gd name="T23" fmla="*/ 36 h 135"/>
              <a:gd name="T24" fmla="*/ 78 w 124"/>
              <a:gd name="T25" fmla="*/ 36 h 135"/>
              <a:gd name="T26" fmla="*/ 78 w 124"/>
              <a:gd name="T27" fmla="*/ 95 h 135"/>
              <a:gd name="T28" fmla="*/ 74 w 124"/>
              <a:gd name="T29" fmla="*/ 95 h 135"/>
              <a:gd name="T30" fmla="*/ 70 w 124"/>
              <a:gd name="T31" fmla="*/ 95 h 135"/>
              <a:gd name="T32" fmla="*/ 70 w 124"/>
              <a:gd name="T33" fmla="*/ 88 h 135"/>
              <a:gd name="T34" fmla="*/ 68 w 124"/>
              <a:gd name="T35" fmla="*/ 81 h 135"/>
              <a:gd name="T36" fmla="*/ 58 w 124"/>
              <a:gd name="T37" fmla="*/ 71 h 135"/>
              <a:gd name="T38" fmla="*/ 34 w 124"/>
              <a:gd name="T39" fmla="*/ 70 h 135"/>
              <a:gd name="T40" fmla="*/ 33 w 124"/>
              <a:gd name="T41" fmla="*/ 74 h 135"/>
              <a:gd name="T42" fmla="*/ 33 w 124"/>
              <a:gd name="T43" fmla="*/ 115 h 135"/>
              <a:gd name="T44" fmla="*/ 43 w 124"/>
              <a:gd name="T45" fmla="*/ 125 h 135"/>
              <a:gd name="T46" fmla="*/ 69 w 124"/>
              <a:gd name="T47" fmla="*/ 125 h 135"/>
              <a:gd name="T48" fmla="*/ 112 w 124"/>
              <a:gd name="T49" fmla="*/ 97 h 135"/>
              <a:gd name="T50" fmla="*/ 115 w 124"/>
              <a:gd name="T51" fmla="*/ 90 h 135"/>
              <a:gd name="T52" fmla="*/ 124 w 124"/>
              <a:gd name="T53" fmla="*/ 93 h 135"/>
              <a:gd name="T54" fmla="*/ 109 w 124"/>
              <a:gd name="T55" fmla="*/ 135 h 135"/>
              <a:gd name="T56" fmla="*/ 0 w 124"/>
              <a:gd name="T57" fmla="*/ 135 h 135"/>
              <a:gd name="T58" fmla="*/ 0 w 124"/>
              <a:gd name="T59" fmla="*/ 128 h 135"/>
              <a:gd name="T60" fmla="*/ 8 w 124"/>
              <a:gd name="T61" fmla="*/ 127 h 135"/>
              <a:gd name="T62" fmla="*/ 15 w 124"/>
              <a:gd name="T63" fmla="*/ 120 h 135"/>
              <a:gd name="T64" fmla="*/ 16 w 124"/>
              <a:gd name="T65" fmla="*/ 113 h 135"/>
              <a:gd name="T66" fmla="*/ 16 w 124"/>
              <a:gd name="T67" fmla="*/ 21 h 135"/>
              <a:gd name="T68" fmla="*/ 16 w 124"/>
              <a:gd name="T69" fmla="*/ 16 h 135"/>
              <a:gd name="T70" fmla="*/ 8 w 124"/>
              <a:gd name="T71" fmla="*/ 9 h 135"/>
              <a:gd name="T72" fmla="*/ 4 w 124"/>
              <a:gd name="T73" fmla="*/ 8 h 135"/>
              <a:gd name="T74" fmla="*/ 0 w 124"/>
              <a:gd name="T75" fmla="*/ 8 h 135"/>
            </a:gdLst>
            <a:rect l="0" t="0" r="r" b="b"/>
            <a:pathLst>
              <a:path w="124" h="135">
                <a:moveTo>
                  <a:pt x="0" y="8"/>
                </a:moveTo>
                <a:cubicBezTo>
                  <a:pt x="0" y="5"/>
                  <a:pt x="0" y="3"/>
                  <a:pt x="0" y="1"/>
                </a:cubicBezTo>
                <a:cubicBezTo>
                  <a:pt x="3" y="0"/>
                  <a:pt x="98" y="0"/>
                  <a:pt x="105" y="1"/>
                </a:cubicBezTo>
                <a:cubicBezTo>
                  <a:pt x="109" y="12"/>
                  <a:pt x="113" y="24"/>
                  <a:pt x="117" y="35"/>
                </a:cubicBezTo>
                <a:cubicBezTo>
                  <a:pt x="115" y="37"/>
                  <a:pt x="112" y="38"/>
                  <a:pt x="110" y="39"/>
                </a:cubicBezTo>
                <a:cubicBezTo>
                  <a:pt x="109" y="36"/>
                  <a:pt x="108" y="35"/>
                  <a:pt x="107" y="33"/>
                </a:cubicBezTo>
                <a:cubicBezTo>
                  <a:pt x="101" y="20"/>
                  <a:pt x="92" y="13"/>
                  <a:pt x="78" y="11"/>
                </a:cubicBezTo>
                <a:cubicBezTo>
                  <a:pt x="63" y="10"/>
                  <a:pt x="48" y="11"/>
                  <a:pt x="34" y="11"/>
                </a:cubicBezTo>
                <a:cubicBezTo>
                  <a:pt x="33" y="15"/>
                  <a:pt x="33" y="55"/>
                  <a:pt x="34" y="61"/>
                </a:cubicBezTo>
                <a:cubicBezTo>
                  <a:pt x="41" y="61"/>
                  <a:pt x="48" y="61"/>
                  <a:pt x="55" y="60"/>
                </a:cubicBezTo>
                <a:cubicBezTo>
                  <a:pt x="64" y="59"/>
                  <a:pt x="68" y="54"/>
                  <a:pt x="69" y="45"/>
                </a:cubicBezTo>
                <a:cubicBezTo>
                  <a:pt x="70" y="42"/>
                  <a:pt x="70" y="39"/>
                  <a:pt x="70" y="36"/>
                </a:cubicBezTo>
                <a:cubicBezTo>
                  <a:pt x="73" y="36"/>
                  <a:pt x="75" y="36"/>
                  <a:pt x="78" y="36"/>
                </a:cubicBezTo>
                <a:cubicBezTo>
                  <a:pt x="78" y="56"/>
                  <a:pt x="78" y="75"/>
                  <a:pt x="78" y="95"/>
                </a:cubicBezTo>
                <a:cubicBezTo>
                  <a:pt x="77" y="95"/>
                  <a:pt x="76" y="95"/>
                  <a:pt x="74" y="95"/>
                </a:cubicBezTo>
                <a:cubicBezTo>
                  <a:pt x="73" y="95"/>
                  <a:pt x="72" y="95"/>
                  <a:pt x="70" y="95"/>
                </a:cubicBezTo>
                <a:cubicBezTo>
                  <a:pt x="70" y="93"/>
                  <a:pt x="70" y="90"/>
                  <a:pt x="70" y="88"/>
                </a:cubicBezTo>
                <a:cubicBezTo>
                  <a:pt x="69" y="86"/>
                  <a:pt x="69" y="83"/>
                  <a:pt x="68" y="81"/>
                </a:cubicBezTo>
                <a:cubicBezTo>
                  <a:pt x="67" y="75"/>
                  <a:pt x="64" y="72"/>
                  <a:pt x="58" y="71"/>
                </a:cubicBezTo>
                <a:cubicBezTo>
                  <a:pt x="50" y="69"/>
                  <a:pt x="42" y="70"/>
                  <a:pt x="34" y="70"/>
                </a:cubicBezTo>
                <a:cubicBezTo>
                  <a:pt x="33" y="72"/>
                  <a:pt x="33" y="73"/>
                  <a:pt x="33" y="74"/>
                </a:cubicBezTo>
                <a:cubicBezTo>
                  <a:pt x="33" y="88"/>
                  <a:pt x="33" y="102"/>
                  <a:pt x="33" y="115"/>
                </a:cubicBezTo>
                <a:cubicBezTo>
                  <a:pt x="33" y="124"/>
                  <a:pt x="34" y="125"/>
                  <a:pt x="43" y="125"/>
                </a:cubicBezTo>
                <a:cubicBezTo>
                  <a:pt x="52" y="125"/>
                  <a:pt x="60" y="125"/>
                  <a:pt x="69" y="125"/>
                </a:cubicBezTo>
                <a:cubicBezTo>
                  <a:pt x="89" y="125"/>
                  <a:pt x="104" y="115"/>
                  <a:pt x="112" y="97"/>
                </a:cubicBezTo>
                <a:cubicBezTo>
                  <a:pt x="113" y="95"/>
                  <a:pt x="114" y="93"/>
                  <a:pt x="115" y="90"/>
                </a:cubicBezTo>
                <a:cubicBezTo>
                  <a:pt x="118" y="91"/>
                  <a:pt x="121" y="92"/>
                  <a:pt x="124" y="93"/>
                </a:cubicBezTo>
                <a:cubicBezTo>
                  <a:pt x="119" y="108"/>
                  <a:pt x="114" y="121"/>
                  <a:pt x="109" y="135"/>
                </a:cubicBezTo>
                <a:cubicBezTo>
                  <a:pt x="73" y="135"/>
                  <a:pt x="3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6" y="128"/>
                  <a:pt x="8" y="127"/>
                </a:cubicBezTo>
                <a:cubicBezTo>
                  <a:pt x="13" y="126"/>
                  <a:pt x="15" y="125"/>
                  <a:pt x="15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20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7" y="9"/>
                  <a:pt x="6" y="8"/>
                  <a:pt x="4" y="8"/>
                </a:cubicBezTo>
                <a:cubicBezTo>
                  <a:pt x="3" y="8"/>
                  <a:pt x="2" y="8"/>
                  <a:pt x="0" y="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4" name="Freeform 21">
            <a:extLst xmlns:a="http://schemas.openxmlformats.org/drawingml/2006/main">
              <a:ext uri="{FF2B5EF4-FFF2-40B4-BE49-F238E27FC236}">
                <a16:creationId xmlns:a16="http://schemas.microsoft.com/office/drawing/2014/main" id="{FA2E8B84-4D8A-42AB-9EB8-324B36EE6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5152" y="689187"/>
            <a:ext cx="62726" cy="67859"/>
          </a:xfrm>
          <a:custGeom xmlns:a="http://schemas.openxmlformats.org/drawingml/2006/main">
            <a:gdLst>
              <a:gd name="T0" fmla="*/ 33 w 123"/>
              <a:gd name="T1" fmla="*/ 60 h 134"/>
              <a:gd name="T2" fmla="*/ 55 w 123"/>
              <a:gd name="T3" fmla="*/ 59 h 134"/>
              <a:gd name="T4" fmla="*/ 68 w 123"/>
              <a:gd name="T5" fmla="*/ 45 h 134"/>
              <a:gd name="T6" fmla="*/ 70 w 123"/>
              <a:gd name="T7" fmla="*/ 35 h 134"/>
              <a:gd name="T8" fmla="*/ 77 w 123"/>
              <a:gd name="T9" fmla="*/ 35 h 134"/>
              <a:gd name="T10" fmla="*/ 77 w 123"/>
              <a:gd name="T11" fmla="*/ 94 h 134"/>
              <a:gd name="T12" fmla="*/ 75 w 123"/>
              <a:gd name="T13" fmla="*/ 94 h 134"/>
              <a:gd name="T14" fmla="*/ 70 w 123"/>
              <a:gd name="T15" fmla="*/ 94 h 134"/>
              <a:gd name="T16" fmla="*/ 69 w 123"/>
              <a:gd name="T17" fmla="*/ 83 h 134"/>
              <a:gd name="T18" fmla="*/ 54 w 123"/>
              <a:gd name="T19" fmla="*/ 69 h 134"/>
              <a:gd name="T20" fmla="*/ 33 w 123"/>
              <a:gd name="T21" fmla="*/ 69 h 134"/>
              <a:gd name="T22" fmla="*/ 33 w 123"/>
              <a:gd name="T23" fmla="*/ 73 h 134"/>
              <a:gd name="T24" fmla="*/ 33 w 123"/>
              <a:gd name="T25" fmla="*/ 114 h 134"/>
              <a:gd name="T26" fmla="*/ 43 w 123"/>
              <a:gd name="T27" fmla="*/ 124 h 134"/>
              <a:gd name="T28" fmla="*/ 68 w 123"/>
              <a:gd name="T29" fmla="*/ 124 h 134"/>
              <a:gd name="T30" fmla="*/ 112 w 123"/>
              <a:gd name="T31" fmla="*/ 96 h 134"/>
              <a:gd name="T32" fmla="*/ 115 w 123"/>
              <a:gd name="T33" fmla="*/ 90 h 134"/>
              <a:gd name="T34" fmla="*/ 115 w 123"/>
              <a:gd name="T35" fmla="*/ 90 h 134"/>
              <a:gd name="T36" fmla="*/ 123 w 123"/>
              <a:gd name="T37" fmla="*/ 92 h 134"/>
              <a:gd name="T38" fmla="*/ 109 w 123"/>
              <a:gd name="T39" fmla="*/ 134 h 134"/>
              <a:gd name="T40" fmla="*/ 0 w 123"/>
              <a:gd name="T41" fmla="*/ 134 h 134"/>
              <a:gd name="T42" fmla="*/ 0 w 123"/>
              <a:gd name="T43" fmla="*/ 127 h 134"/>
              <a:gd name="T44" fmla="*/ 8 w 123"/>
              <a:gd name="T45" fmla="*/ 126 h 134"/>
              <a:gd name="T46" fmla="*/ 15 w 123"/>
              <a:gd name="T47" fmla="*/ 120 h 134"/>
              <a:gd name="T48" fmla="*/ 16 w 123"/>
              <a:gd name="T49" fmla="*/ 113 h 134"/>
              <a:gd name="T50" fmla="*/ 16 w 123"/>
              <a:gd name="T51" fmla="*/ 20 h 134"/>
              <a:gd name="T52" fmla="*/ 5 w 123"/>
              <a:gd name="T53" fmla="*/ 7 h 134"/>
              <a:gd name="T54" fmla="*/ 0 w 123"/>
              <a:gd name="T55" fmla="*/ 7 h 134"/>
              <a:gd name="T56" fmla="*/ 0 w 123"/>
              <a:gd name="T57" fmla="*/ 0 h 134"/>
              <a:gd name="T58" fmla="*/ 105 w 123"/>
              <a:gd name="T59" fmla="*/ 0 h 134"/>
              <a:gd name="T60" fmla="*/ 117 w 123"/>
              <a:gd name="T61" fmla="*/ 35 h 134"/>
              <a:gd name="T62" fmla="*/ 109 w 123"/>
              <a:gd name="T63" fmla="*/ 38 h 134"/>
              <a:gd name="T64" fmla="*/ 107 w 123"/>
              <a:gd name="T65" fmla="*/ 34 h 134"/>
              <a:gd name="T66" fmla="*/ 105 w 123"/>
              <a:gd name="T67" fmla="*/ 29 h 134"/>
              <a:gd name="T68" fmla="*/ 78 w 123"/>
              <a:gd name="T69" fmla="*/ 11 h 134"/>
              <a:gd name="T70" fmla="*/ 42 w 123"/>
              <a:gd name="T71" fmla="*/ 10 h 134"/>
              <a:gd name="T72" fmla="*/ 33 w 123"/>
              <a:gd name="T73" fmla="*/ 10 h 134"/>
              <a:gd name="T74" fmla="*/ 33 w 123"/>
              <a:gd name="T75" fmla="*/ 60 h 134"/>
            </a:gdLst>
            <a:rect l="0" t="0" r="r" b="b"/>
            <a:pathLst>
              <a:path w="123" h="134">
                <a:moveTo>
                  <a:pt x="33" y="60"/>
                </a:moveTo>
                <a:cubicBezTo>
                  <a:pt x="41" y="60"/>
                  <a:pt x="48" y="61"/>
                  <a:pt x="55" y="59"/>
                </a:cubicBezTo>
                <a:cubicBezTo>
                  <a:pt x="63" y="57"/>
                  <a:pt x="67" y="53"/>
                  <a:pt x="68" y="45"/>
                </a:cubicBezTo>
                <a:cubicBezTo>
                  <a:pt x="69" y="42"/>
                  <a:pt x="69" y="39"/>
                  <a:pt x="70" y="35"/>
                </a:cubicBezTo>
                <a:cubicBezTo>
                  <a:pt x="72" y="35"/>
                  <a:pt x="75" y="35"/>
                  <a:pt x="77" y="35"/>
                </a:cubicBezTo>
                <a:cubicBezTo>
                  <a:pt x="77" y="55"/>
                  <a:pt x="77" y="74"/>
                  <a:pt x="77" y="94"/>
                </a:cubicBezTo>
                <a:cubicBezTo>
                  <a:pt x="76" y="94"/>
                  <a:pt x="75" y="94"/>
                  <a:pt x="75" y="94"/>
                </a:cubicBezTo>
                <a:cubicBezTo>
                  <a:pt x="73" y="94"/>
                  <a:pt x="71" y="94"/>
                  <a:pt x="70" y="94"/>
                </a:cubicBezTo>
                <a:cubicBezTo>
                  <a:pt x="69" y="90"/>
                  <a:pt x="69" y="86"/>
                  <a:pt x="69" y="83"/>
                </a:cubicBezTo>
                <a:cubicBezTo>
                  <a:pt x="67" y="74"/>
                  <a:pt x="63" y="70"/>
                  <a:pt x="54" y="69"/>
                </a:cubicBezTo>
                <a:cubicBezTo>
                  <a:pt x="47" y="69"/>
                  <a:pt x="40" y="69"/>
                  <a:pt x="33" y="69"/>
                </a:cubicBezTo>
                <a:cubicBezTo>
                  <a:pt x="33" y="71"/>
                  <a:pt x="33" y="72"/>
                  <a:pt x="33" y="73"/>
                </a:cubicBezTo>
                <a:cubicBezTo>
                  <a:pt x="33" y="87"/>
                  <a:pt x="33" y="101"/>
                  <a:pt x="33" y="114"/>
                </a:cubicBezTo>
                <a:cubicBezTo>
                  <a:pt x="33" y="123"/>
                  <a:pt x="34" y="124"/>
                  <a:pt x="43" y="124"/>
                </a:cubicBezTo>
                <a:cubicBezTo>
                  <a:pt x="51" y="124"/>
                  <a:pt x="60" y="124"/>
                  <a:pt x="68" y="124"/>
                </a:cubicBezTo>
                <a:cubicBezTo>
                  <a:pt x="89" y="124"/>
                  <a:pt x="103" y="114"/>
                  <a:pt x="112" y="96"/>
                </a:cubicBezTo>
                <a:cubicBezTo>
                  <a:pt x="113" y="94"/>
                  <a:pt x="114" y="92"/>
                  <a:pt x="115" y="90"/>
                </a:cubicBezTo>
                <a:cubicBezTo>
                  <a:pt x="115" y="90"/>
                  <a:pt x="115" y="90"/>
                  <a:pt x="115" y="90"/>
                </a:cubicBezTo>
                <a:cubicBezTo>
                  <a:pt x="118" y="90"/>
                  <a:pt x="120" y="91"/>
                  <a:pt x="123" y="92"/>
                </a:cubicBezTo>
                <a:cubicBezTo>
                  <a:pt x="118" y="107"/>
                  <a:pt x="113" y="120"/>
                  <a:pt x="109" y="134"/>
                </a:cubicBezTo>
                <a:cubicBezTo>
                  <a:pt x="72" y="134"/>
                  <a:pt x="3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6"/>
                  <a:pt x="8" y="126"/>
                </a:cubicBezTo>
                <a:cubicBezTo>
                  <a:pt x="12" y="126"/>
                  <a:pt x="14" y="124"/>
                  <a:pt x="15" y="120"/>
                </a:cubicBezTo>
                <a:cubicBezTo>
                  <a:pt x="15" y="118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0"/>
                  <a:pt x="14" y="8"/>
                  <a:pt x="5" y="7"/>
                </a:cubicBezTo>
                <a:cubicBezTo>
                  <a:pt x="3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34" y="0"/>
                  <a:pt x="69" y="0"/>
                  <a:pt x="105" y="0"/>
                </a:cubicBezTo>
                <a:cubicBezTo>
                  <a:pt x="109" y="11"/>
                  <a:pt x="112" y="22"/>
                  <a:pt x="117" y="35"/>
                </a:cubicBezTo>
                <a:cubicBezTo>
                  <a:pt x="114" y="36"/>
                  <a:pt x="112" y="37"/>
                  <a:pt x="109" y="38"/>
                </a:cubicBezTo>
                <a:cubicBezTo>
                  <a:pt x="108" y="36"/>
                  <a:pt x="108" y="35"/>
                  <a:pt x="107" y="34"/>
                </a:cubicBezTo>
                <a:cubicBezTo>
                  <a:pt x="107" y="32"/>
                  <a:pt x="106" y="31"/>
                  <a:pt x="105" y="29"/>
                </a:cubicBezTo>
                <a:cubicBezTo>
                  <a:pt x="100" y="18"/>
                  <a:pt x="90" y="11"/>
                  <a:pt x="78" y="11"/>
                </a:cubicBezTo>
                <a:cubicBezTo>
                  <a:pt x="66" y="10"/>
                  <a:pt x="54" y="10"/>
                  <a:pt x="42" y="10"/>
                </a:cubicBezTo>
                <a:cubicBezTo>
                  <a:pt x="39" y="10"/>
                  <a:pt x="36" y="10"/>
                  <a:pt x="33" y="10"/>
                </a:cubicBezTo>
                <a:cubicBezTo>
                  <a:pt x="33" y="26"/>
                  <a:pt x="33" y="43"/>
                  <a:pt x="33" y="6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5" name="Freeform 22">
            <a:extLst xmlns:a="http://schemas.openxmlformats.org/drawingml/2006/main">
              <a:ext uri="{FF2B5EF4-FFF2-40B4-BE49-F238E27FC236}">
                <a16:creationId xmlns:a16="http://schemas.microsoft.com/office/drawing/2014/main" id="{EEB03DF7-D864-44C3-A026-30D34AEE9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3944" y="689187"/>
            <a:ext cx="63867" cy="67859"/>
          </a:xfrm>
          <a:custGeom xmlns:a="http://schemas.openxmlformats.org/drawingml/2006/main">
            <a:gdLst>
              <a:gd name="T0" fmla="*/ 43 w 126"/>
              <a:gd name="T1" fmla="*/ 134 h 134"/>
              <a:gd name="T2" fmla="*/ 0 w 126"/>
              <a:gd name="T3" fmla="*/ 134 h 134"/>
              <a:gd name="T4" fmla="*/ 0 w 126"/>
              <a:gd name="T5" fmla="*/ 127 h 134"/>
              <a:gd name="T6" fmla="*/ 7 w 126"/>
              <a:gd name="T7" fmla="*/ 126 h 134"/>
              <a:gd name="T8" fmla="*/ 16 w 126"/>
              <a:gd name="T9" fmla="*/ 118 h 134"/>
              <a:gd name="T10" fmla="*/ 16 w 126"/>
              <a:gd name="T11" fmla="*/ 110 h 134"/>
              <a:gd name="T12" fmla="*/ 16 w 126"/>
              <a:gd name="T13" fmla="*/ 18 h 134"/>
              <a:gd name="T14" fmla="*/ 5 w 126"/>
              <a:gd name="T15" fmla="*/ 7 h 134"/>
              <a:gd name="T16" fmla="*/ 0 w 126"/>
              <a:gd name="T17" fmla="*/ 7 h 134"/>
              <a:gd name="T18" fmla="*/ 0 w 126"/>
              <a:gd name="T19" fmla="*/ 0 h 134"/>
              <a:gd name="T20" fmla="*/ 40 w 126"/>
              <a:gd name="T21" fmla="*/ 0 h 134"/>
              <a:gd name="T22" fmla="*/ 98 w 126"/>
              <a:gd name="T23" fmla="*/ 100 h 134"/>
              <a:gd name="T24" fmla="*/ 99 w 126"/>
              <a:gd name="T25" fmla="*/ 96 h 134"/>
              <a:gd name="T26" fmla="*/ 99 w 126"/>
              <a:gd name="T27" fmla="*/ 24 h 134"/>
              <a:gd name="T28" fmla="*/ 98 w 126"/>
              <a:gd name="T29" fmla="*/ 17 h 134"/>
              <a:gd name="T30" fmla="*/ 89 w 126"/>
              <a:gd name="T31" fmla="*/ 7 h 134"/>
              <a:gd name="T32" fmla="*/ 83 w 126"/>
              <a:gd name="T33" fmla="*/ 7 h 134"/>
              <a:gd name="T34" fmla="*/ 83 w 126"/>
              <a:gd name="T35" fmla="*/ 4 h 134"/>
              <a:gd name="T36" fmla="*/ 83 w 126"/>
              <a:gd name="T37" fmla="*/ 0 h 134"/>
              <a:gd name="T38" fmla="*/ 125 w 126"/>
              <a:gd name="T39" fmla="*/ 0 h 134"/>
              <a:gd name="T40" fmla="*/ 126 w 126"/>
              <a:gd name="T41" fmla="*/ 3 h 134"/>
              <a:gd name="T42" fmla="*/ 126 w 126"/>
              <a:gd name="T43" fmla="*/ 7 h 134"/>
              <a:gd name="T44" fmla="*/ 120 w 126"/>
              <a:gd name="T45" fmla="*/ 7 h 134"/>
              <a:gd name="T46" fmla="*/ 110 w 126"/>
              <a:gd name="T47" fmla="*/ 16 h 134"/>
              <a:gd name="T48" fmla="*/ 110 w 126"/>
              <a:gd name="T49" fmla="*/ 26 h 134"/>
              <a:gd name="T50" fmla="*/ 110 w 126"/>
              <a:gd name="T51" fmla="*/ 128 h 134"/>
              <a:gd name="T52" fmla="*/ 110 w 126"/>
              <a:gd name="T53" fmla="*/ 134 h 134"/>
              <a:gd name="T54" fmla="*/ 98 w 126"/>
              <a:gd name="T55" fmla="*/ 134 h 134"/>
              <a:gd name="T56" fmla="*/ 28 w 126"/>
              <a:gd name="T57" fmla="*/ 14 h 134"/>
              <a:gd name="T58" fmla="*/ 28 w 126"/>
              <a:gd name="T59" fmla="*/ 14 h 134"/>
              <a:gd name="T60" fmla="*/ 27 w 126"/>
              <a:gd name="T61" fmla="*/ 17 h 134"/>
              <a:gd name="T62" fmla="*/ 27 w 126"/>
              <a:gd name="T63" fmla="*/ 110 h 134"/>
              <a:gd name="T64" fmla="*/ 28 w 126"/>
              <a:gd name="T65" fmla="*/ 118 h 134"/>
              <a:gd name="T66" fmla="*/ 36 w 126"/>
              <a:gd name="T67" fmla="*/ 126 h 134"/>
              <a:gd name="T68" fmla="*/ 43 w 126"/>
              <a:gd name="T69" fmla="*/ 127 h 134"/>
              <a:gd name="T70" fmla="*/ 43 w 126"/>
              <a:gd name="T71" fmla="*/ 134 h 134"/>
            </a:gdLst>
            <a:rect l="0" t="0" r="r" b="b"/>
            <a:pathLst>
              <a:path w="126" h="134">
                <a:moveTo>
                  <a:pt x="43" y="134"/>
                </a:moveTo>
                <a:cubicBezTo>
                  <a:pt x="29" y="134"/>
                  <a:pt x="14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7"/>
                  <a:pt x="7" y="126"/>
                </a:cubicBezTo>
                <a:cubicBezTo>
                  <a:pt x="13" y="125"/>
                  <a:pt x="15" y="123"/>
                  <a:pt x="16" y="118"/>
                </a:cubicBezTo>
                <a:cubicBezTo>
                  <a:pt x="16" y="115"/>
                  <a:pt x="16" y="113"/>
                  <a:pt x="16" y="110"/>
                </a:cubicBezTo>
                <a:cubicBezTo>
                  <a:pt x="16" y="80"/>
                  <a:pt x="16" y="49"/>
                  <a:pt x="16" y="18"/>
                </a:cubicBezTo>
                <a:cubicBezTo>
                  <a:pt x="16" y="9"/>
                  <a:pt x="14" y="8"/>
                  <a:pt x="5" y="7"/>
                </a:cubicBezTo>
                <a:cubicBezTo>
                  <a:pt x="4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3" y="0"/>
                  <a:pt x="26" y="0"/>
                  <a:pt x="40" y="0"/>
                </a:cubicBezTo>
                <a:cubicBezTo>
                  <a:pt x="59" y="33"/>
                  <a:pt x="78" y="66"/>
                  <a:pt x="98" y="100"/>
                </a:cubicBezTo>
                <a:cubicBezTo>
                  <a:pt x="98" y="98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2"/>
                  <a:pt x="99" y="19"/>
                  <a:pt x="98" y="17"/>
                </a:cubicBezTo>
                <a:cubicBezTo>
                  <a:pt x="97" y="11"/>
                  <a:pt x="95" y="8"/>
                  <a:pt x="89" y="7"/>
                </a:cubicBezTo>
                <a:cubicBezTo>
                  <a:pt x="87" y="7"/>
                  <a:pt x="85" y="7"/>
                  <a:pt x="83" y="7"/>
                </a:cubicBezTo>
                <a:cubicBezTo>
                  <a:pt x="83" y="6"/>
                  <a:pt x="83" y="5"/>
                  <a:pt x="83" y="4"/>
                </a:cubicBezTo>
                <a:cubicBezTo>
                  <a:pt x="83" y="2"/>
                  <a:pt x="83" y="1"/>
                  <a:pt x="83" y="0"/>
                </a:cubicBezTo>
                <a:cubicBezTo>
                  <a:pt x="97" y="0"/>
                  <a:pt x="111" y="0"/>
                  <a:pt x="125" y="0"/>
                </a:cubicBezTo>
                <a:cubicBezTo>
                  <a:pt x="125" y="1"/>
                  <a:pt x="126" y="2"/>
                  <a:pt x="126" y="3"/>
                </a:cubicBezTo>
                <a:cubicBezTo>
                  <a:pt x="126" y="4"/>
                  <a:pt x="126" y="5"/>
                  <a:pt x="126" y="7"/>
                </a:cubicBezTo>
                <a:cubicBezTo>
                  <a:pt x="124" y="7"/>
                  <a:pt x="122" y="7"/>
                  <a:pt x="120" y="7"/>
                </a:cubicBezTo>
                <a:cubicBezTo>
                  <a:pt x="114" y="8"/>
                  <a:pt x="111" y="11"/>
                  <a:pt x="110" y="16"/>
                </a:cubicBezTo>
                <a:cubicBezTo>
                  <a:pt x="110" y="20"/>
                  <a:pt x="110" y="23"/>
                  <a:pt x="110" y="26"/>
                </a:cubicBezTo>
                <a:cubicBezTo>
                  <a:pt x="110" y="60"/>
                  <a:pt x="110" y="94"/>
                  <a:pt x="110" y="128"/>
                </a:cubicBezTo>
                <a:cubicBezTo>
                  <a:pt x="110" y="130"/>
                  <a:pt x="110" y="132"/>
                  <a:pt x="110" y="134"/>
                </a:cubicBezTo>
                <a:cubicBezTo>
                  <a:pt x="106" y="134"/>
                  <a:pt x="102" y="134"/>
                  <a:pt x="98" y="134"/>
                </a:cubicBezTo>
                <a:cubicBezTo>
                  <a:pt x="75" y="94"/>
                  <a:pt x="52" y="54"/>
                  <a:pt x="28" y="14"/>
                </a:cubicBezTo>
                <a:cubicBezTo>
                  <a:pt x="28" y="14"/>
                  <a:pt x="28" y="14"/>
                  <a:pt x="28" y="14"/>
                </a:cubicBezTo>
                <a:cubicBezTo>
                  <a:pt x="27" y="15"/>
                  <a:pt x="27" y="16"/>
                  <a:pt x="27" y="17"/>
                </a:cubicBezTo>
                <a:cubicBezTo>
                  <a:pt x="27" y="48"/>
                  <a:pt x="27" y="79"/>
                  <a:pt x="27" y="110"/>
                </a:cubicBezTo>
                <a:cubicBezTo>
                  <a:pt x="27" y="113"/>
                  <a:pt x="27" y="116"/>
                  <a:pt x="28" y="118"/>
                </a:cubicBezTo>
                <a:cubicBezTo>
                  <a:pt x="29" y="123"/>
                  <a:pt x="31" y="125"/>
                  <a:pt x="36" y="126"/>
                </a:cubicBezTo>
                <a:cubicBezTo>
                  <a:pt x="38" y="126"/>
                  <a:pt x="41" y="127"/>
                  <a:pt x="43" y="127"/>
                </a:cubicBezTo>
                <a:cubicBezTo>
                  <a:pt x="43" y="129"/>
                  <a:pt x="43" y="132"/>
                  <a:pt x="43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6" name="Freeform 23">
            <a:extLst xmlns:a="http://schemas.openxmlformats.org/drawingml/2006/main">
              <a:ext uri="{FF2B5EF4-FFF2-40B4-BE49-F238E27FC236}">
                <a16:creationId xmlns:a16="http://schemas.microsoft.com/office/drawing/2014/main" id="{95A7F4CE-E8D0-4A18-9681-246F654CC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2943" y="686906"/>
            <a:ext cx="70710" cy="72991"/>
          </a:xfrm>
          <a:custGeom xmlns:a="http://schemas.openxmlformats.org/drawingml/2006/main">
            <a:gdLst>
              <a:gd name="T0" fmla="*/ 87 w 139"/>
              <a:gd name="T1" fmla="*/ 79 h 144"/>
              <a:gd name="T2" fmla="*/ 87 w 139"/>
              <a:gd name="T3" fmla="*/ 71 h 144"/>
              <a:gd name="T4" fmla="*/ 139 w 139"/>
              <a:gd name="T5" fmla="*/ 71 h 144"/>
              <a:gd name="T6" fmla="*/ 139 w 139"/>
              <a:gd name="T7" fmla="*/ 79 h 144"/>
              <a:gd name="T8" fmla="*/ 133 w 139"/>
              <a:gd name="T9" fmla="*/ 79 h 144"/>
              <a:gd name="T10" fmla="*/ 124 w 139"/>
              <a:gd name="T11" fmla="*/ 88 h 144"/>
              <a:gd name="T12" fmla="*/ 124 w 139"/>
              <a:gd name="T13" fmla="*/ 95 h 144"/>
              <a:gd name="T14" fmla="*/ 124 w 139"/>
              <a:gd name="T15" fmla="*/ 134 h 144"/>
              <a:gd name="T16" fmla="*/ 124 w 139"/>
              <a:gd name="T17" fmla="*/ 139 h 144"/>
              <a:gd name="T18" fmla="*/ 115 w 139"/>
              <a:gd name="T19" fmla="*/ 139 h 144"/>
              <a:gd name="T20" fmla="*/ 110 w 139"/>
              <a:gd name="T21" fmla="*/ 128 h 144"/>
              <a:gd name="T22" fmla="*/ 105 w 139"/>
              <a:gd name="T23" fmla="*/ 131 h 144"/>
              <a:gd name="T24" fmla="*/ 56 w 139"/>
              <a:gd name="T25" fmla="*/ 141 h 144"/>
              <a:gd name="T26" fmla="*/ 10 w 139"/>
              <a:gd name="T27" fmla="*/ 103 h 144"/>
              <a:gd name="T28" fmla="*/ 15 w 139"/>
              <a:gd name="T29" fmla="*/ 33 h 144"/>
              <a:gd name="T30" fmla="*/ 56 w 139"/>
              <a:gd name="T31" fmla="*/ 3 h 144"/>
              <a:gd name="T32" fmla="*/ 99 w 139"/>
              <a:gd name="T33" fmla="*/ 11 h 144"/>
              <a:gd name="T34" fmla="*/ 102 w 139"/>
              <a:gd name="T35" fmla="*/ 13 h 144"/>
              <a:gd name="T36" fmla="*/ 105 w 139"/>
              <a:gd name="T37" fmla="*/ 5 h 144"/>
              <a:gd name="T38" fmla="*/ 112 w 139"/>
              <a:gd name="T39" fmla="*/ 5 h 144"/>
              <a:gd name="T40" fmla="*/ 122 w 139"/>
              <a:gd name="T41" fmla="*/ 46 h 144"/>
              <a:gd name="T42" fmla="*/ 114 w 139"/>
              <a:gd name="T43" fmla="*/ 49 h 144"/>
              <a:gd name="T44" fmla="*/ 112 w 139"/>
              <a:gd name="T45" fmla="*/ 44 h 144"/>
              <a:gd name="T46" fmla="*/ 100 w 139"/>
              <a:gd name="T47" fmla="*/ 25 h 144"/>
              <a:gd name="T48" fmla="*/ 42 w 139"/>
              <a:gd name="T49" fmla="*/ 23 h 144"/>
              <a:gd name="T50" fmla="*/ 24 w 139"/>
              <a:gd name="T51" fmla="*/ 62 h 144"/>
              <a:gd name="T52" fmla="*/ 34 w 139"/>
              <a:gd name="T53" fmla="*/ 109 h 144"/>
              <a:gd name="T54" fmla="*/ 77 w 139"/>
              <a:gd name="T55" fmla="*/ 131 h 144"/>
              <a:gd name="T56" fmla="*/ 101 w 139"/>
              <a:gd name="T57" fmla="*/ 120 h 144"/>
              <a:gd name="T58" fmla="*/ 106 w 139"/>
              <a:gd name="T59" fmla="*/ 109 h 144"/>
              <a:gd name="T60" fmla="*/ 106 w 139"/>
              <a:gd name="T61" fmla="*/ 90 h 144"/>
              <a:gd name="T62" fmla="*/ 96 w 139"/>
              <a:gd name="T63" fmla="*/ 79 h 144"/>
              <a:gd name="T64" fmla="*/ 87 w 139"/>
              <a:gd name="T65" fmla="*/ 79 h 144"/>
            </a:gdLst>
            <a:rect l="0" t="0" r="r" b="b"/>
            <a:pathLst>
              <a:path w="139" h="144">
                <a:moveTo>
                  <a:pt x="87" y="79"/>
                </a:moveTo>
                <a:cubicBezTo>
                  <a:pt x="87" y="76"/>
                  <a:pt x="87" y="74"/>
                  <a:pt x="87" y="71"/>
                </a:cubicBezTo>
                <a:cubicBezTo>
                  <a:pt x="105" y="71"/>
                  <a:pt x="122" y="71"/>
                  <a:pt x="139" y="71"/>
                </a:cubicBezTo>
                <a:cubicBezTo>
                  <a:pt x="139" y="74"/>
                  <a:pt x="139" y="76"/>
                  <a:pt x="139" y="79"/>
                </a:cubicBezTo>
                <a:cubicBezTo>
                  <a:pt x="137" y="79"/>
                  <a:pt x="135" y="79"/>
                  <a:pt x="133" y="79"/>
                </a:cubicBezTo>
                <a:cubicBezTo>
                  <a:pt x="127" y="79"/>
                  <a:pt x="125" y="81"/>
                  <a:pt x="124" y="88"/>
                </a:cubicBezTo>
                <a:cubicBezTo>
                  <a:pt x="124" y="90"/>
                  <a:pt x="124" y="93"/>
                  <a:pt x="124" y="95"/>
                </a:cubicBezTo>
                <a:cubicBezTo>
                  <a:pt x="124" y="108"/>
                  <a:pt x="124" y="121"/>
                  <a:pt x="124" y="134"/>
                </a:cubicBezTo>
                <a:cubicBezTo>
                  <a:pt x="124" y="135"/>
                  <a:pt x="124" y="137"/>
                  <a:pt x="124" y="139"/>
                </a:cubicBezTo>
                <a:cubicBezTo>
                  <a:pt x="121" y="139"/>
                  <a:pt x="118" y="139"/>
                  <a:pt x="115" y="139"/>
                </a:cubicBezTo>
                <a:cubicBezTo>
                  <a:pt x="113" y="136"/>
                  <a:pt x="112" y="132"/>
                  <a:pt x="110" y="128"/>
                </a:cubicBezTo>
                <a:cubicBezTo>
                  <a:pt x="108" y="129"/>
                  <a:pt x="107" y="130"/>
                  <a:pt x="105" y="131"/>
                </a:cubicBezTo>
                <a:cubicBezTo>
                  <a:pt x="90" y="140"/>
                  <a:pt x="74" y="144"/>
                  <a:pt x="56" y="141"/>
                </a:cubicBezTo>
                <a:cubicBezTo>
                  <a:pt x="34" y="137"/>
                  <a:pt x="18" y="124"/>
                  <a:pt x="10" y="103"/>
                </a:cubicBezTo>
                <a:cubicBezTo>
                  <a:pt x="0" y="79"/>
                  <a:pt x="1" y="55"/>
                  <a:pt x="15" y="33"/>
                </a:cubicBezTo>
                <a:cubicBezTo>
                  <a:pt x="24" y="17"/>
                  <a:pt x="38" y="6"/>
                  <a:pt x="56" y="3"/>
                </a:cubicBezTo>
                <a:cubicBezTo>
                  <a:pt x="71" y="0"/>
                  <a:pt x="86" y="2"/>
                  <a:pt x="99" y="11"/>
                </a:cubicBezTo>
                <a:cubicBezTo>
                  <a:pt x="100" y="12"/>
                  <a:pt x="101" y="12"/>
                  <a:pt x="102" y="13"/>
                </a:cubicBezTo>
                <a:cubicBezTo>
                  <a:pt x="103" y="10"/>
                  <a:pt x="104" y="7"/>
                  <a:pt x="105" y="5"/>
                </a:cubicBezTo>
                <a:cubicBezTo>
                  <a:pt x="107" y="5"/>
                  <a:pt x="109" y="5"/>
                  <a:pt x="112" y="5"/>
                </a:cubicBezTo>
                <a:cubicBezTo>
                  <a:pt x="115" y="18"/>
                  <a:pt x="119" y="32"/>
                  <a:pt x="122" y="46"/>
                </a:cubicBezTo>
                <a:cubicBezTo>
                  <a:pt x="120" y="47"/>
                  <a:pt x="117" y="48"/>
                  <a:pt x="114" y="49"/>
                </a:cubicBezTo>
                <a:cubicBezTo>
                  <a:pt x="114" y="47"/>
                  <a:pt x="113" y="45"/>
                  <a:pt x="112" y="44"/>
                </a:cubicBezTo>
                <a:cubicBezTo>
                  <a:pt x="109" y="37"/>
                  <a:pt x="105" y="30"/>
                  <a:pt x="100" y="25"/>
                </a:cubicBezTo>
                <a:cubicBezTo>
                  <a:pt x="84" y="8"/>
                  <a:pt x="59" y="7"/>
                  <a:pt x="42" y="23"/>
                </a:cubicBezTo>
                <a:cubicBezTo>
                  <a:pt x="31" y="34"/>
                  <a:pt x="25" y="47"/>
                  <a:pt x="24" y="62"/>
                </a:cubicBezTo>
                <a:cubicBezTo>
                  <a:pt x="22" y="79"/>
                  <a:pt x="25" y="95"/>
                  <a:pt x="34" y="109"/>
                </a:cubicBezTo>
                <a:cubicBezTo>
                  <a:pt x="44" y="125"/>
                  <a:pt x="59" y="132"/>
                  <a:pt x="77" y="131"/>
                </a:cubicBezTo>
                <a:cubicBezTo>
                  <a:pt x="86" y="130"/>
                  <a:pt x="94" y="127"/>
                  <a:pt x="101" y="120"/>
                </a:cubicBezTo>
                <a:cubicBezTo>
                  <a:pt x="104" y="117"/>
                  <a:pt x="106" y="114"/>
                  <a:pt x="106" y="109"/>
                </a:cubicBezTo>
                <a:cubicBezTo>
                  <a:pt x="106" y="103"/>
                  <a:pt x="107" y="96"/>
                  <a:pt x="106" y="90"/>
                </a:cubicBezTo>
                <a:cubicBezTo>
                  <a:pt x="106" y="82"/>
                  <a:pt x="104" y="81"/>
                  <a:pt x="96" y="79"/>
                </a:cubicBezTo>
                <a:cubicBezTo>
                  <a:pt x="94" y="79"/>
                  <a:pt x="91" y="79"/>
                  <a:pt x="87" y="79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7" name="Freeform 25">
            <a:extLst xmlns:a="http://schemas.openxmlformats.org/drawingml/2006/main">
              <a:ext uri="{FF2B5EF4-FFF2-40B4-BE49-F238E27FC236}">
                <a16:creationId xmlns:a16="http://schemas.microsoft.com/office/drawing/2014/main" id="{0B17780E-4EB5-44AA-A83E-20109913B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081" y="688046"/>
            <a:ext cx="57594" cy="70710"/>
          </a:xfrm>
          <a:custGeom xmlns:a="http://schemas.openxmlformats.org/drawingml/2006/main">
            <a:gdLst>
              <a:gd name="T0" fmla="*/ 103 w 113"/>
              <a:gd name="T1" fmla="*/ 44 h 140"/>
              <a:gd name="T2" fmla="*/ 95 w 113"/>
              <a:gd name="T3" fmla="*/ 46 h 140"/>
              <a:gd name="T4" fmla="*/ 92 w 113"/>
              <a:gd name="T5" fmla="*/ 41 h 140"/>
              <a:gd name="T6" fmla="*/ 72 w 113"/>
              <a:gd name="T7" fmla="*/ 18 h 140"/>
              <a:gd name="T8" fmla="*/ 38 w 113"/>
              <a:gd name="T9" fmla="*/ 12 h 140"/>
              <a:gd name="T10" fmla="*/ 25 w 113"/>
              <a:gd name="T11" fmla="*/ 19 h 140"/>
              <a:gd name="T12" fmla="*/ 26 w 113"/>
              <a:gd name="T13" fmla="*/ 44 h 140"/>
              <a:gd name="T14" fmla="*/ 42 w 113"/>
              <a:gd name="T15" fmla="*/ 53 h 140"/>
              <a:gd name="T16" fmla="*/ 70 w 113"/>
              <a:gd name="T17" fmla="*/ 62 h 140"/>
              <a:gd name="T18" fmla="*/ 90 w 113"/>
              <a:gd name="T19" fmla="*/ 70 h 140"/>
              <a:gd name="T20" fmla="*/ 97 w 113"/>
              <a:gd name="T21" fmla="*/ 125 h 140"/>
              <a:gd name="T22" fmla="*/ 56 w 113"/>
              <a:gd name="T23" fmla="*/ 140 h 140"/>
              <a:gd name="T24" fmla="*/ 25 w 113"/>
              <a:gd name="T25" fmla="*/ 128 h 140"/>
              <a:gd name="T26" fmla="*/ 21 w 113"/>
              <a:gd name="T27" fmla="*/ 125 h 140"/>
              <a:gd name="T28" fmla="*/ 16 w 113"/>
              <a:gd name="T29" fmla="*/ 137 h 140"/>
              <a:gd name="T30" fmla="*/ 10 w 113"/>
              <a:gd name="T31" fmla="*/ 137 h 140"/>
              <a:gd name="T32" fmla="*/ 1 w 113"/>
              <a:gd name="T33" fmla="*/ 89 h 140"/>
              <a:gd name="T34" fmla="*/ 10 w 113"/>
              <a:gd name="T35" fmla="*/ 87 h 140"/>
              <a:gd name="T36" fmla="*/ 13 w 113"/>
              <a:gd name="T37" fmla="*/ 95 h 140"/>
              <a:gd name="T38" fmla="*/ 36 w 113"/>
              <a:gd name="T39" fmla="*/ 122 h 140"/>
              <a:gd name="T40" fmla="*/ 69 w 113"/>
              <a:gd name="T41" fmla="*/ 128 h 140"/>
              <a:gd name="T42" fmla="*/ 85 w 113"/>
              <a:gd name="T43" fmla="*/ 119 h 140"/>
              <a:gd name="T44" fmla="*/ 81 w 113"/>
              <a:gd name="T45" fmla="*/ 86 h 140"/>
              <a:gd name="T46" fmla="*/ 63 w 113"/>
              <a:gd name="T47" fmla="*/ 79 h 140"/>
              <a:gd name="T48" fmla="*/ 38 w 113"/>
              <a:gd name="T49" fmla="*/ 71 h 140"/>
              <a:gd name="T50" fmla="*/ 19 w 113"/>
              <a:gd name="T51" fmla="*/ 62 h 140"/>
              <a:gd name="T52" fmla="*/ 15 w 113"/>
              <a:gd name="T53" fmla="*/ 13 h 140"/>
              <a:gd name="T54" fmla="*/ 51 w 113"/>
              <a:gd name="T55" fmla="*/ 0 h 140"/>
              <a:gd name="T56" fmla="*/ 81 w 113"/>
              <a:gd name="T57" fmla="*/ 10 h 140"/>
              <a:gd name="T58" fmla="*/ 82 w 113"/>
              <a:gd name="T59" fmla="*/ 11 h 140"/>
              <a:gd name="T60" fmla="*/ 83 w 113"/>
              <a:gd name="T61" fmla="*/ 11 h 140"/>
              <a:gd name="T62" fmla="*/ 87 w 113"/>
              <a:gd name="T63" fmla="*/ 2 h 140"/>
              <a:gd name="T64" fmla="*/ 93 w 113"/>
              <a:gd name="T65" fmla="*/ 2 h 140"/>
              <a:gd name="T66" fmla="*/ 103 w 113"/>
              <a:gd name="T67" fmla="*/ 44 h 140"/>
            </a:gdLst>
            <a:rect l="0" t="0" r="r" b="b"/>
            <a:pathLst>
              <a:path w="113" h="140">
                <a:moveTo>
                  <a:pt x="103" y="44"/>
                </a:moveTo>
                <a:cubicBezTo>
                  <a:pt x="100" y="45"/>
                  <a:pt x="98" y="45"/>
                  <a:pt x="95" y="46"/>
                </a:cubicBezTo>
                <a:cubicBezTo>
                  <a:pt x="94" y="44"/>
                  <a:pt x="93" y="43"/>
                  <a:pt x="92" y="41"/>
                </a:cubicBezTo>
                <a:cubicBezTo>
                  <a:pt x="87" y="32"/>
                  <a:pt x="81" y="24"/>
                  <a:pt x="72" y="18"/>
                </a:cubicBezTo>
                <a:cubicBezTo>
                  <a:pt x="61" y="11"/>
                  <a:pt x="50" y="9"/>
                  <a:pt x="38" y="12"/>
                </a:cubicBezTo>
                <a:cubicBezTo>
                  <a:pt x="33" y="13"/>
                  <a:pt x="28" y="16"/>
                  <a:pt x="25" y="19"/>
                </a:cubicBezTo>
                <a:cubicBezTo>
                  <a:pt x="18" y="27"/>
                  <a:pt x="19" y="38"/>
                  <a:pt x="26" y="44"/>
                </a:cubicBezTo>
                <a:cubicBezTo>
                  <a:pt x="31" y="49"/>
                  <a:pt x="36" y="51"/>
                  <a:pt x="42" y="53"/>
                </a:cubicBezTo>
                <a:cubicBezTo>
                  <a:pt x="51" y="56"/>
                  <a:pt x="61" y="59"/>
                  <a:pt x="70" y="62"/>
                </a:cubicBezTo>
                <a:cubicBezTo>
                  <a:pt x="77" y="64"/>
                  <a:pt x="84" y="67"/>
                  <a:pt x="90" y="70"/>
                </a:cubicBezTo>
                <a:cubicBezTo>
                  <a:pt x="113" y="83"/>
                  <a:pt x="112" y="111"/>
                  <a:pt x="97" y="125"/>
                </a:cubicBezTo>
                <a:cubicBezTo>
                  <a:pt x="85" y="137"/>
                  <a:pt x="71" y="140"/>
                  <a:pt x="56" y="140"/>
                </a:cubicBezTo>
                <a:cubicBezTo>
                  <a:pt x="44" y="139"/>
                  <a:pt x="34" y="135"/>
                  <a:pt x="25" y="128"/>
                </a:cubicBezTo>
                <a:cubicBezTo>
                  <a:pt x="24" y="127"/>
                  <a:pt x="23" y="126"/>
                  <a:pt x="21" y="125"/>
                </a:cubicBezTo>
                <a:cubicBezTo>
                  <a:pt x="19" y="129"/>
                  <a:pt x="18" y="133"/>
                  <a:pt x="16" y="137"/>
                </a:cubicBezTo>
                <a:cubicBezTo>
                  <a:pt x="14" y="137"/>
                  <a:pt x="12" y="137"/>
                  <a:pt x="10" y="137"/>
                </a:cubicBezTo>
                <a:cubicBezTo>
                  <a:pt x="7" y="121"/>
                  <a:pt x="4" y="105"/>
                  <a:pt x="1" y="89"/>
                </a:cubicBezTo>
                <a:cubicBezTo>
                  <a:pt x="4" y="88"/>
                  <a:pt x="7" y="88"/>
                  <a:pt x="10" y="87"/>
                </a:cubicBezTo>
                <a:cubicBezTo>
                  <a:pt x="11" y="90"/>
                  <a:pt x="12" y="93"/>
                  <a:pt x="13" y="95"/>
                </a:cubicBezTo>
                <a:cubicBezTo>
                  <a:pt x="18" y="106"/>
                  <a:pt x="26" y="116"/>
                  <a:pt x="36" y="122"/>
                </a:cubicBezTo>
                <a:cubicBezTo>
                  <a:pt x="46" y="129"/>
                  <a:pt x="57" y="131"/>
                  <a:pt x="69" y="128"/>
                </a:cubicBezTo>
                <a:cubicBezTo>
                  <a:pt x="75" y="127"/>
                  <a:pt x="80" y="123"/>
                  <a:pt x="85" y="119"/>
                </a:cubicBezTo>
                <a:cubicBezTo>
                  <a:pt x="94" y="110"/>
                  <a:pt x="94" y="93"/>
                  <a:pt x="81" y="86"/>
                </a:cubicBezTo>
                <a:cubicBezTo>
                  <a:pt x="75" y="83"/>
                  <a:pt x="69" y="81"/>
                  <a:pt x="63" y="79"/>
                </a:cubicBezTo>
                <a:cubicBezTo>
                  <a:pt x="55" y="76"/>
                  <a:pt x="46" y="74"/>
                  <a:pt x="38" y="71"/>
                </a:cubicBezTo>
                <a:cubicBezTo>
                  <a:pt x="31" y="69"/>
                  <a:pt x="25" y="66"/>
                  <a:pt x="19" y="62"/>
                </a:cubicBezTo>
                <a:cubicBezTo>
                  <a:pt x="1" y="51"/>
                  <a:pt x="0" y="27"/>
                  <a:pt x="15" y="13"/>
                </a:cubicBezTo>
                <a:cubicBezTo>
                  <a:pt x="25" y="3"/>
                  <a:pt x="37" y="0"/>
                  <a:pt x="51" y="0"/>
                </a:cubicBezTo>
                <a:cubicBezTo>
                  <a:pt x="62" y="0"/>
                  <a:pt x="72" y="3"/>
                  <a:pt x="81" y="10"/>
                </a:cubicBezTo>
                <a:cubicBezTo>
                  <a:pt x="81" y="10"/>
                  <a:pt x="81" y="11"/>
                  <a:pt x="82" y="11"/>
                </a:cubicBezTo>
                <a:cubicBezTo>
                  <a:pt x="82" y="11"/>
                  <a:pt x="82" y="11"/>
                  <a:pt x="83" y="11"/>
                </a:cubicBezTo>
                <a:cubicBezTo>
                  <a:pt x="84" y="8"/>
                  <a:pt x="85" y="5"/>
                  <a:pt x="87" y="2"/>
                </a:cubicBezTo>
                <a:cubicBezTo>
                  <a:pt x="89" y="2"/>
                  <a:pt x="91" y="2"/>
                  <a:pt x="93" y="2"/>
                </a:cubicBezTo>
                <a:cubicBezTo>
                  <a:pt x="96" y="16"/>
                  <a:pt x="100" y="30"/>
                  <a:pt x="103" y="4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8" name="Freeform 27">
            <a:extLst xmlns:a="http://schemas.openxmlformats.org/drawingml/2006/main">
              <a:ext uri="{FF2B5EF4-FFF2-40B4-BE49-F238E27FC236}">
                <a16:creationId xmlns:a16="http://schemas.microsoft.com/office/drawing/2014/main" id="{98577257-99AC-45BF-AAE4-214FE79E7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5846" y="688617"/>
            <a:ext cx="57594" cy="68429"/>
          </a:xfrm>
          <a:custGeom xmlns:a="http://schemas.openxmlformats.org/drawingml/2006/main">
            <a:gdLst>
              <a:gd name="T0" fmla="*/ 33 w 113"/>
              <a:gd name="T1" fmla="*/ 78 h 135"/>
              <a:gd name="T2" fmla="*/ 33 w 113"/>
              <a:gd name="T3" fmla="*/ 82 h 135"/>
              <a:gd name="T4" fmla="*/ 33 w 113"/>
              <a:gd name="T5" fmla="*/ 114 h 135"/>
              <a:gd name="T6" fmla="*/ 33 w 113"/>
              <a:gd name="T7" fmla="*/ 118 h 135"/>
              <a:gd name="T8" fmla="*/ 43 w 113"/>
              <a:gd name="T9" fmla="*/ 128 h 135"/>
              <a:gd name="T10" fmla="*/ 49 w 113"/>
              <a:gd name="T11" fmla="*/ 128 h 135"/>
              <a:gd name="T12" fmla="*/ 49 w 113"/>
              <a:gd name="T13" fmla="*/ 135 h 135"/>
              <a:gd name="T14" fmla="*/ 0 w 113"/>
              <a:gd name="T15" fmla="*/ 135 h 135"/>
              <a:gd name="T16" fmla="*/ 0 w 113"/>
              <a:gd name="T17" fmla="*/ 128 h 135"/>
              <a:gd name="T18" fmla="*/ 8 w 113"/>
              <a:gd name="T19" fmla="*/ 127 h 135"/>
              <a:gd name="T20" fmla="*/ 15 w 113"/>
              <a:gd name="T21" fmla="*/ 120 h 135"/>
              <a:gd name="T22" fmla="*/ 15 w 113"/>
              <a:gd name="T23" fmla="*/ 114 h 135"/>
              <a:gd name="T24" fmla="*/ 15 w 113"/>
              <a:gd name="T25" fmla="*/ 21 h 135"/>
              <a:gd name="T26" fmla="*/ 15 w 113"/>
              <a:gd name="T27" fmla="*/ 14 h 135"/>
              <a:gd name="T28" fmla="*/ 9 w 113"/>
              <a:gd name="T29" fmla="*/ 9 h 135"/>
              <a:gd name="T30" fmla="*/ 0 w 113"/>
              <a:gd name="T31" fmla="*/ 8 h 135"/>
              <a:gd name="T32" fmla="*/ 0 w 113"/>
              <a:gd name="T33" fmla="*/ 1 h 135"/>
              <a:gd name="T34" fmla="*/ 4 w 113"/>
              <a:gd name="T35" fmla="*/ 0 h 135"/>
              <a:gd name="T36" fmla="*/ 56 w 113"/>
              <a:gd name="T37" fmla="*/ 0 h 135"/>
              <a:gd name="T38" fmla="*/ 73 w 113"/>
              <a:gd name="T39" fmla="*/ 1 h 135"/>
              <a:gd name="T40" fmla="*/ 106 w 113"/>
              <a:gd name="T41" fmla="*/ 50 h 135"/>
              <a:gd name="T42" fmla="*/ 78 w 113"/>
              <a:gd name="T43" fmla="*/ 76 h 135"/>
              <a:gd name="T44" fmla="*/ 55 w 113"/>
              <a:gd name="T45" fmla="*/ 78 h 135"/>
              <a:gd name="T46" fmla="*/ 33 w 113"/>
              <a:gd name="T47" fmla="*/ 78 h 135"/>
              <a:gd name="T48" fmla="*/ 33 w 113"/>
              <a:gd name="T49" fmla="*/ 68 h 135"/>
              <a:gd name="T50" fmla="*/ 67 w 113"/>
              <a:gd name="T51" fmla="*/ 67 h 135"/>
              <a:gd name="T52" fmla="*/ 85 w 113"/>
              <a:gd name="T53" fmla="*/ 52 h 135"/>
              <a:gd name="T54" fmla="*/ 87 w 113"/>
              <a:gd name="T55" fmla="*/ 29 h 135"/>
              <a:gd name="T56" fmla="*/ 66 w 113"/>
              <a:gd name="T57" fmla="*/ 11 h 135"/>
              <a:gd name="T58" fmla="*/ 34 w 113"/>
              <a:gd name="T59" fmla="*/ 11 h 135"/>
              <a:gd name="T60" fmla="*/ 33 w 113"/>
              <a:gd name="T61" fmla="*/ 11 h 135"/>
              <a:gd name="T62" fmla="*/ 33 w 113"/>
              <a:gd name="T63" fmla="*/ 68 h 135"/>
            </a:gdLst>
            <a:rect l="0" t="0" r="r" b="b"/>
            <a:pathLst>
              <a:path w="113" h="135">
                <a:moveTo>
                  <a:pt x="33" y="78"/>
                </a:moveTo>
                <a:cubicBezTo>
                  <a:pt x="33" y="80"/>
                  <a:pt x="33" y="81"/>
                  <a:pt x="33" y="82"/>
                </a:cubicBezTo>
                <a:cubicBezTo>
                  <a:pt x="33" y="93"/>
                  <a:pt x="33" y="103"/>
                  <a:pt x="33" y="114"/>
                </a:cubicBezTo>
                <a:cubicBezTo>
                  <a:pt x="33" y="115"/>
                  <a:pt x="33" y="117"/>
                  <a:pt x="33" y="118"/>
                </a:cubicBezTo>
                <a:cubicBezTo>
                  <a:pt x="34" y="125"/>
                  <a:pt x="35" y="127"/>
                  <a:pt x="43" y="128"/>
                </a:cubicBezTo>
                <a:cubicBezTo>
                  <a:pt x="45" y="128"/>
                  <a:pt x="47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6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8" y="127"/>
                </a:cubicBezTo>
                <a:cubicBezTo>
                  <a:pt x="13" y="126"/>
                  <a:pt x="14" y="125"/>
                  <a:pt x="15" y="120"/>
                </a:cubicBezTo>
                <a:cubicBezTo>
                  <a:pt x="15" y="118"/>
                  <a:pt x="15" y="116"/>
                  <a:pt x="15" y="114"/>
                </a:cubicBezTo>
                <a:cubicBezTo>
                  <a:pt x="16" y="83"/>
                  <a:pt x="16" y="52"/>
                  <a:pt x="15" y="21"/>
                </a:cubicBezTo>
                <a:cubicBezTo>
                  <a:pt x="15" y="19"/>
                  <a:pt x="15" y="16"/>
                  <a:pt x="15" y="14"/>
                </a:cubicBezTo>
                <a:cubicBezTo>
                  <a:pt x="14" y="11"/>
                  <a:pt x="12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1" y="0"/>
                  <a:pt x="3" y="0"/>
                  <a:pt x="4" y="0"/>
                </a:cubicBezTo>
                <a:cubicBezTo>
                  <a:pt x="21" y="0"/>
                  <a:pt x="39" y="0"/>
                  <a:pt x="56" y="0"/>
                </a:cubicBezTo>
                <a:cubicBezTo>
                  <a:pt x="62" y="0"/>
                  <a:pt x="68" y="1"/>
                  <a:pt x="73" y="1"/>
                </a:cubicBezTo>
                <a:cubicBezTo>
                  <a:pt x="98" y="4"/>
                  <a:pt x="113" y="26"/>
                  <a:pt x="106" y="50"/>
                </a:cubicBezTo>
                <a:cubicBezTo>
                  <a:pt x="102" y="64"/>
                  <a:pt x="93" y="73"/>
                  <a:pt x="78" y="76"/>
                </a:cubicBezTo>
                <a:cubicBezTo>
                  <a:pt x="70" y="77"/>
                  <a:pt x="63" y="77"/>
                  <a:pt x="55" y="78"/>
                </a:cubicBezTo>
                <a:cubicBezTo>
                  <a:pt x="48" y="78"/>
                  <a:pt x="41" y="78"/>
                  <a:pt x="33" y="78"/>
                </a:cubicBezTo>
                <a:close/>
                <a:moveTo>
                  <a:pt x="33" y="68"/>
                </a:moveTo>
                <a:cubicBezTo>
                  <a:pt x="45" y="67"/>
                  <a:pt x="56" y="68"/>
                  <a:pt x="67" y="67"/>
                </a:cubicBezTo>
                <a:cubicBezTo>
                  <a:pt x="76" y="66"/>
                  <a:pt x="82" y="60"/>
                  <a:pt x="85" y="52"/>
                </a:cubicBezTo>
                <a:cubicBezTo>
                  <a:pt x="89" y="45"/>
                  <a:pt x="89" y="37"/>
                  <a:pt x="87" y="29"/>
                </a:cubicBezTo>
                <a:cubicBezTo>
                  <a:pt x="84" y="19"/>
                  <a:pt x="78" y="12"/>
                  <a:pt x="66" y="11"/>
                </a:cubicBezTo>
                <a:cubicBezTo>
                  <a:pt x="56" y="11"/>
                  <a:pt x="45" y="11"/>
                  <a:pt x="34" y="11"/>
                </a:cubicBezTo>
                <a:cubicBezTo>
                  <a:pt x="34" y="11"/>
                  <a:pt x="34" y="11"/>
                  <a:pt x="33" y="11"/>
                </a:cubicBezTo>
                <a:cubicBezTo>
                  <a:pt x="33" y="30"/>
                  <a:pt x="33" y="48"/>
                  <a:pt x="33" y="6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B7437951-25C9-45F2-984C-0AD584826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5017" y="689187"/>
            <a:ext cx="67859" cy="70140"/>
          </a:xfrm>
          <a:custGeom xmlns:a="http://schemas.openxmlformats.org/drawingml/2006/main">
            <a:gdLst>
              <a:gd name="T0" fmla="*/ 49 w 133"/>
              <a:gd name="T1" fmla="*/ 0 h 138"/>
              <a:gd name="T2" fmla="*/ 49 w 133"/>
              <a:gd name="T3" fmla="*/ 7 h 138"/>
              <a:gd name="T4" fmla="*/ 41 w 133"/>
              <a:gd name="T5" fmla="*/ 8 h 138"/>
              <a:gd name="T6" fmla="*/ 34 w 133"/>
              <a:gd name="T7" fmla="*/ 15 h 138"/>
              <a:gd name="T8" fmla="*/ 33 w 133"/>
              <a:gd name="T9" fmla="*/ 23 h 138"/>
              <a:gd name="T10" fmla="*/ 33 w 133"/>
              <a:gd name="T11" fmla="*/ 83 h 138"/>
              <a:gd name="T12" fmla="*/ 34 w 133"/>
              <a:gd name="T13" fmla="*/ 96 h 138"/>
              <a:gd name="T14" fmla="*/ 60 w 133"/>
              <a:gd name="T15" fmla="*/ 124 h 138"/>
              <a:gd name="T16" fmla="*/ 100 w 133"/>
              <a:gd name="T17" fmla="*/ 110 h 138"/>
              <a:gd name="T18" fmla="*/ 106 w 133"/>
              <a:gd name="T19" fmla="*/ 94 h 138"/>
              <a:gd name="T20" fmla="*/ 107 w 133"/>
              <a:gd name="T21" fmla="*/ 80 h 138"/>
              <a:gd name="T22" fmla="*/ 107 w 133"/>
              <a:gd name="T23" fmla="*/ 24 h 138"/>
              <a:gd name="T24" fmla="*/ 106 w 133"/>
              <a:gd name="T25" fmla="*/ 15 h 138"/>
              <a:gd name="T26" fmla="*/ 97 w 133"/>
              <a:gd name="T27" fmla="*/ 8 h 138"/>
              <a:gd name="T28" fmla="*/ 91 w 133"/>
              <a:gd name="T29" fmla="*/ 7 h 138"/>
              <a:gd name="T30" fmla="*/ 91 w 133"/>
              <a:gd name="T31" fmla="*/ 0 h 138"/>
              <a:gd name="T32" fmla="*/ 133 w 133"/>
              <a:gd name="T33" fmla="*/ 0 h 138"/>
              <a:gd name="T34" fmla="*/ 133 w 133"/>
              <a:gd name="T35" fmla="*/ 7 h 138"/>
              <a:gd name="T36" fmla="*/ 126 w 133"/>
              <a:gd name="T37" fmla="*/ 8 h 138"/>
              <a:gd name="T38" fmla="*/ 118 w 133"/>
              <a:gd name="T39" fmla="*/ 15 h 138"/>
              <a:gd name="T40" fmla="*/ 118 w 133"/>
              <a:gd name="T41" fmla="*/ 25 h 138"/>
              <a:gd name="T42" fmla="*/ 117 w 133"/>
              <a:gd name="T43" fmla="*/ 88 h 138"/>
              <a:gd name="T44" fmla="*/ 114 w 133"/>
              <a:gd name="T45" fmla="*/ 105 h 138"/>
              <a:gd name="T46" fmla="*/ 74 w 133"/>
              <a:gd name="T47" fmla="*/ 136 h 138"/>
              <a:gd name="T48" fmla="*/ 35 w 133"/>
              <a:gd name="T49" fmla="*/ 127 h 138"/>
              <a:gd name="T50" fmla="*/ 17 w 133"/>
              <a:gd name="T51" fmla="*/ 96 h 138"/>
              <a:gd name="T52" fmla="*/ 16 w 133"/>
              <a:gd name="T53" fmla="*/ 83 h 138"/>
              <a:gd name="T54" fmla="*/ 16 w 133"/>
              <a:gd name="T55" fmla="*/ 25 h 138"/>
              <a:gd name="T56" fmla="*/ 16 w 133"/>
              <a:gd name="T57" fmla="*/ 15 h 138"/>
              <a:gd name="T58" fmla="*/ 8 w 133"/>
              <a:gd name="T59" fmla="*/ 8 h 138"/>
              <a:gd name="T60" fmla="*/ 0 w 133"/>
              <a:gd name="T61" fmla="*/ 7 h 138"/>
              <a:gd name="T62" fmla="*/ 0 w 133"/>
              <a:gd name="T63" fmla="*/ 0 h 138"/>
              <a:gd name="T64" fmla="*/ 49 w 133"/>
              <a:gd name="T65" fmla="*/ 0 h 138"/>
            </a:gdLst>
            <a:rect l="0" t="0" r="r" b="b"/>
            <a:pathLst>
              <a:path w="133" h="138">
                <a:moveTo>
                  <a:pt x="49" y="0"/>
                </a:move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1" y="8"/>
                </a:cubicBezTo>
                <a:cubicBezTo>
                  <a:pt x="36" y="8"/>
                  <a:pt x="34" y="10"/>
                  <a:pt x="34" y="15"/>
                </a:cubicBezTo>
                <a:cubicBezTo>
                  <a:pt x="33" y="17"/>
                  <a:pt x="33" y="20"/>
                  <a:pt x="33" y="23"/>
                </a:cubicBezTo>
                <a:cubicBezTo>
                  <a:pt x="33" y="43"/>
                  <a:pt x="33" y="63"/>
                  <a:pt x="33" y="83"/>
                </a:cubicBezTo>
                <a:cubicBezTo>
                  <a:pt x="33" y="87"/>
                  <a:pt x="33" y="92"/>
                  <a:pt x="34" y="96"/>
                </a:cubicBezTo>
                <a:cubicBezTo>
                  <a:pt x="36" y="112"/>
                  <a:pt x="46" y="120"/>
                  <a:pt x="60" y="124"/>
                </a:cubicBezTo>
                <a:cubicBezTo>
                  <a:pt x="76" y="128"/>
                  <a:pt x="89" y="123"/>
                  <a:pt x="100" y="110"/>
                </a:cubicBezTo>
                <a:cubicBezTo>
                  <a:pt x="104" y="106"/>
                  <a:pt x="105" y="100"/>
                  <a:pt x="106" y="94"/>
                </a:cubicBezTo>
                <a:cubicBezTo>
                  <a:pt x="106" y="90"/>
                  <a:pt x="106" y="85"/>
                  <a:pt x="107" y="80"/>
                </a:cubicBezTo>
                <a:cubicBezTo>
                  <a:pt x="107" y="62"/>
                  <a:pt x="107" y="43"/>
                  <a:pt x="107" y="24"/>
                </a:cubicBezTo>
                <a:cubicBezTo>
                  <a:pt x="107" y="21"/>
                  <a:pt x="106" y="18"/>
                  <a:pt x="106" y="15"/>
                </a:cubicBezTo>
                <a:cubicBezTo>
                  <a:pt x="105" y="10"/>
                  <a:pt x="103" y="8"/>
                  <a:pt x="97" y="8"/>
                </a:cubicBezTo>
                <a:cubicBezTo>
                  <a:pt x="95" y="7"/>
                  <a:pt x="93" y="7"/>
                  <a:pt x="91" y="7"/>
                </a:cubicBezTo>
                <a:cubicBezTo>
                  <a:pt x="91" y="4"/>
                  <a:pt x="91" y="2"/>
                  <a:pt x="91" y="0"/>
                </a:cubicBezTo>
                <a:cubicBezTo>
                  <a:pt x="105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1" y="7"/>
                  <a:pt x="128" y="7"/>
                  <a:pt x="126" y="8"/>
                </a:cubicBezTo>
                <a:cubicBezTo>
                  <a:pt x="121" y="8"/>
                  <a:pt x="119" y="11"/>
                  <a:pt x="118" y="15"/>
                </a:cubicBezTo>
                <a:cubicBezTo>
                  <a:pt x="118" y="18"/>
                  <a:pt x="118" y="22"/>
                  <a:pt x="118" y="25"/>
                </a:cubicBezTo>
                <a:cubicBezTo>
                  <a:pt x="117" y="46"/>
                  <a:pt x="118" y="67"/>
                  <a:pt x="117" y="88"/>
                </a:cubicBezTo>
                <a:cubicBezTo>
                  <a:pt x="117" y="94"/>
                  <a:pt x="116" y="99"/>
                  <a:pt x="114" y="105"/>
                </a:cubicBezTo>
                <a:cubicBezTo>
                  <a:pt x="108" y="124"/>
                  <a:pt x="94" y="134"/>
                  <a:pt x="74" y="136"/>
                </a:cubicBezTo>
                <a:cubicBezTo>
                  <a:pt x="60" y="138"/>
                  <a:pt x="47" y="135"/>
                  <a:pt x="35" y="127"/>
                </a:cubicBezTo>
                <a:cubicBezTo>
                  <a:pt x="24" y="120"/>
                  <a:pt x="18" y="109"/>
                  <a:pt x="17" y="96"/>
                </a:cubicBezTo>
                <a:cubicBezTo>
                  <a:pt x="16" y="92"/>
                  <a:pt x="16" y="87"/>
                  <a:pt x="16" y="83"/>
                </a:cubicBezTo>
                <a:cubicBezTo>
                  <a:pt x="16" y="64"/>
                  <a:pt x="16" y="45"/>
                  <a:pt x="16" y="25"/>
                </a:cubicBezTo>
                <a:cubicBezTo>
                  <a:pt x="16" y="22"/>
                  <a:pt x="16" y="18"/>
                  <a:pt x="16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10E7692B-67BB-4C30-8BD5-9DFCDB023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371" y="689187"/>
            <a:ext cx="67288" cy="69569"/>
          </a:xfrm>
          <a:custGeom xmlns:a="http://schemas.openxmlformats.org/drawingml/2006/main">
            <a:gdLst>
              <a:gd name="T0" fmla="*/ 73 w 133"/>
              <a:gd name="T1" fmla="*/ 137 h 137"/>
              <a:gd name="T2" fmla="*/ 64 w 133"/>
              <a:gd name="T3" fmla="*/ 137 h 137"/>
              <a:gd name="T4" fmla="*/ 58 w 133"/>
              <a:gd name="T5" fmla="*/ 133 h 137"/>
              <a:gd name="T6" fmla="*/ 39 w 133"/>
              <a:gd name="T7" fmla="*/ 80 h 137"/>
              <a:gd name="T8" fmla="*/ 17 w 133"/>
              <a:gd name="T9" fmla="*/ 23 h 137"/>
              <a:gd name="T10" fmla="*/ 13 w 133"/>
              <a:gd name="T11" fmla="*/ 14 h 137"/>
              <a:gd name="T12" fmla="*/ 4 w 133"/>
              <a:gd name="T13" fmla="*/ 7 h 137"/>
              <a:gd name="T14" fmla="*/ 0 w 133"/>
              <a:gd name="T15" fmla="*/ 7 h 137"/>
              <a:gd name="T16" fmla="*/ 0 w 133"/>
              <a:gd name="T17" fmla="*/ 0 h 137"/>
              <a:gd name="T18" fmla="*/ 47 w 133"/>
              <a:gd name="T19" fmla="*/ 0 h 137"/>
              <a:gd name="T20" fmla="*/ 47 w 133"/>
              <a:gd name="T21" fmla="*/ 7 h 137"/>
              <a:gd name="T22" fmla="*/ 39 w 133"/>
              <a:gd name="T23" fmla="*/ 8 h 137"/>
              <a:gd name="T24" fmla="*/ 34 w 133"/>
              <a:gd name="T25" fmla="*/ 15 h 137"/>
              <a:gd name="T26" fmla="*/ 35 w 133"/>
              <a:gd name="T27" fmla="*/ 20 h 137"/>
              <a:gd name="T28" fmla="*/ 68 w 133"/>
              <a:gd name="T29" fmla="*/ 112 h 137"/>
              <a:gd name="T30" fmla="*/ 70 w 133"/>
              <a:gd name="T31" fmla="*/ 116 h 137"/>
              <a:gd name="T32" fmla="*/ 72 w 133"/>
              <a:gd name="T33" fmla="*/ 113 h 137"/>
              <a:gd name="T34" fmla="*/ 106 w 133"/>
              <a:gd name="T35" fmla="*/ 18 h 137"/>
              <a:gd name="T36" fmla="*/ 106 w 133"/>
              <a:gd name="T37" fmla="*/ 16 h 137"/>
              <a:gd name="T38" fmla="*/ 101 w 133"/>
              <a:gd name="T39" fmla="*/ 7 h 137"/>
              <a:gd name="T40" fmla="*/ 94 w 133"/>
              <a:gd name="T41" fmla="*/ 7 h 137"/>
              <a:gd name="T42" fmla="*/ 94 w 133"/>
              <a:gd name="T43" fmla="*/ 0 h 137"/>
              <a:gd name="T44" fmla="*/ 133 w 133"/>
              <a:gd name="T45" fmla="*/ 0 h 137"/>
              <a:gd name="T46" fmla="*/ 133 w 133"/>
              <a:gd name="T47" fmla="*/ 7 h 137"/>
              <a:gd name="T48" fmla="*/ 130 w 133"/>
              <a:gd name="T49" fmla="*/ 7 h 137"/>
              <a:gd name="T50" fmla="*/ 119 w 133"/>
              <a:gd name="T51" fmla="*/ 16 h 137"/>
              <a:gd name="T52" fmla="*/ 110 w 133"/>
              <a:gd name="T53" fmla="*/ 38 h 137"/>
              <a:gd name="T54" fmla="*/ 74 w 133"/>
              <a:gd name="T55" fmla="*/ 133 h 137"/>
              <a:gd name="T56" fmla="*/ 73 w 133"/>
              <a:gd name="T57" fmla="*/ 137 h 137"/>
            </a:gdLst>
            <a:rect l="0" t="0" r="r" b="b"/>
            <a:pathLst>
              <a:path w="133" h="137">
                <a:moveTo>
                  <a:pt x="73" y="137"/>
                </a:moveTo>
                <a:cubicBezTo>
                  <a:pt x="69" y="137"/>
                  <a:pt x="66" y="137"/>
                  <a:pt x="64" y="137"/>
                </a:cubicBezTo>
                <a:cubicBezTo>
                  <a:pt x="61" y="137"/>
                  <a:pt x="59" y="136"/>
                  <a:pt x="58" y="133"/>
                </a:cubicBezTo>
                <a:cubicBezTo>
                  <a:pt x="52" y="115"/>
                  <a:pt x="45" y="98"/>
                  <a:pt x="39" y="80"/>
                </a:cubicBezTo>
                <a:cubicBezTo>
                  <a:pt x="31" y="61"/>
                  <a:pt x="24" y="42"/>
                  <a:pt x="17" y="23"/>
                </a:cubicBezTo>
                <a:cubicBezTo>
                  <a:pt x="16" y="20"/>
                  <a:pt x="15" y="17"/>
                  <a:pt x="13" y="14"/>
                </a:cubicBezTo>
                <a:cubicBezTo>
                  <a:pt x="11" y="10"/>
                  <a:pt x="8" y="8"/>
                  <a:pt x="4" y="7"/>
                </a:cubicBezTo>
                <a:cubicBezTo>
                  <a:pt x="3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7" y="0"/>
                </a:cubicBezTo>
                <a:cubicBezTo>
                  <a:pt x="47" y="2"/>
                  <a:pt x="47" y="4"/>
                  <a:pt x="47" y="7"/>
                </a:cubicBezTo>
                <a:cubicBezTo>
                  <a:pt x="44" y="7"/>
                  <a:pt x="42" y="7"/>
                  <a:pt x="39" y="8"/>
                </a:cubicBezTo>
                <a:cubicBezTo>
                  <a:pt x="34" y="8"/>
                  <a:pt x="33" y="10"/>
                  <a:pt x="34" y="15"/>
                </a:cubicBezTo>
                <a:cubicBezTo>
                  <a:pt x="34" y="17"/>
                  <a:pt x="35" y="19"/>
                  <a:pt x="35" y="20"/>
                </a:cubicBezTo>
                <a:cubicBezTo>
                  <a:pt x="46" y="51"/>
                  <a:pt x="57" y="81"/>
                  <a:pt x="68" y="112"/>
                </a:cubicBezTo>
                <a:cubicBezTo>
                  <a:pt x="69" y="113"/>
                  <a:pt x="69" y="114"/>
                  <a:pt x="70" y="116"/>
                </a:cubicBezTo>
                <a:cubicBezTo>
                  <a:pt x="71" y="114"/>
                  <a:pt x="71" y="113"/>
                  <a:pt x="72" y="113"/>
                </a:cubicBezTo>
                <a:cubicBezTo>
                  <a:pt x="83" y="81"/>
                  <a:pt x="94" y="50"/>
                  <a:pt x="106" y="18"/>
                </a:cubicBezTo>
                <a:cubicBezTo>
                  <a:pt x="106" y="17"/>
                  <a:pt x="106" y="17"/>
                  <a:pt x="106" y="16"/>
                </a:cubicBezTo>
                <a:cubicBezTo>
                  <a:pt x="107" y="10"/>
                  <a:pt x="106" y="8"/>
                  <a:pt x="101" y="7"/>
                </a:cubicBezTo>
                <a:cubicBezTo>
                  <a:pt x="98" y="7"/>
                  <a:pt x="96" y="7"/>
                  <a:pt x="94" y="7"/>
                </a:cubicBezTo>
                <a:cubicBezTo>
                  <a:pt x="94" y="4"/>
                  <a:pt x="94" y="2"/>
                  <a:pt x="94" y="0"/>
                </a:cubicBezTo>
                <a:cubicBezTo>
                  <a:pt x="106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2" y="7"/>
                  <a:pt x="131" y="7"/>
                  <a:pt x="130" y="7"/>
                </a:cubicBezTo>
                <a:cubicBezTo>
                  <a:pt x="124" y="8"/>
                  <a:pt x="121" y="11"/>
                  <a:pt x="119" y="16"/>
                </a:cubicBezTo>
                <a:cubicBezTo>
                  <a:pt x="116" y="24"/>
                  <a:pt x="113" y="31"/>
                  <a:pt x="110" y="38"/>
                </a:cubicBezTo>
                <a:cubicBezTo>
                  <a:pt x="98" y="70"/>
                  <a:pt x="86" y="101"/>
                  <a:pt x="74" y="133"/>
                </a:cubicBezTo>
                <a:cubicBezTo>
                  <a:pt x="74" y="134"/>
                  <a:pt x="73" y="135"/>
                  <a:pt x="73" y="13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8E113D68-4752-4C0E-9AF1-66C14A6C5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6484" y="689187"/>
            <a:ext cx="61016" cy="68429"/>
          </a:xfrm>
          <a:custGeom xmlns:a="http://schemas.openxmlformats.org/drawingml/2006/main">
            <a:gdLst>
              <a:gd name="T0" fmla="*/ 85 w 120"/>
              <a:gd name="T1" fmla="*/ 127 h 135"/>
              <a:gd name="T2" fmla="*/ 85 w 120"/>
              <a:gd name="T3" fmla="*/ 134 h 135"/>
              <a:gd name="T4" fmla="*/ 35 w 120"/>
              <a:gd name="T5" fmla="*/ 134 h 135"/>
              <a:gd name="T6" fmla="*/ 35 w 120"/>
              <a:gd name="T7" fmla="*/ 127 h 135"/>
              <a:gd name="T8" fmla="*/ 44 w 120"/>
              <a:gd name="T9" fmla="*/ 126 h 135"/>
              <a:gd name="T10" fmla="*/ 50 w 120"/>
              <a:gd name="T11" fmla="*/ 120 h 135"/>
              <a:gd name="T12" fmla="*/ 51 w 120"/>
              <a:gd name="T13" fmla="*/ 113 h 135"/>
              <a:gd name="T14" fmla="*/ 51 w 120"/>
              <a:gd name="T15" fmla="*/ 85 h 135"/>
              <a:gd name="T16" fmla="*/ 50 w 120"/>
              <a:gd name="T17" fmla="*/ 79 h 135"/>
              <a:gd name="T18" fmla="*/ 17 w 120"/>
              <a:gd name="T19" fmla="*/ 19 h 135"/>
              <a:gd name="T20" fmla="*/ 15 w 120"/>
              <a:gd name="T21" fmla="*/ 15 h 135"/>
              <a:gd name="T22" fmla="*/ 3 w 120"/>
              <a:gd name="T23" fmla="*/ 7 h 135"/>
              <a:gd name="T24" fmla="*/ 0 w 120"/>
              <a:gd name="T25" fmla="*/ 7 h 135"/>
              <a:gd name="T26" fmla="*/ 0 w 120"/>
              <a:gd name="T27" fmla="*/ 0 h 135"/>
              <a:gd name="T28" fmla="*/ 48 w 120"/>
              <a:gd name="T29" fmla="*/ 0 h 135"/>
              <a:gd name="T30" fmla="*/ 48 w 120"/>
              <a:gd name="T31" fmla="*/ 7 h 135"/>
              <a:gd name="T32" fmla="*/ 40 w 120"/>
              <a:gd name="T33" fmla="*/ 7 h 135"/>
              <a:gd name="T34" fmla="*/ 36 w 120"/>
              <a:gd name="T35" fmla="*/ 14 h 135"/>
              <a:gd name="T36" fmla="*/ 37 w 120"/>
              <a:gd name="T37" fmla="*/ 18 h 135"/>
              <a:gd name="T38" fmla="*/ 61 w 120"/>
              <a:gd name="T39" fmla="*/ 64 h 135"/>
              <a:gd name="T40" fmla="*/ 63 w 120"/>
              <a:gd name="T41" fmla="*/ 68 h 135"/>
              <a:gd name="T42" fmla="*/ 66 w 120"/>
              <a:gd name="T43" fmla="*/ 64 h 135"/>
              <a:gd name="T44" fmla="*/ 91 w 120"/>
              <a:gd name="T45" fmla="*/ 18 h 135"/>
              <a:gd name="T46" fmla="*/ 93 w 120"/>
              <a:gd name="T47" fmla="*/ 12 h 135"/>
              <a:gd name="T48" fmla="*/ 90 w 120"/>
              <a:gd name="T49" fmla="*/ 8 h 135"/>
              <a:gd name="T50" fmla="*/ 81 w 120"/>
              <a:gd name="T51" fmla="*/ 7 h 135"/>
              <a:gd name="T52" fmla="*/ 81 w 120"/>
              <a:gd name="T53" fmla="*/ 0 h 135"/>
              <a:gd name="T54" fmla="*/ 120 w 120"/>
              <a:gd name="T55" fmla="*/ 0 h 135"/>
              <a:gd name="T56" fmla="*/ 120 w 120"/>
              <a:gd name="T57" fmla="*/ 7 h 135"/>
              <a:gd name="T58" fmla="*/ 115 w 120"/>
              <a:gd name="T59" fmla="*/ 8 h 135"/>
              <a:gd name="T60" fmla="*/ 108 w 120"/>
              <a:gd name="T61" fmla="*/ 12 h 135"/>
              <a:gd name="T62" fmla="*/ 103 w 120"/>
              <a:gd name="T63" fmla="*/ 19 h 135"/>
              <a:gd name="T64" fmla="*/ 71 w 120"/>
              <a:gd name="T65" fmla="*/ 75 h 135"/>
              <a:gd name="T66" fmla="*/ 69 w 120"/>
              <a:gd name="T67" fmla="*/ 82 h 135"/>
              <a:gd name="T68" fmla="*/ 69 w 120"/>
              <a:gd name="T69" fmla="*/ 111 h 135"/>
              <a:gd name="T70" fmla="*/ 69 w 120"/>
              <a:gd name="T71" fmla="*/ 118 h 135"/>
              <a:gd name="T72" fmla="*/ 77 w 120"/>
              <a:gd name="T73" fmla="*/ 126 h 135"/>
              <a:gd name="T74" fmla="*/ 85 w 120"/>
              <a:gd name="T75" fmla="*/ 127 h 135"/>
            </a:gdLst>
            <a:rect l="0" t="0" r="r" b="b"/>
            <a:pathLst>
              <a:path w="120" h="135">
                <a:moveTo>
                  <a:pt x="85" y="127"/>
                </a:moveTo>
                <a:cubicBezTo>
                  <a:pt x="85" y="130"/>
                  <a:pt x="85" y="132"/>
                  <a:pt x="85" y="134"/>
                </a:cubicBezTo>
                <a:cubicBezTo>
                  <a:pt x="81" y="135"/>
                  <a:pt x="44" y="135"/>
                  <a:pt x="35" y="134"/>
                </a:cubicBezTo>
                <a:cubicBezTo>
                  <a:pt x="35" y="132"/>
                  <a:pt x="35" y="130"/>
                  <a:pt x="35" y="127"/>
                </a:cubicBezTo>
                <a:cubicBezTo>
                  <a:pt x="38" y="127"/>
                  <a:pt x="41" y="126"/>
                  <a:pt x="44" y="126"/>
                </a:cubicBezTo>
                <a:cubicBezTo>
                  <a:pt x="48" y="126"/>
                  <a:pt x="50" y="124"/>
                  <a:pt x="50" y="120"/>
                </a:cubicBezTo>
                <a:cubicBezTo>
                  <a:pt x="51" y="118"/>
                  <a:pt x="51" y="115"/>
                  <a:pt x="51" y="113"/>
                </a:cubicBezTo>
                <a:cubicBezTo>
                  <a:pt x="51" y="104"/>
                  <a:pt x="51" y="95"/>
                  <a:pt x="51" y="85"/>
                </a:cubicBezTo>
                <a:cubicBezTo>
                  <a:pt x="51" y="83"/>
                  <a:pt x="51" y="81"/>
                  <a:pt x="50" y="79"/>
                </a:cubicBezTo>
                <a:cubicBezTo>
                  <a:pt x="39" y="59"/>
                  <a:pt x="28" y="39"/>
                  <a:pt x="17" y="19"/>
                </a:cubicBezTo>
                <a:cubicBezTo>
                  <a:pt x="16" y="17"/>
                  <a:pt x="15" y="16"/>
                  <a:pt x="15" y="15"/>
                </a:cubicBezTo>
                <a:cubicBezTo>
                  <a:pt x="12" y="10"/>
                  <a:pt x="9" y="7"/>
                  <a:pt x="3" y="7"/>
                </a:cubicBezTo>
                <a:cubicBezTo>
                  <a:pt x="2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8" y="0"/>
                </a:cubicBezTo>
                <a:cubicBezTo>
                  <a:pt x="48" y="2"/>
                  <a:pt x="48" y="4"/>
                  <a:pt x="48" y="7"/>
                </a:cubicBezTo>
                <a:cubicBezTo>
                  <a:pt x="45" y="7"/>
                  <a:pt x="42" y="7"/>
                  <a:pt x="40" y="7"/>
                </a:cubicBezTo>
                <a:cubicBezTo>
                  <a:pt x="35" y="8"/>
                  <a:pt x="34" y="10"/>
                  <a:pt x="36" y="14"/>
                </a:cubicBezTo>
                <a:cubicBezTo>
                  <a:pt x="36" y="15"/>
                  <a:pt x="37" y="17"/>
                  <a:pt x="37" y="18"/>
                </a:cubicBezTo>
                <a:cubicBezTo>
                  <a:pt x="45" y="33"/>
                  <a:pt x="53" y="49"/>
                  <a:pt x="61" y="64"/>
                </a:cubicBezTo>
                <a:cubicBezTo>
                  <a:pt x="61" y="65"/>
                  <a:pt x="62" y="66"/>
                  <a:pt x="63" y="68"/>
                </a:cubicBezTo>
                <a:cubicBezTo>
                  <a:pt x="64" y="66"/>
                  <a:pt x="65" y="65"/>
                  <a:pt x="66" y="64"/>
                </a:cubicBezTo>
                <a:cubicBezTo>
                  <a:pt x="74" y="49"/>
                  <a:pt x="82" y="34"/>
                  <a:pt x="91" y="18"/>
                </a:cubicBezTo>
                <a:cubicBezTo>
                  <a:pt x="92" y="16"/>
                  <a:pt x="93" y="14"/>
                  <a:pt x="93" y="12"/>
                </a:cubicBezTo>
                <a:cubicBezTo>
                  <a:pt x="94" y="9"/>
                  <a:pt x="93" y="8"/>
                  <a:pt x="90" y="8"/>
                </a:cubicBezTo>
                <a:cubicBezTo>
                  <a:pt x="87" y="7"/>
                  <a:pt x="85" y="7"/>
                  <a:pt x="81" y="7"/>
                </a:cubicBezTo>
                <a:cubicBezTo>
                  <a:pt x="81" y="4"/>
                  <a:pt x="81" y="2"/>
                  <a:pt x="81" y="0"/>
                </a:cubicBezTo>
                <a:cubicBezTo>
                  <a:pt x="94" y="0"/>
                  <a:pt x="107" y="0"/>
                  <a:pt x="120" y="0"/>
                </a:cubicBezTo>
                <a:cubicBezTo>
                  <a:pt x="120" y="2"/>
                  <a:pt x="120" y="4"/>
                  <a:pt x="120" y="7"/>
                </a:cubicBezTo>
                <a:cubicBezTo>
                  <a:pt x="119" y="7"/>
                  <a:pt x="117" y="7"/>
                  <a:pt x="115" y="8"/>
                </a:cubicBezTo>
                <a:cubicBezTo>
                  <a:pt x="112" y="8"/>
                  <a:pt x="109" y="9"/>
                  <a:pt x="108" y="12"/>
                </a:cubicBezTo>
                <a:cubicBezTo>
                  <a:pt x="106" y="14"/>
                  <a:pt x="104" y="17"/>
                  <a:pt x="103" y="19"/>
                </a:cubicBezTo>
                <a:cubicBezTo>
                  <a:pt x="92" y="38"/>
                  <a:pt x="81" y="56"/>
                  <a:pt x="71" y="75"/>
                </a:cubicBezTo>
                <a:cubicBezTo>
                  <a:pt x="69" y="77"/>
                  <a:pt x="68" y="80"/>
                  <a:pt x="69" y="82"/>
                </a:cubicBezTo>
                <a:cubicBezTo>
                  <a:pt x="69" y="92"/>
                  <a:pt x="69" y="102"/>
                  <a:pt x="69" y="111"/>
                </a:cubicBezTo>
                <a:cubicBezTo>
                  <a:pt x="69" y="114"/>
                  <a:pt x="69" y="116"/>
                  <a:pt x="69" y="118"/>
                </a:cubicBezTo>
                <a:cubicBezTo>
                  <a:pt x="70" y="124"/>
                  <a:pt x="71" y="125"/>
                  <a:pt x="77" y="126"/>
                </a:cubicBezTo>
                <a:cubicBezTo>
                  <a:pt x="80" y="126"/>
                  <a:pt x="82" y="127"/>
                  <a:pt x="85" y="12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45F0676A-C015-452E-84DC-254F221D1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749" y="686906"/>
            <a:ext cx="58735" cy="70140"/>
          </a:xfrm>
          <a:custGeom xmlns:a="http://schemas.openxmlformats.org/drawingml/2006/main">
            <a:gdLst>
              <a:gd name="T0" fmla="*/ 108 w 116"/>
              <a:gd name="T1" fmla="*/ 42 h 139"/>
              <a:gd name="T2" fmla="*/ 102 w 116"/>
              <a:gd name="T3" fmla="*/ 29 h 139"/>
              <a:gd name="T4" fmla="*/ 72 w 116"/>
              <a:gd name="T5" fmla="*/ 14 h 139"/>
              <a:gd name="T6" fmla="*/ 67 w 116"/>
              <a:gd name="T7" fmla="*/ 18 h 139"/>
              <a:gd name="T8" fmla="*/ 66 w 116"/>
              <a:gd name="T9" fmla="*/ 24 h 139"/>
              <a:gd name="T10" fmla="*/ 66 w 116"/>
              <a:gd name="T11" fmla="*/ 115 h 139"/>
              <a:gd name="T12" fmla="*/ 67 w 116"/>
              <a:gd name="T13" fmla="*/ 123 h 139"/>
              <a:gd name="T14" fmla="*/ 75 w 116"/>
              <a:gd name="T15" fmla="*/ 131 h 139"/>
              <a:gd name="T16" fmla="*/ 83 w 116"/>
              <a:gd name="T17" fmla="*/ 132 h 139"/>
              <a:gd name="T18" fmla="*/ 83 w 116"/>
              <a:gd name="T19" fmla="*/ 139 h 139"/>
              <a:gd name="T20" fmla="*/ 33 w 116"/>
              <a:gd name="T21" fmla="*/ 139 h 139"/>
              <a:gd name="T22" fmla="*/ 33 w 116"/>
              <a:gd name="T23" fmla="*/ 132 h 139"/>
              <a:gd name="T24" fmla="*/ 41 w 116"/>
              <a:gd name="T25" fmla="*/ 131 h 139"/>
              <a:gd name="T26" fmla="*/ 49 w 116"/>
              <a:gd name="T27" fmla="*/ 123 h 139"/>
              <a:gd name="T28" fmla="*/ 49 w 116"/>
              <a:gd name="T29" fmla="*/ 118 h 139"/>
              <a:gd name="T30" fmla="*/ 49 w 116"/>
              <a:gd name="T31" fmla="*/ 22 h 139"/>
              <a:gd name="T32" fmla="*/ 41 w 116"/>
              <a:gd name="T33" fmla="*/ 14 h 139"/>
              <a:gd name="T34" fmla="*/ 32 w 116"/>
              <a:gd name="T35" fmla="*/ 15 h 139"/>
              <a:gd name="T36" fmla="*/ 18 w 116"/>
              <a:gd name="T37" fmla="*/ 23 h 139"/>
              <a:gd name="T38" fmla="*/ 11 w 116"/>
              <a:gd name="T39" fmla="*/ 36 h 139"/>
              <a:gd name="T40" fmla="*/ 8 w 116"/>
              <a:gd name="T41" fmla="*/ 42 h 139"/>
              <a:gd name="T42" fmla="*/ 0 w 116"/>
              <a:gd name="T43" fmla="*/ 39 h 139"/>
              <a:gd name="T44" fmla="*/ 13 w 116"/>
              <a:gd name="T45" fmla="*/ 0 h 139"/>
              <a:gd name="T46" fmla="*/ 19 w 116"/>
              <a:gd name="T47" fmla="*/ 0 h 139"/>
              <a:gd name="T48" fmla="*/ 21 w 116"/>
              <a:gd name="T49" fmla="*/ 4 h 139"/>
              <a:gd name="T50" fmla="*/ 95 w 116"/>
              <a:gd name="T51" fmla="*/ 4 h 139"/>
              <a:gd name="T52" fmla="*/ 97 w 116"/>
              <a:gd name="T53" fmla="*/ 0 h 139"/>
              <a:gd name="T54" fmla="*/ 103 w 116"/>
              <a:gd name="T55" fmla="*/ 0 h 139"/>
              <a:gd name="T56" fmla="*/ 116 w 116"/>
              <a:gd name="T57" fmla="*/ 39 h 139"/>
              <a:gd name="T58" fmla="*/ 108 w 116"/>
              <a:gd name="T59" fmla="*/ 42 h 139"/>
            </a:gdLst>
            <a:rect l="0" t="0" r="r" b="b"/>
            <a:pathLst>
              <a:path w="116" h="139">
                <a:moveTo>
                  <a:pt x="108" y="42"/>
                </a:moveTo>
                <a:cubicBezTo>
                  <a:pt x="106" y="37"/>
                  <a:pt x="104" y="33"/>
                  <a:pt x="102" y="29"/>
                </a:cubicBezTo>
                <a:cubicBezTo>
                  <a:pt x="96" y="17"/>
                  <a:pt x="85" y="13"/>
                  <a:pt x="72" y="14"/>
                </a:cubicBezTo>
                <a:cubicBezTo>
                  <a:pt x="68" y="14"/>
                  <a:pt x="67" y="15"/>
                  <a:pt x="67" y="18"/>
                </a:cubicBezTo>
                <a:cubicBezTo>
                  <a:pt x="66" y="20"/>
                  <a:pt x="66" y="22"/>
                  <a:pt x="66" y="24"/>
                </a:cubicBezTo>
                <a:cubicBezTo>
                  <a:pt x="66" y="54"/>
                  <a:pt x="66" y="85"/>
                  <a:pt x="66" y="115"/>
                </a:cubicBezTo>
                <a:cubicBezTo>
                  <a:pt x="66" y="118"/>
                  <a:pt x="67" y="120"/>
                  <a:pt x="67" y="123"/>
                </a:cubicBezTo>
                <a:cubicBezTo>
                  <a:pt x="68" y="128"/>
                  <a:pt x="70" y="130"/>
                  <a:pt x="75" y="131"/>
                </a:cubicBezTo>
                <a:cubicBezTo>
                  <a:pt x="78" y="131"/>
                  <a:pt x="80" y="132"/>
                  <a:pt x="83" y="132"/>
                </a:cubicBezTo>
                <a:cubicBezTo>
                  <a:pt x="83" y="134"/>
                  <a:pt x="83" y="137"/>
                  <a:pt x="83" y="139"/>
                </a:cubicBezTo>
                <a:cubicBezTo>
                  <a:pt x="66" y="139"/>
                  <a:pt x="50" y="139"/>
                  <a:pt x="33" y="139"/>
                </a:cubicBezTo>
                <a:cubicBezTo>
                  <a:pt x="33" y="137"/>
                  <a:pt x="33" y="135"/>
                  <a:pt x="33" y="132"/>
                </a:cubicBezTo>
                <a:cubicBezTo>
                  <a:pt x="36" y="132"/>
                  <a:pt x="39" y="131"/>
                  <a:pt x="41" y="131"/>
                </a:cubicBezTo>
                <a:cubicBezTo>
                  <a:pt x="47" y="130"/>
                  <a:pt x="49" y="128"/>
                  <a:pt x="49" y="123"/>
                </a:cubicBezTo>
                <a:cubicBezTo>
                  <a:pt x="49" y="121"/>
                  <a:pt x="49" y="120"/>
                  <a:pt x="49" y="118"/>
                </a:cubicBezTo>
                <a:cubicBezTo>
                  <a:pt x="49" y="86"/>
                  <a:pt x="49" y="54"/>
                  <a:pt x="49" y="22"/>
                </a:cubicBezTo>
                <a:cubicBezTo>
                  <a:pt x="49" y="14"/>
                  <a:pt x="49" y="13"/>
                  <a:pt x="41" y="14"/>
                </a:cubicBezTo>
                <a:cubicBezTo>
                  <a:pt x="38" y="14"/>
                  <a:pt x="35" y="14"/>
                  <a:pt x="32" y="15"/>
                </a:cubicBezTo>
                <a:cubicBezTo>
                  <a:pt x="26" y="16"/>
                  <a:pt x="21" y="18"/>
                  <a:pt x="18" y="23"/>
                </a:cubicBezTo>
                <a:cubicBezTo>
                  <a:pt x="15" y="27"/>
                  <a:pt x="13" y="32"/>
                  <a:pt x="11" y="36"/>
                </a:cubicBezTo>
                <a:cubicBezTo>
                  <a:pt x="10" y="38"/>
                  <a:pt x="9" y="40"/>
                  <a:pt x="8" y="42"/>
                </a:cubicBezTo>
                <a:cubicBezTo>
                  <a:pt x="5" y="41"/>
                  <a:pt x="3" y="40"/>
                  <a:pt x="0" y="39"/>
                </a:cubicBezTo>
                <a:cubicBezTo>
                  <a:pt x="5" y="26"/>
                  <a:pt x="9" y="13"/>
                  <a:pt x="13" y="0"/>
                </a:cubicBezTo>
                <a:cubicBezTo>
                  <a:pt x="15" y="0"/>
                  <a:pt x="17" y="0"/>
                  <a:pt x="19" y="0"/>
                </a:cubicBezTo>
                <a:cubicBezTo>
                  <a:pt x="20" y="1"/>
                  <a:pt x="20" y="3"/>
                  <a:pt x="21" y="4"/>
                </a:cubicBezTo>
                <a:cubicBezTo>
                  <a:pt x="46" y="4"/>
                  <a:pt x="70" y="4"/>
                  <a:pt x="95" y="4"/>
                </a:cubicBezTo>
                <a:cubicBezTo>
                  <a:pt x="95" y="3"/>
                  <a:pt x="96" y="1"/>
                  <a:pt x="97" y="0"/>
                </a:cubicBezTo>
                <a:cubicBezTo>
                  <a:pt x="98" y="0"/>
                  <a:pt x="100" y="0"/>
                  <a:pt x="103" y="0"/>
                </a:cubicBezTo>
                <a:cubicBezTo>
                  <a:pt x="107" y="13"/>
                  <a:pt x="112" y="26"/>
                  <a:pt x="116" y="39"/>
                </a:cubicBezTo>
                <a:cubicBezTo>
                  <a:pt x="113" y="40"/>
                  <a:pt x="111" y="41"/>
                  <a:pt x="108" y="42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3" name="Freeform 33">
            <a:extLst xmlns:a="http://schemas.openxmlformats.org/drawingml/2006/main">
              <a:ext uri="{FF2B5EF4-FFF2-40B4-BE49-F238E27FC236}">
                <a16:creationId xmlns:a16="http://schemas.microsoft.com/office/drawing/2014/main" id="{4783611E-96FC-4512-B619-E4AE1EA73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1440" y="689187"/>
            <a:ext cx="25090" cy="67859"/>
          </a:xfrm>
          <a:custGeom xmlns:a="http://schemas.openxmlformats.org/drawingml/2006/main">
            <a:gdLst>
              <a:gd name="T0" fmla="*/ 0 w 50"/>
              <a:gd name="T1" fmla="*/ 134 h 134"/>
              <a:gd name="T2" fmla="*/ 0 w 50"/>
              <a:gd name="T3" fmla="*/ 127 h 134"/>
              <a:gd name="T4" fmla="*/ 9 w 50"/>
              <a:gd name="T5" fmla="*/ 126 h 134"/>
              <a:gd name="T6" fmla="*/ 16 w 50"/>
              <a:gd name="T7" fmla="*/ 119 h 134"/>
              <a:gd name="T8" fmla="*/ 16 w 50"/>
              <a:gd name="T9" fmla="*/ 113 h 134"/>
              <a:gd name="T10" fmla="*/ 16 w 50"/>
              <a:gd name="T11" fmla="*/ 21 h 134"/>
              <a:gd name="T12" fmla="*/ 16 w 50"/>
              <a:gd name="T13" fmla="*/ 13 h 134"/>
              <a:gd name="T14" fmla="*/ 9 w 50"/>
              <a:gd name="T15" fmla="*/ 8 h 134"/>
              <a:gd name="T16" fmla="*/ 1 w 50"/>
              <a:gd name="T17" fmla="*/ 7 h 134"/>
              <a:gd name="T18" fmla="*/ 1 w 50"/>
              <a:gd name="T19" fmla="*/ 0 h 134"/>
              <a:gd name="T20" fmla="*/ 49 w 50"/>
              <a:gd name="T21" fmla="*/ 0 h 134"/>
              <a:gd name="T22" fmla="*/ 49 w 50"/>
              <a:gd name="T23" fmla="*/ 7 h 134"/>
              <a:gd name="T24" fmla="*/ 42 w 50"/>
              <a:gd name="T25" fmla="*/ 8 h 134"/>
              <a:gd name="T26" fmla="*/ 34 w 50"/>
              <a:gd name="T27" fmla="*/ 15 h 134"/>
              <a:gd name="T28" fmla="*/ 33 w 50"/>
              <a:gd name="T29" fmla="*/ 23 h 134"/>
              <a:gd name="T30" fmla="*/ 33 w 50"/>
              <a:gd name="T31" fmla="*/ 113 h 134"/>
              <a:gd name="T32" fmla="*/ 46 w 50"/>
              <a:gd name="T33" fmla="*/ 127 h 134"/>
              <a:gd name="T34" fmla="*/ 49 w 50"/>
              <a:gd name="T35" fmla="*/ 127 h 134"/>
              <a:gd name="T36" fmla="*/ 50 w 50"/>
              <a:gd name="T37" fmla="*/ 131 h 134"/>
              <a:gd name="T38" fmla="*/ 49 w 50"/>
              <a:gd name="T39" fmla="*/ 134 h 134"/>
              <a:gd name="T40" fmla="*/ 0 w 50"/>
              <a:gd name="T41" fmla="*/ 134 h 134"/>
            </a:gdLst>
            <a:rect l="0" t="0" r="r" b="b"/>
            <a:pathLst>
              <a:path w="50" h="134">
                <a:moveTo>
                  <a:pt x="0" y="134"/>
                </a:move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9" y="126"/>
                </a:cubicBezTo>
                <a:cubicBezTo>
                  <a:pt x="13" y="125"/>
                  <a:pt x="15" y="124"/>
                  <a:pt x="16" y="119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18"/>
                  <a:pt x="16" y="16"/>
                  <a:pt x="16" y="13"/>
                </a:cubicBezTo>
                <a:cubicBezTo>
                  <a:pt x="15" y="10"/>
                  <a:pt x="13" y="8"/>
                  <a:pt x="9" y="8"/>
                </a:cubicBezTo>
                <a:cubicBezTo>
                  <a:pt x="6" y="7"/>
                  <a:pt x="4" y="7"/>
                  <a:pt x="1" y="7"/>
                </a:cubicBezTo>
                <a:cubicBezTo>
                  <a:pt x="1" y="4"/>
                  <a:pt x="1" y="2"/>
                  <a:pt x="1" y="0"/>
                </a:cubicBezTo>
                <a:cubicBezTo>
                  <a:pt x="17" y="0"/>
                  <a:pt x="33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7" y="7"/>
                  <a:pt x="44" y="7"/>
                  <a:pt x="42" y="8"/>
                </a:cubicBezTo>
                <a:cubicBezTo>
                  <a:pt x="38" y="8"/>
                  <a:pt x="35" y="10"/>
                  <a:pt x="34" y="15"/>
                </a:cubicBezTo>
                <a:cubicBezTo>
                  <a:pt x="34" y="17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6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8"/>
                  <a:pt x="50" y="129"/>
                  <a:pt x="50" y="131"/>
                </a:cubicBezTo>
                <a:cubicBezTo>
                  <a:pt x="50" y="132"/>
                  <a:pt x="49" y="133"/>
                  <a:pt x="49" y="134"/>
                </a:cubicBezTo>
                <a:cubicBezTo>
                  <a:pt x="33" y="134"/>
                  <a:pt x="17" y="134"/>
                  <a:pt x="0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4" name="Freeform 34">
            <a:extLst xmlns:a="http://schemas.openxmlformats.org/drawingml/2006/main">
              <a:ext uri="{FF2B5EF4-FFF2-40B4-BE49-F238E27FC236}">
                <a16:creationId xmlns:a16="http://schemas.microsoft.com/office/drawing/2014/main" id="{86E4AAA8-832C-4BDC-90AC-2E1D413B7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237" y="689187"/>
            <a:ext cx="24520" cy="68429"/>
          </a:xfrm>
          <a:custGeom xmlns:a="http://schemas.openxmlformats.org/drawingml/2006/main">
            <a:gdLst>
              <a:gd name="T0" fmla="*/ 0 w 49"/>
              <a:gd name="T1" fmla="*/ 7 h 135"/>
              <a:gd name="T2" fmla="*/ 0 w 49"/>
              <a:gd name="T3" fmla="*/ 0 h 135"/>
              <a:gd name="T4" fmla="*/ 49 w 49"/>
              <a:gd name="T5" fmla="*/ 0 h 135"/>
              <a:gd name="T6" fmla="*/ 49 w 49"/>
              <a:gd name="T7" fmla="*/ 7 h 135"/>
              <a:gd name="T8" fmla="*/ 42 w 49"/>
              <a:gd name="T9" fmla="*/ 8 h 135"/>
              <a:gd name="T10" fmla="*/ 34 w 49"/>
              <a:gd name="T11" fmla="*/ 15 h 135"/>
              <a:gd name="T12" fmla="*/ 33 w 49"/>
              <a:gd name="T13" fmla="*/ 23 h 135"/>
              <a:gd name="T14" fmla="*/ 33 w 49"/>
              <a:gd name="T15" fmla="*/ 113 h 135"/>
              <a:gd name="T16" fmla="*/ 46 w 49"/>
              <a:gd name="T17" fmla="*/ 127 h 135"/>
              <a:gd name="T18" fmla="*/ 49 w 49"/>
              <a:gd name="T19" fmla="*/ 127 h 135"/>
              <a:gd name="T20" fmla="*/ 49 w 49"/>
              <a:gd name="T21" fmla="*/ 134 h 135"/>
              <a:gd name="T22" fmla="*/ 0 w 49"/>
              <a:gd name="T23" fmla="*/ 134 h 135"/>
              <a:gd name="T24" fmla="*/ 0 w 49"/>
              <a:gd name="T25" fmla="*/ 127 h 135"/>
              <a:gd name="T26" fmla="*/ 7 w 49"/>
              <a:gd name="T27" fmla="*/ 126 h 135"/>
              <a:gd name="T28" fmla="*/ 16 w 49"/>
              <a:gd name="T29" fmla="*/ 118 h 135"/>
              <a:gd name="T30" fmla="*/ 16 w 49"/>
              <a:gd name="T31" fmla="*/ 113 h 135"/>
              <a:gd name="T32" fmla="*/ 16 w 49"/>
              <a:gd name="T33" fmla="*/ 20 h 135"/>
              <a:gd name="T34" fmla="*/ 15 w 49"/>
              <a:gd name="T35" fmla="*/ 13 h 135"/>
              <a:gd name="T36" fmla="*/ 9 w 49"/>
              <a:gd name="T37" fmla="*/ 8 h 135"/>
              <a:gd name="T38" fmla="*/ 0 w 49"/>
              <a:gd name="T39" fmla="*/ 7 h 135"/>
            </a:gdLst>
            <a:rect l="0" t="0" r="r" b="b"/>
            <a:pathLst>
              <a:path w="49" h="135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5" y="10"/>
                  <a:pt x="34" y="15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5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45" y="135"/>
                  <a:pt x="9" y="135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5" y="127"/>
                  <a:pt x="7" y="126"/>
                </a:cubicBezTo>
                <a:cubicBezTo>
                  <a:pt x="13" y="126"/>
                  <a:pt x="15" y="124"/>
                  <a:pt x="16" y="118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8"/>
                  <a:pt x="15" y="16"/>
                  <a:pt x="15" y="13"/>
                </a:cubicBezTo>
                <a:cubicBezTo>
                  <a:pt x="14" y="10"/>
                  <a:pt x="12" y="8"/>
                  <a:pt x="9" y="8"/>
                </a:cubicBezTo>
                <a:cubicBezTo>
                  <a:pt x="6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5" name="Freeform 35">
            <a:extLst xmlns:a="http://schemas.openxmlformats.org/drawingml/2006/main">
              <a:ext uri="{FF2B5EF4-FFF2-40B4-BE49-F238E27FC236}">
                <a16:creationId xmlns:a16="http://schemas.microsoft.com/office/drawing/2014/main" id="{64B34F88-7FFE-497B-9ADD-516060D68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429" y="689187"/>
            <a:ext cx="24520" cy="67859"/>
          </a:xfrm>
          <a:custGeom xmlns:a="http://schemas.openxmlformats.org/drawingml/2006/main">
            <a:gdLst>
              <a:gd name="T0" fmla="*/ 0 w 49"/>
              <a:gd name="T1" fmla="*/ 7 h 134"/>
              <a:gd name="T2" fmla="*/ 0 w 49"/>
              <a:gd name="T3" fmla="*/ 0 h 134"/>
              <a:gd name="T4" fmla="*/ 49 w 49"/>
              <a:gd name="T5" fmla="*/ 0 h 134"/>
              <a:gd name="T6" fmla="*/ 49 w 49"/>
              <a:gd name="T7" fmla="*/ 7 h 134"/>
              <a:gd name="T8" fmla="*/ 42 w 49"/>
              <a:gd name="T9" fmla="*/ 8 h 134"/>
              <a:gd name="T10" fmla="*/ 34 w 49"/>
              <a:gd name="T11" fmla="*/ 15 h 134"/>
              <a:gd name="T12" fmla="*/ 33 w 49"/>
              <a:gd name="T13" fmla="*/ 23 h 134"/>
              <a:gd name="T14" fmla="*/ 33 w 49"/>
              <a:gd name="T15" fmla="*/ 112 h 134"/>
              <a:gd name="T16" fmla="*/ 34 w 49"/>
              <a:gd name="T17" fmla="*/ 120 h 134"/>
              <a:gd name="T18" fmla="*/ 40 w 49"/>
              <a:gd name="T19" fmla="*/ 126 h 134"/>
              <a:gd name="T20" fmla="*/ 49 w 49"/>
              <a:gd name="T21" fmla="*/ 127 h 134"/>
              <a:gd name="T22" fmla="*/ 49 w 49"/>
              <a:gd name="T23" fmla="*/ 134 h 134"/>
              <a:gd name="T24" fmla="*/ 0 w 49"/>
              <a:gd name="T25" fmla="*/ 134 h 134"/>
              <a:gd name="T26" fmla="*/ 0 w 49"/>
              <a:gd name="T27" fmla="*/ 127 h 134"/>
              <a:gd name="T28" fmla="*/ 8 w 49"/>
              <a:gd name="T29" fmla="*/ 126 h 134"/>
              <a:gd name="T30" fmla="*/ 15 w 49"/>
              <a:gd name="T31" fmla="*/ 119 h 134"/>
              <a:gd name="T32" fmla="*/ 16 w 49"/>
              <a:gd name="T33" fmla="*/ 110 h 134"/>
              <a:gd name="T34" fmla="*/ 16 w 49"/>
              <a:gd name="T35" fmla="*/ 25 h 134"/>
              <a:gd name="T36" fmla="*/ 15 w 49"/>
              <a:gd name="T37" fmla="*/ 15 h 134"/>
              <a:gd name="T38" fmla="*/ 8 w 49"/>
              <a:gd name="T39" fmla="*/ 8 h 134"/>
              <a:gd name="T40" fmla="*/ 0 w 49"/>
              <a:gd name="T41" fmla="*/ 7 h 134"/>
            </a:gdLst>
            <a:rect l="0" t="0" r="r" b="b"/>
            <a:pathLst>
              <a:path w="49" h="134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4" y="10"/>
                  <a:pt x="34" y="15"/>
                </a:cubicBezTo>
                <a:cubicBezTo>
                  <a:pt x="33" y="18"/>
                  <a:pt x="33" y="21"/>
                  <a:pt x="33" y="23"/>
                </a:cubicBezTo>
                <a:cubicBezTo>
                  <a:pt x="33" y="53"/>
                  <a:pt x="33" y="83"/>
                  <a:pt x="33" y="112"/>
                </a:cubicBezTo>
                <a:cubicBezTo>
                  <a:pt x="33" y="115"/>
                  <a:pt x="33" y="118"/>
                  <a:pt x="34" y="120"/>
                </a:cubicBezTo>
                <a:cubicBezTo>
                  <a:pt x="34" y="124"/>
                  <a:pt x="36" y="126"/>
                  <a:pt x="40" y="126"/>
                </a:cubicBezTo>
                <a:cubicBezTo>
                  <a:pt x="43" y="126"/>
                  <a:pt x="45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33" y="134"/>
                  <a:pt x="1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8" y="126"/>
                </a:cubicBezTo>
                <a:cubicBezTo>
                  <a:pt x="13" y="125"/>
                  <a:pt x="15" y="123"/>
                  <a:pt x="15" y="119"/>
                </a:cubicBezTo>
                <a:cubicBezTo>
                  <a:pt x="16" y="116"/>
                  <a:pt x="16" y="113"/>
                  <a:pt x="16" y="110"/>
                </a:cubicBezTo>
                <a:cubicBezTo>
                  <a:pt x="16" y="81"/>
                  <a:pt x="16" y="53"/>
                  <a:pt x="16" y="25"/>
                </a:cubicBezTo>
                <a:cubicBezTo>
                  <a:pt x="16" y="21"/>
                  <a:pt x="16" y="18"/>
                  <a:pt x="15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8" name="Freeform 9">
            <a:extLst xmlns:a="http://schemas.openxmlformats.org/drawingml/2006/main">
              <a:ext uri="{FF2B5EF4-FFF2-40B4-BE49-F238E27FC236}">
                <a16:creationId xmlns:a16="http://schemas.microsoft.com/office/drawing/2014/main" id="{B35042DF-F957-4837-BBFA-567E66DF0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4981" y="365289"/>
            <a:ext cx="164800" cy="184188"/>
          </a:xfrm>
          <a:custGeom xmlns:a="http://schemas.openxmlformats.org/drawingml/2006/main">
            <a:gdLst>
              <a:gd name="T0" fmla="*/ 324 w 325"/>
              <a:gd name="T1" fmla="*/ 106 h 363"/>
              <a:gd name="T2" fmla="*/ 283 w 325"/>
              <a:gd name="T3" fmla="*/ 179 h 363"/>
              <a:gd name="T4" fmla="*/ 247 w 325"/>
              <a:gd name="T5" fmla="*/ 214 h 363"/>
              <a:gd name="T6" fmla="*/ 241 w 325"/>
              <a:gd name="T7" fmla="*/ 228 h 363"/>
              <a:gd name="T8" fmla="*/ 271 w 325"/>
              <a:gd name="T9" fmla="*/ 230 h 363"/>
              <a:gd name="T10" fmla="*/ 282 w 325"/>
              <a:gd name="T11" fmla="*/ 240 h 363"/>
              <a:gd name="T12" fmla="*/ 269 w 325"/>
              <a:gd name="T13" fmla="*/ 277 h 363"/>
              <a:gd name="T14" fmla="*/ 223 w 325"/>
              <a:gd name="T15" fmla="*/ 316 h 363"/>
              <a:gd name="T16" fmla="*/ 176 w 325"/>
              <a:gd name="T17" fmla="*/ 340 h 363"/>
              <a:gd name="T18" fmla="*/ 160 w 325"/>
              <a:gd name="T19" fmla="*/ 339 h 363"/>
              <a:gd name="T20" fmla="*/ 165 w 325"/>
              <a:gd name="T21" fmla="*/ 329 h 363"/>
              <a:gd name="T22" fmla="*/ 195 w 325"/>
              <a:gd name="T23" fmla="*/ 302 h 363"/>
              <a:gd name="T24" fmla="*/ 214 w 325"/>
              <a:gd name="T25" fmla="*/ 282 h 363"/>
              <a:gd name="T26" fmla="*/ 223 w 325"/>
              <a:gd name="T27" fmla="*/ 265 h 363"/>
              <a:gd name="T28" fmla="*/ 220 w 325"/>
              <a:gd name="T29" fmla="*/ 257 h 363"/>
              <a:gd name="T30" fmla="*/ 179 w 325"/>
              <a:gd name="T31" fmla="*/ 289 h 363"/>
              <a:gd name="T32" fmla="*/ 106 w 325"/>
              <a:gd name="T33" fmla="*/ 335 h 363"/>
              <a:gd name="T34" fmla="*/ 20 w 325"/>
              <a:gd name="T35" fmla="*/ 363 h 363"/>
              <a:gd name="T36" fmla="*/ 4 w 325"/>
              <a:gd name="T37" fmla="*/ 360 h 363"/>
              <a:gd name="T38" fmla="*/ 78 w 325"/>
              <a:gd name="T39" fmla="*/ 306 h 363"/>
              <a:gd name="T40" fmla="*/ 102 w 325"/>
              <a:gd name="T41" fmla="*/ 295 h 363"/>
              <a:gd name="T42" fmla="*/ 208 w 325"/>
              <a:gd name="T43" fmla="*/ 238 h 363"/>
              <a:gd name="T44" fmla="*/ 207 w 325"/>
              <a:gd name="T45" fmla="*/ 232 h 363"/>
              <a:gd name="T46" fmla="*/ 171 w 325"/>
              <a:gd name="T47" fmla="*/ 243 h 363"/>
              <a:gd name="T48" fmla="*/ 163 w 325"/>
              <a:gd name="T49" fmla="*/ 239 h 363"/>
              <a:gd name="T50" fmla="*/ 170 w 325"/>
              <a:gd name="T51" fmla="*/ 226 h 363"/>
              <a:gd name="T52" fmla="*/ 154 w 325"/>
              <a:gd name="T53" fmla="*/ 206 h 363"/>
              <a:gd name="T54" fmla="*/ 122 w 325"/>
              <a:gd name="T55" fmla="*/ 224 h 363"/>
              <a:gd name="T56" fmla="*/ 99 w 325"/>
              <a:gd name="T57" fmla="*/ 236 h 363"/>
              <a:gd name="T58" fmla="*/ 100 w 325"/>
              <a:gd name="T59" fmla="*/ 222 h 363"/>
              <a:gd name="T60" fmla="*/ 116 w 325"/>
              <a:gd name="T61" fmla="*/ 204 h 363"/>
              <a:gd name="T62" fmla="*/ 118 w 325"/>
              <a:gd name="T63" fmla="*/ 183 h 363"/>
              <a:gd name="T64" fmla="*/ 116 w 325"/>
              <a:gd name="T65" fmla="*/ 174 h 363"/>
              <a:gd name="T66" fmla="*/ 143 w 325"/>
              <a:gd name="T67" fmla="*/ 167 h 363"/>
              <a:gd name="T68" fmla="*/ 158 w 325"/>
              <a:gd name="T69" fmla="*/ 145 h 363"/>
              <a:gd name="T70" fmla="*/ 147 w 325"/>
              <a:gd name="T71" fmla="*/ 144 h 363"/>
              <a:gd name="T72" fmla="*/ 132 w 325"/>
              <a:gd name="T73" fmla="*/ 141 h 363"/>
              <a:gd name="T74" fmla="*/ 141 w 325"/>
              <a:gd name="T75" fmla="*/ 129 h 363"/>
              <a:gd name="T76" fmla="*/ 140 w 325"/>
              <a:gd name="T77" fmla="*/ 115 h 363"/>
              <a:gd name="T78" fmla="*/ 112 w 325"/>
              <a:gd name="T79" fmla="*/ 96 h 363"/>
              <a:gd name="T80" fmla="*/ 127 w 325"/>
              <a:gd name="T81" fmla="*/ 92 h 363"/>
              <a:gd name="T82" fmla="*/ 167 w 325"/>
              <a:gd name="T83" fmla="*/ 81 h 363"/>
              <a:gd name="T84" fmla="*/ 203 w 325"/>
              <a:gd name="T85" fmla="*/ 36 h 363"/>
              <a:gd name="T86" fmla="*/ 204 w 325"/>
              <a:gd name="T87" fmla="*/ 10 h 363"/>
              <a:gd name="T88" fmla="*/ 216 w 325"/>
              <a:gd name="T89" fmla="*/ 3 h 363"/>
              <a:gd name="T90" fmla="*/ 224 w 325"/>
              <a:gd name="T91" fmla="*/ 56 h 363"/>
              <a:gd name="T92" fmla="*/ 205 w 325"/>
              <a:gd name="T93" fmla="*/ 91 h 363"/>
              <a:gd name="T94" fmla="*/ 208 w 325"/>
              <a:gd name="T95" fmla="*/ 105 h 363"/>
              <a:gd name="T96" fmla="*/ 267 w 325"/>
              <a:gd name="T97" fmla="*/ 87 h 363"/>
              <a:gd name="T98" fmla="*/ 297 w 325"/>
              <a:gd name="T99" fmla="*/ 85 h 363"/>
              <a:gd name="T100" fmla="*/ 309 w 325"/>
              <a:gd name="T101" fmla="*/ 86 h 363"/>
              <a:gd name="T102" fmla="*/ 325 w 325"/>
              <a:gd name="T103" fmla="*/ 104 h 363"/>
              <a:gd name="T104" fmla="*/ 198 w 325"/>
              <a:gd name="T105" fmla="*/ 126 h 363"/>
              <a:gd name="T106" fmla="*/ 164 w 325"/>
              <a:gd name="T107" fmla="*/ 175 h 363"/>
              <a:gd name="T108" fmla="*/ 181 w 325"/>
              <a:gd name="T109" fmla="*/ 191 h 363"/>
              <a:gd name="T110" fmla="*/ 186 w 325"/>
              <a:gd name="T111" fmla="*/ 173 h 363"/>
              <a:gd name="T112" fmla="*/ 199 w 325"/>
              <a:gd name="T113" fmla="*/ 170 h 363"/>
              <a:gd name="T114" fmla="*/ 206 w 325"/>
              <a:gd name="T115" fmla="*/ 204 h 363"/>
              <a:gd name="T116" fmla="*/ 217 w 325"/>
              <a:gd name="T117" fmla="*/ 206 h 363"/>
              <a:gd name="T118" fmla="*/ 229 w 325"/>
              <a:gd name="T119" fmla="*/ 188 h 363"/>
              <a:gd name="T120" fmla="*/ 261 w 325"/>
              <a:gd name="T121" fmla="*/ 141 h 363"/>
              <a:gd name="T122" fmla="*/ 250 w 325"/>
              <a:gd name="T123" fmla="*/ 134 h 363"/>
              <a:gd name="T124" fmla="*/ 206 w 325"/>
              <a:gd name="T125" fmla="*/ 122 h 363"/>
            </a:gdLst>
            <a:rect l="0" t="0" r="r" b="b"/>
            <a:pathLst>
              <a:path w="325" h="363">
                <a:moveTo>
                  <a:pt x="325" y="104"/>
                </a:moveTo>
                <a:cubicBezTo>
                  <a:pt x="325" y="104"/>
                  <a:pt x="324" y="105"/>
                  <a:pt x="324" y="106"/>
                </a:cubicBezTo>
                <a:cubicBezTo>
                  <a:pt x="323" y="108"/>
                  <a:pt x="323" y="111"/>
                  <a:pt x="322" y="114"/>
                </a:cubicBezTo>
                <a:cubicBezTo>
                  <a:pt x="312" y="138"/>
                  <a:pt x="300" y="160"/>
                  <a:pt x="283" y="179"/>
                </a:cubicBezTo>
                <a:cubicBezTo>
                  <a:pt x="275" y="188"/>
                  <a:pt x="267" y="197"/>
                  <a:pt x="259" y="205"/>
                </a:cubicBezTo>
                <a:cubicBezTo>
                  <a:pt x="255" y="209"/>
                  <a:pt x="251" y="211"/>
                  <a:pt x="247" y="214"/>
                </a:cubicBezTo>
                <a:cubicBezTo>
                  <a:pt x="244" y="217"/>
                  <a:pt x="241" y="219"/>
                  <a:pt x="239" y="223"/>
                </a:cubicBezTo>
                <a:cubicBezTo>
                  <a:pt x="237" y="226"/>
                  <a:pt x="238" y="227"/>
                  <a:pt x="241" y="228"/>
                </a:cubicBezTo>
                <a:cubicBezTo>
                  <a:pt x="243" y="228"/>
                  <a:pt x="245" y="228"/>
                  <a:pt x="246" y="228"/>
                </a:cubicBezTo>
                <a:cubicBezTo>
                  <a:pt x="255" y="229"/>
                  <a:pt x="263" y="230"/>
                  <a:pt x="271" y="230"/>
                </a:cubicBezTo>
                <a:cubicBezTo>
                  <a:pt x="272" y="230"/>
                  <a:pt x="274" y="231"/>
                  <a:pt x="275" y="231"/>
                </a:cubicBezTo>
                <a:cubicBezTo>
                  <a:pt x="280" y="233"/>
                  <a:pt x="282" y="235"/>
                  <a:pt x="282" y="240"/>
                </a:cubicBezTo>
                <a:cubicBezTo>
                  <a:pt x="283" y="247"/>
                  <a:pt x="282" y="253"/>
                  <a:pt x="279" y="259"/>
                </a:cubicBezTo>
                <a:cubicBezTo>
                  <a:pt x="277" y="265"/>
                  <a:pt x="273" y="271"/>
                  <a:pt x="269" y="277"/>
                </a:cubicBezTo>
                <a:cubicBezTo>
                  <a:pt x="260" y="289"/>
                  <a:pt x="248" y="298"/>
                  <a:pt x="237" y="307"/>
                </a:cubicBezTo>
                <a:cubicBezTo>
                  <a:pt x="233" y="311"/>
                  <a:pt x="228" y="314"/>
                  <a:pt x="223" y="316"/>
                </a:cubicBezTo>
                <a:cubicBezTo>
                  <a:pt x="213" y="321"/>
                  <a:pt x="203" y="327"/>
                  <a:pt x="193" y="332"/>
                </a:cubicBezTo>
                <a:cubicBezTo>
                  <a:pt x="187" y="334"/>
                  <a:pt x="182" y="337"/>
                  <a:pt x="176" y="340"/>
                </a:cubicBezTo>
                <a:cubicBezTo>
                  <a:pt x="173" y="341"/>
                  <a:pt x="169" y="341"/>
                  <a:pt x="166" y="342"/>
                </a:cubicBezTo>
                <a:cubicBezTo>
                  <a:pt x="164" y="342"/>
                  <a:pt x="161" y="341"/>
                  <a:pt x="160" y="339"/>
                </a:cubicBezTo>
                <a:cubicBezTo>
                  <a:pt x="159" y="337"/>
                  <a:pt x="160" y="335"/>
                  <a:pt x="162" y="333"/>
                </a:cubicBezTo>
                <a:cubicBezTo>
                  <a:pt x="163" y="332"/>
                  <a:pt x="164" y="330"/>
                  <a:pt x="165" y="329"/>
                </a:cubicBezTo>
                <a:cubicBezTo>
                  <a:pt x="173" y="323"/>
                  <a:pt x="181" y="316"/>
                  <a:pt x="189" y="310"/>
                </a:cubicBezTo>
                <a:cubicBezTo>
                  <a:pt x="192" y="307"/>
                  <a:pt x="194" y="305"/>
                  <a:pt x="195" y="302"/>
                </a:cubicBezTo>
                <a:cubicBezTo>
                  <a:pt x="196" y="300"/>
                  <a:pt x="198" y="297"/>
                  <a:pt x="200" y="295"/>
                </a:cubicBezTo>
                <a:cubicBezTo>
                  <a:pt x="205" y="291"/>
                  <a:pt x="210" y="287"/>
                  <a:pt x="214" y="282"/>
                </a:cubicBezTo>
                <a:cubicBezTo>
                  <a:pt x="217" y="280"/>
                  <a:pt x="218" y="278"/>
                  <a:pt x="219" y="275"/>
                </a:cubicBezTo>
                <a:cubicBezTo>
                  <a:pt x="219" y="271"/>
                  <a:pt x="221" y="268"/>
                  <a:pt x="223" y="265"/>
                </a:cubicBezTo>
                <a:cubicBezTo>
                  <a:pt x="225" y="263"/>
                  <a:pt x="227" y="261"/>
                  <a:pt x="229" y="259"/>
                </a:cubicBezTo>
                <a:cubicBezTo>
                  <a:pt x="227" y="256"/>
                  <a:pt x="224" y="256"/>
                  <a:pt x="220" y="257"/>
                </a:cubicBezTo>
                <a:cubicBezTo>
                  <a:pt x="212" y="260"/>
                  <a:pt x="205" y="264"/>
                  <a:pt x="199" y="270"/>
                </a:cubicBezTo>
                <a:cubicBezTo>
                  <a:pt x="192" y="276"/>
                  <a:pt x="186" y="282"/>
                  <a:pt x="179" y="289"/>
                </a:cubicBezTo>
                <a:cubicBezTo>
                  <a:pt x="169" y="299"/>
                  <a:pt x="157" y="307"/>
                  <a:pt x="144" y="314"/>
                </a:cubicBezTo>
                <a:cubicBezTo>
                  <a:pt x="131" y="320"/>
                  <a:pt x="119" y="328"/>
                  <a:pt x="106" y="335"/>
                </a:cubicBezTo>
                <a:cubicBezTo>
                  <a:pt x="89" y="344"/>
                  <a:pt x="72" y="352"/>
                  <a:pt x="53" y="357"/>
                </a:cubicBezTo>
                <a:cubicBezTo>
                  <a:pt x="43" y="361"/>
                  <a:pt x="32" y="363"/>
                  <a:pt x="20" y="363"/>
                </a:cubicBezTo>
                <a:cubicBezTo>
                  <a:pt x="16" y="362"/>
                  <a:pt x="12" y="361"/>
                  <a:pt x="7" y="361"/>
                </a:cubicBezTo>
                <a:cubicBezTo>
                  <a:pt x="6" y="361"/>
                  <a:pt x="5" y="360"/>
                  <a:pt x="4" y="360"/>
                </a:cubicBezTo>
                <a:cubicBezTo>
                  <a:pt x="0" y="358"/>
                  <a:pt x="0" y="355"/>
                  <a:pt x="4" y="352"/>
                </a:cubicBezTo>
                <a:cubicBezTo>
                  <a:pt x="28" y="337"/>
                  <a:pt x="53" y="321"/>
                  <a:pt x="78" y="306"/>
                </a:cubicBezTo>
                <a:cubicBezTo>
                  <a:pt x="84" y="302"/>
                  <a:pt x="91" y="298"/>
                  <a:pt x="98" y="297"/>
                </a:cubicBezTo>
                <a:cubicBezTo>
                  <a:pt x="100" y="296"/>
                  <a:pt x="101" y="295"/>
                  <a:pt x="102" y="295"/>
                </a:cubicBezTo>
                <a:cubicBezTo>
                  <a:pt x="135" y="275"/>
                  <a:pt x="169" y="257"/>
                  <a:pt x="204" y="241"/>
                </a:cubicBezTo>
                <a:cubicBezTo>
                  <a:pt x="205" y="240"/>
                  <a:pt x="207" y="239"/>
                  <a:pt x="208" y="238"/>
                </a:cubicBezTo>
                <a:cubicBezTo>
                  <a:pt x="209" y="237"/>
                  <a:pt x="210" y="235"/>
                  <a:pt x="210" y="234"/>
                </a:cubicBezTo>
                <a:cubicBezTo>
                  <a:pt x="210" y="233"/>
                  <a:pt x="208" y="232"/>
                  <a:pt x="207" y="232"/>
                </a:cubicBezTo>
                <a:cubicBezTo>
                  <a:pt x="201" y="231"/>
                  <a:pt x="196" y="233"/>
                  <a:pt x="190" y="235"/>
                </a:cubicBezTo>
                <a:cubicBezTo>
                  <a:pt x="184" y="238"/>
                  <a:pt x="178" y="240"/>
                  <a:pt x="171" y="243"/>
                </a:cubicBezTo>
                <a:cubicBezTo>
                  <a:pt x="170" y="243"/>
                  <a:pt x="169" y="244"/>
                  <a:pt x="168" y="244"/>
                </a:cubicBezTo>
                <a:cubicBezTo>
                  <a:pt x="164" y="244"/>
                  <a:pt x="163" y="244"/>
                  <a:pt x="163" y="239"/>
                </a:cubicBezTo>
                <a:cubicBezTo>
                  <a:pt x="163" y="236"/>
                  <a:pt x="164" y="233"/>
                  <a:pt x="166" y="231"/>
                </a:cubicBezTo>
                <a:cubicBezTo>
                  <a:pt x="167" y="229"/>
                  <a:pt x="169" y="228"/>
                  <a:pt x="170" y="226"/>
                </a:cubicBezTo>
                <a:cubicBezTo>
                  <a:pt x="172" y="222"/>
                  <a:pt x="172" y="218"/>
                  <a:pt x="168" y="215"/>
                </a:cubicBezTo>
                <a:cubicBezTo>
                  <a:pt x="164" y="212"/>
                  <a:pt x="159" y="209"/>
                  <a:pt x="154" y="206"/>
                </a:cubicBezTo>
                <a:cubicBezTo>
                  <a:pt x="148" y="203"/>
                  <a:pt x="143" y="205"/>
                  <a:pt x="138" y="210"/>
                </a:cubicBezTo>
                <a:cubicBezTo>
                  <a:pt x="133" y="215"/>
                  <a:pt x="128" y="219"/>
                  <a:pt x="122" y="224"/>
                </a:cubicBezTo>
                <a:cubicBezTo>
                  <a:pt x="118" y="228"/>
                  <a:pt x="112" y="231"/>
                  <a:pt x="107" y="235"/>
                </a:cubicBezTo>
                <a:cubicBezTo>
                  <a:pt x="105" y="236"/>
                  <a:pt x="102" y="238"/>
                  <a:pt x="99" y="236"/>
                </a:cubicBezTo>
                <a:cubicBezTo>
                  <a:pt x="97" y="234"/>
                  <a:pt x="97" y="231"/>
                  <a:pt x="98" y="229"/>
                </a:cubicBezTo>
                <a:cubicBezTo>
                  <a:pt x="98" y="226"/>
                  <a:pt x="99" y="224"/>
                  <a:pt x="100" y="222"/>
                </a:cubicBezTo>
                <a:cubicBezTo>
                  <a:pt x="102" y="219"/>
                  <a:pt x="105" y="217"/>
                  <a:pt x="107" y="214"/>
                </a:cubicBezTo>
                <a:cubicBezTo>
                  <a:pt x="110" y="211"/>
                  <a:pt x="113" y="208"/>
                  <a:pt x="116" y="204"/>
                </a:cubicBezTo>
                <a:cubicBezTo>
                  <a:pt x="118" y="202"/>
                  <a:pt x="119" y="198"/>
                  <a:pt x="120" y="195"/>
                </a:cubicBezTo>
                <a:cubicBezTo>
                  <a:pt x="122" y="191"/>
                  <a:pt x="122" y="187"/>
                  <a:pt x="118" y="183"/>
                </a:cubicBezTo>
                <a:cubicBezTo>
                  <a:pt x="116" y="182"/>
                  <a:pt x="115" y="181"/>
                  <a:pt x="115" y="179"/>
                </a:cubicBezTo>
                <a:cubicBezTo>
                  <a:pt x="113" y="177"/>
                  <a:pt x="113" y="175"/>
                  <a:pt x="116" y="174"/>
                </a:cubicBezTo>
                <a:cubicBezTo>
                  <a:pt x="123" y="173"/>
                  <a:pt x="130" y="171"/>
                  <a:pt x="137" y="170"/>
                </a:cubicBezTo>
                <a:cubicBezTo>
                  <a:pt x="140" y="170"/>
                  <a:pt x="141" y="169"/>
                  <a:pt x="143" y="167"/>
                </a:cubicBezTo>
                <a:cubicBezTo>
                  <a:pt x="146" y="163"/>
                  <a:pt x="150" y="159"/>
                  <a:pt x="153" y="155"/>
                </a:cubicBezTo>
                <a:cubicBezTo>
                  <a:pt x="155" y="152"/>
                  <a:pt x="157" y="149"/>
                  <a:pt x="158" y="145"/>
                </a:cubicBezTo>
                <a:cubicBezTo>
                  <a:pt x="159" y="141"/>
                  <a:pt x="157" y="140"/>
                  <a:pt x="154" y="141"/>
                </a:cubicBezTo>
                <a:cubicBezTo>
                  <a:pt x="151" y="141"/>
                  <a:pt x="149" y="142"/>
                  <a:pt x="147" y="144"/>
                </a:cubicBezTo>
                <a:cubicBezTo>
                  <a:pt x="144" y="146"/>
                  <a:pt x="140" y="146"/>
                  <a:pt x="137" y="145"/>
                </a:cubicBezTo>
                <a:cubicBezTo>
                  <a:pt x="134" y="145"/>
                  <a:pt x="133" y="144"/>
                  <a:pt x="132" y="141"/>
                </a:cubicBezTo>
                <a:cubicBezTo>
                  <a:pt x="132" y="139"/>
                  <a:pt x="132" y="137"/>
                  <a:pt x="134" y="135"/>
                </a:cubicBezTo>
                <a:cubicBezTo>
                  <a:pt x="137" y="133"/>
                  <a:pt x="139" y="131"/>
                  <a:pt x="141" y="129"/>
                </a:cubicBezTo>
                <a:cubicBezTo>
                  <a:pt x="143" y="126"/>
                  <a:pt x="144" y="123"/>
                  <a:pt x="144" y="119"/>
                </a:cubicBezTo>
                <a:cubicBezTo>
                  <a:pt x="144" y="116"/>
                  <a:pt x="143" y="115"/>
                  <a:pt x="140" y="115"/>
                </a:cubicBezTo>
                <a:cubicBezTo>
                  <a:pt x="136" y="115"/>
                  <a:pt x="132" y="115"/>
                  <a:pt x="129" y="114"/>
                </a:cubicBezTo>
                <a:cubicBezTo>
                  <a:pt x="119" y="112"/>
                  <a:pt x="114" y="106"/>
                  <a:pt x="112" y="96"/>
                </a:cubicBezTo>
                <a:cubicBezTo>
                  <a:pt x="112" y="91"/>
                  <a:pt x="113" y="90"/>
                  <a:pt x="118" y="91"/>
                </a:cubicBezTo>
                <a:cubicBezTo>
                  <a:pt x="121" y="91"/>
                  <a:pt x="124" y="91"/>
                  <a:pt x="127" y="92"/>
                </a:cubicBezTo>
                <a:cubicBezTo>
                  <a:pt x="137" y="93"/>
                  <a:pt x="146" y="92"/>
                  <a:pt x="155" y="86"/>
                </a:cubicBezTo>
                <a:cubicBezTo>
                  <a:pt x="158" y="83"/>
                  <a:pt x="163" y="82"/>
                  <a:pt x="167" y="81"/>
                </a:cubicBezTo>
                <a:cubicBezTo>
                  <a:pt x="174" y="79"/>
                  <a:pt x="180" y="76"/>
                  <a:pt x="184" y="70"/>
                </a:cubicBezTo>
                <a:cubicBezTo>
                  <a:pt x="193" y="60"/>
                  <a:pt x="200" y="49"/>
                  <a:pt x="203" y="36"/>
                </a:cubicBezTo>
                <a:cubicBezTo>
                  <a:pt x="204" y="30"/>
                  <a:pt x="205" y="23"/>
                  <a:pt x="205" y="17"/>
                </a:cubicBezTo>
                <a:cubicBezTo>
                  <a:pt x="204" y="15"/>
                  <a:pt x="204" y="13"/>
                  <a:pt x="204" y="10"/>
                </a:cubicBezTo>
                <a:cubicBezTo>
                  <a:pt x="204" y="7"/>
                  <a:pt x="204" y="4"/>
                  <a:pt x="207" y="2"/>
                </a:cubicBezTo>
                <a:cubicBezTo>
                  <a:pt x="211" y="0"/>
                  <a:pt x="213" y="2"/>
                  <a:pt x="216" y="3"/>
                </a:cubicBezTo>
                <a:cubicBezTo>
                  <a:pt x="230" y="11"/>
                  <a:pt x="236" y="28"/>
                  <a:pt x="230" y="43"/>
                </a:cubicBezTo>
                <a:cubicBezTo>
                  <a:pt x="229" y="48"/>
                  <a:pt x="226" y="52"/>
                  <a:pt x="224" y="56"/>
                </a:cubicBezTo>
                <a:cubicBezTo>
                  <a:pt x="219" y="64"/>
                  <a:pt x="214" y="72"/>
                  <a:pt x="209" y="80"/>
                </a:cubicBezTo>
                <a:cubicBezTo>
                  <a:pt x="207" y="83"/>
                  <a:pt x="206" y="87"/>
                  <a:pt x="205" y="91"/>
                </a:cubicBezTo>
                <a:cubicBezTo>
                  <a:pt x="204" y="93"/>
                  <a:pt x="203" y="95"/>
                  <a:pt x="203" y="98"/>
                </a:cubicBezTo>
                <a:cubicBezTo>
                  <a:pt x="203" y="102"/>
                  <a:pt x="205" y="104"/>
                  <a:pt x="208" y="105"/>
                </a:cubicBezTo>
                <a:cubicBezTo>
                  <a:pt x="213" y="106"/>
                  <a:pt x="217" y="105"/>
                  <a:pt x="221" y="104"/>
                </a:cubicBezTo>
                <a:cubicBezTo>
                  <a:pt x="236" y="97"/>
                  <a:pt x="251" y="91"/>
                  <a:pt x="267" y="87"/>
                </a:cubicBezTo>
                <a:cubicBezTo>
                  <a:pt x="274" y="85"/>
                  <a:pt x="280" y="84"/>
                  <a:pt x="287" y="82"/>
                </a:cubicBezTo>
                <a:cubicBezTo>
                  <a:pt x="290" y="82"/>
                  <a:pt x="294" y="82"/>
                  <a:pt x="297" y="85"/>
                </a:cubicBezTo>
                <a:cubicBezTo>
                  <a:pt x="299" y="86"/>
                  <a:pt x="301" y="86"/>
                  <a:pt x="304" y="86"/>
                </a:cubicBezTo>
                <a:cubicBezTo>
                  <a:pt x="305" y="87"/>
                  <a:pt x="307" y="86"/>
                  <a:pt x="309" y="86"/>
                </a:cubicBezTo>
                <a:cubicBezTo>
                  <a:pt x="317" y="86"/>
                  <a:pt x="323" y="89"/>
                  <a:pt x="325" y="97"/>
                </a:cubicBezTo>
                <a:cubicBezTo>
                  <a:pt x="325" y="99"/>
                  <a:pt x="325" y="101"/>
                  <a:pt x="325" y="104"/>
                </a:cubicBezTo>
                <a:close/>
                <a:moveTo>
                  <a:pt x="206" y="122"/>
                </a:moveTo>
                <a:cubicBezTo>
                  <a:pt x="203" y="122"/>
                  <a:pt x="200" y="123"/>
                  <a:pt x="198" y="126"/>
                </a:cubicBezTo>
                <a:cubicBezTo>
                  <a:pt x="189" y="138"/>
                  <a:pt x="179" y="150"/>
                  <a:pt x="169" y="162"/>
                </a:cubicBezTo>
                <a:cubicBezTo>
                  <a:pt x="166" y="166"/>
                  <a:pt x="164" y="170"/>
                  <a:pt x="164" y="175"/>
                </a:cubicBezTo>
                <a:cubicBezTo>
                  <a:pt x="162" y="184"/>
                  <a:pt x="165" y="188"/>
                  <a:pt x="173" y="193"/>
                </a:cubicBezTo>
                <a:cubicBezTo>
                  <a:pt x="176" y="195"/>
                  <a:pt x="179" y="194"/>
                  <a:pt x="181" y="191"/>
                </a:cubicBezTo>
                <a:cubicBezTo>
                  <a:pt x="183" y="188"/>
                  <a:pt x="183" y="186"/>
                  <a:pt x="184" y="183"/>
                </a:cubicBezTo>
                <a:cubicBezTo>
                  <a:pt x="185" y="180"/>
                  <a:pt x="185" y="176"/>
                  <a:pt x="186" y="173"/>
                </a:cubicBezTo>
                <a:cubicBezTo>
                  <a:pt x="187" y="171"/>
                  <a:pt x="188" y="168"/>
                  <a:pt x="190" y="167"/>
                </a:cubicBezTo>
                <a:cubicBezTo>
                  <a:pt x="194" y="164"/>
                  <a:pt x="197" y="165"/>
                  <a:pt x="199" y="170"/>
                </a:cubicBezTo>
                <a:cubicBezTo>
                  <a:pt x="199" y="171"/>
                  <a:pt x="199" y="171"/>
                  <a:pt x="199" y="172"/>
                </a:cubicBezTo>
                <a:cubicBezTo>
                  <a:pt x="202" y="183"/>
                  <a:pt x="205" y="193"/>
                  <a:pt x="206" y="204"/>
                </a:cubicBezTo>
                <a:cubicBezTo>
                  <a:pt x="206" y="206"/>
                  <a:pt x="207" y="209"/>
                  <a:pt x="210" y="210"/>
                </a:cubicBezTo>
                <a:cubicBezTo>
                  <a:pt x="214" y="210"/>
                  <a:pt x="215" y="208"/>
                  <a:pt x="217" y="206"/>
                </a:cubicBezTo>
                <a:cubicBezTo>
                  <a:pt x="217" y="205"/>
                  <a:pt x="217" y="205"/>
                  <a:pt x="218" y="204"/>
                </a:cubicBezTo>
                <a:cubicBezTo>
                  <a:pt x="221" y="199"/>
                  <a:pt x="225" y="193"/>
                  <a:pt x="229" y="188"/>
                </a:cubicBezTo>
                <a:cubicBezTo>
                  <a:pt x="237" y="177"/>
                  <a:pt x="246" y="167"/>
                  <a:pt x="255" y="157"/>
                </a:cubicBezTo>
                <a:cubicBezTo>
                  <a:pt x="259" y="152"/>
                  <a:pt x="261" y="147"/>
                  <a:pt x="261" y="141"/>
                </a:cubicBezTo>
                <a:cubicBezTo>
                  <a:pt x="261" y="137"/>
                  <a:pt x="259" y="135"/>
                  <a:pt x="255" y="134"/>
                </a:cubicBezTo>
                <a:cubicBezTo>
                  <a:pt x="253" y="134"/>
                  <a:pt x="251" y="134"/>
                  <a:pt x="250" y="134"/>
                </a:cubicBezTo>
                <a:cubicBezTo>
                  <a:pt x="240" y="131"/>
                  <a:pt x="231" y="129"/>
                  <a:pt x="221" y="126"/>
                </a:cubicBezTo>
                <a:cubicBezTo>
                  <a:pt x="216" y="125"/>
                  <a:pt x="211" y="123"/>
                  <a:pt x="206" y="1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9" name="Freeform 10">
            <a:extLst xmlns:a="http://schemas.openxmlformats.org/drawingml/2006/main">
              <a:ext uri="{FF2B5EF4-FFF2-40B4-BE49-F238E27FC236}">
                <a16:creationId xmlns:a16="http://schemas.microsoft.com/office/drawing/2014/main" id="{FAE42A9B-0C10-4442-B39A-380FAA5F8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8190" y="398363"/>
            <a:ext cx="193882" cy="208139"/>
          </a:xfrm>
          <a:custGeom xmlns:a="http://schemas.openxmlformats.org/drawingml/2006/main">
            <a:gdLst>
              <a:gd name="T0" fmla="*/ 83 w 383"/>
              <a:gd name="T1" fmla="*/ 410 h 411"/>
              <a:gd name="T2" fmla="*/ 111 w 383"/>
              <a:gd name="T3" fmla="*/ 380 h 411"/>
              <a:gd name="T4" fmla="*/ 136 w 383"/>
              <a:gd name="T5" fmla="*/ 371 h 411"/>
              <a:gd name="T6" fmla="*/ 198 w 383"/>
              <a:gd name="T7" fmla="*/ 294 h 411"/>
              <a:gd name="T8" fmla="*/ 201 w 383"/>
              <a:gd name="T9" fmla="*/ 280 h 411"/>
              <a:gd name="T10" fmla="*/ 197 w 383"/>
              <a:gd name="T11" fmla="*/ 274 h 411"/>
              <a:gd name="T12" fmla="*/ 166 w 383"/>
              <a:gd name="T13" fmla="*/ 283 h 411"/>
              <a:gd name="T14" fmla="*/ 144 w 383"/>
              <a:gd name="T15" fmla="*/ 291 h 411"/>
              <a:gd name="T16" fmla="*/ 123 w 383"/>
              <a:gd name="T17" fmla="*/ 305 h 411"/>
              <a:gd name="T18" fmla="*/ 62 w 383"/>
              <a:gd name="T19" fmla="*/ 344 h 411"/>
              <a:gd name="T20" fmla="*/ 34 w 383"/>
              <a:gd name="T21" fmla="*/ 353 h 411"/>
              <a:gd name="T22" fmla="*/ 9 w 383"/>
              <a:gd name="T23" fmla="*/ 344 h 411"/>
              <a:gd name="T24" fmla="*/ 1 w 383"/>
              <a:gd name="T25" fmla="*/ 322 h 411"/>
              <a:gd name="T26" fmla="*/ 0 w 383"/>
              <a:gd name="T27" fmla="*/ 288 h 411"/>
              <a:gd name="T28" fmla="*/ 1 w 383"/>
              <a:gd name="T29" fmla="*/ 283 h 411"/>
              <a:gd name="T30" fmla="*/ 6 w 383"/>
              <a:gd name="T31" fmla="*/ 282 h 411"/>
              <a:gd name="T32" fmla="*/ 8 w 383"/>
              <a:gd name="T33" fmla="*/ 285 h 411"/>
              <a:gd name="T34" fmla="*/ 10 w 383"/>
              <a:gd name="T35" fmla="*/ 290 h 411"/>
              <a:gd name="T36" fmla="*/ 32 w 383"/>
              <a:gd name="T37" fmla="*/ 298 h 411"/>
              <a:gd name="T38" fmla="*/ 46 w 383"/>
              <a:gd name="T39" fmla="*/ 293 h 411"/>
              <a:gd name="T40" fmla="*/ 53 w 383"/>
              <a:gd name="T41" fmla="*/ 291 h 411"/>
              <a:gd name="T42" fmla="*/ 65 w 383"/>
              <a:gd name="T43" fmla="*/ 288 h 411"/>
              <a:gd name="T44" fmla="*/ 100 w 383"/>
              <a:gd name="T45" fmla="*/ 268 h 411"/>
              <a:gd name="T46" fmla="*/ 156 w 383"/>
              <a:gd name="T47" fmla="*/ 244 h 411"/>
              <a:gd name="T48" fmla="*/ 197 w 383"/>
              <a:gd name="T49" fmla="*/ 229 h 411"/>
              <a:gd name="T50" fmla="*/ 203 w 383"/>
              <a:gd name="T51" fmla="*/ 226 h 411"/>
              <a:gd name="T52" fmla="*/ 219 w 383"/>
              <a:gd name="T53" fmla="*/ 204 h 411"/>
              <a:gd name="T54" fmla="*/ 222 w 383"/>
              <a:gd name="T55" fmla="*/ 124 h 411"/>
              <a:gd name="T56" fmla="*/ 210 w 383"/>
              <a:gd name="T57" fmla="*/ 69 h 411"/>
              <a:gd name="T58" fmla="*/ 197 w 383"/>
              <a:gd name="T59" fmla="*/ 36 h 411"/>
              <a:gd name="T60" fmla="*/ 194 w 383"/>
              <a:gd name="T61" fmla="*/ 10 h 411"/>
              <a:gd name="T62" fmla="*/ 205 w 383"/>
              <a:gd name="T63" fmla="*/ 2 h 411"/>
              <a:gd name="T64" fmla="*/ 230 w 383"/>
              <a:gd name="T65" fmla="*/ 7 h 411"/>
              <a:gd name="T66" fmla="*/ 237 w 383"/>
              <a:gd name="T67" fmla="*/ 10 h 411"/>
              <a:gd name="T68" fmla="*/ 248 w 383"/>
              <a:gd name="T69" fmla="*/ 19 h 411"/>
              <a:gd name="T70" fmla="*/ 265 w 383"/>
              <a:gd name="T71" fmla="*/ 29 h 411"/>
              <a:gd name="T72" fmla="*/ 280 w 383"/>
              <a:gd name="T73" fmla="*/ 49 h 411"/>
              <a:gd name="T74" fmla="*/ 278 w 383"/>
              <a:gd name="T75" fmla="*/ 66 h 411"/>
              <a:gd name="T76" fmla="*/ 273 w 383"/>
              <a:gd name="T77" fmla="*/ 72 h 411"/>
              <a:gd name="T78" fmla="*/ 270 w 383"/>
              <a:gd name="T79" fmla="*/ 77 h 411"/>
              <a:gd name="T80" fmla="*/ 271 w 383"/>
              <a:gd name="T81" fmla="*/ 158 h 411"/>
              <a:gd name="T82" fmla="*/ 273 w 383"/>
              <a:gd name="T83" fmla="*/ 179 h 411"/>
              <a:gd name="T84" fmla="*/ 278 w 383"/>
              <a:gd name="T85" fmla="*/ 182 h 411"/>
              <a:gd name="T86" fmla="*/ 313 w 383"/>
              <a:gd name="T87" fmla="*/ 160 h 411"/>
              <a:gd name="T88" fmla="*/ 325 w 383"/>
              <a:gd name="T89" fmla="*/ 144 h 411"/>
              <a:gd name="T90" fmla="*/ 341 w 383"/>
              <a:gd name="T91" fmla="*/ 128 h 411"/>
              <a:gd name="T92" fmla="*/ 369 w 383"/>
              <a:gd name="T93" fmla="*/ 122 h 411"/>
              <a:gd name="T94" fmla="*/ 380 w 383"/>
              <a:gd name="T95" fmla="*/ 141 h 411"/>
              <a:gd name="T96" fmla="*/ 372 w 383"/>
              <a:gd name="T97" fmla="*/ 154 h 411"/>
              <a:gd name="T98" fmla="*/ 355 w 383"/>
              <a:gd name="T99" fmla="*/ 169 h 411"/>
              <a:gd name="T100" fmla="*/ 314 w 383"/>
              <a:gd name="T101" fmla="*/ 199 h 411"/>
              <a:gd name="T102" fmla="*/ 275 w 383"/>
              <a:gd name="T103" fmla="*/ 229 h 411"/>
              <a:gd name="T104" fmla="*/ 271 w 383"/>
              <a:gd name="T105" fmla="*/ 238 h 411"/>
              <a:gd name="T106" fmla="*/ 254 w 383"/>
              <a:gd name="T107" fmla="*/ 310 h 411"/>
              <a:gd name="T108" fmla="*/ 250 w 383"/>
              <a:gd name="T109" fmla="*/ 320 h 411"/>
              <a:gd name="T110" fmla="*/ 247 w 383"/>
              <a:gd name="T111" fmla="*/ 325 h 411"/>
              <a:gd name="T112" fmla="*/ 173 w 383"/>
              <a:gd name="T113" fmla="*/ 386 h 411"/>
              <a:gd name="T114" fmla="*/ 95 w 383"/>
              <a:gd name="T115" fmla="*/ 410 h 411"/>
              <a:gd name="T116" fmla="*/ 88 w 383"/>
              <a:gd name="T117" fmla="*/ 411 h 411"/>
              <a:gd name="T118" fmla="*/ 83 w 383"/>
              <a:gd name="T119" fmla="*/ 410 h 411"/>
            </a:gdLst>
            <a:rect l="0" t="0" r="r" b="b"/>
            <a:pathLst>
              <a:path w="383" h="411">
                <a:moveTo>
                  <a:pt x="83" y="410"/>
                </a:moveTo>
                <a:cubicBezTo>
                  <a:pt x="89" y="396"/>
                  <a:pt x="96" y="385"/>
                  <a:pt x="111" y="380"/>
                </a:cubicBezTo>
                <a:cubicBezTo>
                  <a:pt x="120" y="378"/>
                  <a:pt x="128" y="375"/>
                  <a:pt x="136" y="371"/>
                </a:cubicBezTo>
                <a:cubicBezTo>
                  <a:pt x="168" y="355"/>
                  <a:pt x="188" y="328"/>
                  <a:pt x="198" y="294"/>
                </a:cubicBezTo>
                <a:cubicBezTo>
                  <a:pt x="199" y="289"/>
                  <a:pt x="200" y="284"/>
                  <a:pt x="201" y="280"/>
                </a:cubicBezTo>
                <a:cubicBezTo>
                  <a:pt x="202" y="275"/>
                  <a:pt x="201" y="274"/>
                  <a:pt x="197" y="274"/>
                </a:cubicBezTo>
                <a:cubicBezTo>
                  <a:pt x="186" y="275"/>
                  <a:pt x="176" y="278"/>
                  <a:pt x="166" y="283"/>
                </a:cubicBezTo>
                <a:cubicBezTo>
                  <a:pt x="159" y="286"/>
                  <a:pt x="152" y="289"/>
                  <a:pt x="144" y="291"/>
                </a:cubicBezTo>
                <a:cubicBezTo>
                  <a:pt x="136" y="294"/>
                  <a:pt x="130" y="300"/>
                  <a:pt x="123" y="305"/>
                </a:cubicBezTo>
                <a:cubicBezTo>
                  <a:pt x="105" y="321"/>
                  <a:pt x="84" y="334"/>
                  <a:pt x="62" y="344"/>
                </a:cubicBezTo>
                <a:cubicBezTo>
                  <a:pt x="53" y="348"/>
                  <a:pt x="43" y="351"/>
                  <a:pt x="34" y="353"/>
                </a:cubicBezTo>
                <a:cubicBezTo>
                  <a:pt x="24" y="356"/>
                  <a:pt x="15" y="352"/>
                  <a:pt x="9" y="344"/>
                </a:cubicBezTo>
                <a:cubicBezTo>
                  <a:pt x="4" y="338"/>
                  <a:pt x="1" y="330"/>
                  <a:pt x="1" y="322"/>
                </a:cubicBezTo>
                <a:cubicBezTo>
                  <a:pt x="1" y="310"/>
                  <a:pt x="0" y="299"/>
                  <a:pt x="0" y="288"/>
                </a:cubicBezTo>
                <a:cubicBezTo>
                  <a:pt x="0" y="286"/>
                  <a:pt x="0" y="284"/>
                  <a:pt x="1" y="283"/>
                </a:cubicBezTo>
                <a:cubicBezTo>
                  <a:pt x="1" y="280"/>
                  <a:pt x="4" y="279"/>
                  <a:pt x="6" y="282"/>
                </a:cubicBezTo>
                <a:cubicBezTo>
                  <a:pt x="7" y="283"/>
                  <a:pt x="7" y="284"/>
                  <a:pt x="8" y="285"/>
                </a:cubicBezTo>
                <a:cubicBezTo>
                  <a:pt x="9" y="286"/>
                  <a:pt x="9" y="288"/>
                  <a:pt x="10" y="290"/>
                </a:cubicBezTo>
                <a:cubicBezTo>
                  <a:pt x="16" y="297"/>
                  <a:pt x="23" y="301"/>
                  <a:pt x="32" y="298"/>
                </a:cubicBezTo>
                <a:cubicBezTo>
                  <a:pt x="37" y="297"/>
                  <a:pt x="41" y="295"/>
                  <a:pt x="46" y="293"/>
                </a:cubicBezTo>
                <a:cubicBezTo>
                  <a:pt x="48" y="292"/>
                  <a:pt x="51" y="291"/>
                  <a:pt x="53" y="291"/>
                </a:cubicBezTo>
                <a:cubicBezTo>
                  <a:pt x="58" y="292"/>
                  <a:pt x="61" y="290"/>
                  <a:pt x="65" y="288"/>
                </a:cubicBezTo>
                <a:cubicBezTo>
                  <a:pt x="77" y="282"/>
                  <a:pt x="89" y="275"/>
                  <a:pt x="100" y="268"/>
                </a:cubicBezTo>
                <a:cubicBezTo>
                  <a:pt x="118" y="258"/>
                  <a:pt x="137" y="251"/>
                  <a:pt x="156" y="244"/>
                </a:cubicBezTo>
                <a:cubicBezTo>
                  <a:pt x="169" y="239"/>
                  <a:pt x="183" y="234"/>
                  <a:pt x="197" y="229"/>
                </a:cubicBezTo>
                <a:cubicBezTo>
                  <a:pt x="199" y="228"/>
                  <a:pt x="201" y="227"/>
                  <a:pt x="203" y="226"/>
                </a:cubicBezTo>
                <a:cubicBezTo>
                  <a:pt x="212" y="222"/>
                  <a:pt x="218" y="215"/>
                  <a:pt x="219" y="204"/>
                </a:cubicBezTo>
                <a:cubicBezTo>
                  <a:pt x="221" y="178"/>
                  <a:pt x="223" y="151"/>
                  <a:pt x="222" y="124"/>
                </a:cubicBezTo>
                <a:cubicBezTo>
                  <a:pt x="221" y="105"/>
                  <a:pt x="218" y="87"/>
                  <a:pt x="210" y="69"/>
                </a:cubicBezTo>
                <a:cubicBezTo>
                  <a:pt x="205" y="58"/>
                  <a:pt x="201" y="47"/>
                  <a:pt x="197" y="36"/>
                </a:cubicBezTo>
                <a:cubicBezTo>
                  <a:pt x="194" y="28"/>
                  <a:pt x="193" y="19"/>
                  <a:pt x="194" y="10"/>
                </a:cubicBezTo>
                <a:cubicBezTo>
                  <a:pt x="194" y="4"/>
                  <a:pt x="199" y="0"/>
                  <a:pt x="205" y="2"/>
                </a:cubicBezTo>
                <a:cubicBezTo>
                  <a:pt x="213" y="4"/>
                  <a:pt x="222" y="5"/>
                  <a:pt x="230" y="7"/>
                </a:cubicBezTo>
                <a:cubicBezTo>
                  <a:pt x="233" y="7"/>
                  <a:pt x="235" y="9"/>
                  <a:pt x="237" y="10"/>
                </a:cubicBezTo>
                <a:cubicBezTo>
                  <a:pt x="241" y="13"/>
                  <a:pt x="244" y="16"/>
                  <a:pt x="248" y="19"/>
                </a:cubicBezTo>
                <a:cubicBezTo>
                  <a:pt x="253" y="23"/>
                  <a:pt x="259" y="26"/>
                  <a:pt x="265" y="29"/>
                </a:cubicBezTo>
                <a:cubicBezTo>
                  <a:pt x="274" y="33"/>
                  <a:pt x="279" y="40"/>
                  <a:pt x="280" y="49"/>
                </a:cubicBezTo>
                <a:cubicBezTo>
                  <a:pt x="280" y="55"/>
                  <a:pt x="280" y="60"/>
                  <a:pt x="278" y="66"/>
                </a:cubicBezTo>
                <a:cubicBezTo>
                  <a:pt x="277" y="68"/>
                  <a:pt x="275" y="70"/>
                  <a:pt x="273" y="72"/>
                </a:cubicBezTo>
                <a:cubicBezTo>
                  <a:pt x="271" y="74"/>
                  <a:pt x="270" y="75"/>
                  <a:pt x="270" y="77"/>
                </a:cubicBezTo>
                <a:cubicBezTo>
                  <a:pt x="271" y="104"/>
                  <a:pt x="271" y="131"/>
                  <a:pt x="271" y="158"/>
                </a:cubicBezTo>
                <a:cubicBezTo>
                  <a:pt x="272" y="165"/>
                  <a:pt x="272" y="172"/>
                  <a:pt x="273" y="179"/>
                </a:cubicBezTo>
                <a:cubicBezTo>
                  <a:pt x="274" y="183"/>
                  <a:pt x="275" y="184"/>
                  <a:pt x="278" y="182"/>
                </a:cubicBezTo>
                <a:cubicBezTo>
                  <a:pt x="291" y="176"/>
                  <a:pt x="303" y="170"/>
                  <a:pt x="313" y="160"/>
                </a:cubicBezTo>
                <a:cubicBezTo>
                  <a:pt x="317" y="155"/>
                  <a:pt x="321" y="150"/>
                  <a:pt x="325" y="144"/>
                </a:cubicBezTo>
                <a:cubicBezTo>
                  <a:pt x="330" y="138"/>
                  <a:pt x="335" y="132"/>
                  <a:pt x="341" y="128"/>
                </a:cubicBezTo>
                <a:cubicBezTo>
                  <a:pt x="350" y="122"/>
                  <a:pt x="359" y="120"/>
                  <a:pt x="369" y="122"/>
                </a:cubicBezTo>
                <a:cubicBezTo>
                  <a:pt x="379" y="124"/>
                  <a:pt x="383" y="131"/>
                  <a:pt x="380" y="141"/>
                </a:cubicBezTo>
                <a:cubicBezTo>
                  <a:pt x="379" y="146"/>
                  <a:pt x="376" y="151"/>
                  <a:pt x="372" y="154"/>
                </a:cubicBezTo>
                <a:cubicBezTo>
                  <a:pt x="367" y="160"/>
                  <a:pt x="361" y="165"/>
                  <a:pt x="355" y="169"/>
                </a:cubicBezTo>
                <a:cubicBezTo>
                  <a:pt x="341" y="178"/>
                  <a:pt x="328" y="189"/>
                  <a:pt x="314" y="199"/>
                </a:cubicBezTo>
                <a:cubicBezTo>
                  <a:pt x="301" y="209"/>
                  <a:pt x="289" y="219"/>
                  <a:pt x="275" y="229"/>
                </a:cubicBezTo>
                <a:cubicBezTo>
                  <a:pt x="272" y="232"/>
                  <a:pt x="271" y="234"/>
                  <a:pt x="271" y="238"/>
                </a:cubicBezTo>
                <a:cubicBezTo>
                  <a:pt x="267" y="263"/>
                  <a:pt x="262" y="287"/>
                  <a:pt x="254" y="310"/>
                </a:cubicBezTo>
                <a:cubicBezTo>
                  <a:pt x="253" y="314"/>
                  <a:pt x="251" y="317"/>
                  <a:pt x="250" y="320"/>
                </a:cubicBezTo>
                <a:cubicBezTo>
                  <a:pt x="249" y="322"/>
                  <a:pt x="249" y="324"/>
                  <a:pt x="247" y="325"/>
                </a:cubicBezTo>
                <a:cubicBezTo>
                  <a:pt x="226" y="349"/>
                  <a:pt x="202" y="371"/>
                  <a:pt x="173" y="386"/>
                </a:cubicBezTo>
                <a:cubicBezTo>
                  <a:pt x="149" y="400"/>
                  <a:pt x="123" y="408"/>
                  <a:pt x="95" y="410"/>
                </a:cubicBezTo>
                <a:cubicBezTo>
                  <a:pt x="93" y="410"/>
                  <a:pt x="90" y="411"/>
                  <a:pt x="88" y="411"/>
                </a:cubicBezTo>
                <a:cubicBezTo>
                  <a:pt x="87" y="411"/>
                  <a:pt x="85" y="411"/>
                  <a:pt x="83" y="4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0" name="Freeform 11">
            <a:extLst xmlns:a="http://schemas.openxmlformats.org/drawingml/2006/main">
              <a:ext uri="{FF2B5EF4-FFF2-40B4-BE49-F238E27FC236}">
                <a16:creationId xmlns:a16="http://schemas.microsoft.com/office/drawing/2014/main" id="{41AD3782-752C-4C3A-983E-7D97DC68A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4135" y="400644"/>
            <a:ext cx="98081" cy="227527"/>
          </a:xfrm>
          <a:custGeom xmlns:a="http://schemas.openxmlformats.org/drawingml/2006/main">
            <a:gdLst>
              <a:gd name="T0" fmla="*/ 127 w 193"/>
              <a:gd name="T1" fmla="*/ 371 h 449"/>
              <a:gd name="T2" fmla="*/ 63 w 193"/>
              <a:gd name="T3" fmla="*/ 417 h 449"/>
              <a:gd name="T4" fmla="*/ 47 w 193"/>
              <a:gd name="T5" fmla="*/ 433 h 449"/>
              <a:gd name="T6" fmla="*/ 7 w 193"/>
              <a:gd name="T7" fmla="*/ 434 h 449"/>
              <a:gd name="T8" fmla="*/ 1 w 193"/>
              <a:gd name="T9" fmla="*/ 383 h 449"/>
              <a:gd name="T10" fmla="*/ 33 w 193"/>
              <a:gd name="T11" fmla="*/ 331 h 449"/>
              <a:gd name="T12" fmla="*/ 49 w 193"/>
              <a:gd name="T13" fmla="*/ 286 h 449"/>
              <a:gd name="T14" fmla="*/ 50 w 193"/>
              <a:gd name="T15" fmla="*/ 233 h 449"/>
              <a:gd name="T16" fmla="*/ 38 w 193"/>
              <a:gd name="T17" fmla="*/ 207 h 449"/>
              <a:gd name="T18" fmla="*/ 54 w 193"/>
              <a:gd name="T19" fmla="*/ 201 h 449"/>
              <a:gd name="T20" fmla="*/ 75 w 193"/>
              <a:gd name="T21" fmla="*/ 209 h 449"/>
              <a:gd name="T22" fmla="*/ 107 w 193"/>
              <a:gd name="T23" fmla="*/ 223 h 449"/>
              <a:gd name="T24" fmla="*/ 126 w 193"/>
              <a:gd name="T25" fmla="*/ 233 h 449"/>
              <a:gd name="T26" fmla="*/ 133 w 193"/>
              <a:gd name="T27" fmla="*/ 231 h 449"/>
              <a:gd name="T28" fmla="*/ 135 w 193"/>
              <a:gd name="T29" fmla="*/ 200 h 449"/>
              <a:gd name="T30" fmla="*/ 133 w 193"/>
              <a:gd name="T31" fmla="*/ 99 h 449"/>
              <a:gd name="T32" fmla="*/ 105 w 193"/>
              <a:gd name="T33" fmla="*/ 55 h 449"/>
              <a:gd name="T34" fmla="*/ 77 w 193"/>
              <a:gd name="T35" fmla="*/ 9 h 449"/>
              <a:gd name="T36" fmla="*/ 95 w 193"/>
              <a:gd name="T37" fmla="*/ 6 h 449"/>
              <a:gd name="T38" fmla="*/ 165 w 193"/>
              <a:gd name="T39" fmla="*/ 52 h 449"/>
              <a:gd name="T40" fmla="*/ 189 w 193"/>
              <a:gd name="T41" fmla="*/ 83 h 449"/>
              <a:gd name="T42" fmla="*/ 189 w 193"/>
              <a:gd name="T43" fmla="*/ 292 h 449"/>
              <a:gd name="T44" fmla="*/ 165 w 193"/>
              <a:gd name="T45" fmla="*/ 409 h 449"/>
              <a:gd name="T46" fmla="*/ 145 w 193"/>
              <a:gd name="T47" fmla="*/ 428 h 449"/>
              <a:gd name="T48" fmla="*/ 134 w 193"/>
              <a:gd name="T49" fmla="*/ 415 h 449"/>
              <a:gd name="T50" fmla="*/ 131 w 193"/>
              <a:gd name="T51" fmla="*/ 367 h 449"/>
              <a:gd name="T52" fmla="*/ 124 w 193"/>
              <a:gd name="T53" fmla="*/ 264 h 449"/>
              <a:gd name="T54" fmla="*/ 102 w 193"/>
              <a:gd name="T55" fmla="*/ 280 h 449"/>
              <a:gd name="T56" fmla="*/ 81 w 193"/>
              <a:gd name="T57" fmla="*/ 296 h 449"/>
              <a:gd name="T58" fmla="*/ 59 w 193"/>
              <a:gd name="T59" fmla="*/ 331 h 449"/>
              <a:gd name="T60" fmla="*/ 31 w 193"/>
              <a:gd name="T61" fmla="*/ 373 h 449"/>
              <a:gd name="T62" fmla="*/ 46 w 193"/>
              <a:gd name="T63" fmla="*/ 382 h 449"/>
              <a:gd name="T64" fmla="*/ 78 w 193"/>
              <a:gd name="T65" fmla="*/ 363 h 449"/>
              <a:gd name="T66" fmla="*/ 114 w 193"/>
              <a:gd name="T67" fmla="*/ 346 h 449"/>
              <a:gd name="T68" fmla="*/ 133 w 193"/>
              <a:gd name="T69" fmla="*/ 325 h 449"/>
              <a:gd name="T70" fmla="*/ 132 w 193"/>
              <a:gd name="T71" fmla="*/ 255 h 449"/>
            </a:gdLst>
            <a:rect l="0" t="0" r="r" b="b"/>
            <a:pathLst>
              <a:path w="193" h="449">
                <a:moveTo>
                  <a:pt x="131" y="367"/>
                </a:moveTo>
                <a:cubicBezTo>
                  <a:pt x="129" y="369"/>
                  <a:pt x="128" y="370"/>
                  <a:pt x="127" y="371"/>
                </a:cubicBezTo>
                <a:cubicBezTo>
                  <a:pt x="112" y="385"/>
                  <a:pt x="97" y="397"/>
                  <a:pt x="80" y="408"/>
                </a:cubicBezTo>
                <a:cubicBezTo>
                  <a:pt x="74" y="411"/>
                  <a:pt x="69" y="414"/>
                  <a:pt x="63" y="417"/>
                </a:cubicBezTo>
                <a:cubicBezTo>
                  <a:pt x="61" y="419"/>
                  <a:pt x="59" y="420"/>
                  <a:pt x="57" y="422"/>
                </a:cubicBezTo>
                <a:cubicBezTo>
                  <a:pt x="54" y="426"/>
                  <a:pt x="50" y="430"/>
                  <a:pt x="47" y="433"/>
                </a:cubicBezTo>
                <a:cubicBezTo>
                  <a:pt x="44" y="436"/>
                  <a:pt x="41" y="439"/>
                  <a:pt x="38" y="441"/>
                </a:cubicBezTo>
                <a:cubicBezTo>
                  <a:pt x="27" y="449"/>
                  <a:pt x="13" y="446"/>
                  <a:pt x="7" y="434"/>
                </a:cubicBezTo>
                <a:cubicBezTo>
                  <a:pt x="4" y="428"/>
                  <a:pt x="2" y="421"/>
                  <a:pt x="1" y="415"/>
                </a:cubicBezTo>
                <a:cubicBezTo>
                  <a:pt x="0" y="404"/>
                  <a:pt x="0" y="394"/>
                  <a:pt x="1" y="383"/>
                </a:cubicBezTo>
                <a:cubicBezTo>
                  <a:pt x="2" y="379"/>
                  <a:pt x="3" y="374"/>
                  <a:pt x="7" y="372"/>
                </a:cubicBezTo>
                <a:cubicBezTo>
                  <a:pt x="20" y="361"/>
                  <a:pt x="28" y="346"/>
                  <a:pt x="33" y="331"/>
                </a:cubicBezTo>
                <a:cubicBezTo>
                  <a:pt x="36" y="325"/>
                  <a:pt x="37" y="319"/>
                  <a:pt x="39" y="313"/>
                </a:cubicBezTo>
                <a:cubicBezTo>
                  <a:pt x="42" y="304"/>
                  <a:pt x="45" y="294"/>
                  <a:pt x="49" y="286"/>
                </a:cubicBezTo>
                <a:cubicBezTo>
                  <a:pt x="56" y="272"/>
                  <a:pt x="56" y="258"/>
                  <a:pt x="53" y="244"/>
                </a:cubicBezTo>
                <a:cubicBezTo>
                  <a:pt x="52" y="240"/>
                  <a:pt x="51" y="237"/>
                  <a:pt x="50" y="233"/>
                </a:cubicBezTo>
                <a:cubicBezTo>
                  <a:pt x="49" y="229"/>
                  <a:pt x="47" y="225"/>
                  <a:pt x="44" y="221"/>
                </a:cubicBezTo>
                <a:cubicBezTo>
                  <a:pt x="42" y="217"/>
                  <a:pt x="39" y="212"/>
                  <a:pt x="38" y="207"/>
                </a:cubicBezTo>
                <a:cubicBezTo>
                  <a:pt x="36" y="202"/>
                  <a:pt x="38" y="199"/>
                  <a:pt x="44" y="199"/>
                </a:cubicBezTo>
                <a:cubicBezTo>
                  <a:pt x="48" y="199"/>
                  <a:pt x="51" y="199"/>
                  <a:pt x="54" y="201"/>
                </a:cubicBezTo>
                <a:cubicBezTo>
                  <a:pt x="55" y="202"/>
                  <a:pt x="56" y="203"/>
                  <a:pt x="57" y="203"/>
                </a:cubicBezTo>
                <a:cubicBezTo>
                  <a:pt x="62" y="208"/>
                  <a:pt x="68" y="209"/>
                  <a:pt x="75" y="209"/>
                </a:cubicBezTo>
                <a:cubicBezTo>
                  <a:pt x="83" y="209"/>
                  <a:pt x="90" y="212"/>
                  <a:pt x="96" y="218"/>
                </a:cubicBezTo>
                <a:cubicBezTo>
                  <a:pt x="99" y="221"/>
                  <a:pt x="103" y="223"/>
                  <a:pt x="107" y="223"/>
                </a:cubicBezTo>
                <a:cubicBezTo>
                  <a:pt x="110" y="223"/>
                  <a:pt x="112" y="224"/>
                  <a:pt x="115" y="225"/>
                </a:cubicBezTo>
                <a:cubicBezTo>
                  <a:pt x="120" y="226"/>
                  <a:pt x="124" y="229"/>
                  <a:pt x="126" y="233"/>
                </a:cubicBezTo>
                <a:cubicBezTo>
                  <a:pt x="126" y="234"/>
                  <a:pt x="127" y="235"/>
                  <a:pt x="128" y="236"/>
                </a:cubicBezTo>
                <a:cubicBezTo>
                  <a:pt x="131" y="236"/>
                  <a:pt x="132" y="234"/>
                  <a:pt x="133" y="231"/>
                </a:cubicBezTo>
                <a:cubicBezTo>
                  <a:pt x="134" y="229"/>
                  <a:pt x="134" y="227"/>
                  <a:pt x="134" y="225"/>
                </a:cubicBezTo>
                <a:cubicBezTo>
                  <a:pt x="134" y="217"/>
                  <a:pt x="134" y="208"/>
                  <a:pt x="135" y="200"/>
                </a:cubicBezTo>
                <a:cubicBezTo>
                  <a:pt x="137" y="176"/>
                  <a:pt x="139" y="151"/>
                  <a:pt x="137" y="127"/>
                </a:cubicBezTo>
                <a:cubicBezTo>
                  <a:pt x="137" y="118"/>
                  <a:pt x="135" y="109"/>
                  <a:pt x="133" y="99"/>
                </a:cubicBezTo>
                <a:cubicBezTo>
                  <a:pt x="132" y="90"/>
                  <a:pt x="127" y="81"/>
                  <a:pt x="121" y="74"/>
                </a:cubicBezTo>
                <a:cubicBezTo>
                  <a:pt x="116" y="67"/>
                  <a:pt x="111" y="61"/>
                  <a:pt x="105" y="55"/>
                </a:cubicBezTo>
                <a:cubicBezTo>
                  <a:pt x="98" y="46"/>
                  <a:pt x="90" y="36"/>
                  <a:pt x="83" y="27"/>
                </a:cubicBezTo>
                <a:cubicBezTo>
                  <a:pt x="79" y="22"/>
                  <a:pt x="77" y="15"/>
                  <a:pt x="77" y="9"/>
                </a:cubicBezTo>
                <a:cubicBezTo>
                  <a:pt x="77" y="3"/>
                  <a:pt x="80" y="0"/>
                  <a:pt x="86" y="2"/>
                </a:cubicBezTo>
                <a:cubicBezTo>
                  <a:pt x="89" y="2"/>
                  <a:pt x="92" y="4"/>
                  <a:pt x="95" y="6"/>
                </a:cubicBezTo>
                <a:cubicBezTo>
                  <a:pt x="105" y="15"/>
                  <a:pt x="116" y="22"/>
                  <a:pt x="128" y="28"/>
                </a:cubicBezTo>
                <a:cubicBezTo>
                  <a:pt x="141" y="35"/>
                  <a:pt x="154" y="43"/>
                  <a:pt x="165" y="52"/>
                </a:cubicBezTo>
                <a:cubicBezTo>
                  <a:pt x="172" y="58"/>
                  <a:pt x="179" y="64"/>
                  <a:pt x="184" y="72"/>
                </a:cubicBezTo>
                <a:cubicBezTo>
                  <a:pt x="186" y="75"/>
                  <a:pt x="188" y="78"/>
                  <a:pt x="189" y="83"/>
                </a:cubicBezTo>
                <a:cubicBezTo>
                  <a:pt x="192" y="122"/>
                  <a:pt x="193" y="162"/>
                  <a:pt x="193" y="202"/>
                </a:cubicBezTo>
                <a:cubicBezTo>
                  <a:pt x="193" y="232"/>
                  <a:pt x="192" y="262"/>
                  <a:pt x="189" y="292"/>
                </a:cubicBezTo>
                <a:cubicBezTo>
                  <a:pt x="186" y="321"/>
                  <a:pt x="183" y="350"/>
                  <a:pt x="176" y="378"/>
                </a:cubicBezTo>
                <a:cubicBezTo>
                  <a:pt x="173" y="388"/>
                  <a:pt x="170" y="399"/>
                  <a:pt x="165" y="409"/>
                </a:cubicBezTo>
                <a:cubicBezTo>
                  <a:pt x="162" y="414"/>
                  <a:pt x="159" y="419"/>
                  <a:pt x="155" y="423"/>
                </a:cubicBezTo>
                <a:cubicBezTo>
                  <a:pt x="152" y="426"/>
                  <a:pt x="149" y="428"/>
                  <a:pt x="145" y="428"/>
                </a:cubicBezTo>
                <a:cubicBezTo>
                  <a:pt x="140" y="429"/>
                  <a:pt x="136" y="427"/>
                  <a:pt x="135" y="422"/>
                </a:cubicBezTo>
                <a:cubicBezTo>
                  <a:pt x="135" y="420"/>
                  <a:pt x="135" y="418"/>
                  <a:pt x="134" y="415"/>
                </a:cubicBezTo>
                <a:cubicBezTo>
                  <a:pt x="134" y="407"/>
                  <a:pt x="135" y="399"/>
                  <a:pt x="135" y="391"/>
                </a:cubicBezTo>
                <a:cubicBezTo>
                  <a:pt x="134" y="383"/>
                  <a:pt x="134" y="375"/>
                  <a:pt x="131" y="367"/>
                </a:cubicBezTo>
                <a:close/>
                <a:moveTo>
                  <a:pt x="132" y="255"/>
                </a:moveTo>
                <a:cubicBezTo>
                  <a:pt x="127" y="257"/>
                  <a:pt x="125" y="260"/>
                  <a:pt x="124" y="264"/>
                </a:cubicBezTo>
                <a:cubicBezTo>
                  <a:pt x="123" y="267"/>
                  <a:pt x="122" y="271"/>
                  <a:pt x="119" y="273"/>
                </a:cubicBezTo>
                <a:cubicBezTo>
                  <a:pt x="114" y="277"/>
                  <a:pt x="108" y="280"/>
                  <a:pt x="102" y="280"/>
                </a:cubicBezTo>
                <a:cubicBezTo>
                  <a:pt x="97" y="280"/>
                  <a:pt x="94" y="282"/>
                  <a:pt x="91" y="285"/>
                </a:cubicBezTo>
                <a:cubicBezTo>
                  <a:pt x="87" y="289"/>
                  <a:pt x="84" y="292"/>
                  <a:pt x="81" y="296"/>
                </a:cubicBezTo>
                <a:cubicBezTo>
                  <a:pt x="78" y="299"/>
                  <a:pt x="76" y="302"/>
                  <a:pt x="75" y="305"/>
                </a:cubicBezTo>
                <a:cubicBezTo>
                  <a:pt x="71" y="315"/>
                  <a:pt x="66" y="323"/>
                  <a:pt x="59" y="331"/>
                </a:cubicBezTo>
                <a:cubicBezTo>
                  <a:pt x="54" y="337"/>
                  <a:pt x="50" y="343"/>
                  <a:pt x="45" y="349"/>
                </a:cubicBezTo>
                <a:cubicBezTo>
                  <a:pt x="39" y="356"/>
                  <a:pt x="34" y="364"/>
                  <a:pt x="31" y="373"/>
                </a:cubicBezTo>
                <a:cubicBezTo>
                  <a:pt x="29" y="377"/>
                  <a:pt x="29" y="379"/>
                  <a:pt x="34" y="381"/>
                </a:cubicBezTo>
                <a:cubicBezTo>
                  <a:pt x="38" y="382"/>
                  <a:pt x="42" y="383"/>
                  <a:pt x="46" y="382"/>
                </a:cubicBezTo>
                <a:cubicBezTo>
                  <a:pt x="53" y="381"/>
                  <a:pt x="59" y="378"/>
                  <a:pt x="64" y="374"/>
                </a:cubicBezTo>
                <a:cubicBezTo>
                  <a:pt x="69" y="371"/>
                  <a:pt x="73" y="367"/>
                  <a:pt x="78" y="363"/>
                </a:cubicBezTo>
                <a:cubicBezTo>
                  <a:pt x="81" y="361"/>
                  <a:pt x="83" y="359"/>
                  <a:pt x="87" y="358"/>
                </a:cubicBezTo>
                <a:cubicBezTo>
                  <a:pt x="97" y="356"/>
                  <a:pt x="106" y="351"/>
                  <a:pt x="114" y="346"/>
                </a:cubicBezTo>
                <a:cubicBezTo>
                  <a:pt x="119" y="343"/>
                  <a:pt x="123" y="340"/>
                  <a:pt x="127" y="338"/>
                </a:cubicBezTo>
                <a:cubicBezTo>
                  <a:pt x="131" y="335"/>
                  <a:pt x="133" y="331"/>
                  <a:pt x="133" y="325"/>
                </a:cubicBezTo>
                <a:cubicBezTo>
                  <a:pt x="132" y="304"/>
                  <a:pt x="132" y="282"/>
                  <a:pt x="132" y="260"/>
                </a:cubicBezTo>
                <a:cubicBezTo>
                  <a:pt x="132" y="259"/>
                  <a:pt x="132" y="257"/>
                  <a:pt x="132" y="25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1" name="Freeform 12">
            <a:extLst xmlns:a="http://schemas.openxmlformats.org/drawingml/2006/main">
              <a:ext uri="{FF2B5EF4-FFF2-40B4-BE49-F238E27FC236}">
                <a16:creationId xmlns:a16="http://schemas.microsoft.com/office/drawing/2014/main" id="{EC55A62A-73B9-4B54-9DD0-2791EF4D6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0994" y="431437"/>
            <a:ext cx="115759" cy="160238"/>
          </a:xfrm>
          <a:custGeom xmlns:a="http://schemas.openxmlformats.org/drawingml/2006/main">
            <a:gdLst>
              <a:gd name="T0" fmla="*/ 34 w 229"/>
              <a:gd name="T1" fmla="*/ 0 h 316"/>
              <a:gd name="T2" fmla="*/ 37 w 229"/>
              <a:gd name="T3" fmla="*/ 2 h 316"/>
              <a:gd name="T4" fmla="*/ 69 w 229"/>
              <a:gd name="T5" fmla="*/ 32 h 316"/>
              <a:gd name="T6" fmla="*/ 73 w 229"/>
              <a:gd name="T7" fmla="*/ 38 h 316"/>
              <a:gd name="T8" fmla="*/ 99 w 229"/>
              <a:gd name="T9" fmla="*/ 117 h 316"/>
              <a:gd name="T10" fmla="*/ 101 w 229"/>
              <a:gd name="T11" fmla="*/ 128 h 316"/>
              <a:gd name="T12" fmla="*/ 112 w 229"/>
              <a:gd name="T13" fmla="*/ 132 h 316"/>
              <a:gd name="T14" fmla="*/ 120 w 229"/>
              <a:gd name="T15" fmla="*/ 127 h 316"/>
              <a:gd name="T16" fmla="*/ 145 w 229"/>
              <a:gd name="T17" fmla="*/ 109 h 316"/>
              <a:gd name="T18" fmla="*/ 148 w 229"/>
              <a:gd name="T19" fmla="*/ 103 h 316"/>
              <a:gd name="T20" fmla="*/ 148 w 229"/>
              <a:gd name="T21" fmla="*/ 80 h 316"/>
              <a:gd name="T22" fmla="*/ 159 w 229"/>
              <a:gd name="T23" fmla="*/ 69 h 316"/>
              <a:gd name="T24" fmla="*/ 162 w 229"/>
              <a:gd name="T25" fmla="*/ 71 h 316"/>
              <a:gd name="T26" fmla="*/ 164 w 229"/>
              <a:gd name="T27" fmla="*/ 75 h 316"/>
              <a:gd name="T28" fmla="*/ 171 w 229"/>
              <a:gd name="T29" fmla="*/ 86 h 316"/>
              <a:gd name="T30" fmla="*/ 204 w 229"/>
              <a:gd name="T31" fmla="*/ 104 h 316"/>
              <a:gd name="T32" fmla="*/ 209 w 229"/>
              <a:gd name="T33" fmla="*/ 112 h 316"/>
              <a:gd name="T34" fmla="*/ 169 w 229"/>
              <a:gd name="T35" fmla="*/ 170 h 316"/>
              <a:gd name="T36" fmla="*/ 128 w 229"/>
              <a:gd name="T37" fmla="*/ 175 h 316"/>
              <a:gd name="T38" fmla="*/ 114 w 229"/>
              <a:gd name="T39" fmla="*/ 190 h 316"/>
              <a:gd name="T40" fmla="*/ 115 w 229"/>
              <a:gd name="T41" fmla="*/ 196 h 316"/>
              <a:gd name="T42" fmla="*/ 115 w 229"/>
              <a:gd name="T43" fmla="*/ 219 h 316"/>
              <a:gd name="T44" fmla="*/ 109 w 229"/>
              <a:gd name="T45" fmla="*/ 226 h 316"/>
              <a:gd name="T46" fmla="*/ 89 w 229"/>
              <a:gd name="T47" fmla="*/ 246 h 316"/>
              <a:gd name="T48" fmla="*/ 95 w 229"/>
              <a:gd name="T49" fmla="*/ 260 h 316"/>
              <a:gd name="T50" fmla="*/ 113 w 229"/>
              <a:gd name="T51" fmla="*/ 259 h 316"/>
              <a:gd name="T52" fmla="*/ 148 w 229"/>
              <a:gd name="T53" fmla="*/ 248 h 316"/>
              <a:gd name="T54" fmla="*/ 170 w 229"/>
              <a:gd name="T55" fmla="*/ 243 h 316"/>
              <a:gd name="T56" fmla="*/ 187 w 229"/>
              <a:gd name="T57" fmla="*/ 237 h 316"/>
              <a:gd name="T58" fmla="*/ 212 w 229"/>
              <a:gd name="T59" fmla="*/ 229 h 316"/>
              <a:gd name="T60" fmla="*/ 220 w 229"/>
              <a:gd name="T61" fmla="*/ 229 h 316"/>
              <a:gd name="T62" fmla="*/ 227 w 229"/>
              <a:gd name="T63" fmla="*/ 241 h 316"/>
              <a:gd name="T64" fmla="*/ 214 w 229"/>
              <a:gd name="T65" fmla="*/ 267 h 316"/>
              <a:gd name="T66" fmla="*/ 203 w 229"/>
              <a:gd name="T67" fmla="*/ 277 h 316"/>
              <a:gd name="T68" fmla="*/ 174 w 229"/>
              <a:gd name="T69" fmla="*/ 289 h 316"/>
              <a:gd name="T70" fmla="*/ 140 w 229"/>
              <a:gd name="T71" fmla="*/ 298 h 316"/>
              <a:gd name="T72" fmla="*/ 127 w 229"/>
              <a:gd name="T73" fmla="*/ 298 h 316"/>
              <a:gd name="T74" fmla="*/ 116 w 229"/>
              <a:gd name="T75" fmla="*/ 301 h 316"/>
              <a:gd name="T76" fmla="*/ 55 w 229"/>
              <a:gd name="T77" fmla="*/ 304 h 316"/>
              <a:gd name="T78" fmla="*/ 44 w 229"/>
              <a:gd name="T79" fmla="*/ 292 h 316"/>
              <a:gd name="T80" fmla="*/ 27 w 229"/>
              <a:gd name="T81" fmla="*/ 257 h 316"/>
              <a:gd name="T82" fmla="*/ 25 w 229"/>
              <a:gd name="T83" fmla="*/ 252 h 316"/>
              <a:gd name="T84" fmla="*/ 18 w 229"/>
              <a:gd name="T85" fmla="*/ 217 h 316"/>
              <a:gd name="T86" fmla="*/ 18 w 229"/>
              <a:gd name="T87" fmla="*/ 210 h 316"/>
              <a:gd name="T88" fmla="*/ 1 w 229"/>
              <a:gd name="T89" fmla="*/ 140 h 316"/>
              <a:gd name="T90" fmla="*/ 0 w 229"/>
              <a:gd name="T91" fmla="*/ 134 h 316"/>
              <a:gd name="T92" fmla="*/ 18 w 229"/>
              <a:gd name="T93" fmla="*/ 50 h 316"/>
              <a:gd name="T94" fmla="*/ 32 w 229"/>
              <a:gd name="T95" fmla="*/ 4 h 316"/>
              <a:gd name="T96" fmla="*/ 34 w 229"/>
              <a:gd name="T97" fmla="*/ 0 h 316"/>
            </a:gdLst>
            <a:rect l="0" t="0" r="r" b="b"/>
            <a:pathLst>
              <a:path w="229" h="316">
                <a:moveTo>
                  <a:pt x="34" y="0"/>
                </a:moveTo>
                <a:cubicBezTo>
                  <a:pt x="35" y="1"/>
                  <a:pt x="36" y="2"/>
                  <a:pt x="37" y="2"/>
                </a:cubicBezTo>
                <a:cubicBezTo>
                  <a:pt x="48" y="12"/>
                  <a:pt x="58" y="22"/>
                  <a:pt x="69" y="32"/>
                </a:cubicBezTo>
                <a:cubicBezTo>
                  <a:pt x="71" y="34"/>
                  <a:pt x="72" y="36"/>
                  <a:pt x="73" y="38"/>
                </a:cubicBezTo>
                <a:cubicBezTo>
                  <a:pt x="86" y="63"/>
                  <a:pt x="94" y="89"/>
                  <a:pt x="99" y="117"/>
                </a:cubicBezTo>
                <a:cubicBezTo>
                  <a:pt x="99" y="120"/>
                  <a:pt x="100" y="124"/>
                  <a:pt x="101" y="128"/>
                </a:cubicBezTo>
                <a:cubicBezTo>
                  <a:pt x="103" y="133"/>
                  <a:pt x="107" y="134"/>
                  <a:pt x="112" y="132"/>
                </a:cubicBezTo>
                <a:cubicBezTo>
                  <a:pt x="115" y="130"/>
                  <a:pt x="117" y="129"/>
                  <a:pt x="120" y="127"/>
                </a:cubicBezTo>
                <a:cubicBezTo>
                  <a:pt x="128" y="121"/>
                  <a:pt x="136" y="115"/>
                  <a:pt x="145" y="109"/>
                </a:cubicBezTo>
                <a:cubicBezTo>
                  <a:pt x="147" y="108"/>
                  <a:pt x="148" y="106"/>
                  <a:pt x="148" y="103"/>
                </a:cubicBezTo>
                <a:cubicBezTo>
                  <a:pt x="148" y="95"/>
                  <a:pt x="148" y="88"/>
                  <a:pt x="148" y="80"/>
                </a:cubicBezTo>
                <a:cubicBezTo>
                  <a:pt x="148" y="75"/>
                  <a:pt x="153" y="69"/>
                  <a:pt x="159" y="69"/>
                </a:cubicBezTo>
                <a:cubicBezTo>
                  <a:pt x="160" y="69"/>
                  <a:pt x="162" y="70"/>
                  <a:pt x="162" y="71"/>
                </a:cubicBezTo>
                <a:cubicBezTo>
                  <a:pt x="163" y="72"/>
                  <a:pt x="164" y="73"/>
                  <a:pt x="164" y="75"/>
                </a:cubicBezTo>
                <a:cubicBezTo>
                  <a:pt x="164" y="79"/>
                  <a:pt x="167" y="83"/>
                  <a:pt x="171" y="86"/>
                </a:cubicBezTo>
                <a:cubicBezTo>
                  <a:pt x="181" y="94"/>
                  <a:pt x="192" y="100"/>
                  <a:pt x="204" y="104"/>
                </a:cubicBezTo>
                <a:cubicBezTo>
                  <a:pt x="208" y="106"/>
                  <a:pt x="209" y="108"/>
                  <a:pt x="209" y="112"/>
                </a:cubicBezTo>
                <a:cubicBezTo>
                  <a:pt x="210" y="140"/>
                  <a:pt x="196" y="160"/>
                  <a:pt x="169" y="170"/>
                </a:cubicBezTo>
                <a:cubicBezTo>
                  <a:pt x="156" y="175"/>
                  <a:pt x="142" y="177"/>
                  <a:pt x="128" y="175"/>
                </a:cubicBezTo>
                <a:cubicBezTo>
                  <a:pt x="119" y="173"/>
                  <a:pt x="112" y="182"/>
                  <a:pt x="114" y="190"/>
                </a:cubicBezTo>
                <a:cubicBezTo>
                  <a:pt x="114" y="192"/>
                  <a:pt x="115" y="194"/>
                  <a:pt x="115" y="196"/>
                </a:cubicBezTo>
                <a:cubicBezTo>
                  <a:pt x="118" y="203"/>
                  <a:pt x="118" y="211"/>
                  <a:pt x="115" y="219"/>
                </a:cubicBezTo>
                <a:cubicBezTo>
                  <a:pt x="114" y="222"/>
                  <a:pt x="112" y="224"/>
                  <a:pt x="109" y="226"/>
                </a:cubicBezTo>
                <a:cubicBezTo>
                  <a:pt x="101" y="231"/>
                  <a:pt x="95" y="238"/>
                  <a:pt x="89" y="246"/>
                </a:cubicBezTo>
                <a:cubicBezTo>
                  <a:pt x="84" y="254"/>
                  <a:pt x="85" y="258"/>
                  <a:pt x="95" y="260"/>
                </a:cubicBezTo>
                <a:cubicBezTo>
                  <a:pt x="101" y="261"/>
                  <a:pt x="107" y="261"/>
                  <a:pt x="113" y="259"/>
                </a:cubicBezTo>
                <a:cubicBezTo>
                  <a:pt x="125" y="256"/>
                  <a:pt x="137" y="252"/>
                  <a:pt x="148" y="248"/>
                </a:cubicBezTo>
                <a:cubicBezTo>
                  <a:pt x="155" y="245"/>
                  <a:pt x="162" y="243"/>
                  <a:pt x="170" y="243"/>
                </a:cubicBezTo>
                <a:cubicBezTo>
                  <a:pt x="176" y="242"/>
                  <a:pt x="182" y="240"/>
                  <a:pt x="187" y="237"/>
                </a:cubicBezTo>
                <a:cubicBezTo>
                  <a:pt x="195" y="234"/>
                  <a:pt x="203" y="230"/>
                  <a:pt x="212" y="229"/>
                </a:cubicBezTo>
                <a:cubicBezTo>
                  <a:pt x="214" y="229"/>
                  <a:pt x="217" y="229"/>
                  <a:pt x="220" y="229"/>
                </a:cubicBezTo>
                <a:cubicBezTo>
                  <a:pt x="226" y="230"/>
                  <a:pt x="229" y="236"/>
                  <a:pt x="227" y="241"/>
                </a:cubicBezTo>
                <a:cubicBezTo>
                  <a:pt x="223" y="250"/>
                  <a:pt x="218" y="259"/>
                  <a:pt x="214" y="267"/>
                </a:cubicBezTo>
                <a:cubicBezTo>
                  <a:pt x="211" y="271"/>
                  <a:pt x="207" y="274"/>
                  <a:pt x="203" y="277"/>
                </a:cubicBezTo>
                <a:cubicBezTo>
                  <a:pt x="194" y="282"/>
                  <a:pt x="184" y="286"/>
                  <a:pt x="174" y="289"/>
                </a:cubicBezTo>
                <a:cubicBezTo>
                  <a:pt x="163" y="292"/>
                  <a:pt x="151" y="295"/>
                  <a:pt x="140" y="298"/>
                </a:cubicBezTo>
                <a:cubicBezTo>
                  <a:pt x="136" y="299"/>
                  <a:pt x="131" y="298"/>
                  <a:pt x="127" y="298"/>
                </a:cubicBezTo>
                <a:cubicBezTo>
                  <a:pt x="122" y="298"/>
                  <a:pt x="119" y="299"/>
                  <a:pt x="116" y="301"/>
                </a:cubicBezTo>
                <a:cubicBezTo>
                  <a:pt x="97" y="315"/>
                  <a:pt x="74" y="316"/>
                  <a:pt x="55" y="304"/>
                </a:cubicBezTo>
                <a:cubicBezTo>
                  <a:pt x="51" y="301"/>
                  <a:pt x="47" y="297"/>
                  <a:pt x="44" y="292"/>
                </a:cubicBezTo>
                <a:cubicBezTo>
                  <a:pt x="37" y="281"/>
                  <a:pt x="32" y="269"/>
                  <a:pt x="27" y="257"/>
                </a:cubicBezTo>
                <a:cubicBezTo>
                  <a:pt x="26" y="255"/>
                  <a:pt x="26" y="254"/>
                  <a:pt x="25" y="252"/>
                </a:cubicBezTo>
                <a:cubicBezTo>
                  <a:pt x="20" y="241"/>
                  <a:pt x="17" y="230"/>
                  <a:pt x="18" y="217"/>
                </a:cubicBezTo>
                <a:cubicBezTo>
                  <a:pt x="19" y="215"/>
                  <a:pt x="18" y="213"/>
                  <a:pt x="18" y="210"/>
                </a:cubicBezTo>
                <a:cubicBezTo>
                  <a:pt x="12" y="187"/>
                  <a:pt x="6" y="163"/>
                  <a:pt x="1" y="140"/>
                </a:cubicBezTo>
                <a:cubicBezTo>
                  <a:pt x="0" y="138"/>
                  <a:pt x="0" y="136"/>
                  <a:pt x="0" y="134"/>
                </a:cubicBezTo>
                <a:cubicBezTo>
                  <a:pt x="6" y="106"/>
                  <a:pt x="12" y="78"/>
                  <a:pt x="18" y="50"/>
                </a:cubicBezTo>
                <a:cubicBezTo>
                  <a:pt x="22" y="35"/>
                  <a:pt x="26" y="19"/>
                  <a:pt x="32" y="4"/>
                </a:cubicBezTo>
                <a:cubicBezTo>
                  <a:pt x="33" y="2"/>
                  <a:pt x="33" y="1"/>
                  <a:pt x="3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2" name="Freeform 13">
            <a:extLst xmlns:a="http://schemas.openxmlformats.org/drawingml/2006/main">
              <a:ext uri="{FF2B5EF4-FFF2-40B4-BE49-F238E27FC236}">
                <a16:creationId xmlns:a16="http://schemas.microsoft.com/office/drawing/2014/main" id="{AE826A82-3FAC-4701-8F0A-46CF34BD5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5489" y="493594"/>
            <a:ext cx="137428" cy="152255"/>
          </a:xfrm>
          <a:custGeom xmlns:a="http://schemas.openxmlformats.org/drawingml/2006/main">
            <a:gdLst>
              <a:gd name="T0" fmla="*/ 194 w 271"/>
              <a:gd name="T1" fmla="*/ 98 h 300"/>
              <a:gd name="T2" fmla="*/ 236 w 271"/>
              <a:gd name="T3" fmla="*/ 96 h 300"/>
              <a:gd name="T4" fmla="*/ 237 w 271"/>
              <a:gd name="T5" fmla="*/ 111 h 300"/>
              <a:gd name="T6" fmla="*/ 175 w 271"/>
              <a:gd name="T7" fmla="*/ 150 h 300"/>
              <a:gd name="T8" fmla="*/ 169 w 271"/>
              <a:gd name="T9" fmla="*/ 195 h 300"/>
              <a:gd name="T10" fmla="*/ 177 w 271"/>
              <a:gd name="T11" fmla="*/ 299 h 300"/>
              <a:gd name="T12" fmla="*/ 159 w 271"/>
              <a:gd name="T13" fmla="*/ 285 h 300"/>
              <a:gd name="T14" fmla="*/ 150 w 271"/>
              <a:gd name="T15" fmla="*/ 266 h 300"/>
              <a:gd name="T16" fmla="*/ 133 w 271"/>
              <a:gd name="T17" fmla="*/ 260 h 300"/>
              <a:gd name="T18" fmla="*/ 132 w 271"/>
              <a:gd name="T19" fmla="*/ 243 h 300"/>
              <a:gd name="T20" fmla="*/ 149 w 271"/>
              <a:gd name="T21" fmla="*/ 232 h 300"/>
              <a:gd name="T22" fmla="*/ 139 w 271"/>
              <a:gd name="T23" fmla="*/ 197 h 300"/>
              <a:gd name="T24" fmla="*/ 117 w 271"/>
              <a:gd name="T25" fmla="*/ 216 h 300"/>
              <a:gd name="T26" fmla="*/ 101 w 271"/>
              <a:gd name="T27" fmla="*/ 235 h 300"/>
              <a:gd name="T28" fmla="*/ 26 w 271"/>
              <a:gd name="T29" fmla="*/ 293 h 300"/>
              <a:gd name="T30" fmla="*/ 0 w 271"/>
              <a:gd name="T31" fmla="*/ 243 h 300"/>
              <a:gd name="T32" fmla="*/ 9 w 271"/>
              <a:gd name="T33" fmla="*/ 237 h 300"/>
              <a:gd name="T34" fmla="*/ 32 w 271"/>
              <a:gd name="T35" fmla="*/ 234 h 300"/>
              <a:gd name="T36" fmla="*/ 59 w 271"/>
              <a:gd name="T37" fmla="*/ 219 h 300"/>
              <a:gd name="T38" fmla="*/ 116 w 271"/>
              <a:gd name="T39" fmla="*/ 185 h 300"/>
              <a:gd name="T40" fmla="*/ 145 w 271"/>
              <a:gd name="T41" fmla="*/ 155 h 300"/>
              <a:gd name="T42" fmla="*/ 133 w 271"/>
              <a:gd name="T43" fmla="*/ 142 h 300"/>
              <a:gd name="T44" fmla="*/ 145 w 271"/>
              <a:gd name="T45" fmla="*/ 112 h 300"/>
              <a:gd name="T46" fmla="*/ 143 w 271"/>
              <a:gd name="T47" fmla="*/ 104 h 300"/>
              <a:gd name="T48" fmla="*/ 124 w 271"/>
              <a:gd name="T49" fmla="*/ 108 h 300"/>
              <a:gd name="T50" fmla="*/ 121 w 271"/>
              <a:gd name="T51" fmla="*/ 140 h 300"/>
              <a:gd name="T52" fmla="*/ 87 w 271"/>
              <a:gd name="T53" fmla="*/ 188 h 300"/>
              <a:gd name="T54" fmla="*/ 73 w 271"/>
              <a:gd name="T55" fmla="*/ 176 h 300"/>
              <a:gd name="T56" fmla="*/ 67 w 271"/>
              <a:gd name="T57" fmla="*/ 159 h 300"/>
              <a:gd name="T58" fmla="*/ 66 w 271"/>
              <a:gd name="T59" fmla="*/ 63 h 300"/>
              <a:gd name="T60" fmla="*/ 72 w 271"/>
              <a:gd name="T61" fmla="*/ 47 h 300"/>
              <a:gd name="T62" fmla="*/ 88 w 271"/>
              <a:gd name="T63" fmla="*/ 55 h 300"/>
              <a:gd name="T64" fmla="*/ 109 w 271"/>
              <a:gd name="T65" fmla="*/ 63 h 300"/>
              <a:gd name="T66" fmla="*/ 160 w 271"/>
              <a:gd name="T67" fmla="*/ 28 h 300"/>
              <a:gd name="T68" fmla="*/ 187 w 271"/>
              <a:gd name="T69" fmla="*/ 16 h 300"/>
              <a:gd name="T70" fmla="*/ 258 w 271"/>
              <a:gd name="T71" fmla="*/ 4 h 300"/>
              <a:gd name="T72" fmla="*/ 271 w 271"/>
              <a:gd name="T73" fmla="*/ 16 h 300"/>
              <a:gd name="T74" fmla="*/ 248 w 271"/>
              <a:gd name="T75" fmla="*/ 37 h 300"/>
              <a:gd name="T76" fmla="*/ 215 w 271"/>
              <a:gd name="T77" fmla="*/ 67 h 300"/>
              <a:gd name="T78" fmla="*/ 186 w 271"/>
              <a:gd name="T79" fmla="*/ 95 h 300"/>
            </a:gdLst>
            <a:rect l="0" t="0" r="r" b="b"/>
            <a:pathLst>
              <a:path w="271" h="300">
                <a:moveTo>
                  <a:pt x="185" y="102"/>
                </a:moveTo>
                <a:cubicBezTo>
                  <a:pt x="188" y="101"/>
                  <a:pt x="191" y="99"/>
                  <a:pt x="194" y="98"/>
                </a:cubicBezTo>
                <a:cubicBezTo>
                  <a:pt x="200" y="94"/>
                  <a:pt x="206" y="91"/>
                  <a:pt x="213" y="90"/>
                </a:cubicBezTo>
                <a:cubicBezTo>
                  <a:pt x="221" y="89"/>
                  <a:pt x="229" y="92"/>
                  <a:pt x="236" y="96"/>
                </a:cubicBezTo>
                <a:cubicBezTo>
                  <a:pt x="237" y="97"/>
                  <a:pt x="238" y="98"/>
                  <a:pt x="239" y="99"/>
                </a:cubicBezTo>
                <a:cubicBezTo>
                  <a:pt x="242" y="103"/>
                  <a:pt x="242" y="108"/>
                  <a:pt x="237" y="111"/>
                </a:cubicBezTo>
                <a:cubicBezTo>
                  <a:pt x="220" y="127"/>
                  <a:pt x="200" y="139"/>
                  <a:pt x="179" y="148"/>
                </a:cubicBezTo>
                <a:cubicBezTo>
                  <a:pt x="178" y="149"/>
                  <a:pt x="176" y="149"/>
                  <a:pt x="175" y="150"/>
                </a:cubicBezTo>
                <a:cubicBezTo>
                  <a:pt x="167" y="153"/>
                  <a:pt x="164" y="159"/>
                  <a:pt x="163" y="168"/>
                </a:cubicBezTo>
                <a:cubicBezTo>
                  <a:pt x="163" y="177"/>
                  <a:pt x="165" y="187"/>
                  <a:pt x="169" y="195"/>
                </a:cubicBezTo>
                <a:cubicBezTo>
                  <a:pt x="182" y="226"/>
                  <a:pt x="186" y="259"/>
                  <a:pt x="185" y="292"/>
                </a:cubicBezTo>
                <a:cubicBezTo>
                  <a:pt x="185" y="298"/>
                  <a:pt x="183" y="300"/>
                  <a:pt x="177" y="299"/>
                </a:cubicBezTo>
                <a:cubicBezTo>
                  <a:pt x="171" y="299"/>
                  <a:pt x="165" y="297"/>
                  <a:pt x="161" y="292"/>
                </a:cubicBezTo>
                <a:cubicBezTo>
                  <a:pt x="159" y="290"/>
                  <a:pt x="159" y="287"/>
                  <a:pt x="159" y="285"/>
                </a:cubicBezTo>
                <a:cubicBezTo>
                  <a:pt x="159" y="284"/>
                  <a:pt x="159" y="282"/>
                  <a:pt x="159" y="281"/>
                </a:cubicBezTo>
                <a:cubicBezTo>
                  <a:pt x="159" y="274"/>
                  <a:pt x="156" y="269"/>
                  <a:pt x="150" y="266"/>
                </a:cubicBezTo>
                <a:cubicBezTo>
                  <a:pt x="146" y="263"/>
                  <a:pt x="141" y="262"/>
                  <a:pt x="136" y="260"/>
                </a:cubicBezTo>
                <a:cubicBezTo>
                  <a:pt x="135" y="260"/>
                  <a:pt x="134" y="260"/>
                  <a:pt x="133" y="260"/>
                </a:cubicBezTo>
                <a:cubicBezTo>
                  <a:pt x="129" y="258"/>
                  <a:pt x="126" y="255"/>
                  <a:pt x="126" y="252"/>
                </a:cubicBezTo>
                <a:cubicBezTo>
                  <a:pt x="125" y="248"/>
                  <a:pt x="128" y="244"/>
                  <a:pt x="132" y="243"/>
                </a:cubicBezTo>
                <a:cubicBezTo>
                  <a:pt x="134" y="242"/>
                  <a:pt x="136" y="242"/>
                  <a:pt x="138" y="242"/>
                </a:cubicBezTo>
                <a:cubicBezTo>
                  <a:pt x="144" y="241"/>
                  <a:pt x="147" y="238"/>
                  <a:pt x="149" y="232"/>
                </a:cubicBezTo>
                <a:cubicBezTo>
                  <a:pt x="153" y="220"/>
                  <a:pt x="151" y="208"/>
                  <a:pt x="144" y="197"/>
                </a:cubicBezTo>
                <a:cubicBezTo>
                  <a:pt x="142" y="195"/>
                  <a:pt x="141" y="195"/>
                  <a:pt x="139" y="197"/>
                </a:cubicBezTo>
                <a:cubicBezTo>
                  <a:pt x="138" y="197"/>
                  <a:pt x="137" y="198"/>
                  <a:pt x="136" y="199"/>
                </a:cubicBezTo>
                <a:cubicBezTo>
                  <a:pt x="129" y="205"/>
                  <a:pt x="123" y="210"/>
                  <a:pt x="117" y="216"/>
                </a:cubicBezTo>
                <a:cubicBezTo>
                  <a:pt x="112" y="220"/>
                  <a:pt x="108" y="225"/>
                  <a:pt x="105" y="231"/>
                </a:cubicBezTo>
                <a:cubicBezTo>
                  <a:pt x="104" y="232"/>
                  <a:pt x="103" y="233"/>
                  <a:pt x="101" y="235"/>
                </a:cubicBezTo>
                <a:cubicBezTo>
                  <a:pt x="84" y="253"/>
                  <a:pt x="66" y="270"/>
                  <a:pt x="48" y="288"/>
                </a:cubicBezTo>
                <a:cubicBezTo>
                  <a:pt x="41" y="296"/>
                  <a:pt x="35" y="297"/>
                  <a:pt x="26" y="293"/>
                </a:cubicBezTo>
                <a:cubicBezTo>
                  <a:pt x="20" y="291"/>
                  <a:pt x="16" y="287"/>
                  <a:pt x="13" y="282"/>
                </a:cubicBezTo>
                <a:cubicBezTo>
                  <a:pt x="4" y="271"/>
                  <a:pt x="1" y="257"/>
                  <a:pt x="0" y="243"/>
                </a:cubicBezTo>
                <a:cubicBezTo>
                  <a:pt x="0" y="240"/>
                  <a:pt x="1" y="239"/>
                  <a:pt x="3" y="239"/>
                </a:cubicBezTo>
                <a:cubicBezTo>
                  <a:pt x="5" y="238"/>
                  <a:pt x="7" y="237"/>
                  <a:pt x="9" y="237"/>
                </a:cubicBezTo>
                <a:cubicBezTo>
                  <a:pt x="13" y="235"/>
                  <a:pt x="16" y="235"/>
                  <a:pt x="20" y="237"/>
                </a:cubicBezTo>
                <a:cubicBezTo>
                  <a:pt x="24" y="239"/>
                  <a:pt x="28" y="238"/>
                  <a:pt x="32" y="234"/>
                </a:cubicBezTo>
                <a:cubicBezTo>
                  <a:pt x="34" y="233"/>
                  <a:pt x="37" y="231"/>
                  <a:pt x="39" y="230"/>
                </a:cubicBezTo>
                <a:cubicBezTo>
                  <a:pt x="46" y="226"/>
                  <a:pt x="52" y="222"/>
                  <a:pt x="59" y="219"/>
                </a:cubicBezTo>
                <a:cubicBezTo>
                  <a:pt x="60" y="218"/>
                  <a:pt x="62" y="217"/>
                  <a:pt x="63" y="216"/>
                </a:cubicBezTo>
                <a:cubicBezTo>
                  <a:pt x="81" y="206"/>
                  <a:pt x="98" y="195"/>
                  <a:pt x="116" y="185"/>
                </a:cubicBezTo>
                <a:cubicBezTo>
                  <a:pt x="122" y="181"/>
                  <a:pt x="128" y="177"/>
                  <a:pt x="134" y="172"/>
                </a:cubicBezTo>
                <a:cubicBezTo>
                  <a:pt x="139" y="168"/>
                  <a:pt x="143" y="163"/>
                  <a:pt x="145" y="155"/>
                </a:cubicBezTo>
                <a:cubicBezTo>
                  <a:pt x="143" y="155"/>
                  <a:pt x="142" y="154"/>
                  <a:pt x="140" y="154"/>
                </a:cubicBezTo>
                <a:cubicBezTo>
                  <a:pt x="134" y="152"/>
                  <a:pt x="132" y="148"/>
                  <a:pt x="133" y="142"/>
                </a:cubicBezTo>
                <a:cubicBezTo>
                  <a:pt x="134" y="140"/>
                  <a:pt x="135" y="137"/>
                  <a:pt x="136" y="135"/>
                </a:cubicBezTo>
                <a:cubicBezTo>
                  <a:pt x="139" y="127"/>
                  <a:pt x="142" y="119"/>
                  <a:pt x="145" y="112"/>
                </a:cubicBezTo>
                <a:cubicBezTo>
                  <a:pt x="145" y="111"/>
                  <a:pt x="146" y="110"/>
                  <a:pt x="146" y="109"/>
                </a:cubicBezTo>
                <a:cubicBezTo>
                  <a:pt x="147" y="105"/>
                  <a:pt x="146" y="104"/>
                  <a:pt x="143" y="104"/>
                </a:cubicBezTo>
                <a:cubicBezTo>
                  <a:pt x="140" y="104"/>
                  <a:pt x="138" y="104"/>
                  <a:pt x="135" y="105"/>
                </a:cubicBezTo>
                <a:cubicBezTo>
                  <a:pt x="132" y="106"/>
                  <a:pt x="128" y="107"/>
                  <a:pt x="124" y="108"/>
                </a:cubicBezTo>
                <a:cubicBezTo>
                  <a:pt x="122" y="109"/>
                  <a:pt x="121" y="111"/>
                  <a:pt x="121" y="113"/>
                </a:cubicBezTo>
                <a:cubicBezTo>
                  <a:pt x="121" y="122"/>
                  <a:pt x="121" y="131"/>
                  <a:pt x="121" y="140"/>
                </a:cubicBezTo>
                <a:cubicBezTo>
                  <a:pt x="121" y="142"/>
                  <a:pt x="120" y="144"/>
                  <a:pt x="119" y="146"/>
                </a:cubicBezTo>
                <a:cubicBezTo>
                  <a:pt x="108" y="160"/>
                  <a:pt x="98" y="174"/>
                  <a:pt x="87" y="188"/>
                </a:cubicBezTo>
                <a:cubicBezTo>
                  <a:pt x="87" y="189"/>
                  <a:pt x="86" y="189"/>
                  <a:pt x="86" y="190"/>
                </a:cubicBezTo>
                <a:cubicBezTo>
                  <a:pt x="81" y="185"/>
                  <a:pt x="77" y="181"/>
                  <a:pt x="73" y="176"/>
                </a:cubicBezTo>
                <a:cubicBezTo>
                  <a:pt x="70" y="173"/>
                  <a:pt x="69" y="170"/>
                  <a:pt x="69" y="166"/>
                </a:cubicBezTo>
                <a:cubicBezTo>
                  <a:pt x="68" y="164"/>
                  <a:pt x="68" y="161"/>
                  <a:pt x="67" y="159"/>
                </a:cubicBezTo>
                <a:cubicBezTo>
                  <a:pt x="58" y="138"/>
                  <a:pt x="57" y="117"/>
                  <a:pt x="63" y="95"/>
                </a:cubicBezTo>
                <a:cubicBezTo>
                  <a:pt x="67" y="84"/>
                  <a:pt x="67" y="74"/>
                  <a:pt x="66" y="63"/>
                </a:cubicBezTo>
                <a:cubicBezTo>
                  <a:pt x="66" y="60"/>
                  <a:pt x="66" y="57"/>
                  <a:pt x="66" y="54"/>
                </a:cubicBezTo>
                <a:cubicBezTo>
                  <a:pt x="66" y="50"/>
                  <a:pt x="68" y="47"/>
                  <a:pt x="72" y="47"/>
                </a:cubicBezTo>
                <a:cubicBezTo>
                  <a:pt x="75" y="46"/>
                  <a:pt x="78" y="47"/>
                  <a:pt x="80" y="48"/>
                </a:cubicBezTo>
                <a:cubicBezTo>
                  <a:pt x="83" y="50"/>
                  <a:pt x="85" y="52"/>
                  <a:pt x="88" y="55"/>
                </a:cubicBezTo>
                <a:cubicBezTo>
                  <a:pt x="90" y="57"/>
                  <a:pt x="91" y="59"/>
                  <a:pt x="93" y="61"/>
                </a:cubicBezTo>
                <a:cubicBezTo>
                  <a:pt x="99" y="66"/>
                  <a:pt x="103" y="67"/>
                  <a:pt x="109" y="63"/>
                </a:cubicBezTo>
                <a:cubicBezTo>
                  <a:pt x="117" y="58"/>
                  <a:pt x="125" y="53"/>
                  <a:pt x="133" y="48"/>
                </a:cubicBezTo>
                <a:cubicBezTo>
                  <a:pt x="142" y="41"/>
                  <a:pt x="151" y="35"/>
                  <a:pt x="160" y="28"/>
                </a:cubicBezTo>
                <a:cubicBezTo>
                  <a:pt x="163" y="25"/>
                  <a:pt x="167" y="24"/>
                  <a:pt x="171" y="23"/>
                </a:cubicBezTo>
                <a:cubicBezTo>
                  <a:pt x="177" y="23"/>
                  <a:pt x="182" y="20"/>
                  <a:pt x="187" y="16"/>
                </a:cubicBezTo>
                <a:cubicBezTo>
                  <a:pt x="196" y="6"/>
                  <a:pt x="208" y="2"/>
                  <a:pt x="221" y="1"/>
                </a:cubicBezTo>
                <a:cubicBezTo>
                  <a:pt x="233" y="0"/>
                  <a:pt x="246" y="0"/>
                  <a:pt x="258" y="4"/>
                </a:cubicBezTo>
                <a:cubicBezTo>
                  <a:pt x="261" y="5"/>
                  <a:pt x="264" y="7"/>
                  <a:pt x="267" y="9"/>
                </a:cubicBezTo>
                <a:cubicBezTo>
                  <a:pt x="270" y="10"/>
                  <a:pt x="271" y="13"/>
                  <a:pt x="271" y="16"/>
                </a:cubicBezTo>
                <a:cubicBezTo>
                  <a:pt x="271" y="18"/>
                  <a:pt x="271" y="19"/>
                  <a:pt x="269" y="21"/>
                </a:cubicBezTo>
                <a:cubicBezTo>
                  <a:pt x="262" y="26"/>
                  <a:pt x="255" y="31"/>
                  <a:pt x="248" y="37"/>
                </a:cubicBezTo>
                <a:cubicBezTo>
                  <a:pt x="240" y="43"/>
                  <a:pt x="232" y="50"/>
                  <a:pt x="226" y="58"/>
                </a:cubicBezTo>
                <a:cubicBezTo>
                  <a:pt x="223" y="62"/>
                  <a:pt x="219" y="65"/>
                  <a:pt x="215" y="67"/>
                </a:cubicBezTo>
                <a:cubicBezTo>
                  <a:pt x="213" y="68"/>
                  <a:pt x="212" y="69"/>
                  <a:pt x="211" y="70"/>
                </a:cubicBezTo>
                <a:cubicBezTo>
                  <a:pt x="202" y="79"/>
                  <a:pt x="194" y="87"/>
                  <a:pt x="186" y="95"/>
                </a:cubicBezTo>
                <a:cubicBezTo>
                  <a:pt x="184" y="97"/>
                  <a:pt x="183" y="99"/>
                  <a:pt x="185" y="10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3" name="Freeform 14">
            <a:extLst xmlns:a="http://schemas.openxmlformats.org/drawingml/2006/main">
              <a:ext uri="{FF2B5EF4-FFF2-40B4-BE49-F238E27FC236}">
                <a16:creationId xmlns:a16="http://schemas.microsoft.com/office/drawing/2014/main" id="{AB0E37A3-1CEB-4805-94AD-3515F3875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1601" y="548337"/>
            <a:ext cx="141990" cy="90098"/>
          </a:xfrm>
          <a:custGeom xmlns:a="http://schemas.openxmlformats.org/drawingml/2006/main">
            <a:gdLst>
              <a:gd name="T0" fmla="*/ 16 w 280"/>
              <a:gd name="T1" fmla="*/ 133 h 178"/>
              <a:gd name="T2" fmla="*/ 14 w 280"/>
              <a:gd name="T3" fmla="*/ 124 h 178"/>
              <a:gd name="T4" fmla="*/ 2 w 280"/>
              <a:gd name="T5" fmla="*/ 103 h 178"/>
              <a:gd name="T6" fmla="*/ 6 w 280"/>
              <a:gd name="T7" fmla="*/ 81 h 178"/>
              <a:gd name="T8" fmla="*/ 16 w 280"/>
              <a:gd name="T9" fmla="*/ 77 h 178"/>
              <a:gd name="T10" fmla="*/ 22 w 280"/>
              <a:gd name="T11" fmla="*/ 77 h 178"/>
              <a:gd name="T12" fmla="*/ 40 w 280"/>
              <a:gd name="T13" fmla="*/ 71 h 178"/>
              <a:gd name="T14" fmla="*/ 54 w 280"/>
              <a:gd name="T15" fmla="*/ 64 h 178"/>
              <a:gd name="T16" fmla="*/ 63 w 280"/>
              <a:gd name="T17" fmla="*/ 61 h 178"/>
              <a:gd name="T18" fmla="*/ 144 w 280"/>
              <a:gd name="T19" fmla="*/ 25 h 178"/>
              <a:gd name="T20" fmla="*/ 169 w 280"/>
              <a:gd name="T21" fmla="*/ 16 h 178"/>
              <a:gd name="T22" fmla="*/ 186 w 280"/>
              <a:gd name="T23" fmla="*/ 13 h 178"/>
              <a:gd name="T24" fmla="*/ 209 w 280"/>
              <a:gd name="T25" fmla="*/ 9 h 178"/>
              <a:gd name="T26" fmla="*/ 224 w 280"/>
              <a:gd name="T27" fmla="*/ 3 h 178"/>
              <a:gd name="T28" fmla="*/ 233 w 280"/>
              <a:gd name="T29" fmla="*/ 0 h 178"/>
              <a:gd name="T30" fmla="*/ 265 w 280"/>
              <a:gd name="T31" fmla="*/ 5 h 178"/>
              <a:gd name="T32" fmla="*/ 274 w 280"/>
              <a:gd name="T33" fmla="*/ 29 h 178"/>
              <a:gd name="T34" fmla="*/ 256 w 280"/>
              <a:gd name="T35" fmla="*/ 50 h 178"/>
              <a:gd name="T36" fmla="*/ 245 w 280"/>
              <a:gd name="T37" fmla="*/ 53 h 178"/>
              <a:gd name="T38" fmla="*/ 220 w 280"/>
              <a:gd name="T39" fmla="*/ 56 h 178"/>
              <a:gd name="T40" fmla="*/ 213 w 280"/>
              <a:gd name="T41" fmla="*/ 58 h 178"/>
              <a:gd name="T42" fmla="*/ 208 w 280"/>
              <a:gd name="T43" fmla="*/ 67 h 178"/>
              <a:gd name="T44" fmla="*/ 210 w 280"/>
              <a:gd name="T45" fmla="*/ 76 h 178"/>
              <a:gd name="T46" fmla="*/ 218 w 280"/>
              <a:gd name="T47" fmla="*/ 92 h 178"/>
              <a:gd name="T48" fmla="*/ 224 w 280"/>
              <a:gd name="T49" fmla="*/ 115 h 178"/>
              <a:gd name="T50" fmla="*/ 220 w 280"/>
              <a:gd name="T51" fmla="*/ 146 h 178"/>
              <a:gd name="T52" fmla="*/ 197 w 280"/>
              <a:gd name="T53" fmla="*/ 163 h 178"/>
              <a:gd name="T54" fmla="*/ 189 w 280"/>
              <a:gd name="T55" fmla="*/ 163 h 178"/>
              <a:gd name="T56" fmla="*/ 181 w 280"/>
              <a:gd name="T57" fmla="*/ 167 h 178"/>
              <a:gd name="T58" fmla="*/ 178 w 280"/>
              <a:gd name="T59" fmla="*/ 170 h 178"/>
              <a:gd name="T60" fmla="*/ 156 w 280"/>
              <a:gd name="T61" fmla="*/ 175 h 178"/>
              <a:gd name="T62" fmla="*/ 140 w 280"/>
              <a:gd name="T63" fmla="*/ 166 h 178"/>
              <a:gd name="T64" fmla="*/ 126 w 280"/>
              <a:gd name="T65" fmla="*/ 162 h 178"/>
              <a:gd name="T66" fmla="*/ 119 w 280"/>
              <a:gd name="T67" fmla="*/ 160 h 178"/>
              <a:gd name="T68" fmla="*/ 113 w 280"/>
              <a:gd name="T69" fmla="*/ 150 h 178"/>
              <a:gd name="T70" fmla="*/ 115 w 280"/>
              <a:gd name="T71" fmla="*/ 147 h 178"/>
              <a:gd name="T72" fmla="*/ 122 w 280"/>
              <a:gd name="T73" fmla="*/ 147 h 178"/>
              <a:gd name="T74" fmla="*/ 166 w 280"/>
              <a:gd name="T75" fmla="*/ 141 h 178"/>
              <a:gd name="T76" fmla="*/ 185 w 280"/>
              <a:gd name="T77" fmla="*/ 129 h 178"/>
              <a:gd name="T78" fmla="*/ 188 w 280"/>
              <a:gd name="T79" fmla="*/ 120 h 178"/>
              <a:gd name="T80" fmla="*/ 185 w 280"/>
              <a:gd name="T81" fmla="*/ 92 h 178"/>
              <a:gd name="T82" fmla="*/ 184 w 280"/>
              <a:gd name="T83" fmla="*/ 77 h 178"/>
              <a:gd name="T84" fmla="*/ 179 w 280"/>
              <a:gd name="T85" fmla="*/ 71 h 178"/>
              <a:gd name="T86" fmla="*/ 163 w 280"/>
              <a:gd name="T87" fmla="*/ 75 h 178"/>
              <a:gd name="T88" fmla="*/ 158 w 280"/>
              <a:gd name="T89" fmla="*/ 79 h 178"/>
              <a:gd name="T90" fmla="*/ 145 w 280"/>
              <a:gd name="T91" fmla="*/ 82 h 178"/>
              <a:gd name="T92" fmla="*/ 116 w 280"/>
              <a:gd name="T93" fmla="*/ 91 h 178"/>
              <a:gd name="T94" fmla="*/ 80 w 280"/>
              <a:gd name="T95" fmla="*/ 118 h 178"/>
              <a:gd name="T96" fmla="*/ 52 w 280"/>
              <a:gd name="T97" fmla="*/ 135 h 178"/>
              <a:gd name="T98" fmla="*/ 22 w 280"/>
              <a:gd name="T99" fmla="*/ 136 h 178"/>
              <a:gd name="T100" fmla="*/ 18 w 280"/>
              <a:gd name="T101" fmla="*/ 134 h 178"/>
              <a:gd name="T102" fmla="*/ 16 w 280"/>
              <a:gd name="T103" fmla="*/ 133 h 178"/>
            </a:gdLst>
            <a:rect l="0" t="0" r="r" b="b"/>
            <a:pathLst>
              <a:path w="280" h="178">
                <a:moveTo>
                  <a:pt x="16" y="133"/>
                </a:moveTo>
                <a:cubicBezTo>
                  <a:pt x="18" y="129"/>
                  <a:pt x="16" y="127"/>
                  <a:pt x="14" y="124"/>
                </a:cubicBezTo>
                <a:cubicBezTo>
                  <a:pt x="9" y="118"/>
                  <a:pt x="5" y="111"/>
                  <a:pt x="2" y="103"/>
                </a:cubicBezTo>
                <a:cubicBezTo>
                  <a:pt x="0" y="95"/>
                  <a:pt x="1" y="88"/>
                  <a:pt x="6" y="81"/>
                </a:cubicBezTo>
                <a:cubicBezTo>
                  <a:pt x="9" y="78"/>
                  <a:pt x="12" y="76"/>
                  <a:pt x="16" y="77"/>
                </a:cubicBezTo>
                <a:cubicBezTo>
                  <a:pt x="18" y="77"/>
                  <a:pt x="20" y="76"/>
                  <a:pt x="22" y="77"/>
                </a:cubicBezTo>
                <a:cubicBezTo>
                  <a:pt x="29" y="79"/>
                  <a:pt x="36" y="76"/>
                  <a:pt x="40" y="71"/>
                </a:cubicBezTo>
                <a:cubicBezTo>
                  <a:pt x="44" y="67"/>
                  <a:pt x="49" y="65"/>
                  <a:pt x="54" y="64"/>
                </a:cubicBezTo>
                <a:cubicBezTo>
                  <a:pt x="57" y="64"/>
                  <a:pt x="60" y="62"/>
                  <a:pt x="63" y="61"/>
                </a:cubicBezTo>
                <a:cubicBezTo>
                  <a:pt x="89" y="47"/>
                  <a:pt x="116" y="35"/>
                  <a:pt x="144" y="25"/>
                </a:cubicBezTo>
                <a:cubicBezTo>
                  <a:pt x="152" y="22"/>
                  <a:pt x="161" y="19"/>
                  <a:pt x="169" y="16"/>
                </a:cubicBezTo>
                <a:cubicBezTo>
                  <a:pt x="174" y="14"/>
                  <a:pt x="180" y="14"/>
                  <a:pt x="186" y="13"/>
                </a:cubicBezTo>
                <a:cubicBezTo>
                  <a:pt x="194" y="12"/>
                  <a:pt x="201" y="11"/>
                  <a:pt x="209" y="9"/>
                </a:cubicBezTo>
                <a:cubicBezTo>
                  <a:pt x="214" y="8"/>
                  <a:pt x="219" y="5"/>
                  <a:pt x="224" y="3"/>
                </a:cubicBezTo>
                <a:cubicBezTo>
                  <a:pt x="227" y="1"/>
                  <a:pt x="230" y="0"/>
                  <a:pt x="233" y="0"/>
                </a:cubicBezTo>
                <a:cubicBezTo>
                  <a:pt x="244" y="0"/>
                  <a:pt x="255" y="1"/>
                  <a:pt x="265" y="5"/>
                </a:cubicBezTo>
                <a:cubicBezTo>
                  <a:pt x="276" y="9"/>
                  <a:pt x="280" y="19"/>
                  <a:pt x="274" y="29"/>
                </a:cubicBezTo>
                <a:cubicBezTo>
                  <a:pt x="270" y="38"/>
                  <a:pt x="263" y="45"/>
                  <a:pt x="256" y="50"/>
                </a:cubicBezTo>
                <a:cubicBezTo>
                  <a:pt x="252" y="53"/>
                  <a:pt x="249" y="53"/>
                  <a:pt x="245" y="53"/>
                </a:cubicBezTo>
                <a:cubicBezTo>
                  <a:pt x="236" y="54"/>
                  <a:pt x="228" y="55"/>
                  <a:pt x="220" y="56"/>
                </a:cubicBezTo>
                <a:cubicBezTo>
                  <a:pt x="218" y="57"/>
                  <a:pt x="215" y="57"/>
                  <a:pt x="213" y="58"/>
                </a:cubicBezTo>
                <a:cubicBezTo>
                  <a:pt x="209" y="60"/>
                  <a:pt x="208" y="63"/>
                  <a:pt x="208" y="67"/>
                </a:cubicBezTo>
                <a:cubicBezTo>
                  <a:pt x="208" y="70"/>
                  <a:pt x="209" y="73"/>
                  <a:pt x="210" y="76"/>
                </a:cubicBezTo>
                <a:cubicBezTo>
                  <a:pt x="213" y="82"/>
                  <a:pt x="215" y="87"/>
                  <a:pt x="218" y="92"/>
                </a:cubicBezTo>
                <a:cubicBezTo>
                  <a:pt x="221" y="100"/>
                  <a:pt x="224" y="107"/>
                  <a:pt x="224" y="115"/>
                </a:cubicBezTo>
                <a:cubicBezTo>
                  <a:pt x="224" y="126"/>
                  <a:pt x="223" y="136"/>
                  <a:pt x="220" y="146"/>
                </a:cubicBezTo>
                <a:cubicBezTo>
                  <a:pt x="216" y="157"/>
                  <a:pt x="209" y="162"/>
                  <a:pt x="197" y="163"/>
                </a:cubicBezTo>
                <a:cubicBezTo>
                  <a:pt x="194" y="163"/>
                  <a:pt x="192" y="163"/>
                  <a:pt x="189" y="163"/>
                </a:cubicBezTo>
                <a:cubicBezTo>
                  <a:pt x="186" y="163"/>
                  <a:pt x="183" y="163"/>
                  <a:pt x="181" y="167"/>
                </a:cubicBezTo>
                <a:cubicBezTo>
                  <a:pt x="180" y="168"/>
                  <a:pt x="179" y="169"/>
                  <a:pt x="178" y="170"/>
                </a:cubicBezTo>
                <a:cubicBezTo>
                  <a:pt x="171" y="176"/>
                  <a:pt x="164" y="178"/>
                  <a:pt x="156" y="175"/>
                </a:cubicBezTo>
                <a:cubicBezTo>
                  <a:pt x="151" y="172"/>
                  <a:pt x="145" y="169"/>
                  <a:pt x="140" y="166"/>
                </a:cubicBezTo>
                <a:cubicBezTo>
                  <a:pt x="136" y="163"/>
                  <a:pt x="132" y="162"/>
                  <a:pt x="126" y="162"/>
                </a:cubicBezTo>
                <a:cubicBezTo>
                  <a:pt x="124" y="162"/>
                  <a:pt x="121" y="163"/>
                  <a:pt x="119" y="160"/>
                </a:cubicBezTo>
                <a:cubicBezTo>
                  <a:pt x="116" y="157"/>
                  <a:pt x="114" y="154"/>
                  <a:pt x="113" y="150"/>
                </a:cubicBezTo>
                <a:cubicBezTo>
                  <a:pt x="112" y="148"/>
                  <a:pt x="113" y="147"/>
                  <a:pt x="115" y="147"/>
                </a:cubicBezTo>
                <a:cubicBezTo>
                  <a:pt x="117" y="147"/>
                  <a:pt x="120" y="147"/>
                  <a:pt x="122" y="147"/>
                </a:cubicBezTo>
                <a:cubicBezTo>
                  <a:pt x="137" y="148"/>
                  <a:pt x="152" y="146"/>
                  <a:pt x="166" y="141"/>
                </a:cubicBezTo>
                <a:cubicBezTo>
                  <a:pt x="173" y="138"/>
                  <a:pt x="179" y="134"/>
                  <a:pt x="185" y="129"/>
                </a:cubicBezTo>
                <a:cubicBezTo>
                  <a:pt x="188" y="126"/>
                  <a:pt x="189" y="123"/>
                  <a:pt x="188" y="120"/>
                </a:cubicBezTo>
                <a:cubicBezTo>
                  <a:pt x="187" y="111"/>
                  <a:pt x="186" y="102"/>
                  <a:pt x="185" y="92"/>
                </a:cubicBezTo>
                <a:cubicBezTo>
                  <a:pt x="184" y="87"/>
                  <a:pt x="184" y="82"/>
                  <a:pt x="184" y="77"/>
                </a:cubicBezTo>
                <a:cubicBezTo>
                  <a:pt x="184" y="73"/>
                  <a:pt x="183" y="71"/>
                  <a:pt x="179" y="71"/>
                </a:cubicBezTo>
                <a:cubicBezTo>
                  <a:pt x="173" y="70"/>
                  <a:pt x="168" y="70"/>
                  <a:pt x="163" y="75"/>
                </a:cubicBezTo>
                <a:cubicBezTo>
                  <a:pt x="162" y="76"/>
                  <a:pt x="160" y="77"/>
                  <a:pt x="158" y="79"/>
                </a:cubicBezTo>
                <a:cubicBezTo>
                  <a:pt x="154" y="81"/>
                  <a:pt x="150" y="83"/>
                  <a:pt x="145" y="82"/>
                </a:cubicBezTo>
                <a:cubicBezTo>
                  <a:pt x="134" y="82"/>
                  <a:pt x="124" y="85"/>
                  <a:pt x="116" y="91"/>
                </a:cubicBezTo>
                <a:cubicBezTo>
                  <a:pt x="104" y="100"/>
                  <a:pt x="92" y="109"/>
                  <a:pt x="80" y="118"/>
                </a:cubicBezTo>
                <a:cubicBezTo>
                  <a:pt x="71" y="124"/>
                  <a:pt x="62" y="131"/>
                  <a:pt x="52" y="135"/>
                </a:cubicBezTo>
                <a:cubicBezTo>
                  <a:pt x="42" y="139"/>
                  <a:pt x="32" y="140"/>
                  <a:pt x="22" y="136"/>
                </a:cubicBezTo>
                <a:cubicBezTo>
                  <a:pt x="20" y="136"/>
                  <a:pt x="19" y="135"/>
                  <a:pt x="18" y="134"/>
                </a:cubicBezTo>
                <a:cubicBezTo>
                  <a:pt x="17" y="134"/>
                  <a:pt x="17" y="134"/>
                  <a:pt x="16" y="133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4" name="Freeform 15">
            <a:extLst xmlns:a="http://schemas.openxmlformats.org/drawingml/2006/main">
              <a:ext uri="{FF2B5EF4-FFF2-40B4-BE49-F238E27FC236}">
                <a16:creationId xmlns:a16="http://schemas.microsoft.com/office/drawing/2014/main" id="{589C2CD5-91E8-4D06-BDF5-FDE6C88F4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703" y="432578"/>
            <a:ext cx="107776" cy="57594"/>
          </a:xfrm>
          <a:custGeom xmlns:a="http://schemas.openxmlformats.org/drawingml/2006/main">
            <a:gdLst>
              <a:gd name="T0" fmla="*/ 197 w 212"/>
              <a:gd name="T1" fmla="*/ 0 h 114"/>
              <a:gd name="T2" fmla="*/ 205 w 212"/>
              <a:gd name="T3" fmla="*/ 0 h 114"/>
              <a:gd name="T4" fmla="*/ 211 w 212"/>
              <a:gd name="T5" fmla="*/ 9 h 114"/>
              <a:gd name="T6" fmla="*/ 191 w 212"/>
              <a:gd name="T7" fmla="*/ 29 h 114"/>
              <a:gd name="T8" fmla="*/ 187 w 212"/>
              <a:gd name="T9" fmla="*/ 29 h 114"/>
              <a:gd name="T10" fmla="*/ 174 w 212"/>
              <a:gd name="T11" fmla="*/ 33 h 114"/>
              <a:gd name="T12" fmla="*/ 132 w 212"/>
              <a:gd name="T13" fmla="*/ 67 h 114"/>
              <a:gd name="T14" fmla="*/ 109 w 212"/>
              <a:gd name="T15" fmla="*/ 91 h 114"/>
              <a:gd name="T16" fmla="*/ 71 w 212"/>
              <a:gd name="T17" fmla="*/ 112 h 114"/>
              <a:gd name="T18" fmla="*/ 40 w 212"/>
              <a:gd name="T19" fmla="*/ 108 h 114"/>
              <a:gd name="T20" fmla="*/ 9 w 212"/>
              <a:gd name="T21" fmla="*/ 90 h 114"/>
              <a:gd name="T22" fmla="*/ 8 w 212"/>
              <a:gd name="T23" fmla="*/ 89 h 114"/>
              <a:gd name="T24" fmla="*/ 11 w 212"/>
              <a:gd name="T25" fmla="*/ 64 h 114"/>
              <a:gd name="T26" fmla="*/ 15 w 212"/>
              <a:gd name="T27" fmla="*/ 62 h 114"/>
              <a:gd name="T28" fmla="*/ 114 w 212"/>
              <a:gd name="T29" fmla="*/ 23 h 114"/>
              <a:gd name="T30" fmla="*/ 130 w 212"/>
              <a:gd name="T31" fmla="*/ 18 h 114"/>
              <a:gd name="T32" fmla="*/ 164 w 212"/>
              <a:gd name="T33" fmla="*/ 7 h 114"/>
              <a:gd name="T34" fmla="*/ 197 w 212"/>
              <a:gd name="T35" fmla="*/ 0 h 114"/>
            </a:gdLst>
            <a:rect l="0" t="0" r="r" b="b"/>
            <a:pathLst>
              <a:path w="212" h="114">
                <a:moveTo>
                  <a:pt x="197" y="0"/>
                </a:moveTo>
                <a:cubicBezTo>
                  <a:pt x="199" y="0"/>
                  <a:pt x="202" y="0"/>
                  <a:pt x="205" y="0"/>
                </a:cubicBezTo>
                <a:cubicBezTo>
                  <a:pt x="209" y="1"/>
                  <a:pt x="212" y="5"/>
                  <a:pt x="211" y="9"/>
                </a:cubicBezTo>
                <a:cubicBezTo>
                  <a:pt x="207" y="18"/>
                  <a:pt x="200" y="25"/>
                  <a:pt x="191" y="29"/>
                </a:cubicBezTo>
                <a:cubicBezTo>
                  <a:pt x="189" y="29"/>
                  <a:pt x="188" y="29"/>
                  <a:pt x="187" y="29"/>
                </a:cubicBezTo>
                <a:cubicBezTo>
                  <a:pt x="182" y="28"/>
                  <a:pt x="178" y="30"/>
                  <a:pt x="174" y="33"/>
                </a:cubicBezTo>
                <a:cubicBezTo>
                  <a:pt x="158" y="43"/>
                  <a:pt x="144" y="54"/>
                  <a:pt x="132" y="67"/>
                </a:cubicBezTo>
                <a:cubicBezTo>
                  <a:pt x="124" y="75"/>
                  <a:pt x="116" y="83"/>
                  <a:pt x="109" y="91"/>
                </a:cubicBezTo>
                <a:cubicBezTo>
                  <a:pt x="99" y="102"/>
                  <a:pt x="86" y="110"/>
                  <a:pt x="71" y="112"/>
                </a:cubicBezTo>
                <a:cubicBezTo>
                  <a:pt x="61" y="114"/>
                  <a:pt x="50" y="112"/>
                  <a:pt x="40" y="108"/>
                </a:cubicBezTo>
                <a:cubicBezTo>
                  <a:pt x="29" y="104"/>
                  <a:pt x="19" y="98"/>
                  <a:pt x="9" y="90"/>
                </a:cubicBezTo>
                <a:cubicBezTo>
                  <a:pt x="9" y="90"/>
                  <a:pt x="9" y="89"/>
                  <a:pt x="8" y="89"/>
                </a:cubicBezTo>
                <a:cubicBezTo>
                  <a:pt x="0" y="81"/>
                  <a:pt x="2" y="70"/>
                  <a:pt x="11" y="64"/>
                </a:cubicBezTo>
                <a:cubicBezTo>
                  <a:pt x="12" y="63"/>
                  <a:pt x="14" y="63"/>
                  <a:pt x="15" y="62"/>
                </a:cubicBezTo>
                <a:cubicBezTo>
                  <a:pt x="48" y="49"/>
                  <a:pt x="81" y="36"/>
                  <a:pt x="114" y="23"/>
                </a:cubicBezTo>
                <a:cubicBezTo>
                  <a:pt x="119" y="21"/>
                  <a:pt x="125" y="19"/>
                  <a:pt x="130" y="18"/>
                </a:cubicBezTo>
                <a:cubicBezTo>
                  <a:pt x="142" y="15"/>
                  <a:pt x="153" y="12"/>
                  <a:pt x="164" y="7"/>
                </a:cubicBezTo>
                <a:cubicBezTo>
                  <a:pt x="175" y="2"/>
                  <a:pt x="186" y="0"/>
                  <a:pt x="197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5" name="Freeform 16">
            <a:extLst xmlns:a="http://schemas.openxmlformats.org/drawingml/2006/main">
              <a:ext uri="{FF2B5EF4-FFF2-40B4-BE49-F238E27FC236}">
                <a16:creationId xmlns:a16="http://schemas.microsoft.com/office/drawing/2014/main" id="{5B88B932-9FC3-4540-BC8D-E6563FE16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5059" y="361297"/>
            <a:ext cx="57594" cy="63867"/>
          </a:xfrm>
          <a:custGeom xmlns:a="http://schemas.openxmlformats.org/drawingml/2006/main">
            <a:gdLst>
              <a:gd name="T0" fmla="*/ 114 w 114"/>
              <a:gd name="T1" fmla="*/ 70 h 126"/>
              <a:gd name="T2" fmla="*/ 101 w 114"/>
              <a:gd name="T3" fmla="*/ 91 h 126"/>
              <a:gd name="T4" fmla="*/ 78 w 114"/>
              <a:gd name="T5" fmla="*/ 97 h 126"/>
              <a:gd name="T6" fmla="*/ 58 w 114"/>
              <a:gd name="T7" fmla="*/ 106 h 126"/>
              <a:gd name="T8" fmla="*/ 40 w 114"/>
              <a:gd name="T9" fmla="*/ 121 h 126"/>
              <a:gd name="T10" fmla="*/ 31 w 114"/>
              <a:gd name="T11" fmla="*/ 125 h 126"/>
              <a:gd name="T12" fmla="*/ 23 w 114"/>
              <a:gd name="T13" fmla="*/ 122 h 126"/>
              <a:gd name="T14" fmla="*/ 23 w 114"/>
              <a:gd name="T15" fmla="*/ 112 h 126"/>
              <a:gd name="T16" fmla="*/ 26 w 114"/>
              <a:gd name="T17" fmla="*/ 68 h 126"/>
              <a:gd name="T18" fmla="*/ 16 w 114"/>
              <a:gd name="T19" fmla="*/ 50 h 126"/>
              <a:gd name="T20" fmla="*/ 11 w 114"/>
              <a:gd name="T21" fmla="*/ 39 h 126"/>
              <a:gd name="T22" fmla="*/ 3 w 114"/>
              <a:gd name="T23" fmla="*/ 21 h 126"/>
              <a:gd name="T24" fmla="*/ 3 w 114"/>
              <a:gd name="T25" fmla="*/ 6 h 126"/>
              <a:gd name="T26" fmla="*/ 12 w 114"/>
              <a:gd name="T27" fmla="*/ 0 h 126"/>
              <a:gd name="T28" fmla="*/ 18 w 114"/>
              <a:gd name="T29" fmla="*/ 1 h 126"/>
              <a:gd name="T30" fmla="*/ 50 w 114"/>
              <a:gd name="T31" fmla="*/ 12 h 126"/>
              <a:gd name="T32" fmla="*/ 86 w 114"/>
              <a:gd name="T33" fmla="*/ 31 h 126"/>
              <a:gd name="T34" fmla="*/ 106 w 114"/>
              <a:gd name="T35" fmla="*/ 48 h 126"/>
              <a:gd name="T36" fmla="*/ 114 w 114"/>
              <a:gd name="T37" fmla="*/ 70 h 126"/>
            </a:gdLst>
            <a:rect l="0" t="0" r="r" b="b"/>
            <a:pathLst>
              <a:path w="114" h="126">
                <a:moveTo>
                  <a:pt x="114" y="70"/>
                </a:moveTo>
                <a:cubicBezTo>
                  <a:pt x="114" y="79"/>
                  <a:pt x="109" y="86"/>
                  <a:pt x="101" y="91"/>
                </a:cubicBezTo>
                <a:cubicBezTo>
                  <a:pt x="94" y="95"/>
                  <a:pt x="86" y="97"/>
                  <a:pt x="78" y="97"/>
                </a:cubicBezTo>
                <a:cubicBezTo>
                  <a:pt x="64" y="97"/>
                  <a:pt x="66" y="98"/>
                  <a:pt x="58" y="106"/>
                </a:cubicBezTo>
                <a:cubicBezTo>
                  <a:pt x="52" y="111"/>
                  <a:pt x="46" y="116"/>
                  <a:pt x="40" y="121"/>
                </a:cubicBezTo>
                <a:cubicBezTo>
                  <a:pt x="38" y="123"/>
                  <a:pt x="35" y="124"/>
                  <a:pt x="31" y="125"/>
                </a:cubicBezTo>
                <a:cubicBezTo>
                  <a:pt x="28" y="126"/>
                  <a:pt x="25" y="125"/>
                  <a:pt x="23" y="122"/>
                </a:cubicBezTo>
                <a:cubicBezTo>
                  <a:pt x="22" y="118"/>
                  <a:pt x="21" y="115"/>
                  <a:pt x="23" y="112"/>
                </a:cubicBezTo>
                <a:cubicBezTo>
                  <a:pt x="33" y="98"/>
                  <a:pt x="33" y="83"/>
                  <a:pt x="26" y="68"/>
                </a:cubicBezTo>
                <a:cubicBezTo>
                  <a:pt x="23" y="61"/>
                  <a:pt x="19" y="56"/>
                  <a:pt x="16" y="50"/>
                </a:cubicBezTo>
                <a:cubicBezTo>
                  <a:pt x="14" y="46"/>
                  <a:pt x="12" y="43"/>
                  <a:pt x="11" y="39"/>
                </a:cubicBezTo>
                <a:cubicBezTo>
                  <a:pt x="9" y="33"/>
                  <a:pt x="7" y="27"/>
                  <a:pt x="3" y="21"/>
                </a:cubicBezTo>
                <a:cubicBezTo>
                  <a:pt x="0" y="17"/>
                  <a:pt x="0" y="12"/>
                  <a:pt x="3" y="6"/>
                </a:cubicBezTo>
                <a:cubicBezTo>
                  <a:pt x="5" y="2"/>
                  <a:pt x="8" y="0"/>
                  <a:pt x="12" y="0"/>
                </a:cubicBezTo>
                <a:cubicBezTo>
                  <a:pt x="14" y="0"/>
                  <a:pt x="16" y="1"/>
                  <a:pt x="18" y="1"/>
                </a:cubicBezTo>
                <a:cubicBezTo>
                  <a:pt x="29" y="3"/>
                  <a:pt x="40" y="7"/>
                  <a:pt x="50" y="12"/>
                </a:cubicBezTo>
                <a:cubicBezTo>
                  <a:pt x="62" y="19"/>
                  <a:pt x="74" y="25"/>
                  <a:pt x="86" y="31"/>
                </a:cubicBezTo>
                <a:cubicBezTo>
                  <a:pt x="94" y="36"/>
                  <a:pt x="101" y="41"/>
                  <a:pt x="106" y="48"/>
                </a:cubicBezTo>
                <a:cubicBezTo>
                  <a:pt x="111" y="54"/>
                  <a:pt x="114" y="61"/>
                  <a:pt x="114" y="7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6" name="Freeform 24">
            <a:extLst xmlns:a="http://schemas.openxmlformats.org/drawingml/2006/main">
              <a:ext uri="{FF2B5EF4-FFF2-40B4-BE49-F238E27FC236}">
                <a16:creationId xmlns:a16="http://schemas.microsoft.com/office/drawing/2014/main" id="{A10A71D1-EFC0-469F-AB62-6229B61C5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4717" y="420032"/>
            <a:ext cx="56454" cy="76412"/>
          </a:xfrm>
          <a:custGeom xmlns:a="http://schemas.openxmlformats.org/drawingml/2006/main">
            <a:gdLst>
              <a:gd name="T0" fmla="*/ 111 w 111"/>
              <a:gd name="T1" fmla="*/ 118 h 150"/>
              <a:gd name="T2" fmla="*/ 108 w 111"/>
              <a:gd name="T3" fmla="*/ 125 h 150"/>
              <a:gd name="T4" fmla="*/ 94 w 111"/>
              <a:gd name="T5" fmla="*/ 142 h 150"/>
              <a:gd name="T6" fmla="*/ 80 w 111"/>
              <a:gd name="T7" fmla="*/ 149 h 150"/>
              <a:gd name="T8" fmla="*/ 72 w 111"/>
              <a:gd name="T9" fmla="*/ 144 h 150"/>
              <a:gd name="T10" fmla="*/ 66 w 111"/>
              <a:gd name="T11" fmla="*/ 117 h 150"/>
              <a:gd name="T12" fmla="*/ 59 w 111"/>
              <a:gd name="T13" fmla="*/ 90 h 150"/>
              <a:gd name="T14" fmla="*/ 50 w 111"/>
              <a:gd name="T15" fmla="*/ 75 h 150"/>
              <a:gd name="T16" fmla="*/ 19 w 111"/>
              <a:gd name="T17" fmla="*/ 40 h 150"/>
              <a:gd name="T18" fmla="*/ 6 w 111"/>
              <a:gd name="T19" fmla="*/ 27 h 150"/>
              <a:gd name="T20" fmla="*/ 0 w 111"/>
              <a:gd name="T21" fmla="*/ 10 h 150"/>
              <a:gd name="T22" fmla="*/ 0 w 111"/>
              <a:gd name="T23" fmla="*/ 8 h 150"/>
              <a:gd name="T24" fmla="*/ 9 w 111"/>
              <a:gd name="T25" fmla="*/ 2 h 150"/>
              <a:gd name="T26" fmla="*/ 18 w 111"/>
              <a:gd name="T27" fmla="*/ 7 h 150"/>
              <a:gd name="T28" fmla="*/ 27 w 111"/>
              <a:gd name="T29" fmla="*/ 15 h 150"/>
              <a:gd name="T30" fmla="*/ 44 w 111"/>
              <a:gd name="T31" fmla="*/ 26 h 150"/>
              <a:gd name="T32" fmla="*/ 85 w 111"/>
              <a:gd name="T33" fmla="*/ 57 h 150"/>
              <a:gd name="T34" fmla="*/ 110 w 111"/>
              <a:gd name="T35" fmla="*/ 114 h 150"/>
              <a:gd name="T36" fmla="*/ 110 w 111"/>
              <a:gd name="T37" fmla="*/ 117 h 150"/>
              <a:gd name="T38" fmla="*/ 111 w 111"/>
              <a:gd name="T39" fmla="*/ 118 h 150"/>
            </a:gdLst>
            <a:rect l="0" t="0" r="r" b="b"/>
            <a:pathLst>
              <a:path w="111" h="150">
                <a:moveTo>
                  <a:pt x="111" y="118"/>
                </a:moveTo>
                <a:cubicBezTo>
                  <a:pt x="110" y="120"/>
                  <a:pt x="109" y="123"/>
                  <a:pt x="108" y="125"/>
                </a:cubicBezTo>
                <a:cubicBezTo>
                  <a:pt x="103" y="131"/>
                  <a:pt x="99" y="136"/>
                  <a:pt x="94" y="142"/>
                </a:cubicBezTo>
                <a:cubicBezTo>
                  <a:pt x="90" y="146"/>
                  <a:pt x="86" y="148"/>
                  <a:pt x="80" y="149"/>
                </a:cubicBezTo>
                <a:cubicBezTo>
                  <a:pt x="75" y="150"/>
                  <a:pt x="73" y="149"/>
                  <a:pt x="72" y="144"/>
                </a:cubicBezTo>
                <a:cubicBezTo>
                  <a:pt x="70" y="135"/>
                  <a:pt x="68" y="126"/>
                  <a:pt x="66" y="117"/>
                </a:cubicBezTo>
                <a:cubicBezTo>
                  <a:pt x="64" y="108"/>
                  <a:pt x="63" y="99"/>
                  <a:pt x="59" y="90"/>
                </a:cubicBezTo>
                <a:cubicBezTo>
                  <a:pt x="57" y="85"/>
                  <a:pt x="54" y="80"/>
                  <a:pt x="50" y="75"/>
                </a:cubicBezTo>
                <a:cubicBezTo>
                  <a:pt x="40" y="63"/>
                  <a:pt x="29" y="51"/>
                  <a:pt x="19" y="40"/>
                </a:cubicBezTo>
                <a:cubicBezTo>
                  <a:pt x="15" y="35"/>
                  <a:pt x="11" y="31"/>
                  <a:pt x="6" y="27"/>
                </a:cubicBezTo>
                <a:cubicBezTo>
                  <a:pt x="1" y="22"/>
                  <a:pt x="0" y="17"/>
                  <a:pt x="0" y="10"/>
                </a:cubicBezTo>
                <a:cubicBezTo>
                  <a:pt x="0" y="9"/>
                  <a:pt x="0" y="9"/>
                  <a:pt x="0" y="8"/>
                </a:cubicBezTo>
                <a:cubicBezTo>
                  <a:pt x="2" y="1"/>
                  <a:pt x="3" y="0"/>
                  <a:pt x="9" y="2"/>
                </a:cubicBezTo>
                <a:cubicBezTo>
                  <a:pt x="12" y="4"/>
                  <a:pt x="15" y="5"/>
                  <a:pt x="18" y="7"/>
                </a:cubicBezTo>
                <a:cubicBezTo>
                  <a:pt x="21" y="10"/>
                  <a:pt x="24" y="12"/>
                  <a:pt x="27" y="15"/>
                </a:cubicBezTo>
                <a:cubicBezTo>
                  <a:pt x="32" y="20"/>
                  <a:pt x="38" y="24"/>
                  <a:pt x="44" y="26"/>
                </a:cubicBezTo>
                <a:cubicBezTo>
                  <a:pt x="61" y="33"/>
                  <a:pt x="74" y="43"/>
                  <a:pt x="85" y="57"/>
                </a:cubicBezTo>
                <a:cubicBezTo>
                  <a:pt x="98" y="73"/>
                  <a:pt x="107" y="92"/>
                  <a:pt x="110" y="114"/>
                </a:cubicBezTo>
                <a:cubicBezTo>
                  <a:pt x="110" y="115"/>
                  <a:pt x="110" y="116"/>
                  <a:pt x="110" y="117"/>
                </a:cubicBezTo>
                <a:cubicBezTo>
                  <a:pt x="110" y="117"/>
                  <a:pt x="110" y="118"/>
                  <a:pt x="111" y="1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7" name="Freeform 26">
            <a:extLst xmlns:a="http://schemas.openxmlformats.org/drawingml/2006/main">
              <a:ext uri="{FF2B5EF4-FFF2-40B4-BE49-F238E27FC236}">
                <a16:creationId xmlns:a16="http://schemas.microsoft.com/office/drawing/2014/main" id="{387CB04A-5F9F-4B4E-A9C7-2D55051E5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4100" y="564304"/>
            <a:ext cx="41057" cy="50181"/>
          </a:xfrm>
          <a:custGeom xmlns:a="http://schemas.openxmlformats.org/drawingml/2006/main">
            <a:gdLst>
              <a:gd name="T0" fmla="*/ 0 w 81"/>
              <a:gd name="T1" fmla="*/ 18 h 99"/>
              <a:gd name="T2" fmla="*/ 1 w 81"/>
              <a:gd name="T3" fmla="*/ 9 h 99"/>
              <a:gd name="T4" fmla="*/ 11 w 81"/>
              <a:gd name="T5" fmla="*/ 1 h 99"/>
              <a:gd name="T6" fmla="*/ 50 w 81"/>
              <a:gd name="T7" fmla="*/ 12 h 99"/>
              <a:gd name="T8" fmla="*/ 78 w 81"/>
              <a:gd name="T9" fmla="*/ 44 h 99"/>
              <a:gd name="T10" fmla="*/ 80 w 81"/>
              <a:gd name="T11" fmla="*/ 51 h 99"/>
              <a:gd name="T12" fmla="*/ 77 w 81"/>
              <a:gd name="T13" fmla="*/ 79 h 99"/>
              <a:gd name="T14" fmla="*/ 43 w 81"/>
              <a:gd name="T15" fmla="*/ 92 h 99"/>
              <a:gd name="T16" fmla="*/ 30 w 81"/>
              <a:gd name="T17" fmla="*/ 81 h 99"/>
              <a:gd name="T18" fmla="*/ 12 w 81"/>
              <a:gd name="T19" fmla="*/ 60 h 99"/>
              <a:gd name="T20" fmla="*/ 1 w 81"/>
              <a:gd name="T21" fmla="*/ 24 h 99"/>
              <a:gd name="T22" fmla="*/ 1 w 81"/>
              <a:gd name="T23" fmla="*/ 18 h 99"/>
              <a:gd name="T24" fmla="*/ 0 w 81"/>
              <a:gd name="T25" fmla="*/ 18 h 99"/>
            </a:gdLst>
            <a:rect l="0" t="0" r="r" b="b"/>
            <a:pathLst>
              <a:path w="81" h="99">
                <a:moveTo>
                  <a:pt x="0" y="18"/>
                </a:moveTo>
                <a:cubicBezTo>
                  <a:pt x="1" y="15"/>
                  <a:pt x="1" y="12"/>
                  <a:pt x="1" y="9"/>
                </a:cubicBezTo>
                <a:cubicBezTo>
                  <a:pt x="2" y="4"/>
                  <a:pt x="5" y="1"/>
                  <a:pt x="11" y="1"/>
                </a:cubicBezTo>
                <a:cubicBezTo>
                  <a:pt x="25" y="0"/>
                  <a:pt x="39" y="2"/>
                  <a:pt x="50" y="12"/>
                </a:cubicBezTo>
                <a:cubicBezTo>
                  <a:pt x="62" y="21"/>
                  <a:pt x="70" y="32"/>
                  <a:pt x="78" y="44"/>
                </a:cubicBezTo>
                <a:cubicBezTo>
                  <a:pt x="79" y="46"/>
                  <a:pt x="80" y="49"/>
                  <a:pt x="80" y="51"/>
                </a:cubicBezTo>
                <a:cubicBezTo>
                  <a:pt x="81" y="61"/>
                  <a:pt x="80" y="70"/>
                  <a:pt x="77" y="79"/>
                </a:cubicBezTo>
                <a:cubicBezTo>
                  <a:pt x="74" y="89"/>
                  <a:pt x="57" y="99"/>
                  <a:pt x="43" y="92"/>
                </a:cubicBezTo>
                <a:cubicBezTo>
                  <a:pt x="38" y="89"/>
                  <a:pt x="33" y="86"/>
                  <a:pt x="30" y="81"/>
                </a:cubicBezTo>
                <a:cubicBezTo>
                  <a:pt x="24" y="74"/>
                  <a:pt x="18" y="67"/>
                  <a:pt x="12" y="60"/>
                </a:cubicBezTo>
                <a:cubicBezTo>
                  <a:pt x="4" y="49"/>
                  <a:pt x="2" y="37"/>
                  <a:pt x="1" y="24"/>
                </a:cubicBezTo>
                <a:cubicBezTo>
                  <a:pt x="1" y="22"/>
                  <a:pt x="1" y="20"/>
                  <a:pt x="1" y="18"/>
                </a:cubicBezTo>
                <a:cubicBezTo>
                  <a:pt x="1" y="18"/>
                  <a:pt x="1" y="18"/>
                  <a:pt x="0" y="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30AFCCCF-5AE5-4A11-AC5B-960C3152C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7552" y="552329"/>
            <a:ext cx="43908" cy="50751"/>
          </a:xfrm>
          <a:custGeom xmlns:a="http://schemas.openxmlformats.org/drawingml/2006/main">
            <a:gdLst>
              <a:gd name="T0" fmla="*/ 38 w 87"/>
              <a:gd name="T1" fmla="*/ 100 h 100"/>
              <a:gd name="T2" fmla="*/ 27 w 87"/>
              <a:gd name="T3" fmla="*/ 98 h 100"/>
              <a:gd name="T4" fmla="*/ 22 w 87"/>
              <a:gd name="T5" fmla="*/ 91 h 100"/>
              <a:gd name="T6" fmla="*/ 17 w 87"/>
              <a:gd name="T7" fmla="*/ 65 h 100"/>
              <a:gd name="T8" fmla="*/ 1 w 87"/>
              <a:gd name="T9" fmla="*/ 16 h 100"/>
              <a:gd name="T10" fmla="*/ 0 w 87"/>
              <a:gd name="T11" fmla="*/ 4 h 100"/>
              <a:gd name="T12" fmla="*/ 4 w 87"/>
              <a:gd name="T13" fmla="*/ 0 h 100"/>
              <a:gd name="T14" fmla="*/ 12 w 87"/>
              <a:gd name="T15" fmla="*/ 0 h 100"/>
              <a:gd name="T16" fmla="*/ 20 w 87"/>
              <a:gd name="T17" fmla="*/ 4 h 100"/>
              <a:gd name="T18" fmla="*/ 31 w 87"/>
              <a:gd name="T19" fmla="*/ 12 h 100"/>
              <a:gd name="T20" fmla="*/ 65 w 87"/>
              <a:gd name="T21" fmla="*/ 41 h 100"/>
              <a:gd name="T22" fmla="*/ 78 w 87"/>
              <a:gd name="T23" fmla="*/ 56 h 100"/>
              <a:gd name="T24" fmla="*/ 73 w 87"/>
              <a:gd name="T25" fmla="*/ 87 h 100"/>
              <a:gd name="T26" fmla="*/ 38 w 87"/>
              <a:gd name="T27" fmla="*/ 100 h 100"/>
            </a:gdLst>
            <a:rect l="0" t="0" r="r" b="b"/>
            <a:pathLst>
              <a:path w="87" h="100">
                <a:moveTo>
                  <a:pt x="38" y="100"/>
                </a:moveTo>
                <a:cubicBezTo>
                  <a:pt x="34" y="99"/>
                  <a:pt x="31" y="99"/>
                  <a:pt x="27" y="98"/>
                </a:cubicBezTo>
                <a:cubicBezTo>
                  <a:pt x="24" y="97"/>
                  <a:pt x="22" y="94"/>
                  <a:pt x="22" y="91"/>
                </a:cubicBezTo>
                <a:cubicBezTo>
                  <a:pt x="23" y="81"/>
                  <a:pt x="20" y="73"/>
                  <a:pt x="17" y="65"/>
                </a:cubicBezTo>
                <a:cubicBezTo>
                  <a:pt x="11" y="49"/>
                  <a:pt x="4" y="33"/>
                  <a:pt x="1" y="16"/>
                </a:cubicBezTo>
                <a:cubicBezTo>
                  <a:pt x="0" y="12"/>
                  <a:pt x="0" y="8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7" y="0"/>
                  <a:pt x="10" y="0"/>
                  <a:pt x="12" y="0"/>
                </a:cubicBezTo>
                <a:cubicBezTo>
                  <a:pt x="15" y="1"/>
                  <a:pt x="18" y="2"/>
                  <a:pt x="20" y="4"/>
                </a:cubicBezTo>
                <a:cubicBezTo>
                  <a:pt x="24" y="7"/>
                  <a:pt x="28" y="9"/>
                  <a:pt x="31" y="12"/>
                </a:cubicBezTo>
                <a:cubicBezTo>
                  <a:pt x="42" y="22"/>
                  <a:pt x="54" y="31"/>
                  <a:pt x="65" y="41"/>
                </a:cubicBezTo>
                <a:cubicBezTo>
                  <a:pt x="70" y="45"/>
                  <a:pt x="74" y="51"/>
                  <a:pt x="78" y="56"/>
                </a:cubicBezTo>
                <a:cubicBezTo>
                  <a:pt x="87" y="69"/>
                  <a:pt x="85" y="78"/>
                  <a:pt x="73" y="87"/>
                </a:cubicBezTo>
                <a:cubicBezTo>
                  <a:pt x="64" y="95"/>
                  <a:pt x="50" y="100"/>
                  <a:pt x="38" y="1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9" name="Freeform 36">
            <a:extLst xmlns:a="http://schemas.openxmlformats.org/drawingml/2006/main">
              <a:ext uri="{FF2B5EF4-FFF2-40B4-BE49-F238E27FC236}">
                <a16:creationId xmlns:a16="http://schemas.microsoft.com/office/drawing/2014/main" id="{FE7DE759-43C4-43A4-9840-5F3072A2F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3006" y="481619"/>
            <a:ext cx="22809" cy="43908"/>
          </a:xfrm>
          <a:custGeom xmlns:a="http://schemas.openxmlformats.org/drawingml/2006/main">
            <a:gdLst>
              <a:gd name="T0" fmla="*/ 6 w 44"/>
              <a:gd name="T1" fmla="*/ 57 h 87"/>
              <a:gd name="T2" fmla="*/ 2 w 44"/>
              <a:gd name="T3" fmla="*/ 8 h 87"/>
              <a:gd name="T4" fmla="*/ 3 w 44"/>
              <a:gd name="T5" fmla="*/ 2 h 87"/>
              <a:gd name="T6" fmla="*/ 10 w 44"/>
              <a:gd name="T7" fmla="*/ 2 h 87"/>
              <a:gd name="T8" fmla="*/ 15 w 44"/>
              <a:gd name="T9" fmla="*/ 6 h 87"/>
              <a:gd name="T10" fmla="*/ 29 w 44"/>
              <a:gd name="T11" fmla="*/ 22 h 87"/>
              <a:gd name="T12" fmla="*/ 39 w 44"/>
              <a:gd name="T13" fmla="*/ 36 h 87"/>
              <a:gd name="T14" fmla="*/ 43 w 44"/>
              <a:gd name="T15" fmla="*/ 52 h 87"/>
              <a:gd name="T16" fmla="*/ 38 w 44"/>
              <a:gd name="T17" fmla="*/ 74 h 87"/>
              <a:gd name="T18" fmla="*/ 16 w 44"/>
              <a:gd name="T19" fmla="*/ 87 h 87"/>
              <a:gd name="T20" fmla="*/ 8 w 44"/>
              <a:gd name="T21" fmla="*/ 81 h 87"/>
              <a:gd name="T22" fmla="*/ 6 w 44"/>
              <a:gd name="T23" fmla="*/ 65 h 87"/>
              <a:gd name="T24" fmla="*/ 6 w 44"/>
              <a:gd name="T25" fmla="*/ 57 h 87"/>
            </a:gdLst>
            <a:rect l="0" t="0" r="r" b="b"/>
            <a:pathLst>
              <a:path w="44" h="87">
                <a:moveTo>
                  <a:pt x="6" y="57"/>
                </a:moveTo>
                <a:cubicBezTo>
                  <a:pt x="7" y="39"/>
                  <a:pt x="5" y="23"/>
                  <a:pt x="2" y="8"/>
                </a:cubicBezTo>
                <a:cubicBezTo>
                  <a:pt x="1" y="6"/>
                  <a:pt x="0" y="3"/>
                  <a:pt x="3" y="2"/>
                </a:cubicBezTo>
                <a:cubicBezTo>
                  <a:pt x="5" y="0"/>
                  <a:pt x="7" y="0"/>
                  <a:pt x="10" y="2"/>
                </a:cubicBezTo>
                <a:cubicBezTo>
                  <a:pt x="12" y="3"/>
                  <a:pt x="14" y="4"/>
                  <a:pt x="15" y="6"/>
                </a:cubicBezTo>
                <a:cubicBezTo>
                  <a:pt x="20" y="11"/>
                  <a:pt x="25" y="17"/>
                  <a:pt x="29" y="22"/>
                </a:cubicBezTo>
                <a:cubicBezTo>
                  <a:pt x="33" y="27"/>
                  <a:pt x="36" y="32"/>
                  <a:pt x="39" y="36"/>
                </a:cubicBezTo>
                <a:cubicBezTo>
                  <a:pt x="42" y="41"/>
                  <a:pt x="44" y="46"/>
                  <a:pt x="43" y="52"/>
                </a:cubicBezTo>
                <a:cubicBezTo>
                  <a:pt x="42" y="59"/>
                  <a:pt x="41" y="67"/>
                  <a:pt x="38" y="74"/>
                </a:cubicBezTo>
                <a:cubicBezTo>
                  <a:pt x="33" y="83"/>
                  <a:pt x="27" y="87"/>
                  <a:pt x="16" y="87"/>
                </a:cubicBezTo>
                <a:cubicBezTo>
                  <a:pt x="12" y="87"/>
                  <a:pt x="10" y="85"/>
                  <a:pt x="8" y="81"/>
                </a:cubicBezTo>
                <a:cubicBezTo>
                  <a:pt x="6" y="76"/>
                  <a:pt x="6" y="71"/>
                  <a:pt x="6" y="65"/>
                </a:cubicBezTo>
                <a:cubicBezTo>
                  <a:pt x="6" y="62"/>
                  <a:pt x="6" y="59"/>
                  <a:pt x="6" y="5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5" name="Freeform 8">
            <a:extLst xmlns:a="http://schemas.openxmlformats.org/drawingml/2006/main">
              <a:ext uri="{FF2B5EF4-FFF2-40B4-BE49-F238E27FC236}">
                <a16:creationId xmlns:a16="http://schemas.microsoft.com/office/drawing/2014/main" id="{29A77578-B779-49F3-9979-7A89A733A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7780" y="329883"/>
            <a:ext cx="445930" cy="444892"/>
          </a:xfrm>
          <a:custGeom xmlns:a="http://schemas.openxmlformats.org/drawingml/2006/main"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Freeform 42">
            <a:extLst xmlns:a="http://schemas.openxmlformats.org/drawingml/2006/main">
              <a:ext uri="{FF2B5EF4-FFF2-40B4-BE49-F238E27FC236}">
                <a16:creationId xmlns:a16="http://schemas.microsoft.com/office/drawing/2014/main" id="{4EDC8123-C1EB-4E5F-95DC-942FE7528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5990" y="387574"/>
            <a:ext cx="328990" cy="328471"/>
          </a:xfrm>
          <a:custGeom xmlns:a="http://schemas.openxmlformats.org/drawingml/2006/main"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7" name="Freeform 43">
            <a:extLst xmlns:a="http://schemas.openxmlformats.org/drawingml/2006/main">
              <a:ext uri="{FF2B5EF4-FFF2-40B4-BE49-F238E27FC236}">
                <a16:creationId xmlns:a16="http://schemas.microsoft.com/office/drawing/2014/main" id="{49CA9EC2-6E52-4711-8A30-680B68122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836" y="420317"/>
            <a:ext cx="36381" cy="43657"/>
          </a:xfrm>
          <a:custGeom xmlns:a="http://schemas.openxmlformats.org/drawingml/2006/main"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8" name="Freeform 44">
            <a:extLst xmlns:a="http://schemas.openxmlformats.org/drawingml/2006/main">
              <a:ext uri="{FF2B5EF4-FFF2-40B4-BE49-F238E27FC236}">
                <a16:creationId xmlns:a16="http://schemas.microsoft.com/office/drawing/2014/main" id="{C6B04804-4835-4FF3-A639-75FA1DECA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451" y="502955"/>
            <a:ext cx="34822" cy="37420"/>
          </a:xfrm>
          <a:custGeom xmlns:a="http://schemas.openxmlformats.org/drawingml/2006/main"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9" name="Freeform 45">
            <a:extLst xmlns:a="http://schemas.openxmlformats.org/drawingml/2006/main">
              <a:ext uri="{FF2B5EF4-FFF2-40B4-BE49-F238E27FC236}">
                <a16:creationId xmlns:a16="http://schemas.microsoft.com/office/drawing/2014/main" id="{AEA31EE0-7669-4BD8-977C-D30D15301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0534" y="383416"/>
            <a:ext cx="37940" cy="40539"/>
          </a:xfrm>
          <a:custGeom xmlns:a="http://schemas.openxmlformats.org/drawingml/2006/main"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0" name="Freeform 46">
            <a:extLst xmlns:a="http://schemas.openxmlformats.org/drawingml/2006/main">
              <a:ext uri="{FF2B5EF4-FFF2-40B4-BE49-F238E27FC236}">
                <a16:creationId xmlns:a16="http://schemas.microsoft.com/office/drawing/2014/main" id="{BC34838F-5382-4AF7-B6F1-C5ECB3769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451" y="561165"/>
            <a:ext cx="32743" cy="31184"/>
          </a:xfrm>
          <a:custGeom xmlns:a="http://schemas.openxmlformats.org/drawingml/2006/main"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1" name="Freeform 47">
            <a:extLst xmlns:a="http://schemas.openxmlformats.org/drawingml/2006/main">
              <a:ext uri="{FF2B5EF4-FFF2-40B4-BE49-F238E27FC236}">
                <a16:creationId xmlns:a16="http://schemas.microsoft.com/office/drawing/2014/main" id="{6AE72FEE-E5D6-4E25-94B3-C1C83228F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2285" y="723322"/>
            <a:ext cx="22868" cy="32743"/>
          </a:xfrm>
          <a:custGeom xmlns:a="http://schemas.openxmlformats.org/drawingml/2006/main"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2" name="Freeform 48">
            <a:extLst xmlns:a="http://schemas.openxmlformats.org/drawingml/2006/main">
              <a:ext uri="{FF2B5EF4-FFF2-40B4-BE49-F238E27FC236}">
                <a16:creationId xmlns:a16="http://schemas.microsoft.com/office/drawing/2014/main" id="{07821B92-E13D-41A9-9BBC-1B60D56E4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8444" y="613138"/>
            <a:ext cx="33782" cy="29105"/>
          </a:xfrm>
          <a:custGeom xmlns:a="http://schemas.openxmlformats.org/drawingml/2006/main"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3" name="Freeform 49">
            <a:extLst xmlns:a="http://schemas.openxmlformats.org/drawingml/2006/main">
              <a:ext uri="{FF2B5EF4-FFF2-40B4-BE49-F238E27FC236}">
                <a16:creationId xmlns:a16="http://schemas.microsoft.com/office/drawing/2014/main" id="{670AE4C4-DCC1-4387-BEB5-E1E200E55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8194" y="415639"/>
            <a:ext cx="40019" cy="43657"/>
          </a:xfrm>
          <a:custGeom xmlns:a="http://schemas.openxmlformats.org/drawingml/2006/main"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4" name="Freeform 50">
            <a:extLst xmlns:a="http://schemas.openxmlformats.org/drawingml/2006/main">
              <a:ext uri="{FF2B5EF4-FFF2-40B4-BE49-F238E27FC236}">
                <a16:creationId xmlns:a16="http://schemas.microsoft.com/office/drawing/2014/main" id="{71ADFF90-7263-4CEA-A73E-87E341FF5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3113" y="709289"/>
            <a:ext cx="28065" cy="32223"/>
          </a:xfrm>
          <a:custGeom xmlns:a="http://schemas.openxmlformats.org/drawingml/2006/main"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5" name="Freeform 51">
            <a:extLst xmlns:a="http://schemas.openxmlformats.org/drawingml/2006/main">
              <a:ext uri="{FF2B5EF4-FFF2-40B4-BE49-F238E27FC236}">
                <a16:creationId xmlns:a16="http://schemas.microsoft.com/office/drawing/2014/main" id="{C4CC7FC5-FAED-437C-B4A4-F47EBC3CC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6135" y="379258"/>
            <a:ext cx="37940" cy="36901"/>
          </a:xfrm>
          <a:custGeom xmlns:a="http://schemas.openxmlformats.org/drawingml/2006/main"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6" name="Freeform 52">
            <a:extLst xmlns:a="http://schemas.openxmlformats.org/drawingml/2006/main">
              <a:ext uri="{FF2B5EF4-FFF2-40B4-BE49-F238E27FC236}">
                <a16:creationId xmlns:a16="http://schemas.microsoft.com/office/drawing/2014/main" id="{A1C051B4-43DD-4D04-BDB7-F8776A88C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8397" y="345475"/>
            <a:ext cx="30144" cy="32743"/>
          </a:xfrm>
          <a:custGeom xmlns:a="http://schemas.openxmlformats.org/drawingml/2006/main"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7" name="Freeform 53">
            <a:extLst xmlns:a="http://schemas.openxmlformats.org/drawingml/2006/main">
              <a:ext uri="{FF2B5EF4-FFF2-40B4-BE49-F238E27FC236}">
                <a16:creationId xmlns:a16="http://schemas.microsoft.com/office/drawing/2014/main" id="{D4A510C9-9B41-4BE6-8203-23754A71F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5298" y="723322"/>
            <a:ext cx="23387" cy="33262"/>
          </a:xfrm>
          <a:custGeom xmlns:a="http://schemas.openxmlformats.org/drawingml/2006/main"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8" name="Freeform 54">
            <a:extLst xmlns:a="http://schemas.openxmlformats.org/drawingml/2006/main">
              <a:ext uri="{FF2B5EF4-FFF2-40B4-BE49-F238E27FC236}">
                <a16:creationId xmlns:a16="http://schemas.microsoft.com/office/drawing/2014/main" id="{B1BC4FAA-AA7C-46A4-8706-D1316624D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5" y="351712"/>
            <a:ext cx="31183" cy="35341"/>
          </a:xfrm>
          <a:custGeom xmlns:a="http://schemas.openxmlformats.org/drawingml/2006/main"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9" name="Freeform 55">
            <a:extLst xmlns:a="http://schemas.openxmlformats.org/drawingml/2006/main">
              <a:ext uri="{FF2B5EF4-FFF2-40B4-BE49-F238E27FC236}">
                <a16:creationId xmlns:a16="http://schemas.microsoft.com/office/drawing/2014/main" id="{28C90B9B-0F59-48DA-88F9-7F9D04F14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303" y="471251"/>
            <a:ext cx="36381" cy="29105"/>
          </a:xfrm>
          <a:custGeom xmlns:a="http://schemas.openxmlformats.org/drawingml/2006/main"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0" name="Freeform 56">
            <a:extLst xmlns:a="http://schemas.openxmlformats.org/drawingml/2006/main">
              <a:ext uri="{FF2B5EF4-FFF2-40B4-BE49-F238E27FC236}">
                <a16:creationId xmlns:a16="http://schemas.microsoft.com/office/drawing/2014/main" id="{30307DA8-8D13-4446-8CFC-647AF3F4E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823" y="607941"/>
            <a:ext cx="35861" cy="33262"/>
          </a:xfrm>
          <a:custGeom xmlns:a="http://schemas.openxmlformats.org/drawingml/2006/main"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1" name="Freeform 57">
            <a:extLst xmlns:a="http://schemas.openxmlformats.org/drawingml/2006/main">
              <a:ext uri="{FF2B5EF4-FFF2-40B4-BE49-F238E27FC236}">
                <a16:creationId xmlns:a16="http://schemas.microsoft.com/office/drawing/2014/main" id="{1B73812D-9705-4E06-B2C3-FC7FC8523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816" y="556487"/>
            <a:ext cx="31703" cy="28065"/>
          </a:xfrm>
          <a:custGeom xmlns:a="http://schemas.openxmlformats.org/drawingml/2006/main"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2" name="Freeform 58">
            <a:extLst xmlns:a="http://schemas.openxmlformats.org/drawingml/2006/main">
              <a:ext uri="{FF2B5EF4-FFF2-40B4-BE49-F238E27FC236}">
                <a16:creationId xmlns:a16="http://schemas.microsoft.com/office/drawing/2014/main" id="{01058EA3-2E17-4904-A2E3-3ADD95AD7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8830" y="357949"/>
            <a:ext cx="28585" cy="35861"/>
          </a:xfrm>
          <a:custGeom xmlns:a="http://schemas.openxmlformats.org/drawingml/2006/main"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3" name="Freeform 59">
            <a:extLst xmlns:a="http://schemas.openxmlformats.org/drawingml/2006/main">
              <a:ext uri="{FF2B5EF4-FFF2-40B4-BE49-F238E27FC236}">
                <a16:creationId xmlns:a16="http://schemas.microsoft.com/office/drawing/2014/main" id="{0B75F564-1D48-482F-B8CC-F469621FC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9484" y="461896"/>
            <a:ext cx="32743" cy="28585"/>
          </a:xfrm>
          <a:custGeom xmlns:a="http://schemas.openxmlformats.org/drawingml/2006/main"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4" name="Freeform 60">
            <a:extLst xmlns:a="http://schemas.openxmlformats.org/drawingml/2006/main">
              <a:ext uri="{FF2B5EF4-FFF2-40B4-BE49-F238E27FC236}">
                <a16:creationId xmlns:a16="http://schemas.microsoft.com/office/drawing/2014/main" id="{8CEB231C-8338-4B85-8E7F-E2635B6D5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297" y="515428"/>
            <a:ext cx="31703" cy="20789"/>
          </a:xfrm>
          <a:custGeom xmlns:a="http://schemas.openxmlformats.org/drawingml/2006/main"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5" name="Freeform 61">
            <a:extLst xmlns:a="http://schemas.openxmlformats.org/drawingml/2006/main">
              <a:ext uri="{FF2B5EF4-FFF2-40B4-BE49-F238E27FC236}">
                <a16:creationId xmlns:a16="http://schemas.microsoft.com/office/drawing/2014/main" id="{2C4B53AB-F619-45FF-ACBB-CA8E171FF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6212" y="349113"/>
            <a:ext cx="19230" cy="32223"/>
          </a:xfrm>
          <a:custGeom xmlns:a="http://schemas.openxmlformats.org/drawingml/2006/main"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6" name="Freeform 62">
            <a:extLst xmlns:a="http://schemas.openxmlformats.org/drawingml/2006/main">
              <a:ext uri="{FF2B5EF4-FFF2-40B4-BE49-F238E27FC236}">
                <a16:creationId xmlns:a16="http://schemas.microsoft.com/office/drawing/2014/main" id="{BC389A05-3E87-45C2-87D2-CECDF3E30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8753" y="711368"/>
            <a:ext cx="23907" cy="31184"/>
          </a:xfrm>
          <a:custGeom xmlns:a="http://schemas.openxmlformats.org/drawingml/2006/main"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7" name="Freeform 71">
            <a:extLst xmlns:a="http://schemas.openxmlformats.org/drawingml/2006/main">
              <a:ext uri="{FF2B5EF4-FFF2-40B4-BE49-F238E27FC236}">
                <a16:creationId xmlns:a16="http://schemas.microsoft.com/office/drawing/2014/main" id="{12A582BB-85B8-489F-8F3B-35AD6653C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0023" y="401606"/>
            <a:ext cx="301445" cy="300925"/>
          </a:xfrm>
          <a:custGeom xmlns:a="http://schemas.openxmlformats.org/drawingml/2006/main"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8" name="直接连接符 177">
            <a:extLst xmlns:a="http://schemas.openxmlformats.org/drawingml/2006/main">
              <a:ext uri="{FF2B5EF4-FFF2-40B4-BE49-F238E27FC236}">
                <a16:creationId xmlns:a16="http://schemas.microsoft.com/office/drawing/2014/main" id="{A1175277-9F40-48AA-AB53-501A0F648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06" y="867990"/>
            <a:ext cx="2433027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6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79" name="直接连接符 178">
            <a:extLst xmlns:a="http://schemas.openxmlformats.org/drawingml/2006/main">
              <a:ext uri="{FF2B5EF4-FFF2-40B4-BE49-F238E27FC236}">
                <a16:creationId xmlns:a16="http://schemas.microsoft.com/office/drawing/2014/main" id="{4E2DDDC1-CC99-433A-BBB9-8F8F43EC5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06" y="867990"/>
            <a:ext cx="589713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1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01D1CF63-2670-4A59-A525-FA8DDC345DB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9005791" y="6394353"/>
            <a:ext cx="2743200" cy="2921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3" name="标题 1">
            <a:extLst xmlns:a="http://schemas.openxmlformats.org/drawingml/2006/main">
              <a:ext uri="{FF2B5EF4-FFF2-40B4-BE49-F238E27FC236}">
                <a16:creationId xmlns:a16="http://schemas.microsoft.com/office/drawing/2014/main" id="{A10BAC25-5884-4728-8150-3C993AA59559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42913" y="243569"/>
            <a:ext cx="9056851" cy="61751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400" b="1" kern="1200" baseline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5DB97C44-4193-46B5-B347-E48B0DCE0587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442913" y="944610"/>
            <a:ext cx="9056687" cy="381629"/>
          </a:xfr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marL="342900" marR="0" lvl="0" indent="-342900">
              <a:spcBef>
                <a:spcPct val="0"/>
              </a:spcBef>
              <a:spcAft>
                <a:spcPts val="0"/>
              </a:spcAft>
              <a:buClrTx/>
              <a:buSzTx/>
              <a:buNone/>
            </a:pPr>
          </a:p>
        </p:txBody>
      </p:sp>
      <p:sp>
        <p:nvSpPr>
          <p:cNvPr id="64" name="文本框 63">
            <a:extLst xmlns:a="http://schemas.openxmlformats.org/drawingml/2006/main">
              <a:ext uri="{FF2B5EF4-FFF2-40B4-BE49-F238E27FC236}">
                <a16:creationId xmlns:a16="http://schemas.microsoft.com/office/drawing/2014/main" id="{E8BBE0ED-676B-4847-85E2-183EAE314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3" y="6394353"/>
            <a:ext cx="1545907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" name="图片占位符 1">
            <a:extLst xmlns:a="http://schemas.openxmlformats.org/drawingml/2006/main">
              <a:ext uri="{FF2B5EF4-FFF2-40B4-BE49-F238E27FC236}">
                <a16:creationId xmlns:a16="http://schemas.microsoft.com/office/drawing/2014/main" id="{6F6A8295-C207-4F2C-B676-3049E38C9F49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0" y="1432906"/>
            <a:ext cx="12192000" cy="2762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 algn="ctr">
              <a:buNone/>
            </a:pPr>
          </a:p>
        </p:txBody>
      </p:sp>
    </p:spTree>
  </p:cSld>
</p:sldLayout>
</file>

<file path=ppt/slideLayouts/slideLayout34.xml><?xml version="1.0" encoding="utf-8"?>
<p:sldLayout xmlns:p="http://schemas.openxmlformats.org/presentationml/2006/main" preserve="1" userDrawn="1">
  <p:cSld name="图片占位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0" name="Freeform 17">
            <a:extLst xmlns:a="http://schemas.openxmlformats.org/drawingml/2006/main">
              <a:ext uri="{FF2B5EF4-FFF2-40B4-BE49-F238E27FC236}">
                <a16:creationId xmlns:a16="http://schemas.microsoft.com/office/drawing/2014/main" id="{AE3A211C-09A9-472E-8FF6-6EE163AD4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8081" y="688617"/>
            <a:ext cx="64437" cy="68999"/>
          </a:xfrm>
          <a:custGeom xmlns:a="http://schemas.openxmlformats.org/drawingml/2006/main">
            <a:gdLst>
              <a:gd name="T0" fmla="*/ 34 w 127"/>
              <a:gd name="T1" fmla="*/ 71 h 136"/>
              <a:gd name="T2" fmla="*/ 34 w 127"/>
              <a:gd name="T3" fmla="*/ 81 h 136"/>
              <a:gd name="T4" fmla="*/ 34 w 127"/>
              <a:gd name="T5" fmla="*/ 114 h 136"/>
              <a:gd name="T6" fmla="*/ 35 w 127"/>
              <a:gd name="T7" fmla="*/ 122 h 136"/>
              <a:gd name="T8" fmla="*/ 40 w 127"/>
              <a:gd name="T9" fmla="*/ 127 h 136"/>
              <a:gd name="T10" fmla="*/ 49 w 127"/>
              <a:gd name="T11" fmla="*/ 128 h 136"/>
              <a:gd name="T12" fmla="*/ 49 w 127"/>
              <a:gd name="T13" fmla="*/ 135 h 136"/>
              <a:gd name="T14" fmla="*/ 1 w 127"/>
              <a:gd name="T15" fmla="*/ 135 h 136"/>
              <a:gd name="T16" fmla="*/ 0 w 127"/>
              <a:gd name="T17" fmla="*/ 132 h 136"/>
              <a:gd name="T18" fmla="*/ 0 w 127"/>
              <a:gd name="T19" fmla="*/ 128 h 136"/>
              <a:gd name="T20" fmla="*/ 9 w 127"/>
              <a:gd name="T21" fmla="*/ 127 h 136"/>
              <a:gd name="T22" fmla="*/ 16 w 127"/>
              <a:gd name="T23" fmla="*/ 120 h 136"/>
              <a:gd name="T24" fmla="*/ 17 w 127"/>
              <a:gd name="T25" fmla="*/ 111 h 136"/>
              <a:gd name="T26" fmla="*/ 17 w 127"/>
              <a:gd name="T27" fmla="*/ 22 h 136"/>
              <a:gd name="T28" fmla="*/ 16 w 127"/>
              <a:gd name="T29" fmla="*/ 15 h 136"/>
              <a:gd name="T30" fmla="*/ 9 w 127"/>
              <a:gd name="T31" fmla="*/ 9 h 136"/>
              <a:gd name="T32" fmla="*/ 0 w 127"/>
              <a:gd name="T33" fmla="*/ 8 h 136"/>
              <a:gd name="T34" fmla="*/ 0 w 127"/>
              <a:gd name="T35" fmla="*/ 1 h 136"/>
              <a:gd name="T36" fmla="*/ 4 w 127"/>
              <a:gd name="T37" fmla="*/ 0 h 136"/>
              <a:gd name="T38" fmla="*/ 71 w 127"/>
              <a:gd name="T39" fmla="*/ 0 h 136"/>
              <a:gd name="T40" fmla="*/ 94 w 127"/>
              <a:gd name="T41" fmla="*/ 4 h 136"/>
              <a:gd name="T42" fmla="*/ 116 w 127"/>
              <a:gd name="T43" fmla="*/ 32 h 136"/>
              <a:gd name="T44" fmla="*/ 97 w 127"/>
              <a:gd name="T45" fmla="*/ 66 h 136"/>
              <a:gd name="T46" fmla="*/ 80 w 127"/>
              <a:gd name="T47" fmla="*/ 70 h 136"/>
              <a:gd name="T48" fmla="*/ 71 w 127"/>
              <a:gd name="T49" fmla="*/ 71 h 136"/>
              <a:gd name="T50" fmla="*/ 73 w 127"/>
              <a:gd name="T51" fmla="*/ 75 h 136"/>
              <a:gd name="T52" fmla="*/ 104 w 127"/>
              <a:gd name="T53" fmla="*/ 114 h 136"/>
              <a:gd name="T54" fmla="*/ 105 w 127"/>
              <a:gd name="T55" fmla="*/ 116 h 136"/>
              <a:gd name="T56" fmla="*/ 127 w 127"/>
              <a:gd name="T57" fmla="*/ 128 h 136"/>
              <a:gd name="T58" fmla="*/ 127 w 127"/>
              <a:gd name="T59" fmla="*/ 135 h 136"/>
              <a:gd name="T60" fmla="*/ 116 w 127"/>
              <a:gd name="T61" fmla="*/ 135 h 136"/>
              <a:gd name="T62" fmla="*/ 102 w 127"/>
              <a:gd name="T63" fmla="*/ 136 h 136"/>
              <a:gd name="T64" fmla="*/ 96 w 127"/>
              <a:gd name="T65" fmla="*/ 132 h 136"/>
              <a:gd name="T66" fmla="*/ 59 w 127"/>
              <a:gd name="T67" fmla="*/ 82 h 136"/>
              <a:gd name="T68" fmla="*/ 52 w 127"/>
              <a:gd name="T69" fmla="*/ 73 h 136"/>
              <a:gd name="T70" fmla="*/ 49 w 127"/>
              <a:gd name="T71" fmla="*/ 71 h 136"/>
              <a:gd name="T72" fmla="*/ 34 w 127"/>
              <a:gd name="T73" fmla="*/ 71 h 136"/>
              <a:gd name="T74" fmla="*/ 34 w 127"/>
              <a:gd name="T75" fmla="*/ 61 h 136"/>
              <a:gd name="T76" fmla="*/ 36 w 127"/>
              <a:gd name="T77" fmla="*/ 62 h 136"/>
              <a:gd name="T78" fmla="*/ 66 w 127"/>
              <a:gd name="T79" fmla="*/ 62 h 136"/>
              <a:gd name="T80" fmla="*/ 82 w 127"/>
              <a:gd name="T81" fmla="*/ 59 h 136"/>
              <a:gd name="T82" fmla="*/ 96 w 127"/>
              <a:gd name="T83" fmla="*/ 44 h 136"/>
              <a:gd name="T84" fmla="*/ 96 w 127"/>
              <a:gd name="T85" fmla="*/ 29 h 136"/>
              <a:gd name="T86" fmla="*/ 81 w 127"/>
              <a:gd name="T87" fmla="*/ 12 h 136"/>
              <a:gd name="T88" fmla="*/ 70 w 127"/>
              <a:gd name="T89" fmla="*/ 11 h 136"/>
              <a:gd name="T90" fmla="*/ 37 w 127"/>
              <a:gd name="T91" fmla="*/ 11 h 136"/>
              <a:gd name="T92" fmla="*/ 34 w 127"/>
              <a:gd name="T93" fmla="*/ 11 h 136"/>
              <a:gd name="T94" fmla="*/ 34 w 127"/>
              <a:gd name="T95" fmla="*/ 61 h 136"/>
            </a:gdLst>
            <a:rect l="0" t="0" r="r" b="b"/>
            <a:pathLst>
              <a:path w="127" h="136">
                <a:moveTo>
                  <a:pt x="34" y="71"/>
                </a:moveTo>
                <a:cubicBezTo>
                  <a:pt x="34" y="75"/>
                  <a:pt x="34" y="78"/>
                  <a:pt x="34" y="81"/>
                </a:cubicBezTo>
                <a:cubicBezTo>
                  <a:pt x="34" y="92"/>
                  <a:pt x="34" y="103"/>
                  <a:pt x="34" y="114"/>
                </a:cubicBezTo>
                <a:cubicBezTo>
                  <a:pt x="34" y="117"/>
                  <a:pt x="34" y="119"/>
                  <a:pt x="35" y="122"/>
                </a:cubicBezTo>
                <a:cubicBezTo>
                  <a:pt x="35" y="125"/>
                  <a:pt x="37" y="127"/>
                  <a:pt x="40" y="127"/>
                </a:cubicBezTo>
                <a:cubicBezTo>
                  <a:pt x="43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1" y="135"/>
                </a:cubicBezTo>
                <a:cubicBezTo>
                  <a:pt x="0" y="134"/>
                  <a:pt x="0" y="133"/>
                  <a:pt x="0" y="132"/>
                </a:cubicBezTo>
                <a:cubicBezTo>
                  <a:pt x="0" y="131"/>
                  <a:pt x="0" y="130"/>
                  <a:pt x="0" y="128"/>
                </a:cubicBezTo>
                <a:cubicBezTo>
                  <a:pt x="3" y="128"/>
                  <a:pt x="6" y="128"/>
                  <a:pt x="9" y="127"/>
                </a:cubicBezTo>
                <a:cubicBezTo>
                  <a:pt x="14" y="126"/>
                  <a:pt x="15" y="125"/>
                  <a:pt x="16" y="120"/>
                </a:cubicBezTo>
                <a:cubicBezTo>
                  <a:pt x="16" y="117"/>
                  <a:pt x="17" y="114"/>
                  <a:pt x="17" y="111"/>
                </a:cubicBezTo>
                <a:cubicBezTo>
                  <a:pt x="17" y="81"/>
                  <a:pt x="17" y="52"/>
                  <a:pt x="17" y="22"/>
                </a:cubicBezTo>
                <a:cubicBezTo>
                  <a:pt x="17" y="20"/>
                  <a:pt x="16" y="17"/>
                  <a:pt x="16" y="15"/>
                </a:cubicBezTo>
                <a:cubicBezTo>
                  <a:pt x="15" y="11"/>
                  <a:pt x="13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2" y="1"/>
                  <a:pt x="3" y="0"/>
                  <a:pt x="4" y="0"/>
                </a:cubicBezTo>
                <a:cubicBezTo>
                  <a:pt x="26" y="0"/>
                  <a:pt x="49" y="0"/>
                  <a:pt x="71" y="0"/>
                </a:cubicBezTo>
                <a:cubicBezTo>
                  <a:pt x="79" y="0"/>
                  <a:pt x="86" y="1"/>
                  <a:pt x="94" y="4"/>
                </a:cubicBezTo>
                <a:cubicBezTo>
                  <a:pt x="108" y="9"/>
                  <a:pt x="115" y="18"/>
                  <a:pt x="116" y="32"/>
                </a:cubicBezTo>
                <a:cubicBezTo>
                  <a:pt x="117" y="48"/>
                  <a:pt x="110" y="60"/>
                  <a:pt x="97" y="66"/>
                </a:cubicBezTo>
                <a:cubicBezTo>
                  <a:pt x="91" y="68"/>
                  <a:pt x="86" y="70"/>
                  <a:pt x="80" y="70"/>
                </a:cubicBezTo>
                <a:cubicBezTo>
                  <a:pt x="77" y="70"/>
                  <a:pt x="74" y="71"/>
                  <a:pt x="71" y="71"/>
                </a:cubicBezTo>
                <a:cubicBezTo>
                  <a:pt x="72" y="73"/>
                  <a:pt x="73" y="74"/>
                  <a:pt x="73" y="75"/>
                </a:cubicBezTo>
                <a:cubicBezTo>
                  <a:pt x="84" y="88"/>
                  <a:pt x="94" y="101"/>
                  <a:pt x="104" y="114"/>
                </a:cubicBezTo>
                <a:cubicBezTo>
                  <a:pt x="105" y="115"/>
                  <a:pt x="105" y="115"/>
                  <a:pt x="105" y="116"/>
                </a:cubicBezTo>
                <a:cubicBezTo>
                  <a:pt x="111" y="122"/>
                  <a:pt x="117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24" y="135"/>
                  <a:pt x="120" y="135"/>
                  <a:pt x="116" y="135"/>
                </a:cubicBezTo>
                <a:cubicBezTo>
                  <a:pt x="111" y="135"/>
                  <a:pt x="107" y="135"/>
                  <a:pt x="102" y="136"/>
                </a:cubicBezTo>
                <a:cubicBezTo>
                  <a:pt x="99" y="136"/>
                  <a:pt x="97" y="134"/>
                  <a:pt x="96" y="132"/>
                </a:cubicBezTo>
                <a:cubicBezTo>
                  <a:pt x="83" y="115"/>
                  <a:pt x="71" y="99"/>
                  <a:pt x="59" y="82"/>
                </a:cubicBezTo>
                <a:cubicBezTo>
                  <a:pt x="57" y="79"/>
                  <a:pt x="54" y="76"/>
                  <a:pt x="52" y="73"/>
                </a:cubicBezTo>
                <a:cubicBezTo>
                  <a:pt x="51" y="72"/>
                  <a:pt x="50" y="71"/>
                  <a:pt x="49" y="71"/>
                </a:cubicBezTo>
                <a:cubicBezTo>
                  <a:pt x="44" y="71"/>
                  <a:pt x="39" y="71"/>
                  <a:pt x="34" y="71"/>
                </a:cubicBezTo>
                <a:close/>
                <a:moveTo>
                  <a:pt x="34" y="61"/>
                </a:moveTo>
                <a:cubicBezTo>
                  <a:pt x="35" y="62"/>
                  <a:pt x="36" y="62"/>
                  <a:pt x="36" y="62"/>
                </a:cubicBezTo>
                <a:cubicBezTo>
                  <a:pt x="46" y="62"/>
                  <a:pt x="56" y="62"/>
                  <a:pt x="66" y="62"/>
                </a:cubicBezTo>
                <a:cubicBezTo>
                  <a:pt x="72" y="61"/>
                  <a:pt x="77" y="60"/>
                  <a:pt x="82" y="59"/>
                </a:cubicBezTo>
                <a:cubicBezTo>
                  <a:pt x="90" y="56"/>
                  <a:pt x="94" y="51"/>
                  <a:pt x="96" y="44"/>
                </a:cubicBezTo>
                <a:cubicBezTo>
                  <a:pt x="96" y="39"/>
                  <a:pt x="97" y="34"/>
                  <a:pt x="96" y="29"/>
                </a:cubicBezTo>
                <a:cubicBezTo>
                  <a:pt x="95" y="20"/>
                  <a:pt x="90" y="15"/>
                  <a:pt x="81" y="12"/>
                </a:cubicBezTo>
                <a:cubicBezTo>
                  <a:pt x="77" y="11"/>
                  <a:pt x="74" y="11"/>
                  <a:pt x="70" y="11"/>
                </a:cubicBezTo>
                <a:cubicBezTo>
                  <a:pt x="59" y="10"/>
                  <a:pt x="48" y="11"/>
                  <a:pt x="37" y="11"/>
                </a:cubicBezTo>
                <a:cubicBezTo>
                  <a:pt x="36" y="11"/>
                  <a:pt x="35" y="11"/>
                  <a:pt x="34" y="11"/>
                </a:cubicBezTo>
                <a:cubicBezTo>
                  <a:pt x="34" y="28"/>
                  <a:pt x="34" y="44"/>
                  <a:pt x="34" y="61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1" name="Freeform 18">
            <a:extLst xmlns:a="http://schemas.openxmlformats.org/drawingml/2006/main">
              <a:ext uri="{FF2B5EF4-FFF2-40B4-BE49-F238E27FC236}">
                <a16:creationId xmlns:a16="http://schemas.microsoft.com/office/drawing/2014/main" id="{79D40257-0697-469A-9C75-546BCAD38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3581" y="688617"/>
            <a:ext cx="64437" cy="68429"/>
          </a:xfrm>
          <a:custGeom xmlns:a="http://schemas.openxmlformats.org/drawingml/2006/main">
            <a:gdLst>
              <a:gd name="T0" fmla="*/ 50 w 127"/>
              <a:gd name="T1" fmla="*/ 70 h 135"/>
              <a:gd name="T2" fmla="*/ 34 w 127"/>
              <a:gd name="T3" fmla="*/ 87 h 135"/>
              <a:gd name="T4" fmla="*/ 33 w 127"/>
              <a:gd name="T5" fmla="*/ 90 h 135"/>
              <a:gd name="T6" fmla="*/ 33 w 127"/>
              <a:gd name="T7" fmla="*/ 116 h 135"/>
              <a:gd name="T8" fmla="*/ 34 w 127"/>
              <a:gd name="T9" fmla="*/ 120 h 135"/>
              <a:gd name="T10" fmla="*/ 41 w 127"/>
              <a:gd name="T11" fmla="*/ 127 h 135"/>
              <a:gd name="T12" fmla="*/ 49 w 127"/>
              <a:gd name="T13" fmla="*/ 128 h 135"/>
              <a:gd name="T14" fmla="*/ 49 w 127"/>
              <a:gd name="T15" fmla="*/ 135 h 135"/>
              <a:gd name="T16" fmla="*/ 0 w 127"/>
              <a:gd name="T17" fmla="*/ 135 h 135"/>
              <a:gd name="T18" fmla="*/ 0 w 127"/>
              <a:gd name="T19" fmla="*/ 128 h 135"/>
              <a:gd name="T20" fmla="*/ 7 w 127"/>
              <a:gd name="T21" fmla="*/ 128 h 135"/>
              <a:gd name="T22" fmla="*/ 16 w 127"/>
              <a:gd name="T23" fmla="*/ 118 h 135"/>
              <a:gd name="T24" fmla="*/ 16 w 127"/>
              <a:gd name="T25" fmla="*/ 111 h 135"/>
              <a:gd name="T26" fmla="*/ 16 w 127"/>
              <a:gd name="T27" fmla="*/ 24 h 135"/>
              <a:gd name="T28" fmla="*/ 16 w 127"/>
              <a:gd name="T29" fmla="*/ 16 h 135"/>
              <a:gd name="T30" fmla="*/ 8 w 127"/>
              <a:gd name="T31" fmla="*/ 9 h 135"/>
              <a:gd name="T32" fmla="*/ 0 w 127"/>
              <a:gd name="T33" fmla="*/ 8 h 135"/>
              <a:gd name="T34" fmla="*/ 0 w 127"/>
              <a:gd name="T35" fmla="*/ 1 h 135"/>
              <a:gd name="T36" fmla="*/ 49 w 127"/>
              <a:gd name="T37" fmla="*/ 1 h 135"/>
              <a:gd name="T38" fmla="*/ 50 w 127"/>
              <a:gd name="T39" fmla="*/ 8 h 135"/>
              <a:gd name="T40" fmla="*/ 41 w 127"/>
              <a:gd name="T41" fmla="*/ 9 h 135"/>
              <a:gd name="T42" fmla="*/ 34 w 127"/>
              <a:gd name="T43" fmla="*/ 16 h 135"/>
              <a:gd name="T44" fmla="*/ 33 w 127"/>
              <a:gd name="T45" fmla="*/ 23 h 135"/>
              <a:gd name="T46" fmla="*/ 33 w 127"/>
              <a:gd name="T47" fmla="*/ 70 h 135"/>
              <a:gd name="T48" fmla="*/ 33 w 127"/>
              <a:gd name="T49" fmla="*/ 73 h 135"/>
              <a:gd name="T50" fmla="*/ 36 w 127"/>
              <a:gd name="T51" fmla="*/ 71 h 135"/>
              <a:gd name="T52" fmla="*/ 83 w 127"/>
              <a:gd name="T53" fmla="*/ 19 h 135"/>
              <a:gd name="T54" fmla="*/ 86 w 127"/>
              <a:gd name="T55" fmla="*/ 14 h 135"/>
              <a:gd name="T56" fmla="*/ 84 w 127"/>
              <a:gd name="T57" fmla="*/ 9 h 135"/>
              <a:gd name="T58" fmla="*/ 76 w 127"/>
              <a:gd name="T59" fmla="*/ 8 h 135"/>
              <a:gd name="T60" fmla="*/ 76 w 127"/>
              <a:gd name="T61" fmla="*/ 1 h 135"/>
              <a:gd name="T62" fmla="*/ 122 w 127"/>
              <a:gd name="T63" fmla="*/ 1 h 135"/>
              <a:gd name="T64" fmla="*/ 122 w 127"/>
              <a:gd name="T65" fmla="*/ 8 h 135"/>
              <a:gd name="T66" fmla="*/ 118 w 127"/>
              <a:gd name="T67" fmla="*/ 8 h 135"/>
              <a:gd name="T68" fmla="*/ 99 w 127"/>
              <a:gd name="T69" fmla="*/ 18 h 135"/>
              <a:gd name="T70" fmla="*/ 77 w 127"/>
              <a:gd name="T71" fmla="*/ 41 h 135"/>
              <a:gd name="T72" fmla="*/ 62 w 127"/>
              <a:gd name="T73" fmla="*/ 57 h 135"/>
              <a:gd name="T74" fmla="*/ 64 w 127"/>
              <a:gd name="T75" fmla="*/ 61 h 135"/>
              <a:gd name="T76" fmla="*/ 102 w 127"/>
              <a:gd name="T77" fmla="*/ 113 h 135"/>
              <a:gd name="T78" fmla="*/ 108 w 127"/>
              <a:gd name="T79" fmla="*/ 120 h 135"/>
              <a:gd name="T80" fmla="*/ 123 w 127"/>
              <a:gd name="T81" fmla="*/ 127 h 135"/>
              <a:gd name="T82" fmla="*/ 127 w 127"/>
              <a:gd name="T83" fmla="*/ 128 h 135"/>
              <a:gd name="T84" fmla="*/ 127 w 127"/>
              <a:gd name="T85" fmla="*/ 135 h 135"/>
              <a:gd name="T86" fmla="*/ 73 w 127"/>
              <a:gd name="T87" fmla="*/ 135 h 135"/>
              <a:gd name="T88" fmla="*/ 73 w 127"/>
              <a:gd name="T89" fmla="*/ 128 h 135"/>
              <a:gd name="T90" fmla="*/ 80 w 127"/>
              <a:gd name="T91" fmla="*/ 127 h 135"/>
              <a:gd name="T92" fmla="*/ 84 w 127"/>
              <a:gd name="T93" fmla="*/ 120 h 135"/>
              <a:gd name="T94" fmla="*/ 82 w 127"/>
              <a:gd name="T95" fmla="*/ 115 h 135"/>
              <a:gd name="T96" fmla="*/ 51 w 127"/>
              <a:gd name="T97" fmla="*/ 72 h 135"/>
              <a:gd name="T98" fmla="*/ 50 w 127"/>
              <a:gd name="T99" fmla="*/ 70 h 135"/>
            </a:gdLst>
            <a:rect l="0" t="0" r="r" b="b"/>
            <a:pathLst>
              <a:path w="127" h="135">
                <a:moveTo>
                  <a:pt x="50" y="70"/>
                </a:moveTo>
                <a:cubicBezTo>
                  <a:pt x="44" y="76"/>
                  <a:pt x="39" y="81"/>
                  <a:pt x="34" y="87"/>
                </a:cubicBezTo>
                <a:cubicBezTo>
                  <a:pt x="33" y="88"/>
                  <a:pt x="33" y="89"/>
                  <a:pt x="33" y="90"/>
                </a:cubicBezTo>
                <a:cubicBezTo>
                  <a:pt x="33" y="99"/>
                  <a:pt x="33" y="107"/>
                  <a:pt x="33" y="116"/>
                </a:cubicBezTo>
                <a:cubicBezTo>
                  <a:pt x="33" y="117"/>
                  <a:pt x="33" y="118"/>
                  <a:pt x="34" y="120"/>
                </a:cubicBezTo>
                <a:cubicBezTo>
                  <a:pt x="35" y="125"/>
                  <a:pt x="36" y="126"/>
                  <a:pt x="41" y="127"/>
                </a:cubicBezTo>
                <a:cubicBezTo>
                  <a:pt x="44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7" y="128"/>
                </a:cubicBezTo>
                <a:cubicBezTo>
                  <a:pt x="14" y="127"/>
                  <a:pt x="16" y="125"/>
                  <a:pt x="16" y="118"/>
                </a:cubicBezTo>
                <a:cubicBezTo>
                  <a:pt x="16" y="115"/>
                  <a:pt x="16" y="113"/>
                  <a:pt x="16" y="111"/>
                </a:cubicBezTo>
                <a:cubicBezTo>
                  <a:pt x="16" y="82"/>
                  <a:pt x="16" y="53"/>
                  <a:pt x="16" y="24"/>
                </a:cubicBezTo>
                <a:cubicBezTo>
                  <a:pt x="16" y="21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5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4" y="0"/>
                  <a:pt x="40" y="0"/>
                  <a:pt x="49" y="1"/>
                </a:cubicBezTo>
                <a:cubicBezTo>
                  <a:pt x="49" y="3"/>
                  <a:pt x="50" y="5"/>
                  <a:pt x="50" y="8"/>
                </a:cubicBezTo>
                <a:cubicBezTo>
                  <a:pt x="47" y="8"/>
                  <a:pt x="44" y="8"/>
                  <a:pt x="41" y="9"/>
                </a:cubicBezTo>
                <a:cubicBezTo>
                  <a:pt x="37" y="9"/>
                  <a:pt x="34" y="11"/>
                  <a:pt x="34" y="16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39"/>
                  <a:pt x="33" y="54"/>
                  <a:pt x="33" y="70"/>
                </a:cubicBezTo>
                <a:cubicBezTo>
                  <a:pt x="33" y="71"/>
                  <a:pt x="33" y="72"/>
                  <a:pt x="33" y="73"/>
                </a:cubicBezTo>
                <a:cubicBezTo>
                  <a:pt x="35" y="72"/>
                  <a:pt x="36" y="72"/>
                  <a:pt x="36" y="71"/>
                </a:cubicBezTo>
                <a:cubicBezTo>
                  <a:pt x="52" y="54"/>
                  <a:pt x="67" y="37"/>
                  <a:pt x="83" y="19"/>
                </a:cubicBezTo>
                <a:cubicBezTo>
                  <a:pt x="84" y="18"/>
                  <a:pt x="85" y="16"/>
                  <a:pt x="86" y="14"/>
                </a:cubicBezTo>
                <a:cubicBezTo>
                  <a:pt x="88" y="12"/>
                  <a:pt x="87" y="10"/>
                  <a:pt x="84" y="9"/>
                </a:cubicBezTo>
                <a:cubicBezTo>
                  <a:pt x="81" y="8"/>
                  <a:pt x="79" y="8"/>
                  <a:pt x="76" y="8"/>
                </a:cubicBezTo>
                <a:cubicBezTo>
                  <a:pt x="76" y="5"/>
                  <a:pt x="76" y="3"/>
                  <a:pt x="76" y="1"/>
                </a:cubicBezTo>
                <a:cubicBezTo>
                  <a:pt x="79" y="0"/>
                  <a:pt x="114" y="0"/>
                  <a:pt x="122" y="1"/>
                </a:cubicBezTo>
                <a:cubicBezTo>
                  <a:pt x="122" y="3"/>
                  <a:pt x="122" y="5"/>
                  <a:pt x="122" y="8"/>
                </a:cubicBezTo>
                <a:cubicBezTo>
                  <a:pt x="121" y="8"/>
                  <a:pt x="120" y="8"/>
                  <a:pt x="118" y="8"/>
                </a:cubicBezTo>
                <a:cubicBezTo>
                  <a:pt x="111" y="9"/>
                  <a:pt x="104" y="12"/>
                  <a:pt x="99" y="18"/>
                </a:cubicBezTo>
                <a:cubicBezTo>
                  <a:pt x="92" y="25"/>
                  <a:pt x="85" y="33"/>
                  <a:pt x="77" y="41"/>
                </a:cubicBezTo>
                <a:cubicBezTo>
                  <a:pt x="72" y="46"/>
                  <a:pt x="67" y="52"/>
                  <a:pt x="62" y="57"/>
                </a:cubicBezTo>
                <a:cubicBezTo>
                  <a:pt x="63" y="58"/>
                  <a:pt x="64" y="59"/>
                  <a:pt x="64" y="61"/>
                </a:cubicBezTo>
                <a:cubicBezTo>
                  <a:pt x="77" y="78"/>
                  <a:pt x="90" y="95"/>
                  <a:pt x="102" y="113"/>
                </a:cubicBezTo>
                <a:cubicBezTo>
                  <a:pt x="104" y="115"/>
                  <a:pt x="106" y="118"/>
                  <a:pt x="108" y="120"/>
                </a:cubicBezTo>
                <a:cubicBezTo>
                  <a:pt x="112" y="124"/>
                  <a:pt x="117" y="127"/>
                  <a:pt x="123" y="127"/>
                </a:cubicBezTo>
                <a:cubicBezTo>
                  <a:pt x="124" y="128"/>
                  <a:pt x="125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09" y="135"/>
                  <a:pt x="91" y="135"/>
                  <a:pt x="73" y="135"/>
                </a:cubicBezTo>
                <a:cubicBezTo>
                  <a:pt x="73" y="133"/>
                  <a:pt x="73" y="131"/>
                  <a:pt x="73" y="128"/>
                </a:cubicBezTo>
                <a:cubicBezTo>
                  <a:pt x="75" y="128"/>
                  <a:pt x="78" y="128"/>
                  <a:pt x="80" y="127"/>
                </a:cubicBezTo>
                <a:cubicBezTo>
                  <a:pt x="85" y="127"/>
                  <a:pt x="86" y="125"/>
                  <a:pt x="84" y="120"/>
                </a:cubicBezTo>
                <a:cubicBezTo>
                  <a:pt x="84" y="118"/>
                  <a:pt x="83" y="117"/>
                  <a:pt x="82" y="115"/>
                </a:cubicBezTo>
                <a:cubicBezTo>
                  <a:pt x="72" y="101"/>
                  <a:pt x="61" y="86"/>
                  <a:pt x="51" y="72"/>
                </a:cubicBezTo>
                <a:cubicBezTo>
                  <a:pt x="51" y="71"/>
                  <a:pt x="50" y="71"/>
                  <a:pt x="50" y="7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2" name="Freeform 19">
            <a:extLst xmlns:a="http://schemas.openxmlformats.org/drawingml/2006/main">
              <a:ext uri="{FF2B5EF4-FFF2-40B4-BE49-F238E27FC236}">
                <a16:creationId xmlns:a16="http://schemas.microsoft.com/office/drawing/2014/main" id="{4577C915-368D-4CBA-9012-CAEDC98D0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9719" y="688617"/>
            <a:ext cx="63867" cy="68429"/>
          </a:xfrm>
          <a:custGeom xmlns:a="http://schemas.openxmlformats.org/drawingml/2006/main">
            <a:gdLst>
              <a:gd name="T0" fmla="*/ 28 w 126"/>
              <a:gd name="T1" fmla="*/ 16 h 135"/>
              <a:gd name="T2" fmla="*/ 28 w 126"/>
              <a:gd name="T3" fmla="*/ 20 h 135"/>
              <a:gd name="T4" fmla="*/ 28 w 126"/>
              <a:gd name="T5" fmla="*/ 109 h 135"/>
              <a:gd name="T6" fmla="*/ 28 w 126"/>
              <a:gd name="T7" fmla="*/ 119 h 135"/>
              <a:gd name="T8" fmla="*/ 37 w 126"/>
              <a:gd name="T9" fmla="*/ 127 h 135"/>
              <a:gd name="T10" fmla="*/ 44 w 126"/>
              <a:gd name="T11" fmla="*/ 128 h 135"/>
              <a:gd name="T12" fmla="*/ 44 w 126"/>
              <a:gd name="T13" fmla="*/ 135 h 135"/>
              <a:gd name="T14" fmla="*/ 0 w 126"/>
              <a:gd name="T15" fmla="*/ 135 h 135"/>
              <a:gd name="T16" fmla="*/ 0 w 126"/>
              <a:gd name="T17" fmla="*/ 128 h 135"/>
              <a:gd name="T18" fmla="*/ 8 w 126"/>
              <a:gd name="T19" fmla="*/ 127 h 135"/>
              <a:gd name="T20" fmla="*/ 16 w 126"/>
              <a:gd name="T21" fmla="*/ 120 h 135"/>
              <a:gd name="T22" fmla="*/ 16 w 126"/>
              <a:gd name="T23" fmla="*/ 113 h 135"/>
              <a:gd name="T24" fmla="*/ 16 w 126"/>
              <a:gd name="T25" fmla="*/ 19 h 135"/>
              <a:gd name="T26" fmla="*/ 16 w 126"/>
              <a:gd name="T27" fmla="*/ 15 h 135"/>
              <a:gd name="T28" fmla="*/ 9 w 126"/>
              <a:gd name="T29" fmla="*/ 9 h 135"/>
              <a:gd name="T30" fmla="*/ 5 w 126"/>
              <a:gd name="T31" fmla="*/ 8 h 135"/>
              <a:gd name="T32" fmla="*/ 1 w 126"/>
              <a:gd name="T33" fmla="*/ 8 h 135"/>
              <a:gd name="T34" fmla="*/ 1 w 126"/>
              <a:gd name="T35" fmla="*/ 1 h 135"/>
              <a:gd name="T36" fmla="*/ 40 w 126"/>
              <a:gd name="T37" fmla="*/ 1 h 135"/>
              <a:gd name="T38" fmla="*/ 98 w 126"/>
              <a:gd name="T39" fmla="*/ 100 h 135"/>
              <a:gd name="T40" fmla="*/ 99 w 126"/>
              <a:gd name="T41" fmla="*/ 100 h 135"/>
              <a:gd name="T42" fmla="*/ 99 w 126"/>
              <a:gd name="T43" fmla="*/ 96 h 135"/>
              <a:gd name="T44" fmla="*/ 99 w 126"/>
              <a:gd name="T45" fmla="*/ 24 h 135"/>
              <a:gd name="T46" fmla="*/ 98 w 126"/>
              <a:gd name="T47" fmla="*/ 16 h 135"/>
              <a:gd name="T48" fmla="*/ 90 w 126"/>
              <a:gd name="T49" fmla="*/ 9 h 135"/>
              <a:gd name="T50" fmla="*/ 83 w 126"/>
              <a:gd name="T51" fmla="*/ 8 h 135"/>
              <a:gd name="T52" fmla="*/ 83 w 126"/>
              <a:gd name="T53" fmla="*/ 1 h 135"/>
              <a:gd name="T54" fmla="*/ 126 w 126"/>
              <a:gd name="T55" fmla="*/ 1 h 135"/>
              <a:gd name="T56" fmla="*/ 126 w 126"/>
              <a:gd name="T57" fmla="*/ 8 h 135"/>
              <a:gd name="T58" fmla="*/ 119 w 126"/>
              <a:gd name="T59" fmla="*/ 9 h 135"/>
              <a:gd name="T60" fmla="*/ 111 w 126"/>
              <a:gd name="T61" fmla="*/ 16 h 135"/>
              <a:gd name="T62" fmla="*/ 110 w 126"/>
              <a:gd name="T63" fmla="*/ 27 h 135"/>
              <a:gd name="T64" fmla="*/ 110 w 126"/>
              <a:gd name="T65" fmla="*/ 129 h 135"/>
              <a:gd name="T66" fmla="*/ 110 w 126"/>
              <a:gd name="T67" fmla="*/ 135 h 135"/>
              <a:gd name="T68" fmla="*/ 99 w 126"/>
              <a:gd name="T69" fmla="*/ 135 h 135"/>
              <a:gd name="T70" fmla="*/ 29 w 126"/>
              <a:gd name="T71" fmla="*/ 15 h 135"/>
              <a:gd name="T72" fmla="*/ 28 w 126"/>
              <a:gd name="T73" fmla="*/ 16 h 135"/>
            </a:gdLst>
            <a:rect l="0" t="0" r="r" b="b"/>
            <a:pathLst>
              <a:path w="126" h="135">
                <a:moveTo>
                  <a:pt x="28" y="16"/>
                </a:moveTo>
                <a:cubicBezTo>
                  <a:pt x="28" y="17"/>
                  <a:pt x="28" y="19"/>
                  <a:pt x="28" y="20"/>
                </a:cubicBezTo>
                <a:cubicBezTo>
                  <a:pt x="28" y="50"/>
                  <a:pt x="28" y="79"/>
                  <a:pt x="28" y="109"/>
                </a:cubicBezTo>
                <a:cubicBezTo>
                  <a:pt x="28" y="112"/>
                  <a:pt x="28" y="115"/>
                  <a:pt x="28" y="119"/>
                </a:cubicBezTo>
                <a:cubicBezTo>
                  <a:pt x="29" y="124"/>
                  <a:pt x="31" y="126"/>
                  <a:pt x="37" y="127"/>
                </a:cubicBezTo>
                <a:cubicBezTo>
                  <a:pt x="39" y="127"/>
                  <a:pt x="41" y="128"/>
                  <a:pt x="44" y="128"/>
                </a:cubicBezTo>
                <a:cubicBezTo>
                  <a:pt x="44" y="130"/>
                  <a:pt x="44" y="133"/>
                  <a:pt x="44" y="135"/>
                </a:cubicBezTo>
                <a:cubicBezTo>
                  <a:pt x="29" y="135"/>
                  <a:pt x="15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5" y="127"/>
                  <a:pt x="8" y="127"/>
                </a:cubicBezTo>
                <a:cubicBezTo>
                  <a:pt x="12" y="127"/>
                  <a:pt x="15" y="124"/>
                  <a:pt x="16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0"/>
                  <a:pt x="16" y="19"/>
                </a:cubicBezTo>
                <a:cubicBezTo>
                  <a:pt x="16" y="18"/>
                  <a:pt x="16" y="17"/>
                  <a:pt x="16" y="15"/>
                </a:cubicBezTo>
                <a:cubicBezTo>
                  <a:pt x="16" y="11"/>
                  <a:pt x="14" y="9"/>
                  <a:pt x="9" y="9"/>
                </a:cubicBezTo>
                <a:cubicBezTo>
                  <a:pt x="8" y="8"/>
                  <a:pt x="7" y="8"/>
                  <a:pt x="5" y="8"/>
                </a:cubicBezTo>
                <a:cubicBezTo>
                  <a:pt x="4" y="8"/>
                  <a:pt x="2" y="8"/>
                  <a:pt x="1" y="8"/>
                </a:cubicBezTo>
                <a:cubicBezTo>
                  <a:pt x="1" y="5"/>
                  <a:pt x="1" y="3"/>
                  <a:pt x="1" y="1"/>
                </a:cubicBezTo>
                <a:cubicBezTo>
                  <a:pt x="14" y="1"/>
                  <a:pt x="27" y="1"/>
                  <a:pt x="40" y="1"/>
                </a:cubicBezTo>
                <a:cubicBezTo>
                  <a:pt x="59" y="34"/>
                  <a:pt x="79" y="67"/>
                  <a:pt x="98" y="100"/>
                </a:cubicBezTo>
                <a:cubicBezTo>
                  <a:pt x="98" y="100"/>
                  <a:pt x="99" y="100"/>
                  <a:pt x="99" y="100"/>
                </a:cubicBezTo>
                <a:cubicBezTo>
                  <a:pt x="99" y="99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1"/>
                  <a:pt x="99" y="19"/>
                  <a:pt x="98" y="16"/>
                </a:cubicBezTo>
                <a:cubicBezTo>
                  <a:pt x="97" y="12"/>
                  <a:pt x="94" y="9"/>
                  <a:pt x="90" y="9"/>
                </a:cubicBezTo>
                <a:cubicBezTo>
                  <a:pt x="88" y="8"/>
                  <a:pt x="86" y="8"/>
                  <a:pt x="83" y="8"/>
                </a:cubicBezTo>
                <a:cubicBezTo>
                  <a:pt x="83" y="5"/>
                  <a:pt x="83" y="3"/>
                  <a:pt x="83" y="1"/>
                </a:cubicBezTo>
                <a:cubicBezTo>
                  <a:pt x="87" y="0"/>
                  <a:pt x="115" y="0"/>
                  <a:pt x="126" y="1"/>
                </a:cubicBezTo>
                <a:cubicBezTo>
                  <a:pt x="126" y="3"/>
                  <a:pt x="126" y="5"/>
                  <a:pt x="126" y="8"/>
                </a:cubicBezTo>
                <a:cubicBezTo>
                  <a:pt x="124" y="8"/>
                  <a:pt x="122" y="8"/>
                  <a:pt x="119" y="9"/>
                </a:cubicBezTo>
                <a:cubicBezTo>
                  <a:pt x="115" y="9"/>
                  <a:pt x="112" y="12"/>
                  <a:pt x="111" y="16"/>
                </a:cubicBezTo>
                <a:cubicBezTo>
                  <a:pt x="111" y="20"/>
                  <a:pt x="110" y="23"/>
                  <a:pt x="110" y="27"/>
                </a:cubicBezTo>
                <a:cubicBezTo>
                  <a:pt x="110" y="61"/>
                  <a:pt x="110" y="95"/>
                  <a:pt x="110" y="129"/>
                </a:cubicBezTo>
                <a:cubicBezTo>
                  <a:pt x="110" y="131"/>
                  <a:pt x="110" y="133"/>
                  <a:pt x="110" y="135"/>
                </a:cubicBezTo>
                <a:cubicBezTo>
                  <a:pt x="106" y="135"/>
                  <a:pt x="103" y="135"/>
                  <a:pt x="99" y="135"/>
                </a:cubicBezTo>
                <a:cubicBezTo>
                  <a:pt x="76" y="95"/>
                  <a:pt x="52" y="55"/>
                  <a:pt x="29" y="15"/>
                </a:cubicBezTo>
                <a:cubicBezTo>
                  <a:pt x="28" y="15"/>
                  <a:pt x="28" y="15"/>
                  <a:pt x="28" y="16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3" name="Freeform 20">
            <a:extLst xmlns:a="http://schemas.openxmlformats.org/drawingml/2006/main">
              <a:ext uri="{FF2B5EF4-FFF2-40B4-BE49-F238E27FC236}">
                <a16:creationId xmlns:a16="http://schemas.microsoft.com/office/drawing/2014/main" id="{6ADC3ACE-99AA-4586-927D-918DEA80F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9652" y="688617"/>
            <a:ext cx="62726" cy="68429"/>
          </a:xfrm>
          <a:custGeom xmlns:a="http://schemas.openxmlformats.org/drawingml/2006/main">
            <a:gdLst>
              <a:gd name="T0" fmla="*/ 0 w 124"/>
              <a:gd name="T1" fmla="*/ 8 h 135"/>
              <a:gd name="T2" fmla="*/ 0 w 124"/>
              <a:gd name="T3" fmla="*/ 1 h 135"/>
              <a:gd name="T4" fmla="*/ 105 w 124"/>
              <a:gd name="T5" fmla="*/ 1 h 135"/>
              <a:gd name="T6" fmla="*/ 117 w 124"/>
              <a:gd name="T7" fmla="*/ 35 h 135"/>
              <a:gd name="T8" fmla="*/ 110 w 124"/>
              <a:gd name="T9" fmla="*/ 39 h 135"/>
              <a:gd name="T10" fmla="*/ 107 w 124"/>
              <a:gd name="T11" fmla="*/ 33 h 135"/>
              <a:gd name="T12" fmla="*/ 78 w 124"/>
              <a:gd name="T13" fmla="*/ 11 h 135"/>
              <a:gd name="T14" fmla="*/ 34 w 124"/>
              <a:gd name="T15" fmla="*/ 11 h 135"/>
              <a:gd name="T16" fmla="*/ 34 w 124"/>
              <a:gd name="T17" fmla="*/ 61 h 135"/>
              <a:gd name="T18" fmla="*/ 55 w 124"/>
              <a:gd name="T19" fmla="*/ 60 h 135"/>
              <a:gd name="T20" fmla="*/ 69 w 124"/>
              <a:gd name="T21" fmla="*/ 45 h 135"/>
              <a:gd name="T22" fmla="*/ 70 w 124"/>
              <a:gd name="T23" fmla="*/ 36 h 135"/>
              <a:gd name="T24" fmla="*/ 78 w 124"/>
              <a:gd name="T25" fmla="*/ 36 h 135"/>
              <a:gd name="T26" fmla="*/ 78 w 124"/>
              <a:gd name="T27" fmla="*/ 95 h 135"/>
              <a:gd name="T28" fmla="*/ 74 w 124"/>
              <a:gd name="T29" fmla="*/ 95 h 135"/>
              <a:gd name="T30" fmla="*/ 70 w 124"/>
              <a:gd name="T31" fmla="*/ 95 h 135"/>
              <a:gd name="T32" fmla="*/ 70 w 124"/>
              <a:gd name="T33" fmla="*/ 88 h 135"/>
              <a:gd name="T34" fmla="*/ 68 w 124"/>
              <a:gd name="T35" fmla="*/ 81 h 135"/>
              <a:gd name="T36" fmla="*/ 58 w 124"/>
              <a:gd name="T37" fmla="*/ 71 h 135"/>
              <a:gd name="T38" fmla="*/ 34 w 124"/>
              <a:gd name="T39" fmla="*/ 70 h 135"/>
              <a:gd name="T40" fmla="*/ 33 w 124"/>
              <a:gd name="T41" fmla="*/ 74 h 135"/>
              <a:gd name="T42" fmla="*/ 33 w 124"/>
              <a:gd name="T43" fmla="*/ 115 h 135"/>
              <a:gd name="T44" fmla="*/ 43 w 124"/>
              <a:gd name="T45" fmla="*/ 125 h 135"/>
              <a:gd name="T46" fmla="*/ 69 w 124"/>
              <a:gd name="T47" fmla="*/ 125 h 135"/>
              <a:gd name="T48" fmla="*/ 112 w 124"/>
              <a:gd name="T49" fmla="*/ 97 h 135"/>
              <a:gd name="T50" fmla="*/ 115 w 124"/>
              <a:gd name="T51" fmla="*/ 90 h 135"/>
              <a:gd name="T52" fmla="*/ 124 w 124"/>
              <a:gd name="T53" fmla="*/ 93 h 135"/>
              <a:gd name="T54" fmla="*/ 109 w 124"/>
              <a:gd name="T55" fmla="*/ 135 h 135"/>
              <a:gd name="T56" fmla="*/ 0 w 124"/>
              <a:gd name="T57" fmla="*/ 135 h 135"/>
              <a:gd name="T58" fmla="*/ 0 w 124"/>
              <a:gd name="T59" fmla="*/ 128 h 135"/>
              <a:gd name="T60" fmla="*/ 8 w 124"/>
              <a:gd name="T61" fmla="*/ 127 h 135"/>
              <a:gd name="T62" fmla="*/ 15 w 124"/>
              <a:gd name="T63" fmla="*/ 120 h 135"/>
              <a:gd name="T64" fmla="*/ 16 w 124"/>
              <a:gd name="T65" fmla="*/ 113 h 135"/>
              <a:gd name="T66" fmla="*/ 16 w 124"/>
              <a:gd name="T67" fmla="*/ 21 h 135"/>
              <a:gd name="T68" fmla="*/ 16 w 124"/>
              <a:gd name="T69" fmla="*/ 16 h 135"/>
              <a:gd name="T70" fmla="*/ 8 w 124"/>
              <a:gd name="T71" fmla="*/ 9 h 135"/>
              <a:gd name="T72" fmla="*/ 4 w 124"/>
              <a:gd name="T73" fmla="*/ 8 h 135"/>
              <a:gd name="T74" fmla="*/ 0 w 124"/>
              <a:gd name="T75" fmla="*/ 8 h 135"/>
            </a:gdLst>
            <a:rect l="0" t="0" r="r" b="b"/>
            <a:pathLst>
              <a:path w="124" h="135">
                <a:moveTo>
                  <a:pt x="0" y="8"/>
                </a:moveTo>
                <a:cubicBezTo>
                  <a:pt x="0" y="5"/>
                  <a:pt x="0" y="3"/>
                  <a:pt x="0" y="1"/>
                </a:cubicBezTo>
                <a:cubicBezTo>
                  <a:pt x="3" y="0"/>
                  <a:pt x="98" y="0"/>
                  <a:pt x="105" y="1"/>
                </a:cubicBezTo>
                <a:cubicBezTo>
                  <a:pt x="109" y="12"/>
                  <a:pt x="113" y="24"/>
                  <a:pt x="117" y="35"/>
                </a:cubicBezTo>
                <a:cubicBezTo>
                  <a:pt x="115" y="37"/>
                  <a:pt x="112" y="38"/>
                  <a:pt x="110" y="39"/>
                </a:cubicBezTo>
                <a:cubicBezTo>
                  <a:pt x="109" y="36"/>
                  <a:pt x="108" y="35"/>
                  <a:pt x="107" y="33"/>
                </a:cubicBezTo>
                <a:cubicBezTo>
                  <a:pt x="101" y="20"/>
                  <a:pt x="92" y="13"/>
                  <a:pt x="78" y="11"/>
                </a:cubicBezTo>
                <a:cubicBezTo>
                  <a:pt x="63" y="10"/>
                  <a:pt x="48" y="11"/>
                  <a:pt x="34" y="11"/>
                </a:cubicBezTo>
                <a:cubicBezTo>
                  <a:pt x="33" y="15"/>
                  <a:pt x="33" y="55"/>
                  <a:pt x="34" y="61"/>
                </a:cubicBezTo>
                <a:cubicBezTo>
                  <a:pt x="41" y="61"/>
                  <a:pt x="48" y="61"/>
                  <a:pt x="55" y="60"/>
                </a:cubicBezTo>
                <a:cubicBezTo>
                  <a:pt x="64" y="59"/>
                  <a:pt x="68" y="54"/>
                  <a:pt x="69" y="45"/>
                </a:cubicBezTo>
                <a:cubicBezTo>
                  <a:pt x="70" y="42"/>
                  <a:pt x="70" y="39"/>
                  <a:pt x="70" y="36"/>
                </a:cubicBezTo>
                <a:cubicBezTo>
                  <a:pt x="73" y="36"/>
                  <a:pt x="75" y="36"/>
                  <a:pt x="78" y="36"/>
                </a:cubicBezTo>
                <a:cubicBezTo>
                  <a:pt x="78" y="56"/>
                  <a:pt x="78" y="75"/>
                  <a:pt x="78" y="95"/>
                </a:cubicBezTo>
                <a:cubicBezTo>
                  <a:pt x="77" y="95"/>
                  <a:pt x="76" y="95"/>
                  <a:pt x="74" y="95"/>
                </a:cubicBezTo>
                <a:cubicBezTo>
                  <a:pt x="73" y="95"/>
                  <a:pt x="72" y="95"/>
                  <a:pt x="70" y="95"/>
                </a:cubicBezTo>
                <a:cubicBezTo>
                  <a:pt x="70" y="93"/>
                  <a:pt x="70" y="90"/>
                  <a:pt x="70" y="88"/>
                </a:cubicBezTo>
                <a:cubicBezTo>
                  <a:pt x="69" y="86"/>
                  <a:pt x="69" y="83"/>
                  <a:pt x="68" y="81"/>
                </a:cubicBezTo>
                <a:cubicBezTo>
                  <a:pt x="67" y="75"/>
                  <a:pt x="64" y="72"/>
                  <a:pt x="58" y="71"/>
                </a:cubicBezTo>
                <a:cubicBezTo>
                  <a:pt x="50" y="69"/>
                  <a:pt x="42" y="70"/>
                  <a:pt x="34" y="70"/>
                </a:cubicBezTo>
                <a:cubicBezTo>
                  <a:pt x="33" y="72"/>
                  <a:pt x="33" y="73"/>
                  <a:pt x="33" y="74"/>
                </a:cubicBezTo>
                <a:cubicBezTo>
                  <a:pt x="33" y="88"/>
                  <a:pt x="33" y="102"/>
                  <a:pt x="33" y="115"/>
                </a:cubicBezTo>
                <a:cubicBezTo>
                  <a:pt x="33" y="124"/>
                  <a:pt x="34" y="125"/>
                  <a:pt x="43" y="125"/>
                </a:cubicBezTo>
                <a:cubicBezTo>
                  <a:pt x="52" y="125"/>
                  <a:pt x="60" y="125"/>
                  <a:pt x="69" y="125"/>
                </a:cubicBezTo>
                <a:cubicBezTo>
                  <a:pt x="89" y="125"/>
                  <a:pt x="104" y="115"/>
                  <a:pt x="112" y="97"/>
                </a:cubicBezTo>
                <a:cubicBezTo>
                  <a:pt x="113" y="95"/>
                  <a:pt x="114" y="93"/>
                  <a:pt x="115" y="90"/>
                </a:cubicBezTo>
                <a:cubicBezTo>
                  <a:pt x="118" y="91"/>
                  <a:pt x="121" y="92"/>
                  <a:pt x="124" y="93"/>
                </a:cubicBezTo>
                <a:cubicBezTo>
                  <a:pt x="119" y="108"/>
                  <a:pt x="114" y="121"/>
                  <a:pt x="109" y="135"/>
                </a:cubicBezTo>
                <a:cubicBezTo>
                  <a:pt x="73" y="135"/>
                  <a:pt x="3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6" y="128"/>
                  <a:pt x="8" y="127"/>
                </a:cubicBezTo>
                <a:cubicBezTo>
                  <a:pt x="13" y="126"/>
                  <a:pt x="15" y="125"/>
                  <a:pt x="15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20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7" y="9"/>
                  <a:pt x="6" y="8"/>
                  <a:pt x="4" y="8"/>
                </a:cubicBezTo>
                <a:cubicBezTo>
                  <a:pt x="3" y="8"/>
                  <a:pt x="2" y="8"/>
                  <a:pt x="0" y="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4" name="Freeform 21">
            <a:extLst xmlns:a="http://schemas.openxmlformats.org/drawingml/2006/main">
              <a:ext uri="{FF2B5EF4-FFF2-40B4-BE49-F238E27FC236}">
                <a16:creationId xmlns:a16="http://schemas.microsoft.com/office/drawing/2014/main" id="{3AA4C410-2356-4CF3-8E34-990EF7C7B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5152" y="689187"/>
            <a:ext cx="62726" cy="67859"/>
          </a:xfrm>
          <a:custGeom xmlns:a="http://schemas.openxmlformats.org/drawingml/2006/main">
            <a:gdLst>
              <a:gd name="T0" fmla="*/ 33 w 123"/>
              <a:gd name="T1" fmla="*/ 60 h 134"/>
              <a:gd name="T2" fmla="*/ 55 w 123"/>
              <a:gd name="T3" fmla="*/ 59 h 134"/>
              <a:gd name="T4" fmla="*/ 68 w 123"/>
              <a:gd name="T5" fmla="*/ 45 h 134"/>
              <a:gd name="T6" fmla="*/ 70 w 123"/>
              <a:gd name="T7" fmla="*/ 35 h 134"/>
              <a:gd name="T8" fmla="*/ 77 w 123"/>
              <a:gd name="T9" fmla="*/ 35 h 134"/>
              <a:gd name="T10" fmla="*/ 77 w 123"/>
              <a:gd name="T11" fmla="*/ 94 h 134"/>
              <a:gd name="T12" fmla="*/ 75 w 123"/>
              <a:gd name="T13" fmla="*/ 94 h 134"/>
              <a:gd name="T14" fmla="*/ 70 w 123"/>
              <a:gd name="T15" fmla="*/ 94 h 134"/>
              <a:gd name="T16" fmla="*/ 69 w 123"/>
              <a:gd name="T17" fmla="*/ 83 h 134"/>
              <a:gd name="T18" fmla="*/ 54 w 123"/>
              <a:gd name="T19" fmla="*/ 69 h 134"/>
              <a:gd name="T20" fmla="*/ 33 w 123"/>
              <a:gd name="T21" fmla="*/ 69 h 134"/>
              <a:gd name="T22" fmla="*/ 33 w 123"/>
              <a:gd name="T23" fmla="*/ 73 h 134"/>
              <a:gd name="T24" fmla="*/ 33 w 123"/>
              <a:gd name="T25" fmla="*/ 114 h 134"/>
              <a:gd name="T26" fmla="*/ 43 w 123"/>
              <a:gd name="T27" fmla="*/ 124 h 134"/>
              <a:gd name="T28" fmla="*/ 68 w 123"/>
              <a:gd name="T29" fmla="*/ 124 h 134"/>
              <a:gd name="T30" fmla="*/ 112 w 123"/>
              <a:gd name="T31" fmla="*/ 96 h 134"/>
              <a:gd name="T32" fmla="*/ 115 w 123"/>
              <a:gd name="T33" fmla="*/ 90 h 134"/>
              <a:gd name="T34" fmla="*/ 115 w 123"/>
              <a:gd name="T35" fmla="*/ 90 h 134"/>
              <a:gd name="T36" fmla="*/ 123 w 123"/>
              <a:gd name="T37" fmla="*/ 92 h 134"/>
              <a:gd name="T38" fmla="*/ 109 w 123"/>
              <a:gd name="T39" fmla="*/ 134 h 134"/>
              <a:gd name="T40" fmla="*/ 0 w 123"/>
              <a:gd name="T41" fmla="*/ 134 h 134"/>
              <a:gd name="T42" fmla="*/ 0 w 123"/>
              <a:gd name="T43" fmla="*/ 127 h 134"/>
              <a:gd name="T44" fmla="*/ 8 w 123"/>
              <a:gd name="T45" fmla="*/ 126 h 134"/>
              <a:gd name="T46" fmla="*/ 15 w 123"/>
              <a:gd name="T47" fmla="*/ 120 h 134"/>
              <a:gd name="T48" fmla="*/ 16 w 123"/>
              <a:gd name="T49" fmla="*/ 113 h 134"/>
              <a:gd name="T50" fmla="*/ 16 w 123"/>
              <a:gd name="T51" fmla="*/ 20 h 134"/>
              <a:gd name="T52" fmla="*/ 5 w 123"/>
              <a:gd name="T53" fmla="*/ 7 h 134"/>
              <a:gd name="T54" fmla="*/ 0 w 123"/>
              <a:gd name="T55" fmla="*/ 7 h 134"/>
              <a:gd name="T56" fmla="*/ 0 w 123"/>
              <a:gd name="T57" fmla="*/ 0 h 134"/>
              <a:gd name="T58" fmla="*/ 105 w 123"/>
              <a:gd name="T59" fmla="*/ 0 h 134"/>
              <a:gd name="T60" fmla="*/ 117 w 123"/>
              <a:gd name="T61" fmla="*/ 35 h 134"/>
              <a:gd name="T62" fmla="*/ 109 w 123"/>
              <a:gd name="T63" fmla="*/ 38 h 134"/>
              <a:gd name="T64" fmla="*/ 107 w 123"/>
              <a:gd name="T65" fmla="*/ 34 h 134"/>
              <a:gd name="T66" fmla="*/ 105 w 123"/>
              <a:gd name="T67" fmla="*/ 29 h 134"/>
              <a:gd name="T68" fmla="*/ 78 w 123"/>
              <a:gd name="T69" fmla="*/ 11 h 134"/>
              <a:gd name="T70" fmla="*/ 42 w 123"/>
              <a:gd name="T71" fmla="*/ 10 h 134"/>
              <a:gd name="T72" fmla="*/ 33 w 123"/>
              <a:gd name="T73" fmla="*/ 10 h 134"/>
              <a:gd name="T74" fmla="*/ 33 w 123"/>
              <a:gd name="T75" fmla="*/ 60 h 134"/>
            </a:gdLst>
            <a:rect l="0" t="0" r="r" b="b"/>
            <a:pathLst>
              <a:path w="123" h="134">
                <a:moveTo>
                  <a:pt x="33" y="60"/>
                </a:moveTo>
                <a:cubicBezTo>
                  <a:pt x="41" y="60"/>
                  <a:pt x="48" y="61"/>
                  <a:pt x="55" y="59"/>
                </a:cubicBezTo>
                <a:cubicBezTo>
                  <a:pt x="63" y="57"/>
                  <a:pt x="67" y="53"/>
                  <a:pt x="68" y="45"/>
                </a:cubicBezTo>
                <a:cubicBezTo>
                  <a:pt x="69" y="42"/>
                  <a:pt x="69" y="39"/>
                  <a:pt x="70" y="35"/>
                </a:cubicBezTo>
                <a:cubicBezTo>
                  <a:pt x="72" y="35"/>
                  <a:pt x="75" y="35"/>
                  <a:pt x="77" y="35"/>
                </a:cubicBezTo>
                <a:cubicBezTo>
                  <a:pt x="77" y="55"/>
                  <a:pt x="77" y="74"/>
                  <a:pt x="77" y="94"/>
                </a:cubicBezTo>
                <a:cubicBezTo>
                  <a:pt x="76" y="94"/>
                  <a:pt x="75" y="94"/>
                  <a:pt x="75" y="94"/>
                </a:cubicBezTo>
                <a:cubicBezTo>
                  <a:pt x="73" y="94"/>
                  <a:pt x="71" y="94"/>
                  <a:pt x="70" y="94"/>
                </a:cubicBezTo>
                <a:cubicBezTo>
                  <a:pt x="69" y="90"/>
                  <a:pt x="69" y="86"/>
                  <a:pt x="69" y="83"/>
                </a:cubicBezTo>
                <a:cubicBezTo>
                  <a:pt x="67" y="74"/>
                  <a:pt x="63" y="70"/>
                  <a:pt x="54" y="69"/>
                </a:cubicBezTo>
                <a:cubicBezTo>
                  <a:pt x="47" y="69"/>
                  <a:pt x="40" y="69"/>
                  <a:pt x="33" y="69"/>
                </a:cubicBezTo>
                <a:cubicBezTo>
                  <a:pt x="33" y="71"/>
                  <a:pt x="33" y="72"/>
                  <a:pt x="33" y="73"/>
                </a:cubicBezTo>
                <a:cubicBezTo>
                  <a:pt x="33" y="87"/>
                  <a:pt x="33" y="101"/>
                  <a:pt x="33" y="114"/>
                </a:cubicBezTo>
                <a:cubicBezTo>
                  <a:pt x="33" y="123"/>
                  <a:pt x="34" y="124"/>
                  <a:pt x="43" y="124"/>
                </a:cubicBezTo>
                <a:cubicBezTo>
                  <a:pt x="51" y="124"/>
                  <a:pt x="60" y="124"/>
                  <a:pt x="68" y="124"/>
                </a:cubicBezTo>
                <a:cubicBezTo>
                  <a:pt x="89" y="124"/>
                  <a:pt x="103" y="114"/>
                  <a:pt x="112" y="96"/>
                </a:cubicBezTo>
                <a:cubicBezTo>
                  <a:pt x="113" y="94"/>
                  <a:pt x="114" y="92"/>
                  <a:pt x="115" y="90"/>
                </a:cubicBezTo>
                <a:cubicBezTo>
                  <a:pt x="115" y="90"/>
                  <a:pt x="115" y="90"/>
                  <a:pt x="115" y="90"/>
                </a:cubicBezTo>
                <a:cubicBezTo>
                  <a:pt x="118" y="90"/>
                  <a:pt x="120" y="91"/>
                  <a:pt x="123" y="92"/>
                </a:cubicBezTo>
                <a:cubicBezTo>
                  <a:pt x="118" y="107"/>
                  <a:pt x="113" y="120"/>
                  <a:pt x="109" y="134"/>
                </a:cubicBezTo>
                <a:cubicBezTo>
                  <a:pt x="72" y="134"/>
                  <a:pt x="3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6"/>
                  <a:pt x="8" y="126"/>
                </a:cubicBezTo>
                <a:cubicBezTo>
                  <a:pt x="12" y="126"/>
                  <a:pt x="14" y="124"/>
                  <a:pt x="15" y="120"/>
                </a:cubicBezTo>
                <a:cubicBezTo>
                  <a:pt x="15" y="118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0"/>
                  <a:pt x="14" y="8"/>
                  <a:pt x="5" y="7"/>
                </a:cubicBezTo>
                <a:cubicBezTo>
                  <a:pt x="3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34" y="0"/>
                  <a:pt x="69" y="0"/>
                  <a:pt x="105" y="0"/>
                </a:cubicBezTo>
                <a:cubicBezTo>
                  <a:pt x="109" y="11"/>
                  <a:pt x="112" y="22"/>
                  <a:pt x="117" y="35"/>
                </a:cubicBezTo>
                <a:cubicBezTo>
                  <a:pt x="114" y="36"/>
                  <a:pt x="112" y="37"/>
                  <a:pt x="109" y="38"/>
                </a:cubicBezTo>
                <a:cubicBezTo>
                  <a:pt x="108" y="36"/>
                  <a:pt x="108" y="35"/>
                  <a:pt x="107" y="34"/>
                </a:cubicBezTo>
                <a:cubicBezTo>
                  <a:pt x="107" y="32"/>
                  <a:pt x="106" y="31"/>
                  <a:pt x="105" y="29"/>
                </a:cubicBezTo>
                <a:cubicBezTo>
                  <a:pt x="100" y="18"/>
                  <a:pt x="90" y="11"/>
                  <a:pt x="78" y="11"/>
                </a:cubicBezTo>
                <a:cubicBezTo>
                  <a:pt x="66" y="10"/>
                  <a:pt x="54" y="10"/>
                  <a:pt x="42" y="10"/>
                </a:cubicBezTo>
                <a:cubicBezTo>
                  <a:pt x="39" y="10"/>
                  <a:pt x="36" y="10"/>
                  <a:pt x="33" y="10"/>
                </a:cubicBezTo>
                <a:cubicBezTo>
                  <a:pt x="33" y="26"/>
                  <a:pt x="33" y="43"/>
                  <a:pt x="33" y="6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5" name="Freeform 22">
            <a:extLst xmlns:a="http://schemas.openxmlformats.org/drawingml/2006/main">
              <a:ext uri="{FF2B5EF4-FFF2-40B4-BE49-F238E27FC236}">
                <a16:creationId xmlns:a16="http://schemas.microsoft.com/office/drawing/2014/main" id="{41A84D87-AC9C-4452-852E-126510D64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3944" y="689187"/>
            <a:ext cx="63867" cy="67859"/>
          </a:xfrm>
          <a:custGeom xmlns:a="http://schemas.openxmlformats.org/drawingml/2006/main">
            <a:gdLst>
              <a:gd name="T0" fmla="*/ 43 w 126"/>
              <a:gd name="T1" fmla="*/ 134 h 134"/>
              <a:gd name="T2" fmla="*/ 0 w 126"/>
              <a:gd name="T3" fmla="*/ 134 h 134"/>
              <a:gd name="T4" fmla="*/ 0 w 126"/>
              <a:gd name="T5" fmla="*/ 127 h 134"/>
              <a:gd name="T6" fmla="*/ 7 w 126"/>
              <a:gd name="T7" fmla="*/ 126 h 134"/>
              <a:gd name="T8" fmla="*/ 16 w 126"/>
              <a:gd name="T9" fmla="*/ 118 h 134"/>
              <a:gd name="T10" fmla="*/ 16 w 126"/>
              <a:gd name="T11" fmla="*/ 110 h 134"/>
              <a:gd name="T12" fmla="*/ 16 w 126"/>
              <a:gd name="T13" fmla="*/ 18 h 134"/>
              <a:gd name="T14" fmla="*/ 5 w 126"/>
              <a:gd name="T15" fmla="*/ 7 h 134"/>
              <a:gd name="T16" fmla="*/ 0 w 126"/>
              <a:gd name="T17" fmla="*/ 7 h 134"/>
              <a:gd name="T18" fmla="*/ 0 w 126"/>
              <a:gd name="T19" fmla="*/ 0 h 134"/>
              <a:gd name="T20" fmla="*/ 40 w 126"/>
              <a:gd name="T21" fmla="*/ 0 h 134"/>
              <a:gd name="T22" fmla="*/ 98 w 126"/>
              <a:gd name="T23" fmla="*/ 100 h 134"/>
              <a:gd name="T24" fmla="*/ 99 w 126"/>
              <a:gd name="T25" fmla="*/ 96 h 134"/>
              <a:gd name="T26" fmla="*/ 99 w 126"/>
              <a:gd name="T27" fmla="*/ 24 h 134"/>
              <a:gd name="T28" fmla="*/ 98 w 126"/>
              <a:gd name="T29" fmla="*/ 17 h 134"/>
              <a:gd name="T30" fmla="*/ 89 w 126"/>
              <a:gd name="T31" fmla="*/ 7 h 134"/>
              <a:gd name="T32" fmla="*/ 83 w 126"/>
              <a:gd name="T33" fmla="*/ 7 h 134"/>
              <a:gd name="T34" fmla="*/ 83 w 126"/>
              <a:gd name="T35" fmla="*/ 4 h 134"/>
              <a:gd name="T36" fmla="*/ 83 w 126"/>
              <a:gd name="T37" fmla="*/ 0 h 134"/>
              <a:gd name="T38" fmla="*/ 125 w 126"/>
              <a:gd name="T39" fmla="*/ 0 h 134"/>
              <a:gd name="T40" fmla="*/ 126 w 126"/>
              <a:gd name="T41" fmla="*/ 3 h 134"/>
              <a:gd name="T42" fmla="*/ 126 w 126"/>
              <a:gd name="T43" fmla="*/ 7 h 134"/>
              <a:gd name="T44" fmla="*/ 120 w 126"/>
              <a:gd name="T45" fmla="*/ 7 h 134"/>
              <a:gd name="T46" fmla="*/ 110 w 126"/>
              <a:gd name="T47" fmla="*/ 16 h 134"/>
              <a:gd name="T48" fmla="*/ 110 w 126"/>
              <a:gd name="T49" fmla="*/ 26 h 134"/>
              <a:gd name="T50" fmla="*/ 110 w 126"/>
              <a:gd name="T51" fmla="*/ 128 h 134"/>
              <a:gd name="T52" fmla="*/ 110 w 126"/>
              <a:gd name="T53" fmla="*/ 134 h 134"/>
              <a:gd name="T54" fmla="*/ 98 w 126"/>
              <a:gd name="T55" fmla="*/ 134 h 134"/>
              <a:gd name="T56" fmla="*/ 28 w 126"/>
              <a:gd name="T57" fmla="*/ 14 h 134"/>
              <a:gd name="T58" fmla="*/ 28 w 126"/>
              <a:gd name="T59" fmla="*/ 14 h 134"/>
              <a:gd name="T60" fmla="*/ 27 w 126"/>
              <a:gd name="T61" fmla="*/ 17 h 134"/>
              <a:gd name="T62" fmla="*/ 27 w 126"/>
              <a:gd name="T63" fmla="*/ 110 h 134"/>
              <a:gd name="T64" fmla="*/ 28 w 126"/>
              <a:gd name="T65" fmla="*/ 118 h 134"/>
              <a:gd name="T66" fmla="*/ 36 w 126"/>
              <a:gd name="T67" fmla="*/ 126 h 134"/>
              <a:gd name="T68" fmla="*/ 43 w 126"/>
              <a:gd name="T69" fmla="*/ 127 h 134"/>
              <a:gd name="T70" fmla="*/ 43 w 126"/>
              <a:gd name="T71" fmla="*/ 134 h 134"/>
            </a:gdLst>
            <a:rect l="0" t="0" r="r" b="b"/>
            <a:pathLst>
              <a:path w="126" h="134">
                <a:moveTo>
                  <a:pt x="43" y="134"/>
                </a:moveTo>
                <a:cubicBezTo>
                  <a:pt x="29" y="134"/>
                  <a:pt x="14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7"/>
                  <a:pt x="7" y="126"/>
                </a:cubicBezTo>
                <a:cubicBezTo>
                  <a:pt x="13" y="125"/>
                  <a:pt x="15" y="123"/>
                  <a:pt x="16" y="118"/>
                </a:cubicBezTo>
                <a:cubicBezTo>
                  <a:pt x="16" y="115"/>
                  <a:pt x="16" y="113"/>
                  <a:pt x="16" y="110"/>
                </a:cubicBezTo>
                <a:cubicBezTo>
                  <a:pt x="16" y="80"/>
                  <a:pt x="16" y="49"/>
                  <a:pt x="16" y="18"/>
                </a:cubicBezTo>
                <a:cubicBezTo>
                  <a:pt x="16" y="9"/>
                  <a:pt x="14" y="8"/>
                  <a:pt x="5" y="7"/>
                </a:cubicBezTo>
                <a:cubicBezTo>
                  <a:pt x="4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3" y="0"/>
                  <a:pt x="26" y="0"/>
                  <a:pt x="40" y="0"/>
                </a:cubicBezTo>
                <a:cubicBezTo>
                  <a:pt x="59" y="33"/>
                  <a:pt x="78" y="66"/>
                  <a:pt x="98" y="100"/>
                </a:cubicBezTo>
                <a:cubicBezTo>
                  <a:pt x="98" y="98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2"/>
                  <a:pt x="99" y="19"/>
                  <a:pt x="98" y="17"/>
                </a:cubicBezTo>
                <a:cubicBezTo>
                  <a:pt x="97" y="11"/>
                  <a:pt x="95" y="8"/>
                  <a:pt x="89" y="7"/>
                </a:cubicBezTo>
                <a:cubicBezTo>
                  <a:pt x="87" y="7"/>
                  <a:pt x="85" y="7"/>
                  <a:pt x="83" y="7"/>
                </a:cubicBezTo>
                <a:cubicBezTo>
                  <a:pt x="83" y="6"/>
                  <a:pt x="83" y="5"/>
                  <a:pt x="83" y="4"/>
                </a:cubicBezTo>
                <a:cubicBezTo>
                  <a:pt x="83" y="2"/>
                  <a:pt x="83" y="1"/>
                  <a:pt x="83" y="0"/>
                </a:cubicBezTo>
                <a:cubicBezTo>
                  <a:pt x="97" y="0"/>
                  <a:pt x="111" y="0"/>
                  <a:pt x="125" y="0"/>
                </a:cubicBezTo>
                <a:cubicBezTo>
                  <a:pt x="125" y="1"/>
                  <a:pt x="126" y="2"/>
                  <a:pt x="126" y="3"/>
                </a:cubicBezTo>
                <a:cubicBezTo>
                  <a:pt x="126" y="4"/>
                  <a:pt x="126" y="5"/>
                  <a:pt x="126" y="7"/>
                </a:cubicBezTo>
                <a:cubicBezTo>
                  <a:pt x="124" y="7"/>
                  <a:pt x="122" y="7"/>
                  <a:pt x="120" y="7"/>
                </a:cubicBezTo>
                <a:cubicBezTo>
                  <a:pt x="114" y="8"/>
                  <a:pt x="111" y="11"/>
                  <a:pt x="110" y="16"/>
                </a:cubicBezTo>
                <a:cubicBezTo>
                  <a:pt x="110" y="20"/>
                  <a:pt x="110" y="23"/>
                  <a:pt x="110" y="26"/>
                </a:cubicBezTo>
                <a:cubicBezTo>
                  <a:pt x="110" y="60"/>
                  <a:pt x="110" y="94"/>
                  <a:pt x="110" y="128"/>
                </a:cubicBezTo>
                <a:cubicBezTo>
                  <a:pt x="110" y="130"/>
                  <a:pt x="110" y="132"/>
                  <a:pt x="110" y="134"/>
                </a:cubicBezTo>
                <a:cubicBezTo>
                  <a:pt x="106" y="134"/>
                  <a:pt x="102" y="134"/>
                  <a:pt x="98" y="134"/>
                </a:cubicBezTo>
                <a:cubicBezTo>
                  <a:pt x="75" y="94"/>
                  <a:pt x="52" y="54"/>
                  <a:pt x="28" y="14"/>
                </a:cubicBezTo>
                <a:cubicBezTo>
                  <a:pt x="28" y="14"/>
                  <a:pt x="28" y="14"/>
                  <a:pt x="28" y="14"/>
                </a:cubicBezTo>
                <a:cubicBezTo>
                  <a:pt x="27" y="15"/>
                  <a:pt x="27" y="16"/>
                  <a:pt x="27" y="17"/>
                </a:cubicBezTo>
                <a:cubicBezTo>
                  <a:pt x="27" y="48"/>
                  <a:pt x="27" y="79"/>
                  <a:pt x="27" y="110"/>
                </a:cubicBezTo>
                <a:cubicBezTo>
                  <a:pt x="27" y="113"/>
                  <a:pt x="27" y="116"/>
                  <a:pt x="28" y="118"/>
                </a:cubicBezTo>
                <a:cubicBezTo>
                  <a:pt x="29" y="123"/>
                  <a:pt x="31" y="125"/>
                  <a:pt x="36" y="126"/>
                </a:cubicBezTo>
                <a:cubicBezTo>
                  <a:pt x="38" y="126"/>
                  <a:pt x="41" y="127"/>
                  <a:pt x="43" y="127"/>
                </a:cubicBezTo>
                <a:cubicBezTo>
                  <a:pt x="43" y="129"/>
                  <a:pt x="43" y="132"/>
                  <a:pt x="43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6" name="Freeform 23">
            <a:extLst xmlns:a="http://schemas.openxmlformats.org/drawingml/2006/main">
              <a:ext uri="{FF2B5EF4-FFF2-40B4-BE49-F238E27FC236}">
                <a16:creationId xmlns:a16="http://schemas.microsoft.com/office/drawing/2014/main" id="{4BDAB4C8-15CF-4B38-9682-9FE8D1679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2943" y="686906"/>
            <a:ext cx="70710" cy="72991"/>
          </a:xfrm>
          <a:custGeom xmlns:a="http://schemas.openxmlformats.org/drawingml/2006/main">
            <a:gdLst>
              <a:gd name="T0" fmla="*/ 87 w 139"/>
              <a:gd name="T1" fmla="*/ 79 h 144"/>
              <a:gd name="T2" fmla="*/ 87 w 139"/>
              <a:gd name="T3" fmla="*/ 71 h 144"/>
              <a:gd name="T4" fmla="*/ 139 w 139"/>
              <a:gd name="T5" fmla="*/ 71 h 144"/>
              <a:gd name="T6" fmla="*/ 139 w 139"/>
              <a:gd name="T7" fmla="*/ 79 h 144"/>
              <a:gd name="T8" fmla="*/ 133 w 139"/>
              <a:gd name="T9" fmla="*/ 79 h 144"/>
              <a:gd name="T10" fmla="*/ 124 w 139"/>
              <a:gd name="T11" fmla="*/ 88 h 144"/>
              <a:gd name="T12" fmla="*/ 124 w 139"/>
              <a:gd name="T13" fmla="*/ 95 h 144"/>
              <a:gd name="T14" fmla="*/ 124 w 139"/>
              <a:gd name="T15" fmla="*/ 134 h 144"/>
              <a:gd name="T16" fmla="*/ 124 w 139"/>
              <a:gd name="T17" fmla="*/ 139 h 144"/>
              <a:gd name="T18" fmla="*/ 115 w 139"/>
              <a:gd name="T19" fmla="*/ 139 h 144"/>
              <a:gd name="T20" fmla="*/ 110 w 139"/>
              <a:gd name="T21" fmla="*/ 128 h 144"/>
              <a:gd name="T22" fmla="*/ 105 w 139"/>
              <a:gd name="T23" fmla="*/ 131 h 144"/>
              <a:gd name="T24" fmla="*/ 56 w 139"/>
              <a:gd name="T25" fmla="*/ 141 h 144"/>
              <a:gd name="T26" fmla="*/ 10 w 139"/>
              <a:gd name="T27" fmla="*/ 103 h 144"/>
              <a:gd name="T28" fmla="*/ 15 w 139"/>
              <a:gd name="T29" fmla="*/ 33 h 144"/>
              <a:gd name="T30" fmla="*/ 56 w 139"/>
              <a:gd name="T31" fmla="*/ 3 h 144"/>
              <a:gd name="T32" fmla="*/ 99 w 139"/>
              <a:gd name="T33" fmla="*/ 11 h 144"/>
              <a:gd name="T34" fmla="*/ 102 w 139"/>
              <a:gd name="T35" fmla="*/ 13 h 144"/>
              <a:gd name="T36" fmla="*/ 105 w 139"/>
              <a:gd name="T37" fmla="*/ 5 h 144"/>
              <a:gd name="T38" fmla="*/ 112 w 139"/>
              <a:gd name="T39" fmla="*/ 5 h 144"/>
              <a:gd name="T40" fmla="*/ 122 w 139"/>
              <a:gd name="T41" fmla="*/ 46 h 144"/>
              <a:gd name="T42" fmla="*/ 114 w 139"/>
              <a:gd name="T43" fmla="*/ 49 h 144"/>
              <a:gd name="T44" fmla="*/ 112 w 139"/>
              <a:gd name="T45" fmla="*/ 44 h 144"/>
              <a:gd name="T46" fmla="*/ 100 w 139"/>
              <a:gd name="T47" fmla="*/ 25 h 144"/>
              <a:gd name="T48" fmla="*/ 42 w 139"/>
              <a:gd name="T49" fmla="*/ 23 h 144"/>
              <a:gd name="T50" fmla="*/ 24 w 139"/>
              <a:gd name="T51" fmla="*/ 62 h 144"/>
              <a:gd name="T52" fmla="*/ 34 w 139"/>
              <a:gd name="T53" fmla="*/ 109 h 144"/>
              <a:gd name="T54" fmla="*/ 77 w 139"/>
              <a:gd name="T55" fmla="*/ 131 h 144"/>
              <a:gd name="T56" fmla="*/ 101 w 139"/>
              <a:gd name="T57" fmla="*/ 120 h 144"/>
              <a:gd name="T58" fmla="*/ 106 w 139"/>
              <a:gd name="T59" fmla="*/ 109 h 144"/>
              <a:gd name="T60" fmla="*/ 106 w 139"/>
              <a:gd name="T61" fmla="*/ 90 h 144"/>
              <a:gd name="T62" fmla="*/ 96 w 139"/>
              <a:gd name="T63" fmla="*/ 79 h 144"/>
              <a:gd name="T64" fmla="*/ 87 w 139"/>
              <a:gd name="T65" fmla="*/ 79 h 144"/>
            </a:gdLst>
            <a:rect l="0" t="0" r="r" b="b"/>
            <a:pathLst>
              <a:path w="139" h="144">
                <a:moveTo>
                  <a:pt x="87" y="79"/>
                </a:moveTo>
                <a:cubicBezTo>
                  <a:pt x="87" y="76"/>
                  <a:pt x="87" y="74"/>
                  <a:pt x="87" y="71"/>
                </a:cubicBezTo>
                <a:cubicBezTo>
                  <a:pt x="105" y="71"/>
                  <a:pt x="122" y="71"/>
                  <a:pt x="139" y="71"/>
                </a:cubicBezTo>
                <a:cubicBezTo>
                  <a:pt x="139" y="74"/>
                  <a:pt x="139" y="76"/>
                  <a:pt x="139" y="79"/>
                </a:cubicBezTo>
                <a:cubicBezTo>
                  <a:pt x="137" y="79"/>
                  <a:pt x="135" y="79"/>
                  <a:pt x="133" y="79"/>
                </a:cubicBezTo>
                <a:cubicBezTo>
                  <a:pt x="127" y="79"/>
                  <a:pt x="125" y="81"/>
                  <a:pt x="124" y="88"/>
                </a:cubicBezTo>
                <a:cubicBezTo>
                  <a:pt x="124" y="90"/>
                  <a:pt x="124" y="93"/>
                  <a:pt x="124" y="95"/>
                </a:cubicBezTo>
                <a:cubicBezTo>
                  <a:pt x="124" y="108"/>
                  <a:pt x="124" y="121"/>
                  <a:pt x="124" y="134"/>
                </a:cubicBezTo>
                <a:cubicBezTo>
                  <a:pt x="124" y="135"/>
                  <a:pt x="124" y="137"/>
                  <a:pt x="124" y="139"/>
                </a:cubicBezTo>
                <a:cubicBezTo>
                  <a:pt x="121" y="139"/>
                  <a:pt x="118" y="139"/>
                  <a:pt x="115" y="139"/>
                </a:cubicBezTo>
                <a:cubicBezTo>
                  <a:pt x="113" y="136"/>
                  <a:pt x="112" y="132"/>
                  <a:pt x="110" y="128"/>
                </a:cubicBezTo>
                <a:cubicBezTo>
                  <a:pt x="108" y="129"/>
                  <a:pt x="107" y="130"/>
                  <a:pt x="105" y="131"/>
                </a:cubicBezTo>
                <a:cubicBezTo>
                  <a:pt x="90" y="140"/>
                  <a:pt x="74" y="144"/>
                  <a:pt x="56" y="141"/>
                </a:cubicBezTo>
                <a:cubicBezTo>
                  <a:pt x="34" y="137"/>
                  <a:pt x="18" y="124"/>
                  <a:pt x="10" y="103"/>
                </a:cubicBezTo>
                <a:cubicBezTo>
                  <a:pt x="0" y="79"/>
                  <a:pt x="1" y="55"/>
                  <a:pt x="15" y="33"/>
                </a:cubicBezTo>
                <a:cubicBezTo>
                  <a:pt x="24" y="17"/>
                  <a:pt x="38" y="6"/>
                  <a:pt x="56" y="3"/>
                </a:cubicBezTo>
                <a:cubicBezTo>
                  <a:pt x="71" y="0"/>
                  <a:pt x="86" y="2"/>
                  <a:pt x="99" y="11"/>
                </a:cubicBezTo>
                <a:cubicBezTo>
                  <a:pt x="100" y="12"/>
                  <a:pt x="101" y="12"/>
                  <a:pt x="102" y="13"/>
                </a:cubicBezTo>
                <a:cubicBezTo>
                  <a:pt x="103" y="10"/>
                  <a:pt x="104" y="7"/>
                  <a:pt x="105" y="5"/>
                </a:cubicBezTo>
                <a:cubicBezTo>
                  <a:pt x="107" y="5"/>
                  <a:pt x="109" y="5"/>
                  <a:pt x="112" y="5"/>
                </a:cubicBezTo>
                <a:cubicBezTo>
                  <a:pt x="115" y="18"/>
                  <a:pt x="119" y="32"/>
                  <a:pt x="122" y="46"/>
                </a:cubicBezTo>
                <a:cubicBezTo>
                  <a:pt x="120" y="47"/>
                  <a:pt x="117" y="48"/>
                  <a:pt x="114" y="49"/>
                </a:cubicBezTo>
                <a:cubicBezTo>
                  <a:pt x="114" y="47"/>
                  <a:pt x="113" y="45"/>
                  <a:pt x="112" y="44"/>
                </a:cubicBezTo>
                <a:cubicBezTo>
                  <a:pt x="109" y="37"/>
                  <a:pt x="105" y="30"/>
                  <a:pt x="100" y="25"/>
                </a:cubicBezTo>
                <a:cubicBezTo>
                  <a:pt x="84" y="8"/>
                  <a:pt x="59" y="7"/>
                  <a:pt x="42" y="23"/>
                </a:cubicBezTo>
                <a:cubicBezTo>
                  <a:pt x="31" y="34"/>
                  <a:pt x="25" y="47"/>
                  <a:pt x="24" y="62"/>
                </a:cubicBezTo>
                <a:cubicBezTo>
                  <a:pt x="22" y="79"/>
                  <a:pt x="25" y="95"/>
                  <a:pt x="34" y="109"/>
                </a:cubicBezTo>
                <a:cubicBezTo>
                  <a:pt x="44" y="125"/>
                  <a:pt x="59" y="132"/>
                  <a:pt x="77" y="131"/>
                </a:cubicBezTo>
                <a:cubicBezTo>
                  <a:pt x="86" y="130"/>
                  <a:pt x="94" y="127"/>
                  <a:pt x="101" y="120"/>
                </a:cubicBezTo>
                <a:cubicBezTo>
                  <a:pt x="104" y="117"/>
                  <a:pt x="106" y="114"/>
                  <a:pt x="106" y="109"/>
                </a:cubicBezTo>
                <a:cubicBezTo>
                  <a:pt x="106" y="103"/>
                  <a:pt x="107" y="96"/>
                  <a:pt x="106" y="90"/>
                </a:cubicBezTo>
                <a:cubicBezTo>
                  <a:pt x="106" y="82"/>
                  <a:pt x="104" y="81"/>
                  <a:pt x="96" y="79"/>
                </a:cubicBezTo>
                <a:cubicBezTo>
                  <a:pt x="94" y="79"/>
                  <a:pt x="91" y="79"/>
                  <a:pt x="87" y="79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7" name="Freeform 25">
            <a:extLst xmlns:a="http://schemas.openxmlformats.org/drawingml/2006/main">
              <a:ext uri="{FF2B5EF4-FFF2-40B4-BE49-F238E27FC236}">
                <a16:creationId xmlns:a16="http://schemas.microsoft.com/office/drawing/2014/main" id="{FE010709-6A32-4AD6-9090-FFDBB6726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081" y="688046"/>
            <a:ext cx="57594" cy="70710"/>
          </a:xfrm>
          <a:custGeom xmlns:a="http://schemas.openxmlformats.org/drawingml/2006/main">
            <a:gdLst>
              <a:gd name="T0" fmla="*/ 103 w 113"/>
              <a:gd name="T1" fmla="*/ 44 h 140"/>
              <a:gd name="T2" fmla="*/ 95 w 113"/>
              <a:gd name="T3" fmla="*/ 46 h 140"/>
              <a:gd name="T4" fmla="*/ 92 w 113"/>
              <a:gd name="T5" fmla="*/ 41 h 140"/>
              <a:gd name="T6" fmla="*/ 72 w 113"/>
              <a:gd name="T7" fmla="*/ 18 h 140"/>
              <a:gd name="T8" fmla="*/ 38 w 113"/>
              <a:gd name="T9" fmla="*/ 12 h 140"/>
              <a:gd name="T10" fmla="*/ 25 w 113"/>
              <a:gd name="T11" fmla="*/ 19 h 140"/>
              <a:gd name="T12" fmla="*/ 26 w 113"/>
              <a:gd name="T13" fmla="*/ 44 h 140"/>
              <a:gd name="T14" fmla="*/ 42 w 113"/>
              <a:gd name="T15" fmla="*/ 53 h 140"/>
              <a:gd name="T16" fmla="*/ 70 w 113"/>
              <a:gd name="T17" fmla="*/ 62 h 140"/>
              <a:gd name="T18" fmla="*/ 90 w 113"/>
              <a:gd name="T19" fmla="*/ 70 h 140"/>
              <a:gd name="T20" fmla="*/ 97 w 113"/>
              <a:gd name="T21" fmla="*/ 125 h 140"/>
              <a:gd name="T22" fmla="*/ 56 w 113"/>
              <a:gd name="T23" fmla="*/ 140 h 140"/>
              <a:gd name="T24" fmla="*/ 25 w 113"/>
              <a:gd name="T25" fmla="*/ 128 h 140"/>
              <a:gd name="T26" fmla="*/ 21 w 113"/>
              <a:gd name="T27" fmla="*/ 125 h 140"/>
              <a:gd name="T28" fmla="*/ 16 w 113"/>
              <a:gd name="T29" fmla="*/ 137 h 140"/>
              <a:gd name="T30" fmla="*/ 10 w 113"/>
              <a:gd name="T31" fmla="*/ 137 h 140"/>
              <a:gd name="T32" fmla="*/ 1 w 113"/>
              <a:gd name="T33" fmla="*/ 89 h 140"/>
              <a:gd name="T34" fmla="*/ 10 w 113"/>
              <a:gd name="T35" fmla="*/ 87 h 140"/>
              <a:gd name="T36" fmla="*/ 13 w 113"/>
              <a:gd name="T37" fmla="*/ 95 h 140"/>
              <a:gd name="T38" fmla="*/ 36 w 113"/>
              <a:gd name="T39" fmla="*/ 122 h 140"/>
              <a:gd name="T40" fmla="*/ 69 w 113"/>
              <a:gd name="T41" fmla="*/ 128 h 140"/>
              <a:gd name="T42" fmla="*/ 85 w 113"/>
              <a:gd name="T43" fmla="*/ 119 h 140"/>
              <a:gd name="T44" fmla="*/ 81 w 113"/>
              <a:gd name="T45" fmla="*/ 86 h 140"/>
              <a:gd name="T46" fmla="*/ 63 w 113"/>
              <a:gd name="T47" fmla="*/ 79 h 140"/>
              <a:gd name="T48" fmla="*/ 38 w 113"/>
              <a:gd name="T49" fmla="*/ 71 h 140"/>
              <a:gd name="T50" fmla="*/ 19 w 113"/>
              <a:gd name="T51" fmla="*/ 62 h 140"/>
              <a:gd name="T52" fmla="*/ 15 w 113"/>
              <a:gd name="T53" fmla="*/ 13 h 140"/>
              <a:gd name="T54" fmla="*/ 51 w 113"/>
              <a:gd name="T55" fmla="*/ 0 h 140"/>
              <a:gd name="T56" fmla="*/ 81 w 113"/>
              <a:gd name="T57" fmla="*/ 10 h 140"/>
              <a:gd name="T58" fmla="*/ 82 w 113"/>
              <a:gd name="T59" fmla="*/ 11 h 140"/>
              <a:gd name="T60" fmla="*/ 83 w 113"/>
              <a:gd name="T61" fmla="*/ 11 h 140"/>
              <a:gd name="T62" fmla="*/ 87 w 113"/>
              <a:gd name="T63" fmla="*/ 2 h 140"/>
              <a:gd name="T64" fmla="*/ 93 w 113"/>
              <a:gd name="T65" fmla="*/ 2 h 140"/>
              <a:gd name="T66" fmla="*/ 103 w 113"/>
              <a:gd name="T67" fmla="*/ 44 h 140"/>
            </a:gdLst>
            <a:rect l="0" t="0" r="r" b="b"/>
            <a:pathLst>
              <a:path w="113" h="140">
                <a:moveTo>
                  <a:pt x="103" y="44"/>
                </a:moveTo>
                <a:cubicBezTo>
                  <a:pt x="100" y="45"/>
                  <a:pt x="98" y="45"/>
                  <a:pt x="95" y="46"/>
                </a:cubicBezTo>
                <a:cubicBezTo>
                  <a:pt x="94" y="44"/>
                  <a:pt x="93" y="43"/>
                  <a:pt x="92" y="41"/>
                </a:cubicBezTo>
                <a:cubicBezTo>
                  <a:pt x="87" y="32"/>
                  <a:pt x="81" y="24"/>
                  <a:pt x="72" y="18"/>
                </a:cubicBezTo>
                <a:cubicBezTo>
                  <a:pt x="61" y="11"/>
                  <a:pt x="50" y="9"/>
                  <a:pt x="38" y="12"/>
                </a:cubicBezTo>
                <a:cubicBezTo>
                  <a:pt x="33" y="13"/>
                  <a:pt x="28" y="16"/>
                  <a:pt x="25" y="19"/>
                </a:cubicBezTo>
                <a:cubicBezTo>
                  <a:pt x="18" y="27"/>
                  <a:pt x="19" y="38"/>
                  <a:pt x="26" y="44"/>
                </a:cubicBezTo>
                <a:cubicBezTo>
                  <a:pt x="31" y="49"/>
                  <a:pt x="36" y="51"/>
                  <a:pt x="42" y="53"/>
                </a:cubicBezTo>
                <a:cubicBezTo>
                  <a:pt x="51" y="56"/>
                  <a:pt x="61" y="59"/>
                  <a:pt x="70" y="62"/>
                </a:cubicBezTo>
                <a:cubicBezTo>
                  <a:pt x="77" y="64"/>
                  <a:pt x="84" y="67"/>
                  <a:pt x="90" y="70"/>
                </a:cubicBezTo>
                <a:cubicBezTo>
                  <a:pt x="113" y="83"/>
                  <a:pt x="112" y="111"/>
                  <a:pt x="97" y="125"/>
                </a:cubicBezTo>
                <a:cubicBezTo>
                  <a:pt x="85" y="137"/>
                  <a:pt x="71" y="140"/>
                  <a:pt x="56" y="140"/>
                </a:cubicBezTo>
                <a:cubicBezTo>
                  <a:pt x="44" y="139"/>
                  <a:pt x="34" y="135"/>
                  <a:pt x="25" y="128"/>
                </a:cubicBezTo>
                <a:cubicBezTo>
                  <a:pt x="24" y="127"/>
                  <a:pt x="23" y="126"/>
                  <a:pt x="21" y="125"/>
                </a:cubicBezTo>
                <a:cubicBezTo>
                  <a:pt x="19" y="129"/>
                  <a:pt x="18" y="133"/>
                  <a:pt x="16" y="137"/>
                </a:cubicBezTo>
                <a:cubicBezTo>
                  <a:pt x="14" y="137"/>
                  <a:pt x="12" y="137"/>
                  <a:pt x="10" y="137"/>
                </a:cubicBezTo>
                <a:cubicBezTo>
                  <a:pt x="7" y="121"/>
                  <a:pt x="4" y="105"/>
                  <a:pt x="1" y="89"/>
                </a:cubicBezTo>
                <a:cubicBezTo>
                  <a:pt x="4" y="88"/>
                  <a:pt x="7" y="88"/>
                  <a:pt x="10" y="87"/>
                </a:cubicBezTo>
                <a:cubicBezTo>
                  <a:pt x="11" y="90"/>
                  <a:pt x="12" y="93"/>
                  <a:pt x="13" y="95"/>
                </a:cubicBezTo>
                <a:cubicBezTo>
                  <a:pt x="18" y="106"/>
                  <a:pt x="26" y="116"/>
                  <a:pt x="36" y="122"/>
                </a:cubicBezTo>
                <a:cubicBezTo>
                  <a:pt x="46" y="129"/>
                  <a:pt x="57" y="131"/>
                  <a:pt x="69" y="128"/>
                </a:cubicBezTo>
                <a:cubicBezTo>
                  <a:pt x="75" y="127"/>
                  <a:pt x="80" y="123"/>
                  <a:pt x="85" y="119"/>
                </a:cubicBezTo>
                <a:cubicBezTo>
                  <a:pt x="94" y="110"/>
                  <a:pt x="94" y="93"/>
                  <a:pt x="81" y="86"/>
                </a:cubicBezTo>
                <a:cubicBezTo>
                  <a:pt x="75" y="83"/>
                  <a:pt x="69" y="81"/>
                  <a:pt x="63" y="79"/>
                </a:cubicBezTo>
                <a:cubicBezTo>
                  <a:pt x="55" y="76"/>
                  <a:pt x="46" y="74"/>
                  <a:pt x="38" y="71"/>
                </a:cubicBezTo>
                <a:cubicBezTo>
                  <a:pt x="31" y="69"/>
                  <a:pt x="25" y="66"/>
                  <a:pt x="19" y="62"/>
                </a:cubicBezTo>
                <a:cubicBezTo>
                  <a:pt x="1" y="51"/>
                  <a:pt x="0" y="27"/>
                  <a:pt x="15" y="13"/>
                </a:cubicBezTo>
                <a:cubicBezTo>
                  <a:pt x="25" y="3"/>
                  <a:pt x="37" y="0"/>
                  <a:pt x="51" y="0"/>
                </a:cubicBezTo>
                <a:cubicBezTo>
                  <a:pt x="62" y="0"/>
                  <a:pt x="72" y="3"/>
                  <a:pt x="81" y="10"/>
                </a:cubicBezTo>
                <a:cubicBezTo>
                  <a:pt x="81" y="10"/>
                  <a:pt x="81" y="11"/>
                  <a:pt x="82" y="11"/>
                </a:cubicBezTo>
                <a:cubicBezTo>
                  <a:pt x="82" y="11"/>
                  <a:pt x="82" y="11"/>
                  <a:pt x="83" y="11"/>
                </a:cubicBezTo>
                <a:cubicBezTo>
                  <a:pt x="84" y="8"/>
                  <a:pt x="85" y="5"/>
                  <a:pt x="87" y="2"/>
                </a:cubicBezTo>
                <a:cubicBezTo>
                  <a:pt x="89" y="2"/>
                  <a:pt x="91" y="2"/>
                  <a:pt x="93" y="2"/>
                </a:cubicBezTo>
                <a:cubicBezTo>
                  <a:pt x="96" y="16"/>
                  <a:pt x="100" y="30"/>
                  <a:pt x="103" y="4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8" name="Freeform 27">
            <a:extLst xmlns:a="http://schemas.openxmlformats.org/drawingml/2006/main">
              <a:ext uri="{FF2B5EF4-FFF2-40B4-BE49-F238E27FC236}">
                <a16:creationId xmlns:a16="http://schemas.microsoft.com/office/drawing/2014/main" id="{8A40EC50-9310-40EF-A679-5E8A2C256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5846" y="688617"/>
            <a:ext cx="57594" cy="68429"/>
          </a:xfrm>
          <a:custGeom xmlns:a="http://schemas.openxmlformats.org/drawingml/2006/main">
            <a:gdLst>
              <a:gd name="T0" fmla="*/ 33 w 113"/>
              <a:gd name="T1" fmla="*/ 78 h 135"/>
              <a:gd name="T2" fmla="*/ 33 w 113"/>
              <a:gd name="T3" fmla="*/ 82 h 135"/>
              <a:gd name="T4" fmla="*/ 33 w 113"/>
              <a:gd name="T5" fmla="*/ 114 h 135"/>
              <a:gd name="T6" fmla="*/ 33 w 113"/>
              <a:gd name="T7" fmla="*/ 118 h 135"/>
              <a:gd name="T8" fmla="*/ 43 w 113"/>
              <a:gd name="T9" fmla="*/ 128 h 135"/>
              <a:gd name="T10" fmla="*/ 49 w 113"/>
              <a:gd name="T11" fmla="*/ 128 h 135"/>
              <a:gd name="T12" fmla="*/ 49 w 113"/>
              <a:gd name="T13" fmla="*/ 135 h 135"/>
              <a:gd name="T14" fmla="*/ 0 w 113"/>
              <a:gd name="T15" fmla="*/ 135 h 135"/>
              <a:gd name="T16" fmla="*/ 0 w 113"/>
              <a:gd name="T17" fmla="*/ 128 h 135"/>
              <a:gd name="T18" fmla="*/ 8 w 113"/>
              <a:gd name="T19" fmla="*/ 127 h 135"/>
              <a:gd name="T20" fmla="*/ 15 w 113"/>
              <a:gd name="T21" fmla="*/ 120 h 135"/>
              <a:gd name="T22" fmla="*/ 15 w 113"/>
              <a:gd name="T23" fmla="*/ 114 h 135"/>
              <a:gd name="T24" fmla="*/ 15 w 113"/>
              <a:gd name="T25" fmla="*/ 21 h 135"/>
              <a:gd name="T26" fmla="*/ 15 w 113"/>
              <a:gd name="T27" fmla="*/ 14 h 135"/>
              <a:gd name="T28" fmla="*/ 9 w 113"/>
              <a:gd name="T29" fmla="*/ 9 h 135"/>
              <a:gd name="T30" fmla="*/ 0 w 113"/>
              <a:gd name="T31" fmla="*/ 8 h 135"/>
              <a:gd name="T32" fmla="*/ 0 w 113"/>
              <a:gd name="T33" fmla="*/ 1 h 135"/>
              <a:gd name="T34" fmla="*/ 4 w 113"/>
              <a:gd name="T35" fmla="*/ 0 h 135"/>
              <a:gd name="T36" fmla="*/ 56 w 113"/>
              <a:gd name="T37" fmla="*/ 0 h 135"/>
              <a:gd name="T38" fmla="*/ 73 w 113"/>
              <a:gd name="T39" fmla="*/ 1 h 135"/>
              <a:gd name="T40" fmla="*/ 106 w 113"/>
              <a:gd name="T41" fmla="*/ 50 h 135"/>
              <a:gd name="T42" fmla="*/ 78 w 113"/>
              <a:gd name="T43" fmla="*/ 76 h 135"/>
              <a:gd name="T44" fmla="*/ 55 w 113"/>
              <a:gd name="T45" fmla="*/ 78 h 135"/>
              <a:gd name="T46" fmla="*/ 33 w 113"/>
              <a:gd name="T47" fmla="*/ 78 h 135"/>
              <a:gd name="T48" fmla="*/ 33 w 113"/>
              <a:gd name="T49" fmla="*/ 68 h 135"/>
              <a:gd name="T50" fmla="*/ 67 w 113"/>
              <a:gd name="T51" fmla="*/ 67 h 135"/>
              <a:gd name="T52" fmla="*/ 85 w 113"/>
              <a:gd name="T53" fmla="*/ 52 h 135"/>
              <a:gd name="T54" fmla="*/ 87 w 113"/>
              <a:gd name="T55" fmla="*/ 29 h 135"/>
              <a:gd name="T56" fmla="*/ 66 w 113"/>
              <a:gd name="T57" fmla="*/ 11 h 135"/>
              <a:gd name="T58" fmla="*/ 34 w 113"/>
              <a:gd name="T59" fmla="*/ 11 h 135"/>
              <a:gd name="T60" fmla="*/ 33 w 113"/>
              <a:gd name="T61" fmla="*/ 11 h 135"/>
              <a:gd name="T62" fmla="*/ 33 w 113"/>
              <a:gd name="T63" fmla="*/ 68 h 135"/>
            </a:gdLst>
            <a:rect l="0" t="0" r="r" b="b"/>
            <a:pathLst>
              <a:path w="113" h="135">
                <a:moveTo>
                  <a:pt x="33" y="78"/>
                </a:moveTo>
                <a:cubicBezTo>
                  <a:pt x="33" y="80"/>
                  <a:pt x="33" y="81"/>
                  <a:pt x="33" y="82"/>
                </a:cubicBezTo>
                <a:cubicBezTo>
                  <a:pt x="33" y="93"/>
                  <a:pt x="33" y="103"/>
                  <a:pt x="33" y="114"/>
                </a:cubicBezTo>
                <a:cubicBezTo>
                  <a:pt x="33" y="115"/>
                  <a:pt x="33" y="117"/>
                  <a:pt x="33" y="118"/>
                </a:cubicBezTo>
                <a:cubicBezTo>
                  <a:pt x="34" y="125"/>
                  <a:pt x="35" y="127"/>
                  <a:pt x="43" y="128"/>
                </a:cubicBezTo>
                <a:cubicBezTo>
                  <a:pt x="45" y="128"/>
                  <a:pt x="47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6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8" y="127"/>
                </a:cubicBezTo>
                <a:cubicBezTo>
                  <a:pt x="13" y="126"/>
                  <a:pt x="14" y="125"/>
                  <a:pt x="15" y="120"/>
                </a:cubicBezTo>
                <a:cubicBezTo>
                  <a:pt x="15" y="118"/>
                  <a:pt x="15" y="116"/>
                  <a:pt x="15" y="114"/>
                </a:cubicBezTo>
                <a:cubicBezTo>
                  <a:pt x="16" y="83"/>
                  <a:pt x="16" y="52"/>
                  <a:pt x="15" y="21"/>
                </a:cubicBezTo>
                <a:cubicBezTo>
                  <a:pt x="15" y="19"/>
                  <a:pt x="15" y="16"/>
                  <a:pt x="15" y="14"/>
                </a:cubicBezTo>
                <a:cubicBezTo>
                  <a:pt x="14" y="11"/>
                  <a:pt x="12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1" y="0"/>
                  <a:pt x="3" y="0"/>
                  <a:pt x="4" y="0"/>
                </a:cubicBezTo>
                <a:cubicBezTo>
                  <a:pt x="21" y="0"/>
                  <a:pt x="39" y="0"/>
                  <a:pt x="56" y="0"/>
                </a:cubicBezTo>
                <a:cubicBezTo>
                  <a:pt x="62" y="0"/>
                  <a:pt x="68" y="1"/>
                  <a:pt x="73" y="1"/>
                </a:cubicBezTo>
                <a:cubicBezTo>
                  <a:pt x="98" y="4"/>
                  <a:pt x="113" y="26"/>
                  <a:pt x="106" y="50"/>
                </a:cubicBezTo>
                <a:cubicBezTo>
                  <a:pt x="102" y="64"/>
                  <a:pt x="93" y="73"/>
                  <a:pt x="78" y="76"/>
                </a:cubicBezTo>
                <a:cubicBezTo>
                  <a:pt x="70" y="77"/>
                  <a:pt x="63" y="77"/>
                  <a:pt x="55" y="78"/>
                </a:cubicBezTo>
                <a:cubicBezTo>
                  <a:pt x="48" y="78"/>
                  <a:pt x="41" y="78"/>
                  <a:pt x="33" y="78"/>
                </a:cubicBezTo>
                <a:close/>
                <a:moveTo>
                  <a:pt x="33" y="68"/>
                </a:moveTo>
                <a:cubicBezTo>
                  <a:pt x="45" y="67"/>
                  <a:pt x="56" y="68"/>
                  <a:pt x="67" y="67"/>
                </a:cubicBezTo>
                <a:cubicBezTo>
                  <a:pt x="76" y="66"/>
                  <a:pt x="82" y="60"/>
                  <a:pt x="85" y="52"/>
                </a:cubicBezTo>
                <a:cubicBezTo>
                  <a:pt x="89" y="45"/>
                  <a:pt x="89" y="37"/>
                  <a:pt x="87" y="29"/>
                </a:cubicBezTo>
                <a:cubicBezTo>
                  <a:pt x="84" y="19"/>
                  <a:pt x="78" y="12"/>
                  <a:pt x="66" y="11"/>
                </a:cubicBezTo>
                <a:cubicBezTo>
                  <a:pt x="56" y="11"/>
                  <a:pt x="45" y="11"/>
                  <a:pt x="34" y="11"/>
                </a:cubicBezTo>
                <a:cubicBezTo>
                  <a:pt x="34" y="11"/>
                  <a:pt x="34" y="11"/>
                  <a:pt x="33" y="11"/>
                </a:cubicBezTo>
                <a:cubicBezTo>
                  <a:pt x="33" y="30"/>
                  <a:pt x="33" y="48"/>
                  <a:pt x="33" y="6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B8F1132D-DC88-4A45-995D-65B663E85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5017" y="689187"/>
            <a:ext cx="67859" cy="70140"/>
          </a:xfrm>
          <a:custGeom xmlns:a="http://schemas.openxmlformats.org/drawingml/2006/main">
            <a:gdLst>
              <a:gd name="T0" fmla="*/ 49 w 133"/>
              <a:gd name="T1" fmla="*/ 0 h 138"/>
              <a:gd name="T2" fmla="*/ 49 w 133"/>
              <a:gd name="T3" fmla="*/ 7 h 138"/>
              <a:gd name="T4" fmla="*/ 41 w 133"/>
              <a:gd name="T5" fmla="*/ 8 h 138"/>
              <a:gd name="T6" fmla="*/ 34 w 133"/>
              <a:gd name="T7" fmla="*/ 15 h 138"/>
              <a:gd name="T8" fmla="*/ 33 w 133"/>
              <a:gd name="T9" fmla="*/ 23 h 138"/>
              <a:gd name="T10" fmla="*/ 33 w 133"/>
              <a:gd name="T11" fmla="*/ 83 h 138"/>
              <a:gd name="T12" fmla="*/ 34 w 133"/>
              <a:gd name="T13" fmla="*/ 96 h 138"/>
              <a:gd name="T14" fmla="*/ 60 w 133"/>
              <a:gd name="T15" fmla="*/ 124 h 138"/>
              <a:gd name="T16" fmla="*/ 100 w 133"/>
              <a:gd name="T17" fmla="*/ 110 h 138"/>
              <a:gd name="T18" fmla="*/ 106 w 133"/>
              <a:gd name="T19" fmla="*/ 94 h 138"/>
              <a:gd name="T20" fmla="*/ 107 w 133"/>
              <a:gd name="T21" fmla="*/ 80 h 138"/>
              <a:gd name="T22" fmla="*/ 107 w 133"/>
              <a:gd name="T23" fmla="*/ 24 h 138"/>
              <a:gd name="T24" fmla="*/ 106 w 133"/>
              <a:gd name="T25" fmla="*/ 15 h 138"/>
              <a:gd name="T26" fmla="*/ 97 w 133"/>
              <a:gd name="T27" fmla="*/ 8 h 138"/>
              <a:gd name="T28" fmla="*/ 91 w 133"/>
              <a:gd name="T29" fmla="*/ 7 h 138"/>
              <a:gd name="T30" fmla="*/ 91 w 133"/>
              <a:gd name="T31" fmla="*/ 0 h 138"/>
              <a:gd name="T32" fmla="*/ 133 w 133"/>
              <a:gd name="T33" fmla="*/ 0 h 138"/>
              <a:gd name="T34" fmla="*/ 133 w 133"/>
              <a:gd name="T35" fmla="*/ 7 h 138"/>
              <a:gd name="T36" fmla="*/ 126 w 133"/>
              <a:gd name="T37" fmla="*/ 8 h 138"/>
              <a:gd name="T38" fmla="*/ 118 w 133"/>
              <a:gd name="T39" fmla="*/ 15 h 138"/>
              <a:gd name="T40" fmla="*/ 118 w 133"/>
              <a:gd name="T41" fmla="*/ 25 h 138"/>
              <a:gd name="T42" fmla="*/ 117 w 133"/>
              <a:gd name="T43" fmla="*/ 88 h 138"/>
              <a:gd name="T44" fmla="*/ 114 w 133"/>
              <a:gd name="T45" fmla="*/ 105 h 138"/>
              <a:gd name="T46" fmla="*/ 74 w 133"/>
              <a:gd name="T47" fmla="*/ 136 h 138"/>
              <a:gd name="T48" fmla="*/ 35 w 133"/>
              <a:gd name="T49" fmla="*/ 127 h 138"/>
              <a:gd name="T50" fmla="*/ 17 w 133"/>
              <a:gd name="T51" fmla="*/ 96 h 138"/>
              <a:gd name="T52" fmla="*/ 16 w 133"/>
              <a:gd name="T53" fmla="*/ 83 h 138"/>
              <a:gd name="T54" fmla="*/ 16 w 133"/>
              <a:gd name="T55" fmla="*/ 25 h 138"/>
              <a:gd name="T56" fmla="*/ 16 w 133"/>
              <a:gd name="T57" fmla="*/ 15 h 138"/>
              <a:gd name="T58" fmla="*/ 8 w 133"/>
              <a:gd name="T59" fmla="*/ 8 h 138"/>
              <a:gd name="T60" fmla="*/ 0 w 133"/>
              <a:gd name="T61" fmla="*/ 7 h 138"/>
              <a:gd name="T62" fmla="*/ 0 w 133"/>
              <a:gd name="T63" fmla="*/ 0 h 138"/>
              <a:gd name="T64" fmla="*/ 49 w 133"/>
              <a:gd name="T65" fmla="*/ 0 h 138"/>
            </a:gdLst>
            <a:rect l="0" t="0" r="r" b="b"/>
            <a:pathLst>
              <a:path w="133" h="138">
                <a:moveTo>
                  <a:pt x="49" y="0"/>
                </a:move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1" y="8"/>
                </a:cubicBezTo>
                <a:cubicBezTo>
                  <a:pt x="36" y="8"/>
                  <a:pt x="34" y="10"/>
                  <a:pt x="34" y="15"/>
                </a:cubicBezTo>
                <a:cubicBezTo>
                  <a:pt x="33" y="17"/>
                  <a:pt x="33" y="20"/>
                  <a:pt x="33" y="23"/>
                </a:cubicBezTo>
                <a:cubicBezTo>
                  <a:pt x="33" y="43"/>
                  <a:pt x="33" y="63"/>
                  <a:pt x="33" y="83"/>
                </a:cubicBezTo>
                <a:cubicBezTo>
                  <a:pt x="33" y="87"/>
                  <a:pt x="33" y="92"/>
                  <a:pt x="34" y="96"/>
                </a:cubicBezTo>
                <a:cubicBezTo>
                  <a:pt x="36" y="112"/>
                  <a:pt x="46" y="120"/>
                  <a:pt x="60" y="124"/>
                </a:cubicBezTo>
                <a:cubicBezTo>
                  <a:pt x="76" y="128"/>
                  <a:pt x="89" y="123"/>
                  <a:pt x="100" y="110"/>
                </a:cubicBezTo>
                <a:cubicBezTo>
                  <a:pt x="104" y="106"/>
                  <a:pt x="105" y="100"/>
                  <a:pt x="106" y="94"/>
                </a:cubicBezTo>
                <a:cubicBezTo>
                  <a:pt x="106" y="90"/>
                  <a:pt x="106" y="85"/>
                  <a:pt x="107" y="80"/>
                </a:cubicBezTo>
                <a:cubicBezTo>
                  <a:pt x="107" y="62"/>
                  <a:pt x="107" y="43"/>
                  <a:pt x="107" y="24"/>
                </a:cubicBezTo>
                <a:cubicBezTo>
                  <a:pt x="107" y="21"/>
                  <a:pt x="106" y="18"/>
                  <a:pt x="106" y="15"/>
                </a:cubicBezTo>
                <a:cubicBezTo>
                  <a:pt x="105" y="10"/>
                  <a:pt x="103" y="8"/>
                  <a:pt x="97" y="8"/>
                </a:cubicBezTo>
                <a:cubicBezTo>
                  <a:pt x="95" y="7"/>
                  <a:pt x="93" y="7"/>
                  <a:pt x="91" y="7"/>
                </a:cubicBezTo>
                <a:cubicBezTo>
                  <a:pt x="91" y="4"/>
                  <a:pt x="91" y="2"/>
                  <a:pt x="91" y="0"/>
                </a:cubicBezTo>
                <a:cubicBezTo>
                  <a:pt x="105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1" y="7"/>
                  <a:pt x="128" y="7"/>
                  <a:pt x="126" y="8"/>
                </a:cubicBezTo>
                <a:cubicBezTo>
                  <a:pt x="121" y="8"/>
                  <a:pt x="119" y="11"/>
                  <a:pt x="118" y="15"/>
                </a:cubicBezTo>
                <a:cubicBezTo>
                  <a:pt x="118" y="18"/>
                  <a:pt x="118" y="22"/>
                  <a:pt x="118" y="25"/>
                </a:cubicBezTo>
                <a:cubicBezTo>
                  <a:pt x="117" y="46"/>
                  <a:pt x="118" y="67"/>
                  <a:pt x="117" y="88"/>
                </a:cubicBezTo>
                <a:cubicBezTo>
                  <a:pt x="117" y="94"/>
                  <a:pt x="116" y="99"/>
                  <a:pt x="114" y="105"/>
                </a:cubicBezTo>
                <a:cubicBezTo>
                  <a:pt x="108" y="124"/>
                  <a:pt x="94" y="134"/>
                  <a:pt x="74" y="136"/>
                </a:cubicBezTo>
                <a:cubicBezTo>
                  <a:pt x="60" y="138"/>
                  <a:pt x="47" y="135"/>
                  <a:pt x="35" y="127"/>
                </a:cubicBezTo>
                <a:cubicBezTo>
                  <a:pt x="24" y="120"/>
                  <a:pt x="18" y="109"/>
                  <a:pt x="17" y="96"/>
                </a:cubicBezTo>
                <a:cubicBezTo>
                  <a:pt x="16" y="92"/>
                  <a:pt x="16" y="87"/>
                  <a:pt x="16" y="83"/>
                </a:cubicBezTo>
                <a:cubicBezTo>
                  <a:pt x="16" y="64"/>
                  <a:pt x="16" y="45"/>
                  <a:pt x="16" y="25"/>
                </a:cubicBezTo>
                <a:cubicBezTo>
                  <a:pt x="16" y="22"/>
                  <a:pt x="16" y="18"/>
                  <a:pt x="16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25DD651A-CC20-41A6-9A9E-C67F122B8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371" y="689187"/>
            <a:ext cx="67288" cy="69569"/>
          </a:xfrm>
          <a:custGeom xmlns:a="http://schemas.openxmlformats.org/drawingml/2006/main">
            <a:gdLst>
              <a:gd name="T0" fmla="*/ 73 w 133"/>
              <a:gd name="T1" fmla="*/ 137 h 137"/>
              <a:gd name="T2" fmla="*/ 64 w 133"/>
              <a:gd name="T3" fmla="*/ 137 h 137"/>
              <a:gd name="T4" fmla="*/ 58 w 133"/>
              <a:gd name="T5" fmla="*/ 133 h 137"/>
              <a:gd name="T6" fmla="*/ 39 w 133"/>
              <a:gd name="T7" fmla="*/ 80 h 137"/>
              <a:gd name="T8" fmla="*/ 17 w 133"/>
              <a:gd name="T9" fmla="*/ 23 h 137"/>
              <a:gd name="T10" fmla="*/ 13 w 133"/>
              <a:gd name="T11" fmla="*/ 14 h 137"/>
              <a:gd name="T12" fmla="*/ 4 w 133"/>
              <a:gd name="T13" fmla="*/ 7 h 137"/>
              <a:gd name="T14" fmla="*/ 0 w 133"/>
              <a:gd name="T15" fmla="*/ 7 h 137"/>
              <a:gd name="T16" fmla="*/ 0 w 133"/>
              <a:gd name="T17" fmla="*/ 0 h 137"/>
              <a:gd name="T18" fmla="*/ 47 w 133"/>
              <a:gd name="T19" fmla="*/ 0 h 137"/>
              <a:gd name="T20" fmla="*/ 47 w 133"/>
              <a:gd name="T21" fmla="*/ 7 h 137"/>
              <a:gd name="T22" fmla="*/ 39 w 133"/>
              <a:gd name="T23" fmla="*/ 8 h 137"/>
              <a:gd name="T24" fmla="*/ 34 w 133"/>
              <a:gd name="T25" fmla="*/ 15 h 137"/>
              <a:gd name="T26" fmla="*/ 35 w 133"/>
              <a:gd name="T27" fmla="*/ 20 h 137"/>
              <a:gd name="T28" fmla="*/ 68 w 133"/>
              <a:gd name="T29" fmla="*/ 112 h 137"/>
              <a:gd name="T30" fmla="*/ 70 w 133"/>
              <a:gd name="T31" fmla="*/ 116 h 137"/>
              <a:gd name="T32" fmla="*/ 72 w 133"/>
              <a:gd name="T33" fmla="*/ 113 h 137"/>
              <a:gd name="T34" fmla="*/ 106 w 133"/>
              <a:gd name="T35" fmla="*/ 18 h 137"/>
              <a:gd name="T36" fmla="*/ 106 w 133"/>
              <a:gd name="T37" fmla="*/ 16 h 137"/>
              <a:gd name="T38" fmla="*/ 101 w 133"/>
              <a:gd name="T39" fmla="*/ 7 h 137"/>
              <a:gd name="T40" fmla="*/ 94 w 133"/>
              <a:gd name="T41" fmla="*/ 7 h 137"/>
              <a:gd name="T42" fmla="*/ 94 w 133"/>
              <a:gd name="T43" fmla="*/ 0 h 137"/>
              <a:gd name="T44" fmla="*/ 133 w 133"/>
              <a:gd name="T45" fmla="*/ 0 h 137"/>
              <a:gd name="T46" fmla="*/ 133 w 133"/>
              <a:gd name="T47" fmla="*/ 7 h 137"/>
              <a:gd name="T48" fmla="*/ 130 w 133"/>
              <a:gd name="T49" fmla="*/ 7 h 137"/>
              <a:gd name="T50" fmla="*/ 119 w 133"/>
              <a:gd name="T51" fmla="*/ 16 h 137"/>
              <a:gd name="T52" fmla="*/ 110 w 133"/>
              <a:gd name="T53" fmla="*/ 38 h 137"/>
              <a:gd name="T54" fmla="*/ 74 w 133"/>
              <a:gd name="T55" fmla="*/ 133 h 137"/>
              <a:gd name="T56" fmla="*/ 73 w 133"/>
              <a:gd name="T57" fmla="*/ 137 h 137"/>
            </a:gdLst>
            <a:rect l="0" t="0" r="r" b="b"/>
            <a:pathLst>
              <a:path w="133" h="137">
                <a:moveTo>
                  <a:pt x="73" y="137"/>
                </a:moveTo>
                <a:cubicBezTo>
                  <a:pt x="69" y="137"/>
                  <a:pt x="66" y="137"/>
                  <a:pt x="64" y="137"/>
                </a:cubicBezTo>
                <a:cubicBezTo>
                  <a:pt x="61" y="137"/>
                  <a:pt x="59" y="136"/>
                  <a:pt x="58" y="133"/>
                </a:cubicBezTo>
                <a:cubicBezTo>
                  <a:pt x="52" y="115"/>
                  <a:pt x="45" y="98"/>
                  <a:pt x="39" y="80"/>
                </a:cubicBezTo>
                <a:cubicBezTo>
                  <a:pt x="31" y="61"/>
                  <a:pt x="24" y="42"/>
                  <a:pt x="17" y="23"/>
                </a:cubicBezTo>
                <a:cubicBezTo>
                  <a:pt x="16" y="20"/>
                  <a:pt x="15" y="17"/>
                  <a:pt x="13" y="14"/>
                </a:cubicBezTo>
                <a:cubicBezTo>
                  <a:pt x="11" y="10"/>
                  <a:pt x="8" y="8"/>
                  <a:pt x="4" y="7"/>
                </a:cubicBezTo>
                <a:cubicBezTo>
                  <a:pt x="3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7" y="0"/>
                </a:cubicBezTo>
                <a:cubicBezTo>
                  <a:pt x="47" y="2"/>
                  <a:pt x="47" y="4"/>
                  <a:pt x="47" y="7"/>
                </a:cubicBezTo>
                <a:cubicBezTo>
                  <a:pt x="44" y="7"/>
                  <a:pt x="42" y="7"/>
                  <a:pt x="39" y="8"/>
                </a:cubicBezTo>
                <a:cubicBezTo>
                  <a:pt x="34" y="8"/>
                  <a:pt x="33" y="10"/>
                  <a:pt x="34" y="15"/>
                </a:cubicBezTo>
                <a:cubicBezTo>
                  <a:pt x="34" y="17"/>
                  <a:pt x="35" y="19"/>
                  <a:pt x="35" y="20"/>
                </a:cubicBezTo>
                <a:cubicBezTo>
                  <a:pt x="46" y="51"/>
                  <a:pt x="57" y="81"/>
                  <a:pt x="68" y="112"/>
                </a:cubicBezTo>
                <a:cubicBezTo>
                  <a:pt x="69" y="113"/>
                  <a:pt x="69" y="114"/>
                  <a:pt x="70" y="116"/>
                </a:cubicBezTo>
                <a:cubicBezTo>
                  <a:pt x="71" y="114"/>
                  <a:pt x="71" y="113"/>
                  <a:pt x="72" y="113"/>
                </a:cubicBezTo>
                <a:cubicBezTo>
                  <a:pt x="83" y="81"/>
                  <a:pt x="94" y="50"/>
                  <a:pt x="106" y="18"/>
                </a:cubicBezTo>
                <a:cubicBezTo>
                  <a:pt x="106" y="17"/>
                  <a:pt x="106" y="17"/>
                  <a:pt x="106" y="16"/>
                </a:cubicBezTo>
                <a:cubicBezTo>
                  <a:pt x="107" y="10"/>
                  <a:pt x="106" y="8"/>
                  <a:pt x="101" y="7"/>
                </a:cubicBezTo>
                <a:cubicBezTo>
                  <a:pt x="98" y="7"/>
                  <a:pt x="96" y="7"/>
                  <a:pt x="94" y="7"/>
                </a:cubicBezTo>
                <a:cubicBezTo>
                  <a:pt x="94" y="4"/>
                  <a:pt x="94" y="2"/>
                  <a:pt x="94" y="0"/>
                </a:cubicBezTo>
                <a:cubicBezTo>
                  <a:pt x="106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2" y="7"/>
                  <a:pt x="131" y="7"/>
                  <a:pt x="130" y="7"/>
                </a:cubicBezTo>
                <a:cubicBezTo>
                  <a:pt x="124" y="8"/>
                  <a:pt x="121" y="11"/>
                  <a:pt x="119" y="16"/>
                </a:cubicBezTo>
                <a:cubicBezTo>
                  <a:pt x="116" y="24"/>
                  <a:pt x="113" y="31"/>
                  <a:pt x="110" y="38"/>
                </a:cubicBezTo>
                <a:cubicBezTo>
                  <a:pt x="98" y="70"/>
                  <a:pt x="86" y="101"/>
                  <a:pt x="74" y="133"/>
                </a:cubicBezTo>
                <a:cubicBezTo>
                  <a:pt x="74" y="134"/>
                  <a:pt x="73" y="135"/>
                  <a:pt x="73" y="13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ADF4DF05-4CEC-48CF-AEC7-F7CAF12B7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6484" y="689187"/>
            <a:ext cx="61016" cy="68429"/>
          </a:xfrm>
          <a:custGeom xmlns:a="http://schemas.openxmlformats.org/drawingml/2006/main">
            <a:gdLst>
              <a:gd name="T0" fmla="*/ 85 w 120"/>
              <a:gd name="T1" fmla="*/ 127 h 135"/>
              <a:gd name="T2" fmla="*/ 85 w 120"/>
              <a:gd name="T3" fmla="*/ 134 h 135"/>
              <a:gd name="T4" fmla="*/ 35 w 120"/>
              <a:gd name="T5" fmla="*/ 134 h 135"/>
              <a:gd name="T6" fmla="*/ 35 w 120"/>
              <a:gd name="T7" fmla="*/ 127 h 135"/>
              <a:gd name="T8" fmla="*/ 44 w 120"/>
              <a:gd name="T9" fmla="*/ 126 h 135"/>
              <a:gd name="T10" fmla="*/ 50 w 120"/>
              <a:gd name="T11" fmla="*/ 120 h 135"/>
              <a:gd name="T12" fmla="*/ 51 w 120"/>
              <a:gd name="T13" fmla="*/ 113 h 135"/>
              <a:gd name="T14" fmla="*/ 51 w 120"/>
              <a:gd name="T15" fmla="*/ 85 h 135"/>
              <a:gd name="T16" fmla="*/ 50 w 120"/>
              <a:gd name="T17" fmla="*/ 79 h 135"/>
              <a:gd name="T18" fmla="*/ 17 w 120"/>
              <a:gd name="T19" fmla="*/ 19 h 135"/>
              <a:gd name="T20" fmla="*/ 15 w 120"/>
              <a:gd name="T21" fmla="*/ 15 h 135"/>
              <a:gd name="T22" fmla="*/ 3 w 120"/>
              <a:gd name="T23" fmla="*/ 7 h 135"/>
              <a:gd name="T24" fmla="*/ 0 w 120"/>
              <a:gd name="T25" fmla="*/ 7 h 135"/>
              <a:gd name="T26" fmla="*/ 0 w 120"/>
              <a:gd name="T27" fmla="*/ 0 h 135"/>
              <a:gd name="T28" fmla="*/ 48 w 120"/>
              <a:gd name="T29" fmla="*/ 0 h 135"/>
              <a:gd name="T30" fmla="*/ 48 w 120"/>
              <a:gd name="T31" fmla="*/ 7 h 135"/>
              <a:gd name="T32" fmla="*/ 40 w 120"/>
              <a:gd name="T33" fmla="*/ 7 h 135"/>
              <a:gd name="T34" fmla="*/ 36 w 120"/>
              <a:gd name="T35" fmla="*/ 14 h 135"/>
              <a:gd name="T36" fmla="*/ 37 w 120"/>
              <a:gd name="T37" fmla="*/ 18 h 135"/>
              <a:gd name="T38" fmla="*/ 61 w 120"/>
              <a:gd name="T39" fmla="*/ 64 h 135"/>
              <a:gd name="T40" fmla="*/ 63 w 120"/>
              <a:gd name="T41" fmla="*/ 68 h 135"/>
              <a:gd name="T42" fmla="*/ 66 w 120"/>
              <a:gd name="T43" fmla="*/ 64 h 135"/>
              <a:gd name="T44" fmla="*/ 91 w 120"/>
              <a:gd name="T45" fmla="*/ 18 h 135"/>
              <a:gd name="T46" fmla="*/ 93 w 120"/>
              <a:gd name="T47" fmla="*/ 12 h 135"/>
              <a:gd name="T48" fmla="*/ 90 w 120"/>
              <a:gd name="T49" fmla="*/ 8 h 135"/>
              <a:gd name="T50" fmla="*/ 81 w 120"/>
              <a:gd name="T51" fmla="*/ 7 h 135"/>
              <a:gd name="T52" fmla="*/ 81 w 120"/>
              <a:gd name="T53" fmla="*/ 0 h 135"/>
              <a:gd name="T54" fmla="*/ 120 w 120"/>
              <a:gd name="T55" fmla="*/ 0 h 135"/>
              <a:gd name="T56" fmla="*/ 120 w 120"/>
              <a:gd name="T57" fmla="*/ 7 h 135"/>
              <a:gd name="T58" fmla="*/ 115 w 120"/>
              <a:gd name="T59" fmla="*/ 8 h 135"/>
              <a:gd name="T60" fmla="*/ 108 w 120"/>
              <a:gd name="T61" fmla="*/ 12 h 135"/>
              <a:gd name="T62" fmla="*/ 103 w 120"/>
              <a:gd name="T63" fmla="*/ 19 h 135"/>
              <a:gd name="T64" fmla="*/ 71 w 120"/>
              <a:gd name="T65" fmla="*/ 75 h 135"/>
              <a:gd name="T66" fmla="*/ 69 w 120"/>
              <a:gd name="T67" fmla="*/ 82 h 135"/>
              <a:gd name="T68" fmla="*/ 69 w 120"/>
              <a:gd name="T69" fmla="*/ 111 h 135"/>
              <a:gd name="T70" fmla="*/ 69 w 120"/>
              <a:gd name="T71" fmla="*/ 118 h 135"/>
              <a:gd name="T72" fmla="*/ 77 w 120"/>
              <a:gd name="T73" fmla="*/ 126 h 135"/>
              <a:gd name="T74" fmla="*/ 85 w 120"/>
              <a:gd name="T75" fmla="*/ 127 h 135"/>
            </a:gdLst>
            <a:rect l="0" t="0" r="r" b="b"/>
            <a:pathLst>
              <a:path w="120" h="135">
                <a:moveTo>
                  <a:pt x="85" y="127"/>
                </a:moveTo>
                <a:cubicBezTo>
                  <a:pt x="85" y="130"/>
                  <a:pt x="85" y="132"/>
                  <a:pt x="85" y="134"/>
                </a:cubicBezTo>
                <a:cubicBezTo>
                  <a:pt x="81" y="135"/>
                  <a:pt x="44" y="135"/>
                  <a:pt x="35" y="134"/>
                </a:cubicBezTo>
                <a:cubicBezTo>
                  <a:pt x="35" y="132"/>
                  <a:pt x="35" y="130"/>
                  <a:pt x="35" y="127"/>
                </a:cubicBezTo>
                <a:cubicBezTo>
                  <a:pt x="38" y="127"/>
                  <a:pt x="41" y="126"/>
                  <a:pt x="44" y="126"/>
                </a:cubicBezTo>
                <a:cubicBezTo>
                  <a:pt x="48" y="126"/>
                  <a:pt x="50" y="124"/>
                  <a:pt x="50" y="120"/>
                </a:cubicBezTo>
                <a:cubicBezTo>
                  <a:pt x="51" y="118"/>
                  <a:pt x="51" y="115"/>
                  <a:pt x="51" y="113"/>
                </a:cubicBezTo>
                <a:cubicBezTo>
                  <a:pt x="51" y="104"/>
                  <a:pt x="51" y="95"/>
                  <a:pt x="51" y="85"/>
                </a:cubicBezTo>
                <a:cubicBezTo>
                  <a:pt x="51" y="83"/>
                  <a:pt x="51" y="81"/>
                  <a:pt x="50" y="79"/>
                </a:cubicBezTo>
                <a:cubicBezTo>
                  <a:pt x="39" y="59"/>
                  <a:pt x="28" y="39"/>
                  <a:pt x="17" y="19"/>
                </a:cubicBezTo>
                <a:cubicBezTo>
                  <a:pt x="16" y="17"/>
                  <a:pt x="15" y="16"/>
                  <a:pt x="15" y="15"/>
                </a:cubicBezTo>
                <a:cubicBezTo>
                  <a:pt x="12" y="10"/>
                  <a:pt x="9" y="7"/>
                  <a:pt x="3" y="7"/>
                </a:cubicBezTo>
                <a:cubicBezTo>
                  <a:pt x="2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8" y="0"/>
                </a:cubicBezTo>
                <a:cubicBezTo>
                  <a:pt x="48" y="2"/>
                  <a:pt x="48" y="4"/>
                  <a:pt x="48" y="7"/>
                </a:cubicBezTo>
                <a:cubicBezTo>
                  <a:pt x="45" y="7"/>
                  <a:pt x="42" y="7"/>
                  <a:pt x="40" y="7"/>
                </a:cubicBezTo>
                <a:cubicBezTo>
                  <a:pt x="35" y="8"/>
                  <a:pt x="34" y="10"/>
                  <a:pt x="36" y="14"/>
                </a:cubicBezTo>
                <a:cubicBezTo>
                  <a:pt x="36" y="15"/>
                  <a:pt x="37" y="17"/>
                  <a:pt x="37" y="18"/>
                </a:cubicBezTo>
                <a:cubicBezTo>
                  <a:pt x="45" y="33"/>
                  <a:pt x="53" y="49"/>
                  <a:pt x="61" y="64"/>
                </a:cubicBezTo>
                <a:cubicBezTo>
                  <a:pt x="61" y="65"/>
                  <a:pt x="62" y="66"/>
                  <a:pt x="63" y="68"/>
                </a:cubicBezTo>
                <a:cubicBezTo>
                  <a:pt x="64" y="66"/>
                  <a:pt x="65" y="65"/>
                  <a:pt x="66" y="64"/>
                </a:cubicBezTo>
                <a:cubicBezTo>
                  <a:pt x="74" y="49"/>
                  <a:pt x="82" y="34"/>
                  <a:pt x="91" y="18"/>
                </a:cubicBezTo>
                <a:cubicBezTo>
                  <a:pt x="92" y="16"/>
                  <a:pt x="93" y="14"/>
                  <a:pt x="93" y="12"/>
                </a:cubicBezTo>
                <a:cubicBezTo>
                  <a:pt x="94" y="9"/>
                  <a:pt x="93" y="8"/>
                  <a:pt x="90" y="8"/>
                </a:cubicBezTo>
                <a:cubicBezTo>
                  <a:pt x="87" y="7"/>
                  <a:pt x="85" y="7"/>
                  <a:pt x="81" y="7"/>
                </a:cubicBezTo>
                <a:cubicBezTo>
                  <a:pt x="81" y="4"/>
                  <a:pt x="81" y="2"/>
                  <a:pt x="81" y="0"/>
                </a:cubicBezTo>
                <a:cubicBezTo>
                  <a:pt x="94" y="0"/>
                  <a:pt x="107" y="0"/>
                  <a:pt x="120" y="0"/>
                </a:cubicBezTo>
                <a:cubicBezTo>
                  <a:pt x="120" y="2"/>
                  <a:pt x="120" y="4"/>
                  <a:pt x="120" y="7"/>
                </a:cubicBezTo>
                <a:cubicBezTo>
                  <a:pt x="119" y="7"/>
                  <a:pt x="117" y="7"/>
                  <a:pt x="115" y="8"/>
                </a:cubicBezTo>
                <a:cubicBezTo>
                  <a:pt x="112" y="8"/>
                  <a:pt x="109" y="9"/>
                  <a:pt x="108" y="12"/>
                </a:cubicBezTo>
                <a:cubicBezTo>
                  <a:pt x="106" y="14"/>
                  <a:pt x="104" y="17"/>
                  <a:pt x="103" y="19"/>
                </a:cubicBezTo>
                <a:cubicBezTo>
                  <a:pt x="92" y="38"/>
                  <a:pt x="81" y="56"/>
                  <a:pt x="71" y="75"/>
                </a:cubicBezTo>
                <a:cubicBezTo>
                  <a:pt x="69" y="77"/>
                  <a:pt x="68" y="80"/>
                  <a:pt x="69" y="82"/>
                </a:cubicBezTo>
                <a:cubicBezTo>
                  <a:pt x="69" y="92"/>
                  <a:pt x="69" y="102"/>
                  <a:pt x="69" y="111"/>
                </a:cubicBezTo>
                <a:cubicBezTo>
                  <a:pt x="69" y="114"/>
                  <a:pt x="69" y="116"/>
                  <a:pt x="69" y="118"/>
                </a:cubicBezTo>
                <a:cubicBezTo>
                  <a:pt x="70" y="124"/>
                  <a:pt x="71" y="125"/>
                  <a:pt x="77" y="126"/>
                </a:cubicBezTo>
                <a:cubicBezTo>
                  <a:pt x="80" y="126"/>
                  <a:pt x="82" y="127"/>
                  <a:pt x="85" y="12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3C089243-437C-46D5-9CBC-F6A6228B7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749" y="686906"/>
            <a:ext cx="58735" cy="70140"/>
          </a:xfrm>
          <a:custGeom xmlns:a="http://schemas.openxmlformats.org/drawingml/2006/main">
            <a:gdLst>
              <a:gd name="T0" fmla="*/ 108 w 116"/>
              <a:gd name="T1" fmla="*/ 42 h 139"/>
              <a:gd name="T2" fmla="*/ 102 w 116"/>
              <a:gd name="T3" fmla="*/ 29 h 139"/>
              <a:gd name="T4" fmla="*/ 72 w 116"/>
              <a:gd name="T5" fmla="*/ 14 h 139"/>
              <a:gd name="T6" fmla="*/ 67 w 116"/>
              <a:gd name="T7" fmla="*/ 18 h 139"/>
              <a:gd name="T8" fmla="*/ 66 w 116"/>
              <a:gd name="T9" fmla="*/ 24 h 139"/>
              <a:gd name="T10" fmla="*/ 66 w 116"/>
              <a:gd name="T11" fmla="*/ 115 h 139"/>
              <a:gd name="T12" fmla="*/ 67 w 116"/>
              <a:gd name="T13" fmla="*/ 123 h 139"/>
              <a:gd name="T14" fmla="*/ 75 w 116"/>
              <a:gd name="T15" fmla="*/ 131 h 139"/>
              <a:gd name="T16" fmla="*/ 83 w 116"/>
              <a:gd name="T17" fmla="*/ 132 h 139"/>
              <a:gd name="T18" fmla="*/ 83 w 116"/>
              <a:gd name="T19" fmla="*/ 139 h 139"/>
              <a:gd name="T20" fmla="*/ 33 w 116"/>
              <a:gd name="T21" fmla="*/ 139 h 139"/>
              <a:gd name="T22" fmla="*/ 33 w 116"/>
              <a:gd name="T23" fmla="*/ 132 h 139"/>
              <a:gd name="T24" fmla="*/ 41 w 116"/>
              <a:gd name="T25" fmla="*/ 131 h 139"/>
              <a:gd name="T26" fmla="*/ 49 w 116"/>
              <a:gd name="T27" fmla="*/ 123 h 139"/>
              <a:gd name="T28" fmla="*/ 49 w 116"/>
              <a:gd name="T29" fmla="*/ 118 h 139"/>
              <a:gd name="T30" fmla="*/ 49 w 116"/>
              <a:gd name="T31" fmla="*/ 22 h 139"/>
              <a:gd name="T32" fmla="*/ 41 w 116"/>
              <a:gd name="T33" fmla="*/ 14 h 139"/>
              <a:gd name="T34" fmla="*/ 32 w 116"/>
              <a:gd name="T35" fmla="*/ 15 h 139"/>
              <a:gd name="T36" fmla="*/ 18 w 116"/>
              <a:gd name="T37" fmla="*/ 23 h 139"/>
              <a:gd name="T38" fmla="*/ 11 w 116"/>
              <a:gd name="T39" fmla="*/ 36 h 139"/>
              <a:gd name="T40" fmla="*/ 8 w 116"/>
              <a:gd name="T41" fmla="*/ 42 h 139"/>
              <a:gd name="T42" fmla="*/ 0 w 116"/>
              <a:gd name="T43" fmla="*/ 39 h 139"/>
              <a:gd name="T44" fmla="*/ 13 w 116"/>
              <a:gd name="T45" fmla="*/ 0 h 139"/>
              <a:gd name="T46" fmla="*/ 19 w 116"/>
              <a:gd name="T47" fmla="*/ 0 h 139"/>
              <a:gd name="T48" fmla="*/ 21 w 116"/>
              <a:gd name="T49" fmla="*/ 4 h 139"/>
              <a:gd name="T50" fmla="*/ 95 w 116"/>
              <a:gd name="T51" fmla="*/ 4 h 139"/>
              <a:gd name="T52" fmla="*/ 97 w 116"/>
              <a:gd name="T53" fmla="*/ 0 h 139"/>
              <a:gd name="T54" fmla="*/ 103 w 116"/>
              <a:gd name="T55" fmla="*/ 0 h 139"/>
              <a:gd name="T56" fmla="*/ 116 w 116"/>
              <a:gd name="T57" fmla="*/ 39 h 139"/>
              <a:gd name="T58" fmla="*/ 108 w 116"/>
              <a:gd name="T59" fmla="*/ 42 h 139"/>
            </a:gdLst>
            <a:rect l="0" t="0" r="r" b="b"/>
            <a:pathLst>
              <a:path w="116" h="139">
                <a:moveTo>
                  <a:pt x="108" y="42"/>
                </a:moveTo>
                <a:cubicBezTo>
                  <a:pt x="106" y="37"/>
                  <a:pt x="104" y="33"/>
                  <a:pt x="102" y="29"/>
                </a:cubicBezTo>
                <a:cubicBezTo>
                  <a:pt x="96" y="17"/>
                  <a:pt x="85" y="13"/>
                  <a:pt x="72" y="14"/>
                </a:cubicBezTo>
                <a:cubicBezTo>
                  <a:pt x="68" y="14"/>
                  <a:pt x="67" y="15"/>
                  <a:pt x="67" y="18"/>
                </a:cubicBezTo>
                <a:cubicBezTo>
                  <a:pt x="66" y="20"/>
                  <a:pt x="66" y="22"/>
                  <a:pt x="66" y="24"/>
                </a:cubicBezTo>
                <a:cubicBezTo>
                  <a:pt x="66" y="54"/>
                  <a:pt x="66" y="85"/>
                  <a:pt x="66" y="115"/>
                </a:cubicBezTo>
                <a:cubicBezTo>
                  <a:pt x="66" y="118"/>
                  <a:pt x="67" y="120"/>
                  <a:pt x="67" y="123"/>
                </a:cubicBezTo>
                <a:cubicBezTo>
                  <a:pt x="68" y="128"/>
                  <a:pt x="70" y="130"/>
                  <a:pt x="75" y="131"/>
                </a:cubicBezTo>
                <a:cubicBezTo>
                  <a:pt x="78" y="131"/>
                  <a:pt x="80" y="132"/>
                  <a:pt x="83" y="132"/>
                </a:cubicBezTo>
                <a:cubicBezTo>
                  <a:pt x="83" y="134"/>
                  <a:pt x="83" y="137"/>
                  <a:pt x="83" y="139"/>
                </a:cubicBezTo>
                <a:cubicBezTo>
                  <a:pt x="66" y="139"/>
                  <a:pt x="50" y="139"/>
                  <a:pt x="33" y="139"/>
                </a:cubicBezTo>
                <a:cubicBezTo>
                  <a:pt x="33" y="137"/>
                  <a:pt x="33" y="135"/>
                  <a:pt x="33" y="132"/>
                </a:cubicBezTo>
                <a:cubicBezTo>
                  <a:pt x="36" y="132"/>
                  <a:pt x="39" y="131"/>
                  <a:pt x="41" y="131"/>
                </a:cubicBezTo>
                <a:cubicBezTo>
                  <a:pt x="47" y="130"/>
                  <a:pt x="49" y="128"/>
                  <a:pt x="49" y="123"/>
                </a:cubicBezTo>
                <a:cubicBezTo>
                  <a:pt x="49" y="121"/>
                  <a:pt x="49" y="120"/>
                  <a:pt x="49" y="118"/>
                </a:cubicBezTo>
                <a:cubicBezTo>
                  <a:pt x="49" y="86"/>
                  <a:pt x="49" y="54"/>
                  <a:pt x="49" y="22"/>
                </a:cubicBezTo>
                <a:cubicBezTo>
                  <a:pt x="49" y="14"/>
                  <a:pt x="49" y="13"/>
                  <a:pt x="41" y="14"/>
                </a:cubicBezTo>
                <a:cubicBezTo>
                  <a:pt x="38" y="14"/>
                  <a:pt x="35" y="14"/>
                  <a:pt x="32" y="15"/>
                </a:cubicBezTo>
                <a:cubicBezTo>
                  <a:pt x="26" y="16"/>
                  <a:pt x="21" y="18"/>
                  <a:pt x="18" y="23"/>
                </a:cubicBezTo>
                <a:cubicBezTo>
                  <a:pt x="15" y="27"/>
                  <a:pt x="13" y="32"/>
                  <a:pt x="11" y="36"/>
                </a:cubicBezTo>
                <a:cubicBezTo>
                  <a:pt x="10" y="38"/>
                  <a:pt x="9" y="40"/>
                  <a:pt x="8" y="42"/>
                </a:cubicBezTo>
                <a:cubicBezTo>
                  <a:pt x="5" y="41"/>
                  <a:pt x="3" y="40"/>
                  <a:pt x="0" y="39"/>
                </a:cubicBezTo>
                <a:cubicBezTo>
                  <a:pt x="5" y="26"/>
                  <a:pt x="9" y="13"/>
                  <a:pt x="13" y="0"/>
                </a:cubicBezTo>
                <a:cubicBezTo>
                  <a:pt x="15" y="0"/>
                  <a:pt x="17" y="0"/>
                  <a:pt x="19" y="0"/>
                </a:cubicBezTo>
                <a:cubicBezTo>
                  <a:pt x="20" y="1"/>
                  <a:pt x="20" y="3"/>
                  <a:pt x="21" y="4"/>
                </a:cubicBezTo>
                <a:cubicBezTo>
                  <a:pt x="46" y="4"/>
                  <a:pt x="70" y="4"/>
                  <a:pt x="95" y="4"/>
                </a:cubicBezTo>
                <a:cubicBezTo>
                  <a:pt x="95" y="3"/>
                  <a:pt x="96" y="1"/>
                  <a:pt x="97" y="0"/>
                </a:cubicBezTo>
                <a:cubicBezTo>
                  <a:pt x="98" y="0"/>
                  <a:pt x="100" y="0"/>
                  <a:pt x="103" y="0"/>
                </a:cubicBezTo>
                <a:cubicBezTo>
                  <a:pt x="107" y="13"/>
                  <a:pt x="112" y="26"/>
                  <a:pt x="116" y="39"/>
                </a:cubicBezTo>
                <a:cubicBezTo>
                  <a:pt x="113" y="40"/>
                  <a:pt x="111" y="41"/>
                  <a:pt x="108" y="42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3" name="Freeform 33">
            <a:extLst xmlns:a="http://schemas.openxmlformats.org/drawingml/2006/main">
              <a:ext uri="{FF2B5EF4-FFF2-40B4-BE49-F238E27FC236}">
                <a16:creationId xmlns:a16="http://schemas.microsoft.com/office/drawing/2014/main" id="{99BAC591-1038-4A06-9A21-9B64DF0E1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1440" y="689187"/>
            <a:ext cx="25090" cy="67859"/>
          </a:xfrm>
          <a:custGeom xmlns:a="http://schemas.openxmlformats.org/drawingml/2006/main">
            <a:gdLst>
              <a:gd name="T0" fmla="*/ 0 w 50"/>
              <a:gd name="T1" fmla="*/ 134 h 134"/>
              <a:gd name="T2" fmla="*/ 0 w 50"/>
              <a:gd name="T3" fmla="*/ 127 h 134"/>
              <a:gd name="T4" fmla="*/ 9 w 50"/>
              <a:gd name="T5" fmla="*/ 126 h 134"/>
              <a:gd name="T6" fmla="*/ 16 w 50"/>
              <a:gd name="T7" fmla="*/ 119 h 134"/>
              <a:gd name="T8" fmla="*/ 16 w 50"/>
              <a:gd name="T9" fmla="*/ 113 h 134"/>
              <a:gd name="T10" fmla="*/ 16 w 50"/>
              <a:gd name="T11" fmla="*/ 21 h 134"/>
              <a:gd name="T12" fmla="*/ 16 w 50"/>
              <a:gd name="T13" fmla="*/ 13 h 134"/>
              <a:gd name="T14" fmla="*/ 9 w 50"/>
              <a:gd name="T15" fmla="*/ 8 h 134"/>
              <a:gd name="T16" fmla="*/ 1 w 50"/>
              <a:gd name="T17" fmla="*/ 7 h 134"/>
              <a:gd name="T18" fmla="*/ 1 w 50"/>
              <a:gd name="T19" fmla="*/ 0 h 134"/>
              <a:gd name="T20" fmla="*/ 49 w 50"/>
              <a:gd name="T21" fmla="*/ 0 h 134"/>
              <a:gd name="T22" fmla="*/ 49 w 50"/>
              <a:gd name="T23" fmla="*/ 7 h 134"/>
              <a:gd name="T24" fmla="*/ 42 w 50"/>
              <a:gd name="T25" fmla="*/ 8 h 134"/>
              <a:gd name="T26" fmla="*/ 34 w 50"/>
              <a:gd name="T27" fmla="*/ 15 h 134"/>
              <a:gd name="T28" fmla="*/ 33 w 50"/>
              <a:gd name="T29" fmla="*/ 23 h 134"/>
              <a:gd name="T30" fmla="*/ 33 w 50"/>
              <a:gd name="T31" fmla="*/ 113 h 134"/>
              <a:gd name="T32" fmla="*/ 46 w 50"/>
              <a:gd name="T33" fmla="*/ 127 h 134"/>
              <a:gd name="T34" fmla="*/ 49 w 50"/>
              <a:gd name="T35" fmla="*/ 127 h 134"/>
              <a:gd name="T36" fmla="*/ 50 w 50"/>
              <a:gd name="T37" fmla="*/ 131 h 134"/>
              <a:gd name="T38" fmla="*/ 49 w 50"/>
              <a:gd name="T39" fmla="*/ 134 h 134"/>
              <a:gd name="T40" fmla="*/ 0 w 50"/>
              <a:gd name="T41" fmla="*/ 134 h 134"/>
            </a:gdLst>
            <a:rect l="0" t="0" r="r" b="b"/>
            <a:pathLst>
              <a:path w="50" h="134">
                <a:moveTo>
                  <a:pt x="0" y="134"/>
                </a:move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9" y="126"/>
                </a:cubicBezTo>
                <a:cubicBezTo>
                  <a:pt x="13" y="125"/>
                  <a:pt x="15" y="124"/>
                  <a:pt x="16" y="119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18"/>
                  <a:pt x="16" y="16"/>
                  <a:pt x="16" y="13"/>
                </a:cubicBezTo>
                <a:cubicBezTo>
                  <a:pt x="15" y="10"/>
                  <a:pt x="13" y="8"/>
                  <a:pt x="9" y="8"/>
                </a:cubicBezTo>
                <a:cubicBezTo>
                  <a:pt x="6" y="7"/>
                  <a:pt x="4" y="7"/>
                  <a:pt x="1" y="7"/>
                </a:cubicBezTo>
                <a:cubicBezTo>
                  <a:pt x="1" y="4"/>
                  <a:pt x="1" y="2"/>
                  <a:pt x="1" y="0"/>
                </a:cubicBezTo>
                <a:cubicBezTo>
                  <a:pt x="17" y="0"/>
                  <a:pt x="33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7" y="7"/>
                  <a:pt x="44" y="7"/>
                  <a:pt x="42" y="8"/>
                </a:cubicBezTo>
                <a:cubicBezTo>
                  <a:pt x="38" y="8"/>
                  <a:pt x="35" y="10"/>
                  <a:pt x="34" y="15"/>
                </a:cubicBezTo>
                <a:cubicBezTo>
                  <a:pt x="34" y="17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6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8"/>
                  <a:pt x="50" y="129"/>
                  <a:pt x="50" y="131"/>
                </a:cubicBezTo>
                <a:cubicBezTo>
                  <a:pt x="50" y="132"/>
                  <a:pt x="49" y="133"/>
                  <a:pt x="49" y="134"/>
                </a:cubicBezTo>
                <a:cubicBezTo>
                  <a:pt x="33" y="134"/>
                  <a:pt x="17" y="134"/>
                  <a:pt x="0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4" name="Freeform 34">
            <a:extLst xmlns:a="http://schemas.openxmlformats.org/drawingml/2006/main">
              <a:ext uri="{FF2B5EF4-FFF2-40B4-BE49-F238E27FC236}">
                <a16:creationId xmlns:a16="http://schemas.microsoft.com/office/drawing/2014/main" id="{FEB61690-2892-4EFF-AB65-E53856FD7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237" y="689187"/>
            <a:ext cx="24520" cy="68429"/>
          </a:xfrm>
          <a:custGeom xmlns:a="http://schemas.openxmlformats.org/drawingml/2006/main">
            <a:gdLst>
              <a:gd name="T0" fmla="*/ 0 w 49"/>
              <a:gd name="T1" fmla="*/ 7 h 135"/>
              <a:gd name="T2" fmla="*/ 0 w 49"/>
              <a:gd name="T3" fmla="*/ 0 h 135"/>
              <a:gd name="T4" fmla="*/ 49 w 49"/>
              <a:gd name="T5" fmla="*/ 0 h 135"/>
              <a:gd name="T6" fmla="*/ 49 w 49"/>
              <a:gd name="T7" fmla="*/ 7 h 135"/>
              <a:gd name="T8" fmla="*/ 42 w 49"/>
              <a:gd name="T9" fmla="*/ 8 h 135"/>
              <a:gd name="T10" fmla="*/ 34 w 49"/>
              <a:gd name="T11" fmla="*/ 15 h 135"/>
              <a:gd name="T12" fmla="*/ 33 w 49"/>
              <a:gd name="T13" fmla="*/ 23 h 135"/>
              <a:gd name="T14" fmla="*/ 33 w 49"/>
              <a:gd name="T15" fmla="*/ 113 h 135"/>
              <a:gd name="T16" fmla="*/ 46 w 49"/>
              <a:gd name="T17" fmla="*/ 127 h 135"/>
              <a:gd name="T18" fmla="*/ 49 w 49"/>
              <a:gd name="T19" fmla="*/ 127 h 135"/>
              <a:gd name="T20" fmla="*/ 49 w 49"/>
              <a:gd name="T21" fmla="*/ 134 h 135"/>
              <a:gd name="T22" fmla="*/ 0 w 49"/>
              <a:gd name="T23" fmla="*/ 134 h 135"/>
              <a:gd name="T24" fmla="*/ 0 w 49"/>
              <a:gd name="T25" fmla="*/ 127 h 135"/>
              <a:gd name="T26" fmla="*/ 7 w 49"/>
              <a:gd name="T27" fmla="*/ 126 h 135"/>
              <a:gd name="T28" fmla="*/ 16 w 49"/>
              <a:gd name="T29" fmla="*/ 118 h 135"/>
              <a:gd name="T30" fmla="*/ 16 w 49"/>
              <a:gd name="T31" fmla="*/ 113 h 135"/>
              <a:gd name="T32" fmla="*/ 16 w 49"/>
              <a:gd name="T33" fmla="*/ 20 h 135"/>
              <a:gd name="T34" fmla="*/ 15 w 49"/>
              <a:gd name="T35" fmla="*/ 13 h 135"/>
              <a:gd name="T36" fmla="*/ 9 w 49"/>
              <a:gd name="T37" fmla="*/ 8 h 135"/>
              <a:gd name="T38" fmla="*/ 0 w 49"/>
              <a:gd name="T39" fmla="*/ 7 h 135"/>
            </a:gdLst>
            <a:rect l="0" t="0" r="r" b="b"/>
            <a:pathLst>
              <a:path w="49" h="135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5" y="10"/>
                  <a:pt x="34" y="15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5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45" y="135"/>
                  <a:pt x="9" y="135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5" y="127"/>
                  <a:pt x="7" y="126"/>
                </a:cubicBezTo>
                <a:cubicBezTo>
                  <a:pt x="13" y="126"/>
                  <a:pt x="15" y="124"/>
                  <a:pt x="16" y="118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8"/>
                  <a:pt x="15" y="16"/>
                  <a:pt x="15" y="13"/>
                </a:cubicBezTo>
                <a:cubicBezTo>
                  <a:pt x="14" y="10"/>
                  <a:pt x="12" y="8"/>
                  <a:pt x="9" y="8"/>
                </a:cubicBezTo>
                <a:cubicBezTo>
                  <a:pt x="6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5" name="Freeform 35">
            <a:extLst xmlns:a="http://schemas.openxmlformats.org/drawingml/2006/main">
              <a:ext uri="{FF2B5EF4-FFF2-40B4-BE49-F238E27FC236}">
                <a16:creationId xmlns:a16="http://schemas.microsoft.com/office/drawing/2014/main" id="{66A77E29-9E37-44C0-BFAB-FCE6CC91F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429" y="689187"/>
            <a:ext cx="24520" cy="67859"/>
          </a:xfrm>
          <a:custGeom xmlns:a="http://schemas.openxmlformats.org/drawingml/2006/main">
            <a:gdLst>
              <a:gd name="T0" fmla="*/ 0 w 49"/>
              <a:gd name="T1" fmla="*/ 7 h 134"/>
              <a:gd name="T2" fmla="*/ 0 w 49"/>
              <a:gd name="T3" fmla="*/ 0 h 134"/>
              <a:gd name="T4" fmla="*/ 49 w 49"/>
              <a:gd name="T5" fmla="*/ 0 h 134"/>
              <a:gd name="T6" fmla="*/ 49 w 49"/>
              <a:gd name="T7" fmla="*/ 7 h 134"/>
              <a:gd name="T8" fmla="*/ 42 w 49"/>
              <a:gd name="T9" fmla="*/ 8 h 134"/>
              <a:gd name="T10" fmla="*/ 34 w 49"/>
              <a:gd name="T11" fmla="*/ 15 h 134"/>
              <a:gd name="T12" fmla="*/ 33 w 49"/>
              <a:gd name="T13" fmla="*/ 23 h 134"/>
              <a:gd name="T14" fmla="*/ 33 w 49"/>
              <a:gd name="T15" fmla="*/ 112 h 134"/>
              <a:gd name="T16" fmla="*/ 34 w 49"/>
              <a:gd name="T17" fmla="*/ 120 h 134"/>
              <a:gd name="T18" fmla="*/ 40 w 49"/>
              <a:gd name="T19" fmla="*/ 126 h 134"/>
              <a:gd name="T20" fmla="*/ 49 w 49"/>
              <a:gd name="T21" fmla="*/ 127 h 134"/>
              <a:gd name="T22" fmla="*/ 49 w 49"/>
              <a:gd name="T23" fmla="*/ 134 h 134"/>
              <a:gd name="T24" fmla="*/ 0 w 49"/>
              <a:gd name="T25" fmla="*/ 134 h 134"/>
              <a:gd name="T26" fmla="*/ 0 w 49"/>
              <a:gd name="T27" fmla="*/ 127 h 134"/>
              <a:gd name="T28" fmla="*/ 8 w 49"/>
              <a:gd name="T29" fmla="*/ 126 h 134"/>
              <a:gd name="T30" fmla="*/ 15 w 49"/>
              <a:gd name="T31" fmla="*/ 119 h 134"/>
              <a:gd name="T32" fmla="*/ 16 w 49"/>
              <a:gd name="T33" fmla="*/ 110 h 134"/>
              <a:gd name="T34" fmla="*/ 16 w 49"/>
              <a:gd name="T35" fmla="*/ 25 h 134"/>
              <a:gd name="T36" fmla="*/ 15 w 49"/>
              <a:gd name="T37" fmla="*/ 15 h 134"/>
              <a:gd name="T38" fmla="*/ 8 w 49"/>
              <a:gd name="T39" fmla="*/ 8 h 134"/>
              <a:gd name="T40" fmla="*/ 0 w 49"/>
              <a:gd name="T41" fmla="*/ 7 h 134"/>
            </a:gdLst>
            <a:rect l="0" t="0" r="r" b="b"/>
            <a:pathLst>
              <a:path w="49" h="134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4" y="10"/>
                  <a:pt x="34" y="15"/>
                </a:cubicBezTo>
                <a:cubicBezTo>
                  <a:pt x="33" y="18"/>
                  <a:pt x="33" y="21"/>
                  <a:pt x="33" y="23"/>
                </a:cubicBezTo>
                <a:cubicBezTo>
                  <a:pt x="33" y="53"/>
                  <a:pt x="33" y="83"/>
                  <a:pt x="33" y="112"/>
                </a:cubicBezTo>
                <a:cubicBezTo>
                  <a:pt x="33" y="115"/>
                  <a:pt x="33" y="118"/>
                  <a:pt x="34" y="120"/>
                </a:cubicBezTo>
                <a:cubicBezTo>
                  <a:pt x="34" y="124"/>
                  <a:pt x="36" y="126"/>
                  <a:pt x="40" y="126"/>
                </a:cubicBezTo>
                <a:cubicBezTo>
                  <a:pt x="43" y="126"/>
                  <a:pt x="45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33" y="134"/>
                  <a:pt x="1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8" y="126"/>
                </a:cubicBezTo>
                <a:cubicBezTo>
                  <a:pt x="13" y="125"/>
                  <a:pt x="15" y="123"/>
                  <a:pt x="15" y="119"/>
                </a:cubicBezTo>
                <a:cubicBezTo>
                  <a:pt x="16" y="116"/>
                  <a:pt x="16" y="113"/>
                  <a:pt x="16" y="110"/>
                </a:cubicBezTo>
                <a:cubicBezTo>
                  <a:pt x="16" y="81"/>
                  <a:pt x="16" y="53"/>
                  <a:pt x="16" y="25"/>
                </a:cubicBezTo>
                <a:cubicBezTo>
                  <a:pt x="16" y="21"/>
                  <a:pt x="16" y="18"/>
                  <a:pt x="15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8" name="Freeform 9">
            <a:extLst xmlns:a="http://schemas.openxmlformats.org/drawingml/2006/main">
              <a:ext uri="{FF2B5EF4-FFF2-40B4-BE49-F238E27FC236}">
                <a16:creationId xmlns:a16="http://schemas.microsoft.com/office/drawing/2014/main" id="{B3FFE7BE-2629-44CD-8C5B-535C88B1F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4981" y="365289"/>
            <a:ext cx="164800" cy="184188"/>
          </a:xfrm>
          <a:custGeom xmlns:a="http://schemas.openxmlformats.org/drawingml/2006/main">
            <a:gdLst>
              <a:gd name="T0" fmla="*/ 324 w 325"/>
              <a:gd name="T1" fmla="*/ 106 h 363"/>
              <a:gd name="T2" fmla="*/ 283 w 325"/>
              <a:gd name="T3" fmla="*/ 179 h 363"/>
              <a:gd name="T4" fmla="*/ 247 w 325"/>
              <a:gd name="T5" fmla="*/ 214 h 363"/>
              <a:gd name="T6" fmla="*/ 241 w 325"/>
              <a:gd name="T7" fmla="*/ 228 h 363"/>
              <a:gd name="T8" fmla="*/ 271 w 325"/>
              <a:gd name="T9" fmla="*/ 230 h 363"/>
              <a:gd name="T10" fmla="*/ 282 w 325"/>
              <a:gd name="T11" fmla="*/ 240 h 363"/>
              <a:gd name="T12" fmla="*/ 269 w 325"/>
              <a:gd name="T13" fmla="*/ 277 h 363"/>
              <a:gd name="T14" fmla="*/ 223 w 325"/>
              <a:gd name="T15" fmla="*/ 316 h 363"/>
              <a:gd name="T16" fmla="*/ 176 w 325"/>
              <a:gd name="T17" fmla="*/ 340 h 363"/>
              <a:gd name="T18" fmla="*/ 160 w 325"/>
              <a:gd name="T19" fmla="*/ 339 h 363"/>
              <a:gd name="T20" fmla="*/ 165 w 325"/>
              <a:gd name="T21" fmla="*/ 329 h 363"/>
              <a:gd name="T22" fmla="*/ 195 w 325"/>
              <a:gd name="T23" fmla="*/ 302 h 363"/>
              <a:gd name="T24" fmla="*/ 214 w 325"/>
              <a:gd name="T25" fmla="*/ 282 h 363"/>
              <a:gd name="T26" fmla="*/ 223 w 325"/>
              <a:gd name="T27" fmla="*/ 265 h 363"/>
              <a:gd name="T28" fmla="*/ 220 w 325"/>
              <a:gd name="T29" fmla="*/ 257 h 363"/>
              <a:gd name="T30" fmla="*/ 179 w 325"/>
              <a:gd name="T31" fmla="*/ 289 h 363"/>
              <a:gd name="T32" fmla="*/ 106 w 325"/>
              <a:gd name="T33" fmla="*/ 335 h 363"/>
              <a:gd name="T34" fmla="*/ 20 w 325"/>
              <a:gd name="T35" fmla="*/ 363 h 363"/>
              <a:gd name="T36" fmla="*/ 4 w 325"/>
              <a:gd name="T37" fmla="*/ 360 h 363"/>
              <a:gd name="T38" fmla="*/ 78 w 325"/>
              <a:gd name="T39" fmla="*/ 306 h 363"/>
              <a:gd name="T40" fmla="*/ 102 w 325"/>
              <a:gd name="T41" fmla="*/ 295 h 363"/>
              <a:gd name="T42" fmla="*/ 208 w 325"/>
              <a:gd name="T43" fmla="*/ 238 h 363"/>
              <a:gd name="T44" fmla="*/ 207 w 325"/>
              <a:gd name="T45" fmla="*/ 232 h 363"/>
              <a:gd name="T46" fmla="*/ 171 w 325"/>
              <a:gd name="T47" fmla="*/ 243 h 363"/>
              <a:gd name="T48" fmla="*/ 163 w 325"/>
              <a:gd name="T49" fmla="*/ 239 h 363"/>
              <a:gd name="T50" fmla="*/ 170 w 325"/>
              <a:gd name="T51" fmla="*/ 226 h 363"/>
              <a:gd name="T52" fmla="*/ 154 w 325"/>
              <a:gd name="T53" fmla="*/ 206 h 363"/>
              <a:gd name="T54" fmla="*/ 122 w 325"/>
              <a:gd name="T55" fmla="*/ 224 h 363"/>
              <a:gd name="T56" fmla="*/ 99 w 325"/>
              <a:gd name="T57" fmla="*/ 236 h 363"/>
              <a:gd name="T58" fmla="*/ 100 w 325"/>
              <a:gd name="T59" fmla="*/ 222 h 363"/>
              <a:gd name="T60" fmla="*/ 116 w 325"/>
              <a:gd name="T61" fmla="*/ 204 h 363"/>
              <a:gd name="T62" fmla="*/ 118 w 325"/>
              <a:gd name="T63" fmla="*/ 183 h 363"/>
              <a:gd name="T64" fmla="*/ 116 w 325"/>
              <a:gd name="T65" fmla="*/ 174 h 363"/>
              <a:gd name="T66" fmla="*/ 143 w 325"/>
              <a:gd name="T67" fmla="*/ 167 h 363"/>
              <a:gd name="T68" fmla="*/ 158 w 325"/>
              <a:gd name="T69" fmla="*/ 145 h 363"/>
              <a:gd name="T70" fmla="*/ 147 w 325"/>
              <a:gd name="T71" fmla="*/ 144 h 363"/>
              <a:gd name="T72" fmla="*/ 132 w 325"/>
              <a:gd name="T73" fmla="*/ 141 h 363"/>
              <a:gd name="T74" fmla="*/ 141 w 325"/>
              <a:gd name="T75" fmla="*/ 129 h 363"/>
              <a:gd name="T76" fmla="*/ 140 w 325"/>
              <a:gd name="T77" fmla="*/ 115 h 363"/>
              <a:gd name="T78" fmla="*/ 112 w 325"/>
              <a:gd name="T79" fmla="*/ 96 h 363"/>
              <a:gd name="T80" fmla="*/ 127 w 325"/>
              <a:gd name="T81" fmla="*/ 92 h 363"/>
              <a:gd name="T82" fmla="*/ 167 w 325"/>
              <a:gd name="T83" fmla="*/ 81 h 363"/>
              <a:gd name="T84" fmla="*/ 203 w 325"/>
              <a:gd name="T85" fmla="*/ 36 h 363"/>
              <a:gd name="T86" fmla="*/ 204 w 325"/>
              <a:gd name="T87" fmla="*/ 10 h 363"/>
              <a:gd name="T88" fmla="*/ 216 w 325"/>
              <a:gd name="T89" fmla="*/ 3 h 363"/>
              <a:gd name="T90" fmla="*/ 224 w 325"/>
              <a:gd name="T91" fmla="*/ 56 h 363"/>
              <a:gd name="T92" fmla="*/ 205 w 325"/>
              <a:gd name="T93" fmla="*/ 91 h 363"/>
              <a:gd name="T94" fmla="*/ 208 w 325"/>
              <a:gd name="T95" fmla="*/ 105 h 363"/>
              <a:gd name="T96" fmla="*/ 267 w 325"/>
              <a:gd name="T97" fmla="*/ 87 h 363"/>
              <a:gd name="T98" fmla="*/ 297 w 325"/>
              <a:gd name="T99" fmla="*/ 85 h 363"/>
              <a:gd name="T100" fmla="*/ 309 w 325"/>
              <a:gd name="T101" fmla="*/ 86 h 363"/>
              <a:gd name="T102" fmla="*/ 325 w 325"/>
              <a:gd name="T103" fmla="*/ 104 h 363"/>
              <a:gd name="T104" fmla="*/ 198 w 325"/>
              <a:gd name="T105" fmla="*/ 126 h 363"/>
              <a:gd name="T106" fmla="*/ 164 w 325"/>
              <a:gd name="T107" fmla="*/ 175 h 363"/>
              <a:gd name="T108" fmla="*/ 181 w 325"/>
              <a:gd name="T109" fmla="*/ 191 h 363"/>
              <a:gd name="T110" fmla="*/ 186 w 325"/>
              <a:gd name="T111" fmla="*/ 173 h 363"/>
              <a:gd name="T112" fmla="*/ 199 w 325"/>
              <a:gd name="T113" fmla="*/ 170 h 363"/>
              <a:gd name="T114" fmla="*/ 206 w 325"/>
              <a:gd name="T115" fmla="*/ 204 h 363"/>
              <a:gd name="T116" fmla="*/ 217 w 325"/>
              <a:gd name="T117" fmla="*/ 206 h 363"/>
              <a:gd name="T118" fmla="*/ 229 w 325"/>
              <a:gd name="T119" fmla="*/ 188 h 363"/>
              <a:gd name="T120" fmla="*/ 261 w 325"/>
              <a:gd name="T121" fmla="*/ 141 h 363"/>
              <a:gd name="T122" fmla="*/ 250 w 325"/>
              <a:gd name="T123" fmla="*/ 134 h 363"/>
              <a:gd name="T124" fmla="*/ 206 w 325"/>
              <a:gd name="T125" fmla="*/ 122 h 363"/>
            </a:gdLst>
            <a:rect l="0" t="0" r="r" b="b"/>
            <a:pathLst>
              <a:path w="325" h="363">
                <a:moveTo>
                  <a:pt x="325" y="104"/>
                </a:moveTo>
                <a:cubicBezTo>
                  <a:pt x="325" y="104"/>
                  <a:pt x="324" y="105"/>
                  <a:pt x="324" y="106"/>
                </a:cubicBezTo>
                <a:cubicBezTo>
                  <a:pt x="323" y="108"/>
                  <a:pt x="323" y="111"/>
                  <a:pt x="322" y="114"/>
                </a:cubicBezTo>
                <a:cubicBezTo>
                  <a:pt x="312" y="138"/>
                  <a:pt x="300" y="160"/>
                  <a:pt x="283" y="179"/>
                </a:cubicBezTo>
                <a:cubicBezTo>
                  <a:pt x="275" y="188"/>
                  <a:pt x="267" y="197"/>
                  <a:pt x="259" y="205"/>
                </a:cubicBezTo>
                <a:cubicBezTo>
                  <a:pt x="255" y="209"/>
                  <a:pt x="251" y="211"/>
                  <a:pt x="247" y="214"/>
                </a:cubicBezTo>
                <a:cubicBezTo>
                  <a:pt x="244" y="217"/>
                  <a:pt x="241" y="219"/>
                  <a:pt x="239" y="223"/>
                </a:cubicBezTo>
                <a:cubicBezTo>
                  <a:pt x="237" y="226"/>
                  <a:pt x="238" y="227"/>
                  <a:pt x="241" y="228"/>
                </a:cubicBezTo>
                <a:cubicBezTo>
                  <a:pt x="243" y="228"/>
                  <a:pt x="245" y="228"/>
                  <a:pt x="246" y="228"/>
                </a:cubicBezTo>
                <a:cubicBezTo>
                  <a:pt x="255" y="229"/>
                  <a:pt x="263" y="230"/>
                  <a:pt x="271" y="230"/>
                </a:cubicBezTo>
                <a:cubicBezTo>
                  <a:pt x="272" y="230"/>
                  <a:pt x="274" y="231"/>
                  <a:pt x="275" y="231"/>
                </a:cubicBezTo>
                <a:cubicBezTo>
                  <a:pt x="280" y="233"/>
                  <a:pt x="282" y="235"/>
                  <a:pt x="282" y="240"/>
                </a:cubicBezTo>
                <a:cubicBezTo>
                  <a:pt x="283" y="247"/>
                  <a:pt x="282" y="253"/>
                  <a:pt x="279" y="259"/>
                </a:cubicBezTo>
                <a:cubicBezTo>
                  <a:pt x="277" y="265"/>
                  <a:pt x="273" y="271"/>
                  <a:pt x="269" y="277"/>
                </a:cubicBezTo>
                <a:cubicBezTo>
                  <a:pt x="260" y="289"/>
                  <a:pt x="248" y="298"/>
                  <a:pt x="237" y="307"/>
                </a:cubicBezTo>
                <a:cubicBezTo>
                  <a:pt x="233" y="311"/>
                  <a:pt x="228" y="314"/>
                  <a:pt x="223" y="316"/>
                </a:cubicBezTo>
                <a:cubicBezTo>
                  <a:pt x="213" y="321"/>
                  <a:pt x="203" y="327"/>
                  <a:pt x="193" y="332"/>
                </a:cubicBezTo>
                <a:cubicBezTo>
                  <a:pt x="187" y="334"/>
                  <a:pt x="182" y="337"/>
                  <a:pt x="176" y="340"/>
                </a:cubicBezTo>
                <a:cubicBezTo>
                  <a:pt x="173" y="341"/>
                  <a:pt x="169" y="341"/>
                  <a:pt x="166" y="342"/>
                </a:cubicBezTo>
                <a:cubicBezTo>
                  <a:pt x="164" y="342"/>
                  <a:pt x="161" y="341"/>
                  <a:pt x="160" y="339"/>
                </a:cubicBezTo>
                <a:cubicBezTo>
                  <a:pt x="159" y="337"/>
                  <a:pt x="160" y="335"/>
                  <a:pt x="162" y="333"/>
                </a:cubicBezTo>
                <a:cubicBezTo>
                  <a:pt x="163" y="332"/>
                  <a:pt x="164" y="330"/>
                  <a:pt x="165" y="329"/>
                </a:cubicBezTo>
                <a:cubicBezTo>
                  <a:pt x="173" y="323"/>
                  <a:pt x="181" y="316"/>
                  <a:pt x="189" y="310"/>
                </a:cubicBezTo>
                <a:cubicBezTo>
                  <a:pt x="192" y="307"/>
                  <a:pt x="194" y="305"/>
                  <a:pt x="195" y="302"/>
                </a:cubicBezTo>
                <a:cubicBezTo>
                  <a:pt x="196" y="300"/>
                  <a:pt x="198" y="297"/>
                  <a:pt x="200" y="295"/>
                </a:cubicBezTo>
                <a:cubicBezTo>
                  <a:pt x="205" y="291"/>
                  <a:pt x="210" y="287"/>
                  <a:pt x="214" y="282"/>
                </a:cubicBezTo>
                <a:cubicBezTo>
                  <a:pt x="217" y="280"/>
                  <a:pt x="218" y="278"/>
                  <a:pt x="219" y="275"/>
                </a:cubicBezTo>
                <a:cubicBezTo>
                  <a:pt x="219" y="271"/>
                  <a:pt x="221" y="268"/>
                  <a:pt x="223" y="265"/>
                </a:cubicBezTo>
                <a:cubicBezTo>
                  <a:pt x="225" y="263"/>
                  <a:pt x="227" y="261"/>
                  <a:pt x="229" y="259"/>
                </a:cubicBezTo>
                <a:cubicBezTo>
                  <a:pt x="227" y="256"/>
                  <a:pt x="224" y="256"/>
                  <a:pt x="220" y="257"/>
                </a:cubicBezTo>
                <a:cubicBezTo>
                  <a:pt x="212" y="260"/>
                  <a:pt x="205" y="264"/>
                  <a:pt x="199" y="270"/>
                </a:cubicBezTo>
                <a:cubicBezTo>
                  <a:pt x="192" y="276"/>
                  <a:pt x="186" y="282"/>
                  <a:pt x="179" y="289"/>
                </a:cubicBezTo>
                <a:cubicBezTo>
                  <a:pt x="169" y="299"/>
                  <a:pt x="157" y="307"/>
                  <a:pt x="144" y="314"/>
                </a:cubicBezTo>
                <a:cubicBezTo>
                  <a:pt x="131" y="320"/>
                  <a:pt x="119" y="328"/>
                  <a:pt x="106" y="335"/>
                </a:cubicBezTo>
                <a:cubicBezTo>
                  <a:pt x="89" y="344"/>
                  <a:pt x="72" y="352"/>
                  <a:pt x="53" y="357"/>
                </a:cubicBezTo>
                <a:cubicBezTo>
                  <a:pt x="43" y="361"/>
                  <a:pt x="32" y="363"/>
                  <a:pt x="20" y="363"/>
                </a:cubicBezTo>
                <a:cubicBezTo>
                  <a:pt x="16" y="362"/>
                  <a:pt x="12" y="361"/>
                  <a:pt x="7" y="361"/>
                </a:cubicBezTo>
                <a:cubicBezTo>
                  <a:pt x="6" y="361"/>
                  <a:pt x="5" y="360"/>
                  <a:pt x="4" y="360"/>
                </a:cubicBezTo>
                <a:cubicBezTo>
                  <a:pt x="0" y="358"/>
                  <a:pt x="0" y="355"/>
                  <a:pt x="4" y="352"/>
                </a:cubicBezTo>
                <a:cubicBezTo>
                  <a:pt x="28" y="337"/>
                  <a:pt x="53" y="321"/>
                  <a:pt x="78" y="306"/>
                </a:cubicBezTo>
                <a:cubicBezTo>
                  <a:pt x="84" y="302"/>
                  <a:pt x="91" y="298"/>
                  <a:pt x="98" y="297"/>
                </a:cubicBezTo>
                <a:cubicBezTo>
                  <a:pt x="100" y="296"/>
                  <a:pt x="101" y="295"/>
                  <a:pt x="102" y="295"/>
                </a:cubicBezTo>
                <a:cubicBezTo>
                  <a:pt x="135" y="275"/>
                  <a:pt x="169" y="257"/>
                  <a:pt x="204" y="241"/>
                </a:cubicBezTo>
                <a:cubicBezTo>
                  <a:pt x="205" y="240"/>
                  <a:pt x="207" y="239"/>
                  <a:pt x="208" y="238"/>
                </a:cubicBezTo>
                <a:cubicBezTo>
                  <a:pt x="209" y="237"/>
                  <a:pt x="210" y="235"/>
                  <a:pt x="210" y="234"/>
                </a:cubicBezTo>
                <a:cubicBezTo>
                  <a:pt x="210" y="233"/>
                  <a:pt x="208" y="232"/>
                  <a:pt x="207" y="232"/>
                </a:cubicBezTo>
                <a:cubicBezTo>
                  <a:pt x="201" y="231"/>
                  <a:pt x="196" y="233"/>
                  <a:pt x="190" y="235"/>
                </a:cubicBezTo>
                <a:cubicBezTo>
                  <a:pt x="184" y="238"/>
                  <a:pt x="178" y="240"/>
                  <a:pt x="171" y="243"/>
                </a:cubicBezTo>
                <a:cubicBezTo>
                  <a:pt x="170" y="243"/>
                  <a:pt x="169" y="244"/>
                  <a:pt x="168" y="244"/>
                </a:cubicBezTo>
                <a:cubicBezTo>
                  <a:pt x="164" y="244"/>
                  <a:pt x="163" y="244"/>
                  <a:pt x="163" y="239"/>
                </a:cubicBezTo>
                <a:cubicBezTo>
                  <a:pt x="163" y="236"/>
                  <a:pt x="164" y="233"/>
                  <a:pt x="166" y="231"/>
                </a:cubicBezTo>
                <a:cubicBezTo>
                  <a:pt x="167" y="229"/>
                  <a:pt x="169" y="228"/>
                  <a:pt x="170" y="226"/>
                </a:cubicBezTo>
                <a:cubicBezTo>
                  <a:pt x="172" y="222"/>
                  <a:pt x="172" y="218"/>
                  <a:pt x="168" y="215"/>
                </a:cubicBezTo>
                <a:cubicBezTo>
                  <a:pt x="164" y="212"/>
                  <a:pt x="159" y="209"/>
                  <a:pt x="154" y="206"/>
                </a:cubicBezTo>
                <a:cubicBezTo>
                  <a:pt x="148" y="203"/>
                  <a:pt x="143" y="205"/>
                  <a:pt x="138" y="210"/>
                </a:cubicBezTo>
                <a:cubicBezTo>
                  <a:pt x="133" y="215"/>
                  <a:pt x="128" y="219"/>
                  <a:pt x="122" y="224"/>
                </a:cubicBezTo>
                <a:cubicBezTo>
                  <a:pt x="118" y="228"/>
                  <a:pt x="112" y="231"/>
                  <a:pt x="107" y="235"/>
                </a:cubicBezTo>
                <a:cubicBezTo>
                  <a:pt x="105" y="236"/>
                  <a:pt x="102" y="238"/>
                  <a:pt x="99" y="236"/>
                </a:cubicBezTo>
                <a:cubicBezTo>
                  <a:pt x="97" y="234"/>
                  <a:pt x="97" y="231"/>
                  <a:pt x="98" y="229"/>
                </a:cubicBezTo>
                <a:cubicBezTo>
                  <a:pt x="98" y="226"/>
                  <a:pt x="99" y="224"/>
                  <a:pt x="100" y="222"/>
                </a:cubicBezTo>
                <a:cubicBezTo>
                  <a:pt x="102" y="219"/>
                  <a:pt x="105" y="217"/>
                  <a:pt x="107" y="214"/>
                </a:cubicBezTo>
                <a:cubicBezTo>
                  <a:pt x="110" y="211"/>
                  <a:pt x="113" y="208"/>
                  <a:pt x="116" y="204"/>
                </a:cubicBezTo>
                <a:cubicBezTo>
                  <a:pt x="118" y="202"/>
                  <a:pt x="119" y="198"/>
                  <a:pt x="120" y="195"/>
                </a:cubicBezTo>
                <a:cubicBezTo>
                  <a:pt x="122" y="191"/>
                  <a:pt x="122" y="187"/>
                  <a:pt x="118" y="183"/>
                </a:cubicBezTo>
                <a:cubicBezTo>
                  <a:pt x="116" y="182"/>
                  <a:pt x="115" y="181"/>
                  <a:pt x="115" y="179"/>
                </a:cubicBezTo>
                <a:cubicBezTo>
                  <a:pt x="113" y="177"/>
                  <a:pt x="113" y="175"/>
                  <a:pt x="116" y="174"/>
                </a:cubicBezTo>
                <a:cubicBezTo>
                  <a:pt x="123" y="173"/>
                  <a:pt x="130" y="171"/>
                  <a:pt x="137" y="170"/>
                </a:cubicBezTo>
                <a:cubicBezTo>
                  <a:pt x="140" y="170"/>
                  <a:pt x="141" y="169"/>
                  <a:pt x="143" y="167"/>
                </a:cubicBezTo>
                <a:cubicBezTo>
                  <a:pt x="146" y="163"/>
                  <a:pt x="150" y="159"/>
                  <a:pt x="153" y="155"/>
                </a:cubicBezTo>
                <a:cubicBezTo>
                  <a:pt x="155" y="152"/>
                  <a:pt x="157" y="149"/>
                  <a:pt x="158" y="145"/>
                </a:cubicBezTo>
                <a:cubicBezTo>
                  <a:pt x="159" y="141"/>
                  <a:pt x="157" y="140"/>
                  <a:pt x="154" y="141"/>
                </a:cubicBezTo>
                <a:cubicBezTo>
                  <a:pt x="151" y="141"/>
                  <a:pt x="149" y="142"/>
                  <a:pt x="147" y="144"/>
                </a:cubicBezTo>
                <a:cubicBezTo>
                  <a:pt x="144" y="146"/>
                  <a:pt x="140" y="146"/>
                  <a:pt x="137" y="145"/>
                </a:cubicBezTo>
                <a:cubicBezTo>
                  <a:pt x="134" y="145"/>
                  <a:pt x="133" y="144"/>
                  <a:pt x="132" y="141"/>
                </a:cubicBezTo>
                <a:cubicBezTo>
                  <a:pt x="132" y="139"/>
                  <a:pt x="132" y="137"/>
                  <a:pt x="134" y="135"/>
                </a:cubicBezTo>
                <a:cubicBezTo>
                  <a:pt x="137" y="133"/>
                  <a:pt x="139" y="131"/>
                  <a:pt x="141" y="129"/>
                </a:cubicBezTo>
                <a:cubicBezTo>
                  <a:pt x="143" y="126"/>
                  <a:pt x="144" y="123"/>
                  <a:pt x="144" y="119"/>
                </a:cubicBezTo>
                <a:cubicBezTo>
                  <a:pt x="144" y="116"/>
                  <a:pt x="143" y="115"/>
                  <a:pt x="140" y="115"/>
                </a:cubicBezTo>
                <a:cubicBezTo>
                  <a:pt x="136" y="115"/>
                  <a:pt x="132" y="115"/>
                  <a:pt x="129" y="114"/>
                </a:cubicBezTo>
                <a:cubicBezTo>
                  <a:pt x="119" y="112"/>
                  <a:pt x="114" y="106"/>
                  <a:pt x="112" y="96"/>
                </a:cubicBezTo>
                <a:cubicBezTo>
                  <a:pt x="112" y="91"/>
                  <a:pt x="113" y="90"/>
                  <a:pt x="118" y="91"/>
                </a:cubicBezTo>
                <a:cubicBezTo>
                  <a:pt x="121" y="91"/>
                  <a:pt x="124" y="91"/>
                  <a:pt x="127" y="92"/>
                </a:cubicBezTo>
                <a:cubicBezTo>
                  <a:pt x="137" y="93"/>
                  <a:pt x="146" y="92"/>
                  <a:pt x="155" y="86"/>
                </a:cubicBezTo>
                <a:cubicBezTo>
                  <a:pt x="158" y="83"/>
                  <a:pt x="163" y="82"/>
                  <a:pt x="167" y="81"/>
                </a:cubicBezTo>
                <a:cubicBezTo>
                  <a:pt x="174" y="79"/>
                  <a:pt x="180" y="76"/>
                  <a:pt x="184" y="70"/>
                </a:cubicBezTo>
                <a:cubicBezTo>
                  <a:pt x="193" y="60"/>
                  <a:pt x="200" y="49"/>
                  <a:pt x="203" y="36"/>
                </a:cubicBezTo>
                <a:cubicBezTo>
                  <a:pt x="204" y="30"/>
                  <a:pt x="205" y="23"/>
                  <a:pt x="205" y="17"/>
                </a:cubicBezTo>
                <a:cubicBezTo>
                  <a:pt x="204" y="15"/>
                  <a:pt x="204" y="13"/>
                  <a:pt x="204" y="10"/>
                </a:cubicBezTo>
                <a:cubicBezTo>
                  <a:pt x="204" y="7"/>
                  <a:pt x="204" y="4"/>
                  <a:pt x="207" y="2"/>
                </a:cubicBezTo>
                <a:cubicBezTo>
                  <a:pt x="211" y="0"/>
                  <a:pt x="213" y="2"/>
                  <a:pt x="216" y="3"/>
                </a:cubicBezTo>
                <a:cubicBezTo>
                  <a:pt x="230" y="11"/>
                  <a:pt x="236" y="28"/>
                  <a:pt x="230" y="43"/>
                </a:cubicBezTo>
                <a:cubicBezTo>
                  <a:pt x="229" y="48"/>
                  <a:pt x="226" y="52"/>
                  <a:pt x="224" y="56"/>
                </a:cubicBezTo>
                <a:cubicBezTo>
                  <a:pt x="219" y="64"/>
                  <a:pt x="214" y="72"/>
                  <a:pt x="209" y="80"/>
                </a:cubicBezTo>
                <a:cubicBezTo>
                  <a:pt x="207" y="83"/>
                  <a:pt x="206" y="87"/>
                  <a:pt x="205" y="91"/>
                </a:cubicBezTo>
                <a:cubicBezTo>
                  <a:pt x="204" y="93"/>
                  <a:pt x="203" y="95"/>
                  <a:pt x="203" y="98"/>
                </a:cubicBezTo>
                <a:cubicBezTo>
                  <a:pt x="203" y="102"/>
                  <a:pt x="205" y="104"/>
                  <a:pt x="208" y="105"/>
                </a:cubicBezTo>
                <a:cubicBezTo>
                  <a:pt x="213" y="106"/>
                  <a:pt x="217" y="105"/>
                  <a:pt x="221" y="104"/>
                </a:cubicBezTo>
                <a:cubicBezTo>
                  <a:pt x="236" y="97"/>
                  <a:pt x="251" y="91"/>
                  <a:pt x="267" y="87"/>
                </a:cubicBezTo>
                <a:cubicBezTo>
                  <a:pt x="274" y="85"/>
                  <a:pt x="280" y="84"/>
                  <a:pt x="287" y="82"/>
                </a:cubicBezTo>
                <a:cubicBezTo>
                  <a:pt x="290" y="82"/>
                  <a:pt x="294" y="82"/>
                  <a:pt x="297" y="85"/>
                </a:cubicBezTo>
                <a:cubicBezTo>
                  <a:pt x="299" y="86"/>
                  <a:pt x="301" y="86"/>
                  <a:pt x="304" y="86"/>
                </a:cubicBezTo>
                <a:cubicBezTo>
                  <a:pt x="305" y="87"/>
                  <a:pt x="307" y="86"/>
                  <a:pt x="309" y="86"/>
                </a:cubicBezTo>
                <a:cubicBezTo>
                  <a:pt x="317" y="86"/>
                  <a:pt x="323" y="89"/>
                  <a:pt x="325" y="97"/>
                </a:cubicBezTo>
                <a:cubicBezTo>
                  <a:pt x="325" y="99"/>
                  <a:pt x="325" y="101"/>
                  <a:pt x="325" y="104"/>
                </a:cubicBezTo>
                <a:close/>
                <a:moveTo>
                  <a:pt x="206" y="122"/>
                </a:moveTo>
                <a:cubicBezTo>
                  <a:pt x="203" y="122"/>
                  <a:pt x="200" y="123"/>
                  <a:pt x="198" y="126"/>
                </a:cubicBezTo>
                <a:cubicBezTo>
                  <a:pt x="189" y="138"/>
                  <a:pt x="179" y="150"/>
                  <a:pt x="169" y="162"/>
                </a:cubicBezTo>
                <a:cubicBezTo>
                  <a:pt x="166" y="166"/>
                  <a:pt x="164" y="170"/>
                  <a:pt x="164" y="175"/>
                </a:cubicBezTo>
                <a:cubicBezTo>
                  <a:pt x="162" y="184"/>
                  <a:pt x="165" y="188"/>
                  <a:pt x="173" y="193"/>
                </a:cubicBezTo>
                <a:cubicBezTo>
                  <a:pt x="176" y="195"/>
                  <a:pt x="179" y="194"/>
                  <a:pt x="181" y="191"/>
                </a:cubicBezTo>
                <a:cubicBezTo>
                  <a:pt x="183" y="188"/>
                  <a:pt x="183" y="186"/>
                  <a:pt x="184" y="183"/>
                </a:cubicBezTo>
                <a:cubicBezTo>
                  <a:pt x="185" y="180"/>
                  <a:pt x="185" y="176"/>
                  <a:pt x="186" y="173"/>
                </a:cubicBezTo>
                <a:cubicBezTo>
                  <a:pt x="187" y="171"/>
                  <a:pt x="188" y="168"/>
                  <a:pt x="190" y="167"/>
                </a:cubicBezTo>
                <a:cubicBezTo>
                  <a:pt x="194" y="164"/>
                  <a:pt x="197" y="165"/>
                  <a:pt x="199" y="170"/>
                </a:cubicBezTo>
                <a:cubicBezTo>
                  <a:pt x="199" y="171"/>
                  <a:pt x="199" y="171"/>
                  <a:pt x="199" y="172"/>
                </a:cubicBezTo>
                <a:cubicBezTo>
                  <a:pt x="202" y="183"/>
                  <a:pt x="205" y="193"/>
                  <a:pt x="206" y="204"/>
                </a:cubicBezTo>
                <a:cubicBezTo>
                  <a:pt x="206" y="206"/>
                  <a:pt x="207" y="209"/>
                  <a:pt x="210" y="210"/>
                </a:cubicBezTo>
                <a:cubicBezTo>
                  <a:pt x="214" y="210"/>
                  <a:pt x="215" y="208"/>
                  <a:pt x="217" y="206"/>
                </a:cubicBezTo>
                <a:cubicBezTo>
                  <a:pt x="217" y="205"/>
                  <a:pt x="217" y="205"/>
                  <a:pt x="218" y="204"/>
                </a:cubicBezTo>
                <a:cubicBezTo>
                  <a:pt x="221" y="199"/>
                  <a:pt x="225" y="193"/>
                  <a:pt x="229" y="188"/>
                </a:cubicBezTo>
                <a:cubicBezTo>
                  <a:pt x="237" y="177"/>
                  <a:pt x="246" y="167"/>
                  <a:pt x="255" y="157"/>
                </a:cubicBezTo>
                <a:cubicBezTo>
                  <a:pt x="259" y="152"/>
                  <a:pt x="261" y="147"/>
                  <a:pt x="261" y="141"/>
                </a:cubicBezTo>
                <a:cubicBezTo>
                  <a:pt x="261" y="137"/>
                  <a:pt x="259" y="135"/>
                  <a:pt x="255" y="134"/>
                </a:cubicBezTo>
                <a:cubicBezTo>
                  <a:pt x="253" y="134"/>
                  <a:pt x="251" y="134"/>
                  <a:pt x="250" y="134"/>
                </a:cubicBezTo>
                <a:cubicBezTo>
                  <a:pt x="240" y="131"/>
                  <a:pt x="231" y="129"/>
                  <a:pt x="221" y="126"/>
                </a:cubicBezTo>
                <a:cubicBezTo>
                  <a:pt x="216" y="125"/>
                  <a:pt x="211" y="123"/>
                  <a:pt x="206" y="1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9" name="Freeform 10">
            <a:extLst xmlns:a="http://schemas.openxmlformats.org/drawingml/2006/main">
              <a:ext uri="{FF2B5EF4-FFF2-40B4-BE49-F238E27FC236}">
                <a16:creationId xmlns:a16="http://schemas.microsoft.com/office/drawing/2014/main" id="{4EC4FA1C-115D-4401-98A7-B115AF05F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8190" y="398363"/>
            <a:ext cx="193882" cy="208139"/>
          </a:xfrm>
          <a:custGeom xmlns:a="http://schemas.openxmlformats.org/drawingml/2006/main">
            <a:gdLst>
              <a:gd name="T0" fmla="*/ 83 w 383"/>
              <a:gd name="T1" fmla="*/ 410 h 411"/>
              <a:gd name="T2" fmla="*/ 111 w 383"/>
              <a:gd name="T3" fmla="*/ 380 h 411"/>
              <a:gd name="T4" fmla="*/ 136 w 383"/>
              <a:gd name="T5" fmla="*/ 371 h 411"/>
              <a:gd name="T6" fmla="*/ 198 w 383"/>
              <a:gd name="T7" fmla="*/ 294 h 411"/>
              <a:gd name="T8" fmla="*/ 201 w 383"/>
              <a:gd name="T9" fmla="*/ 280 h 411"/>
              <a:gd name="T10" fmla="*/ 197 w 383"/>
              <a:gd name="T11" fmla="*/ 274 h 411"/>
              <a:gd name="T12" fmla="*/ 166 w 383"/>
              <a:gd name="T13" fmla="*/ 283 h 411"/>
              <a:gd name="T14" fmla="*/ 144 w 383"/>
              <a:gd name="T15" fmla="*/ 291 h 411"/>
              <a:gd name="T16" fmla="*/ 123 w 383"/>
              <a:gd name="T17" fmla="*/ 305 h 411"/>
              <a:gd name="T18" fmla="*/ 62 w 383"/>
              <a:gd name="T19" fmla="*/ 344 h 411"/>
              <a:gd name="T20" fmla="*/ 34 w 383"/>
              <a:gd name="T21" fmla="*/ 353 h 411"/>
              <a:gd name="T22" fmla="*/ 9 w 383"/>
              <a:gd name="T23" fmla="*/ 344 h 411"/>
              <a:gd name="T24" fmla="*/ 1 w 383"/>
              <a:gd name="T25" fmla="*/ 322 h 411"/>
              <a:gd name="T26" fmla="*/ 0 w 383"/>
              <a:gd name="T27" fmla="*/ 288 h 411"/>
              <a:gd name="T28" fmla="*/ 1 w 383"/>
              <a:gd name="T29" fmla="*/ 283 h 411"/>
              <a:gd name="T30" fmla="*/ 6 w 383"/>
              <a:gd name="T31" fmla="*/ 282 h 411"/>
              <a:gd name="T32" fmla="*/ 8 w 383"/>
              <a:gd name="T33" fmla="*/ 285 h 411"/>
              <a:gd name="T34" fmla="*/ 10 w 383"/>
              <a:gd name="T35" fmla="*/ 290 h 411"/>
              <a:gd name="T36" fmla="*/ 32 w 383"/>
              <a:gd name="T37" fmla="*/ 298 h 411"/>
              <a:gd name="T38" fmla="*/ 46 w 383"/>
              <a:gd name="T39" fmla="*/ 293 h 411"/>
              <a:gd name="T40" fmla="*/ 53 w 383"/>
              <a:gd name="T41" fmla="*/ 291 h 411"/>
              <a:gd name="T42" fmla="*/ 65 w 383"/>
              <a:gd name="T43" fmla="*/ 288 h 411"/>
              <a:gd name="T44" fmla="*/ 100 w 383"/>
              <a:gd name="T45" fmla="*/ 268 h 411"/>
              <a:gd name="T46" fmla="*/ 156 w 383"/>
              <a:gd name="T47" fmla="*/ 244 h 411"/>
              <a:gd name="T48" fmla="*/ 197 w 383"/>
              <a:gd name="T49" fmla="*/ 229 h 411"/>
              <a:gd name="T50" fmla="*/ 203 w 383"/>
              <a:gd name="T51" fmla="*/ 226 h 411"/>
              <a:gd name="T52" fmla="*/ 219 w 383"/>
              <a:gd name="T53" fmla="*/ 204 h 411"/>
              <a:gd name="T54" fmla="*/ 222 w 383"/>
              <a:gd name="T55" fmla="*/ 124 h 411"/>
              <a:gd name="T56" fmla="*/ 210 w 383"/>
              <a:gd name="T57" fmla="*/ 69 h 411"/>
              <a:gd name="T58" fmla="*/ 197 w 383"/>
              <a:gd name="T59" fmla="*/ 36 h 411"/>
              <a:gd name="T60" fmla="*/ 194 w 383"/>
              <a:gd name="T61" fmla="*/ 10 h 411"/>
              <a:gd name="T62" fmla="*/ 205 w 383"/>
              <a:gd name="T63" fmla="*/ 2 h 411"/>
              <a:gd name="T64" fmla="*/ 230 w 383"/>
              <a:gd name="T65" fmla="*/ 7 h 411"/>
              <a:gd name="T66" fmla="*/ 237 w 383"/>
              <a:gd name="T67" fmla="*/ 10 h 411"/>
              <a:gd name="T68" fmla="*/ 248 w 383"/>
              <a:gd name="T69" fmla="*/ 19 h 411"/>
              <a:gd name="T70" fmla="*/ 265 w 383"/>
              <a:gd name="T71" fmla="*/ 29 h 411"/>
              <a:gd name="T72" fmla="*/ 280 w 383"/>
              <a:gd name="T73" fmla="*/ 49 h 411"/>
              <a:gd name="T74" fmla="*/ 278 w 383"/>
              <a:gd name="T75" fmla="*/ 66 h 411"/>
              <a:gd name="T76" fmla="*/ 273 w 383"/>
              <a:gd name="T77" fmla="*/ 72 h 411"/>
              <a:gd name="T78" fmla="*/ 270 w 383"/>
              <a:gd name="T79" fmla="*/ 77 h 411"/>
              <a:gd name="T80" fmla="*/ 271 w 383"/>
              <a:gd name="T81" fmla="*/ 158 h 411"/>
              <a:gd name="T82" fmla="*/ 273 w 383"/>
              <a:gd name="T83" fmla="*/ 179 h 411"/>
              <a:gd name="T84" fmla="*/ 278 w 383"/>
              <a:gd name="T85" fmla="*/ 182 h 411"/>
              <a:gd name="T86" fmla="*/ 313 w 383"/>
              <a:gd name="T87" fmla="*/ 160 h 411"/>
              <a:gd name="T88" fmla="*/ 325 w 383"/>
              <a:gd name="T89" fmla="*/ 144 h 411"/>
              <a:gd name="T90" fmla="*/ 341 w 383"/>
              <a:gd name="T91" fmla="*/ 128 h 411"/>
              <a:gd name="T92" fmla="*/ 369 w 383"/>
              <a:gd name="T93" fmla="*/ 122 h 411"/>
              <a:gd name="T94" fmla="*/ 380 w 383"/>
              <a:gd name="T95" fmla="*/ 141 h 411"/>
              <a:gd name="T96" fmla="*/ 372 w 383"/>
              <a:gd name="T97" fmla="*/ 154 h 411"/>
              <a:gd name="T98" fmla="*/ 355 w 383"/>
              <a:gd name="T99" fmla="*/ 169 h 411"/>
              <a:gd name="T100" fmla="*/ 314 w 383"/>
              <a:gd name="T101" fmla="*/ 199 h 411"/>
              <a:gd name="T102" fmla="*/ 275 w 383"/>
              <a:gd name="T103" fmla="*/ 229 h 411"/>
              <a:gd name="T104" fmla="*/ 271 w 383"/>
              <a:gd name="T105" fmla="*/ 238 h 411"/>
              <a:gd name="T106" fmla="*/ 254 w 383"/>
              <a:gd name="T107" fmla="*/ 310 h 411"/>
              <a:gd name="T108" fmla="*/ 250 w 383"/>
              <a:gd name="T109" fmla="*/ 320 h 411"/>
              <a:gd name="T110" fmla="*/ 247 w 383"/>
              <a:gd name="T111" fmla="*/ 325 h 411"/>
              <a:gd name="T112" fmla="*/ 173 w 383"/>
              <a:gd name="T113" fmla="*/ 386 h 411"/>
              <a:gd name="T114" fmla="*/ 95 w 383"/>
              <a:gd name="T115" fmla="*/ 410 h 411"/>
              <a:gd name="T116" fmla="*/ 88 w 383"/>
              <a:gd name="T117" fmla="*/ 411 h 411"/>
              <a:gd name="T118" fmla="*/ 83 w 383"/>
              <a:gd name="T119" fmla="*/ 410 h 411"/>
            </a:gdLst>
            <a:rect l="0" t="0" r="r" b="b"/>
            <a:pathLst>
              <a:path w="383" h="411">
                <a:moveTo>
                  <a:pt x="83" y="410"/>
                </a:moveTo>
                <a:cubicBezTo>
                  <a:pt x="89" y="396"/>
                  <a:pt x="96" y="385"/>
                  <a:pt x="111" y="380"/>
                </a:cubicBezTo>
                <a:cubicBezTo>
                  <a:pt x="120" y="378"/>
                  <a:pt x="128" y="375"/>
                  <a:pt x="136" y="371"/>
                </a:cubicBezTo>
                <a:cubicBezTo>
                  <a:pt x="168" y="355"/>
                  <a:pt x="188" y="328"/>
                  <a:pt x="198" y="294"/>
                </a:cubicBezTo>
                <a:cubicBezTo>
                  <a:pt x="199" y="289"/>
                  <a:pt x="200" y="284"/>
                  <a:pt x="201" y="280"/>
                </a:cubicBezTo>
                <a:cubicBezTo>
                  <a:pt x="202" y="275"/>
                  <a:pt x="201" y="274"/>
                  <a:pt x="197" y="274"/>
                </a:cubicBezTo>
                <a:cubicBezTo>
                  <a:pt x="186" y="275"/>
                  <a:pt x="176" y="278"/>
                  <a:pt x="166" y="283"/>
                </a:cubicBezTo>
                <a:cubicBezTo>
                  <a:pt x="159" y="286"/>
                  <a:pt x="152" y="289"/>
                  <a:pt x="144" y="291"/>
                </a:cubicBezTo>
                <a:cubicBezTo>
                  <a:pt x="136" y="294"/>
                  <a:pt x="130" y="300"/>
                  <a:pt x="123" y="305"/>
                </a:cubicBezTo>
                <a:cubicBezTo>
                  <a:pt x="105" y="321"/>
                  <a:pt x="84" y="334"/>
                  <a:pt x="62" y="344"/>
                </a:cubicBezTo>
                <a:cubicBezTo>
                  <a:pt x="53" y="348"/>
                  <a:pt x="43" y="351"/>
                  <a:pt x="34" y="353"/>
                </a:cubicBezTo>
                <a:cubicBezTo>
                  <a:pt x="24" y="356"/>
                  <a:pt x="15" y="352"/>
                  <a:pt x="9" y="344"/>
                </a:cubicBezTo>
                <a:cubicBezTo>
                  <a:pt x="4" y="338"/>
                  <a:pt x="1" y="330"/>
                  <a:pt x="1" y="322"/>
                </a:cubicBezTo>
                <a:cubicBezTo>
                  <a:pt x="1" y="310"/>
                  <a:pt x="0" y="299"/>
                  <a:pt x="0" y="288"/>
                </a:cubicBezTo>
                <a:cubicBezTo>
                  <a:pt x="0" y="286"/>
                  <a:pt x="0" y="284"/>
                  <a:pt x="1" y="283"/>
                </a:cubicBezTo>
                <a:cubicBezTo>
                  <a:pt x="1" y="280"/>
                  <a:pt x="4" y="279"/>
                  <a:pt x="6" y="282"/>
                </a:cubicBezTo>
                <a:cubicBezTo>
                  <a:pt x="7" y="283"/>
                  <a:pt x="7" y="284"/>
                  <a:pt x="8" y="285"/>
                </a:cubicBezTo>
                <a:cubicBezTo>
                  <a:pt x="9" y="286"/>
                  <a:pt x="9" y="288"/>
                  <a:pt x="10" y="290"/>
                </a:cubicBezTo>
                <a:cubicBezTo>
                  <a:pt x="16" y="297"/>
                  <a:pt x="23" y="301"/>
                  <a:pt x="32" y="298"/>
                </a:cubicBezTo>
                <a:cubicBezTo>
                  <a:pt x="37" y="297"/>
                  <a:pt x="41" y="295"/>
                  <a:pt x="46" y="293"/>
                </a:cubicBezTo>
                <a:cubicBezTo>
                  <a:pt x="48" y="292"/>
                  <a:pt x="51" y="291"/>
                  <a:pt x="53" y="291"/>
                </a:cubicBezTo>
                <a:cubicBezTo>
                  <a:pt x="58" y="292"/>
                  <a:pt x="61" y="290"/>
                  <a:pt x="65" y="288"/>
                </a:cubicBezTo>
                <a:cubicBezTo>
                  <a:pt x="77" y="282"/>
                  <a:pt x="89" y="275"/>
                  <a:pt x="100" y="268"/>
                </a:cubicBezTo>
                <a:cubicBezTo>
                  <a:pt x="118" y="258"/>
                  <a:pt x="137" y="251"/>
                  <a:pt x="156" y="244"/>
                </a:cubicBezTo>
                <a:cubicBezTo>
                  <a:pt x="169" y="239"/>
                  <a:pt x="183" y="234"/>
                  <a:pt x="197" y="229"/>
                </a:cubicBezTo>
                <a:cubicBezTo>
                  <a:pt x="199" y="228"/>
                  <a:pt x="201" y="227"/>
                  <a:pt x="203" y="226"/>
                </a:cubicBezTo>
                <a:cubicBezTo>
                  <a:pt x="212" y="222"/>
                  <a:pt x="218" y="215"/>
                  <a:pt x="219" y="204"/>
                </a:cubicBezTo>
                <a:cubicBezTo>
                  <a:pt x="221" y="178"/>
                  <a:pt x="223" y="151"/>
                  <a:pt x="222" y="124"/>
                </a:cubicBezTo>
                <a:cubicBezTo>
                  <a:pt x="221" y="105"/>
                  <a:pt x="218" y="87"/>
                  <a:pt x="210" y="69"/>
                </a:cubicBezTo>
                <a:cubicBezTo>
                  <a:pt x="205" y="58"/>
                  <a:pt x="201" y="47"/>
                  <a:pt x="197" y="36"/>
                </a:cubicBezTo>
                <a:cubicBezTo>
                  <a:pt x="194" y="28"/>
                  <a:pt x="193" y="19"/>
                  <a:pt x="194" y="10"/>
                </a:cubicBezTo>
                <a:cubicBezTo>
                  <a:pt x="194" y="4"/>
                  <a:pt x="199" y="0"/>
                  <a:pt x="205" y="2"/>
                </a:cubicBezTo>
                <a:cubicBezTo>
                  <a:pt x="213" y="4"/>
                  <a:pt x="222" y="5"/>
                  <a:pt x="230" y="7"/>
                </a:cubicBezTo>
                <a:cubicBezTo>
                  <a:pt x="233" y="7"/>
                  <a:pt x="235" y="9"/>
                  <a:pt x="237" y="10"/>
                </a:cubicBezTo>
                <a:cubicBezTo>
                  <a:pt x="241" y="13"/>
                  <a:pt x="244" y="16"/>
                  <a:pt x="248" y="19"/>
                </a:cubicBezTo>
                <a:cubicBezTo>
                  <a:pt x="253" y="23"/>
                  <a:pt x="259" y="26"/>
                  <a:pt x="265" y="29"/>
                </a:cubicBezTo>
                <a:cubicBezTo>
                  <a:pt x="274" y="33"/>
                  <a:pt x="279" y="40"/>
                  <a:pt x="280" y="49"/>
                </a:cubicBezTo>
                <a:cubicBezTo>
                  <a:pt x="280" y="55"/>
                  <a:pt x="280" y="60"/>
                  <a:pt x="278" y="66"/>
                </a:cubicBezTo>
                <a:cubicBezTo>
                  <a:pt x="277" y="68"/>
                  <a:pt x="275" y="70"/>
                  <a:pt x="273" y="72"/>
                </a:cubicBezTo>
                <a:cubicBezTo>
                  <a:pt x="271" y="74"/>
                  <a:pt x="270" y="75"/>
                  <a:pt x="270" y="77"/>
                </a:cubicBezTo>
                <a:cubicBezTo>
                  <a:pt x="271" y="104"/>
                  <a:pt x="271" y="131"/>
                  <a:pt x="271" y="158"/>
                </a:cubicBezTo>
                <a:cubicBezTo>
                  <a:pt x="272" y="165"/>
                  <a:pt x="272" y="172"/>
                  <a:pt x="273" y="179"/>
                </a:cubicBezTo>
                <a:cubicBezTo>
                  <a:pt x="274" y="183"/>
                  <a:pt x="275" y="184"/>
                  <a:pt x="278" y="182"/>
                </a:cubicBezTo>
                <a:cubicBezTo>
                  <a:pt x="291" y="176"/>
                  <a:pt x="303" y="170"/>
                  <a:pt x="313" y="160"/>
                </a:cubicBezTo>
                <a:cubicBezTo>
                  <a:pt x="317" y="155"/>
                  <a:pt x="321" y="150"/>
                  <a:pt x="325" y="144"/>
                </a:cubicBezTo>
                <a:cubicBezTo>
                  <a:pt x="330" y="138"/>
                  <a:pt x="335" y="132"/>
                  <a:pt x="341" y="128"/>
                </a:cubicBezTo>
                <a:cubicBezTo>
                  <a:pt x="350" y="122"/>
                  <a:pt x="359" y="120"/>
                  <a:pt x="369" y="122"/>
                </a:cubicBezTo>
                <a:cubicBezTo>
                  <a:pt x="379" y="124"/>
                  <a:pt x="383" y="131"/>
                  <a:pt x="380" y="141"/>
                </a:cubicBezTo>
                <a:cubicBezTo>
                  <a:pt x="379" y="146"/>
                  <a:pt x="376" y="151"/>
                  <a:pt x="372" y="154"/>
                </a:cubicBezTo>
                <a:cubicBezTo>
                  <a:pt x="367" y="160"/>
                  <a:pt x="361" y="165"/>
                  <a:pt x="355" y="169"/>
                </a:cubicBezTo>
                <a:cubicBezTo>
                  <a:pt x="341" y="178"/>
                  <a:pt x="328" y="189"/>
                  <a:pt x="314" y="199"/>
                </a:cubicBezTo>
                <a:cubicBezTo>
                  <a:pt x="301" y="209"/>
                  <a:pt x="289" y="219"/>
                  <a:pt x="275" y="229"/>
                </a:cubicBezTo>
                <a:cubicBezTo>
                  <a:pt x="272" y="232"/>
                  <a:pt x="271" y="234"/>
                  <a:pt x="271" y="238"/>
                </a:cubicBezTo>
                <a:cubicBezTo>
                  <a:pt x="267" y="263"/>
                  <a:pt x="262" y="287"/>
                  <a:pt x="254" y="310"/>
                </a:cubicBezTo>
                <a:cubicBezTo>
                  <a:pt x="253" y="314"/>
                  <a:pt x="251" y="317"/>
                  <a:pt x="250" y="320"/>
                </a:cubicBezTo>
                <a:cubicBezTo>
                  <a:pt x="249" y="322"/>
                  <a:pt x="249" y="324"/>
                  <a:pt x="247" y="325"/>
                </a:cubicBezTo>
                <a:cubicBezTo>
                  <a:pt x="226" y="349"/>
                  <a:pt x="202" y="371"/>
                  <a:pt x="173" y="386"/>
                </a:cubicBezTo>
                <a:cubicBezTo>
                  <a:pt x="149" y="400"/>
                  <a:pt x="123" y="408"/>
                  <a:pt x="95" y="410"/>
                </a:cubicBezTo>
                <a:cubicBezTo>
                  <a:pt x="93" y="410"/>
                  <a:pt x="90" y="411"/>
                  <a:pt x="88" y="411"/>
                </a:cubicBezTo>
                <a:cubicBezTo>
                  <a:pt x="87" y="411"/>
                  <a:pt x="85" y="411"/>
                  <a:pt x="83" y="4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0" name="Freeform 11">
            <a:extLst xmlns:a="http://schemas.openxmlformats.org/drawingml/2006/main">
              <a:ext uri="{FF2B5EF4-FFF2-40B4-BE49-F238E27FC236}">
                <a16:creationId xmlns:a16="http://schemas.microsoft.com/office/drawing/2014/main" id="{36E6D60E-73AB-4E3F-8F93-039D849D8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4135" y="400644"/>
            <a:ext cx="98081" cy="227527"/>
          </a:xfrm>
          <a:custGeom xmlns:a="http://schemas.openxmlformats.org/drawingml/2006/main">
            <a:gdLst>
              <a:gd name="T0" fmla="*/ 127 w 193"/>
              <a:gd name="T1" fmla="*/ 371 h 449"/>
              <a:gd name="T2" fmla="*/ 63 w 193"/>
              <a:gd name="T3" fmla="*/ 417 h 449"/>
              <a:gd name="T4" fmla="*/ 47 w 193"/>
              <a:gd name="T5" fmla="*/ 433 h 449"/>
              <a:gd name="T6" fmla="*/ 7 w 193"/>
              <a:gd name="T7" fmla="*/ 434 h 449"/>
              <a:gd name="T8" fmla="*/ 1 w 193"/>
              <a:gd name="T9" fmla="*/ 383 h 449"/>
              <a:gd name="T10" fmla="*/ 33 w 193"/>
              <a:gd name="T11" fmla="*/ 331 h 449"/>
              <a:gd name="T12" fmla="*/ 49 w 193"/>
              <a:gd name="T13" fmla="*/ 286 h 449"/>
              <a:gd name="T14" fmla="*/ 50 w 193"/>
              <a:gd name="T15" fmla="*/ 233 h 449"/>
              <a:gd name="T16" fmla="*/ 38 w 193"/>
              <a:gd name="T17" fmla="*/ 207 h 449"/>
              <a:gd name="T18" fmla="*/ 54 w 193"/>
              <a:gd name="T19" fmla="*/ 201 h 449"/>
              <a:gd name="T20" fmla="*/ 75 w 193"/>
              <a:gd name="T21" fmla="*/ 209 h 449"/>
              <a:gd name="T22" fmla="*/ 107 w 193"/>
              <a:gd name="T23" fmla="*/ 223 h 449"/>
              <a:gd name="T24" fmla="*/ 126 w 193"/>
              <a:gd name="T25" fmla="*/ 233 h 449"/>
              <a:gd name="T26" fmla="*/ 133 w 193"/>
              <a:gd name="T27" fmla="*/ 231 h 449"/>
              <a:gd name="T28" fmla="*/ 135 w 193"/>
              <a:gd name="T29" fmla="*/ 200 h 449"/>
              <a:gd name="T30" fmla="*/ 133 w 193"/>
              <a:gd name="T31" fmla="*/ 99 h 449"/>
              <a:gd name="T32" fmla="*/ 105 w 193"/>
              <a:gd name="T33" fmla="*/ 55 h 449"/>
              <a:gd name="T34" fmla="*/ 77 w 193"/>
              <a:gd name="T35" fmla="*/ 9 h 449"/>
              <a:gd name="T36" fmla="*/ 95 w 193"/>
              <a:gd name="T37" fmla="*/ 6 h 449"/>
              <a:gd name="T38" fmla="*/ 165 w 193"/>
              <a:gd name="T39" fmla="*/ 52 h 449"/>
              <a:gd name="T40" fmla="*/ 189 w 193"/>
              <a:gd name="T41" fmla="*/ 83 h 449"/>
              <a:gd name="T42" fmla="*/ 189 w 193"/>
              <a:gd name="T43" fmla="*/ 292 h 449"/>
              <a:gd name="T44" fmla="*/ 165 w 193"/>
              <a:gd name="T45" fmla="*/ 409 h 449"/>
              <a:gd name="T46" fmla="*/ 145 w 193"/>
              <a:gd name="T47" fmla="*/ 428 h 449"/>
              <a:gd name="T48" fmla="*/ 134 w 193"/>
              <a:gd name="T49" fmla="*/ 415 h 449"/>
              <a:gd name="T50" fmla="*/ 131 w 193"/>
              <a:gd name="T51" fmla="*/ 367 h 449"/>
              <a:gd name="T52" fmla="*/ 124 w 193"/>
              <a:gd name="T53" fmla="*/ 264 h 449"/>
              <a:gd name="T54" fmla="*/ 102 w 193"/>
              <a:gd name="T55" fmla="*/ 280 h 449"/>
              <a:gd name="T56" fmla="*/ 81 w 193"/>
              <a:gd name="T57" fmla="*/ 296 h 449"/>
              <a:gd name="T58" fmla="*/ 59 w 193"/>
              <a:gd name="T59" fmla="*/ 331 h 449"/>
              <a:gd name="T60" fmla="*/ 31 w 193"/>
              <a:gd name="T61" fmla="*/ 373 h 449"/>
              <a:gd name="T62" fmla="*/ 46 w 193"/>
              <a:gd name="T63" fmla="*/ 382 h 449"/>
              <a:gd name="T64" fmla="*/ 78 w 193"/>
              <a:gd name="T65" fmla="*/ 363 h 449"/>
              <a:gd name="T66" fmla="*/ 114 w 193"/>
              <a:gd name="T67" fmla="*/ 346 h 449"/>
              <a:gd name="T68" fmla="*/ 133 w 193"/>
              <a:gd name="T69" fmla="*/ 325 h 449"/>
              <a:gd name="T70" fmla="*/ 132 w 193"/>
              <a:gd name="T71" fmla="*/ 255 h 449"/>
            </a:gdLst>
            <a:rect l="0" t="0" r="r" b="b"/>
            <a:pathLst>
              <a:path w="193" h="449">
                <a:moveTo>
                  <a:pt x="131" y="367"/>
                </a:moveTo>
                <a:cubicBezTo>
                  <a:pt x="129" y="369"/>
                  <a:pt x="128" y="370"/>
                  <a:pt x="127" y="371"/>
                </a:cubicBezTo>
                <a:cubicBezTo>
                  <a:pt x="112" y="385"/>
                  <a:pt x="97" y="397"/>
                  <a:pt x="80" y="408"/>
                </a:cubicBezTo>
                <a:cubicBezTo>
                  <a:pt x="74" y="411"/>
                  <a:pt x="69" y="414"/>
                  <a:pt x="63" y="417"/>
                </a:cubicBezTo>
                <a:cubicBezTo>
                  <a:pt x="61" y="419"/>
                  <a:pt x="59" y="420"/>
                  <a:pt x="57" y="422"/>
                </a:cubicBezTo>
                <a:cubicBezTo>
                  <a:pt x="54" y="426"/>
                  <a:pt x="50" y="430"/>
                  <a:pt x="47" y="433"/>
                </a:cubicBezTo>
                <a:cubicBezTo>
                  <a:pt x="44" y="436"/>
                  <a:pt x="41" y="439"/>
                  <a:pt x="38" y="441"/>
                </a:cubicBezTo>
                <a:cubicBezTo>
                  <a:pt x="27" y="449"/>
                  <a:pt x="13" y="446"/>
                  <a:pt x="7" y="434"/>
                </a:cubicBezTo>
                <a:cubicBezTo>
                  <a:pt x="4" y="428"/>
                  <a:pt x="2" y="421"/>
                  <a:pt x="1" y="415"/>
                </a:cubicBezTo>
                <a:cubicBezTo>
                  <a:pt x="0" y="404"/>
                  <a:pt x="0" y="394"/>
                  <a:pt x="1" y="383"/>
                </a:cubicBezTo>
                <a:cubicBezTo>
                  <a:pt x="2" y="379"/>
                  <a:pt x="3" y="374"/>
                  <a:pt x="7" y="372"/>
                </a:cubicBezTo>
                <a:cubicBezTo>
                  <a:pt x="20" y="361"/>
                  <a:pt x="28" y="346"/>
                  <a:pt x="33" y="331"/>
                </a:cubicBezTo>
                <a:cubicBezTo>
                  <a:pt x="36" y="325"/>
                  <a:pt x="37" y="319"/>
                  <a:pt x="39" y="313"/>
                </a:cubicBezTo>
                <a:cubicBezTo>
                  <a:pt x="42" y="304"/>
                  <a:pt x="45" y="294"/>
                  <a:pt x="49" y="286"/>
                </a:cubicBezTo>
                <a:cubicBezTo>
                  <a:pt x="56" y="272"/>
                  <a:pt x="56" y="258"/>
                  <a:pt x="53" y="244"/>
                </a:cubicBezTo>
                <a:cubicBezTo>
                  <a:pt x="52" y="240"/>
                  <a:pt x="51" y="237"/>
                  <a:pt x="50" y="233"/>
                </a:cubicBezTo>
                <a:cubicBezTo>
                  <a:pt x="49" y="229"/>
                  <a:pt x="47" y="225"/>
                  <a:pt x="44" y="221"/>
                </a:cubicBezTo>
                <a:cubicBezTo>
                  <a:pt x="42" y="217"/>
                  <a:pt x="39" y="212"/>
                  <a:pt x="38" y="207"/>
                </a:cubicBezTo>
                <a:cubicBezTo>
                  <a:pt x="36" y="202"/>
                  <a:pt x="38" y="199"/>
                  <a:pt x="44" y="199"/>
                </a:cubicBezTo>
                <a:cubicBezTo>
                  <a:pt x="48" y="199"/>
                  <a:pt x="51" y="199"/>
                  <a:pt x="54" y="201"/>
                </a:cubicBezTo>
                <a:cubicBezTo>
                  <a:pt x="55" y="202"/>
                  <a:pt x="56" y="203"/>
                  <a:pt x="57" y="203"/>
                </a:cubicBezTo>
                <a:cubicBezTo>
                  <a:pt x="62" y="208"/>
                  <a:pt x="68" y="209"/>
                  <a:pt x="75" y="209"/>
                </a:cubicBezTo>
                <a:cubicBezTo>
                  <a:pt x="83" y="209"/>
                  <a:pt x="90" y="212"/>
                  <a:pt x="96" y="218"/>
                </a:cubicBezTo>
                <a:cubicBezTo>
                  <a:pt x="99" y="221"/>
                  <a:pt x="103" y="223"/>
                  <a:pt x="107" y="223"/>
                </a:cubicBezTo>
                <a:cubicBezTo>
                  <a:pt x="110" y="223"/>
                  <a:pt x="112" y="224"/>
                  <a:pt x="115" y="225"/>
                </a:cubicBezTo>
                <a:cubicBezTo>
                  <a:pt x="120" y="226"/>
                  <a:pt x="124" y="229"/>
                  <a:pt x="126" y="233"/>
                </a:cubicBezTo>
                <a:cubicBezTo>
                  <a:pt x="126" y="234"/>
                  <a:pt x="127" y="235"/>
                  <a:pt x="128" y="236"/>
                </a:cubicBezTo>
                <a:cubicBezTo>
                  <a:pt x="131" y="236"/>
                  <a:pt x="132" y="234"/>
                  <a:pt x="133" y="231"/>
                </a:cubicBezTo>
                <a:cubicBezTo>
                  <a:pt x="134" y="229"/>
                  <a:pt x="134" y="227"/>
                  <a:pt x="134" y="225"/>
                </a:cubicBezTo>
                <a:cubicBezTo>
                  <a:pt x="134" y="217"/>
                  <a:pt x="134" y="208"/>
                  <a:pt x="135" y="200"/>
                </a:cubicBezTo>
                <a:cubicBezTo>
                  <a:pt x="137" y="176"/>
                  <a:pt x="139" y="151"/>
                  <a:pt x="137" y="127"/>
                </a:cubicBezTo>
                <a:cubicBezTo>
                  <a:pt x="137" y="118"/>
                  <a:pt x="135" y="109"/>
                  <a:pt x="133" y="99"/>
                </a:cubicBezTo>
                <a:cubicBezTo>
                  <a:pt x="132" y="90"/>
                  <a:pt x="127" y="81"/>
                  <a:pt x="121" y="74"/>
                </a:cubicBezTo>
                <a:cubicBezTo>
                  <a:pt x="116" y="67"/>
                  <a:pt x="111" y="61"/>
                  <a:pt x="105" y="55"/>
                </a:cubicBezTo>
                <a:cubicBezTo>
                  <a:pt x="98" y="46"/>
                  <a:pt x="90" y="36"/>
                  <a:pt x="83" y="27"/>
                </a:cubicBezTo>
                <a:cubicBezTo>
                  <a:pt x="79" y="22"/>
                  <a:pt x="77" y="15"/>
                  <a:pt x="77" y="9"/>
                </a:cubicBezTo>
                <a:cubicBezTo>
                  <a:pt x="77" y="3"/>
                  <a:pt x="80" y="0"/>
                  <a:pt x="86" y="2"/>
                </a:cubicBezTo>
                <a:cubicBezTo>
                  <a:pt x="89" y="2"/>
                  <a:pt x="92" y="4"/>
                  <a:pt x="95" y="6"/>
                </a:cubicBezTo>
                <a:cubicBezTo>
                  <a:pt x="105" y="15"/>
                  <a:pt x="116" y="22"/>
                  <a:pt x="128" y="28"/>
                </a:cubicBezTo>
                <a:cubicBezTo>
                  <a:pt x="141" y="35"/>
                  <a:pt x="154" y="43"/>
                  <a:pt x="165" y="52"/>
                </a:cubicBezTo>
                <a:cubicBezTo>
                  <a:pt x="172" y="58"/>
                  <a:pt x="179" y="64"/>
                  <a:pt x="184" y="72"/>
                </a:cubicBezTo>
                <a:cubicBezTo>
                  <a:pt x="186" y="75"/>
                  <a:pt x="188" y="78"/>
                  <a:pt x="189" y="83"/>
                </a:cubicBezTo>
                <a:cubicBezTo>
                  <a:pt x="192" y="122"/>
                  <a:pt x="193" y="162"/>
                  <a:pt x="193" y="202"/>
                </a:cubicBezTo>
                <a:cubicBezTo>
                  <a:pt x="193" y="232"/>
                  <a:pt x="192" y="262"/>
                  <a:pt x="189" y="292"/>
                </a:cubicBezTo>
                <a:cubicBezTo>
                  <a:pt x="186" y="321"/>
                  <a:pt x="183" y="350"/>
                  <a:pt x="176" y="378"/>
                </a:cubicBezTo>
                <a:cubicBezTo>
                  <a:pt x="173" y="388"/>
                  <a:pt x="170" y="399"/>
                  <a:pt x="165" y="409"/>
                </a:cubicBezTo>
                <a:cubicBezTo>
                  <a:pt x="162" y="414"/>
                  <a:pt x="159" y="419"/>
                  <a:pt x="155" y="423"/>
                </a:cubicBezTo>
                <a:cubicBezTo>
                  <a:pt x="152" y="426"/>
                  <a:pt x="149" y="428"/>
                  <a:pt x="145" y="428"/>
                </a:cubicBezTo>
                <a:cubicBezTo>
                  <a:pt x="140" y="429"/>
                  <a:pt x="136" y="427"/>
                  <a:pt x="135" y="422"/>
                </a:cubicBezTo>
                <a:cubicBezTo>
                  <a:pt x="135" y="420"/>
                  <a:pt x="135" y="418"/>
                  <a:pt x="134" y="415"/>
                </a:cubicBezTo>
                <a:cubicBezTo>
                  <a:pt x="134" y="407"/>
                  <a:pt x="135" y="399"/>
                  <a:pt x="135" y="391"/>
                </a:cubicBezTo>
                <a:cubicBezTo>
                  <a:pt x="134" y="383"/>
                  <a:pt x="134" y="375"/>
                  <a:pt x="131" y="367"/>
                </a:cubicBezTo>
                <a:close/>
                <a:moveTo>
                  <a:pt x="132" y="255"/>
                </a:moveTo>
                <a:cubicBezTo>
                  <a:pt x="127" y="257"/>
                  <a:pt x="125" y="260"/>
                  <a:pt x="124" y="264"/>
                </a:cubicBezTo>
                <a:cubicBezTo>
                  <a:pt x="123" y="267"/>
                  <a:pt x="122" y="271"/>
                  <a:pt x="119" y="273"/>
                </a:cubicBezTo>
                <a:cubicBezTo>
                  <a:pt x="114" y="277"/>
                  <a:pt x="108" y="280"/>
                  <a:pt x="102" y="280"/>
                </a:cubicBezTo>
                <a:cubicBezTo>
                  <a:pt x="97" y="280"/>
                  <a:pt x="94" y="282"/>
                  <a:pt x="91" y="285"/>
                </a:cubicBezTo>
                <a:cubicBezTo>
                  <a:pt x="87" y="289"/>
                  <a:pt x="84" y="292"/>
                  <a:pt x="81" y="296"/>
                </a:cubicBezTo>
                <a:cubicBezTo>
                  <a:pt x="78" y="299"/>
                  <a:pt x="76" y="302"/>
                  <a:pt x="75" y="305"/>
                </a:cubicBezTo>
                <a:cubicBezTo>
                  <a:pt x="71" y="315"/>
                  <a:pt x="66" y="323"/>
                  <a:pt x="59" y="331"/>
                </a:cubicBezTo>
                <a:cubicBezTo>
                  <a:pt x="54" y="337"/>
                  <a:pt x="50" y="343"/>
                  <a:pt x="45" y="349"/>
                </a:cubicBezTo>
                <a:cubicBezTo>
                  <a:pt x="39" y="356"/>
                  <a:pt x="34" y="364"/>
                  <a:pt x="31" y="373"/>
                </a:cubicBezTo>
                <a:cubicBezTo>
                  <a:pt x="29" y="377"/>
                  <a:pt x="29" y="379"/>
                  <a:pt x="34" y="381"/>
                </a:cubicBezTo>
                <a:cubicBezTo>
                  <a:pt x="38" y="382"/>
                  <a:pt x="42" y="383"/>
                  <a:pt x="46" y="382"/>
                </a:cubicBezTo>
                <a:cubicBezTo>
                  <a:pt x="53" y="381"/>
                  <a:pt x="59" y="378"/>
                  <a:pt x="64" y="374"/>
                </a:cubicBezTo>
                <a:cubicBezTo>
                  <a:pt x="69" y="371"/>
                  <a:pt x="73" y="367"/>
                  <a:pt x="78" y="363"/>
                </a:cubicBezTo>
                <a:cubicBezTo>
                  <a:pt x="81" y="361"/>
                  <a:pt x="83" y="359"/>
                  <a:pt x="87" y="358"/>
                </a:cubicBezTo>
                <a:cubicBezTo>
                  <a:pt x="97" y="356"/>
                  <a:pt x="106" y="351"/>
                  <a:pt x="114" y="346"/>
                </a:cubicBezTo>
                <a:cubicBezTo>
                  <a:pt x="119" y="343"/>
                  <a:pt x="123" y="340"/>
                  <a:pt x="127" y="338"/>
                </a:cubicBezTo>
                <a:cubicBezTo>
                  <a:pt x="131" y="335"/>
                  <a:pt x="133" y="331"/>
                  <a:pt x="133" y="325"/>
                </a:cubicBezTo>
                <a:cubicBezTo>
                  <a:pt x="132" y="304"/>
                  <a:pt x="132" y="282"/>
                  <a:pt x="132" y="260"/>
                </a:cubicBezTo>
                <a:cubicBezTo>
                  <a:pt x="132" y="259"/>
                  <a:pt x="132" y="257"/>
                  <a:pt x="132" y="25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1" name="Freeform 12">
            <a:extLst xmlns:a="http://schemas.openxmlformats.org/drawingml/2006/main">
              <a:ext uri="{FF2B5EF4-FFF2-40B4-BE49-F238E27FC236}">
                <a16:creationId xmlns:a16="http://schemas.microsoft.com/office/drawing/2014/main" id="{D3288EA7-DBBF-4E86-893A-F7796FDF3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0994" y="431437"/>
            <a:ext cx="115759" cy="160238"/>
          </a:xfrm>
          <a:custGeom xmlns:a="http://schemas.openxmlformats.org/drawingml/2006/main">
            <a:gdLst>
              <a:gd name="T0" fmla="*/ 34 w 229"/>
              <a:gd name="T1" fmla="*/ 0 h 316"/>
              <a:gd name="T2" fmla="*/ 37 w 229"/>
              <a:gd name="T3" fmla="*/ 2 h 316"/>
              <a:gd name="T4" fmla="*/ 69 w 229"/>
              <a:gd name="T5" fmla="*/ 32 h 316"/>
              <a:gd name="T6" fmla="*/ 73 w 229"/>
              <a:gd name="T7" fmla="*/ 38 h 316"/>
              <a:gd name="T8" fmla="*/ 99 w 229"/>
              <a:gd name="T9" fmla="*/ 117 h 316"/>
              <a:gd name="T10" fmla="*/ 101 w 229"/>
              <a:gd name="T11" fmla="*/ 128 h 316"/>
              <a:gd name="T12" fmla="*/ 112 w 229"/>
              <a:gd name="T13" fmla="*/ 132 h 316"/>
              <a:gd name="T14" fmla="*/ 120 w 229"/>
              <a:gd name="T15" fmla="*/ 127 h 316"/>
              <a:gd name="T16" fmla="*/ 145 w 229"/>
              <a:gd name="T17" fmla="*/ 109 h 316"/>
              <a:gd name="T18" fmla="*/ 148 w 229"/>
              <a:gd name="T19" fmla="*/ 103 h 316"/>
              <a:gd name="T20" fmla="*/ 148 w 229"/>
              <a:gd name="T21" fmla="*/ 80 h 316"/>
              <a:gd name="T22" fmla="*/ 159 w 229"/>
              <a:gd name="T23" fmla="*/ 69 h 316"/>
              <a:gd name="T24" fmla="*/ 162 w 229"/>
              <a:gd name="T25" fmla="*/ 71 h 316"/>
              <a:gd name="T26" fmla="*/ 164 w 229"/>
              <a:gd name="T27" fmla="*/ 75 h 316"/>
              <a:gd name="T28" fmla="*/ 171 w 229"/>
              <a:gd name="T29" fmla="*/ 86 h 316"/>
              <a:gd name="T30" fmla="*/ 204 w 229"/>
              <a:gd name="T31" fmla="*/ 104 h 316"/>
              <a:gd name="T32" fmla="*/ 209 w 229"/>
              <a:gd name="T33" fmla="*/ 112 h 316"/>
              <a:gd name="T34" fmla="*/ 169 w 229"/>
              <a:gd name="T35" fmla="*/ 170 h 316"/>
              <a:gd name="T36" fmla="*/ 128 w 229"/>
              <a:gd name="T37" fmla="*/ 175 h 316"/>
              <a:gd name="T38" fmla="*/ 114 w 229"/>
              <a:gd name="T39" fmla="*/ 190 h 316"/>
              <a:gd name="T40" fmla="*/ 115 w 229"/>
              <a:gd name="T41" fmla="*/ 196 h 316"/>
              <a:gd name="T42" fmla="*/ 115 w 229"/>
              <a:gd name="T43" fmla="*/ 219 h 316"/>
              <a:gd name="T44" fmla="*/ 109 w 229"/>
              <a:gd name="T45" fmla="*/ 226 h 316"/>
              <a:gd name="T46" fmla="*/ 89 w 229"/>
              <a:gd name="T47" fmla="*/ 246 h 316"/>
              <a:gd name="T48" fmla="*/ 95 w 229"/>
              <a:gd name="T49" fmla="*/ 260 h 316"/>
              <a:gd name="T50" fmla="*/ 113 w 229"/>
              <a:gd name="T51" fmla="*/ 259 h 316"/>
              <a:gd name="T52" fmla="*/ 148 w 229"/>
              <a:gd name="T53" fmla="*/ 248 h 316"/>
              <a:gd name="T54" fmla="*/ 170 w 229"/>
              <a:gd name="T55" fmla="*/ 243 h 316"/>
              <a:gd name="T56" fmla="*/ 187 w 229"/>
              <a:gd name="T57" fmla="*/ 237 h 316"/>
              <a:gd name="T58" fmla="*/ 212 w 229"/>
              <a:gd name="T59" fmla="*/ 229 h 316"/>
              <a:gd name="T60" fmla="*/ 220 w 229"/>
              <a:gd name="T61" fmla="*/ 229 h 316"/>
              <a:gd name="T62" fmla="*/ 227 w 229"/>
              <a:gd name="T63" fmla="*/ 241 h 316"/>
              <a:gd name="T64" fmla="*/ 214 w 229"/>
              <a:gd name="T65" fmla="*/ 267 h 316"/>
              <a:gd name="T66" fmla="*/ 203 w 229"/>
              <a:gd name="T67" fmla="*/ 277 h 316"/>
              <a:gd name="T68" fmla="*/ 174 w 229"/>
              <a:gd name="T69" fmla="*/ 289 h 316"/>
              <a:gd name="T70" fmla="*/ 140 w 229"/>
              <a:gd name="T71" fmla="*/ 298 h 316"/>
              <a:gd name="T72" fmla="*/ 127 w 229"/>
              <a:gd name="T73" fmla="*/ 298 h 316"/>
              <a:gd name="T74" fmla="*/ 116 w 229"/>
              <a:gd name="T75" fmla="*/ 301 h 316"/>
              <a:gd name="T76" fmla="*/ 55 w 229"/>
              <a:gd name="T77" fmla="*/ 304 h 316"/>
              <a:gd name="T78" fmla="*/ 44 w 229"/>
              <a:gd name="T79" fmla="*/ 292 h 316"/>
              <a:gd name="T80" fmla="*/ 27 w 229"/>
              <a:gd name="T81" fmla="*/ 257 h 316"/>
              <a:gd name="T82" fmla="*/ 25 w 229"/>
              <a:gd name="T83" fmla="*/ 252 h 316"/>
              <a:gd name="T84" fmla="*/ 18 w 229"/>
              <a:gd name="T85" fmla="*/ 217 h 316"/>
              <a:gd name="T86" fmla="*/ 18 w 229"/>
              <a:gd name="T87" fmla="*/ 210 h 316"/>
              <a:gd name="T88" fmla="*/ 1 w 229"/>
              <a:gd name="T89" fmla="*/ 140 h 316"/>
              <a:gd name="T90" fmla="*/ 0 w 229"/>
              <a:gd name="T91" fmla="*/ 134 h 316"/>
              <a:gd name="T92" fmla="*/ 18 w 229"/>
              <a:gd name="T93" fmla="*/ 50 h 316"/>
              <a:gd name="T94" fmla="*/ 32 w 229"/>
              <a:gd name="T95" fmla="*/ 4 h 316"/>
              <a:gd name="T96" fmla="*/ 34 w 229"/>
              <a:gd name="T97" fmla="*/ 0 h 316"/>
            </a:gdLst>
            <a:rect l="0" t="0" r="r" b="b"/>
            <a:pathLst>
              <a:path w="229" h="316">
                <a:moveTo>
                  <a:pt x="34" y="0"/>
                </a:moveTo>
                <a:cubicBezTo>
                  <a:pt x="35" y="1"/>
                  <a:pt x="36" y="2"/>
                  <a:pt x="37" y="2"/>
                </a:cubicBezTo>
                <a:cubicBezTo>
                  <a:pt x="48" y="12"/>
                  <a:pt x="58" y="22"/>
                  <a:pt x="69" y="32"/>
                </a:cubicBezTo>
                <a:cubicBezTo>
                  <a:pt x="71" y="34"/>
                  <a:pt x="72" y="36"/>
                  <a:pt x="73" y="38"/>
                </a:cubicBezTo>
                <a:cubicBezTo>
                  <a:pt x="86" y="63"/>
                  <a:pt x="94" y="89"/>
                  <a:pt x="99" y="117"/>
                </a:cubicBezTo>
                <a:cubicBezTo>
                  <a:pt x="99" y="120"/>
                  <a:pt x="100" y="124"/>
                  <a:pt x="101" y="128"/>
                </a:cubicBezTo>
                <a:cubicBezTo>
                  <a:pt x="103" y="133"/>
                  <a:pt x="107" y="134"/>
                  <a:pt x="112" y="132"/>
                </a:cubicBezTo>
                <a:cubicBezTo>
                  <a:pt x="115" y="130"/>
                  <a:pt x="117" y="129"/>
                  <a:pt x="120" y="127"/>
                </a:cubicBezTo>
                <a:cubicBezTo>
                  <a:pt x="128" y="121"/>
                  <a:pt x="136" y="115"/>
                  <a:pt x="145" y="109"/>
                </a:cubicBezTo>
                <a:cubicBezTo>
                  <a:pt x="147" y="108"/>
                  <a:pt x="148" y="106"/>
                  <a:pt x="148" y="103"/>
                </a:cubicBezTo>
                <a:cubicBezTo>
                  <a:pt x="148" y="95"/>
                  <a:pt x="148" y="88"/>
                  <a:pt x="148" y="80"/>
                </a:cubicBezTo>
                <a:cubicBezTo>
                  <a:pt x="148" y="75"/>
                  <a:pt x="153" y="69"/>
                  <a:pt x="159" y="69"/>
                </a:cubicBezTo>
                <a:cubicBezTo>
                  <a:pt x="160" y="69"/>
                  <a:pt x="162" y="70"/>
                  <a:pt x="162" y="71"/>
                </a:cubicBezTo>
                <a:cubicBezTo>
                  <a:pt x="163" y="72"/>
                  <a:pt x="164" y="73"/>
                  <a:pt x="164" y="75"/>
                </a:cubicBezTo>
                <a:cubicBezTo>
                  <a:pt x="164" y="79"/>
                  <a:pt x="167" y="83"/>
                  <a:pt x="171" y="86"/>
                </a:cubicBezTo>
                <a:cubicBezTo>
                  <a:pt x="181" y="94"/>
                  <a:pt x="192" y="100"/>
                  <a:pt x="204" y="104"/>
                </a:cubicBezTo>
                <a:cubicBezTo>
                  <a:pt x="208" y="106"/>
                  <a:pt x="209" y="108"/>
                  <a:pt x="209" y="112"/>
                </a:cubicBezTo>
                <a:cubicBezTo>
                  <a:pt x="210" y="140"/>
                  <a:pt x="196" y="160"/>
                  <a:pt x="169" y="170"/>
                </a:cubicBezTo>
                <a:cubicBezTo>
                  <a:pt x="156" y="175"/>
                  <a:pt x="142" y="177"/>
                  <a:pt x="128" y="175"/>
                </a:cubicBezTo>
                <a:cubicBezTo>
                  <a:pt x="119" y="173"/>
                  <a:pt x="112" y="182"/>
                  <a:pt x="114" y="190"/>
                </a:cubicBezTo>
                <a:cubicBezTo>
                  <a:pt x="114" y="192"/>
                  <a:pt x="115" y="194"/>
                  <a:pt x="115" y="196"/>
                </a:cubicBezTo>
                <a:cubicBezTo>
                  <a:pt x="118" y="203"/>
                  <a:pt x="118" y="211"/>
                  <a:pt x="115" y="219"/>
                </a:cubicBezTo>
                <a:cubicBezTo>
                  <a:pt x="114" y="222"/>
                  <a:pt x="112" y="224"/>
                  <a:pt x="109" y="226"/>
                </a:cubicBezTo>
                <a:cubicBezTo>
                  <a:pt x="101" y="231"/>
                  <a:pt x="95" y="238"/>
                  <a:pt x="89" y="246"/>
                </a:cubicBezTo>
                <a:cubicBezTo>
                  <a:pt x="84" y="254"/>
                  <a:pt x="85" y="258"/>
                  <a:pt x="95" y="260"/>
                </a:cubicBezTo>
                <a:cubicBezTo>
                  <a:pt x="101" y="261"/>
                  <a:pt x="107" y="261"/>
                  <a:pt x="113" y="259"/>
                </a:cubicBezTo>
                <a:cubicBezTo>
                  <a:pt x="125" y="256"/>
                  <a:pt x="137" y="252"/>
                  <a:pt x="148" y="248"/>
                </a:cubicBezTo>
                <a:cubicBezTo>
                  <a:pt x="155" y="245"/>
                  <a:pt x="162" y="243"/>
                  <a:pt x="170" y="243"/>
                </a:cubicBezTo>
                <a:cubicBezTo>
                  <a:pt x="176" y="242"/>
                  <a:pt x="182" y="240"/>
                  <a:pt x="187" y="237"/>
                </a:cubicBezTo>
                <a:cubicBezTo>
                  <a:pt x="195" y="234"/>
                  <a:pt x="203" y="230"/>
                  <a:pt x="212" y="229"/>
                </a:cubicBezTo>
                <a:cubicBezTo>
                  <a:pt x="214" y="229"/>
                  <a:pt x="217" y="229"/>
                  <a:pt x="220" y="229"/>
                </a:cubicBezTo>
                <a:cubicBezTo>
                  <a:pt x="226" y="230"/>
                  <a:pt x="229" y="236"/>
                  <a:pt x="227" y="241"/>
                </a:cubicBezTo>
                <a:cubicBezTo>
                  <a:pt x="223" y="250"/>
                  <a:pt x="218" y="259"/>
                  <a:pt x="214" y="267"/>
                </a:cubicBezTo>
                <a:cubicBezTo>
                  <a:pt x="211" y="271"/>
                  <a:pt x="207" y="274"/>
                  <a:pt x="203" y="277"/>
                </a:cubicBezTo>
                <a:cubicBezTo>
                  <a:pt x="194" y="282"/>
                  <a:pt x="184" y="286"/>
                  <a:pt x="174" y="289"/>
                </a:cubicBezTo>
                <a:cubicBezTo>
                  <a:pt x="163" y="292"/>
                  <a:pt x="151" y="295"/>
                  <a:pt x="140" y="298"/>
                </a:cubicBezTo>
                <a:cubicBezTo>
                  <a:pt x="136" y="299"/>
                  <a:pt x="131" y="298"/>
                  <a:pt x="127" y="298"/>
                </a:cubicBezTo>
                <a:cubicBezTo>
                  <a:pt x="122" y="298"/>
                  <a:pt x="119" y="299"/>
                  <a:pt x="116" y="301"/>
                </a:cubicBezTo>
                <a:cubicBezTo>
                  <a:pt x="97" y="315"/>
                  <a:pt x="74" y="316"/>
                  <a:pt x="55" y="304"/>
                </a:cubicBezTo>
                <a:cubicBezTo>
                  <a:pt x="51" y="301"/>
                  <a:pt x="47" y="297"/>
                  <a:pt x="44" y="292"/>
                </a:cubicBezTo>
                <a:cubicBezTo>
                  <a:pt x="37" y="281"/>
                  <a:pt x="32" y="269"/>
                  <a:pt x="27" y="257"/>
                </a:cubicBezTo>
                <a:cubicBezTo>
                  <a:pt x="26" y="255"/>
                  <a:pt x="26" y="254"/>
                  <a:pt x="25" y="252"/>
                </a:cubicBezTo>
                <a:cubicBezTo>
                  <a:pt x="20" y="241"/>
                  <a:pt x="17" y="230"/>
                  <a:pt x="18" y="217"/>
                </a:cubicBezTo>
                <a:cubicBezTo>
                  <a:pt x="19" y="215"/>
                  <a:pt x="18" y="213"/>
                  <a:pt x="18" y="210"/>
                </a:cubicBezTo>
                <a:cubicBezTo>
                  <a:pt x="12" y="187"/>
                  <a:pt x="6" y="163"/>
                  <a:pt x="1" y="140"/>
                </a:cubicBezTo>
                <a:cubicBezTo>
                  <a:pt x="0" y="138"/>
                  <a:pt x="0" y="136"/>
                  <a:pt x="0" y="134"/>
                </a:cubicBezTo>
                <a:cubicBezTo>
                  <a:pt x="6" y="106"/>
                  <a:pt x="12" y="78"/>
                  <a:pt x="18" y="50"/>
                </a:cubicBezTo>
                <a:cubicBezTo>
                  <a:pt x="22" y="35"/>
                  <a:pt x="26" y="19"/>
                  <a:pt x="32" y="4"/>
                </a:cubicBezTo>
                <a:cubicBezTo>
                  <a:pt x="33" y="2"/>
                  <a:pt x="33" y="1"/>
                  <a:pt x="3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2" name="Freeform 13">
            <a:extLst xmlns:a="http://schemas.openxmlformats.org/drawingml/2006/main">
              <a:ext uri="{FF2B5EF4-FFF2-40B4-BE49-F238E27FC236}">
                <a16:creationId xmlns:a16="http://schemas.microsoft.com/office/drawing/2014/main" id="{FBED994A-A1E2-48E3-9B67-BDB4FC34E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5489" y="493594"/>
            <a:ext cx="137428" cy="152255"/>
          </a:xfrm>
          <a:custGeom xmlns:a="http://schemas.openxmlformats.org/drawingml/2006/main">
            <a:gdLst>
              <a:gd name="T0" fmla="*/ 194 w 271"/>
              <a:gd name="T1" fmla="*/ 98 h 300"/>
              <a:gd name="T2" fmla="*/ 236 w 271"/>
              <a:gd name="T3" fmla="*/ 96 h 300"/>
              <a:gd name="T4" fmla="*/ 237 w 271"/>
              <a:gd name="T5" fmla="*/ 111 h 300"/>
              <a:gd name="T6" fmla="*/ 175 w 271"/>
              <a:gd name="T7" fmla="*/ 150 h 300"/>
              <a:gd name="T8" fmla="*/ 169 w 271"/>
              <a:gd name="T9" fmla="*/ 195 h 300"/>
              <a:gd name="T10" fmla="*/ 177 w 271"/>
              <a:gd name="T11" fmla="*/ 299 h 300"/>
              <a:gd name="T12" fmla="*/ 159 w 271"/>
              <a:gd name="T13" fmla="*/ 285 h 300"/>
              <a:gd name="T14" fmla="*/ 150 w 271"/>
              <a:gd name="T15" fmla="*/ 266 h 300"/>
              <a:gd name="T16" fmla="*/ 133 w 271"/>
              <a:gd name="T17" fmla="*/ 260 h 300"/>
              <a:gd name="T18" fmla="*/ 132 w 271"/>
              <a:gd name="T19" fmla="*/ 243 h 300"/>
              <a:gd name="T20" fmla="*/ 149 w 271"/>
              <a:gd name="T21" fmla="*/ 232 h 300"/>
              <a:gd name="T22" fmla="*/ 139 w 271"/>
              <a:gd name="T23" fmla="*/ 197 h 300"/>
              <a:gd name="T24" fmla="*/ 117 w 271"/>
              <a:gd name="T25" fmla="*/ 216 h 300"/>
              <a:gd name="T26" fmla="*/ 101 w 271"/>
              <a:gd name="T27" fmla="*/ 235 h 300"/>
              <a:gd name="T28" fmla="*/ 26 w 271"/>
              <a:gd name="T29" fmla="*/ 293 h 300"/>
              <a:gd name="T30" fmla="*/ 0 w 271"/>
              <a:gd name="T31" fmla="*/ 243 h 300"/>
              <a:gd name="T32" fmla="*/ 9 w 271"/>
              <a:gd name="T33" fmla="*/ 237 h 300"/>
              <a:gd name="T34" fmla="*/ 32 w 271"/>
              <a:gd name="T35" fmla="*/ 234 h 300"/>
              <a:gd name="T36" fmla="*/ 59 w 271"/>
              <a:gd name="T37" fmla="*/ 219 h 300"/>
              <a:gd name="T38" fmla="*/ 116 w 271"/>
              <a:gd name="T39" fmla="*/ 185 h 300"/>
              <a:gd name="T40" fmla="*/ 145 w 271"/>
              <a:gd name="T41" fmla="*/ 155 h 300"/>
              <a:gd name="T42" fmla="*/ 133 w 271"/>
              <a:gd name="T43" fmla="*/ 142 h 300"/>
              <a:gd name="T44" fmla="*/ 145 w 271"/>
              <a:gd name="T45" fmla="*/ 112 h 300"/>
              <a:gd name="T46" fmla="*/ 143 w 271"/>
              <a:gd name="T47" fmla="*/ 104 h 300"/>
              <a:gd name="T48" fmla="*/ 124 w 271"/>
              <a:gd name="T49" fmla="*/ 108 h 300"/>
              <a:gd name="T50" fmla="*/ 121 w 271"/>
              <a:gd name="T51" fmla="*/ 140 h 300"/>
              <a:gd name="T52" fmla="*/ 87 w 271"/>
              <a:gd name="T53" fmla="*/ 188 h 300"/>
              <a:gd name="T54" fmla="*/ 73 w 271"/>
              <a:gd name="T55" fmla="*/ 176 h 300"/>
              <a:gd name="T56" fmla="*/ 67 w 271"/>
              <a:gd name="T57" fmla="*/ 159 h 300"/>
              <a:gd name="T58" fmla="*/ 66 w 271"/>
              <a:gd name="T59" fmla="*/ 63 h 300"/>
              <a:gd name="T60" fmla="*/ 72 w 271"/>
              <a:gd name="T61" fmla="*/ 47 h 300"/>
              <a:gd name="T62" fmla="*/ 88 w 271"/>
              <a:gd name="T63" fmla="*/ 55 h 300"/>
              <a:gd name="T64" fmla="*/ 109 w 271"/>
              <a:gd name="T65" fmla="*/ 63 h 300"/>
              <a:gd name="T66" fmla="*/ 160 w 271"/>
              <a:gd name="T67" fmla="*/ 28 h 300"/>
              <a:gd name="T68" fmla="*/ 187 w 271"/>
              <a:gd name="T69" fmla="*/ 16 h 300"/>
              <a:gd name="T70" fmla="*/ 258 w 271"/>
              <a:gd name="T71" fmla="*/ 4 h 300"/>
              <a:gd name="T72" fmla="*/ 271 w 271"/>
              <a:gd name="T73" fmla="*/ 16 h 300"/>
              <a:gd name="T74" fmla="*/ 248 w 271"/>
              <a:gd name="T75" fmla="*/ 37 h 300"/>
              <a:gd name="T76" fmla="*/ 215 w 271"/>
              <a:gd name="T77" fmla="*/ 67 h 300"/>
              <a:gd name="T78" fmla="*/ 186 w 271"/>
              <a:gd name="T79" fmla="*/ 95 h 300"/>
            </a:gdLst>
            <a:rect l="0" t="0" r="r" b="b"/>
            <a:pathLst>
              <a:path w="271" h="300">
                <a:moveTo>
                  <a:pt x="185" y="102"/>
                </a:moveTo>
                <a:cubicBezTo>
                  <a:pt x="188" y="101"/>
                  <a:pt x="191" y="99"/>
                  <a:pt x="194" y="98"/>
                </a:cubicBezTo>
                <a:cubicBezTo>
                  <a:pt x="200" y="94"/>
                  <a:pt x="206" y="91"/>
                  <a:pt x="213" y="90"/>
                </a:cubicBezTo>
                <a:cubicBezTo>
                  <a:pt x="221" y="89"/>
                  <a:pt x="229" y="92"/>
                  <a:pt x="236" y="96"/>
                </a:cubicBezTo>
                <a:cubicBezTo>
                  <a:pt x="237" y="97"/>
                  <a:pt x="238" y="98"/>
                  <a:pt x="239" y="99"/>
                </a:cubicBezTo>
                <a:cubicBezTo>
                  <a:pt x="242" y="103"/>
                  <a:pt x="242" y="108"/>
                  <a:pt x="237" y="111"/>
                </a:cubicBezTo>
                <a:cubicBezTo>
                  <a:pt x="220" y="127"/>
                  <a:pt x="200" y="139"/>
                  <a:pt x="179" y="148"/>
                </a:cubicBezTo>
                <a:cubicBezTo>
                  <a:pt x="178" y="149"/>
                  <a:pt x="176" y="149"/>
                  <a:pt x="175" y="150"/>
                </a:cubicBezTo>
                <a:cubicBezTo>
                  <a:pt x="167" y="153"/>
                  <a:pt x="164" y="159"/>
                  <a:pt x="163" y="168"/>
                </a:cubicBezTo>
                <a:cubicBezTo>
                  <a:pt x="163" y="177"/>
                  <a:pt x="165" y="187"/>
                  <a:pt x="169" y="195"/>
                </a:cubicBezTo>
                <a:cubicBezTo>
                  <a:pt x="182" y="226"/>
                  <a:pt x="186" y="259"/>
                  <a:pt x="185" y="292"/>
                </a:cubicBezTo>
                <a:cubicBezTo>
                  <a:pt x="185" y="298"/>
                  <a:pt x="183" y="300"/>
                  <a:pt x="177" y="299"/>
                </a:cubicBezTo>
                <a:cubicBezTo>
                  <a:pt x="171" y="299"/>
                  <a:pt x="165" y="297"/>
                  <a:pt x="161" y="292"/>
                </a:cubicBezTo>
                <a:cubicBezTo>
                  <a:pt x="159" y="290"/>
                  <a:pt x="159" y="287"/>
                  <a:pt x="159" y="285"/>
                </a:cubicBezTo>
                <a:cubicBezTo>
                  <a:pt x="159" y="284"/>
                  <a:pt x="159" y="282"/>
                  <a:pt x="159" y="281"/>
                </a:cubicBezTo>
                <a:cubicBezTo>
                  <a:pt x="159" y="274"/>
                  <a:pt x="156" y="269"/>
                  <a:pt x="150" y="266"/>
                </a:cubicBezTo>
                <a:cubicBezTo>
                  <a:pt x="146" y="263"/>
                  <a:pt x="141" y="262"/>
                  <a:pt x="136" y="260"/>
                </a:cubicBezTo>
                <a:cubicBezTo>
                  <a:pt x="135" y="260"/>
                  <a:pt x="134" y="260"/>
                  <a:pt x="133" y="260"/>
                </a:cubicBezTo>
                <a:cubicBezTo>
                  <a:pt x="129" y="258"/>
                  <a:pt x="126" y="255"/>
                  <a:pt x="126" y="252"/>
                </a:cubicBezTo>
                <a:cubicBezTo>
                  <a:pt x="125" y="248"/>
                  <a:pt x="128" y="244"/>
                  <a:pt x="132" y="243"/>
                </a:cubicBezTo>
                <a:cubicBezTo>
                  <a:pt x="134" y="242"/>
                  <a:pt x="136" y="242"/>
                  <a:pt x="138" y="242"/>
                </a:cubicBezTo>
                <a:cubicBezTo>
                  <a:pt x="144" y="241"/>
                  <a:pt x="147" y="238"/>
                  <a:pt x="149" y="232"/>
                </a:cubicBezTo>
                <a:cubicBezTo>
                  <a:pt x="153" y="220"/>
                  <a:pt x="151" y="208"/>
                  <a:pt x="144" y="197"/>
                </a:cubicBezTo>
                <a:cubicBezTo>
                  <a:pt x="142" y="195"/>
                  <a:pt x="141" y="195"/>
                  <a:pt x="139" y="197"/>
                </a:cubicBezTo>
                <a:cubicBezTo>
                  <a:pt x="138" y="197"/>
                  <a:pt x="137" y="198"/>
                  <a:pt x="136" y="199"/>
                </a:cubicBezTo>
                <a:cubicBezTo>
                  <a:pt x="129" y="205"/>
                  <a:pt x="123" y="210"/>
                  <a:pt x="117" y="216"/>
                </a:cubicBezTo>
                <a:cubicBezTo>
                  <a:pt x="112" y="220"/>
                  <a:pt x="108" y="225"/>
                  <a:pt x="105" y="231"/>
                </a:cubicBezTo>
                <a:cubicBezTo>
                  <a:pt x="104" y="232"/>
                  <a:pt x="103" y="233"/>
                  <a:pt x="101" y="235"/>
                </a:cubicBezTo>
                <a:cubicBezTo>
                  <a:pt x="84" y="253"/>
                  <a:pt x="66" y="270"/>
                  <a:pt x="48" y="288"/>
                </a:cubicBezTo>
                <a:cubicBezTo>
                  <a:pt x="41" y="296"/>
                  <a:pt x="35" y="297"/>
                  <a:pt x="26" y="293"/>
                </a:cubicBezTo>
                <a:cubicBezTo>
                  <a:pt x="20" y="291"/>
                  <a:pt x="16" y="287"/>
                  <a:pt x="13" y="282"/>
                </a:cubicBezTo>
                <a:cubicBezTo>
                  <a:pt x="4" y="271"/>
                  <a:pt x="1" y="257"/>
                  <a:pt x="0" y="243"/>
                </a:cubicBezTo>
                <a:cubicBezTo>
                  <a:pt x="0" y="240"/>
                  <a:pt x="1" y="239"/>
                  <a:pt x="3" y="239"/>
                </a:cubicBezTo>
                <a:cubicBezTo>
                  <a:pt x="5" y="238"/>
                  <a:pt x="7" y="237"/>
                  <a:pt x="9" y="237"/>
                </a:cubicBezTo>
                <a:cubicBezTo>
                  <a:pt x="13" y="235"/>
                  <a:pt x="16" y="235"/>
                  <a:pt x="20" y="237"/>
                </a:cubicBezTo>
                <a:cubicBezTo>
                  <a:pt x="24" y="239"/>
                  <a:pt x="28" y="238"/>
                  <a:pt x="32" y="234"/>
                </a:cubicBezTo>
                <a:cubicBezTo>
                  <a:pt x="34" y="233"/>
                  <a:pt x="37" y="231"/>
                  <a:pt x="39" y="230"/>
                </a:cubicBezTo>
                <a:cubicBezTo>
                  <a:pt x="46" y="226"/>
                  <a:pt x="52" y="222"/>
                  <a:pt x="59" y="219"/>
                </a:cubicBezTo>
                <a:cubicBezTo>
                  <a:pt x="60" y="218"/>
                  <a:pt x="62" y="217"/>
                  <a:pt x="63" y="216"/>
                </a:cubicBezTo>
                <a:cubicBezTo>
                  <a:pt x="81" y="206"/>
                  <a:pt x="98" y="195"/>
                  <a:pt x="116" y="185"/>
                </a:cubicBezTo>
                <a:cubicBezTo>
                  <a:pt x="122" y="181"/>
                  <a:pt x="128" y="177"/>
                  <a:pt x="134" y="172"/>
                </a:cubicBezTo>
                <a:cubicBezTo>
                  <a:pt x="139" y="168"/>
                  <a:pt x="143" y="163"/>
                  <a:pt x="145" y="155"/>
                </a:cubicBezTo>
                <a:cubicBezTo>
                  <a:pt x="143" y="155"/>
                  <a:pt x="142" y="154"/>
                  <a:pt x="140" y="154"/>
                </a:cubicBezTo>
                <a:cubicBezTo>
                  <a:pt x="134" y="152"/>
                  <a:pt x="132" y="148"/>
                  <a:pt x="133" y="142"/>
                </a:cubicBezTo>
                <a:cubicBezTo>
                  <a:pt x="134" y="140"/>
                  <a:pt x="135" y="137"/>
                  <a:pt x="136" y="135"/>
                </a:cubicBezTo>
                <a:cubicBezTo>
                  <a:pt x="139" y="127"/>
                  <a:pt x="142" y="119"/>
                  <a:pt x="145" y="112"/>
                </a:cubicBezTo>
                <a:cubicBezTo>
                  <a:pt x="145" y="111"/>
                  <a:pt x="146" y="110"/>
                  <a:pt x="146" y="109"/>
                </a:cubicBezTo>
                <a:cubicBezTo>
                  <a:pt x="147" y="105"/>
                  <a:pt x="146" y="104"/>
                  <a:pt x="143" y="104"/>
                </a:cubicBezTo>
                <a:cubicBezTo>
                  <a:pt x="140" y="104"/>
                  <a:pt x="138" y="104"/>
                  <a:pt x="135" y="105"/>
                </a:cubicBezTo>
                <a:cubicBezTo>
                  <a:pt x="132" y="106"/>
                  <a:pt x="128" y="107"/>
                  <a:pt x="124" y="108"/>
                </a:cubicBezTo>
                <a:cubicBezTo>
                  <a:pt x="122" y="109"/>
                  <a:pt x="121" y="111"/>
                  <a:pt x="121" y="113"/>
                </a:cubicBezTo>
                <a:cubicBezTo>
                  <a:pt x="121" y="122"/>
                  <a:pt x="121" y="131"/>
                  <a:pt x="121" y="140"/>
                </a:cubicBezTo>
                <a:cubicBezTo>
                  <a:pt x="121" y="142"/>
                  <a:pt x="120" y="144"/>
                  <a:pt x="119" y="146"/>
                </a:cubicBezTo>
                <a:cubicBezTo>
                  <a:pt x="108" y="160"/>
                  <a:pt x="98" y="174"/>
                  <a:pt x="87" y="188"/>
                </a:cubicBezTo>
                <a:cubicBezTo>
                  <a:pt x="87" y="189"/>
                  <a:pt x="86" y="189"/>
                  <a:pt x="86" y="190"/>
                </a:cubicBezTo>
                <a:cubicBezTo>
                  <a:pt x="81" y="185"/>
                  <a:pt x="77" y="181"/>
                  <a:pt x="73" y="176"/>
                </a:cubicBezTo>
                <a:cubicBezTo>
                  <a:pt x="70" y="173"/>
                  <a:pt x="69" y="170"/>
                  <a:pt x="69" y="166"/>
                </a:cubicBezTo>
                <a:cubicBezTo>
                  <a:pt x="68" y="164"/>
                  <a:pt x="68" y="161"/>
                  <a:pt x="67" y="159"/>
                </a:cubicBezTo>
                <a:cubicBezTo>
                  <a:pt x="58" y="138"/>
                  <a:pt x="57" y="117"/>
                  <a:pt x="63" y="95"/>
                </a:cubicBezTo>
                <a:cubicBezTo>
                  <a:pt x="67" y="84"/>
                  <a:pt x="67" y="74"/>
                  <a:pt x="66" y="63"/>
                </a:cubicBezTo>
                <a:cubicBezTo>
                  <a:pt x="66" y="60"/>
                  <a:pt x="66" y="57"/>
                  <a:pt x="66" y="54"/>
                </a:cubicBezTo>
                <a:cubicBezTo>
                  <a:pt x="66" y="50"/>
                  <a:pt x="68" y="47"/>
                  <a:pt x="72" y="47"/>
                </a:cubicBezTo>
                <a:cubicBezTo>
                  <a:pt x="75" y="46"/>
                  <a:pt x="78" y="47"/>
                  <a:pt x="80" y="48"/>
                </a:cubicBezTo>
                <a:cubicBezTo>
                  <a:pt x="83" y="50"/>
                  <a:pt x="85" y="52"/>
                  <a:pt x="88" y="55"/>
                </a:cubicBezTo>
                <a:cubicBezTo>
                  <a:pt x="90" y="57"/>
                  <a:pt x="91" y="59"/>
                  <a:pt x="93" y="61"/>
                </a:cubicBezTo>
                <a:cubicBezTo>
                  <a:pt x="99" y="66"/>
                  <a:pt x="103" y="67"/>
                  <a:pt x="109" y="63"/>
                </a:cubicBezTo>
                <a:cubicBezTo>
                  <a:pt x="117" y="58"/>
                  <a:pt x="125" y="53"/>
                  <a:pt x="133" y="48"/>
                </a:cubicBezTo>
                <a:cubicBezTo>
                  <a:pt x="142" y="41"/>
                  <a:pt x="151" y="35"/>
                  <a:pt x="160" y="28"/>
                </a:cubicBezTo>
                <a:cubicBezTo>
                  <a:pt x="163" y="25"/>
                  <a:pt x="167" y="24"/>
                  <a:pt x="171" y="23"/>
                </a:cubicBezTo>
                <a:cubicBezTo>
                  <a:pt x="177" y="23"/>
                  <a:pt x="182" y="20"/>
                  <a:pt x="187" y="16"/>
                </a:cubicBezTo>
                <a:cubicBezTo>
                  <a:pt x="196" y="6"/>
                  <a:pt x="208" y="2"/>
                  <a:pt x="221" y="1"/>
                </a:cubicBezTo>
                <a:cubicBezTo>
                  <a:pt x="233" y="0"/>
                  <a:pt x="246" y="0"/>
                  <a:pt x="258" y="4"/>
                </a:cubicBezTo>
                <a:cubicBezTo>
                  <a:pt x="261" y="5"/>
                  <a:pt x="264" y="7"/>
                  <a:pt x="267" y="9"/>
                </a:cubicBezTo>
                <a:cubicBezTo>
                  <a:pt x="270" y="10"/>
                  <a:pt x="271" y="13"/>
                  <a:pt x="271" y="16"/>
                </a:cubicBezTo>
                <a:cubicBezTo>
                  <a:pt x="271" y="18"/>
                  <a:pt x="271" y="19"/>
                  <a:pt x="269" y="21"/>
                </a:cubicBezTo>
                <a:cubicBezTo>
                  <a:pt x="262" y="26"/>
                  <a:pt x="255" y="31"/>
                  <a:pt x="248" y="37"/>
                </a:cubicBezTo>
                <a:cubicBezTo>
                  <a:pt x="240" y="43"/>
                  <a:pt x="232" y="50"/>
                  <a:pt x="226" y="58"/>
                </a:cubicBezTo>
                <a:cubicBezTo>
                  <a:pt x="223" y="62"/>
                  <a:pt x="219" y="65"/>
                  <a:pt x="215" y="67"/>
                </a:cubicBezTo>
                <a:cubicBezTo>
                  <a:pt x="213" y="68"/>
                  <a:pt x="212" y="69"/>
                  <a:pt x="211" y="70"/>
                </a:cubicBezTo>
                <a:cubicBezTo>
                  <a:pt x="202" y="79"/>
                  <a:pt x="194" y="87"/>
                  <a:pt x="186" y="95"/>
                </a:cubicBezTo>
                <a:cubicBezTo>
                  <a:pt x="184" y="97"/>
                  <a:pt x="183" y="99"/>
                  <a:pt x="185" y="10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3" name="Freeform 14">
            <a:extLst xmlns:a="http://schemas.openxmlformats.org/drawingml/2006/main">
              <a:ext uri="{FF2B5EF4-FFF2-40B4-BE49-F238E27FC236}">
                <a16:creationId xmlns:a16="http://schemas.microsoft.com/office/drawing/2014/main" id="{C9AD55B8-02C5-4447-A8D5-90DCCFC99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1601" y="548337"/>
            <a:ext cx="141990" cy="90098"/>
          </a:xfrm>
          <a:custGeom xmlns:a="http://schemas.openxmlformats.org/drawingml/2006/main">
            <a:gdLst>
              <a:gd name="T0" fmla="*/ 16 w 280"/>
              <a:gd name="T1" fmla="*/ 133 h 178"/>
              <a:gd name="T2" fmla="*/ 14 w 280"/>
              <a:gd name="T3" fmla="*/ 124 h 178"/>
              <a:gd name="T4" fmla="*/ 2 w 280"/>
              <a:gd name="T5" fmla="*/ 103 h 178"/>
              <a:gd name="T6" fmla="*/ 6 w 280"/>
              <a:gd name="T7" fmla="*/ 81 h 178"/>
              <a:gd name="T8" fmla="*/ 16 w 280"/>
              <a:gd name="T9" fmla="*/ 77 h 178"/>
              <a:gd name="T10" fmla="*/ 22 w 280"/>
              <a:gd name="T11" fmla="*/ 77 h 178"/>
              <a:gd name="T12" fmla="*/ 40 w 280"/>
              <a:gd name="T13" fmla="*/ 71 h 178"/>
              <a:gd name="T14" fmla="*/ 54 w 280"/>
              <a:gd name="T15" fmla="*/ 64 h 178"/>
              <a:gd name="T16" fmla="*/ 63 w 280"/>
              <a:gd name="T17" fmla="*/ 61 h 178"/>
              <a:gd name="T18" fmla="*/ 144 w 280"/>
              <a:gd name="T19" fmla="*/ 25 h 178"/>
              <a:gd name="T20" fmla="*/ 169 w 280"/>
              <a:gd name="T21" fmla="*/ 16 h 178"/>
              <a:gd name="T22" fmla="*/ 186 w 280"/>
              <a:gd name="T23" fmla="*/ 13 h 178"/>
              <a:gd name="T24" fmla="*/ 209 w 280"/>
              <a:gd name="T25" fmla="*/ 9 h 178"/>
              <a:gd name="T26" fmla="*/ 224 w 280"/>
              <a:gd name="T27" fmla="*/ 3 h 178"/>
              <a:gd name="T28" fmla="*/ 233 w 280"/>
              <a:gd name="T29" fmla="*/ 0 h 178"/>
              <a:gd name="T30" fmla="*/ 265 w 280"/>
              <a:gd name="T31" fmla="*/ 5 h 178"/>
              <a:gd name="T32" fmla="*/ 274 w 280"/>
              <a:gd name="T33" fmla="*/ 29 h 178"/>
              <a:gd name="T34" fmla="*/ 256 w 280"/>
              <a:gd name="T35" fmla="*/ 50 h 178"/>
              <a:gd name="T36" fmla="*/ 245 w 280"/>
              <a:gd name="T37" fmla="*/ 53 h 178"/>
              <a:gd name="T38" fmla="*/ 220 w 280"/>
              <a:gd name="T39" fmla="*/ 56 h 178"/>
              <a:gd name="T40" fmla="*/ 213 w 280"/>
              <a:gd name="T41" fmla="*/ 58 h 178"/>
              <a:gd name="T42" fmla="*/ 208 w 280"/>
              <a:gd name="T43" fmla="*/ 67 h 178"/>
              <a:gd name="T44" fmla="*/ 210 w 280"/>
              <a:gd name="T45" fmla="*/ 76 h 178"/>
              <a:gd name="T46" fmla="*/ 218 w 280"/>
              <a:gd name="T47" fmla="*/ 92 h 178"/>
              <a:gd name="T48" fmla="*/ 224 w 280"/>
              <a:gd name="T49" fmla="*/ 115 h 178"/>
              <a:gd name="T50" fmla="*/ 220 w 280"/>
              <a:gd name="T51" fmla="*/ 146 h 178"/>
              <a:gd name="T52" fmla="*/ 197 w 280"/>
              <a:gd name="T53" fmla="*/ 163 h 178"/>
              <a:gd name="T54" fmla="*/ 189 w 280"/>
              <a:gd name="T55" fmla="*/ 163 h 178"/>
              <a:gd name="T56" fmla="*/ 181 w 280"/>
              <a:gd name="T57" fmla="*/ 167 h 178"/>
              <a:gd name="T58" fmla="*/ 178 w 280"/>
              <a:gd name="T59" fmla="*/ 170 h 178"/>
              <a:gd name="T60" fmla="*/ 156 w 280"/>
              <a:gd name="T61" fmla="*/ 175 h 178"/>
              <a:gd name="T62" fmla="*/ 140 w 280"/>
              <a:gd name="T63" fmla="*/ 166 h 178"/>
              <a:gd name="T64" fmla="*/ 126 w 280"/>
              <a:gd name="T65" fmla="*/ 162 h 178"/>
              <a:gd name="T66" fmla="*/ 119 w 280"/>
              <a:gd name="T67" fmla="*/ 160 h 178"/>
              <a:gd name="T68" fmla="*/ 113 w 280"/>
              <a:gd name="T69" fmla="*/ 150 h 178"/>
              <a:gd name="T70" fmla="*/ 115 w 280"/>
              <a:gd name="T71" fmla="*/ 147 h 178"/>
              <a:gd name="T72" fmla="*/ 122 w 280"/>
              <a:gd name="T73" fmla="*/ 147 h 178"/>
              <a:gd name="T74" fmla="*/ 166 w 280"/>
              <a:gd name="T75" fmla="*/ 141 h 178"/>
              <a:gd name="T76" fmla="*/ 185 w 280"/>
              <a:gd name="T77" fmla="*/ 129 h 178"/>
              <a:gd name="T78" fmla="*/ 188 w 280"/>
              <a:gd name="T79" fmla="*/ 120 h 178"/>
              <a:gd name="T80" fmla="*/ 185 w 280"/>
              <a:gd name="T81" fmla="*/ 92 h 178"/>
              <a:gd name="T82" fmla="*/ 184 w 280"/>
              <a:gd name="T83" fmla="*/ 77 h 178"/>
              <a:gd name="T84" fmla="*/ 179 w 280"/>
              <a:gd name="T85" fmla="*/ 71 h 178"/>
              <a:gd name="T86" fmla="*/ 163 w 280"/>
              <a:gd name="T87" fmla="*/ 75 h 178"/>
              <a:gd name="T88" fmla="*/ 158 w 280"/>
              <a:gd name="T89" fmla="*/ 79 h 178"/>
              <a:gd name="T90" fmla="*/ 145 w 280"/>
              <a:gd name="T91" fmla="*/ 82 h 178"/>
              <a:gd name="T92" fmla="*/ 116 w 280"/>
              <a:gd name="T93" fmla="*/ 91 h 178"/>
              <a:gd name="T94" fmla="*/ 80 w 280"/>
              <a:gd name="T95" fmla="*/ 118 h 178"/>
              <a:gd name="T96" fmla="*/ 52 w 280"/>
              <a:gd name="T97" fmla="*/ 135 h 178"/>
              <a:gd name="T98" fmla="*/ 22 w 280"/>
              <a:gd name="T99" fmla="*/ 136 h 178"/>
              <a:gd name="T100" fmla="*/ 18 w 280"/>
              <a:gd name="T101" fmla="*/ 134 h 178"/>
              <a:gd name="T102" fmla="*/ 16 w 280"/>
              <a:gd name="T103" fmla="*/ 133 h 178"/>
            </a:gdLst>
            <a:rect l="0" t="0" r="r" b="b"/>
            <a:pathLst>
              <a:path w="280" h="178">
                <a:moveTo>
                  <a:pt x="16" y="133"/>
                </a:moveTo>
                <a:cubicBezTo>
                  <a:pt x="18" y="129"/>
                  <a:pt x="16" y="127"/>
                  <a:pt x="14" y="124"/>
                </a:cubicBezTo>
                <a:cubicBezTo>
                  <a:pt x="9" y="118"/>
                  <a:pt x="5" y="111"/>
                  <a:pt x="2" y="103"/>
                </a:cubicBezTo>
                <a:cubicBezTo>
                  <a:pt x="0" y="95"/>
                  <a:pt x="1" y="88"/>
                  <a:pt x="6" y="81"/>
                </a:cubicBezTo>
                <a:cubicBezTo>
                  <a:pt x="9" y="78"/>
                  <a:pt x="12" y="76"/>
                  <a:pt x="16" y="77"/>
                </a:cubicBezTo>
                <a:cubicBezTo>
                  <a:pt x="18" y="77"/>
                  <a:pt x="20" y="76"/>
                  <a:pt x="22" y="77"/>
                </a:cubicBezTo>
                <a:cubicBezTo>
                  <a:pt x="29" y="79"/>
                  <a:pt x="36" y="76"/>
                  <a:pt x="40" y="71"/>
                </a:cubicBezTo>
                <a:cubicBezTo>
                  <a:pt x="44" y="67"/>
                  <a:pt x="49" y="65"/>
                  <a:pt x="54" y="64"/>
                </a:cubicBezTo>
                <a:cubicBezTo>
                  <a:pt x="57" y="64"/>
                  <a:pt x="60" y="62"/>
                  <a:pt x="63" y="61"/>
                </a:cubicBezTo>
                <a:cubicBezTo>
                  <a:pt x="89" y="47"/>
                  <a:pt x="116" y="35"/>
                  <a:pt x="144" y="25"/>
                </a:cubicBezTo>
                <a:cubicBezTo>
                  <a:pt x="152" y="22"/>
                  <a:pt x="161" y="19"/>
                  <a:pt x="169" y="16"/>
                </a:cubicBezTo>
                <a:cubicBezTo>
                  <a:pt x="174" y="14"/>
                  <a:pt x="180" y="14"/>
                  <a:pt x="186" y="13"/>
                </a:cubicBezTo>
                <a:cubicBezTo>
                  <a:pt x="194" y="12"/>
                  <a:pt x="201" y="11"/>
                  <a:pt x="209" y="9"/>
                </a:cubicBezTo>
                <a:cubicBezTo>
                  <a:pt x="214" y="8"/>
                  <a:pt x="219" y="5"/>
                  <a:pt x="224" y="3"/>
                </a:cubicBezTo>
                <a:cubicBezTo>
                  <a:pt x="227" y="1"/>
                  <a:pt x="230" y="0"/>
                  <a:pt x="233" y="0"/>
                </a:cubicBezTo>
                <a:cubicBezTo>
                  <a:pt x="244" y="0"/>
                  <a:pt x="255" y="1"/>
                  <a:pt x="265" y="5"/>
                </a:cubicBezTo>
                <a:cubicBezTo>
                  <a:pt x="276" y="9"/>
                  <a:pt x="280" y="19"/>
                  <a:pt x="274" y="29"/>
                </a:cubicBezTo>
                <a:cubicBezTo>
                  <a:pt x="270" y="38"/>
                  <a:pt x="263" y="45"/>
                  <a:pt x="256" y="50"/>
                </a:cubicBezTo>
                <a:cubicBezTo>
                  <a:pt x="252" y="53"/>
                  <a:pt x="249" y="53"/>
                  <a:pt x="245" y="53"/>
                </a:cubicBezTo>
                <a:cubicBezTo>
                  <a:pt x="236" y="54"/>
                  <a:pt x="228" y="55"/>
                  <a:pt x="220" y="56"/>
                </a:cubicBezTo>
                <a:cubicBezTo>
                  <a:pt x="218" y="57"/>
                  <a:pt x="215" y="57"/>
                  <a:pt x="213" y="58"/>
                </a:cubicBezTo>
                <a:cubicBezTo>
                  <a:pt x="209" y="60"/>
                  <a:pt x="208" y="63"/>
                  <a:pt x="208" y="67"/>
                </a:cubicBezTo>
                <a:cubicBezTo>
                  <a:pt x="208" y="70"/>
                  <a:pt x="209" y="73"/>
                  <a:pt x="210" y="76"/>
                </a:cubicBezTo>
                <a:cubicBezTo>
                  <a:pt x="213" y="82"/>
                  <a:pt x="215" y="87"/>
                  <a:pt x="218" y="92"/>
                </a:cubicBezTo>
                <a:cubicBezTo>
                  <a:pt x="221" y="100"/>
                  <a:pt x="224" y="107"/>
                  <a:pt x="224" y="115"/>
                </a:cubicBezTo>
                <a:cubicBezTo>
                  <a:pt x="224" y="126"/>
                  <a:pt x="223" y="136"/>
                  <a:pt x="220" y="146"/>
                </a:cubicBezTo>
                <a:cubicBezTo>
                  <a:pt x="216" y="157"/>
                  <a:pt x="209" y="162"/>
                  <a:pt x="197" y="163"/>
                </a:cubicBezTo>
                <a:cubicBezTo>
                  <a:pt x="194" y="163"/>
                  <a:pt x="192" y="163"/>
                  <a:pt x="189" y="163"/>
                </a:cubicBezTo>
                <a:cubicBezTo>
                  <a:pt x="186" y="163"/>
                  <a:pt x="183" y="163"/>
                  <a:pt x="181" y="167"/>
                </a:cubicBezTo>
                <a:cubicBezTo>
                  <a:pt x="180" y="168"/>
                  <a:pt x="179" y="169"/>
                  <a:pt x="178" y="170"/>
                </a:cubicBezTo>
                <a:cubicBezTo>
                  <a:pt x="171" y="176"/>
                  <a:pt x="164" y="178"/>
                  <a:pt x="156" y="175"/>
                </a:cubicBezTo>
                <a:cubicBezTo>
                  <a:pt x="151" y="172"/>
                  <a:pt x="145" y="169"/>
                  <a:pt x="140" y="166"/>
                </a:cubicBezTo>
                <a:cubicBezTo>
                  <a:pt x="136" y="163"/>
                  <a:pt x="132" y="162"/>
                  <a:pt x="126" y="162"/>
                </a:cubicBezTo>
                <a:cubicBezTo>
                  <a:pt x="124" y="162"/>
                  <a:pt x="121" y="163"/>
                  <a:pt x="119" y="160"/>
                </a:cubicBezTo>
                <a:cubicBezTo>
                  <a:pt x="116" y="157"/>
                  <a:pt x="114" y="154"/>
                  <a:pt x="113" y="150"/>
                </a:cubicBezTo>
                <a:cubicBezTo>
                  <a:pt x="112" y="148"/>
                  <a:pt x="113" y="147"/>
                  <a:pt x="115" y="147"/>
                </a:cubicBezTo>
                <a:cubicBezTo>
                  <a:pt x="117" y="147"/>
                  <a:pt x="120" y="147"/>
                  <a:pt x="122" y="147"/>
                </a:cubicBezTo>
                <a:cubicBezTo>
                  <a:pt x="137" y="148"/>
                  <a:pt x="152" y="146"/>
                  <a:pt x="166" y="141"/>
                </a:cubicBezTo>
                <a:cubicBezTo>
                  <a:pt x="173" y="138"/>
                  <a:pt x="179" y="134"/>
                  <a:pt x="185" y="129"/>
                </a:cubicBezTo>
                <a:cubicBezTo>
                  <a:pt x="188" y="126"/>
                  <a:pt x="189" y="123"/>
                  <a:pt x="188" y="120"/>
                </a:cubicBezTo>
                <a:cubicBezTo>
                  <a:pt x="187" y="111"/>
                  <a:pt x="186" y="102"/>
                  <a:pt x="185" y="92"/>
                </a:cubicBezTo>
                <a:cubicBezTo>
                  <a:pt x="184" y="87"/>
                  <a:pt x="184" y="82"/>
                  <a:pt x="184" y="77"/>
                </a:cubicBezTo>
                <a:cubicBezTo>
                  <a:pt x="184" y="73"/>
                  <a:pt x="183" y="71"/>
                  <a:pt x="179" y="71"/>
                </a:cubicBezTo>
                <a:cubicBezTo>
                  <a:pt x="173" y="70"/>
                  <a:pt x="168" y="70"/>
                  <a:pt x="163" y="75"/>
                </a:cubicBezTo>
                <a:cubicBezTo>
                  <a:pt x="162" y="76"/>
                  <a:pt x="160" y="77"/>
                  <a:pt x="158" y="79"/>
                </a:cubicBezTo>
                <a:cubicBezTo>
                  <a:pt x="154" y="81"/>
                  <a:pt x="150" y="83"/>
                  <a:pt x="145" y="82"/>
                </a:cubicBezTo>
                <a:cubicBezTo>
                  <a:pt x="134" y="82"/>
                  <a:pt x="124" y="85"/>
                  <a:pt x="116" y="91"/>
                </a:cubicBezTo>
                <a:cubicBezTo>
                  <a:pt x="104" y="100"/>
                  <a:pt x="92" y="109"/>
                  <a:pt x="80" y="118"/>
                </a:cubicBezTo>
                <a:cubicBezTo>
                  <a:pt x="71" y="124"/>
                  <a:pt x="62" y="131"/>
                  <a:pt x="52" y="135"/>
                </a:cubicBezTo>
                <a:cubicBezTo>
                  <a:pt x="42" y="139"/>
                  <a:pt x="32" y="140"/>
                  <a:pt x="22" y="136"/>
                </a:cubicBezTo>
                <a:cubicBezTo>
                  <a:pt x="20" y="136"/>
                  <a:pt x="19" y="135"/>
                  <a:pt x="18" y="134"/>
                </a:cubicBezTo>
                <a:cubicBezTo>
                  <a:pt x="17" y="134"/>
                  <a:pt x="17" y="134"/>
                  <a:pt x="16" y="133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4" name="Freeform 15">
            <a:extLst xmlns:a="http://schemas.openxmlformats.org/drawingml/2006/main">
              <a:ext uri="{FF2B5EF4-FFF2-40B4-BE49-F238E27FC236}">
                <a16:creationId xmlns:a16="http://schemas.microsoft.com/office/drawing/2014/main" id="{C537E666-61A3-41F3-B7D8-BE3AF85EF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703" y="432578"/>
            <a:ext cx="107776" cy="57594"/>
          </a:xfrm>
          <a:custGeom xmlns:a="http://schemas.openxmlformats.org/drawingml/2006/main">
            <a:gdLst>
              <a:gd name="T0" fmla="*/ 197 w 212"/>
              <a:gd name="T1" fmla="*/ 0 h 114"/>
              <a:gd name="T2" fmla="*/ 205 w 212"/>
              <a:gd name="T3" fmla="*/ 0 h 114"/>
              <a:gd name="T4" fmla="*/ 211 w 212"/>
              <a:gd name="T5" fmla="*/ 9 h 114"/>
              <a:gd name="T6" fmla="*/ 191 w 212"/>
              <a:gd name="T7" fmla="*/ 29 h 114"/>
              <a:gd name="T8" fmla="*/ 187 w 212"/>
              <a:gd name="T9" fmla="*/ 29 h 114"/>
              <a:gd name="T10" fmla="*/ 174 w 212"/>
              <a:gd name="T11" fmla="*/ 33 h 114"/>
              <a:gd name="T12" fmla="*/ 132 w 212"/>
              <a:gd name="T13" fmla="*/ 67 h 114"/>
              <a:gd name="T14" fmla="*/ 109 w 212"/>
              <a:gd name="T15" fmla="*/ 91 h 114"/>
              <a:gd name="T16" fmla="*/ 71 w 212"/>
              <a:gd name="T17" fmla="*/ 112 h 114"/>
              <a:gd name="T18" fmla="*/ 40 w 212"/>
              <a:gd name="T19" fmla="*/ 108 h 114"/>
              <a:gd name="T20" fmla="*/ 9 w 212"/>
              <a:gd name="T21" fmla="*/ 90 h 114"/>
              <a:gd name="T22" fmla="*/ 8 w 212"/>
              <a:gd name="T23" fmla="*/ 89 h 114"/>
              <a:gd name="T24" fmla="*/ 11 w 212"/>
              <a:gd name="T25" fmla="*/ 64 h 114"/>
              <a:gd name="T26" fmla="*/ 15 w 212"/>
              <a:gd name="T27" fmla="*/ 62 h 114"/>
              <a:gd name="T28" fmla="*/ 114 w 212"/>
              <a:gd name="T29" fmla="*/ 23 h 114"/>
              <a:gd name="T30" fmla="*/ 130 w 212"/>
              <a:gd name="T31" fmla="*/ 18 h 114"/>
              <a:gd name="T32" fmla="*/ 164 w 212"/>
              <a:gd name="T33" fmla="*/ 7 h 114"/>
              <a:gd name="T34" fmla="*/ 197 w 212"/>
              <a:gd name="T35" fmla="*/ 0 h 114"/>
            </a:gdLst>
            <a:rect l="0" t="0" r="r" b="b"/>
            <a:pathLst>
              <a:path w="212" h="114">
                <a:moveTo>
                  <a:pt x="197" y="0"/>
                </a:moveTo>
                <a:cubicBezTo>
                  <a:pt x="199" y="0"/>
                  <a:pt x="202" y="0"/>
                  <a:pt x="205" y="0"/>
                </a:cubicBezTo>
                <a:cubicBezTo>
                  <a:pt x="209" y="1"/>
                  <a:pt x="212" y="5"/>
                  <a:pt x="211" y="9"/>
                </a:cubicBezTo>
                <a:cubicBezTo>
                  <a:pt x="207" y="18"/>
                  <a:pt x="200" y="25"/>
                  <a:pt x="191" y="29"/>
                </a:cubicBezTo>
                <a:cubicBezTo>
                  <a:pt x="189" y="29"/>
                  <a:pt x="188" y="29"/>
                  <a:pt x="187" y="29"/>
                </a:cubicBezTo>
                <a:cubicBezTo>
                  <a:pt x="182" y="28"/>
                  <a:pt x="178" y="30"/>
                  <a:pt x="174" y="33"/>
                </a:cubicBezTo>
                <a:cubicBezTo>
                  <a:pt x="158" y="43"/>
                  <a:pt x="144" y="54"/>
                  <a:pt x="132" y="67"/>
                </a:cubicBezTo>
                <a:cubicBezTo>
                  <a:pt x="124" y="75"/>
                  <a:pt x="116" y="83"/>
                  <a:pt x="109" y="91"/>
                </a:cubicBezTo>
                <a:cubicBezTo>
                  <a:pt x="99" y="102"/>
                  <a:pt x="86" y="110"/>
                  <a:pt x="71" y="112"/>
                </a:cubicBezTo>
                <a:cubicBezTo>
                  <a:pt x="61" y="114"/>
                  <a:pt x="50" y="112"/>
                  <a:pt x="40" y="108"/>
                </a:cubicBezTo>
                <a:cubicBezTo>
                  <a:pt x="29" y="104"/>
                  <a:pt x="19" y="98"/>
                  <a:pt x="9" y="90"/>
                </a:cubicBezTo>
                <a:cubicBezTo>
                  <a:pt x="9" y="90"/>
                  <a:pt x="9" y="89"/>
                  <a:pt x="8" y="89"/>
                </a:cubicBezTo>
                <a:cubicBezTo>
                  <a:pt x="0" y="81"/>
                  <a:pt x="2" y="70"/>
                  <a:pt x="11" y="64"/>
                </a:cubicBezTo>
                <a:cubicBezTo>
                  <a:pt x="12" y="63"/>
                  <a:pt x="14" y="63"/>
                  <a:pt x="15" y="62"/>
                </a:cubicBezTo>
                <a:cubicBezTo>
                  <a:pt x="48" y="49"/>
                  <a:pt x="81" y="36"/>
                  <a:pt x="114" y="23"/>
                </a:cubicBezTo>
                <a:cubicBezTo>
                  <a:pt x="119" y="21"/>
                  <a:pt x="125" y="19"/>
                  <a:pt x="130" y="18"/>
                </a:cubicBezTo>
                <a:cubicBezTo>
                  <a:pt x="142" y="15"/>
                  <a:pt x="153" y="12"/>
                  <a:pt x="164" y="7"/>
                </a:cubicBezTo>
                <a:cubicBezTo>
                  <a:pt x="175" y="2"/>
                  <a:pt x="186" y="0"/>
                  <a:pt x="197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5" name="Freeform 16">
            <a:extLst xmlns:a="http://schemas.openxmlformats.org/drawingml/2006/main">
              <a:ext uri="{FF2B5EF4-FFF2-40B4-BE49-F238E27FC236}">
                <a16:creationId xmlns:a16="http://schemas.microsoft.com/office/drawing/2014/main" id="{0C224302-3239-429E-9025-6D0D90EE3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5059" y="361297"/>
            <a:ext cx="57594" cy="63867"/>
          </a:xfrm>
          <a:custGeom xmlns:a="http://schemas.openxmlformats.org/drawingml/2006/main">
            <a:gdLst>
              <a:gd name="T0" fmla="*/ 114 w 114"/>
              <a:gd name="T1" fmla="*/ 70 h 126"/>
              <a:gd name="T2" fmla="*/ 101 w 114"/>
              <a:gd name="T3" fmla="*/ 91 h 126"/>
              <a:gd name="T4" fmla="*/ 78 w 114"/>
              <a:gd name="T5" fmla="*/ 97 h 126"/>
              <a:gd name="T6" fmla="*/ 58 w 114"/>
              <a:gd name="T7" fmla="*/ 106 h 126"/>
              <a:gd name="T8" fmla="*/ 40 w 114"/>
              <a:gd name="T9" fmla="*/ 121 h 126"/>
              <a:gd name="T10" fmla="*/ 31 w 114"/>
              <a:gd name="T11" fmla="*/ 125 h 126"/>
              <a:gd name="T12" fmla="*/ 23 w 114"/>
              <a:gd name="T13" fmla="*/ 122 h 126"/>
              <a:gd name="T14" fmla="*/ 23 w 114"/>
              <a:gd name="T15" fmla="*/ 112 h 126"/>
              <a:gd name="T16" fmla="*/ 26 w 114"/>
              <a:gd name="T17" fmla="*/ 68 h 126"/>
              <a:gd name="T18" fmla="*/ 16 w 114"/>
              <a:gd name="T19" fmla="*/ 50 h 126"/>
              <a:gd name="T20" fmla="*/ 11 w 114"/>
              <a:gd name="T21" fmla="*/ 39 h 126"/>
              <a:gd name="T22" fmla="*/ 3 w 114"/>
              <a:gd name="T23" fmla="*/ 21 h 126"/>
              <a:gd name="T24" fmla="*/ 3 w 114"/>
              <a:gd name="T25" fmla="*/ 6 h 126"/>
              <a:gd name="T26" fmla="*/ 12 w 114"/>
              <a:gd name="T27" fmla="*/ 0 h 126"/>
              <a:gd name="T28" fmla="*/ 18 w 114"/>
              <a:gd name="T29" fmla="*/ 1 h 126"/>
              <a:gd name="T30" fmla="*/ 50 w 114"/>
              <a:gd name="T31" fmla="*/ 12 h 126"/>
              <a:gd name="T32" fmla="*/ 86 w 114"/>
              <a:gd name="T33" fmla="*/ 31 h 126"/>
              <a:gd name="T34" fmla="*/ 106 w 114"/>
              <a:gd name="T35" fmla="*/ 48 h 126"/>
              <a:gd name="T36" fmla="*/ 114 w 114"/>
              <a:gd name="T37" fmla="*/ 70 h 126"/>
            </a:gdLst>
            <a:rect l="0" t="0" r="r" b="b"/>
            <a:pathLst>
              <a:path w="114" h="126">
                <a:moveTo>
                  <a:pt x="114" y="70"/>
                </a:moveTo>
                <a:cubicBezTo>
                  <a:pt x="114" y="79"/>
                  <a:pt x="109" y="86"/>
                  <a:pt x="101" y="91"/>
                </a:cubicBezTo>
                <a:cubicBezTo>
                  <a:pt x="94" y="95"/>
                  <a:pt x="86" y="97"/>
                  <a:pt x="78" y="97"/>
                </a:cubicBezTo>
                <a:cubicBezTo>
                  <a:pt x="64" y="97"/>
                  <a:pt x="66" y="98"/>
                  <a:pt x="58" y="106"/>
                </a:cubicBezTo>
                <a:cubicBezTo>
                  <a:pt x="52" y="111"/>
                  <a:pt x="46" y="116"/>
                  <a:pt x="40" y="121"/>
                </a:cubicBezTo>
                <a:cubicBezTo>
                  <a:pt x="38" y="123"/>
                  <a:pt x="35" y="124"/>
                  <a:pt x="31" y="125"/>
                </a:cubicBezTo>
                <a:cubicBezTo>
                  <a:pt x="28" y="126"/>
                  <a:pt x="25" y="125"/>
                  <a:pt x="23" y="122"/>
                </a:cubicBezTo>
                <a:cubicBezTo>
                  <a:pt x="22" y="118"/>
                  <a:pt x="21" y="115"/>
                  <a:pt x="23" y="112"/>
                </a:cubicBezTo>
                <a:cubicBezTo>
                  <a:pt x="33" y="98"/>
                  <a:pt x="33" y="83"/>
                  <a:pt x="26" y="68"/>
                </a:cubicBezTo>
                <a:cubicBezTo>
                  <a:pt x="23" y="61"/>
                  <a:pt x="19" y="56"/>
                  <a:pt x="16" y="50"/>
                </a:cubicBezTo>
                <a:cubicBezTo>
                  <a:pt x="14" y="46"/>
                  <a:pt x="12" y="43"/>
                  <a:pt x="11" y="39"/>
                </a:cubicBezTo>
                <a:cubicBezTo>
                  <a:pt x="9" y="33"/>
                  <a:pt x="7" y="27"/>
                  <a:pt x="3" y="21"/>
                </a:cubicBezTo>
                <a:cubicBezTo>
                  <a:pt x="0" y="17"/>
                  <a:pt x="0" y="12"/>
                  <a:pt x="3" y="6"/>
                </a:cubicBezTo>
                <a:cubicBezTo>
                  <a:pt x="5" y="2"/>
                  <a:pt x="8" y="0"/>
                  <a:pt x="12" y="0"/>
                </a:cubicBezTo>
                <a:cubicBezTo>
                  <a:pt x="14" y="0"/>
                  <a:pt x="16" y="1"/>
                  <a:pt x="18" y="1"/>
                </a:cubicBezTo>
                <a:cubicBezTo>
                  <a:pt x="29" y="3"/>
                  <a:pt x="40" y="7"/>
                  <a:pt x="50" y="12"/>
                </a:cubicBezTo>
                <a:cubicBezTo>
                  <a:pt x="62" y="19"/>
                  <a:pt x="74" y="25"/>
                  <a:pt x="86" y="31"/>
                </a:cubicBezTo>
                <a:cubicBezTo>
                  <a:pt x="94" y="36"/>
                  <a:pt x="101" y="41"/>
                  <a:pt x="106" y="48"/>
                </a:cubicBezTo>
                <a:cubicBezTo>
                  <a:pt x="111" y="54"/>
                  <a:pt x="114" y="61"/>
                  <a:pt x="114" y="7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6" name="Freeform 24">
            <a:extLst xmlns:a="http://schemas.openxmlformats.org/drawingml/2006/main">
              <a:ext uri="{FF2B5EF4-FFF2-40B4-BE49-F238E27FC236}">
                <a16:creationId xmlns:a16="http://schemas.microsoft.com/office/drawing/2014/main" id="{31331ECD-3297-4889-8AA2-8A4A45C13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4717" y="420032"/>
            <a:ext cx="56454" cy="76412"/>
          </a:xfrm>
          <a:custGeom xmlns:a="http://schemas.openxmlformats.org/drawingml/2006/main">
            <a:gdLst>
              <a:gd name="T0" fmla="*/ 111 w 111"/>
              <a:gd name="T1" fmla="*/ 118 h 150"/>
              <a:gd name="T2" fmla="*/ 108 w 111"/>
              <a:gd name="T3" fmla="*/ 125 h 150"/>
              <a:gd name="T4" fmla="*/ 94 w 111"/>
              <a:gd name="T5" fmla="*/ 142 h 150"/>
              <a:gd name="T6" fmla="*/ 80 w 111"/>
              <a:gd name="T7" fmla="*/ 149 h 150"/>
              <a:gd name="T8" fmla="*/ 72 w 111"/>
              <a:gd name="T9" fmla="*/ 144 h 150"/>
              <a:gd name="T10" fmla="*/ 66 w 111"/>
              <a:gd name="T11" fmla="*/ 117 h 150"/>
              <a:gd name="T12" fmla="*/ 59 w 111"/>
              <a:gd name="T13" fmla="*/ 90 h 150"/>
              <a:gd name="T14" fmla="*/ 50 w 111"/>
              <a:gd name="T15" fmla="*/ 75 h 150"/>
              <a:gd name="T16" fmla="*/ 19 w 111"/>
              <a:gd name="T17" fmla="*/ 40 h 150"/>
              <a:gd name="T18" fmla="*/ 6 w 111"/>
              <a:gd name="T19" fmla="*/ 27 h 150"/>
              <a:gd name="T20" fmla="*/ 0 w 111"/>
              <a:gd name="T21" fmla="*/ 10 h 150"/>
              <a:gd name="T22" fmla="*/ 0 w 111"/>
              <a:gd name="T23" fmla="*/ 8 h 150"/>
              <a:gd name="T24" fmla="*/ 9 w 111"/>
              <a:gd name="T25" fmla="*/ 2 h 150"/>
              <a:gd name="T26" fmla="*/ 18 w 111"/>
              <a:gd name="T27" fmla="*/ 7 h 150"/>
              <a:gd name="T28" fmla="*/ 27 w 111"/>
              <a:gd name="T29" fmla="*/ 15 h 150"/>
              <a:gd name="T30" fmla="*/ 44 w 111"/>
              <a:gd name="T31" fmla="*/ 26 h 150"/>
              <a:gd name="T32" fmla="*/ 85 w 111"/>
              <a:gd name="T33" fmla="*/ 57 h 150"/>
              <a:gd name="T34" fmla="*/ 110 w 111"/>
              <a:gd name="T35" fmla="*/ 114 h 150"/>
              <a:gd name="T36" fmla="*/ 110 w 111"/>
              <a:gd name="T37" fmla="*/ 117 h 150"/>
              <a:gd name="T38" fmla="*/ 111 w 111"/>
              <a:gd name="T39" fmla="*/ 118 h 150"/>
            </a:gdLst>
            <a:rect l="0" t="0" r="r" b="b"/>
            <a:pathLst>
              <a:path w="111" h="150">
                <a:moveTo>
                  <a:pt x="111" y="118"/>
                </a:moveTo>
                <a:cubicBezTo>
                  <a:pt x="110" y="120"/>
                  <a:pt x="109" y="123"/>
                  <a:pt x="108" y="125"/>
                </a:cubicBezTo>
                <a:cubicBezTo>
                  <a:pt x="103" y="131"/>
                  <a:pt x="99" y="136"/>
                  <a:pt x="94" y="142"/>
                </a:cubicBezTo>
                <a:cubicBezTo>
                  <a:pt x="90" y="146"/>
                  <a:pt x="86" y="148"/>
                  <a:pt x="80" y="149"/>
                </a:cubicBezTo>
                <a:cubicBezTo>
                  <a:pt x="75" y="150"/>
                  <a:pt x="73" y="149"/>
                  <a:pt x="72" y="144"/>
                </a:cubicBezTo>
                <a:cubicBezTo>
                  <a:pt x="70" y="135"/>
                  <a:pt x="68" y="126"/>
                  <a:pt x="66" y="117"/>
                </a:cubicBezTo>
                <a:cubicBezTo>
                  <a:pt x="64" y="108"/>
                  <a:pt x="63" y="99"/>
                  <a:pt x="59" y="90"/>
                </a:cubicBezTo>
                <a:cubicBezTo>
                  <a:pt x="57" y="85"/>
                  <a:pt x="54" y="80"/>
                  <a:pt x="50" y="75"/>
                </a:cubicBezTo>
                <a:cubicBezTo>
                  <a:pt x="40" y="63"/>
                  <a:pt x="29" y="51"/>
                  <a:pt x="19" y="40"/>
                </a:cubicBezTo>
                <a:cubicBezTo>
                  <a:pt x="15" y="35"/>
                  <a:pt x="11" y="31"/>
                  <a:pt x="6" y="27"/>
                </a:cubicBezTo>
                <a:cubicBezTo>
                  <a:pt x="1" y="22"/>
                  <a:pt x="0" y="17"/>
                  <a:pt x="0" y="10"/>
                </a:cubicBezTo>
                <a:cubicBezTo>
                  <a:pt x="0" y="9"/>
                  <a:pt x="0" y="9"/>
                  <a:pt x="0" y="8"/>
                </a:cubicBezTo>
                <a:cubicBezTo>
                  <a:pt x="2" y="1"/>
                  <a:pt x="3" y="0"/>
                  <a:pt x="9" y="2"/>
                </a:cubicBezTo>
                <a:cubicBezTo>
                  <a:pt x="12" y="4"/>
                  <a:pt x="15" y="5"/>
                  <a:pt x="18" y="7"/>
                </a:cubicBezTo>
                <a:cubicBezTo>
                  <a:pt x="21" y="10"/>
                  <a:pt x="24" y="12"/>
                  <a:pt x="27" y="15"/>
                </a:cubicBezTo>
                <a:cubicBezTo>
                  <a:pt x="32" y="20"/>
                  <a:pt x="38" y="24"/>
                  <a:pt x="44" y="26"/>
                </a:cubicBezTo>
                <a:cubicBezTo>
                  <a:pt x="61" y="33"/>
                  <a:pt x="74" y="43"/>
                  <a:pt x="85" y="57"/>
                </a:cubicBezTo>
                <a:cubicBezTo>
                  <a:pt x="98" y="73"/>
                  <a:pt x="107" y="92"/>
                  <a:pt x="110" y="114"/>
                </a:cubicBezTo>
                <a:cubicBezTo>
                  <a:pt x="110" y="115"/>
                  <a:pt x="110" y="116"/>
                  <a:pt x="110" y="117"/>
                </a:cubicBezTo>
                <a:cubicBezTo>
                  <a:pt x="110" y="117"/>
                  <a:pt x="110" y="118"/>
                  <a:pt x="111" y="1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7" name="Freeform 26">
            <a:extLst xmlns:a="http://schemas.openxmlformats.org/drawingml/2006/main">
              <a:ext uri="{FF2B5EF4-FFF2-40B4-BE49-F238E27FC236}">
                <a16:creationId xmlns:a16="http://schemas.microsoft.com/office/drawing/2014/main" id="{E01E892C-1080-46D0-B1F5-182AC52C6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4100" y="564304"/>
            <a:ext cx="41057" cy="50181"/>
          </a:xfrm>
          <a:custGeom xmlns:a="http://schemas.openxmlformats.org/drawingml/2006/main">
            <a:gdLst>
              <a:gd name="T0" fmla="*/ 0 w 81"/>
              <a:gd name="T1" fmla="*/ 18 h 99"/>
              <a:gd name="T2" fmla="*/ 1 w 81"/>
              <a:gd name="T3" fmla="*/ 9 h 99"/>
              <a:gd name="T4" fmla="*/ 11 w 81"/>
              <a:gd name="T5" fmla="*/ 1 h 99"/>
              <a:gd name="T6" fmla="*/ 50 w 81"/>
              <a:gd name="T7" fmla="*/ 12 h 99"/>
              <a:gd name="T8" fmla="*/ 78 w 81"/>
              <a:gd name="T9" fmla="*/ 44 h 99"/>
              <a:gd name="T10" fmla="*/ 80 w 81"/>
              <a:gd name="T11" fmla="*/ 51 h 99"/>
              <a:gd name="T12" fmla="*/ 77 w 81"/>
              <a:gd name="T13" fmla="*/ 79 h 99"/>
              <a:gd name="T14" fmla="*/ 43 w 81"/>
              <a:gd name="T15" fmla="*/ 92 h 99"/>
              <a:gd name="T16" fmla="*/ 30 w 81"/>
              <a:gd name="T17" fmla="*/ 81 h 99"/>
              <a:gd name="T18" fmla="*/ 12 w 81"/>
              <a:gd name="T19" fmla="*/ 60 h 99"/>
              <a:gd name="T20" fmla="*/ 1 w 81"/>
              <a:gd name="T21" fmla="*/ 24 h 99"/>
              <a:gd name="T22" fmla="*/ 1 w 81"/>
              <a:gd name="T23" fmla="*/ 18 h 99"/>
              <a:gd name="T24" fmla="*/ 0 w 81"/>
              <a:gd name="T25" fmla="*/ 18 h 99"/>
            </a:gdLst>
            <a:rect l="0" t="0" r="r" b="b"/>
            <a:pathLst>
              <a:path w="81" h="99">
                <a:moveTo>
                  <a:pt x="0" y="18"/>
                </a:moveTo>
                <a:cubicBezTo>
                  <a:pt x="1" y="15"/>
                  <a:pt x="1" y="12"/>
                  <a:pt x="1" y="9"/>
                </a:cubicBezTo>
                <a:cubicBezTo>
                  <a:pt x="2" y="4"/>
                  <a:pt x="5" y="1"/>
                  <a:pt x="11" y="1"/>
                </a:cubicBezTo>
                <a:cubicBezTo>
                  <a:pt x="25" y="0"/>
                  <a:pt x="39" y="2"/>
                  <a:pt x="50" y="12"/>
                </a:cubicBezTo>
                <a:cubicBezTo>
                  <a:pt x="62" y="21"/>
                  <a:pt x="70" y="32"/>
                  <a:pt x="78" y="44"/>
                </a:cubicBezTo>
                <a:cubicBezTo>
                  <a:pt x="79" y="46"/>
                  <a:pt x="80" y="49"/>
                  <a:pt x="80" y="51"/>
                </a:cubicBezTo>
                <a:cubicBezTo>
                  <a:pt x="81" y="61"/>
                  <a:pt x="80" y="70"/>
                  <a:pt x="77" y="79"/>
                </a:cubicBezTo>
                <a:cubicBezTo>
                  <a:pt x="74" y="89"/>
                  <a:pt x="57" y="99"/>
                  <a:pt x="43" y="92"/>
                </a:cubicBezTo>
                <a:cubicBezTo>
                  <a:pt x="38" y="89"/>
                  <a:pt x="33" y="86"/>
                  <a:pt x="30" y="81"/>
                </a:cubicBezTo>
                <a:cubicBezTo>
                  <a:pt x="24" y="74"/>
                  <a:pt x="18" y="67"/>
                  <a:pt x="12" y="60"/>
                </a:cubicBezTo>
                <a:cubicBezTo>
                  <a:pt x="4" y="49"/>
                  <a:pt x="2" y="37"/>
                  <a:pt x="1" y="24"/>
                </a:cubicBezTo>
                <a:cubicBezTo>
                  <a:pt x="1" y="22"/>
                  <a:pt x="1" y="20"/>
                  <a:pt x="1" y="18"/>
                </a:cubicBezTo>
                <a:cubicBezTo>
                  <a:pt x="1" y="18"/>
                  <a:pt x="1" y="18"/>
                  <a:pt x="0" y="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E7B2A101-BFEC-4B38-808D-06F337BE0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7552" y="552329"/>
            <a:ext cx="43908" cy="50751"/>
          </a:xfrm>
          <a:custGeom xmlns:a="http://schemas.openxmlformats.org/drawingml/2006/main">
            <a:gdLst>
              <a:gd name="T0" fmla="*/ 38 w 87"/>
              <a:gd name="T1" fmla="*/ 100 h 100"/>
              <a:gd name="T2" fmla="*/ 27 w 87"/>
              <a:gd name="T3" fmla="*/ 98 h 100"/>
              <a:gd name="T4" fmla="*/ 22 w 87"/>
              <a:gd name="T5" fmla="*/ 91 h 100"/>
              <a:gd name="T6" fmla="*/ 17 w 87"/>
              <a:gd name="T7" fmla="*/ 65 h 100"/>
              <a:gd name="T8" fmla="*/ 1 w 87"/>
              <a:gd name="T9" fmla="*/ 16 h 100"/>
              <a:gd name="T10" fmla="*/ 0 w 87"/>
              <a:gd name="T11" fmla="*/ 4 h 100"/>
              <a:gd name="T12" fmla="*/ 4 w 87"/>
              <a:gd name="T13" fmla="*/ 0 h 100"/>
              <a:gd name="T14" fmla="*/ 12 w 87"/>
              <a:gd name="T15" fmla="*/ 0 h 100"/>
              <a:gd name="T16" fmla="*/ 20 w 87"/>
              <a:gd name="T17" fmla="*/ 4 h 100"/>
              <a:gd name="T18" fmla="*/ 31 w 87"/>
              <a:gd name="T19" fmla="*/ 12 h 100"/>
              <a:gd name="T20" fmla="*/ 65 w 87"/>
              <a:gd name="T21" fmla="*/ 41 h 100"/>
              <a:gd name="T22" fmla="*/ 78 w 87"/>
              <a:gd name="T23" fmla="*/ 56 h 100"/>
              <a:gd name="T24" fmla="*/ 73 w 87"/>
              <a:gd name="T25" fmla="*/ 87 h 100"/>
              <a:gd name="T26" fmla="*/ 38 w 87"/>
              <a:gd name="T27" fmla="*/ 100 h 100"/>
            </a:gdLst>
            <a:rect l="0" t="0" r="r" b="b"/>
            <a:pathLst>
              <a:path w="87" h="100">
                <a:moveTo>
                  <a:pt x="38" y="100"/>
                </a:moveTo>
                <a:cubicBezTo>
                  <a:pt x="34" y="99"/>
                  <a:pt x="31" y="99"/>
                  <a:pt x="27" y="98"/>
                </a:cubicBezTo>
                <a:cubicBezTo>
                  <a:pt x="24" y="97"/>
                  <a:pt x="22" y="94"/>
                  <a:pt x="22" y="91"/>
                </a:cubicBezTo>
                <a:cubicBezTo>
                  <a:pt x="23" y="81"/>
                  <a:pt x="20" y="73"/>
                  <a:pt x="17" y="65"/>
                </a:cubicBezTo>
                <a:cubicBezTo>
                  <a:pt x="11" y="49"/>
                  <a:pt x="4" y="33"/>
                  <a:pt x="1" y="16"/>
                </a:cubicBezTo>
                <a:cubicBezTo>
                  <a:pt x="0" y="12"/>
                  <a:pt x="0" y="8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7" y="0"/>
                  <a:pt x="10" y="0"/>
                  <a:pt x="12" y="0"/>
                </a:cubicBezTo>
                <a:cubicBezTo>
                  <a:pt x="15" y="1"/>
                  <a:pt x="18" y="2"/>
                  <a:pt x="20" y="4"/>
                </a:cubicBezTo>
                <a:cubicBezTo>
                  <a:pt x="24" y="7"/>
                  <a:pt x="28" y="9"/>
                  <a:pt x="31" y="12"/>
                </a:cubicBezTo>
                <a:cubicBezTo>
                  <a:pt x="42" y="22"/>
                  <a:pt x="54" y="31"/>
                  <a:pt x="65" y="41"/>
                </a:cubicBezTo>
                <a:cubicBezTo>
                  <a:pt x="70" y="45"/>
                  <a:pt x="74" y="51"/>
                  <a:pt x="78" y="56"/>
                </a:cubicBezTo>
                <a:cubicBezTo>
                  <a:pt x="87" y="69"/>
                  <a:pt x="85" y="78"/>
                  <a:pt x="73" y="87"/>
                </a:cubicBezTo>
                <a:cubicBezTo>
                  <a:pt x="64" y="95"/>
                  <a:pt x="50" y="100"/>
                  <a:pt x="38" y="1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9" name="Freeform 36">
            <a:extLst xmlns:a="http://schemas.openxmlformats.org/drawingml/2006/main">
              <a:ext uri="{FF2B5EF4-FFF2-40B4-BE49-F238E27FC236}">
                <a16:creationId xmlns:a16="http://schemas.microsoft.com/office/drawing/2014/main" id="{202C79B8-0A9A-4BB9-B652-4C4A32E46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3006" y="481619"/>
            <a:ext cx="22809" cy="43908"/>
          </a:xfrm>
          <a:custGeom xmlns:a="http://schemas.openxmlformats.org/drawingml/2006/main">
            <a:gdLst>
              <a:gd name="T0" fmla="*/ 6 w 44"/>
              <a:gd name="T1" fmla="*/ 57 h 87"/>
              <a:gd name="T2" fmla="*/ 2 w 44"/>
              <a:gd name="T3" fmla="*/ 8 h 87"/>
              <a:gd name="T4" fmla="*/ 3 w 44"/>
              <a:gd name="T5" fmla="*/ 2 h 87"/>
              <a:gd name="T6" fmla="*/ 10 w 44"/>
              <a:gd name="T7" fmla="*/ 2 h 87"/>
              <a:gd name="T8" fmla="*/ 15 w 44"/>
              <a:gd name="T9" fmla="*/ 6 h 87"/>
              <a:gd name="T10" fmla="*/ 29 w 44"/>
              <a:gd name="T11" fmla="*/ 22 h 87"/>
              <a:gd name="T12" fmla="*/ 39 w 44"/>
              <a:gd name="T13" fmla="*/ 36 h 87"/>
              <a:gd name="T14" fmla="*/ 43 w 44"/>
              <a:gd name="T15" fmla="*/ 52 h 87"/>
              <a:gd name="T16" fmla="*/ 38 w 44"/>
              <a:gd name="T17" fmla="*/ 74 h 87"/>
              <a:gd name="T18" fmla="*/ 16 w 44"/>
              <a:gd name="T19" fmla="*/ 87 h 87"/>
              <a:gd name="T20" fmla="*/ 8 w 44"/>
              <a:gd name="T21" fmla="*/ 81 h 87"/>
              <a:gd name="T22" fmla="*/ 6 w 44"/>
              <a:gd name="T23" fmla="*/ 65 h 87"/>
              <a:gd name="T24" fmla="*/ 6 w 44"/>
              <a:gd name="T25" fmla="*/ 57 h 87"/>
            </a:gdLst>
            <a:rect l="0" t="0" r="r" b="b"/>
            <a:pathLst>
              <a:path w="44" h="87">
                <a:moveTo>
                  <a:pt x="6" y="57"/>
                </a:moveTo>
                <a:cubicBezTo>
                  <a:pt x="7" y="39"/>
                  <a:pt x="5" y="23"/>
                  <a:pt x="2" y="8"/>
                </a:cubicBezTo>
                <a:cubicBezTo>
                  <a:pt x="1" y="6"/>
                  <a:pt x="0" y="3"/>
                  <a:pt x="3" y="2"/>
                </a:cubicBezTo>
                <a:cubicBezTo>
                  <a:pt x="5" y="0"/>
                  <a:pt x="7" y="0"/>
                  <a:pt x="10" y="2"/>
                </a:cubicBezTo>
                <a:cubicBezTo>
                  <a:pt x="12" y="3"/>
                  <a:pt x="14" y="4"/>
                  <a:pt x="15" y="6"/>
                </a:cubicBezTo>
                <a:cubicBezTo>
                  <a:pt x="20" y="11"/>
                  <a:pt x="25" y="17"/>
                  <a:pt x="29" y="22"/>
                </a:cubicBezTo>
                <a:cubicBezTo>
                  <a:pt x="33" y="27"/>
                  <a:pt x="36" y="32"/>
                  <a:pt x="39" y="36"/>
                </a:cubicBezTo>
                <a:cubicBezTo>
                  <a:pt x="42" y="41"/>
                  <a:pt x="44" y="46"/>
                  <a:pt x="43" y="52"/>
                </a:cubicBezTo>
                <a:cubicBezTo>
                  <a:pt x="42" y="59"/>
                  <a:pt x="41" y="67"/>
                  <a:pt x="38" y="74"/>
                </a:cubicBezTo>
                <a:cubicBezTo>
                  <a:pt x="33" y="83"/>
                  <a:pt x="27" y="87"/>
                  <a:pt x="16" y="87"/>
                </a:cubicBezTo>
                <a:cubicBezTo>
                  <a:pt x="12" y="87"/>
                  <a:pt x="10" y="85"/>
                  <a:pt x="8" y="81"/>
                </a:cubicBezTo>
                <a:cubicBezTo>
                  <a:pt x="6" y="76"/>
                  <a:pt x="6" y="71"/>
                  <a:pt x="6" y="65"/>
                </a:cubicBezTo>
                <a:cubicBezTo>
                  <a:pt x="6" y="62"/>
                  <a:pt x="6" y="59"/>
                  <a:pt x="6" y="5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5" name="Freeform 8">
            <a:extLst xmlns:a="http://schemas.openxmlformats.org/drawingml/2006/main">
              <a:ext uri="{FF2B5EF4-FFF2-40B4-BE49-F238E27FC236}">
                <a16:creationId xmlns:a16="http://schemas.microsoft.com/office/drawing/2014/main" id="{6F5ECB7A-A2DB-4809-8C47-6DECA8306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7780" y="329883"/>
            <a:ext cx="445930" cy="444892"/>
          </a:xfrm>
          <a:custGeom xmlns:a="http://schemas.openxmlformats.org/drawingml/2006/main"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Freeform 42">
            <a:extLst xmlns:a="http://schemas.openxmlformats.org/drawingml/2006/main">
              <a:ext uri="{FF2B5EF4-FFF2-40B4-BE49-F238E27FC236}">
                <a16:creationId xmlns:a16="http://schemas.microsoft.com/office/drawing/2014/main" id="{04567606-09FC-4081-AD0A-F1AD42AD1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5990" y="387574"/>
            <a:ext cx="328990" cy="328471"/>
          </a:xfrm>
          <a:custGeom xmlns:a="http://schemas.openxmlformats.org/drawingml/2006/main"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7" name="Freeform 43">
            <a:extLst xmlns:a="http://schemas.openxmlformats.org/drawingml/2006/main">
              <a:ext uri="{FF2B5EF4-FFF2-40B4-BE49-F238E27FC236}">
                <a16:creationId xmlns:a16="http://schemas.microsoft.com/office/drawing/2014/main" id="{700C09E6-F047-4609-802C-9A5223565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836" y="420317"/>
            <a:ext cx="36381" cy="43657"/>
          </a:xfrm>
          <a:custGeom xmlns:a="http://schemas.openxmlformats.org/drawingml/2006/main"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8" name="Freeform 44">
            <a:extLst xmlns:a="http://schemas.openxmlformats.org/drawingml/2006/main">
              <a:ext uri="{FF2B5EF4-FFF2-40B4-BE49-F238E27FC236}">
                <a16:creationId xmlns:a16="http://schemas.microsoft.com/office/drawing/2014/main" id="{3103BAC7-65C2-43AB-9611-861CB87D7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451" y="502955"/>
            <a:ext cx="34822" cy="37420"/>
          </a:xfrm>
          <a:custGeom xmlns:a="http://schemas.openxmlformats.org/drawingml/2006/main"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9" name="Freeform 45">
            <a:extLst xmlns:a="http://schemas.openxmlformats.org/drawingml/2006/main">
              <a:ext uri="{FF2B5EF4-FFF2-40B4-BE49-F238E27FC236}">
                <a16:creationId xmlns:a16="http://schemas.microsoft.com/office/drawing/2014/main" id="{2DBB440B-FF56-43E1-8D42-F5386AF33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0534" y="383416"/>
            <a:ext cx="37940" cy="40539"/>
          </a:xfrm>
          <a:custGeom xmlns:a="http://schemas.openxmlformats.org/drawingml/2006/main"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0" name="Freeform 46">
            <a:extLst xmlns:a="http://schemas.openxmlformats.org/drawingml/2006/main">
              <a:ext uri="{FF2B5EF4-FFF2-40B4-BE49-F238E27FC236}">
                <a16:creationId xmlns:a16="http://schemas.microsoft.com/office/drawing/2014/main" id="{AF968347-2768-4197-BFF6-EC076EE8A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451" y="561165"/>
            <a:ext cx="32743" cy="31184"/>
          </a:xfrm>
          <a:custGeom xmlns:a="http://schemas.openxmlformats.org/drawingml/2006/main"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1" name="Freeform 47">
            <a:extLst xmlns:a="http://schemas.openxmlformats.org/drawingml/2006/main">
              <a:ext uri="{FF2B5EF4-FFF2-40B4-BE49-F238E27FC236}">
                <a16:creationId xmlns:a16="http://schemas.microsoft.com/office/drawing/2014/main" id="{66E16F7E-4A55-4407-B36A-933D13EA3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2285" y="723322"/>
            <a:ext cx="22868" cy="32743"/>
          </a:xfrm>
          <a:custGeom xmlns:a="http://schemas.openxmlformats.org/drawingml/2006/main"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2" name="Freeform 48">
            <a:extLst xmlns:a="http://schemas.openxmlformats.org/drawingml/2006/main">
              <a:ext uri="{FF2B5EF4-FFF2-40B4-BE49-F238E27FC236}">
                <a16:creationId xmlns:a16="http://schemas.microsoft.com/office/drawing/2014/main" id="{97D99285-F845-4FA1-B203-E7E81A5D5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8444" y="613138"/>
            <a:ext cx="33782" cy="29105"/>
          </a:xfrm>
          <a:custGeom xmlns:a="http://schemas.openxmlformats.org/drawingml/2006/main"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3" name="Freeform 49">
            <a:extLst xmlns:a="http://schemas.openxmlformats.org/drawingml/2006/main">
              <a:ext uri="{FF2B5EF4-FFF2-40B4-BE49-F238E27FC236}">
                <a16:creationId xmlns:a16="http://schemas.microsoft.com/office/drawing/2014/main" id="{419513C6-86D2-4D96-9F05-6F0EE4507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8194" y="415639"/>
            <a:ext cx="40019" cy="43657"/>
          </a:xfrm>
          <a:custGeom xmlns:a="http://schemas.openxmlformats.org/drawingml/2006/main"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4" name="Freeform 50">
            <a:extLst xmlns:a="http://schemas.openxmlformats.org/drawingml/2006/main">
              <a:ext uri="{FF2B5EF4-FFF2-40B4-BE49-F238E27FC236}">
                <a16:creationId xmlns:a16="http://schemas.microsoft.com/office/drawing/2014/main" id="{57566232-4903-4353-BC91-77DF40F2E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3113" y="709289"/>
            <a:ext cx="28065" cy="32223"/>
          </a:xfrm>
          <a:custGeom xmlns:a="http://schemas.openxmlformats.org/drawingml/2006/main"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5" name="Freeform 51">
            <a:extLst xmlns:a="http://schemas.openxmlformats.org/drawingml/2006/main">
              <a:ext uri="{FF2B5EF4-FFF2-40B4-BE49-F238E27FC236}">
                <a16:creationId xmlns:a16="http://schemas.microsoft.com/office/drawing/2014/main" id="{5EA92C1C-F60F-4860-A9A9-4237F9B45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6135" y="379258"/>
            <a:ext cx="37940" cy="36901"/>
          </a:xfrm>
          <a:custGeom xmlns:a="http://schemas.openxmlformats.org/drawingml/2006/main"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6" name="Freeform 52">
            <a:extLst xmlns:a="http://schemas.openxmlformats.org/drawingml/2006/main">
              <a:ext uri="{FF2B5EF4-FFF2-40B4-BE49-F238E27FC236}">
                <a16:creationId xmlns:a16="http://schemas.microsoft.com/office/drawing/2014/main" id="{52417934-5A2F-41CC-B88F-528807F5B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8397" y="345475"/>
            <a:ext cx="30144" cy="32743"/>
          </a:xfrm>
          <a:custGeom xmlns:a="http://schemas.openxmlformats.org/drawingml/2006/main"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7" name="Freeform 53">
            <a:extLst xmlns:a="http://schemas.openxmlformats.org/drawingml/2006/main">
              <a:ext uri="{FF2B5EF4-FFF2-40B4-BE49-F238E27FC236}">
                <a16:creationId xmlns:a16="http://schemas.microsoft.com/office/drawing/2014/main" id="{488BE19E-D2FD-4579-A7B6-63374356E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5298" y="723322"/>
            <a:ext cx="23387" cy="33262"/>
          </a:xfrm>
          <a:custGeom xmlns:a="http://schemas.openxmlformats.org/drawingml/2006/main"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8" name="Freeform 54">
            <a:extLst xmlns:a="http://schemas.openxmlformats.org/drawingml/2006/main">
              <a:ext uri="{FF2B5EF4-FFF2-40B4-BE49-F238E27FC236}">
                <a16:creationId xmlns:a16="http://schemas.microsoft.com/office/drawing/2014/main" id="{E7FB60A5-B6C6-4D01-91BC-268361EEB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5" y="351712"/>
            <a:ext cx="31183" cy="35341"/>
          </a:xfrm>
          <a:custGeom xmlns:a="http://schemas.openxmlformats.org/drawingml/2006/main"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9" name="Freeform 55">
            <a:extLst xmlns:a="http://schemas.openxmlformats.org/drawingml/2006/main">
              <a:ext uri="{FF2B5EF4-FFF2-40B4-BE49-F238E27FC236}">
                <a16:creationId xmlns:a16="http://schemas.microsoft.com/office/drawing/2014/main" id="{ABC1DEA1-895A-46C1-A494-F3D1EC952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303" y="471251"/>
            <a:ext cx="36381" cy="29105"/>
          </a:xfrm>
          <a:custGeom xmlns:a="http://schemas.openxmlformats.org/drawingml/2006/main"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0" name="Freeform 56">
            <a:extLst xmlns:a="http://schemas.openxmlformats.org/drawingml/2006/main">
              <a:ext uri="{FF2B5EF4-FFF2-40B4-BE49-F238E27FC236}">
                <a16:creationId xmlns:a16="http://schemas.microsoft.com/office/drawing/2014/main" id="{65648FD7-4199-4EAE-B4D2-BC6788321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823" y="607941"/>
            <a:ext cx="35861" cy="33262"/>
          </a:xfrm>
          <a:custGeom xmlns:a="http://schemas.openxmlformats.org/drawingml/2006/main"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1" name="Freeform 57">
            <a:extLst xmlns:a="http://schemas.openxmlformats.org/drawingml/2006/main">
              <a:ext uri="{FF2B5EF4-FFF2-40B4-BE49-F238E27FC236}">
                <a16:creationId xmlns:a16="http://schemas.microsoft.com/office/drawing/2014/main" id="{F1C9B186-17C5-486A-971D-37068D547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816" y="556487"/>
            <a:ext cx="31703" cy="28065"/>
          </a:xfrm>
          <a:custGeom xmlns:a="http://schemas.openxmlformats.org/drawingml/2006/main"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2" name="Freeform 58">
            <a:extLst xmlns:a="http://schemas.openxmlformats.org/drawingml/2006/main">
              <a:ext uri="{FF2B5EF4-FFF2-40B4-BE49-F238E27FC236}">
                <a16:creationId xmlns:a16="http://schemas.microsoft.com/office/drawing/2014/main" id="{04E422BF-F1EA-453D-8743-2BF05F336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8830" y="357949"/>
            <a:ext cx="28585" cy="35861"/>
          </a:xfrm>
          <a:custGeom xmlns:a="http://schemas.openxmlformats.org/drawingml/2006/main"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3" name="Freeform 59">
            <a:extLst xmlns:a="http://schemas.openxmlformats.org/drawingml/2006/main">
              <a:ext uri="{FF2B5EF4-FFF2-40B4-BE49-F238E27FC236}">
                <a16:creationId xmlns:a16="http://schemas.microsoft.com/office/drawing/2014/main" id="{3326CA19-4D0E-42D7-98CF-C9D5BEF0F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9484" y="461896"/>
            <a:ext cx="32743" cy="28585"/>
          </a:xfrm>
          <a:custGeom xmlns:a="http://schemas.openxmlformats.org/drawingml/2006/main"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4" name="Freeform 60">
            <a:extLst xmlns:a="http://schemas.openxmlformats.org/drawingml/2006/main">
              <a:ext uri="{FF2B5EF4-FFF2-40B4-BE49-F238E27FC236}">
                <a16:creationId xmlns:a16="http://schemas.microsoft.com/office/drawing/2014/main" id="{A3E6E9D1-E64F-4833-A005-E91A9FDCE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297" y="515428"/>
            <a:ext cx="31703" cy="20789"/>
          </a:xfrm>
          <a:custGeom xmlns:a="http://schemas.openxmlformats.org/drawingml/2006/main"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5" name="Freeform 61">
            <a:extLst xmlns:a="http://schemas.openxmlformats.org/drawingml/2006/main">
              <a:ext uri="{FF2B5EF4-FFF2-40B4-BE49-F238E27FC236}">
                <a16:creationId xmlns:a16="http://schemas.microsoft.com/office/drawing/2014/main" id="{2A6631D0-73E4-4480-905A-6A60CCED4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6212" y="349113"/>
            <a:ext cx="19230" cy="32223"/>
          </a:xfrm>
          <a:custGeom xmlns:a="http://schemas.openxmlformats.org/drawingml/2006/main"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6" name="Freeform 62">
            <a:extLst xmlns:a="http://schemas.openxmlformats.org/drawingml/2006/main">
              <a:ext uri="{FF2B5EF4-FFF2-40B4-BE49-F238E27FC236}">
                <a16:creationId xmlns:a16="http://schemas.microsoft.com/office/drawing/2014/main" id="{C3D561A6-779A-4BC5-92DA-F40A7CB91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8753" y="711368"/>
            <a:ext cx="23907" cy="31184"/>
          </a:xfrm>
          <a:custGeom xmlns:a="http://schemas.openxmlformats.org/drawingml/2006/main"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7" name="Freeform 71">
            <a:extLst xmlns:a="http://schemas.openxmlformats.org/drawingml/2006/main">
              <a:ext uri="{FF2B5EF4-FFF2-40B4-BE49-F238E27FC236}">
                <a16:creationId xmlns:a16="http://schemas.microsoft.com/office/drawing/2014/main" id="{11928792-7DA5-4428-9F38-99F3B24FE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0023" y="401606"/>
            <a:ext cx="301445" cy="300925"/>
          </a:xfrm>
          <a:custGeom xmlns:a="http://schemas.openxmlformats.org/drawingml/2006/main"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6" name="标题 1">
            <a:extLst xmlns:a="http://schemas.openxmlformats.org/drawingml/2006/main">
              <a:ext uri="{FF2B5EF4-FFF2-40B4-BE49-F238E27FC236}">
                <a16:creationId xmlns:a16="http://schemas.microsoft.com/office/drawing/2014/main" id="{3D961ECE-521A-421F-AB33-BA75E0DD1693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42913" y="243569"/>
            <a:ext cx="9056851" cy="61751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400" b="1" kern="1200" baseline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/>
        </p:txBody>
      </p:sp>
      <p:sp>
        <p:nvSpPr>
          <p:cNvPr id="178" name="直接连接符 177">
            <a:extLst xmlns:a="http://schemas.openxmlformats.org/drawingml/2006/main">
              <a:ext uri="{FF2B5EF4-FFF2-40B4-BE49-F238E27FC236}">
                <a16:creationId xmlns:a16="http://schemas.microsoft.com/office/drawing/2014/main" id="{6A7864F2-25B4-475A-97CC-723DDB4E3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06" y="867990"/>
            <a:ext cx="2433027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6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79" name="直接连接符 178">
            <a:extLst xmlns:a="http://schemas.openxmlformats.org/drawingml/2006/main">
              <a:ext uri="{FF2B5EF4-FFF2-40B4-BE49-F238E27FC236}">
                <a16:creationId xmlns:a16="http://schemas.microsoft.com/office/drawing/2014/main" id="{7383EEB1-CA93-46E7-8305-1AAC1CE06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06" y="867990"/>
            <a:ext cx="589713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1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484FEAA3-B59B-4984-BB09-CD2326F075F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9005791" y="6394353"/>
            <a:ext cx="2743200" cy="2921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3" name="文本框 62">
            <a:extLst xmlns:a="http://schemas.openxmlformats.org/drawingml/2006/main">
              <a:ext uri="{FF2B5EF4-FFF2-40B4-BE49-F238E27FC236}">
                <a16:creationId xmlns:a16="http://schemas.microsoft.com/office/drawing/2014/main" id="{6E3AA2C7-D55C-480C-B5F6-03CDA641A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3" y="6394353"/>
            <a:ext cx="1545907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" name="图片占位符 1">
            <a:extLst xmlns:a="http://schemas.openxmlformats.org/drawingml/2006/main">
              <a:ext uri="{FF2B5EF4-FFF2-40B4-BE49-F238E27FC236}">
                <a16:creationId xmlns:a16="http://schemas.microsoft.com/office/drawing/2014/main" id="{E2904510-7017-4C53-A764-47F02F8C5818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0" y="1196753"/>
            <a:ext cx="12192000" cy="3121152"/>
          </a:xfrm>
        </p:spPr>
        <p:txBody>
          <a:bodyPr xmlns:a="http://schemas.openxmlformats.org/drawingml/2006/main" anchor="ctr"/>
          <a:lstStyle xmlns:a="http://schemas.openxmlformats.org/drawingml/2006/main">
            <a:lvl1pPr algn="ctr">
              <a:buNone/>
              <a:defRPr/>
            </a:lvl1pPr>
          </a:lstStyle>
          <a:p xmlns:a="http://schemas.openxmlformats.org/drawingml/2006/main"/>
        </p:txBody>
      </p:sp>
    </p:spTree>
  </p:cSld>
</p:sldLayout>
</file>

<file path=ppt/slideLayouts/slideLayout35.xml><?xml version="1.0" encoding="utf-8"?>
<p:sldLayout xmlns:p="http://schemas.openxmlformats.org/presentationml/2006/main" preserve="1" userDrawn="1">
  <p:cSld name="图片占位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0" name="Freeform 17">
            <a:extLst xmlns:a="http://schemas.openxmlformats.org/drawingml/2006/main">
              <a:ext uri="{FF2B5EF4-FFF2-40B4-BE49-F238E27FC236}">
                <a16:creationId xmlns:a16="http://schemas.microsoft.com/office/drawing/2014/main" id="{C3C71C69-5333-4C90-B7A3-BCFFE7D78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8081" y="688617"/>
            <a:ext cx="64437" cy="68999"/>
          </a:xfrm>
          <a:custGeom xmlns:a="http://schemas.openxmlformats.org/drawingml/2006/main">
            <a:gdLst>
              <a:gd name="T0" fmla="*/ 34 w 127"/>
              <a:gd name="T1" fmla="*/ 71 h 136"/>
              <a:gd name="T2" fmla="*/ 34 w 127"/>
              <a:gd name="T3" fmla="*/ 81 h 136"/>
              <a:gd name="T4" fmla="*/ 34 w 127"/>
              <a:gd name="T5" fmla="*/ 114 h 136"/>
              <a:gd name="T6" fmla="*/ 35 w 127"/>
              <a:gd name="T7" fmla="*/ 122 h 136"/>
              <a:gd name="T8" fmla="*/ 40 w 127"/>
              <a:gd name="T9" fmla="*/ 127 h 136"/>
              <a:gd name="T10" fmla="*/ 49 w 127"/>
              <a:gd name="T11" fmla="*/ 128 h 136"/>
              <a:gd name="T12" fmla="*/ 49 w 127"/>
              <a:gd name="T13" fmla="*/ 135 h 136"/>
              <a:gd name="T14" fmla="*/ 1 w 127"/>
              <a:gd name="T15" fmla="*/ 135 h 136"/>
              <a:gd name="T16" fmla="*/ 0 w 127"/>
              <a:gd name="T17" fmla="*/ 132 h 136"/>
              <a:gd name="T18" fmla="*/ 0 w 127"/>
              <a:gd name="T19" fmla="*/ 128 h 136"/>
              <a:gd name="T20" fmla="*/ 9 w 127"/>
              <a:gd name="T21" fmla="*/ 127 h 136"/>
              <a:gd name="T22" fmla="*/ 16 w 127"/>
              <a:gd name="T23" fmla="*/ 120 h 136"/>
              <a:gd name="T24" fmla="*/ 17 w 127"/>
              <a:gd name="T25" fmla="*/ 111 h 136"/>
              <a:gd name="T26" fmla="*/ 17 w 127"/>
              <a:gd name="T27" fmla="*/ 22 h 136"/>
              <a:gd name="T28" fmla="*/ 16 w 127"/>
              <a:gd name="T29" fmla="*/ 15 h 136"/>
              <a:gd name="T30" fmla="*/ 9 w 127"/>
              <a:gd name="T31" fmla="*/ 9 h 136"/>
              <a:gd name="T32" fmla="*/ 0 w 127"/>
              <a:gd name="T33" fmla="*/ 8 h 136"/>
              <a:gd name="T34" fmla="*/ 0 w 127"/>
              <a:gd name="T35" fmla="*/ 1 h 136"/>
              <a:gd name="T36" fmla="*/ 4 w 127"/>
              <a:gd name="T37" fmla="*/ 0 h 136"/>
              <a:gd name="T38" fmla="*/ 71 w 127"/>
              <a:gd name="T39" fmla="*/ 0 h 136"/>
              <a:gd name="T40" fmla="*/ 94 w 127"/>
              <a:gd name="T41" fmla="*/ 4 h 136"/>
              <a:gd name="T42" fmla="*/ 116 w 127"/>
              <a:gd name="T43" fmla="*/ 32 h 136"/>
              <a:gd name="T44" fmla="*/ 97 w 127"/>
              <a:gd name="T45" fmla="*/ 66 h 136"/>
              <a:gd name="T46" fmla="*/ 80 w 127"/>
              <a:gd name="T47" fmla="*/ 70 h 136"/>
              <a:gd name="T48" fmla="*/ 71 w 127"/>
              <a:gd name="T49" fmla="*/ 71 h 136"/>
              <a:gd name="T50" fmla="*/ 73 w 127"/>
              <a:gd name="T51" fmla="*/ 75 h 136"/>
              <a:gd name="T52" fmla="*/ 104 w 127"/>
              <a:gd name="T53" fmla="*/ 114 h 136"/>
              <a:gd name="T54" fmla="*/ 105 w 127"/>
              <a:gd name="T55" fmla="*/ 116 h 136"/>
              <a:gd name="T56" fmla="*/ 127 w 127"/>
              <a:gd name="T57" fmla="*/ 128 h 136"/>
              <a:gd name="T58" fmla="*/ 127 w 127"/>
              <a:gd name="T59" fmla="*/ 135 h 136"/>
              <a:gd name="T60" fmla="*/ 116 w 127"/>
              <a:gd name="T61" fmla="*/ 135 h 136"/>
              <a:gd name="T62" fmla="*/ 102 w 127"/>
              <a:gd name="T63" fmla="*/ 136 h 136"/>
              <a:gd name="T64" fmla="*/ 96 w 127"/>
              <a:gd name="T65" fmla="*/ 132 h 136"/>
              <a:gd name="T66" fmla="*/ 59 w 127"/>
              <a:gd name="T67" fmla="*/ 82 h 136"/>
              <a:gd name="T68" fmla="*/ 52 w 127"/>
              <a:gd name="T69" fmla="*/ 73 h 136"/>
              <a:gd name="T70" fmla="*/ 49 w 127"/>
              <a:gd name="T71" fmla="*/ 71 h 136"/>
              <a:gd name="T72" fmla="*/ 34 w 127"/>
              <a:gd name="T73" fmla="*/ 71 h 136"/>
              <a:gd name="T74" fmla="*/ 34 w 127"/>
              <a:gd name="T75" fmla="*/ 61 h 136"/>
              <a:gd name="T76" fmla="*/ 36 w 127"/>
              <a:gd name="T77" fmla="*/ 62 h 136"/>
              <a:gd name="T78" fmla="*/ 66 w 127"/>
              <a:gd name="T79" fmla="*/ 62 h 136"/>
              <a:gd name="T80" fmla="*/ 82 w 127"/>
              <a:gd name="T81" fmla="*/ 59 h 136"/>
              <a:gd name="T82" fmla="*/ 96 w 127"/>
              <a:gd name="T83" fmla="*/ 44 h 136"/>
              <a:gd name="T84" fmla="*/ 96 w 127"/>
              <a:gd name="T85" fmla="*/ 29 h 136"/>
              <a:gd name="T86" fmla="*/ 81 w 127"/>
              <a:gd name="T87" fmla="*/ 12 h 136"/>
              <a:gd name="T88" fmla="*/ 70 w 127"/>
              <a:gd name="T89" fmla="*/ 11 h 136"/>
              <a:gd name="T90" fmla="*/ 37 w 127"/>
              <a:gd name="T91" fmla="*/ 11 h 136"/>
              <a:gd name="T92" fmla="*/ 34 w 127"/>
              <a:gd name="T93" fmla="*/ 11 h 136"/>
              <a:gd name="T94" fmla="*/ 34 w 127"/>
              <a:gd name="T95" fmla="*/ 61 h 136"/>
            </a:gdLst>
            <a:rect l="0" t="0" r="r" b="b"/>
            <a:pathLst>
              <a:path w="127" h="136">
                <a:moveTo>
                  <a:pt x="34" y="71"/>
                </a:moveTo>
                <a:cubicBezTo>
                  <a:pt x="34" y="75"/>
                  <a:pt x="34" y="78"/>
                  <a:pt x="34" y="81"/>
                </a:cubicBezTo>
                <a:cubicBezTo>
                  <a:pt x="34" y="92"/>
                  <a:pt x="34" y="103"/>
                  <a:pt x="34" y="114"/>
                </a:cubicBezTo>
                <a:cubicBezTo>
                  <a:pt x="34" y="117"/>
                  <a:pt x="34" y="119"/>
                  <a:pt x="35" y="122"/>
                </a:cubicBezTo>
                <a:cubicBezTo>
                  <a:pt x="35" y="125"/>
                  <a:pt x="37" y="127"/>
                  <a:pt x="40" y="127"/>
                </a:cubicBezTo>
                <a:cubicBezTo>
                  <a:pt x="43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1" y="135"/>
                </a:cubicBezTo>
                <a:cubicBezTo>
                  <a:pt x="0" y="134"/>
                  <a:pt x="0" y="133"/>
                  <a:pt x="0" y="132"/>
                </a:cubicBezTo>
                <a:cubicBezTo>
                  <a:pt x="0" y="131"/>
                  <a:pt x="0" y="130"/>
                  <a:pt x="0" y="128"/>
                </a:cubicBezTo>
                <a:cubicBezTo>
                  <a:pt x="3" y="128"/>
                  <a:pt x="6" y="128"/>
                  <a:pt x="9" y="127"/>
                </a:cubicBezTo>
                <a:cubicBezTo>
                  <a:pt x="14" y="126"/>
                  <a:pt x="15" y="125"/>
                  <a:pt x="16" y="120"/>
                </a:cubicBezTo>
                <a:cubicBezTo>
                  <a:pt x="16" y="117"/>
                  <a:pt x="17" y="114"/>
                  <a:pt x="17" y="111"/>
                </a:cubicBezTo>
                <a:cubicBezTo>
                  <a:pt x="17" y="81"/>
                  <a:pt x="17" y="52"/>
                  <a:pt x="17" y="22"/>
                </a:cubicBezTo>
                <a:cubicBezTo>
                  <a:pt x="17" y="20"/>
                  <a:pt x="16" y="17"/>
                  <a:pt x="16" y="15"/>
                </a:cubicBezTo>
                <a:cubicBezTo>
                  <a:pt x="15" y="11"/>
                  <a:pt x="13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2" y="1"/>
                  <a:pt x="3" y="0"/>
                  <a:pt x="4" y="0"/>
                </a:cubicBezTo>
                <a:cubicBezTo>
                  <a:pt x="26" y="0"/>
                  <a:pt x="49" y="0"/>
                  <a:pt x="71" y="0"/>
                </a:cubicBezTo>
                <a:cubicBezTo>
                  <a:pt x="79" y="0"/>
                  <a:pt x="86" y="1"/>
                  <a:pt x="94" y="4"/>
                </a:cubicBezTo>
                <a:cubicBezTo>
                  <a:pt x="108" y="9"/>
                  <a:pt x="115" y="18"/>
                  <a:pt x="116" y="32"/>
                </a:cubicBezTo>
                <a:cubicBezTo>
                  <a:pt x="117" y="48"/>
                  <a:pt x="110" y="60"/>
                  <a:pt x="97" y="66"/>
                </a:cubicBezTo>
                <a:cubicBezTo>
                  <a:pt x="91" y="68"/>
                  <a:pt x="86" y="70"/>
                  <a:pt x="80" y="70"/>
                </a:cubicBezTo>
                <a:cubicBezTo>
                  <a:pt x="77" y="70"/>
                  <a:pt x="74" y="71"/>
                  <a:pt x="71" y="71"/>
                </a:cubicBezTo>
                <a:cubicBezTo>
                  <a:pt x="72" y="73"/>
                  <a:pt x="73" y="74"/>
                  <a:pt x="73" y="75"/>
                </a:cubicBezTo>
                <a:cubicBezTo>
                  <a:pt x="84" y="88"/>
                  <a:pt x="94" y="101"/>
                  <a:pt x="104" y="114"/>
                </a:cubicBezTo>
                <a:cubicBezTo>
                  <a:pt x="105" y="115"/>
                  <a:pt x="105" y="115"/>
                  <a:pt x="105" y="116"/>
                </a:cubicBezTo>
                <a:cubicBezTo>
                  <a:pt x="111" y="122"/>
                  <a:pt x="117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24" y="135"/>
                  <a:pt x="120" y="135"/>
                  <a:pt x="116" y="135"/>
                </a:cubicBezTo>
                <a:cubicBezTo>
                  <a:pt x="111" y="135"/>
                  <a:pt x="107" y="135"/>
                  <a:pt x="102" y="136"/>
                </a:cubicBezTo>
                <a:cubicBezTo>
                  <a:pt x="99" y="136"/>
                  <a:pt x="97" y="134"/>
                  <a:pt x="96" y="132"/>
                </a:cubicBezTo>
                <a:cubicBezTo>
                  <a:pt x="83" y="115"/>
                  <a:pt x="71" y="99"/>
                  <a:pt x="59" y="82"/>
                </a:cubicBezTo>
                <a:cubicBezTo>
                  <a:pt x="57" y="79"/>
                  <a:pt x="54" y="76"/>
                  <a:pt x="52" y="73"/>
                </a:cubicBezTo>
                <a:cubicBezTo>
                  <a:pt x="51" y="72"/>
                  <a:pt x="50" y="71"/>
                  <a:pt x="49" y="71"/>
                </a:cubicBezTo>
                <a:cubicBezTo>
                  <a:pt x="44" y="71"/>
                  <a:pt x="39" y="71"/>
                  <a:pt x="34" y="71"/>
                </a:cubicBezTo>
                <a:close/>
                <a:moveTo>
                  <a:pt x="34" y="61"/>
                </a:moveTo>
                <a:cubicBezTo>
                  <a:pt x="35" y="62"/>
                  <a:pt x="36" y="62"/>
                  <a:pt x="36" y="62"/>
                </a:cubicBezTo>
                <a:cubicBezTo>
                  <a:pt x="46" y="62"/>
                  <a:pt x="56" y="62"/>
                  <a:pt x="66" y="62"/>
                </a:cubicBezTo>
                <a:cubicBezTo>
                  <a:pt x="72" y="61"/>
                  <a:pt x="77" y="60"/>
                  <a:pt x="82" y="59"/>
                </a:cubicBezTo>
                <a:cubicBezTo>
                  <a:pt x="90" y="56"/>
                  <a:pt x="94" y="51"/>
                  <a:pt x="96" y="44"/>
                </a:cubicBezTo>
                <a:cubicBezTo>
                  <a:pt x="96" y="39"/>
                  <a:pt x="97" y="34"/>
                  <a:pt x="96" y="29"/>
                </a:cubicBezTo>
                <a:cubicBezTo>
                  <a:pt x="95" y="20"/>
                  <a:pt x="90" y="15"/>
                  <a:pt x="81" y="12"/>
                </a:cubicBezTo>
                <a:cubicBezTo>
                  <a:pt x="77" y="11"/>
                  <a:pt x="74" y="11"/>
                  <a:pt x="70" y="11"/>
                </a:cubicBezTo>
                <a:cubicBezTo>
                  <a:pt x="59" y="10"/>
                  <a:pt x="48" y="11"/>
                  <a:pt x="37" y="11"/>
                </a:cubicBezTo>
                <a:cubicBezTo>
                  <a:pt x="36" y="11"/>
                  <a:pt x="35" y="11"/>
                  <a:pt x="34" y="11"/>
                </a:cubicBezTo>
                <a:cubicBezTo>
                  <a:pt x="34" y="28"/>
                  <a:pt x="34" y="44"/>
                  <a:pt x="34" y="61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1" name="Freeform 18">
            <a:extLst xmlns:a="http://schemas.openxmlformats.org/drawingml/2006/main">
              <a:ext uri="{FF2B5EF4-FFF2-40B4-BE49-F238E27FC236}">
                <a16:creationId xmlns:a16="http://schemas.microsoft.com/office/drawing/2014/main" id="{92794003-A234-4D48-ABD4-59A348CCB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3581" y="688617"/>
            <a:ext cx="64437" cy="68429"/>
          </a:xfrm>
          <a:custGeom xmlns:a="http://schemas.openxmlformats.org/drawingml/2006/main">
            <a:gdLst>
              <a:gd name="T0" fmla="*/ 50 w 127"/>
              <a:gd name="T1" fmla="*/ 70 h 135"/>
              <a:gd name="T2" fmla="*/ 34 w 127"/>
              <a:gd name="T3" fmla="*/ 87 h 135"/>
              <a:gd name="T4" fmla="*/ 33 w 127"/>
              <a:gd name="T5" fmla="*/ 90 h 135"/>
              <a:gd name="T6" fmla="*/ 33 w 127"/>
              <a:gd name="T7" fmla="*/ 116 h 135"/>
              <a:gd name="T8" fmla="*/ 34 w 127"/>
              <a:gd name="T9" fmla="*/ 120 h 135"/>
              <a:gd name="T10" fmla="*/ 41 w 127"/>
              <a:gd name="T11" fmla="*/ 127 h 135"/>
              <a:gd name="T12" fmla="*/ 49 w 127"/>
              <a:gd name="T13" fmla="*/ 128 h 135"/>
              <a:gd name="T14" fmla="*/ 49 w 127"/>
              <a:gd name="T15" fmla="*/ 135 h 135"/>
              <a:gd name="T16" fmla="*/ 0 w 127"/>
              <a:gd name="T17" fmla="*/ 135 h 135"/>
              <a:gd name="T18" fmla="*/ 0 w 127"/>
              <a:gd name="T19" fmla="*/ 128 h 135"/>
              <a:gd name="T20" fmla="*/ 7 w 127"/>
              <a:gd name="T21" fmla="*/ 128 h 135"/>
              <a:gd name="T22" fmla="*/ 16 w 127"/>
              <a:gd name="T23" fmla="*/ 118 h 135"/>
              <a:gd name="T24" fmla="*/ 16 w 127"/>
              <a:gd name="T25" fmla="*/ 111 h 135"/>
              <a:gd name="T26" fmla="*/ 16 w 127"/>
              <a:gd name="T27" fmla="*/ 24 h 135"/>
              <a:gd name="T28" fmla="*/ 16 w 127"/>
              <a:gd name="T29" fmla="*/ 16 h 135"/>
              <a:gd name="T30" fmla="*/ 8 w 127"/>
              <a:gd name="T31" fmla="*/ 9 h 135"/>
              <a:gd name="T32" fmla="*/ 0 w 127"/>
              <a:gd name="T33" fmla="*/ 8 h 135"/>
              <a:gd name="T34" fmla="*/ 0 w 127"/>
              <a:gd name="T35" fmla="*/ 1 h 135"/>
              <a:gd name="T36" fmla="*/ 49 w 127"/>
              <a:gd name="T37" fmla="*/ 1 h 135"/>
              <a:gd name="T38" fmla="*/ 50 w 127"/>
              <a:gd name="T39" fmla="*/ 8 h 135"/>
              <a:gd name="T40" fmla="*/ 41 w 127"/>
              <a:gd name="T41" fmla="*/ 9 h 135"/>
              <a:gd name="T42" fmla="*/ 34 w 127"/>
              <a:gd name="T43" fmla="*/ 16 h 135"/>
              <a:gd name="T44" fmla="*/ 33 w 127"/>
              <a:gd name="T45" fmla="*/ 23 h 135"/>
              <a:gd name="T46" fmla="*/ 33 w 127"/>
              <a:gd name="T47" fmla="*/ 70 h 135"/>
              <a:gd name="T48" fmla="*/ 33 w 127"/>
              <a:gd name="T49" fmla="*/ 73 h 135"/>
              <a:gd name="T50" fmla="*/ 36 w 127"/>
              <a:gd name="T51" fmla="*/ 71 h 135"/>
              <a:gd name="T52" fmla="*/ 83 w 127"/>
              <a:gd name="T53" fmla="*/ 19 h 135"/>
              <a:gd name="T54" fmla="*/ 86 w 127"/>
              <a:gd name="T55" fmla="*/ 14 h 135"/>
              <a:gd name="T56" fmla="*/ 84 w 127"/>
              <a:gd name="T57" fmla="*/ 9 h 135"/>
              <a:gd name="T58" fmla="*/ 76 w 127"/>
              <a:gd name="T59" fmla="*/ 8 h 135"/>
              <a:gd name="T60" fmla="*/ 76 w 127"/>
              <a:gd name="T61" fmla="*/ 1 h 135"/>
              <a:gd name="T62" fmla="*/ 122 w 127"/>
              <a:gd name="T63" fmla="*/ 1 h 135"/>
              <a:gd name="T64" fmla="*/ 122 w 127"/>
              <a:gd name="T65" fmla="*/ 8 h 135"/>
              <a:gd name="T66" fmla="*/ 118 w 127"/>
              <a:gd name="T67" fmla="*/ 8 h 135"/>
              <a:gd name="T68" fmla="*/ 99 w 127"/>
              <a:gd name="T69" fmla="*/ 18 h 135"/>
              <a:gd name="T70" fmla="*/ 77 w 127"/>
              <a:gd name="T71" fmla="*/ 41 h 135"/>
              <a:gd name="T72" fmla="*/ 62 w 127"/>
              <a:gd name="T73" fmla="*/ 57 h 135"/>
              <a:gd name="T74" fmla="*/ 64 w 127"/>
              <a:gd name="T75" fmla="*/ 61 h 135"/>
              <a:gd name="T76" fmla="*/ 102 w 127"/>
              <a:gd name="T77" fmla="*/ 113 h 135"/>
              <a:gd name="T78" fmla="*/ 108 w 127"/>
              <a:gd name="T79" fmla="*/ 120 h 135"/>
              <a:gd name="T80" fmla="*/ 123 w 127"/>
              <a:gd name="T81" fmla="*/ 127 h 135"/>
              <a:gd name="T82" fmla="*/ 127 w 127"/>
              <a:gd name="T83" fmla="*/ 128 h 135"/>
              <a:gd name="T84" fmla="*/ 127 w 127"/>
              <a:gd name="T85" fmla="*/ 135 h 135"/>
              <a:gd name="T86" fmla="*/ 73 w 127"/>
              <a:gd name="T87" fmla="*/ 135 h 135"/>
              <a:gd name="T88" fmla="*/ 73 w 127"/>
              <a:gd name="T89" fmla="*/ 128 h 135"/>
              <a:gd name="T90" fmla="*/ 80 w 127"/>
              <a:gd name="T91" fmla="*/ 127 h 135"/>
              <a:gd name="T92" fmla="*/ 84 w 127"/>
              <a:gd name="T93" fmla="*/ 120 h 135"/>
              <a:gd name="T94" fmla="*/ 82 w 127"/>
              <a:gd name="T95" fmla="*/ 115 h 135"/>
              <a:gd name="T96" fmla="*/ 51 w 127"/>
              <a:gd name="T97" fmla="*/ 72 h 135"/>
              <a:gd name="T98" fmla="*/ 50 w 127"/>
              <a:gd name="T99" fmla="*/ 70 h 135"/>
            </a:gdLst>
            <a:rect l="0" t="0" r="r" b="b"/>
            <a:pathLst>
              <a:path w="127" h="135">
                <a:moveTo>
                  <a:pt x="50" y="70"/>
                </a:moveTo>
                <a:cubicBezTo>
                  <a:pt x="44" y="76"/>
                  <a:pt x="39" y="81"/>
                  <a:pt x="34" y="87"/>
                </a:cubicBezTo>
                <a:cubicBezTo>
                  <a:pt x="33" y="88"/>
                  <a:pt x="33" y="89"/>
                  <a:pt x="33" y="90"/>
                </a:cubicBezTo>
                <a:cubicBezTo>
                  <a:pt x="33" y="99"/>
                  <a:pt x="33" y="107"/>
                  <a:pt x="33" y="116"/>
                </a:cubicBezTo>
                <a:cubicBezTo>
                  <a:pt x="33" y="117"/>
                  <a:pt x="33" y="118"/>
                  <a:pt x="34" y="120"/>
                </a:cubicBezTo>
                <a:cubicBezTo>
                  <a:pt x="35" y="125"/>
                  <a:pt x="36" y="126"/>
                  <a:pt x="41" y="127"/>
                </a:cubicBezTo>
                <a:cubicBezTo>
                  <a:pt x="44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7" y="128"/>
                </a:cubicBezTo>
                <a:cubicBezTo>
                  <a:pt x="14" y="127"/>
                  <a:pt x="16" y="125"/>
                  <a:pt x="16" y="118"/>
                </a:cubicBezTo>
                <a:cubicBezTo>
                  <a:pt x="16" y="115"/>
                  <a:pt x="16" y="113"/>
                  <a:pt x="16" y="111"/>
                </a:cubicBezTo>
                <a:cubicBezTo>
                  <a:pt x="16" y="82"/>
                  <a:pt x="16" y="53"/>
                  <a:pt x="16" y="24"/>
                </a:cubicBezTo>
                <a:cubicBezTo>
                  <a:pt x="16" y="21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5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4" y="0"/>
                  <a:pt x="40" y="0"/>
                  <a:pt x="49" y="1"/>
                </a:cubicBezTo>
                <a:cubicBezTo>
                  <a:pt x="49" y="3"/>
                  <a:pt x="50" y="5"/>
                  <a:pt x="50" y="8"/>
                </a:cubicBezTo>
                <a:cubicBezTo>
                  <a:pt x="47" y="8"/>
                  <a:pt x="44" y="8"/>
                  <a:pt x="41" y="9"/>
                </a:cubicBezTo>
                <a:cubicBezTo>
                  <a:pt x="37" y="9"/>
                  <a:pt x="34" y="11"/>
                  <a:pt x="34" y="16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39"/>
                  <a:pt x="33" y="54"/>
                  <a:pt x="33" y="70"/>
                </a:cubicBezTo>
                <a:cubicBezTo>
                  <a:pt x="33" y="71"/>
                  <a:pt x="33" y="72"/>
                  <a:pt x="33" y="73"/>
                </a:cubicBezTo>
                <a:cubicBezTo>
                  <a:pt x="35" y="72"/>
                  <a:pt x="36" y="72"/>
                  <a:pt x="36" y="71"/>
                </a:cubicBezTo>
                <a:cubicBezTo>
                  <a:pt x="52" y="54"/>
                  <a:pt x="67" y="37"/>
                  <a:pt x="83" y="19"/>
                </a:cubicBezTo>
                <a:cubicBezTo>
                  <a:pt x="84" y="18"/>
                  <a:pt x="85" y="16"/>
                  <a:pt x="86" y="14"/>
                </a:cubicBezTo>
                <a:cubicBezTo>
                  <a:pt x="88" y="12"/>
                  <a:pt x="87" y="10"/>
                  <a:pt x="84" y="9"/>
                </a:cubicBezTo>
                <a:cubicBezTo>
                  <a:pt x="81" y="8"/>
                  <a:pt x="79" y="8"/>
                  <a:pt x="76" y="8"/>
                </a:cubicBezTo>
                <a:cubicBezTo>
                  <a:pt x="76" y="5"/>
                  <a:pt x="76" y="3"/>
                  <a:pt x="76" y="1"/>
                </a:cubicBezTo>
                <a:cubicBezTo>
                  <a:pt x="79" y="0"/>
                  <a:pt x="114" y="0"/>
                  <a:pt x="122" y="1"/>
                </a:cubicBezTo>
                <a:cubicBezTo>
                  <a:pt x="122" y="3"/>
                  <a:pt x="122" y="5"/>
                  <a:pt x="122" y="8"/>
                </a:cubicBezTo>
                <a:cubicBezTo>
                  <a:pt x="121" y="8"/>
                  <a:pt x="120" y="8"/>
                  <a:pt x="118" y="8"/>
                </a:cubicBezTo>
                <a:cubicBezTo>
                  <a:pt x="111" y="9"/>
                  <a:pt x="104" y="12"/>
                  <a:pt x="99" y="18"/>
                </a:cubicBezTo>
                <a:cubicBezTo>
                  <a:pt x="92" y="25"/>
                  <a:pt x="85" y="33"/>
                  <a:pt x="77" y="41"/>
                </a:cubicBezTo>
                <a:cubicBezTo>
                  <a:pt x="72" y="46"/>
                  <a:pt x="67" y="52"/>
                  <a:pt x="62" y="57"/>
                </a:cubicBezTo>
                <a:cubicBezTo>
                  <a:pt x="63" y="58"/>
                  <a:pt x="64" y="59"/>
                  <a:pt x="64" y="61"/>
                </a:cubicBezTo>
                <a:cubicBezTo>
                  <a:pt x="77" y="78"/>
                  <a:pt x="90" y="95"/>
                  <a:pt x="102" y="113"/>
                </a:cubicBezTo>
                <a:cubicBezTo>
                  <a:pt x="104" y="115"/>
                  <a:pt x="106" y="118"/>
                  <a:pt x="108" y="120"/>
                </a:cubicBezTo>
                <a:cubicBezTo>
                  <a:pt x="112" y="124"/>
                  <a:pt x="117" y="127"/>
                  <a:pt x="123" y="127"/>
                </a:cubicBezTo>
                <a:cubicBezTo>
                  <a:pt x="124" y="128"/>
                  <a:pt x="125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09" y="135"/>
                  <a:pt x="91" y="135"/>
                  <a:pt x="73" y="135"/>
                </a:cubicBezTo>
                <a:cubicBezTo>
                  <a:pt x="73" y="133"/>
                  <a:pt x="73" y="131"/>
                  <a:pt x="73" y="128"/>
                </a:cubicBezTo>
                <a:cubicBezTo>
                  <a:pt x="75" y="128"/>
                  <a:pt x="78" y="128"/>
                  <a:pt x="80" y="127"/>
                </a:cubicBezTo>
                <a:cubicBezTo>
                  <a:pt x="85" y="127"/>
                  <a:pt x="86" y="125"/>
                  <a:pt x="84" y="120"/>
                </a:cubicBezTo>
                <a:cubicBezTo>
                  <a:pt x="84" y="118"/>
                  <a:pt x="83" y="117"/>
                  <a:pt x="82" y="115"/>
                </a:cubicBezTo>
                <a:cubicBezTo>
                  <a:pt x="72" y="101"/>
                  <a:pt x="61" y="86"/>
                  <a:pt x="51" y="72"/>
                </a:cubicBezTo>
                <a:cubicBezTo>
                  <a:pt x="51" y="71"/>
                  <a:pt x="50" y="71"/>
                  <a:pt x="50" y="7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2" name="Freeform 19">
            <a:extLst xmlns:a="http://schemas.openxmlformats.org/drawingml/2006/main">
              <a:ext uri="{FF2B5EF4-FFF2-40B4-BE49-F238E27FC236}">
                <a16:creationId xmlns:a16="http://schemas.microsoft.com/office/drawing/2014/main" id="{A793CA45-9B5A-4692-9031-56B427BEE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9719" y="688617"/>
            <a:ext cx="63867" cy="68429"/>
          </a:xfrm>
          <a:custGeom xmlns:a="http://schemas.openxmlformats.org/drawingml/2006/main">
            <a:gdLst>
              <a:gd name="T0" fmla="*/ 28 w 126"/>
              <a:gd name="T1" fmla="*/ 16 h 135"/>
              <a:gd name="T2" fmla="*/ 28 w 126"/>
              <a:gd name="T3" fmla="*/ 20 h 135"/>
              <a:gd name="T4" fmla="*/ 28 w 126"/>
              <a:gd name="T5" fmla="*/ 109 h 135"/>
              <a:gd name="T6" fmla="*/ 28 w 126"/>
              <a:gd name="T7" fmla="*/ 119 h 135"/>
              <a:gd name="T8" fmla="*/ 37 w 126"/>
              <a:gd name="T9" fmla="*/ 127 h 135"/>
              <a:gd name="T10" fmla="*/ 44 w 126"/>
              <a:gd name="T11" fmla="*/ 128 h 135"/>
              <a:gd name="T12" fmla="*/ 44 w 126"/>
              <a:gd name="T13" fmla="*/ 135 h 135"/>
              <a:gd name="T14" fmla="*/ 0 w 126"/>
              <a:gd name="T15" fmla="*/ 135 h 135"/>
              <a:gd name="T16" fmla="*/ 0 w 126"/>
              <a:gd name="T17" fmla="*/ 128 h 135"/>
              <a:gd name="T18" fmla="*/ 8 w 126"/>
              <a:gd name="T19" fmla="*/ 127 h 135"/>
              <a:gd name="T20" fmla="*/ 16 w 126"/>
              <a:gd name="T21" fmla="*/ 120 h 135"/>
              <a:gd name="T22" fmla="*/ 16 w 126"/>
              <a:gd name="T23" fmla="*/ 113 h 135"/>
              <a:gd name="T24" fmla="*/ 16 w 126"/>
              <a:gd name="T25" fmla="*/ 19 h 135"/>
              <a:gd name="T26" fmla="*/ 16 w 126"/>
              <a:gd name="T27" fmla="*/ 15 h 135"/>
              <a:gd name="T28" fmla="*/ 9 w 126"/>
              <a:gd name="T29" fmla="*/ 9 h 135"/>
              <a:gd name="T30" fmla="*/ 5 w 126"/>
              <a:gd name="T31" fmla="*/ 8 h 135"/>
              <a:gd name="T32" fmla="*/ 1 w 126"/>
              <a:gd name="T33" fmla="*/ 8 h 135"/>
              <a:gd name="T34" fmla="*/ 1 w 126"/>
              <a:gd name="T35" fmla="*/ 1 h 135"/>
              <a:gd name="T36" fmla="*/ 40 w 126"/>
              <a:gd name="T37" fmla="*/ 1 h 135"/>
              <a:gd name="T38" fmla="*/ 98 w 126"/>
              <a:gd name="T39" fmla="*/ 100 h 135"/>
              <a:gd name="T40" fmla="*/ 99 w 126"/>
              <a:gd name="T41" fmla="*/ 100 h 135"/>
              <a:gd name="T42" fmla="*/ 99 w 126"/>
              <a:gd name="T43" fmla="*/ 96 h 135"/>
              <a:gd name="T44" fmla="*/ 99 w 126"/>
              <a:gd name="T45" fmla="*/ 24 h 135"/>
              <a:gd name="T46" fmla="*/ 98 w 126"/>
              <a:gd name="T47" fmla="*/ 16 h 135"/>
              <a:gd name="T48" fmla="*/ 90 w 126"/>
              <a:gd name="T49" fmla="*/ 9 h 135"/>
              <a:gd name="T50" fmla="*/ 83 w 126"/>
              <a:gd name="T51" fmla="*/ 8 h 135"/>
              <a:gd name="T52" fmla="*/ 83 w 126"/>
              <a:gd name="T53" fmla="*/ 1 h 135"/>
              <a:gd name="T54" fmla="*/ 126 w 126"/>
              <a:gd name="T55" fmla="*/ 1 h 135"/>
              <a:gd name="T56" fmla="*/ 126 w 126"/>
              <a:gd name="T57" fmla="*/ 8 h 135"/>
              <a:gd name="T58" fmla="*/ 119 w 126"/>
              <a:gd name="T59" fmla="*/ 9 h 135"/>
              <a:gd name="T60" fmla="*/ 111 w 126"/>
              <a:gd name="T61" fmla="*/ 16 h 135"/>
              <a:gd name="T62" fmla="*/ 110 w 126"/>
              <a:gd name="T63" fmla="*/ 27 h 135"/>
              <a:gd name="T64" fmla="*/ 110 w 126"/>
              <a:gd name="T65" fmla="*/ 129 h 135"/>
              <a:gd name="T66" fmla="*/ 110 w 126"/>
              <a:gd name="T67" fmla="*/ 135 h 135"/>
              <a:gd name="T68" fmla="*/ 99 w 126"/>
              <a:gd name="T69" fmla="*/ 135 h 135"/>
              <a:gd name="T70" fmla="*/ 29 w 126"/>
              <a:gd name="T71" fmla="*/ 15 h 135"/>
              <a:gd name="T72" fmla="*/ 28 w 126"/>
              <a:gd name="T73" fmla="*/ 16 h 135"/>
            </a:gdLst>
            <a:rect l="0" t="0" r="r" b="b"/>
            <a:pathLst>
              <a:path w="126" h="135">
                <a:moveTo>
                  <a:pt x="28" y="16"/>
                </a:moveTo>
                <a:cubicBezTo>
                  <a:pt x="28" y="17"/>
                  <a:pt x="28" y="19"/>
                  <a:pt x="28" y="20"/>
                </a:cubicBezTo>
                <a:cubicBezTo>
                  <a:pt x="28" y="50"/>
                  <a:pt x="28" y="79"/>
                  <a:pt x="28" y="109"/>
                </a:cubicBezTo>
                <a:cubicBezTo>
                  <a:pt x="28" y="112"/>
                  <a:pt x="28" y="115"/>
                  <a:pt x="28" y="119"/>
                </a:cubicBezTo>
                <a:cubicBezTo>
                  <a:pt x="29" y="124"/>
                  <a:pt x="31" y="126"/>
                  <a:pt x="37" y="127"/>
                </a:cubicBezTo>
                <a:cubicBezTo>
                  <a:pt x="39" y="127"/>
                  <a:pt x="41" y="128"/>
                  <a:pt x="44" y="128"/>
                </a:cubicBezTo>
                <a:cubicBezTo>
                  <a:pt x="44" y="130"/>
                  <a:pt x="44" y="133"/>
                  <a:pt x="44" y="135"/>
                </a:cubicBezTo>
                <a:cubicBezTo>
                  <a:pt x="29" y="135"/>
                  <a:pt x="15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5" y="127"/>
                  <a:pt x="8" y="127"/>
                </a:cubicBezTo>
                <a:cubicBezTo>
                  <a:pt x="12" y="127"/>
                  <a:pt x="15" y="124"/>
                  <a:pt x="16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0"/>
                  <a:pt x="16" y="19"/>
                </a:cubicBezTo>
                <a:cubicBezTo>
                  <a:pt x="16" y="18"/>
                  <a:pt x="16" y="17"/>
                  <a:pt x="16" y="15"/>
                </a:cubicBezTo>
                <a:cubicBezTo>
                  <a:pt x="16" y="11"/>
                  <a:pt x="14" y="9"/>
                  <a:pt x="9" y="9"/>
                </a:cubicBezTo>
                <a:cubicBezTo>
                  <a:pt x="8" y="8"/>
                  <a:pt x="7" y="8"/>
                  <a:pt x="5" y="8"/>
                </a:cubicBezTo>
                <a:cubicBezTo>
                  <a:pt x="4" y="8"/>
                  <a:pt x="2" y="8"/>
                  <a:pt x="1" y="8"/>
                </a:cubicBezTo>
                <a:cubicBezTo>
                  <a:pt x="1" y="5"/>
                  <a:pt x="1" y="3"/>
                  <a:pt x="1" y="1"/>
                </a:cubicBezTo>
                <a:cubicBezTo>
                  <a:pt x="14" y="1"/>
                  <a:pt x="27" y="1"/>
                  <a:pt x="40" y="1"/>
                </a:cubicBezTo>
                <a:cubicBezTo>
                  <a:pt x="59" y="34"/>
                  <a:pt x="79" y="67"/>
                  <a:pt x="98" y="100"/>
                </a:cubicBezTo>
                <a:cubicBezTo>
                  <a:pt x="98" y="100"/>
                  <a:pt x="99" y="100"/>
                  <a:pt x="99" y="100"/>
                </a:cubicBezTo>
                <a:cubicBezTo>
                  <a:pt x="99" y="99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1"/>
                  <a:pt x="99" y="19"/>
                  <a:pt x="98" y="16"/>
                </a:cubicBezTo>
                <a:cubicBezTo>
                  <a:pt x="97" y="12"/>
                  <a:pt x="94" y="9"/>
                  <a:pt x="90" y="9"/>
                </a:cubicBezTo>
                <a:cubicBezTo>
                  <a:pt x="88" y="8"/>
                  <a:pt x="86" y="8"/>
                  <a:pt x="83" y="8"/>
                </a:cubicBezTo>
                <a:cubicBezTo>
                  <a:pt x="83" y="5"/>
                  <a:pt x="83" y="3"/>
                  <a:pt x="83" y="1"/>
                </a:cubicBezTo>
                <a:cubicBezTo>
                  <a:pt x="87" y="0"/>
                  <a:pt x="115" y="0"/>
                  <a:pt x="126" y="1"/>
                </a:cubicBezTo>
                <a:cubicBezTo>
                  <a:pt x="126" y="3"/>
                  <a:pt x="126" y="5"/>
                  <a:pt x="126" y="8"/>
                </a:cubicBezTo>
                <a:cubicBezTo>
                  <a:pt x="124" y="8"/>
                  <a:pt x="122" y="8"/>
                  <a:pt x="119" y="9"/>
                </a:cubicBezTo>
                <a:cubicBezTo>
                  <a:pt x="115" y="9"/>
                  <a:pt x="112" y="12"/>
                  <a:pt x="111" y="16"/>
                </a:cubicBezTo>
                <a:cubicBezTo>
                  <a:pt x="111" y="20"/>
                  <a:pt x="110" y="23"/>
                  <a:pt x="110" y="27"/>
                </a:cubicBezTo>
                <a:cubicBezTo>
                  <a:pt x="110" y="61"/>
                  <a:pt x="110" y="95"/>
                  <a:pt x="110" y="129"/>
                </a:cubicBezTo>
                <a:cubicBezTo>
                  <a:pt x="110" y="131"/>
                  <a:pt x="110" y="133"/>
                  <a:pt x="110" y="135"/>
                </a:cubicBezTo>
                <a:cubicBezTo>
                  <a:pt x="106" y="135"/>
                  <a:pt x="103" y="135"/>
                  <a:pt x="99" y="135"/>
                </a:cubicBezTo>
                <a:cubicBezTo>
                  <a:pt x="76" y="95"/>
                  <a:pt x="52" y="55"/>
                  <a:pt x="29" y="15"/>
                </a:cubicBezTo>
                <a:cubicBezTo>
                  <a:pt x="28" y="15"/>
                  <a:pt x="28" y="15"/>
                  <a:pt x="28" y="16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3" name="Freeform 20">
            <a:extLst xmlns:a="http://schemas.openxmlformats.org/drawingml/2006/main">
              <a:ext uri="{FF2B5EF4-FFF2-40B4-BE49-F238E27FC236}">
                <a16:creationId xmlns:a16="http://schemas.microsoft.com/office/drawing/2014/main" id="{08D85042-2722-4C96-A689-033756A38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9652" y="688617"/>
            <a:ext cx="62726" cy="68429"/>
          </a:xfrm>
          <a:custGeom xmlns:a="http://schemas.openxmlformats.org/drawingml/2006/main">
            <a:gdLst>
              <a:gd name="T0" fmla="*/ 0 w 124"/>
              <a:gd name="T1" fmla="*/ 8 h 135"/>
              <a:gd name="T2" fmla="*/ 0 w 124"/>
              <a:gd name="T3" fmla="*/ 1 h 135"/>
              <a:gd name="T4" fmla="*/ 105 w 124"/>
              <a:gd name="T5" fmla="*/ 1 h 135"/>
              <a:gd name="T6" fmla="*/ 117 w 124"/>
              <a:gd name="T7" fmla="*/ 35 h 135"/>
              <a:gd name="T8" fmla="*/ 110 w 124"/>
              <a:gd name="T9" fmla="*/ 39 h 135"/>
              <a:gd name="T10" fmla="*/ 107 w 124"/>
              <a:gd name="T11" fmla="*/ 33 h 135"/>
              <a:gd name="T12" fmla="*/ 78 w 124"/>
              <a:gd name="T13" fmla="*/ 11 h 135"/>
              <a:gd name="T14" fmla="*/ 34 w 124"/>
              <a:gd name="T15" fmla="*/ 11 h 135"/>
              <a:gd name="T16" fmla="*/ 34 w 124"/>
              <a:gd name="T17" fmla="*/ 61 h 135"/>
              <a:gd name="T18" fmla="*/ 55 w 124"/>
              <a:gd name="T19" fmla="*/ 60 h 135"/>
              <a:gd name="T20" fmla="*/ 69 w 124"/>
              <a:gd name="T21" fmla="*/ 45 h 135"/>
              <a:gd name="T22" fmla="*/ 70 w 124"/>
              <a:gd name="T23" fmla="*/ 36 h 135"/>
              <a:gd name="T24" fmla="*/ 78 w 124"/>
              <a:gd name="T25" fmla="*/ 36 h 135"/>
              <a:gd name="T26" fmla="*/ 78 w 124"/>
              <a:gd name="T27" fmla="*/ 95 h 135"/>
              <a:gd name="T28" fmla="*/ 74 w 124"/>
              <a:gd name="T29" fmla="*/ 95 h 135"/>
              <a:gd name="T30" fmla="*/ 70 w 124"/>
              <a:gd name="T31" fmla="*/ 95 h 135"/>
              <a:gd name="T32" fmla="*/ 70 w 124"/>
              <a:gd name="T33" fmla="*/ 88 h 135"/>
              <a:gd name="T34" fmla="*/ 68 w 124"/>
              <a:gd name="T35" fmla="*/ 81 h 135"/>
              <a:gd name="T36" fmla="*/ 58 w 124"/>
              <a:gd name="T37" fmla="*/ 71 h 135"/>
              <a:gd name="T38" fmla="*/ 34 w 124"/>
              <a:gd name="T39" fmla="*/ 70 h 135"/>
              <a:gd name="T40" fmla="*/ 33 w 124"/>
              <a:gd name="T41" fmla="*/ 74 h 135"/>
              <a:gd name="T42" fmla="*/ 33 w 124"/>
              <a:gd name="T43" fmla="*/ 115 h 135"/>
              <a:gd name="T44" fmla="*/ 43 w 124"/>
              <a:gd name="T45" fmla="*/ 125 h 135"/>
              <a:gd name="T46" fmla="*/ 69 w 124"/>
              <a:gd name="T47" fmla="*/ 125 h 135"/>
              <a:gd name="T48" fmla="*/ 112 w 124"/>
              <a:gd name="T49" fmla="*/ 97 h 135"/>
              <a:gd name="T50" fmla="*/ 115 w 124"/>
              <a:gd name="T51" fmla="*/ 90 h 135"/>
              <a:gd name="T52" fmla="*/ 124 w 124"/>
              <a:gd name="T53" fmla="*/ 93 h 135"/>
              <a:gd name="T54" fmla="*/ 109 w 124"/>
              <a:gd name="T55" fmla="*/ 135 h 135"/>
              <a:gd name="T56" fmla="*/ 0 w 124"/>
              <a:gd name="T57" fmla="*/ 135 h 135"/>
              <a:gd name="T58" fmla="*/ 0 w 124"/>
              <a:gd name="T59" fmla="*/ 128 h 135"/>
              <a:gd name="T60" fmla="*/ 8 w 124"/>
              <a:gd name="T61" fmla="*/ 127 h 135"/>
              <a:gd name="T62" fmla="*/ 15 w 124"/>
              <a:gd name="T63" fmla="*/ 120 h 135"/>
              <a:gd name="T64" fmla="*/ 16 w 124"/>
              <a:gd name="T65" fmla="*/ 113 h 135"/>
              <a:gd name="T66" fmla="*/ 16 w 124"/>
              <a:gd name="T67" fmla="*/ 21 h 135"/>
              <a:gd name="T68" fmla="*/ 16 w 124"/>
              <a:gd name="T69" fmla="*/ 16 h 135"/>
              <a:gd name="T70" fmla="*/ 8 w 124"/>
              <a:gd name="T71" fmla="*/ 9 h 135"/>
              <a:gd name="T72" fmla="*/ 4 w 124"/>
              <a:gd name="T73" fmla="*/ 8 h 135"/>
              <a:gd name="T74" fmla="*/ 0 w 124"/>
              <a:gd name="T75" fmla="*/ 8 h 135"/>
            </a:gdLst>
            <a:rect l="0" t="0" r="r" b="b"/>
            <a:pathLst>
              <a:path w="124" h="135">
                <a:moveTo>
                  <a:pt x="0" y="8"/>
                </a:moveTo>
                <a:cubicBezTo>
                  <a:pt x="0" y="5"/>
                  <a:pt x="0" y="3"/>
                  <a:pt x="0" y="1"/>
                </a:cubicBezTo>
                <a:cubicBezTo>
                  <a:pt x="3" y="0"/>
                  <a:pt x="98" y="0"/>
                  <a:pt x="105" y="1"/>
                </a:cubicBezTo>
                <a:cubicBezTo>
                  <a:pt x="109" y="12"/>
                  <a:pt x="113" y="24"/>
                  <a:pt x="117" y="35"/>
                </a:cubicBezTo>
                <a:cubicBezTo>
                  <a:pt x="115" y="37"/>
                  <a:pt x="112" y="38"/>
                  <a:pt x="110" y="39"/>
                </a:cubicBezTo>
                <a:cubicBezTo>
                  <a:pt x="109" y="36"/>
                  <a:pt x="108" y="35"/>
                  <a:pt x="107" y="33"/>
                </a:cubicBezTo>
                <a:cubicBezTo>
                  <a:pt x="101" y="20"/>
                  <a:pt x="92" y="13"/>
                  <a:pt x="78" y="11"/>
                </a:cubicBezTo>
                <a:cubicBezTo>
                  <a:pt x="63" y="10"/>
                  <a:pt x="48" y="11"/>
                  <a:pt x="34" y="11"/>
                </a:cubicBezTo>
                <a:cubicBezTo>
                  <a:pt x="33" y="15"/>
                  <a:pt x="33" y="55"/>
                  <a:pt x="34" y="61"/>
                </a:cubicBezTo>
                <a:cubicBezTo>
                  <a:pt x="41" y="61"/>
                  <a:pt x="48" y="61"/>
                  <a:pt x="55" y="60"/>
                </a:cubicBezTo>
                <a:cubicBezTo>
                  <a:pt x="64" y="59"/>
                  <a:pt x="68" y="54"/>
                  <a:pt x="69" y="45"/>
                </a:cubicBezTo>
                <a:cubicBezTo>
                  <a:pt x="70" y="42"/>
                  <a:pt x="70" y="39"/>
                  <a:pt x="70" y="36"/>
                </a:cubicBezTo>
                <a:cubicBezTo>
                  <a:pt x="73" y="36"/>
                  <a:pt x="75" y="36"/>
                  <a:pt x="78" y="36"/>
                </a:cubicBezTo>
                <a:cubicBezTo>
                  <a:pt x="78" y="56"/>
                  <a:pt x="78" y="75"/>
                  <a:pt x="78" y="95"/>
                </a:cubicBezTo>
                <a:cubicBezTo>
                  <a:pt x="77" y="95"/>
                  <a:pt x="76" y="95"/>
                  <a:pt x="74" y="95"/>
                </a:cubicBezTo>
                <a:cubicBezTo>
                  <a:pt x="73" y="95"/>
                  <a:pt x="72" y="95"/>
                  <a:pt x="70" y="95"/>
                </a:cubicBezTo>
                <a:cubicBezTo>
                  <a:pt x="70" y="93"/>
                  <a:pt x="70" y="90"/>
                  <a:pt x="70" y="88"/>
                </a:cubicBezTo>
                <a:cubicBezTo>
                  <a:pt x="69" y="86"/>
                  <a:pt x="69" y="83"/>
                  <a:pt x="68" y="81"/>
                </a:cubicBezTo>
                <a:cubicBezTo>
                  <a:pt x="67" y="75"/>
                  <a:pt x="64" y="72"/>
                  <a:pt x="58" y="71"/>
                </a:cubicBezTo>
                <a:cubicBezTo>
                  <a:pt x="50" y="69"/>
                  <a:pt x="42" y="70"/>
                  <a:pt x="34" y="70"/>
                </a:cubicBezTo>
                <a:cubicBezTo>
                  <a:pt x="33" y="72"/>
                  <a:pt x="33" y="73"/>
                  <a:pt x="33" y="74"/>
                </a:cubicBezTo>
                <a:cubicBezTo>
                  <a:pt x="33" y="88"/>
                  <a:pt x="33" y="102"/>
                  <a:pt x="33" y="115"/>
                </a:cubicBezTo>
                <a:cubicBezTo>
                  <a:pt x="33" y="124"/>
                  <a:pt x="34" y="125"/>
                  <a:pt x="43" y="125"/>
                </a:cubicBezTo>
                <a:cubicBezTo>
                  <a:pt x="52" y="125"/>
                  <a:pt x="60" y="125"/>
                  <a:pt x="69" y="125"/>
                </a:cubicBezTo>
                <a:cubicBezTo>
                  <a:pt x="89" y="125"/>
                  <a:pt x="104" y="115"/>
                  <a:pt x="112" y="97"/>
                </a:cubicBezTo>
                <a:cubicBezTo>
                  <a:pt x="113" y="95"/>
                  <a:pt x="114" y="93"/>
                  <a:pt x="115" y="90"/>
                </a:cubicBezTo>
                <a:cubicBezTo>
                  <a:pt x="118" y="91"/>
                  <a:pt x="121" y="92"/>
                  <a:pt x="124" y="93"/>
                </a:cubicBezTo>
                <a:cubicBezTo>
                  <a:pt x="119" y="108"/>
                  <a:pt x="114" y="121"/>
                  <a:pt x="109" y="135"/>
                </a:cubicBezTo>
                <a:cubicBezTo>
                  <a:pt x="73" y="135"/>
                  <a:pt x="3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6" y="128"/>
                  <a:pt x="8" y="127"/>
                </a:cubicBezTo>
                <a:cubicBezTo>
                  <a:pt x="13" y="126"/>
                  <a:pt x="15" y="125"/>
                  <a:pt x="15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20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7" y="9"/>
                  <a:pt x="6" y="8"/>
                  <a:pt x="4" y="8"/>
                </a:cubicBezTo>
                <a:cubicBezTo>
                  <a:pt x="3" y="8"/>
                  <a:pt x="2" y="8"/>
                  <a:pt x="0" y="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4" name="Freeform 21">
            <a:extLst xmlns:a="http://schemas.openxmlformats.org/drawingml/2006/main">
              <a:ext uri="{FF2B5EF4-FFF2-40B4-BE49-F238E27FC236}">
                <a16:creationId xmlns:a16="http://schemas.microsoft.com/office/drawing/2014/main" id="{A0A06CE1-29D6-45C2-B70B-EF0889589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5152" y="689187"/>
            <a:ext cx="62726" cy="67859"/>
          </a:xfrm>
          <a:custGeom xmlns:a="http://schemas.openxmlformats.org/drawingml/2006/main">
            <a:gdLst>
              <a:gd name="T0" fmla="*/ 33 w 123"/>
              <a:gd name="T1" fmla="*/ 60 h 134"/>
              <a:gd name="T2" fmla="*/ 55 w 123"/>
              <a:gd name="T3" fmla="*/ 59 h 134"/>
              <a:gd name="T4" fmla="*/ 68 w 123"/>
              <a:gd name="T5" fmla="*/ 45 h 134"/>
              <a:gd name="T6" fmla="*/ 70 w 123"/>
              <a:gd name="T7" fmla="*/ 35 h 134"/>
              <a:gd name="T8" fmla="*/ 77 w 123"/>
              <a:gd name="T9" fmla="*/ 35 h 134"/>
              <a:gd name="T10" fmla="*/ 77 w 123"/>
              <a:gd name="T11" fmla="*/ 94 h 134"/>
              <a:gd name="T12" fmla="*/ 75 w 123"/>
              <a:gd name="T13" fmla="*/ 94 h 134"/>
              <a:gd name="T14" fmla="*/ 70 w 123"/>
              <a:gd name="T15" fmla="*/ 94 h 134"/>
              <a:gd name="T16" fmla="*/ 69 w 123"/>
              <a:gd name="T17" fmla="*/ 83 h 134"/>
              <a:gd name="T18" fmla="*/ 54 w 123"/>
              <a:gd name="T19" fmla="*/ 69 h 134"/>
              <a:gd name="T20" fmla="*/ 33 w 123"/>
              <a:gd name="T21" fmla="*/ 69 h 134"/>
              <a:gd name="T22" fmla="*/ 33 w 123"/>
              <a:gd name="T23" fmla="*/ 73 h 134"/>
              <a:gd name="T24" fmla="*/ 33 w 123"/>
              <a:gd name="T25" fmla="*/ 114 h 134"/>
              <a:gd name="T26" fmla="*/ 43 w 123"/>
              <a:gd name="T27" fmla="*/ 124 h 134"/>
              <a:gd name="T28" fmla="*/ 68 w 123"/>
              <a:gd name="T29" fmla="*/ 124 h 134"/>
              <a:gd name="T30" fmla="*/ 112 w 123"/>
              <a:gd name="T31" fmla="*/ 96 h 134"/>
              <a:gd name="T32" fmla="*/ 115 w 123"/>
              <a:gd name="T33" fmla="*/ 90 h 134"/>
              <a:gd name="T34" fmla="*/ 115 w 123"/>
              <a:gd name="T35" fmla="*/ 90 h 134"/>
              <a:gd name="T36" fmla="*/ 123 w 123"/>
              <a:gd name="T37" fmla="*/ 92 h 134"/>
              <a:gd name="T38" fmla="*/ 109 w 123"/>
              <a:gd name="T39" fmla="*/ 134 h 134"/>
              <a:gd name="T40" fmla="*/ 0 w 123"/>
              <a:gd name="T41" fmla="*/ 134 h 134"/>
              <a:gd name="T42" fmla="*/ 0 w 123"/>
              <a:gd name="T43" fmla="*/ 127 h 134"/>
              <a:gd name="T44" fmla="*/ 8 w 123"/>
              <a:gd name="T45" fmla="*/ 126 h 134"/>
              <a:gd name="T46" fmla="*/ 15 w 123"/>
              <a:gd name="T47" fmla="*/ 120 h 134"/>
              <a:gd name="T48" fmla="*/ 16 w 123"/>
              <a:gd name="T49" fmla="*/ 113 h 134"/>
              <a:gd name="T50" fmla="*/ 16 w 123"/>
              <a:gd name="T51" fmla="*/ 20 h 134"/>
              <a:gd name="T52" fmla="*/ 5 w 123"/>
              <a:gd name="T53" fmla="*/ 7 h 134"/>
              <a:gd name="T54" fmla="*/ 0 w 123"/>
              <a:gd name="T55" fmla="*/ 7 h 134"/>
              <a:gd name="T56" fmla="*/ 0 w 123"/>
              <a:gd name="T57" fmla="*/ 0 h 134"/>
              <a:gd name="T58" fmla="*/ 105 w 123"/>
              <a:gd name="T59" fmla="*/ 0 h 134"/>
              <a:gd name="T60" fmla="*/ 117 w 123"/>
              <a:gd name="T61" fmla="*/ 35 h 134"/>
              <a:gd name="T62" fmla="*/ 109 w 123"/>
              <a:gd name="T63" fmla="*/ 38 h 134"/>
              <a:gd name="T64" fmla="*/ 107 w 123"/>
              <a:gd name="T65" fmla="*/ 34 h 134"/>
              <a:gd name="T66" fmla="*/ 105 w 123"/>
              <a:gd name="T67" fmla="*/ 29 h 134"/>
              <a:gd name="T68" fmla="*/ 78 w 123"/>
              <a:gd name="T69" fmla="*/ 11 h 134"/>
              <a:gd name="T70" fmla="*/ 42 w 123"/>
              <a:gd name="T71" fmla="*/ 10 h 134"/>
              <a:gd name="T72" fmla="*/ 33 w 123"/>
              <a:gd name="T73" fmla="*/ 10 h 134"/>
              <a:gd name="T74" fmla="*/ 33 w 123"/>
              <a:gd name="T75" fmla="*/ 60 h 134"/>
            </a:gdLst>
            <a:rect l="0" t="0" r="r" b="b"/>
            <a:pathLst>
              <a:path w="123" h="134">
                <a:moveTo>
                  <a:pt x="33" y="60"/>
                </a:moveTo>
                <a:cubicBezTo>
                  <a:pt x="41" y="60"/>
                  <a:pt x="48" y="61"/>
                  <a:pt x="55" y="59"/>
                </a:cubicBezTo>
                <a:cubicBezTo>
                  <a:pt x="63" y="57"/>
                  <a:pt x="67" y="53"/>
                  <a:pt x="68" y="45"/>
                </a:cubicBezTo>
                <a:cubicBezTo>
                  <a:pt x="69" y="42"/>
                  <a:pt x="69" y="39"/>
                  <a:pt x="70" y="35"/>
                </a:cubicBezTo>
                <a:cubicBezTo>
                  <a:pt x="72" y="35"/>
                  <a:pt x="75" y="35"/>
                  <a:pt x="77" y="35"/>
                </a:cubicBezTo>
                <a:cubicBezTo>
                  <a:pt x="77" y="55"/>
                  <a:pt x="77" y="74"/>
                  <a:pt x="77" y="94"/>
                </a:cubicBezTo>
                <a:cubicBezTo>
                  <a:pt x="76" y="94"/>
                  <a:pt x="75" y="94"/>
                  <a:pt x="75" y="94"/>
                </a:cubicBezTo>
                <a:cubicBezTo>
                  <a:pt x="73" y="94"/>
                  <a:pt x="71" y="94"/>
                  <a:pt x="70" y="94"/>
                </a:cubicBezTo>
                <a:cubicBezTo>
                  <a:pt x="69" y="90"/>
                  <a:pt x="69" y="86"/>
                  <a:pt x="69" y="83"/>
                </a:cubicBezTo>
                <a:cubicBezTo>
                  <a:pt x="67" y="74"/>
                  <a:pt x="63" y="70"/>
                  <a:pt x="54" y="69"/>
                </a:cubicBezTo>
                <a:cubicBezTo>
                  <a:pt x="47" y="69"/>
                  <a:pt x="40" y="69"/>
                  <a:pt x="33" y="69"/>
                </a:cubicBezTo>
                <a:cubicBezTo>
                  <a:pt x="33" y="71"/>
                  <a:pt x="33" y="72"/>
                  <a:pt x="33" y="73"/>
                </a:cubicBezTo>
                <a:cubicBezTo>
                  <a:pt x="33" y="87"/>
                  <a:pt x="33" y="101"/>
                  <a:pt x="33" y="114"/>
                </a:cubicBezTo>
                <a:cubicBezTo>
                  <a:pt x="33" y="123"/>
                  <a:pt x="34" y="124"/>
                  <a:pt x="43" y="124"/>
                </a:cubicBezTo>
                <a:cubicBezTo>
                  <a:pt x="51" y="124"/>
                  <a:pt x="60" y="124"/>
                  <a:pt x="68" y="124"/>
                </a:cubicBezTo>
                <a:cubicBezTo>
                  <a:pt x="89" y="124"/>
                  <a:pt x="103" y="114"/>
                  <a:pt x="112" y="96"/>
                </a:cubicBezTo>
                <a:cubicBezTo>
                  <a:pt x="113" y="94"/>
                  <a:pt x="114" y="92"/>
                  <a:pt x="115" y="90"/>
                </a:cubicBezTo>
                <a:cubicBezTo>
                  <a:pt x="115" y="90"/>
                  <a:pt x="115" y="90"/>
                  <a:pt x="115" y="90"/>
                </a:cubicBezTo>
                <a:cubicBezTo>
                  <a:pt x="118" y="90"/>
                  <a:pt x="120" y="91"/>
                  <a:pt x="123" y="92"/>
                </a:cubicBezTo>
                <a:cubicBezTo>
                  <a:pt x="118" y="107"/>
                  <a:pt x="113" y="120"/>
                  <a:pt x="109" y="134"/>
                </a:cubicBezTo>
                <a:cubicBezTo>
                  <a:pt x="72" y="134"/>
                  <a:pt x="3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6"/>
                  <a:pt x="8" y="126"/>
                </a:cubicBezTo>
                <a:cubicBezTo>
                  <a:pt x="12" y="126"/>
                  <a:pt x="14" y="124"/>
                  <a:pt x="15" y="120"/>
                </a:cubicBezTo>
                <a:cubicBezTo>
                  <a:pt x="15" y="118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0"/>
                  <a:pt x="14" y="8"/>
                  <a:pt x="5" y="7"/>
                </a:cubicBezTo>
                <a:cubicBezTo>
                  <a:pt x="3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34" y="0"/>
                  <a:pt x="69" y="0"/>
                  <a:pt x="105" y="0"/>
                </a:cubicBezTo>
                <a:cubicBezTo>
                  <a:pt x="109" y="11"/>
                  <a:pt x="112" y="22"/>
                  <a:pt x="117" y="35"/>
                </a:cubicBezTo>
                <a:cubicBezTo>
                  <a:pt x="114" y="36"/>
                  <a:pt x="112" y="37"/>
                  <a:pt x="109" y="38"/>
                </a:cubicBezTo>
                <a:cubicBezTo>
                  <a:pt x="108" y="36"/>
                  <a:pt x="108" y="35"/>
                  <a:pt x="107" y="34"/>
                </a:cubicBezTo>
                <a:cubicBezTo>
                  <a:pt x="107" y="32"/>
                  <a:pt x="106" y="31"/>
                  <a:pt x="105" y="29"/>
                </a:cubicBezTo>
                <a:cubicBezTo>
                  <a:pt x="100" y="18"/>
                  <a:pt x="90" y="11"/>
                  <a:pt x="78" y="11"/>
                </a:cubicBezTo>
                <a:cubicBezTo>
                  <a:pt x="66" y="10"/>
                  <a:pt x="54" y="10"/>
                  <a:pt x="42" y="10"/>
                </a:cubicBezTo>
                <a:cubicBezTo>
                  <a:pt x="39" y="10"/>
                  <a:pt x="36" y="10"/>
                  <a:pt x="33" y="10"/>
                </a:cubicBezTo>
                <a:cubicBezTo>
                  <a:pt x="33" y="26"/>
                  <a:pt x="33" y="43"/>
                  <a:pt x="33" y="6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5" name="Freeform 22">
            <a:extLst xmlns:a="http://schemas.openxmlformats.org/drawingml/2006/main">
              <a:ext uri="{FF2B5EF4-FFF2-40B4-BE49-F238E27FC236}">
                <a16:creationId xmlns:a16="http://schemas.microsoft.com/office/drawing/2014/main" id="{59034079-CB43-4EBD-AD09-19E82D3D0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3944" y="689187"/>
            <a:ext cx="63867" cy="67859"/>
          </a:xfrm>
          <a:custGeom xmlns:a="http://schemas.openxmlformats.org/drawingml/2006/main">
            <a:gdLst>
              <a:gd name="T0" fmla="*/ 43 w 126"/>
              <a:gd name="T1" fmla="*/ 134 h 134"/>
              <a:gd name="T2" fmla="*/ 0 w 126"/>
              <a:gd name="T3" fmla="*/ 134 h 134"/>
              <a:gd name="T4" fmla="*/ 0 w 126"/>
              <a:gd name="T5" fmla="*/ 127 h 134"/>
              <a:gd name="T6" fmla="*/ 7 w 126"/>
              <a:gd name="T7" fmla="*/ 126 h 134"/>
              <a:gd name="T8" fmla="*/ 16 w 126"/>
              <a:gd name="T9" fmla="*/ 118 h 134"/>
              <a:gd name="T10" fmla="*/ 16 w 126"/>
              <a:gd name="T11" fmla="*/ 110 h 134"/>
              <a:gd name="T12" fmla="*/ 16 w 126"/>
              <a:gd name="T13" fmla="*/ 18 h 134"/>
              <a:gd name="T14" fmla="*/ 5 w 126"/>
              <a:gd name="T15" fmla="*/ 7 h 134"/>
              <a:gd name="T16" fmla="*/ 0 w 126"/>
              <a:gd name="T17" fmla="*/ 7 h 134"/>
              <a:gd name="T18" fmla="*/ 0 w 126"/>
              <a:gd name="T19" fmla="*/ 0 h 134"/>
              <a:gd name="T20" fmla="*/ 40 w 126"/>
              <a:gd name="T21" fmla="*/ 0 h 134"/>
              <a:gd name="T22" fmla="*/ 98 w 126"/>
              <a:gd name="T23" fmla="*/ 100 h 134"/>
              <a:gd name="T24" fmla="*/ 99 w 126"/>
              <a:gd name="T25" fmla="*/ 96 h 134"/>
              <a:gd name="T26" fmla="*/ 99 w 126"/>
              <a:gd name="T27" fmla="*/ 24 h 134"/>
              <a:gd name="T28" fmla="*/ 98 w 126"/>
              <a:gd name="T29" fmla="*/ 17 h 134"/>
              <a:gd name="T30" fmla="*/ 89 w 126"/>
              <a:gd name="T31" fmla="*/ 7 h 134"/>
              <a:gd name="T32" fmla="*/ 83 w 126"/>
              <a:gd name="T33" fmla="*/ 7 h 134"/>
              <a:gd name="T34" fmla="*/ 83 w 126"/>
              <a:gd name="T35" fmla="*/ 4 h 134"/>
              <a:gd name="T36" fmla="*/ 83 w 126"/>
              <a:gd name="T37" fmla="*/ 0 h 134"/>
              <a:gd name="T38" fmla="*/ 125 w 126"/>
              <a:gd name="T39" fmla="*/ 0 h 134"/>
              <a:gd name="T40" fmla="*/ 126 w 126"/>
              <a:gd name="T41" fmla="*/ 3 h 134"/>
              <a:gd name="T42" fmla="*/ 126 w 126"/>
              <a:gd name="T43" fmla="*/ 7 h 134"/>
              <a:gd name="T44" fmla="*/ 120 w 126"/>
              <a:gd name="T45" fmla="*/ 7 h 134"/>
              <a:gd name="T46" fmla="*/ 110 w 126"/>
              <a:gd name="T47" fmla="*/ 16 h 134"/>
              <a:gd name="T48" fmla="*/ 110 w 126"/>
              <a:gd name="T49" fmla="*/ 26 h 134"/>
              <a:gd name="T50" fmla="*/ 110 w 126"/>
              <a:gd name="T51" fmla="*/ 128 h 134"/>
              <a:gd name="T52" fmla="*/ 110 w 126"/>
              <a:gd name="T53" fmla="*/ 134 h 134"/>
              <a:gd name="T54" fmla="*/ 98 w 126"/>
              <a:gd name="T55" fmla="*/ 134 h 134"/>
              <a:gd name="T56" fmla="*/ 28 w 126"/>
              <a:gd name="T57" fmla="*/ 14 h 134"/>
              <a:gd name="T58" fmla="*/ 28 w 126"/>
              <a:gd name="T59" fmla="*/ 14 h 134"/>
              <a:gd name="T60" fmla="*/ 27 w 126"/>
              <a:gd name="T61" fmla="*/ 17 h 134"/>
              <a:gd name="T62" fmla="*/ 27 w 126"/>
              <a:gd name="T63" fmla="*/ 110 h 134"/>
              <a:gd name="T64" fmla="*/ 28 w 126"/>
              <a:gd name="T65" fmla="*/ 118 h 134"/>
              <a:gd name="T66" fmla="*/ 36 w 126"/>
              <a:gd name="T67" fmla="*/ 126 h 134"/>
              <a:gd name="T68" fmla="*/ 43 w 126"/>
              <a:gd name="T69" fmla="*/ 127 h 134"/>
              <a:gd name="T70" fmla="*/ 43 w 126"/>
              <a:gd name="T71" fmla="*/ 134 h 134"/>
            </a:gdLst>
            <a:rect l="0" t="0" r="r" b="b"/>
            <a:pathLst>
              <a:path w="126" h="134">
                <a:moveTo>
                  <a:pt x="43" y="134"/>
                </a:moveTo>
                <a:cubicBezTo>
                  <a:pt x="29" y="134"/>
                  <a:pt x="14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7"/>
                  <a:pt x="7" y="126"/>
                </a:cubicBezTo>
                <a:cubicBezTo>
                  <a:pt x="13" y="125"/>
                  <a:pt x="15" y="123"/>
                  <a:pt x="16" y="118"/>
                </a:cubicBezTo>
                <a:cubicBezTo>
                  <a:pt x="16" y="115"/>
                  <a:pt x="16" y="113"/>
                  <a:pt x="16" y="110"/>
                </a:cubicBezTo>
                <a:cubicBezTo>
                  <a:pt x="16" y="80"/>
                  <a:pt x="16" y="49"/>
                  <a:pt x="16" y="18"/>
                </a:cubicBezTo>
                <a:cubicBezTo>
                  <a:pt x="16" y="9"/>
                  <a:pt x="14" y="8"/>
                  <a:pt x="5" y="7"/>
                </a:cubicBezTo>
                <a:cubicBezTo>
                  <a:pt x="4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3" y="0"/>
                  <a:pt x="26" y="0"/>
                  <a:pt x="40" y="0"/>
                </a:cubicBezTo>
                <a:cubicBezTo>
                  <a:pt x="59" y="33"/>
                  <a:pt x="78" y="66"/>
                  <a:pt x="98" y="100"/>
                </a:cubicBezTo>
                <a:cubicBezTo>
                  <a:pt x="98" y="98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2"/>
                  <a:pt x="99" y="19"/>
                  <a:pt x="98" y="17"/>
                </a:cubicBezTo>
                <a:cubicBezTo>
                  <a:pt x="97" y="11"/>
                  <a:pt x="95" y="8"/>
                  <a:pt x="89" y="7"/>
                </a:cubicBezTo>
                <a:cubicBezTo>
                  <a:pt x="87" y="7"/>
                  <a:pt x="85" y="7"/>
                  <a:pt x="83" y="7"/>
                </a:cubicBezTo>
                <a:cubicBezTo>
                  <a:pt x="83" y="6"/>
                  <a:pt x="83" y="5"/>
                  <a:pt x="83" y="4"/>
                </a:cubicBezTo>
                <a:cubicBezTo>
                  <a:pt x="83" y="2"/>
                  <a:pt x="83" y="1"/>
                  <a:pt x="83" y="0"/>
                </a:cubicBezTo>
                <a:cubicBezTo>
                  <a:pt x="97" y="0"/>
                  <a:pt x="111" y="0"/>
                  <a:pt x="125" y="0"/>
                </a:cubicBezTo>
                <a:cubicBezTo>
                  <a:pt x="125" y="1"/>
                  <a:pt x="126" y="2"/>
                  <a:pt x="126" y="3"/>
                </a:cubicBezTo>
                <a:cubicBezTo>
                  <a:pt x="126" y="4"/>
                  <a:pt x="126" y="5"/>
                  <a:pt x="126" y="7"/>
                </a:cubicBezTo>
                <a:cubicBezTo>
                  <a:pt x="124" y="7"/>
                  <a:pt x="122" y="7"/>
                  <a:pt x="120" y="7"/>
                </a:cubicBezTo>
                <a:cubicBezTo>
                  <a:pt x="114" y="8"/>
                  <a:pt x="111" y="11"/>
                  <a:pt x="110" y="16"/>
                </a:cubicBezTo>
                <a:cubicBezTo>
                  <a:pt x="110" y="20"/>
                  <a:pt x="110" y="23"/>
                  <a:pt x="110" y="26"/>
                </a:cubicBezTo>
                <a:cubicBezTo>
                  <a:pt x="110" y="60"/>
                  <a:pt x="110" y="94"/>
                  <a:pt x="110" y="128"/>
                </a:cubicBezTo>
                <a:cubicBezTo>
                  <a:pt x="110" y="130"/>
                  <a:pt x="110" y="132"/>
                  <a:pt x="110" y="134"/>
                </a:cubicBezTo>
                <a:cubicBezTo>
                  <a:pt x="106" y="134"/>
                  <a:pt x="102" y="134"/>
                  <a:pt x="98" y="134"/>
                </a:cubicBezTo>
                <a:cubicBezTo>
                  <a:pt x="75" y="94"/>
                  <a:pt x="52" y="54"/>
                  <a:pt x="28" y="14"/>
                </a:cubicBezTo>
                <a:cubicBezTo>
                  <a:pt x="28" y="14"/>
                  <a:pt x="28" y="14"/>
                  <a:pt x="28" y="14"/>
                </a:cubicBezTo>
                <a:cubicBezTo>
                  <a:pt x="27" y="15"/>
                  <a:pt x="27" y="16"/>
                  <a:pt x="27" y="17"/>
                </a:cubicBezTo>
                <a:cubicBezTo>
                  <a:pt x="27" y="48"/>
                  <a:pt x="27" y="79"/>
                  <a:pt x="27" y="110"/>
                </a:cubicBezTo>
                <a:cubicBezTo>
                  <a:pt x="27" y="113"/>
                  <a:pt x="27" y="116"/>
                  <a:pt x="28" y="118"/>
                </a:cubicBezTo>
                <a:cubicBezTo>
                  <a:pt x="29" y="123"/>
                  <a:pt x="31" y="125"/>
                  <a:pt x="36" y="126"/>
                </a:cubicBezTo>
                <a:cubicBezTo>
                  <a:pt x="38" y="126"/>
                  <a:pt x="41" y="127"/>
                  <a:pt x="43" y="127"/>
                </a:cubicBezTo>
                <a:cubicBezTo>
                  <a:pt x="43" y="129"/>
                  <a:pt x="43" y="132"/>
                  <a:pt x="43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6" name="Freeform 23">
            <a:extLst xmlns:a="http://schemas.openxmlformats.org/drawingml/2006/main">
              <a:ext uri="{FF2B5EF4-FFF2-40B4-BE49-F238E27FC236}">
                <a16:creationId xmlns:a16="http://schemas.microsoft.com/office/drawing/2014/main" id="{79320A1D-DA84-49AD-B3E9-09CBEDB94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2943" y="686906"/>
            <a:ext cx="70710" cy="72991"/>
          </a:xfrm>
          <a:custGeom xmlns:a="http://schemas.openxmlformats.org/drawingml/2006/main">
            <a:gdLst>
              <a:gd name="T0" fmla="*/ 87 w 139"/>
              <a:gd name="T1" fmla="*/ 79 h 144"/>
              <a:gd name="T2" fmla="*/ 87 w 139"/>
              <a:gd name="T3" fmla="*/ 71 h 144"/>
              <a:gd name="T4" fmla="*/ 139 w 139"/>
              <a:gd name="T5" fmla="*/ 71 h 144"/>
              <a:gd name="T6" fmla="*/ 139 w 139"/>
              <a:gd name="T7" fmla="*/ 79 h 144"/>
              <a:gd name="T8" fmla="*/ 133 w 139"/>
              <a:gd name="T9" fmla="*/ 79 h 144"/>
              <a:gd name="T10" fmla="*/ 124 w 139"/>
              <a:gd name="T11" fmla="*/ 88 h 144"/>
              <a:gd name="T12" fmla="*/ 124 w 139"/>
              <a:gd name="T13" fmla="*/ 95 h 144"/>
              <a:gd name="T14" fmla="*/ 124 w 139"/>
              <a:gd name="T15" fmla="*/ 134 h 144"/>
              <a:gd name="T16" fmla="*/ 124 w 139"/>
              <a:gd name="T17" fmla="*/ 139 h 144"/>
              <a:gd name="T18" fmla="*/ 115 w 139"/>
              <a:gd name="T19" fmla="*/ 139 h 144"/>
              <a:gd name="T20" fmla="*/ 110 w 139"/>
              <a:gd name="T21" fmla="*/ 128 h 144"/>
              <a:gd name="T22" fmla="*/ 105 w 139"/>
              <a:gd name="T23" fmla="*/ 131 h 144"/>
              <a:gd name="T24" fmla="*/ 56 w 139"/>
              <a:gd name="T25" fmla="*/ 141 h 144"/>
              <a:gd name="T26" fmla="*/ 10 w 139"/>
              <a:gd name="T27" fmla="*/ 103 h 144"/>
              <a:gd name="T28" fmla="*/ 15 w 139"/>
              <a:gd name="T29" fmla="*/ 33 h 144"/>
              <a:gd name="T30" fmla="*/ 56 w 139"/>
              <a:gd name="T31" fmla="*/ 3 h 144"/>
              <a:gd name="T32" fmla="*/ 99 w 139"/>
              <a:gd name="T33" fmla="*/ 11 h 144"/>
              <a:gd name="T34" fmla="*/ 102 w 139"/>
              <a:gd name="T35" fmla="*/ 13 h 144"/>
              <a:gd name="T36" fmla="*/ 105 w 139"/>
              <a:gd name="T37" fmla="*/ 5 h 144"/>
              <a:gd name="T38" fmla="*/ 112 w 139"/>
              <a:gd name="T39" fmla="*/ 5 h 144"/>
              <a:gd name="T40" fmla="*/ 122 w 139"/>
              <a:gd name="T41" fmla="*/ 46 h 144"/>
              <a:gd name="T42" fmla="*/ 114 w 139"/>
              <a:gd name="T43" fmla="*/ 49 h 144"/>
              <a:gd name="T44" fmla="*/ 112 w 139"/>
              <a:gd name="T45" fmla="*/ 44 h 144"/>
              <a:gd name="T46" fmla="*/ 100 w 139"/>
              <a:gd name="T47" fmla="*/ 25 h 144"/>
              <a:gd name="T48" fmla="*/ 42 w 139"/>
              <a:gd name="T49" fmla="*/ 23 h 144"/>
              <a:gd name="T50" fmla="*/ 24 w 139"/>
              <a:gd name="T51" fmla="*/ 62 h 144"/>
              <a:gd name="T52" fmla="*/ 34 w 139"/>
              <a:gd name="T53" fmla="*/ 109 h 144"/>
              <a:gd name="T54" fmla="*/ 77 w 139"/>
              <a:gd name="T55" fmla="*/ 131 h 144"/>
              <a:gd name="T56" fmla="*/ 101 w 139"/>
              <a:gd name="T57" fmla="*/ 120 h 144"/>
              <a:gd name="T58" fmla="*/ 106 w 139"/>
              <a:gd name="T59" fmla="*/ 109 h 144"/>
              <a:gd name="T60" fmla="*/ 106 w 139"/>
              <a:gd name="T61" fmla="*/ 90 h 144"/>
              <a:gd name="T62" fmla="*/ 96 w 139"/>
              <a:gd name="T63" fmla="*/ 79 h 144"/>
              <a:gd name="T64" fmla="*/ 87 w 139"/>
              <a:gd name="T65" fmla="*/ 79 h 144"/>
            </a:gdLst>
            <a:rect l="0" t="0" r="r" b="b"/>
            <a:pathLst>
              <a:path w="139" h="144">
                <a:moveTo>
                  <a:pt x="87" y="79"/>
                </a:moveTo>
                <a:cubicBezTo>
                  <a:pt x="87" y="76"/>
                  <a:pt x="87" y="74"/>
                  <a:pt x="87" y="71"/>
                </a:cubicBezTo>
                <a:cubicBezTo>
                  <a:pt x="105" y="71"/>
                  <a:pt x="122" y="71"/>
                  <a:pt x="139" y="71"/>
                </a:cubicBezTo>
                <a:cubicBezTo>
                  <a:pt x="139" y="74"/>
                  <a:pt x="139" y="76"/>
                  <a:pt x="139" y="79"/>
                </a:cubicBezTo>
                <a:cubicBezTo>
                  <a:pt x="137" y="79"/>
                  <a:pt x="135" y="79"/>
                  <a:pt x="133" y="79"/>
                </a:cubicBezTo>
                <a:cubicBezTo>
                  <a:pt x="127" y="79"/>
                  <a:pt x="125" y="81"/>
                  <a:pt x="124" y="88"/>
                </a:cubicBezTo>
                <a:cubicBezTo>
                  <a:pt x="124" y="90"/>
                  <a:pt x="124" y="93"/>
                  <a:pt x="124" y="95"/>
                </a:cubicBezTo>
                <a:cubicBezTo>
                  <a:pt x="124" y="108"/>
                  <a:pt x="124" y="121"/>
                  <a:pt x="124" y="134"/>
                </a:cubicBezTo>
                <a:cubicBezTo>
                  <a:pt x="124" y="135"/>
                  <a:pt x="124" y="137"/>
                  <a:pt x="124" y="139"/>
                </a:cubicBezTo>
                <a:cubicBezTo>
                  <a:pt x="121" y="139"/>
                  <a:pt x="118" y="139"/>
                  <a:pt x="115" y="139"/>
                </a:cubicBezTo>
                <a:cubicBezTo>
                  <a:pt x="113" y="136"/>
                  <a:pt x="112" y="132"/>
                  <a:pt x="110" y="128"/>
                </a:cubicBezTo>
                <a:cubicBezTo>
                  <a:pt x="108" y="129"/>
                  <a:pt x="107" y="130"/>
                  <a:pt x="105" y="131"/>
                </a:cubicBezTo>
                <a:cubicBezTo>
                  <a:pt x="90" y="140"/>
                  <a:pt x="74" y="144"/>
                  <a:pt x="56" y="141"/>
                </a:cubicBezTo>
                <a:cubicBezTo>
                  <a:pt x="34" y="137"/>
                  <a:pt x="18" y="124"/>
                  <a:pt x="10" y="103"/>
                </a:cubicBezTo>
                <a:cubicBezTo>
                  <a:pt x="0" y="79"/>
                  <a:pt x="1" y="55"/>
                  <a:pt x="15" y="33"/>
                </a:cubicBezTo>
                <a:cubicBezTo>
                  <a:pt x="24" y="17"/>
                  <a:pt x="38" y="6"/>
                  <a:pt x="56" y="3"/>
                </a:cubicBezTo>
                <a:cubicBezTo>
                  <a:pt x="71" y="0"/>
                  <a:pt x="86" y="2"/>
                  <a:pt x="99" y="11"/>
                </a:cubicBezTo>
                <a:cubicBezTo>
                  <a:pt x="100" y="12"/>
                  <a:pt x="101" y="12"/>
                  <a:pt x="102" y="13"/>
                </a:cubicBezTo>
                <a:cubicBezTo>
                  <a:pt x="103" y="10"/>
                  <a:pt x="104" y="7"/>
                  <a:pt x="105" y="5"/>
                </a:cubicBezTo>
                <a:cubicBezTo>
                  <a:pt x="107" y="5"/>
                  <a:pt x="109" y="5"/>
                  <a:pt x="112" y="5"/>
                </a:cubicBezTo>
                <a:cubicBezTo>
                  <a:pt x="115" y="18"/>
                  <a:pt x="119" y="32"/>
                  <a:pt x="122" y="46"/>
                </a:cubicBezTo>
                <a:cubicBezTo>
                  <a:pt x="120" y="47"/>
                  <a:pt x="117" y="48"/>
                  <a:pt x="114" y="49"/>
                </a:cubicBezTo>
                <a:cubicBezTo>
                  <a:pt x="114" y="47"/>
                  <a:pt x="113" y="45"/>
                  <a:pt x="112" y="44"/>
                </a:cubicBezTo>
                <a:cubicBezTo>
                  <a:pt x="109" y="37"/>
                  <a:pt x="105" y="30"/>
                  <a:pt x="100" y="25"/>
                </a:cubicBezTo>
                <a:cubicBezTo>
                  <a:pt x="84" y="8"/>
                  <a:pt x="59" y="7"/>
                  <a:pt x="42" y="23"/>
                </a:cubicBezTo>
                <a:cubicBezTo>
                  <a:pt x="31" y="34"/>
                  <a:pt x="25" y="47"/>
                  <a:pt x="24" y="62"/>
                </a:cubicBezTo>
                <a:cubicBezTo>
                  <a:pt x="22" y="79"/>
                  <a:pt x="25" y="95"/>
                  <a:pt x="34" y="109"/>
                </a:cubicBezTo>
                <a:cubicBezTo>
                  <a:pt x="44" y="125"/>
                  <a:pt x="59" y="132"/>
                  <a:pt x="77" y="131"/>
                </a:cubicBezTo>
                <a:cubicBezTo>
                  <a:pt x="86" y="130"/>
                  <a:pt x="94" y="127"/>
                  <a:pt x="101" y="120"/>
                </a:cubicBezTo>
                <a:cubicBezTo>
                  <a:pt x="104" y="117"/>
                  <a:pt x="106" y="114"/>
                  <a:pt x="106" y="109"/>
                </a:cubicBezTo>
                <a:cubicBezTo>
                  <a:pt x="106" y="103"/>
                  <a:pt x="107" y="96"/>
                  <a:pt x="106" y="90"/>
                </a:cubicBezTo>
                <a:cubicBezTo>
                  <a:pt x="106" y="82"/>
                  <a:pt x="104" y="81"/>
                  <a:pt x="96" y="79"/>
                </a:cubicBezTo>
                <a:cubicBezTo>
                  <a:pt x="94" y="79"/>
                  <a:pt x="91" y="79"/>
                  <a:pt x="87" y="79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7" name="Freeform 25">
            <a:extLst xmlns:a="http://schemas.openxmlformats.org/drawingml/2006/main">
              <a:ext uri="{FF2B5EF4-FFF2-40B4-BE49-F238E27FC236}">
                <a16:creationId xmlns:a16="http://schemas.microsoft.com/office/drawing/2014/main" id="{291585BB-E3EF-4B0B-82D4-A54DDD780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081" y="688046"/>
            <a:ext cx="57594" cy="70710"/>
          </a:xfrm>
          <a:custGeom xmlns:a="http://schemas.openxmlformats.org/drawingml/2006/main">
            <a:gdLst>
              <a:gd name="T0" fmla="*/ 103 w 113"/>
              <a:gd name="T1" fmla="*/ 44 h 140"/>
              <a:gd name="T2" fmla="*/ 95 w 113"/>
              <a:gd name="T3" fmla="*/ 46 h 140"/>
              <a:gd name="T4" fmla="*/ 92 w 113"/>
              <a:gd name="T5" fmla="*/ 41 h 140"/>
              <a:gd name="T6" fmla="*/ 72 w 113"/>
              <a:gd name="T7" fmla="*/ 18 h 140"/>
              <a:gd name="T8" fmla="*/ 38 w 113"/>
              <a:gd name="T9" fmla="*/ 12 h 140"/>
              <a:gd name="T10" fmla="*/ 25 w 113"/>
              <a:gd name="T11" fmla="*/ 19 h 140"/>
              <a:gd name="T12" fmla="*/ 26 w 113"/>
              <a:gd name="T13" fmla="*/ 44 h 140"/>
              <a:gd name="T14" fmla="*/ 42 w 113"/>
              <a:gd name="T15" fmla="*/ 53 h 140"/>
              <a:gd name="T16" fmla="*/ 70 w 113"/>
              <a:gd name="T17" fmla="*/ 62 h 140"/>
              <a:gd name="T18" fmla="*/ 90 w 113"/>
              <a:gd name="T19" fmla="*/ 70 h 140"/>
              <a:gd name="T20" fmla="*/ 97 w 113"/>
              <a:gd name="T21" fmla="*/ 125 h 140"/>
              <a:gd name="T22" fmla="*/ 56 w 113"/>
              <a:gd name="T23" fmla="*/ 140 h 140"/>
              <a:gd name="T24" fmla="*/ 25 w 113"/>
              <a:gd name="T25" fmla="*/ 128 h 140"/>
              <a:gd name="T26" fmla="*/ 21 w 113"/>
              <a:gd name="T27" fmla="*/ 125 h 140"/>
              <a:gd name="T28" fmla="*/ 16 w 113"/>
              <a:gd name="T29" fmla="*/ 137 h 140"/>
              <a:gd name="T30" fmla="*/ 10 w 113"/>
              <a:gd name="T31" fmla="*/ 137 h 140"/>
              <a:gd name="T32" fmla="*/ 1 w 113"/>
              <a:gd name="T33" fmla="*/ 89 h 140"/>
              <a:gd name="T34" fmla="*/ 10 w 113"/>
              <a:gd name="T35" fmla="*/ 87 h 140"/>
              <a:gd name="T36" fmla="*/ 13 w 113"/>
              <a:gd name="T37" fmla="*/ 95 h 140"/>
              <a:gd name="T38" fmla="*/ 36 w 113"/>
              <a:gd name="T39" fmla="*/ 122 h 140"/>
              <a:gd name="T40" fmla="*/ 69 w 113"/>
              <a:gd name="T41" fmla="*/ 128 h 140"/>
              <a:gd name="T42" fmla="*/ 85 w 113"/>
              <a:gd name="T43" fmla="*/ 119 h 140"/>
              <a:gd name="T44" fmla="*/ 81 w 113"/>
              <a:gd name="T45" fmla="*/ 86 h 140"/>
              <a:gd name="T46" fmla="*/ 63 w 113"/>
              <a:gd name="T47" fmla="*/ 79 h 140"/>
              <a:gd name="T48" fmla="*/ 38 w 113"/>
              <a:gd name="T49" fmla="*/ 71 h 140"/>
              <a:gd name="T50" fmla="*/ 19 w 113"/>
              <a:gd name="T51" fmla="*/ 62 h 140"/>
              <a:gd name="T52" fmla="*/ 15 w 113"/>
              <a:gd name="T53" fmla="*/ 13 h 140"/>
              <a:gd name="T54" fmla="*/ 51 w 113"/>
              <a:gd name="T55" fmla="*/ 0 h 140"/>
              <a:gd name="T56" fmla="*/ 81 w 113"/>
              <a:gd name="T57" fmla="*/ 10 h 140"/>
              <a:gd name="T58" fmla="*/ 82 w 113"/>
              <a:gd name="T59" fmla="*/ 11 h 140"/>
              <a:gd name="T60" fmla="*/ 83 w 113"/>
              <a:gd name="T61" fmla="*/ 11 h 140"/>
              <a:gd name="T62" fmla="*/ 87 w 113"/>
              <a:gd name="T63" fmla="*/ 2 h 140"/>
              <a:gd name="T64" fmla="*/ 93 w 113"/>
              <a:gd name="T65" fmla="*/ 2 h 140"/>
              <a:gd name="T66" fmla="*/ 103 w 113"/>
              <a:gd name="T67" fmla="*/ 44 h 140"/>
            </a:gdLst>
            <a:rect l="0" t="0" r="r" b="b"/>
            <a:pathLst>
              <a:path w="113" h="140">
                <a:moveTo>
                  <a:pt x="103" y="44"/>
                </a:moveTo>
                <a:cubicBezTo>
                  <a:pt x="100" y="45"/>
                  <a:pt x="98" y="45"/>
                  <a:pt x="95" y="46"/>
                </a:cubicBezTo>
                <a:cubicBezTo>
                  <a:pt x="94" y="44"/>
                  <a:pt x="93" y="43"/>
                  <a:pt x="92" y="41"/>
                </a:cubicBezTo>
                <a:cubicBezTo>
                  <a:pt x="87" y="32"/>
                  <a:pt x="81" y="24"/>
                  <a:pt x="72" y="18"/>
                </a:cubicBezTo>
                <a:cubicBezTo>
                  <a:pt x="61" y="11"/>
                  <a:pt x="50" y="9"/>
                  <a:pt x="38" y="12"/>
                </a:cubicBezTo>
                <a:cubicBezTo>
                  <a:pt x="33" y="13"/>
                  <a:pt x="28" y="16"/>
                  <a:pt x="25" y="19"/>
                </a:cubicBezTo>
                <a:cubicBezTo>
                  <a:pt x="18" y="27"/>
                  <a:pt x="19" y="38"/>
                  <a:pt x="26" y="44"/>
                </a:cubicBezTo>
                <a:cubicBezTo>
                  <a:pt x="31" y="49"/>
                  <a:pt x="36" y="51"/>
                  <a:pt x="42" y="53"/>
                </a:cubicBezTo>
                <a:cubicBezTo>
                  <a:pt x="51" y="56"/>
                  <a:pt x="61" y="59"/>
                  <a:pt x="70" y="62"/>
                </a:cubicBezTo>
                <a:cubicBezTo>
                  <a:pt x="77" y="64"/>
                  <a:pt x="84" y="67"/>
                  <a:pt x="90" y="70"/>
                </a:cubicBezTo>
                <a:cubicBezTo>
                  <a:pt x="113" y="83"/>
                  <a:pt x="112" y="111"/>
                  <a:pt x="97" y="125"/>
                </a:cubicBezTo>
                <a:cubicBezTo>
                  <a:pt x="85" y="137"/>
                  <a:pt x="71" y="140"/>
                  <a:pt x="56" y="140"/>
                </a:cubicBezTo>
                <a:cubicBezTo>
                  <a:pt x="44" y="139"/>
                  <a:pt x="34" y="135"/>
                  <a:pt x="25" y="128"/>
                </a:cubicBezTo>
                <a:cubicBezTo>
                  <a:pt x="24" y="127"/>
                  <a:pt x="23" y="126"/>
                  <a:pt x="21" y="125"/>
                </a:cubicBezTo>
                <a:cubicBezTo>
                  <a:pt x="19" y="129"/>
                  <a:pt x="18" y="133"/>
                  <a:pt x="16" y="137"/>
                </a:cubicBezTo>
                <a:cubicBezTo>
                  <a:pt x="14" y="137"/>
                  <a:pt x="12" y="137"/>
                  <a:pt x="10" y="137"/>
                </a:cubicBezTo>
                <a:cubicBezTo>
                  <a:pt x="7" y="121"/>
                  <a:pt x="4" y="105"/>
                  <a:pt x="1" y="89"/>
                </a:cubicBezTo>
                <a:cubicBezTo>
                  <a:pt x="4" y="88"/>
                  <a:pt x="7" y="88"/>
                  <a:pt x="10" y="87"/>
                </a:cubicBezTo>
                <a:cubicBezTo>
                  <a:pt x="11" y="90"/>
                  <a:pt x="12" y="93"/>
                  <a:pt x="13" y="95"/>
                </a:cubicBezTo>
                <a:cubicBezTo>
                  <a:pt x="18" y="106"/>
                  <a:pt x="26" y="116"/>
                  <a:pt x="36" y="122"/>
                </a:cubicBezTo>
                <a:cubicBezTo>
                  <a:pt x="46" y="129"/>
                  <a:pt x="57" y="131"/>
                  <a:pt x="69" y="128"/>
                </a:cubicBezTo>
                <a:cubicBezTo>
                  <a:pt x="75" y="127"/>
                  <a:pt x="80" y="123"/>
                  <a:pt x="85" y="119"/>
                </a:cubicBezTo>
                <a:cubicBezTo>
                  <a:pt x="94" y="110"/>
                  <a:pt x="94" y="93"/>
                  <a:pt x="81" y="86"/>
                </a:cubicBezTo>
                <a:cubicBezTo>
                  <a:pt x="75" y="83"/>
                  <a:pt x="69" y="81"/>
                  <a:pt x="63" y="79"/>
                </a:cubicBezTo>
                <a:cubicBezTo>
                  <a:pt x="55" y="76"/>
                  <a:pt x="46" y="74"/>
                  <a:pt x="38" y="71"/>
                </a:cubicBezTo>
                <a:cubicBezTo>
                  <a:pt x="31" y="69"/>
                  <a:pt x="25" y="66"/>
                  <a:pt x="19" y="62"/>
                </a:cubicBezTo>
                <a:cubicBezTo>
                  <a:pt x="1" y="51"/>
                  <a:pt x="0" y="27"/>
                  <a:pt x="15" y="13"/>
                </a:cubicBezTo>
                <a:cubicBezTo>
                  <a:pt x="25" y="3"/>
                  <a:pt x="37" y="0"/>
                  <a:pt x="51" y="0"/>
                </a:cubicBezTo>
                <a:cubicBezTo>
                  <a:pt x="62" y="0"/>
                  <a:pt x="72" y="3"/>
                  <a:pt x="81" y="10"/>
                </a:cubicBezTo>
                <a:cubicBezTo>
                  <a:pt x="81" y="10"/>
                  <a:pt x="81" y="11"/>
                  <a:pt x="82" y="11"/>
                </a:cubicBezTo>
                <a:cubicBezTo>
                  <a:pt x="82" y="11"/>
                  <a:pt x="82" y="11"/>
                  <a:pt x="83" y="11"/>
                </a:cubicBezTo>
                <a:cubicBezTo>
                  <a:pt x="84" y="8"/>
                  <a:pt x="85" y="5"/>
                  <a:pt x="87" y="2"/>
                </a:cubicBezTo>
                <a:cubicBezTo>
                  <a:pt x="89" y="2"/>
                  <a:pt x="91" y="2"/>
                  <a:pt x="93" y="2"/>
                </a:cubicBezTo>
                <a:cubicBezTo>
                  <a:pt x="96" y="16"/>
                  <a:pt x="100" y="30"/>
                  <a:pt x="103" y="4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8" name="Freeform 27">
            <a:extLst xmlns:a="http://schemas.openxmlformats.org/drawingml/2006/main">
              <a:ext uri="{FF2B5EF4-FFF2-40B4-BE49-F238E27FC236}">
                <a16:creationId xmlns:a16="http://schemas.microsoft.com/office/drawing/2014/main" id="{EB2CE60B-40A9-4BA2-9D4A-1D3649E7E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5846" y="688617"/>
            <a:ext cx="57594" cy="68429"/>
          </a:xfrm>
          <a:custGeom xmlns:a="http://schemas.openxmlformats.org/drawingml/2006/main">
            <a:gdLst>
              <a:gd name="T0" fmla="*/ 33 w 113"/>
              <a:gd name="T1" fmla="*/ 78 h 135"/>
              <a:gd name="T2" fmla="*/ 33 w 113"/>
              <a:gd name="T3" fmla="*/ 82 h 135"/>
              <a:gd name="T4" fmla="*/ 33 w 113"/>
              <a:gd name="T5" fmla="*/ 114 h 135"/>
              <a:gd name="T6" fmla="*/ 33 w 113"/>
              <a:gd name="T7" fmla="*/ 118 h 135"/>
              <a:gd name="T8" fmla="*/ 43 w 113"/>
              <a:gd name="T9" fmla="*/ 128 h 135"/>
              <a:gd name="T10" fmla="*/ 49 w 113"/>
              <a:gd name="T11" fmla="*/ 128 h 135"/>
              <a:gd name="T12" fmla="*/ 49 w 113"/>
              <a:gd name="T13" fmla="*/ 135 h 135"/>
              <a:gd name="T14" fmla="*/ 0 w 113"/>
              <a:gd name="T15" fmla="*/ 135 h 135"/>
              <a:gd name="T16" fmla="*/ 0 w 113"/>
              <a:gd name="T17" fmla="*/ 128 h 135"/>
              <a:gd name="T18" fmla="*/ 8 w 113"/>
              <a:gd name="T19" fmla="*/ 127 h 135"/>
              <a:gd name="T20" fmla="*/ 15 w 113"/>
              <a:gd name="T21" fmla="*/ 120 h 135"/>
              <a:gd name="T22" fmla="*/ 15 w 113"/>
              <a:gd name="T23" fmla="*/ 114 h 135"/>
              <a:gd name="T24" fmla="*/ 15 w 113"/>
              <a:gd name="T25" fmla="*/ 21 h 135"/>
              <a:gd name="T26" fmla="*/ 15 w 113"/>
              <a:gd name="T27" fmla="*/ 14 h 135"/>
              <a:gd name="T28" fmla="*/ 9 w 113"/>
              <a:gd name="T29" fmla="*/ 9 h 135"/>
              <a:gd name="T30" fmla="*/ 0 w 113"/>
              <a:gd name="T31" fmla="*/ 8 h 135"/>
              <a:gd name="T32" fmla="*/ 0 w 113"/>
              <a:gd name="T33" fmla="*/ 1 h 135"/>
              <a:gd name="T34" fmla="*/ 4 w 113"/>
              <a:gd name="T35" fmla="*/ 0 h 135"/>
              <a:gd name="T36" fmla="*/ 56 w 113"/>
              <a:gd name="T37" fmla="*/ 0 h 135"/>
              <a:gd name="T38" fmla="*/ 73 w 113"/>
              <a:gd name="T39" fmla="*/ 1 h 135"/>
              <a:gd name="T40" fmla="*/ 106 w 113"/>
              <a:gd name="T41" fmla="*/ 50 h 135"/>
              <a:gd name="T42" fmla="*/ 78 w 113"/>
              <a:gd name="T43" fmla="*/ 76 h 135"/>
              <a:gd name="T44" fmla="*/ 55 w 113"/>
              <a:gd name="T45" fmla="*/ 78 h 135"/>
              <a:gd name="T46" fmla="*/ 33 w 113"/>
              <a:gd name="T47" fmla="*/ 78 h 135"/>
              <a:gd name="T48" fmla="*/ 33 w 113"/>
              <a:gd name="T49" fmla="*/ 68 h 135"/>
              <a:gd name="T50" fmla="*/ 67 w 113"/>
              <a:gd name="T51" fmla="*/ 67 h 135"/>
              <a:gd name="T52" fmla="*/ 85 w 113"/>
              <a:gd name="T53" fmla="*/ 52 h 135"/>
              <a:gd name="T54" fmla="*/ 87 w 113"/>
              <a:gd name="T55" fmla="*/ 29 h 135"/>
              <a:gd name="T56" fmla="*/ 66 w 113"/>
              <a:gd name="T57" fmla="*/ 11 h 135"/>
              <a:gd name="T58" fmla="*/ 34 w 113"/>
              <a:gd name="T59" fmla="*/ 11 h 135"/>
              <a:gd name="T60" fmla="*/ 33 w 113"/>
              <a:gd name="T61" fmla="*/ 11 h 135"/>
              <a:gd name="T62" fmla="*/ 33 w 113"/>
              <a:gd name="T63" fmla="*/ 68 h 135"/>
            </a:gdLst>
            <a:rect l="0" t="0" r="r" b="b"/>
            <a:pathLst>
              <a:path w="113" h="135">
                <a:moveTo>
                  <a:pt x="33" y="78"/>
                </a:moveTo>
                <a:cubicBezTo>
                  <a:pt x="33" y="80"/>
                  <a:pt x="33" y="81"/>
                  <a:pt x="33" y="82"/>
                </a:cubicBezTo>
                <a:cubicBezTo>
                  <a:pt x="33" y="93"/>
                  <a:pt x="33" y="103"/>
                  <a:pt x="33" y="114"/>
                </a:cubicBezTo>
                <a:cubicBezTo>
                  <a:pt x="33" y="115"/>
                  <a:pt x="33" y="117"/>
                  <a:pt x="33" y="118"/>
                </a:cubicBezTo>
                <a:cubicBezTo>
                  <a:pt x="34" y="125"/>
                  <a:pt x="35" y="127"/>
                  <a:pt x="43" y="128"/>
                </a:cubicBezTo>
                <a:cubicBezTo>
                  <a:pt x="45" y="128"/>
                  <a:pt x="47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6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8" y="127"/>
                </a:cubicBezTo>
                <a:cubicBezTo>
                  <a:pt x="13" y="126"/>
                  <a:pt x="14" y="125"/>
                  <a:pt x="15" y="120"/>
                </a:cubicBezTo>
                <a:cubicBezTo>
                  <a:pt x="15" y="118"/>
                  <a:pt x="15" y="116"/>
                  <a:pt x="15" y="114"/>
                </a:cubicBezTo>
                <a:cubicBezTo>
                  <a:pt x="16" y="83"/>
                  <a:pt x="16" y="52"/>
                  <a:pt x="15" y="21"/>
                </a:cubicBezTo>
                <a:cubicBezTo>
                  <a:pt x="15" y="19"/>
                  <a:pt x="15" y="16"/>
                  <a:pt x="15" y="14"/>
                </a:cubicBezTo>
                <a:cubicBezTo>
                  <a:pt x="14" y="11"/>
                  <a:pt x="12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1" y="0"/>
                  <a:pt x="3" y="0"/>
                  <a:pt x="4" y="0"/>
                </a:cubicBezTo>
                <a:cubicBezTo>
                  <a:pt x="21" y="0"/>
                  <a:pt x="39" y="0"/>
                  <a:pt x="56" y="0"/>
                </a:cubicBezTo>
                <a:cubicBezTo>
                  <a:pt x="62" y="0"/>
                  <a:pt x="68" y="1"/>
                  <a:pt x="73" y="1"/>
                </a:cubicBezTo>
                <a:cubicBezTo>
                  <a:pt x="98" y="4"/>
                  <a:pt x="113" y="26"/>
                  <a:pt x="106" y="50"/>
                </a:cubicBezTo>
                <a:cubicBezTo>
                  <a:pt x="102" y="64"/>
                  <a:pt x="93" y="73"/>
                  <a:pt x="78" y="76"/>
                </a:cubicBezTo>
                <a:cubicBezTo>
                  <a:pt x="70" y="77"/>
                  <a:pt x="63" y="77"/>
                  <a:pt x="55" y="78"/>
                </a:cubicBezTo>
                <a:cubicBezTo>
                  <a:pt x="48" y="78"/>
                  <a:pt x="41" y="78"/>
                  <a:pt x="33" y="78"/>
                </a:cubicBezTo>
                <a:close/>
                <a:moveTo>
                  <a:pt x="33" y="68"/>
                </a:moveTo>
                <a:cubicBezTo>
                  <a:pt x="45" y="67"/>
                  <a:pt x="56" y="68"/>
                  <a:pt x="67" y="67"/>
                </a:cubicBezTo>
                <a:cubicBezTo>
                  <a:pt x="76" y="66"/>
                  <a:pt x="82" y="60"/>
                  <a:pt x="85" y="52"/>
                </a:cubicBezTo>
                <a:cubicBezTo>
                  <a:pt x="89" y="45"/>
                  <a:pt x="89" y="37"/>
                  <a:pt x="87" y="29"/>
                </a:cubicBezTo>
                <a:cubicBezTo>
                  <a:pt x="84" y="19"/>
                  <a:pt x="78" y="12"/>
                  <a:pt x="66" y="11"/>
                </a:cubicBezTo>
                <a:cubicBezTo>
                  <a:pt x="56" y="11"/>
                  <a:pt x="45" y="11"/>
                  <a:pt x="34" y="11"/>
                </a:cubicBezTo>
                <a:cubicBezTo>
                  <a:pt x="34" y="11"/>
                  <a:pt x="34" y="11"/>
                  <a:pt x="33" y="11"/>
                </a:cubicBezTo>
                <a:cubicBezTo>
                  <a:pt x="33" y="30"/>
                  <a:pt x="33" y="48"/>
                  <a:pt x="33" y="6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5A580E59-C060-49EF-8462-83E17E464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5017" y="689187"/>
            <a:ext cx="67859" cy="70140"/>
          </a:xfrm>
          <a:custGeom xmlns:a="http://schemas.openxmlformats.org/drawingml/2006/main">
            <a:gdLst>
              <a:gd name="T0" fmla="*/ 49 w 133"/>
              <a:gd name="T1" fmla="*/ 0 h 138"/>
              <a:gd name="T2" fmla="*/ 49 w 133"/>
              <a:gd name="T3" fmla="*/ 7 h 138"/>
              <a:gd name="T4" fmla="*/ 41 w 133"/>
              <a:gd name="T5" fmla="*/ 8 h 138"/>
              <a:gd name="T6" fmla="*/ 34 w 133"/>
              <a:gd name="T7" fmla="*/ 15 h 138"/>
              <a:gd name="T8" fmla="*/ 33 w 133"/>
              <a:gd name="T9" fmla="*/ 23 h 138"/>
              <a:gd name="T10" fmla="*/ 33 w 133"/>
              <a:gd name="T11" fmla="*/ 83 h 138"/>
              <a:gd name="T12" fmla="*/ 34 w 133"/>
              <a:gd name="T13" fmla="*/ 96 h 138"/>
              <a:gd name="T14" fmla="*/ 60 w 133"/>
              <a:gd name="T15" fmla="*/ 124 h 138"/>
              <a:gd name="T16" fmla="*/ 100 w 133"/>
              <a:gd name="T17" fmla="*/ 110 h 138"/>
              <a:gd name="T18" fmla="*/ 106 w 133"/>
              <a:gd name="T19" fmla="*/ 94 h 138"/>
              <a:gd name="T20" fmla="*/ 107 w 133"/>
              <a:gd name="T21" fmla="*/ 80 h 138"/>
              <a:gd name="T22" fmla="*/ 107 w 133"/>
              <a:gd name="T23" fmla="*/ 24 h 138"/>
              <a:gd name="T24" fmla="*/ 106 w 133"/>
              <a:gd name="T25" fmla="*/ 15 h 138"/>
              <a:gd name="T26" fmla="*/ 97 w 133"/>
              <a:gd name="T27" fmla="*/ 8 h 138"/>
              <a:gd name="T28" fmla="*/ 91 w 133"/>
              <a:gd name="T29" fmla="*/ 7 h 138"/>
              <a:gd name="T30" fmla="*/ 91 w 133"/>
              <a:gd name="T31" fmla="*/ 0 h 138"/>
              <a:gd name="T32" fmla="*/ 133 w 133"/>
              <a:gd name="T33" fmla="*/ 0 h 138"/>
              <a:gd name="T34" fmla="*/ 133 w 133"/>
              <a:gd name="T35" fmla="*/ 7 h 138"/>
              <a:gd name="T36" fmla="*/ 126 w 133"/>
              <a:gd name="T37" fmla="*/ 8 h 138"/>
              <a:gd name="T38" fmla="*/ 118 w 133"/>
              <a:gd name="T39" fmla="*/ 15 h 138"/>
              <a:gd name="T40" fmla="*/ 118 w 133"/>
              <a:gd name="T41" fmla="*/ 25 h 138"/>
              <a:gd name="T42" fmla="*/ 117 w 133"/>
              <a:gd name="T43" fmla="*/ 88 h 138"/>
              <a:gd name="T44" fmla="*/ 114 w 133"/>
              <a:gd name="T45" fmla="*/ 105 h 138"/>
              <a:gd name="T46" fmla="*/ 74 w 133"/>
              <a:gd name="T47" fmla="*/ 136 h 138"/>
              <a:gd name="T48" fmla="*/ 35 w 133"/>
              <a:gd name="T49" fmla="*/ 127 h 138"/>
              <a:gd name="T50" fmla="*/ 17 w 133"/>
              <a:gd name="T51" fmla="*/ 96 h 138"/>
              <a:gd name="T52" fmla="*/ 16 w 133"/>
              <a:gd name="T53" fmla="*/ 83 h 138"/>
              <a:gd name="T54" fmla="*/ 16 w 133"/>
              <a:gd name="T55" fmla="*/ 25 h 138"/>
              <a:gd name="T56" fmla="*/ 16 w 133"/>
              <a:gd name="T57" fmla="*/ 15 h 138"/>
              <a:gd name="T58" fmla="*/ 8 w 133"/>
              <a:gd name="T59" fmla="*/ 8 h 138"/>
              <a:gd name="T60" fmla="*/ 0 w 133"/>
              <a:gd name="T61" fmla="*/ 7 h 138"/>
              <a:gd name="T62" fmla="*/ 0 w 133"/>
              <a:gd name="T63" fmla="*/ 0 h 138"/>
              <a:gd name="T64" fmla="*/ 49 w 133"/>
              <a:gd name="T65" fmla="*/ 0 h 138"/>
            </a:gdLst>
            <a:rect l="0" t="0" r="r" b="b"/>
            <a:pathLst>
              <a:path w="133" h="138">
                <a:moveTo>
                  <a:pt x="49" y="0"/>
                </a:move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1" y="8"/>
                </a:cubicBezTo>
                <a:cubicBezTo>
                  <a:pt x="36" y="8"/>
                  <a:pt x="34" y="10"/>
                  <a:pt x="34" y="15"/>
                </a:cubicBezTo>
                <a:cubicBezTo>
                  <a:pt x="33" y="17"/>
                  <a:pt x="33" y="20"/>
                  <a:pt x="33" y="23"/>
                </a:cubicBezTo>
                <a:cubicBezTo>
                  <a:pt x="33" y="43"/>
                  <a:pt x="33" y="63"/>
                  <a:pt x="33" y="83"/>
                </a:cubicBezTo>
                <a:cubicBezTo>
                  <a:pt x="33" y="87"/>
                  <a:pt x="33" y="92"/>
                  <a:pt x="34" y="96"/>
                </a:cubicBezTo>
                <a:cubicBezTo>
                  <a:pt x="36" y="112"/>
                  <a:pt x="46" y="120"/>
                  <a:pt x="60" y="124"/>
                </a:cubicBezTo>
                <a:cubicBezTo>
                  <a:pt x="76" y="128"/>
                  <a:pt x="89" y="123"/>
                  <a:pt x="100" y="110"/>
                </a:cubicBezTo>
                <a:cubicBezTo>
                  <a:pt x="104" y="106"/>
                  <a:pt x="105" y="100"/>
                  <a:pt x="106" y="94"/>
                </a:cubicBezTo>
                <a:cubicBezTo>
                  <a:pt x="106" y="90"/>
                  <a:pt x="106" y="85"/>
                  <a:pt x="107" y="80"/>
                </a:cubicBezTo>
                <a:cubicBezTo>
                  <a:pt x="107" y="62"/>
                  <a:pt x="107" y="43"/>
                  <a:pt x="107" y="24"/>
                </a:cubicBezTo>
                <a:cubicBezTo>
                  <a:pt x="107" y="21"/>
                  <a:pt x="106" y="18"/>
                  <a:pt x="106" y="15"/>
                </a:cubicBezTo>
                <a:cubicBezTo>
                  <a:pt x="105" y="10"/>
                  <a:pt x="103" y="8"/>
                  <a:pt x="97" y="8"/>
                </a:cubicBezTo>
                <a:cubicBezTo>
                  <a:pt x="95" y="7"/>
                  <a:pt x="93" y="7"/>
                  <a:pt x="91" y="7"/>
                </a:cubicBezTo>
                <a:cubicBezTo>
                  <a:pt x="91" y="4"/>
                  <a:pt x="91" y="2"/>
                  <a:pt x="91" y="0"/>
                </a:cubicBezTo>
                <a:cubicBezTo>
                  <a:pt x="105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1" y="7"/>
                  <a:pt x="128" y="7"/>
                  <a:pt x="126" y="8"/>
                </a:cubicBezTo>
                <a:cubicBezTo>
                  <a:pt x="121" y="8"/>
                  <a:pt x="119" y="11"/>
                  <a:pt x="118" y="15"/>
                </a:cubicBezTo>
                <a:cubicBezTo>
                  <a:pt x="118" y="18"/>
                  <a:pt x="118" y="22"/>
                  <a:pt x="118" y="25"/>
                </a:cubicBezTo>
                <a:cubicBezTo>
                  <a:pt x="117" y="46"/>
                  <a:pt x="118" y="67"/>
                  <a:pt x="117" y="88"/>
                </a:cubicBezTo>
                <a:cubicBezTo>
                  <a:pt x="117" y="94"/>
                  <a:pt x="116" y="99"/>
                  <a:pt x="114" y="105"/>
                </a:cubicBezTo>
                <a:cubicBezTo>
                  <a:pt x="108" y="124"/>
                  <a:pt x="94" y="134"/>
                  <a:pt x="74" y="136"/>
                </a:cubicBezTo>
                <a:cubicBezTo>
                  <a:pt x="60" y="138"/>
                  <a:pt x="47" y="135"/>
                  <a:pt x="35" y="127"/>
                </a:cubicBezTo>
                <a:cubicBezTo>
                  <a:pt x="24" y="120"/>
                  <a:pt x="18" y="109"/>
                  <a:pt x="17" y="96"/>
                </a:cubicBezTo>
                <a:cubicBezTo>
                  <a:pt x="16" y="92"/>
                  <a:pt x="16" y="87"/>
                  <a:pt x="16" y="83"/>
                </a:cubicBezTo>
                <a:cubicBezTo>
                  <a:pt x="16" y="64"/>
                  <a:pt x="16" y="45"/>
                  <a:pt x="16" y="25"/>
                </a:cubicBezTo>
                <a:cubicBezTo>
                  <a:pt x="16" y="22"/>
                  <a:pt x="16" y="18"/>
                  <a:pt x="16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FD470748-DF06-44CB-AD4E-A3837CE40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371" y="689187"/>
            <a:ext cx="67288" cy="69569"/>
          </a:xfrm>
          <a:custGeom xmlns:a="http://schemas.openxmlformats.org/drawingml/2006/main">
            <a:gdLst>
              <a:gd name="T0" fmla="*/ 73 w 133"/>
              <a:gd name="T1" fmla="*/ 137 h 137"/>
              <a:gd name="T2" fmla="*/ 64 w 133"/>
              <a:gd name="T3" fmla="*/ 137 h 137"/>
              <a:gd name="T4" fmla="*/ 58 w 133"/>
              <a:gd name="T5" fmla="*/ 133 h 137"/>
              <a:gd name="T6" fmla="*/ 39 w 133"/>
              <a:gd name="T7" fmla="*/ 80 h 137"/>
              <a:gd name="T8" fmla="*/ 17 w 133"/>
              <a:gd name="T9" fmla="*/ 23 h 137"/>
              <a:gd name="T10" fmla="*/ 13 w 133"/>
              <a:gd name="T11" fmla="*/ 14 h 137"/>
              <a:gd name="T12" fmla="*/ 4 w 133"/>
              <a:gd name="T13" fmla="*/ 7 h 137"/>
              <a:gd name="T14" fmla="*/ 0 w 133"/>
              <a:gd name="T15" fmla="*/ 7 h 137"/>
              <a:gd name="T16" fmla="*/ 0 w 133"/>
              <a:gd name="T17" fmla="*/ 0 h 137"/>
              <a:gd name="T18" fmla="*/ 47 w 133"/>
              <a:gd name="T19" fmla="*/ 0 h 137"/>
              <a:gd name="T20" fmla="*/ 47 w 133"/>
              <a:gd name="T21" fmla="*/ 7 h 137"/>
              <a:gd name="T22" fmla="*/ 39 w 133"/>
              <a:gd name="T23" fmla="*/ 8 h 137"/>
              <a:gd name="T24" fmla="*/ 34 w 133"/>
              <a:gd name="T25" fmla="*/ 15 h 137"/>
              <a:gd name="T26" fmla="*/ 35 w 133"/>
              <a:gd name="T27" fmla="*/ 20 h 137"/>
              <a:gd name="T28" fmla="*/ 68 w 133"/>
              <a:gd name="T29" fmla="*/ 112 h 137"/>
              <a:gd name="T30" fmla="*/ 70 w 133"/>
              <a:gd name="T31" fmla="*/ 116 h 137"/>
              <a:gd name="T32" fmla="*/ 72 w 133"/>
              <a:gd name="T33" fmla="*/ 113 h 137"/>
              <a:gd name="T34" fmla="*/ 106 w 133"/>
              <a:gd name="T35" fmla="*/ 18 h 137"/>
              <a:gd name="T36" fmla="*/ 106 w 133"/>
              <a:gd name="T37" fmla="*/ 16 h 137"/>
              <a:gd name="T38" fmla="*/ 101 w 133"/>
              <a:gd name="T39" fmla="*/ 7 h 137"/>
              <a:gd name="T40" fmla="*/ 94 w 133"/>
              <a:gd name="T41" fmla="*/ 7 h 137"/>
              <a:gd name="T42" fmla="*/ 94 w 133"/>
              <a:gd name="T43" fmla="*/ 0 h 137"/>
              <a:gd name="T44" fmla="*/ 133 w 133"/>
              <a:gd name="T45" fmla="*/ 0 h 137"/>
              <a:gd name="T46" fmla="*/ 133 w 133"/>
              <a:gd name="T47" fmla="*/ 7 h 137"/>
              <a:gd name="T48" fmla="*/ 130 w 133"/>
              <a:gd name="T49" fmla="*/ 7 h 137"/>
              <a:gd name="T50" fmla="*/ 119 w 133"/>
              <a:gd name="T51" fmla="*/ 16 h 137"/>
              <a:gd name="T52" fmla="*/ 110 w 133"/>
              <a:gd name="T53" fmla="*/ 38 h 137"/>
              <a:gd name="T54" fmla="*/ 74 w 133"/>
              <a:gd name="T55" fmla="*/ 133 h 137"/>
              <a:gd name="T56" fmla="*/ 73 w 133"/>
              <a:gd name="T57" fmla="*/ 137 h 137"/>
            </a:gdLst>
            <a:rect l="0" t="0" r="r" b="b"/>
            <a:pathLst>
              <a:path w="133" h="137">
                <a:moveTo>
                  <a:pt x="73" y="137"/>
                </a:moveTo>
                <a:cubicBezTo>
                  <a:pt x="69" y="137"/>
                  <a:pt x="66" y="137"/>
                  <a:pt x="64" y="137"/>
                </a:cubicBezTo>
                <a:cubicBezTo>
                  <a:pt x="61" y="137"/>
                  <a:pt x="59" y="136"/>
                  <a:pt x="58" y="133"/>
                </a:cubicBezTo>
                <a:cubicBezTo>
                  <a:pt x="52" y="115"/>
                  <a:pt x="45" y="98"/>
                  <a:pt x="39" y="80"/>
                </a:cubicBezTo>
                <a:cubicBezTo>
                  <a:pt x="31" y="61"/>
                  <a:pt x="24" y="42"/>
                  <a:pt x="17" y="23"/>
                </a:cubicBezTo>
                <a:cubicBezTo>
                  <a:pt x="16" y="20"/>
                  <a:pt x="15" y="17"/>
                  <a:pt x="13" y="14"/>
                </a:cubicBezTo>
                <a:cubicBezTo>
                  <a:pt x="11" y="10"/>
                  <a:pt x="8" y="8"/>
                  <a:pt x="4" y="7"/>
                </a:cubicBezTo>
                <a:cubicBezTo>
                  <a:pt x="3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7" y="0"/>
                </a:cubicBezTo>
                <a:cubicBezTo>
                  <a:pt x="47" y="2"/>
                  <a:pt x="47" y="4"/>
                  <a:pt x="47" y="7"/>
                </a:cubicBezTo>
                <a:cubicBezTo>
                  <a:pt x="44" y="7"/>
                  <a:pt x="42" y="7"/>
                  <a:pt x="39" y="8"/>
                </a:cubicBezTo>
                <a:cubicBezTo>
                  <a:pt x="34" y="8"/>
                  <a:pt x="33" y="10"/>
                  <a:pt x="34" y="15"/>
                </a:cubicBezTo>
                <a:cubicBezTo>
                  <a:pt x="34" y="17"/>
                  <a:pt x="35" y="19"/>
                  <a:pt x="35" y="20"/>
                </a:cubicBezTo>
                <a:cubicBezTo>
                  <a:pt x="46" y="51"/>
                  <a:pt x="57" y="81"/>
                  <a:pt x="68" y="112"/>
                </a:cubicBezTo>
                <a:cubicBezTo>
                  <a:pt x="69" y="113"/>
                  <a:pt x="69" y="114"/>
                  <a:pt x="70" y="116"/>
                </a:cubicBezTo>
                <a:cubicBezTo>
                  <a:pt x="71" y="114"/>
                  <a:pt x="71" y="113"/>
                  <a:pt x="72" y="113"/>
                </a:cubicBezTo>
                <a:cubicBezTo>
                  <a:pt x="83" y="81"/>
                  <a:pt x="94" y="50"/>
                  <a:pt x="106" y="18"/>
                </a:cubicBezTo>
                <a:cubicBezTo>
                  <a:pt x="106" y="17"/>
                  <a:pt x="106" y="17"/>
                  <a:pt x="106" y="16"/>
                </a:cubicBezTo>
                <a:cubicBezTo>
                  <a:pt x="107" y="10"/>
                  <a:pt x="106" y="8"/>
                  <a:pt x="101" y="7"/>
                </a:cubicBezTo>
                <a:cubicBezTo>
                  <a:pt x="98" y="7"/>
                  <a:pt x="96" y="7"/>
                  <a:pt x="94" y="7"/>
                </a:cubicBezTo>
                <a:cubicBezTo>
                  <a:pt x="94" y="4"/>
                  <a:pt x="94" y="2"/>
                  <a:pt x="94" y="0"/>
                </a:cubicBezTo>
                <a:cubicBezTo>
                  <a:pt x="106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2" y="7"/>
                  <a:pt x="131" y="7"/>
                  <a:pt x="130" y="7"/>
                </a:cubicBezTo>
                <a:cubicBezTo>
                  <a:pt x="124" y="8"/>
                  <a:pt x="121" y="11"/>
                  <a:pt x="119" y="16"/>
                </a:cubicBezTo>
                <a:cubicBezTo>
                  <a:pt x="116" y="24"/>
                  <a:pt x="113" y="31"/>
                  <a:pt x="110" y="38"/>
                </a:cubicBezTo>
                <a:cubicBezTo>
                  <a:pt x="98" y="70"/>
                  <a:pt x="86" y="101"/>
                  <a:pt x="74" y="133"/>
                </a:cubicBezTo>
                <a:cubicBezTo>
                  <a:pt x="74" y="134"/>
                  <a:pt x="73" y="135"/>
                  <a:pt x="73" y="13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8936BBAD-085B-4FCE-AAB3-C550E56DF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6484" y="689187"/>
            <a:ext cx="61016" cy="68429"/>
          </a:xfrm>
          <a:custGeom xmlns:a="http://schemas.openxmlformats.org/drawingml/2006/main">
            <a:gdLst>
              <a:gd name="T0" fmla="*/ 85 w 120"/>
              <a:gd name="T1" fmla="*/ 127 h 135"/>
              <a:gd name="T2" fmla="*/ 85 w 120"/>
              <a:gd name="T3" fmla="*/ 134 h 135"/>
              <a:gd name="T4" fmla="*/ 35 w 120"/>
              <a:gd name="T5" fmla="*/ 134 h 135"/>
              <a:gd name="T6" fmla="*/ 35 w 120"/>
              <a:gd name="T7" fmla="*/ 127 h 135"/>
              <a:gd name="T8" fmla="*/ 44 w 120"/>
              <a:gd name="T9" fmla="*/ 126 h 135"/>
              <a:gd name="T10" fmla="*/ 50 w 120"/>
              <a:gd name="T11" fmla="*/ 120 h 135"/>
              <a:gd name="T12" fmla="*/ 51 w 120"/>
              <a:gd name="T13" fmla="*/ 113 h 135"/>
              <a:gd name="T14" fmla="*/ 51 w 120"/>
              <a:gd name="T15" fmla="*/ 85 h 135"/>
              <a:gd name="T16" fmla="*/ 50 w 120"/>
              <a:gd name="T17" fmla="*/ 79 h 135"/>
              <a:gd name="T18" fmla="*/ 17 w 120"/>
              <a:gd name="T19" fmla="*/ 19 h 135"/>
              <a:gd name="T20" fmla="*/ 15 w 120"/>
              <a:gd name="T21" fmla="*/ 15 h 135"/>
              <a:gd name="T22" fmla="*/ 3 w 120"/>
              <a:gd name="T23" fmla="*/ 7 h 135"/>
              <a:gd name="T24" fmla="*/ 0 w 120"/>
              <a:gd name="T25" fmla="*/ 7 h 135"/>
              <a:gd name="T26" fmla="*/ 0 w 120"/>
              <a:gd name="T27" fmla="*/ 0 h 135"/>
              <a:gd name="T28" fmla="*/ 48 w 120"/>
              <a:gd name="T29" fmla="*/ 0 h 135"/>
              <a:gd name="T30" fmla="*/ 48 w 120"/>
              <a:gd name="T31" fmla="*/ 7 h 135"/>
              <a:gd name="T32" fmla="*/ 40 w 120"/>
              <a:gd name="T33" fmla="*/ 7 h 135"/>
              <a:gd name="T34" fmla="*/ 36 w 120"/>
              <a:gd name="T35" fmla="*/ 14 h 135"/>
              <a:gd name="T36" fmla="*/ 37 w 120"/>
              <a:gd name="T37" fmla="*/ 18 h 135"/>
              <a:gd name="T38" fmla="*/ 61 w 120"/>
              <a:gd name="T39" fmla="*/ 64 h 135"/>
              <a:gd name="T40" fmla="*/ 63 w 120"/>
              <a:gd name="T41" fmla="*/ 68 h 135"/>
              <a:gd name="T42" fmla="*/ 66 w 120"/>
              <a:gd name="T43" fmla="*/ 64 h 135"/>
              <a:gd name="T44" fmla="*/ 91 w 120"/>
              <a:gd name="T45" fmla="*/ 18 h 135"/>
              <a:gd name="T46" fmla="*/ 93 w 120"/>
              <a:gd name="T47" fmla="*/ 12 h 135"/>
              <a:gd name="T48" fmla="*/ 90 w 120"/>
              <a:gd name="T49" fmla="*/ 8 h 135"/>
              <a:gd name="T50" fmla="*/ 81 w 120"/>
              <a:gd name="T51" fmla="*/ 7 h 135"/>
              <a:gd name="T52" fmla="*/ 81 w 120"/>
              <a:gd name="T53" fmla="*/ 0 h 135"/>
              <a:gd name="T54" fmla="*/ 120 w 120"/>
              <a:gd name="T55" fmla="*/ 0 h 135"/>
              <a:gd name="T56" fmla="*/ 120 w 120"/>
              <a:gd name="T57" fmla="*/ 7 h 135"/>
              <a:gd name="T58" fmla="*/ 115 w 120"/>
              <a:gd name="T59" fmla="*/ 8 h 135"/>
              <a:gd name="T60" fmla="*/ 108 w 120"/>
              <a:gd name="T61" fmla="*/ 12 h 135"/>
              <a:gd name="T62" fmla="*/ 103 w 120"/>
              <a:gd name="T63" fmla="*/ 19 h 135"/>
              <a:gd name="T64" fmla="*/ 71 w 120"/>
              <a:gd name="T65" fmla="*/ 75 h 135"/>
              <a:gd name="T66" fmla="*/ 69 w 120"/>
              <a:gd name="T67" fmla="*/ 82 h 135"/>
              <a:gd name="T68" fmla="*/ 69 w 120"/>
              <a:gd name="T69" fmla="*/ 111 h 135"/>
              <a:gd name="T70" fmla="*/ 69 w 120"/>
              <a:gd name="T71" fmla="*/ 118 h 135"/>
              <a:gd name="T72" fmla="*/ 77 w 120"/>
              <a:gd name="T73" fmla="*/ 126 h 135"/>
              <a:gd name="T74" fmla="*/ 85 w 120"/>
              <a:gd name="T75" fmla="*/ 127 h 135"/>
            </a:gdLst>
            <a:rect l="0" t="0" r="r" b="b"/>
            <a:pathLst>
              <a:path w="120" h="135">
                <a:moveTo>
                  <a:pt x="85" y="127"/>
                </a:moveTo>
                <a:cubicBezTo>
                  <a:pt x="85" y="130"/>
                  <a:pt x="85" y="132"/>
                  <a:pt x="85" y="134"/>
                </a:cubicBezTo>
                <a:cubicBezTo>
                  <a:pt x="81" y="135"/>
                  <a:pt x="44" y="135"/>
                  <a:pt x="35" y="134"/>
                </a:cubicBezTo>
                <a:cubicBezTo>
                  <a:pt x="35" y="132"/>
                  <a:pt x="35" y="130"/>
                  <a:pt x="35" y="127"/>
                </a:cubicBezTo>
                <a:cubicBezTo>
                  <a:pt x="38" y="127"/>
                  <a:pt x="41" y="126"/>
                  <a:pt x="44" y="126"/>
                </a:cubicBezTo>
                <a:cubicBezTo>
                  <a:pt x="48" y="126"/>
                  <a:pt x="50" y="124"/>
                  <a:pt x="50" y="120"/>
                </a:cubicBezTo>
                <a:cubicBezTo>
                  <a:pt x="51" y="118"/>
                  <a:pt x="51" y="115"/>
                  <a:pt x="51" y="113"/>
                </a:cubicBezTo>
                <a:cubicBezTo>
                  <a:pt x="51" y="104"/>
                  <a:pt x="51" y="95"/>
                  <a:pt x="51" y="85"/>
                </a:cubicBezTo>
                <a:cubicBezTo>
                  <a:pt x="51" y="83"/>
                  <a:pt x="51" y="81"/>
                  <a:pt x="50" y="79"/>
                </a:cubicBezTo>
                <a:cubicBezTo>
                  <a:pt x="39" y="59"/>
                  <a:pt x="28" y="39"/>
                  <a:pt x="17" y="19"/>
                </a:cubicBezTo>
                <a:cubicBezTo>
                  <a:pt x="16" y="17"/>
                  <a:pt x="15" y="16"/>
                  <a:pt x="15" y="15"/>
                </a:cubicBezTo>
                <a:cubicBezTo>
                  <a:pt x="12" y="10"/>
                  <a:pt x="9" y="7"/>
                  <a:pt x="3" y="7"/>
                </a:cubicBezTo>
                <a:cubicBezTo>
                  <a:pt x="2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8" y="0"/>
                </a:cubicBezTo>
                <a:cubicBezTo>
                  <a:pt x="48" y="2"/>
                  <a:pt x="48" y="4"/>
                  <a:pt x="48" y="7"/>
                </a:cubicBezTo>
                <a:cubicBezTo>
                  <a:pt x="45" y="7"/>
                  <a:pt x="42" y="7"/>
                  <a:pt x="40" y="7"/>
                </a:cubicBezTo>
                <a:cubicBezTo>
                  <a:pt x="35" y="8"/>
                  <a:pt x="34" y="10"/>
                  <a:pt x="36" y="14"/>
                </a:cubicBezTo>
                <a:cubicBezTo>
                  <a:pt x="36" y="15"/>
                  <a:pt x="37" y="17"/>
                  <a:pt x="37" y="18"/>
                </a:cubicBezTo>
                <a:cubicBezTo>
                  <a:pt x="45" y="33"/>
                  <a:pt x="53" y="49"/>
                  <a:pt x="61" y="64"/>
                </a:cubicBezTo>
                <a:cubicBezTo>
                  <a:pt x="61" y="65"/>
                  <a:pt x="62" y="66"/>
                  <a:pt x="63" y="68"/>
                </a:cubicBezTo>
                <a:cubicBezTo>
                  <a:pt x="64" y="66"/>
                  <a:pt x="65" y="65"/>
                  <a:pt x="66" y="64"/>
                </a:cubicBezTo>
                <a:cubicBezTo>
                  <a:pt x="74" y="49"/>
                  <a:pt x="82" y="34"/>
                  <a:pt x="91" y="18"/>
                </a:cubicBezTo>
                <a:cubicBezTo>
                  <a:pt x="92" y="16"/>
                  <a:pt x="93" y="14"/>
                  <a:pt x="93" y="12"/>
                </a:cubicBezTo>
                <a:cubicBezTo>
                  <a:pt x="94" y="9"/>
                  <a:pt x="93" y="8"/>
                  <a:pt x="90" y="8"/>
                </a:cubicBezTo>
                <a:cubicBezTo>
                  <a:pt x="87" y="7"/>
                  <a:pt x="85" y="7"/>
                  <a:pt x="81" y="7"/>
                </a:cubicBezTo>
                <a:cubicBezTo>
                  <a:pt x="81" y="4"/>
                  <a:pt x="81" y="2"/>
                  <a:pt x="81" y="0"/>
                </a:cubicBezTo>
                <a:cubicBezTo>
                  <a:pt x="94" y="0"/>
                  <a:pt x="107" y="0"/>
                  <a:pt x="120" y="0"/>
                </a:cubicBezTo>
                <a:cubicBezTo>
                  <a:pt x="120" y="2"/>
                  <a:pt x="120" y="4"/>
                  <a:pt x="120" y="7"/>
                </a:cubicBezTo>
                <a:cubicBezTo>
                  <a:pt x="119" y="7"/>
                  <a:pt x="117" y="7"/>
                  <a:pt x="115" y="8"/>
                </a:cubicBezTo>
                <a:cubicBezTo>
                  <a:pt x="112" y="8"/>
                  <a:pt x="109" y="9"/>
                  <a:pt x="108" y="12"/>
                </a:cubicBezTo>
                <a:cubicBezTo>
                  <a:pt x="106" y="14"/>
                  <a:pt x="104" y="17"/>
                  <a:pt x="103" y="19"/>
                </a:cubicBezTo>
                <a:cubicBezTo>
                  <a:pt x="92" y="38"/>
                  <a:pt x="81" y="56"/>
                  <a:pt x="71" y="75"/>
                </a:cubicBezTo>
                <a:cubicBezTo>
                  <a:pt x="69" y="77"/>
                  <a:pt x="68" y="80"/>
                  <a:pt x="69" y="82"/>
                </a:cubicBezTo>
                <a:cubicBezTo>
                  <a:pt x="69" y="92"/>
                  <a:pt x="69" y="102"/>
                  <a:pt x="69" y="111"/>
                </a:cubicBezTo>
                <a:cubicBezTo>
                  <a:pt x="69" y="114"/>
                  <a:pt x="69" y="116"/>
                  <a:pt x="69" y="118"/>
                </a:cubicBezTo>
                <a:cubicBezTo>
                  <a:pt x="70" y="124"/>
                  <a:pt x="71" y="125"/>
                  <a:pt x="77" y="126"/>
                </a:cubicBezTo>
                <a:cubicBezTo>
                  <a:pt x="80" y="126"/>
                  <a:pt x="82" y="127"/>
                  <a:pt x="85" y="12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EECF4050-1E00-4ECF-9884-FAADB7E21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749" y="686906"/>
            <a:ext cx="58735" cy="70140"/>
          </a:xfrm>
          <a:custGeom xmlns:a="http://schemas.openxmlformats.org/drawingml/2006/main">
            <a:gdLst>
              <a:gd name="T0" fmla="*/ 108 w 116"/>
              <a:gd name="T1" fmla="*/ 42 h 139"/>
              <a:gd name="T2" fmla="*/ 102 w 116"/>
              <a:gd name="T3" fmla="*/ 29 h 139"/>
              <a:gd name="T4" fmla="*/ 72 w 116"/>
              <a:gd name="T5" fmla="*/ 14 h 139"/>
              <a:gd name="T6" fmla="*/ 67 w 116"/>
              <a:gd name="T7" fmla="*/ 18 h 139"/>
              <a:gd name="T8" fmla="*/ 66 w 116"/>
              <a:gd name="T9" fmla="*/ 24 h 139"/>
              <a:gd name="T10" fmla="*/ 66 w 116"/>
              <a:gd name="T11" fmla="*/ 115 h 139"/>
              <a:gd name="T12" fmla="*/ 67 w 116"/>
              <a:gd name="T13" fmla="*/ 123 h 139"/>
              <a:gd name="T14" fmla="*/ 75 w 116"/>
              <a:gd name="T15" fmla="*/ 131 h 139"/>
              <a:gd name="T16" fmla="*/ 83 w 116"/>
              <a:gd name="T17" fmla="*/ 132 h 139"/>
              <a:gd name="T18" fmla="*/ 83 w 116"/>
              <a:gd name="T19" fmla="*/ 139 h 139"/>
              <a:gd name="T20" fmla="*/ 33 w 116"/>
              <a:gd name="T21" fmla="*/ 139 h 139"/>
              <a:gd name="T22" fmla="*/ 33 w 116"/>
              <a:gd name="T23" fmla="*/ 132 h 139"/>
              <a:gd name="T24" fmla="*/ 41 w 116"/>
              <a:gd name="T25" fmla="*/ 131 h 139"/>
              <a:gd name="T26" fmla="*/ 49 w 116"/>
              <a:gd name="T27" fmla="*/ 123 h 139"/>
              <a:gd name="T28" fmla="*/ 49 w 116"/>
              <a:gd name="T29" fmla="*/ 118 h 139"/>
              <a:gd name="T30" fmla="*/ 49 w 116"/>
              <a:gd name="T31" fmla="*/ 22 h 139"/>
              <a:gd name="T32" fmla="*/ 41 w 116"/>
              <a:gd name="T33" fmla="*/ 14 h 139"/>
              <a:gd name="T34" fmla="*/ 32 w 116"/>
              <a:gd name="T35" fmla="*/ 15 h 139"/>
              <a:gd name="T36" fmla="*/ 18 w 116"/>
              <a:gd name="T37" fmla="*/ 23 h 139"/>
              <a:gd name="T38" fmla="*/ 11 w 116"/>
              <a:gd name="T39" fmla="*/ 36 h 139"/>
              <a:gd name="T40" fmla="*/ 8 w 116"/>
              <a:gd name="T41" fmla="*/ 42 h 139"/>
              <a:gd name="T42" fmla="*/ 0 w 116"/>
              <a:gd name="T43" fmla="*/ 39 h 139"/>
              <a:gd name="T44" fmla="*/ 13 w 116"/>
              <a:gd name="T45" fmla="*/ 0 h 139"/>
              <a:gd name="T46" fmla="*/ 19 w 116"/>
              <a:gd name="T47" fmla="*/ 0 h 139"/>
              <a:gd name="T48" fmla="*/ 21 w 116"/>
              <a:gd name="T49" fmla="*/ 4 h 139"/>
              <a:gd name="T50" fmla="*/ 95 w 116"/>
              <a:gd name="T51" fmla="*/ 4 h 139"/>
              <a:gd name="T52" fmla="*/ 97 w 116"/>
              <a:gd name="T53" fmla="*/ 0 h 139"/>
              <a:gd name="T54" fmla="*/ 103 w 116"/>
              <a:gd name="T55" fmla="*/ 0 h 139"/>
              <a:gd name="T56" fmla="*/ 116 w 116"/>
              <a:gd name="T57" fmla="*/ 39 h 139"/>
              <a:gd name="T58" fmla="*/ 108 w 116"/>
              <a:gd name="T59" fmla="*/ 42 h 139"/>
            </a:gdLst>
            <a:rect l="0" t="0" r="r" b="b"/>
            <a:pathLst>
              <a:path w="116" h="139">
                <a:moveTo>
                  <a:pt x="108" y="42"/>
                </a:moveTo>
                <a:cubicBezTo>
                  <a:pt x="106" y="37"/>
                  <a:pt x="104" y="33"/>
                  <a:pt x="102" y="29"/>
                </a:cubicBezTo>
                <a:cubicBezTo>
                  <a:pt x="96" y="17"/>
                  <a:pt x="85" y="13"/>
                  <a:pt x="72" y="14"/>
                </a:cubicBezTo>
                <a:cubicBezTo>
                  <a:pt x="68" y="14"/>
                  <a:pt x="67" y="15"/>
                  <a:pt x="67" y="18"/>
                </a:cubicBezTo>
                <a:cubicBezTo>
                  <a:pt x="66" y="20"/>
                  <a:pt x="66" y="22"/>
                  <a:pt x="66" y="24"/>
                </a:cubicBezTo>
                <a:cubicBezTo>
                  <a:pt x="66" y="54"/>
                  <a:pt x="66" y="85"/>
                  <a:pt x="66" y="115"/>
                </a:cubicBezTo>
                <a:cubicBezTo>
                  <a:pt x="66" y="118"/>
                  <a:pt x="67" y="120"/>
                  <a:pt x="67" y="123"/>
                </a:cubicBezTo>
                <a:cubicBezTo>
                  <a:pt x="68" y="128"/>
                  <a:pt x="70" y="130"/>
                  <a:pt x="75" y="131"/>
                </a:cubicBezTo>
                <a:cubicBezTo>
                  <a:pt x="78" y="131"/>
                  <a:pt x="80" y="132"/>
                  <a:pt x="83" y="132"/>
                </a:cubicBezTo>
                <a:cubicBezTo>
                  <a:pt x="83" y="134"/>
                  <a:pt x="83" y="137"/>
                  <a:pt x="83" y="139"/>
                </a:cubicBezTo>
                <a:cubicBezTo>
                  <a:pt x="66" y="139"/>
                  <a:pt x="50" y="139"/>
                  <a:pt x="33" y="139"/>
                </a:cubicBezTo>
                <a:cubicBezTo>
                  <a:pt x="33" y="137"/>
                  <a:pt x="33" y="135"/>
                  <a:pt x="33" y="132"/>
                </a:cubicBezTo>
                <a:cubicBezTo>
                  <a:pt x="36" y="132"/>
                  <a:pt x="39" y="131"/>
                  <a:pt x="41" y="131"/>
                </a:cubicBezTo>
                <a:cubicBezTo>
                  <a:pt x="47" y="130"/>
                  <a:pt x="49" y="128"/>
                  <a:pt x="49" y="123"/>
                </a:cubicBezTo>
                <a:cubicBezTo>
                  <a:pt x="49" y="121"/>
                  <a:pt x="49" y="120"/>
                  <a:pt x="49" y="118"/>
                </a:cubicBezTo>
                <a:cubicBezTo>
                  <a:pt x="49" y="86"/>
                  <a:pt x="49" y="54"/>
                  <a:pt x="49" y="22"/>
                </a:cubicBezTo>
                <a:cubicBezTo>
                  <a:pt x="49" y="14"/>
                  <a:pt x="49" y="13"/>
                  <a:pt x="41" y="14"/>
                </a:cubicBezTo>
                <a:cubicBezTo>
                  <a:pt x="38" y="14"/>
                  <a:pt x="35" y="14"/>
                  <a:pt x="32" y="15"/>
                </a:cubicBezTo>
                <a:cubicBezTo>
                  <a:pt x="26" y="16"/>
                  <a:pt x="21" y="18"/>
                  <a:pt x="18" y="23"/>
                </a:cubicBezTo>
                <a:cubicBezTo>
                  <a:pt x="15" y="27"/>
                  <a:pt x="13" y="32"/>
                  <a:pt x="11" y="36"/>
                </a:cubicBezTo>
                <a:cubicBezTo>
                  <a:pt x="10" y="38"/>
                  <a:pt x="9" y="40"/>
                  <a:pt x="8" y="42"/>
                </a:cubicBezTo>
                <a:cubicBezTo>
                  <a:pt x="5" y="41"/>
                  <a:pt x="3" y="40"/>
                  <a:pt x="0" y="39"/>
                </a:cubicBezTo>
                <a:cubicBezTo>
                  <a:pt x="5" y="26"/>
                  <a:pt x="9" y="13"/>
                  <a:pt x="13" y="0"/>
                </a:cubicBezTo>
                <a:cubicBezTo>
                  <a:pt x="15" y="0"/>
                  <a:pt x="17" y="0"/>
                  <a:pt x="19" y="0"/>
                </a:cubicBezTo>
                <a:cubicBezTo>
                  <a:pt x="20" y="1"/>
                  <a:pt x="20" y="3"/>
                  <a:pt x="21" y="4"/>
                </a:cubicBezTo>
                <a:cubicBezTo>
                  <a:pt x="46" y="4"/>
                  <a:pt x="70" y="4"/>
                  <a:pt x="95" y="4"/>
                </a:cubicBezTo>
                <a:cubicBezTo>
                  <a:pt x="95" y="3"/>
                  <a:pt x="96" y="1"/>
                  <a:pt x="97" y="0"/>
                </a:cubicBezTo>
                <a:cubicBezTo>
                  <a:pt x="98" y="0"/>
                  <a:pt x="100" y="0"/>
                  <a:pt x="103" y="0"/>
                </a:cubicBezTo>
                <a:cubicBezTo>
                  <a:pt x="107" y="13"/>
                  <a:pt x="112" y="26"/>
                  <a:pt x="116" y="39"/>
                </a:cubicBezTo>
                <a:cubicBezTo>
                  <a:pt x="113" y="40"/>
                  <a:pt x="111" y="41"/>
                  <a:pt x="108" y="42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3" name="Freeform 33">
            <a:extLst xmlns:a="http://schemas.openxmlformats.org/drawingml/2006/main">
              <a:ext uri="{FF2B5EF4-FFF2-40B4-BE49-F238E27FC236}">
                <a16:creationId xmlns:a16="http://schemas.microsoft.com/office/drawing/2014/main" id="{C1D94986-BCE1-4F88-92D2-AC6D76ECA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1440" y="689187"/>
            <a:ext cx="25090" cy="67859"/>
          </a:xfrm>
          <a:custGeom xmlns:a="http://schemas.openxmlformats.org/drawingml/2006/main">
            <a:gdLst>
              <a:gd name="T0" fmla="*/ 0 w 50"/>
              <a:gd name="T1" fmla="*/ 134 h 134"/>
              <a:gd name="T2" fmla="*/ 0 w 50"/>
              <a:gd name="T3" fmla="*/ 127 h 134"/>
              <a:gd name="T4" fmla="*/ 9 w 50"/>
              <a:gd name="T5" fmla="*/ 126 h 134"/>
              <a:gd name="T6" fmla="*/ 16 w 50"/>
              <a:gd name="T7" fmla="*/ 119 h 134"/>
              <a:gd name="T8" fmla="*/ 16 w 50"/>
              <a:gd name="T9" fmla="*/ 113 h 134"/>
              <a:gd name="T10" fmla="*/ 16 w 50"/>
              <a:gd name="T11" fmla="*/ 21 h 134"/>
              <a:gd name="T12" fmla="*/ 16 w 50"/>
              <a:gd name="T13" fmla="*/ 13 h 134"/>
              <a:gd name="T14" fmla="*/ 9 w 50"/>
              <a:gd name="T15" fmla="*/ 8 h 134"/>
              <a:gd name="T16" fmla="*/ 1 w 50"/>
              <a:gd name="T17" fmla="*/ 7 h 134"/>
              <a:gd name="T18" fmla="*/ 1 w 50"/>
              <a:gd name="T19" fmla="*/ 0 h 134"/>
              <a:gd name="T20" fmla="*/ 49 w 50"/>
              <a:gd name="T21" fmla="*/ 0 h 134"/>
              <a:gd name="T22" fmla="*/ 49 w 50"/>
              <a:gd name="T23" fmla="*/ 7 h 134"/>
              <a:gd name="T24" fmla="*/ 42 w 50"/>
              <a:gd name="T25" fmla="*/ 8 h 134"/>
              <a:gd name="T26" fmla="*/ 34 w 50"/>
              <a:gd name="T27" fmla="*/ 15 h 134"/>
              <a:gd name="T28" fmla="*/ 33 w 50"/>
              <a:gd name="T29" fmla="*/ 23 h 134"/>
              <a:gd name="T30" fmla="*/ 33 w 50"/>
              <a:gd name="T31" fmla="*/ 113 h 134"/>
              <a:gd name="T32" fmla="*/ 46 w 50"/>
              <a:gd name="T33" fmla="*/ 127 h 134"/>
              <a:gd name="T34" fmla="*/ 49 w 50"/>
              <a:gd name="T35" fmla="*/ 127 h 134"/>
              <a:gd name="T36" fmla="*/ 50 w 50"/>
              <a:gd name="T37" fmla="*/ 131 h 134"/>
              <a:gd name="T38" fmla="*/ 49 w 50"/>
              <a:gd name="T39" fmla="*/ 134 h 134"/>
              <a:gd name="T40" fmla="*/ 0 w 50"/>
              <a:gd name="T41" fmla="*/ 134 h 134"/>
            </a:gdLst>
            <a:rect l="0" t="0" r="r" b="b"/>
            <a:pathLst>
              <a:path w="50" h="134">
                <a:moveTo>
                  <a:pt x="0" y="134"/>
                </a:move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9" y="126"/>
                </a:cubicBezTo>
                <a:cubicBezTo>
                  <a:pt x="13" y="125"/>
                  <a:pt x="15" y="124"/>
                  <a:pt x="16" y="119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18"/>
                  <a:pt x="16" y="16"/>
                  <a:pt x="16" y="13"/>
                </a:cubicBezTo>
                <a:cubicBezTo>
                  <a:pt x="15" y="10"/>
                  <a:pt x="13" y="8"/>
                  <a:pt x="9" y="8"/>
                </a:cubicBezTo>
                <a:cubicBezTo>
                  <a:pt x="6" y="7"/>
                  <a:pt x="4" y="7"/>
                  <a:pt x="1" y="7"/>
                </a:cubicBezTo>
                <a:cubicBezTo>
                  <a:pt x="1" y="4"/>
                  <a:pt x="1" y="2"/>
                  <a:pt x="1" y="0"/>
                </a:cubicBezTo>
                <a:cubicBezTo>
                  <a:pt x="17" y="0"/>
                  <a:pt x="33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7" y="7"/>
                  <a:pt x="44" y="7"/>
                  <a:pt x="42" y="8"/>
                </a:cubicBezTo>
                <a:cubicBezTo>
                  <a:pt x="38" y="8"/>
                  <a:pt x="35" y="10"/>
                  <a:pt x="34" y="15"/>
                </a:cubicBezTo>
                <a:cubicBezTo>
                  <a:pt x="34" y="17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6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8"/>
                  <a:pt x="50" y="129"/>
                  <a:pt x="50" y="131"/>
                </a:cubicBezTo>
                <a:cubicBezTo>
                  <a:pt x="50" y="132"/>
                  <a:pt x="49" y="133"/>
                  <a:pt x="49" y="134"/>
                </a:cubicBezTo>
                <a:cubicBezTo>
                  <a:pt x="33" y="134"/>
                  <a:pt x="17" y="134"/>
                  <a:pt x="0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4" name="Freeform 34">
            <a:extLst xmlns:a="http://schemas.openxmlformats.org/drawingml/2006/main">
              <a:ext uri="{FF2B5EF4-FFF2-40B4-BE49-F238E27FC236}">
                <a16:creationId xmlns:a16="http://schemas.microsoft.com/office/drawing/2014/main" id="{D7AE8DE4-1406-4D68-ABAD-0C646DC20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237" y="689187"/>
            <a:ext cx="24520" cy="68429"/>
          </a:xfrm>
          <a:custGeom xmlns:a="http://schemas.openxmlformats.org/drawingml/2006/main">
            <a:gdLst>
              <a:gd name="T0" fmla="*/ 0 w 49"/>
              <a:gd name="T1" fmla="*/ 7 h 135"/>
              <a:gd name="T2" fmla="*/ 0 w 49"/>
              <a:gd name="T3" fmla="*/ 0 h 135"/>
              <a:gd name="T4" fmla="*/ 49 w 49"/>
              <a:gd name="T5" fmla="*/ 0 h 135"/>
              <a:gd name="T6" fmla="*/ 49 w 49"/>
              <a:gd name="T7" fmla="*/ 7 h 135"/>
              <a:gd name="T8" fmla="*/ 42 w 49"/>
              <a:gd name="T9" fmla="*/ 8 h 135"/>
              <a:gd name="T10" fmla="*/ 34 w 49"/>
              <a:gd name="T11" fmla="*/ 15 h 135"/>
              <a:gd name="T12" fmla="*/ 33 w 49"/>
              <a:gd name="T13" fmla="*/ 23 h 135"/>
              <a:gd name="T14" fmla="*/ 33 w 49"/>
              <a:gd name="T15" fmla="*/ 113 h 135"/>
              <a:gd name="T16" fmla="*/ 46 w 49"/>
              <a:gd name="T17" fmla="*/ 127 h 135"/>
              <a:gd name="T18" fmla="*/ 49 w 49"/>
              <a:gd name="T19" fmla="*/ 127 h 135"/>
              <a:gd name="T20" fmla="*/ 49 w 49"/>
              <a:gd name="T21" fmla="*/ 134 h 135"/>
              <a:gd name="T22" fmla="*/ 0 w 49"/>
              <a:gd name="T23" fmla="*/ 134 h 135"/>
              <a:gd name="T24" fmla="*/ 0 w 49"/>
              <a:gd name="T25" fmla="*/ 127 h 135"/>
              <a:gd name="T26" fmla="*/ 7 w 49"/>
              <a:gd name="T27" fmla="*/ 126 h 135"/>
              <a:gd name="T28" fmla="*/ 16 w 49"/>
              <a:gd name="T29" fmla="*/ 118 h 135"/>
              <a:gd name="T30" fmla="*/ 16 w 49"/>
              <a:gd name="T31" fmla="*/ 113 h 135"/>
              <a:gd name="T32" fmla="*/ 16 w 49"/>
              <a:gd name="T33" fmla="*/ 20 h 135"/>
              <a:gd name="T34" fmla="*/ 15 w 49"/>
              <a:gd name="T35" fmla="*/ 13 h 135"/>
              <a:gd name="T36" fmla="*/ 9 w 49"/>
              <a:gd name="T37" fmla="*/ 8 h 135"/>
              <a:gd name="T38" fmla="*/ 0 w 49"/>
              <a:gd name="T39" fmla="*/ 7 h 135"/>
            </a:gdLst>
            <a:rect l="0" t="0" r="r" b="b"/>
            <a:pathLst>
              <a:path w="49" h="135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5" y="10"/>
                  <a:pt x="34" y="15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5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45" y="135"/>
                  <a:pt x="9" y="135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5" y="127"/>
                  <a:pt x="7" y="126"/>
                </a:cubicBezTo>
                <a:cubicBezTo>
                  <a:pt x="13" y="126"/>
                  <a:pt x="15" y="124"/>
                  <a:pt x="16" y="118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8"/>
                  <a:pt x="15" y="16"/>
                  <a:pt x="15" y="13"/>
                </a:cubicBezTo>
                <a:cubicBezTo>
                  <a:pt x="14" y="10"/>
                  <a:pt x="12" y="8"/>
                  <a:pt x="9" y="8"/>
                </a:cubicBezTo>
                <a:cubicBezTo>
                  <a:pt x="6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5" name="Freeform 35">
            <a:extLst xmlns:a="http://schemas.openxmlformats.org/drawingml/2006/main">
              <a:ext uri="{FF2B5EF4-FFF2-40B4-BE49-F238E27FC236}">
                <a16:creationId xmlns:a16="http://schemas.microsoft.com/office/drawing/2014/main" id="{573F63B8-DD67-4C61-A373-07A77935B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429" y="689187"/>
            <a:ext cx="24520" cy="67859"/>
          </a:xfrm>
          <a:custGeom xmlns:a="http://schemas.openxmlformats.org/drawingml/2006/main">
            <a:gdLst>
              <a:gd name="T0" fmla="*/ 0 w 49"/>
              <a:gd name="T1" fmla="*/ 7 h 134"/>
              <a:gd name="T2" fmla="*/ 0 w 49"/>
              <a:gd name="T3" fmla="*/ 0 h 134"/>
              <a:gd name="T4" fmla="*/ 49 w 49"/>
              <a:gd name="T5" fmla="*/ 0 h 134"/>
              <a:gd name="T6" fmla="*/ 49 w 49"/>
              <a:gd name="T7" fmla="*/ 7 h 134"/>
              <a:gd name="T8" fmla="*/ 42 w 49"/>
              <a:gd name="T9" fmla="*/ 8 h 134"/>
              <a:gd name="T10" fmla="*/ 34 w 49"/>
              <a:gd name="T11" fmla="*/ 15 h 134"/>
              <a:gd name="T12" fmla="*/ 33 w 49"/>
              <a:gd name="T13" fmla="*/ 23 h 134"/>
              <a:gd name="T14" fmla="*/ 33 w 49"/>
              <a:gd name="T15" fmla="*/ 112 h 134"/>
              <a:gd name="T16" fmla="*/ 34 w 49"/>
              <a:gd name="T17" fmla="*/ 120 h 134"/>
              <a:gd name="T18" fmla="*/ 40 w 49"/>
              <a:gd name="T19" fmla="*/ 126 h 134"/>
              <a:gd name="T20" fmla="*/ 49 w 49"/>
              <a:gd name="T21" fmla="*/ 127 h 134"/>
              <a:gd name="T22" fmla="*/ 49 w 49"/>
              <a:gd name="T23" fmla="*/ 134 h 134"/>
              <a:gd name="T24" fmla="*/ 0 w 49"/>
              <a:gd name="T25" fmla="*/ 134 h 134"/>
              <a:gd name="T26" fmla="*/ 0 w 49"/>
              <a:gd name="T27" fmla="*/ 127 h 134"/>
              <a:gd name="T28" fmla="*/ 8 w 49"/>
              <a:gd name="T29" fmla="*/ 126 h 134"/>
              <a:gd name="T30" fmla="*/ 15 w 49"/>
              <a:gd name="T31" fmla="*/ 119 h 134"/>
              <a:gd name="T32" fmla="*/ 16 w 49"/>
              <a:gd name="T33" fmla="*/ 110 h 134"/>
              <a:gd name="T34" fmla="*/ 16 w 49"/>
              <a:gd name="T35" fmla="*/ 25 h 134"/>
              <a:gd name="T36" fmla="*/ 15 w 49"/>
              <a:gd name="T37" fmla="*/ 15 h 134"/>
              <a:gd name="T38" fmla="*/ 8 w 49"/>
              <a:gd name="T39" fmla="*/ 8 h 134"/>
              <a:gd name="T40" fmla="*/ 0 w 49"/>
              <a:gd name="T41" fmla="*/ 7 h 134"/>
            </a:gdLst>
            <a:rect l="0" t="0" r="r" b="b"/>
            <a:pathLst>
              <a:path w="49" h="134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4" y="10"/>
                  <a:pt x="34" y="15"/>
                </a:cubicBezTo>
                <a:cubicBezTo>
                  <a:pt x="33" y="18"/>
                  <a:pt x="33" y="21"/>
                  <a:pt x="33" y="23"/>
                </a:cubicBezTo>
                <a:cubicBezTo>
                  <a:pt x="33" y="53"/>
                  <a:pt x="33" y="83"/>
                  <a:pt x="33" y="112"/>
                </a:cubicBezTo>
                <a:cubicBezTo>
                  <a:pt x="33" y="115"/>
                  <a:pt x="33" y="118"/>
                  <a:pt x="34" y="120"/>
                </a:cubicBezTo>
                <a:cubicBezTo>
                  <a:pt x="34" y="124"/>
                  <a:pt x="36" y="126"/>
                  <a:pt x="40" y="126"/>
                </a:cubicBezTo>
                <a:cubicBezTo>
                  <a:pt x="43" y="126"/>
                  <a:pt x="45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33" y="134"/>
                  <a:pt x="1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8" y="126"/>
                </a:cubicBezTo>
                <a:cubicBezTo>
                  <a:pt x="13" y="125"/>
                  <a:pt x="15" y="123"/>
                  <a:pt x="15" y="119"/>
                </a:cubicBezTo>
                <a:cubicBezTo>
                  <a:pt x="16" y="116"/>
                  <a:pt x="16" y="113"/>
                  <a:pt x="16" y="110"/>
                </a:cubicBezTo>
                <a:cubicBezTo>
                  <a:pt x="16" y="81"/>
                  <a:pt x="16" y="53"/>
                  <a:pt x="16" y="25"/>
                </a:cubicBezTo>
                <a:cubicBezTo>
                  <a:pt x="16" y="21"/>
                  <a:pt x="16" y="18"/>
                  <a:pt x="15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8" name="Freeform 9">
            <a:extLst xmlns:a="http://schemas.openxmlformats.org/drawingml/2006/main">
              <a:ext uri="{FF2B5EF4-FFF2-40B4-BE49-F238E27FC236}">
                <a16:creationId xmlns:a16="http://schemas.microsoft.com/office/drawing/2014/main" id="{41B5F7CD-CB81-4C52-8CE9-BC32616A1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4981" y="365289"/>
            <a:ext cx="164800" cy="184188"/>
          </a:xfrm>
          <a:custGeom xmlns:a="http://schemas.openxmlformats.org/drawingml/2006/main">
            <a:gdLst>
              <a:gd name="T0" fmla="*/ 324 w 325"/>
              <a:gd name="T1" fmla="*/ 106 h 363"/>
              <a:gd name="T2" fmla="*/ 283 w 325"/>
              <a:gd name="T3" fmla="*/ 179 h 363"/>
              <a:gd name="T4" fmla="*/ 247 w 325"/>
              <a:gd name="T5" fmla="*/ 214 h 363"/>
              <a:gd name="T6" fmla="*/ 241 w 325"/>
              <a:gd name="T7" fmla="*/ 228 h 363"/>
              <a:gd name="T8" fmla="*/ 271 w 325"/>
              <a:gd name="T9" fmla="*/ 230 h 363"/>
              <a:gd name="T10" fmla="*/ 282 w 325"/>
              <a:gd name="T11" fmla="*/ 240 h 363"/>
              <a:gd name="T12" fmla="*/ 269 w 325"/>
              <a:gd name="T13" fmla="*/ 277 h 363"/>
              <a:gd name="T14" fmla="*/ 223 w 325"/>
              <a:gd name="T15" fmla="*/ 316 h 363"/>
              <a:gd name="T16" fmla="*/ 176 w 325"/>
              <a:gd name="T17" fmla="*/ 340 h 363"/>
              <a:gd name="T18" fmla="*/ 160 w 325"/>
              <a:gd name="T19" fmla="*/ 339 h 363"/>
              <a:gd name="T20" fmla="*/ 165 w 325"/>
              <a:gd name="T21" fmla="*/ 329 h 363"/>
              <a:gd name="T22" fmla="*/ 195 w 325"/>
              <a:gd name="T23" fmla="*/ 302 h 363"/>
              <a:gd name="T24" fmla="*/ 214 w 325"/>
              <a:gd name="T25" fmla="*/ 282 h 363"/>
              <a:gd name="T26" fmla="*/ 223 w 325"/>
              <a:gd name="T27" fmla="*/ 265 h 363"/>
              <a:gd name="T28" fmla="*/ 220 w 325"/>
              <a:gd name="T29" fmla="*/ 257 h 363"/>
              <a:gd name="T30" fmla="*/ 179 w 325"/>
              <a:gd name="T31" fmla="*/ 289 h 363"/>
              <a:gd name="T32" fmla="*/ 106 w 325"/>
              <a:gd name="T33" fmla="*/ 335 h 363"/>
              <a:gd name="T34" fmla="*/ 20 w 325"/>
              <a:gd name="T35" fmla="*/ 363 h 363"/>
              <a:gd name="T36" fmla="*/ 4 w 325"/>
              <a:gd name="T37" fmla="*/ 360 h 363"/>
              <a:gd name="T38" fmla="*/ 78 w 325"/>
              <a:gd name="T39" fmla="*/ 306 h 363"/>
              <a:gd name="T40" fmla="*/ 102 w 325"/>
              <a:gd name="T41" fmla="*/ 295 h 363"/>
              <a:gd name="T42" fmla="*/ 208 w 325"/>
              <a:gd name="T43" fmla="*/ 238 h 363"/>
              <a:gd name="T44" fmla="*/ 207 w 325"/>
              <a:gd name="T45" fmla="*/ 232 h 363"/>
              <a:gd name="T46" fmla="*/ 171 w 325"/>
              <a:gd name="T47" fmla="*/ 243 h 363"/>
              <a:gd name="T48" fmla="*/ 163 w 325"/>
              <a:gd name="T49" fmla="*/ 239 h 363"/>
              <a:gd name="T50" fmla="*/ 170 w 325"/>
              <a:gd name="T51" fmla="*/ 226 h 363"/>
              <a:gd name="T52" fmla="*/ 154 w 325"/>
              <a:gd name="T53" fmla="*/ 206 h 363"/>
              <a:gd name="T54" fmla="*/ 122 w 325"/>
              <a:gd name="T55" fmla="*/ 224 h 363"/>
              <a:gd name="T56" fmla="*/ 99 w 325"/>
              <a:gd name="T57" fmla="*/ 236 h 363"/>
              <a:gd name="T58" fmla="*/ 100 w 325"/>
              <a:gd name="T59" fmla="*/ 222 h 363"/>
              <a:gd name="T60" fmla="*/ 116 w 325"/>
              <a:gd name="T61" fmla="*/ 204 h 363"/>
              <a:gd name="T62" fmla="*/ 118 w 325"/>
              <a:gd name="T63" fmla="*/ 183 h 363"/>
              <a:gd name="T64" fmla="*/ 116 w 325"/>
              <a:gd name="T65" fmla="*/ 174 h 363"/>
              <a:gd name="T66" fmla="*/ 143 w 325"/>
              <a:gd name="T67" fmla="*/ 167 h 363"/>
              <a:gd name="T68" fmla="*/ 158 w 325"/>
              <a:gd name="T69" fmla="*/ 145 h 363"/>
              <a:gd name="T70" fmla="*/ 147 w 325"/>
              <a:gd name="T71" fmla="*/ 144 h 363"/>
              <a:gd name="T72" fmla="*/ 132 w 325"/>
              <a:gd name="T73" fmla="*/ 141 h 363"/>
              <a:gd name="T74" fmla="*/ 141 w 325"/>
              <a:gd name="T75" fmla="*/ 129 h 363"/>
              <a:gd name="T76" fmla="*/ 140 w 325"/>
              <a:gd name="T77" fmla="*/ 115 h 363"/>
              <a:gd name="T78" fmla="*/ 112 w 325"/>
              <a:gd name="T79" fmla="*/ 96 h 363"/>
              <a:gd name="T80" fmla="*/ 127 w 325"/>
              <a:gd name="T81" fmla="*/ 92 h 363"/>
              <a:gd name="T82" fmla="*/ 167 w 325"/>
              <a:gd name="T83" fmla="*/ 81 h 363"/>
              <a:gd name="T84" fmla="*/ 203 w 325"/>
              <a:gd name="T85" fmla="*/ 36 h 363"/>
              <a:gd name="T86" fmla="*/ 204 w 325"/>
              <a:gd name="T87" fmla="*/ 10 h 363"/>
              <a:gd name="T88" fmla="*/ 216 w 325"/>
              <a:gd name="T89" fmla="*/ 3 h 363"/>
              <a:gd name="T90" fmla="*/ 224 w 325"/>
              <a:gd name="T91" fmla="*/ 56 h 363"/>
              <a:gd name="T92" fmla="*/ 205 w 325"/>
              <a:gd name="T93" fmla="*/ 91 h 363"/>
              <a:gd name="T94" fmla="*/ 208 w 325"/>
              <a:gd name="T95" fmla="*/ 105 h 363"/>
              <a:gd name="T96" fmla="*/ 267 w 325"/>
              <a:gd name="T97" fmla="*/ 87 h 363"/>
              <a:gd name="T98" fmla="*/ 297 w 325"/>
              <a:gd name="T99" fmla="*/ 85 h 363"/>
              <a:gd name="T100" fmla="*/ 309 w 325"/>
              <a:gd name="T101" fmla="*/ 86 h 363"/>
              <a:gd name="T102" fmla="*/ 325 w 325"/>
              <a:gd name="T103" fmla="*/ 104 h 363"/>
              <a:gd name="T104" fmla="*/ 198 w 325"/>
              <a:gd name="T105" fmla="*/ 126 h 363"/>
              <a:gd name="T106" fmla="*/ 164 w 325"/>
              <a:gd name="T107" fmla="*/ 175 h 363"/>
              <a:gd name="T108" fmla="*/ 181 w 325"/>
              <a:gd name="T109" fmla="*/ 191 h 363"/>
              <a:gd name="T110" fmla="*/ 186 w 325"/>
              <a:gd name="T111" fmla="*/ 173 h 363"/>
              <a:gd name="T112" fmla="*/ 199 w 325"/>
              <a:gd name="T113" fmla="*/ 170 h 363"/>
              <a:gd name="T114" fmla="*/ 206 w 325"/>
              <a:gd name="T115" fmla="*/ 204 h 363"/>
              <a:gd name="T116" fmla="*/ 217 w 325"/>
              <a:gd name="T117" fmla="*/ 206 h 363"/>
              <a:gd name="T118" fmla="*/ 229 w 325"/>
              <a:gd name="T119" fmla="*/ 188 h 363"/>
              <a:gd name="T120" fmla="*/ 261 w 325"/>
              <a:gd name="T121" fmla="*/ 141 h 363"/>
              <a:gd name="T122" fmla="*/ 250 w 325"/>
              <a:gd name="T123" fmla="*/ 134 h 363"/>
              <a:gd name="T124" fmla="*/ 206 w 325"/>
              <a:gd name="T125" fmla="*/ 122 h 363"/>
            </a:gdLst>
            <a:rect l="0" t="0" r="r" b="b"/>
            <a:pathLst>
              <a:path w="325" h="363">
                <a:moveTo>
                  <a:pt x="325" y="104"/>
                </a:moveTo>
                <a:cubicBezTo>
                  <a:pt x="325" y="104"/>
                  <a:pt x="324" y="105"/>
                  <a:pt x="324" y="106"/>
                </a:cubicBezTo>
                <a:cubicBezTo>
                  <a:pt x="323" y="108"/>
                  <a:pt x="323" y="111"/>
                  <a:pt x="322" y="114"/>
                </a:cubicBezTo>
                <a:cubicBezTo>
                  <a:pt x="312" y="138"/>
                  <a:pt x="300" y="160"/>
                  <a:pt x="283" y="179"/>
                </a:cubicBezTo>
                <a:cubicBezTo>
                  <a:pt x="275" y="188"/>
                  <a:pt x="267" y="197"/>
                  <a:pt x="259" y="205"/>
                </a:cubicBezTo>
                <a:cubicBezTo>
                  <a:pt x="255" y="209"/>
                  <a:pt x="251" y="211"/>
                  <a:pt x="247" y="214"/>
                </a:cubicBezTo>
                <a:cubicBezTo>
                  <a:pt x="244" y="217"/>
                  <a:pt x="241" y="219"/>
                  <a:pt x="239" y="223"/>
                </a:cubicBezTo>
                <a:cubicBezTo>
                  <a:pt x="237" y="226"/>
                  <a:pt x="238" y="227"/>
                  <a:pt x="241" y="228"/>
                </a:cubicBezTo>
                <a:cubicBezTo>
                  <a:pt x="243" y="228"/>
                  <a:pt x="245" y="228"/>
                  <a:pt x="246" y="228"/>
                </a:cubicBezTo>
                <a:cubicBezTo>
                  <a:pt x="255" y="229"/>
                  <a:pt x="263" y="230"/>
                  <a:pt x="271" y="230"/>
                </a:cubicBezTo>
                <a:cubicBezTo>
                  <a:pt x="272" y="230"/>
                  <a:pt x="274" y="231"/>
                  <a:pt x="275" y="231"/>
                </a:cubicBezTo>
                <a:cubicBezTo>
                  <a:pt x="280" y="233"/>
                  <a:pt x="282" y="235"/>
                  <a:pt x="282" y="240"/>
                </a:cubicBezTo>
                <a:cubicBezTo>
                  <a:pt x="283" y="247"/>
                  <a:pt x="282" y="253"/>
                  <a:pt x="279" y="259"/>
                </a:cubicBezTo>
                <a:cubicBezTo>
                  <a:pt x="277" y="265"/>
                  <a:pt x="273" y="271"/>
                  <a:pt x="269" y="277"/>
                </a:cubicBezTo>
                <a:cubicBezTo>
                  <a:pt x="260" y="289"/>
                  <a:pt x="248" y="298"/>
                  <a:pt x="237" y="307"/>
                </a:cubicBezTo>
                <a:cubicBezTo>
                  <a:pt x="233" y="311"/>
                  <a:pt x="228" y="314"/>
                  <a:pt x="223" y="316"/>
                </a:cubicBezTo>
                <a:cubicBezTo>
                  <a:pt x="213" y="321"/>
                  <a:pt x="203" y="327"/>
                  <a:pt x="193" y="332"/>
                </a:cubicBezTo>
                <a:cubicBezTo>
                  <a:pt x="187" y="334"/>
                  <a:pt x="182" y="337"/>
                  <a:pt x="176" y="340"/>
                </a:cubicBezTo>
                <a:cubicBezTo>
                  <a:pt x="173" y="341"/>
                  <a:pt x="169" y="341"/>
                  <a:pt x="166" y="342"/>
                </a:cubicBezTo>
                <a:cubicBezTo>
                  <a:pt x="164" y="342"/>
                  <a:pt x="161" y="341"/>
                  <a:pt x="160" y="339"/>
                </a:cubicBezTo>
                <a:cubicBezTo>
                  <a:pt x="159" y="337"/>
                  <a:pt x="160" y="335"/>
                  <a:pt x="162" y="333"/>
                </a:cubicBezTo>
                <a:cubicBezTo>
                  <a:pt x="163" y="332"/>
                  <a:pt x="164" y="330"/>
                  <a:pt x="165" y="329"/>
                </a:cubicBezTo>
                <a:cubicBezTo>
                  <a:pt x="173" y="323"/>
                  <a:pt x="181" y="316"/>
                  <a:pt x="189" y="310"/>
                </a:cubicBezTo>
                <a:cubicBezTo>
                  <a:pt x="192" y="307"/>
                  <a:pt x="194" y="305"/>
                  <a:pt x="195" y="302"/>
                </a:cubicBezTo>
                <a:cubicBezTo>
                  <a:pt x="196" y="300"/>
                  <a:pt x="198" y="297"/>
                  <a:pt x="200" y="295"/>
                </a:cubicBezTo>
                <a:cubicBezTo>
                  <a:pt x="205" y="291"/>
                  <a:pt x="210" y="287"/>
                  <a:pt x="214" y="282"/>
                </a:cubicBezTo>
                <a:cubicBezTo>
                  <a:pt x="217" y="280"/>
                  <a:pt x="218" y="278"/>
                  <a:pt x="219" y="275"/>
                </a:cubicBezTo>
                <a:cubicBezTo>
                  <a:pt x="219" y="271"/>
                  <a:pt x="221" y="268"/>
                  <a:pt x="223" y="265"/>
                </a:cubicBezTo>
                <a:cubicBezTo>
                  <a:pt x="225" y="263"/>
                  <a:pt x="227" y="261"/>
                  <a:pt x="229" y="259"/>
                </a:cubicBezTo>
                <a:cubicBezTo>
                  <a:pt x="227" y="256"/>
                  <a:pt x="224" y="256"/>
                  <a:pt x="220" y="257"/>
                </a:cubicBezTo>
                <a:cubicBezTo>
                  <a:pt x="212" y="260"/>
                  <a:pt x="205" y="264"/>
                  <a:pt x="199" y="270"/>
                </a:cubicBezTo>
                <a:cubicBezTo>
                  <a:pt x="192" y="276"/>
                  <a:pt x="186" y="282"/>
                  <a:pt x="179" y="289"/>
                </a:cubicBezTo>
                <a:cubicBezTo>
                  <a:pt x="169" y="299"/>
                  <a:pt x="157" y="307"/>
                  <a:pt x="144" y="314"/>
                </a:cubicBezTo>
                <a:cubicBezTo>
                  <a:pt x="131" y="320"/>
                  <a:pt x="119" y="328"/>
                  <a:pt x="106" y="335"/>
                </a:cubicBezTo>
                <a:cubicBezTo>
                  <a:pt x="89" y="344"/>
                  <a:pt x="72" y="352"/>
                  <a:pt x="53" y="357"/>
                </a:cubicBezTo>
                <a:cubicBezTo>
                  <a:pt x="43" y="361"/>
                  <a:pt x="32" y="363"/>
                  <a:pt x="20" y="363"/>
                </a:cubicBezTo>
                <a:cubicBezTo>
                  <a:pt x="16" y="362"/>
                  <a:pt x="12" y="361"/>
                  <a:pt x="7" y="361"/>
                </a:cubicBezTo>
                <a:cubicBezTo>
                  <a:pt x="6" y="361"/>
                  <a:pt x="5" y="360"/>
                  <a:pt x="4" y="360"/>
                </a:cubicBezTo>
                <a:cubicBezTo>
                  <a:pt x="0" y="358"/>
                  <a:pt x="0" y="355"/>
                  <a:pt x="4" y="352"/>
                </a:cubicBezTo>
                <a:cubicBezTo>
                  <a:pt x="28" y="337"/>
                  <a:pt x="53" y="321"/>
                  <a:pt x="78" y="306"/>
                </a:cubicBezTo>
                <a:cubicBezTo>
                  <a:pt x="84" y="302"/>
                  <a:pt x="91" y="298"/>
                  <a:pt x="98" y="297"/>
                </a:cubicBezTo>
                <a:cubicBezTo>
                  <a:pt x="100" y="296"/>
                  <a:pt x="101" y="295"/>
                  <a:pt x="102" y="295"/>
                </a:cubicBezTo>
                <a:cubicBezTo>
                  <a:pt x="135" y="275"/>
                  <a:pt x="169" y="257"/>
                  <a:pt x="204" y="241"/>
                </a:cubicBezTo>
                <a:cubicBezTo>
                  <a:pt x="205" y="240"/>
                  <a:pt x="207" y="239"/>
                  <a:pt x="208" y="238"/>
                </a:cubicBezTo>
                <a:cubicBezTo>
                  <a:pt x="209" y="237"/>
                  <a:pt x="210" y="235"/>
                  <a:pt x="210" y="234"/>
                </a:cubicBezTo>
                <a:cubicBezTo>
                  <a:pt x="210" y="233"/>
                  <a:pt x="208" y="232"/>
                  <a:pt x="207" y="232"/>
                </a:cubicBezTo>
                <a:cubicBezTo>
                  <a:pt x="201" y="231"/>
                  <a:pt x="196" y="233"/>
                  <a:pt x="190" y="235"/>
                </a:cubicBezTo>
                <a:cubicBezTo>
                  <a:pt x="184" y="238"/>
                  <a:pt x="178" y="240"/>
                  <a:pt x="171" y="243"/>
                </a:cubicBezTo>
                <a:cubicBezTo>
                  <a:pt x="170" y="243"/>
                  <a:pt x="169" y="244"/>
                  <a:pt x="168" y="244"/>
                </a:cubicBezTo>
                <a:cubicBezTo>
                  <a:pt x="164" y="244"/>
                  <a:pt x="163" y="244"/>
                  <a:pt x="163" y="239"/>
                </a:cubicBezTo>
                <a:cubicBezTo>
                  <a:pt x="163" y="236"/>
                  <a:pt x="164" y="233"/>
                  <a:pt x="166" y="231"/>
                </a:cubicBezTo>
                <a:cubicBezTo>
                  <a:pt x="167" y="229"/>
                  <a:pt x="169" y="228"/>
                  <a:pt x="170" y="226"/>
                </a:cubicBezTo>
                <a:cubicBezTo>
                  <a:pt x="172" y="222"/>
                  <a:pt x="172" y="218"/>
                  <a:pt x="168" y="215"/>
                </a:cubicBezTo>
                <a:cubicBezTo>
                  <a:pt x="164" y="212"/>
                  <a:pt x="159" y="209"/>
                  <a:pt x="154" y="206"/>
                </a:cubicBezTo>
                <a:cubicBezTo>
                  <a:pt x="148" y="203"/>
                  <a:pt x="143" y="205"/>
                  <a:pt x="138" y="210"/>
                </a:cubicBezTo>
                <a:cubicBezTo>
                  <a:pt x="133" y="215"/>
                  <a:pt x="128" y="219"/>
                  <a:pt x="122" y="224"/>
                </a:cubicBezTo>
                <a:cubicBezTo>
                  <a:pt x="118" y="228"/>
                  <a:pt x="112" y="231"/>
                  <a:pt x="107" y="235"/>
                </a:cubicBezTo>
                <a:cubicBezTo>
                  <a:pt x="105" y="236"/>
                  <a:pt x="102" y="238"/>
                  <a:pt x="99" y="236"/>
                </a:cubicBezTo>
                <a:cubicBezTo>
                  <a:pt x="97" y="234"/>
                  <a:pt x="97" y="231"/>
                  <a:pt x="98" y="229"/>
                </a:cubicBezTo>
                <a:cubicBezTo>
                  <a:pt x="98" y="226"/>
                  <a:pt x="99" y="224"/>
                  <a:pt x="100" y="222"/>
                </a:cubicBezTo>
                <a:cubicBezTo>
                  <a:pt x="102" y="219"/>
                  <a:pt x="105" y="217"/>
                  <a:pt x="107" y="214"/>
                </a:cubicBezTo>
                <a:cubicBezTo>
                  <a:pt x="110" y="211"/>
                  <a:pt x="113" y="208"/>
                  <a:pt x="116" y="204"/>
                </a:cubicBezTo>
                <a:cubicBezTo>
                  <a:pt x="118" y="202"/>
                  <a:pt x="119" y="198"/>
                  <a:pt x="120" y="195"/>
                </a:cubicBezTo>
                <a:cubicBezTo>
                  <a:pt x="122" y="191"/>
                  <a:pt x="122" y="187"/>
                  <a:pt x="118" y="183"/>
                </a:cubicBezTo>
                <a:cubicBezTo>
                  <a:pt x="116" y="182"/>
                  <a:pt x="115" y="181"/>
                  <a:pt x="115" y="179"/>
                </a:cubicBezTo>
                <a:cubicBezTo>
                  <a:pt x="113" y="177"/>
                  <a:pt x="113" y="175"/>
                  <a:pt x="116" y="174"/>
                </a:cubicBezTo>
                <a:cubicBezTo>
                  <a:pt x="123" y="173"/>
                  <a:pt x="130" y="171"/>
                  <a:pt x="137" y="170"/>
                </a:cubicBezTo>
                <a:cubicBezTo>
                  <a:pt x="140" y="170"/>
                  <a:pt x="141" y="169"/>
                  <a:pt x="143" y="167"/>
                </a:cubicBezTo>
                <a:cubicBezTo>
                  <a:pt x="146" y="163"/>
                  <a:pt x="150" y="159"/>
                  <a:pt x="153" y="155"/>
                </a:cubicBezTo>
                <a:cubicBezTo>
                  <a:pt x="155" y="152"/>
                  <a:pt x="157" y="149"/>
                  <a:pt x="158" y="145"/>
                </a:cubicBezTo>
                <a:cubicBezTo>
                  <a:pt x="159" y="141"/>
                  <a:pt x="157" y="140"/>
                  <a:pt x="154" y="141"/>
                </a:cubicBezTo>
                <a:cubicBezTo>
                  <a:pt x="151" y="141"/>
                  <a:pt x="149" y="142"/>
                  <a:pt x="147" y="144"/>
                </a:cubicBezTo>
                <a:cubicBezTo>
                  <a:pt x="144" y="146"/>
                  <a:pt x="140" y="146"/>
                  <a:pt x="137" y="145"/>
                </a:cubicBezTo>
                <a:cubicBezTo>
                  <a:pt x="134" y="145"/>
                  <a:pt x="133" y="144"/>
                  <a:pt x="132" y="141"/>
                </a:cubicBezTo>
                <a:cubicBezTo>
                  <a:pt x="132" y="139"/>
                  <a:pt x="132" y="137"/>
                  <a:pt x="134" y="135"/>
                </a:cubicBezTo>
                <a:cubicBezTo>
                  <a:pt x="137" y="133"/>
                  <a:pt x="139" y="131"/>
                  <a:pt x="141" y="129"/>
                </a:cubicBezTo>
                <a:cubicBezTo>
                  <a:pt x="143" y="126"/>
                  <a:pt x="144" y="123"/>
                  <a:pt x="144" y="119"/>
                </a:cubicBezTo>
                <a:cubicBezTo>
                  <a:pt x="144" y="116"/>
                  <a:pt x="143" y="115"/>
                  <a:pt x="140" y="115"/>
                </a:cubicBezTo>
                <a:cubicBezTo>
                  <a:pt x="136" y="115"/>
                  <a:pt x="132" y="115"/>
                  <a:pt x="129" y="114"/>
                </a:cubicBezTo>
                <a:cubicBezTo>
                  <a:pt x="119" y="112"/>
                  <a:pt x="114" y="106"/>
                  <a:pt x="112" y="96"/>
                </a:cubicBezTo>
                <a:cubicBezTo>
                  <a:pt x="112" y="91"/>
                  <a:pt x="113" y="90"/>
                  <a:pt x="118" y="91"/>
                </a:cubicBezTo>
                <a:cubicBezTo>
                  <a:pt x="121" y="91"/>
                  <a:pt x="124" y="91"/>
                  <a:pt x="127" y="92"/>
                </a:cubicBezTo>
                <a:cubicBezTo>
                  <a:pt x="137" y="93"/>
                  <a:pt x="146" y="92"/>
                  <a:pt x="155" y="86"/>
                </a:cubicBezTo>
                <a:cubicBezTo>
                  <a:pt x="158" y="83"/>
                  <a:pt x="163" y="82"/>
                  <a:pt x="167" y="81"/>
                </a:cubicBezTo>
                <a:cubicBezTo>
                  <a:pt x="174" y="79"/>
                  <a:pt x="180" y="76"/>
                  <a:pt x="184" y="70"/>
                </a:cubicBezTo>
                <a:cubicBezTo>
                  <a:pt x="193" y="60"/>
                  <a:pt x="200" y="49"/>
                  <a:pt x="203" y="36"/>
                </a:cubicBezTo>
                <a:cubicBezTo>
                  <a:pt x="204" y="30"/>
                  <a:pt x="205" y="23"/>
                  <a:pt x="205" y="17"/>
                </a:cubicBezTo>
                <a:cubicBezTo>
                  <a:pt x="204" y="15"/>
                  <a:pt x="204" y="13"/>
                  <a:pt x="204" y="10"/>
                </a:cubicBezTo>
                <a:cubicBezTo>
                  <a:pt x="204" y="7"/>
                  <a:pt x="204" y="4"/>
                  <a:pt x="207" y="2"/>
                </a:cubicBezTo>
                <a:cubicBezTo>
                  <a:pt x="211" y="0"/>
                  <a:pt x="213" y="2"/>
                  <a:pt x="216" y="3"/>
                </a:cubicBezTo>
                <a:cubicBezTo>
                  <a:pt x="230" y="11"/>
                  <a:pt x="236" y="28"/>
                  <a:pt x="230" y="43"/>
                </a:cubicBezTo>
                <a:cubicBezTo>
                  <a:pt x="229" y="48"/>
                  <a:pt x="226" y="52"/>
                  <a:pt x="224" y="56"/>
                </a:cubicBezTo>
                <a:cubicBezTo>
                  <a:pt x="219" y="64"/>
                  <a:pt x="214" y="72"/>
                  <a:pt x="209" y="80"/>
                </a:cubicBezTo>
                <a:cubicBezTo>
                  <a:pt x="207" y="83"/>
                  <a:pt x="206" y="87"/>
                  <a:pt x="205" y="91"/>
                </a:cubicBezTo>
                <a:cubicBezTo>
                  <a:pt x="204" y="93"/>
                  <a:pt x="203" y="95"/>
                  <a:pt x="203" y="98"/>
                </a:cubicBezTo>
                <a:cubicBezTo>
                  <a:pt x="203" y="102"/>
                  <a:pt x="205" y="104"/>
                  <a:pt x="208" y="105"/>
                </a:cubicBezTo>
                <a:cubicBezTo>
                  <a:pt x="213" y="106"/>
                  <a:pt x="217" y="105"/>
                  <a:pt x="221" y="104"/>
                </a:cubicBezTo>
                <a:cubicBezTo>
                  <a:pt x="236" y="97"/>
                  <a:pt x="251" y="91"/>
                  <a:pt x="267" y="87"/>
                </a:cubicBezTo>
                <a:cubicBezTo>
                  <a:pt x="274" y="85"/>
                  <a:pt x="280" y="84"/>
                  <a:pt x="287" y="82"/>
                </a:cubicBezTo>
                <a:cubicBezTo>
                  <a:pt x="290" y="82"/>
                  <a:pt x="294" y="82"/>
                  <a:pt x="297" y="85"/>
                </a:cubicBezTo>
                <a:cubicBezTo>
                  <a:pt x="299" y="86"/>
                  <a:pt x="301" y="86"/>
                  <a:pt x="304" y="86"/>
                </a:cubicBezTo>
                <a:cubicBezTo>
                  <a:pt x="305" y="87"/>
                  <a:pt x="307" y="86"/>
                  <a:pt x="309" y="86"/>
                </a:cubicBezTo>
                <a:cubicBezTo>
                  <a:pt x="317" y="86"/>
                  <a:pt x="323" y="89"/>
                  <a:pt x="325" y="97"/>
                </a:cubicBezTo>
                <a:cubicBezTo>
                  <a:pt x="325" y="99"/>
                  <a:pt x="325" y="101"/>
                  <a:pt x="325" y="104"/>
                </a:cubicBezTo>
                <a:close/>
                <a:moveTo>
                  <a:pt x="206" y="122"/>
                </a:moveTo>
                <a:cubicBezTo>
                  <a:pt x="203" y="122"/>
                  <a:pt x="200" y="123"/>
                  <a:pt x="198" y="126"/>
                </a:cubicBezTo>
                <a:cubicBezTo>
                  <a:pt x="189" y="138"/>
                  <a:pt x="179" y="150"/>
                  <a:pt x="169" y="162"/>
                </a:cubicBezTo>
                <a:cubicBezTo>
                  <a:pt x="166" y="166"/>
                  <a:pt x="164" y="170"/>
                  <a:pt x="164" y="175"/>
                </a:cubicBezTo>
                <a:cubicBezTo>
                  <a:pt x="162" y="184"/>
                  <a:pt x="165" y="188"/>
                  <a:pt x="173" y="193"/>
                </a:cubicBezTo>
                <a:cubicBezTo>
                  <a:pt x="176" y="195"/>
                  <a:pt x="179" y="194"/>
                  <a:pt x="181" y="191"/>
                </a:cubicBezTo>
                <a:cubicBezTo>
                  <a:pt x="183" y="188"/>
                  <a:pt x="183" y="186"/>
                  <a:pt x="184" y="183"/>
                </a:cubicBezTo>
                <a:cubicBezTo>
                  <a:pt x="185" y="180"/>
                  <a:pt x="185" y="176"/>
                  <a:pt x="186" y="173"/>
                </a:cubicBezTo>
                <a:cubicBezTo>
                  <a:pt x="187" y="171"/>
                  <a:pt x="188" y="168"/>
                  <a:pt x="190" y="167"/>
                </a:cubicBezTo>
                <a:cubicBezTo>
                  <a:pt x="194" y="164"/>
                  <a:pt x="197" y="165"/>
                  <a:pt x="199" y="170"/>
                </a:cubicBezTo>
                <a:cubicBezTo>
                  <a:pt x="199" y="171"/>
                  <a:pt x="199" y="171"/>
                  <a:pt x="199" y="172"/>
                </a:cubicBezTo>
                <a:cubicBezTo>
                  <a:pt x="202" y="183"/>
                  <a:pt x="205" y="193"/>
                  <a:pt x="206" y="204"/>
                </a:cubicBezTo>
                <a:cubicBezTo>
                  <a:pt x="206" y="206"/>
                  <a:pt x="207" y="209"/>
                  <a:pt x="210" y="210"/>
                </a:cubicBezTo>
                <a:cubicBezTo>
                  <a:pt x="214" y="210"/>
                  <a:pt x="215" y="208"/>
                  <a:pt x="217" y="206"/>
                </a:cubicBezTo>
                <a:cubicBezTo>
                  <a:pt x="217" y="205"/>
                  <a:pt x="217" y="205"/>
                  <a:pt x="218" y="204"/>
                </a:cubicBezTo>
                <a:cubicBezTo>
                  <a:pt x="221" y="199"/>
                  <a:pt x="225" y="193"/>
                  <a:pt x="229" y="188"/>
                </a:cubicBezTo>
                <a:cubicBezTo>
                  <a:pt x="237" y="177"/>
                  <a:pt x="246" y="167"/>
                  <a:pt x="255" y="157"/>
                </a:cubicBezTo>
                <a:cubicBezTo>
                  <a:pt x="259" y="152"/>
                  <a:pt x="261" y="147"/>
                  <a:pt x="261" y="141"/>
                </a:cubicBezTo>
                <a:cubicBezTo>
                  <a:pt x="261" y="137"/>
                  <a:pt x="259" y="135"/>
                  <a:pt x="255" y="134"/>
                </a:cubicBezTo>
                <a:cubicBezTo>
                  <a:pt x="253" y="134"/>
                  <a:pt x="251" y="134"/>
                  <a:pt x="250" y="134"/>
                </a:cubicBezTo>
                <a:cubicBezTo>
                  <a:pt x="240" y="131"/>
                  <a:pt x="231" y="129"/>
                  <a:pt x="221" y="126"/>
                </a:cubicBezTo>
                <a:cubicBezTo>
                  <a:pt x="216" y="125"/>
                  <a:pt x="211" y="123"/>
                  <a:pt x="206" y="1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9" name="Freeform 10">
            <a:extLst xmlns:a="http://schemas.openxmlformats.org/drawingml/2006/main">
              <a:ext uri="{FF2B5EF4-FFF2-40B4-BE49-F238E27FC236}">
                <a16:creationId xmlns:a16="http://schemas.microsoft.com/office/drawing/2014/main" id="{1A36518A-9426-482E-9B86-A6D35F08C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8190" y="398363"/>
            <a:ext cx="193882" cy="208139"/>
          </a:xfrm>
          <a:custGeom xmlns:a="http://schemas.openxmlformats.org/drawingml/2006/main">
            <a:gdLst>
              <a:gd name="T0" fmla="*/ 83 w 383"/>
              <a:gd name="T1" fmla="*/ 410 h 411"/>
              <a:gd name="T2" fmla="*/ 111 w 383"/>
              <a:gd name="T3" fmla="*/ 380 h 411"/>
              <a:gd name="T4" fmla="*/ 136 w 383"/>
              <a:gd name="T5" fmla="*/ 371 h 411"/>
              <a:gd name="T6" fmla="*/ 198 w 383"/>
              <a:gd name="T7" fmla="*/ 294 h 411"/>
              <a:gd name="T8" fmla="*/ 201 w 383"/>
              <a:gd name="T9" fmla="*/ 280 h 411"/>
              <a:gd name="T10" fmla="*/ 197 w 383"/>
              <a:gd name="T11" fmla="*/ 274 h 411"/>
              <a:gd name="T12" fmla="*/ 166 w 383"/>
              <a:gd name="T13" fmla="*/ 283 h 411"/>
              <a:gd name="T14" fmla="*/ 144 w 383"/>
              <a:gd name="T15" fmla="*/ 291 h 411"/>
              <a:gd name="T16" fmla="*/ 123 w 383"/>
              <a:gd name="T17" fmla="*/ 305 h 411"/>
              <a:gd name="T18" fmla="*/ 62 w 383"/>
              <a:gd name="T19" fmla="*/ 344 h 411"/>
              <a:gd name="T20" fmla="*/ 34 w 383"/>
              <a:gd name="T21" fmla="*/ 353 h 411"/>
              <a:gd name="T22" fmla="*/ 9 w 383"/>
              <a:gd name="T23" fmla="*/ 344 h 411"/>
              <a:gd name="T24" fmla="*/ 1 w 383"/>
              <a:gd name="T25" fmla="*/ 322 h 411"/>
              <a:gd name="T26" fmla="*/ 0 w 383"/>
              <a:gd name="T27" fmla="*/ 288 h 411"/>
              <a:gd name="T28" fmla="*/ 1 w 383"/>
              <a:gd name="T29" fmla="*/ 283 h 411"/>
              <a:gd name="T30" fmla="*/ 6 w 383"/>
              <a:gd name="T31" fmla="*/ 282 h 411"/>
              <a:gd name="T32" fmla="*/ 8 w 383"/>
              <a:gd name="T33" fmla="*/ 285 h 411"/>
              <a:gd name="T34" fmla="*/ 10 w 383"/>
              <a:gd name="T35" fmla="*/ 290 h 411"/>
              <a:gd name="T36" fmla="*/ 32 w 383"/>
              <a:gd name="T37" fmla="*/ 298 h 411"/>
              <a:gd name="T38" fmla="*/ 46 w 383"/>
              <a:gd name="T39" fmla="*/ 293 h 411"/>
              <a:gd name="T40" fmla="*/ 53 w 383"/>
              <a:gd name="T41" fmla="*/ 291 h 411"/>
              <a:gd name="T42" fmla="*/ 65 w 383"/>
              <a:gd name="T43" fmla="*/ 288 h 411"/>
              <a:gd name="T44" fmla="*/ 100 w 383"/>
              <a:gd name="T45" fmla="*/ 268 h 411"/>
              <a:gd name="T46" fmla="*/ 156 w 383"/>
              <a:gd name="T47" fmla="*/ 244 h 411"/>
              <a:gd name="T48" fmla="*/ 197 w 383"/>
              <a:gd name="T49" fmla="*/ 229 h 411"/>
              <a:gd name="T50" fmla="*/ 203 w 383"/>
              <a:gd name="T51" fmla="*/ 226 h 411"/>
              <a:gd name="T52" fmla="*/ 219 w 383"/>
              <a:gd name="T53" fmla="*/ 204 h 411"/>
              <a:gd name="T54" fmla="*/ 222 w 383"/>
              <a:gd name="T55" fmla="*/ 124 h 411"/>
              <a:gd name="T56" fmla="*/ 210 w 383"/>
              <a:gd name="T57" fmla="*/ 69 h 411"/>
              <a:gd name="T58" fmla="*/ 197 w 383"/>
              <a:gd name="T59" fmla="*/ 36 h 411"/>
              <a:gd name="T60" fmla="*/ 194 w 383"/>
              <a:gd name="T61" fmla="*/ 10 h 411"/>
              <a:gd name="T62" fmla="*/ 205 w 383"/>
              <a:gd name="T63" fmla="*/ 2 h 411"/>
              <a:gd name="T64" fmla="*/ 230 w 383"/>
              <a:gd name="T65" fmla="*/ 7 h 411"/>
              <a:gd name="T66" fmla="*/ 237 w 383"/>
              <a:gd name="T67" fmla="*/ 10 h 411"/>
              <a:gd name="T68" fmla="*/ 248 w 383"/>
              <a:gd name="T69" fmla="*/ 19 h 411"/>
              <a:gd name="T70" fmla="*/ 265 w 383"/>
              <a:gd name="T71" fmla="*/ 29 h 411"/>
              <a:gd name="T72" fmla="*/ 280 w 383"/>
              <a:gd name="T73" fmla="*/ 49 h 411"/>
              <a:gd name="T74" fmla="*/ 278 w 383"/>
              <a:gd name="T75" fmla="*/ 66 h 411"/>
              <a:gd name="T76" fmla="*/ 273 w 383"/>
              <a:gd name="T77" fmla="*/ 72 h 411"/>
              <a:gd name="T78" fmla="*/ 270 w 383"/>
              <a:gd name="T79" fmla="*/ 77 h 411"/>
              <a:gd name="T80" fmla="*/ 271 w 383"/>
              <a:gd name="T81" fmla="*/ 158 h 411"/>
              <a:gd name="T82" fmla="*/ 273 w 383"/>
              <a:gd name="T83" fmla="*/ 179 h 411"/>
              <a:gd name="T84" fmla="*/ 278 w 383"/>
              <a:gd name="T85" fmla="*/ 182 h 411"/>
              <a:gd name="T86" fmla="*/ 313 w 383"/>
              <a:gd name="T87" fmla="*/ 160 h 411"/>
              <a:gd name="T88" fmla="*/ 325 w 383"/>
              <a:gd name="T89" fmla="*/ 144 h 411"/>
              <a:gd name="T90" fmla="*/ 341 w 383"/>
              <a:gd name="T91" fmla="*/ 128 h 411"/>
              <a:gd name="T92" fmla="*/ 369 w 383"/>
              <a:gd name="T93" fmla="*/ 122 h 411"/>
              <a:gd name="T94" fmla="*/ 380 w 383"/>
              <a:gd name="T95" fmla="*/ 141 h 411"/>
              <a:gd name="T96" fmla="*/ 372 w 383"/>
              <a:gd name="T97" fmla="*/ 154 h 411"/>
              <a:gd name="T98" fmla="*/ 355 w 383"/>
              <a:gd name="T99" fmla="*/ 169 h 411"/>
              <a:gd name="T100" fmla="*/ 314 w 383"/>
              <a:gd name="T101" fmla="*/ 199 h 411"/>
              <a:gd name="T102" fmla="*/ 275 w 383"/>
              <a:gd name="T103" fmla="*/ 229 h 411"/>
              <a:gd name="T104" fmla="*/ 271 w 383"/>
              <a:gd name="T105" fmla="*/ 238 h 411"/>
              <a:gd name="T106" fmla="*/ 254 w 383"/>
              <a:gd name="T107" fmla="*/ 310 h 411"/>
              <a:gd name="T108" fmla="*/ 250 w 383"/>
              <a:gd name="T109" fmla="*/ 320 h 411"/>
              <a:gd name="T110" fmla="*/ 247 w 383"/>
              <a:gd name="T111" fmla="*/ 325 h 411"/>
              <a:gd name="T112" fmla="*/ 173 w 383"/>
              <a:gd name="T113" fmla="*/ 386 h 411"/>
              <a:gd name="T114" fmla="*/ 95 w 383"/>
              <a:gd name="T115" fmla="*/ 410 h 411"/>
              <a:gd name="T116" fmla="*/ 88 w 383"/>
              <a:gd name="T117" fmla="*/ 411 h 411"/>
              <a:gd name="T118" fmla="*/ 83 w 383"/>
              <a:gd name="T119" fmla="*/ 410 h 411"/>
            </a:gdLst>
            <a:rect l="0" t="0" r="r" b="b"/>
            <a:pathLst>
              <a:path w="383" h="411">
                <a:moveTo>
                  <a:pt x="83" y="410"/>
                </a:moveTo>
                <a:cubicBezTo>
                  <a:pt x="89" y="396"/>
                  <a:pt x="96" y="385"/>
                  <a:pt x="111" y="380"/>
                </a:cubicBezTo>
                <a:cubicBezTo>
                  <a:pt x="120" y="378"/>
                  <a:pt x="128" y="375"/>
                  <a:pt x="136" y="371"/>
                </a:cubicBezTo>
                <a:cubicBezTo>
                  <a:pt x="168" y="355"/>
                  <a:pt x="188" y="328"/>
                  <a:pt x="198" y="294"/>
                </a:cubicBezTo>
                <a:cubicBezTo>
                  <a:pt x="199" y="289"/>
                  <a:pt x="200" y="284"/>
                  <a:pt x="201" y="280"/>
                </a:cubicBezTo>
                <a:cubicBezTo>
                  <a:pt x="202" y="275"/>
                  <a:pt x="201" y="274"/>
                  <a:pt x="197" y="274"/>
                </a:cubicBezTo>
                <a:cubicBezTo>
                  <a:pt x="186" y="275"/>
                  <a:pt x="176" y="278"/>
                  <a:pt x="166" y="283"/>
                </a:cubicBezTo>
                <a:cubicBezTo>
                  <a:pt x="159" y="286"/>
                  <a:pt x="152" y="289"/>
                  <a:pt x="144" y="291"/>
                </a:cubicBezTo>
                <a:cubicBezTo>
                  <a:pt x="136" y="294"/>
                  <a:pt x="130" y="300"/>
                  <a:pt x="123" y="305"/>
                </a:cubicBezTo>
                <a:cubicBezTo>
                  <a:pt x="105" y="321"/>
                  <a:pt x="84" y="334"/>
                  <a:pt x="62" y="344"/>
                </a:cubicBezTo>
                <a:cubicBezTo>
                  <a:pt x="53" y="348"/>
                  <a:pt x="43" y="351"/>
                  <a:pt x="34" y="353"/>
                </a:cubicBezTo>
                <a:cubicBezTo>
                  <a:pt x="24" y="356"/>
                  <a:pt x="15" y="352"/>
                  <a:pt x="9" y="344"/>
                </a:cubicBezTo>
                <a:cubicBezTo>
                  <a:pt x="4" y="338"/>
                  <a:pt x="1" y="330"/>
                  <a:pt x="1" y="322"/>
                </a:cubicBezTo>
                <a:cubicBezTo>
                  <a:pt x="1" y="310"/>
                  <a:pt x="0" y="299"/>
                  <a:pt x="0" y="288"/>
                </a:cubicBezTo>
                <a:cubicBezTo>
                  <a:pt x="0" y="286"/>
                  <a:pt x="0" y="284"/>
                  <a:pt x="1" y="283"/>
                </a:cubicBezTo>
                <a:cubicBezTo>
                  <a:pt x="1" y="280"/>
                  <a:pt x="4" y="279"/>
                  <a:pt x="6" y="282"/>
                </a:cubicBezTo>
                <a:cubicBezTo>
                  <a:pt x="7" y="283"/>
                  <a:pt x="7" y="284"/>
                  <a:pt x="8" y="285"/>
                </a:cubicBezTo>
                <a:cubicBezTo>
                  <a:pt x="9" y="286"/>
                  <a:pt x="9" y="288"/>
                  <a:pt x="10" y="290"/>
                </a:cubicBezTo>
                <a:cubicBezTo>
                  <a:pt x="16" y="297"/>
                  <a:pt x="23" y="301"/>
                  <a:pt x="32" y="298"/>
                </a:cubicBezTo>
                <a:cubicBezTo>
                  <a:pt x="37" y="297"/>
                  <a:pt x="41" y="295"/>
                  <a:pt x="46" y="293"/>
                </a:cubicBezTo>
                <a:cubicBezTo>
                  <a:pt x="48" y="292"/>
                  <a:pt x="51" y="291"/>
                  <a:pt x="53" y="291"/>
                </a:cubicBezTo>
                <a:cubicBezTo>
                  <a:pt x="58" y="292"/>
                  <a:pt x="61" y="290"/>
                  <a:pt x="65" y="288"/>
                </a:cubicBezTo>
                <a:cubicBezTo>
                  <a:pt x="77" y="282"/>
                  <a:pt x="89" y="275"/>
                  <a:pt x="100" y="268"/>
                </a:cubicBezTo>
                <a:cubicBezTo>
                  <a:pt x="118" y="258"/>
                  <a:pt x="137" y="251"/>
                  <a:pt x="156" y="244"/>
                </a:cubicBezTo>
                <a:cubicBezTo>
                  <a:pt x="169" y="239"/>
                  <a:pt x="183" y="234"/>
                  <a:pt x="197" y="229"/>
                </a:cubicBezTo>
                <a:cubicBezTo>
                  <a:pt x="199" y="228"/>
                  <a:pt x="201" y="227"/>
                  <a:pt x="203" y="226"/>
                </a:cubicBezTo>
                <a:cubicBezTo>
                  <a:pt x="212" y="222"/>
                  <a:pt x="218" y="215"/>
                  <a:pt x="219" y="204"/>
                </a:cubicBezTo>
                <a:cubicBezTo>
                  <a:pt x="221" y="178"/>
                  <a:pt x="223" y="151"/>
                  <a:pt x="222" y="124"/>
                </a:cubicBezTo>
                <a:cubicBezTo>
                  <a:pt x="221" y="105"/>
                  <a:pt x="218" y="87"/>
                  <a:pt x="210" y="69"/>
                </a:cubicBezTo>
                <a:cubicBezTo>
                  <a:pt x="205" y="58"/>
                  <a:pt x="201" y="47"/>
                  <a:pt x="197" y="36"/>
                </a:cubicBezTo>
                <a:cubicBezTo>
                  <a:pt x="194" y="28"/>
                  <a:pt x="193" y="19"/>
                  <a:pt x="194" y="10"/>
                </a:cubicBezTo>
                <a:cubicBezTo>
                  <a:pt x="194" y="4"/>
                  <a:pt x="199" y="0"/>
                  <a:pt x="205" y="2"/>
                </a:cubicBezTo>
                <a:cubicBezTo>
                  <a:pt x="213" y="4"/>
                  <a:pt x="222" y="5"/>
                  <a:pt x="230" y="7"/>
                </a:cubicBezTo>
                <a:cubicBezTo>
                  <a:pt x="233" y="7"/>
                  <a:pt x="235" y="9"/>
                  <a:pt x="237" y="10"/>
                </a:cubicBezTo>
                <a:cubicBezTo>
                  <a:pt x="241" y="13"/>
                  <a:pt x="244" y="16"/>
                  <a:pt x="248" y="19"/>
                </a:cubicBezTo>
                <a:cubicBezTo>
                  <a:pt x="253" y="23"/>
                  <a:pt x="259" y="26"/>
                  <a:pt x="265" y="29"/>
                </a:cubicBezTo>
                <a:cubicBezTo>
                  <a:pt x="274" y="33"/>
                  <a:pt x="279" y="40"/>
                  <a:pt x="280" y="49"/>
                </a:cubicBezTo>
                <a:cubicBezTo>
                  <a:pt x="280" y="55"/>
                  <a:pt x="280" y="60"/>
                  <a:pt x="278" y="66"/>
                </a:cubicBezTo>
                <a:cubicBezTo>
                  <a:pt x="277" y="68"/>
                  <a:pt x="275" y="70"/>
                  <a:pt x="273" y="72"/>
                </a:cubicBezTo>
                <a:cubicBezTo>
                  <a:pt x="271" y="74"/>
                  <a:pt x="270" y="75"/>
                  <a:pt x="270" y="77"/>
                </a:cubicBezTo>
                <a:cubicBezTo>
                  <a:pt x="271" y="104"/>
                  <a:pt x="271" y="131"/>
                  <a:pt x="271" y="158"/>
                </a:cubicBezTo>
                <a:cubicBezTo>
                  <a:pt x="272" y="165"/>
                  <a:pt x="272" y="172"/>
                  <a:pt x="273" y="179"/>
                </a:cubicBezTo>
                <a:cubicBezTo>
                  <a:pt x="274" y="183"/>
                  <a:pt x="275" y="184"/>
                  <a:pt x="278" y="182"/>
                </a:cubicBezTo>
                <a:cubicBezTo>
                  <a:pt x="291" y="176"/>
                  <a:pt x="303" y="170"/>
                  <a:pt x="313" y="160"/>
                </a:cubicBezTo>
                <a:cubicBezTo>
                  <a:pt x="317" y="155"/>
                  <a:pt x="321" y="150"/>
                  <a:pt x="325" y="144"/>
                </a:cubicBezTo>
                <a:cubicBezTo>
                  <a:pt x="330" y="138"/>
                  <a:pt x="335" y="132"/>
                  <a:pt x="341" y="128"/>
                </a:cubicBezTo>
                <a:cubicBezTo>
                  <a:pt x="350" y="122"/>
                  <a:pt x="359" y="120"/>
                  <a:pt x="369" y="122"/>
                </a:cubicBezTo>
                <a:cubicBezTo>
                  <a:pt x="379" y="124"/>
                  <a:pt x="383" y="131"/>
                  <a:pt x="380" y="141"/>
                </a:cubicBezTo>
                <a:cubicBezTo>
                  <a:pt x="379" y="146"/>
                  <a:pt x="376" y="151"/>
                  <a:pt x="372" y="154"/>
                </a:cubicBezTo>
                <a:cubicBezTo>
                  <a:pt x="367" y="160"/>
                  <a:pt x="361" y="165"/>
                  <a:pt x="355" y="169"/>
                </a:cubicBezTo>
                <a:cubicBezTo>
                  <a:pt x="341" y="178"/>
                  <a:pt x="328" y="189"/>
                  <a:pt x="314" y="199"/>
                </a:cubicBezTo>
                <a:cubicBezTo>
                  <a:pt x="301" y="209"/>
                  <a:pt x="289" y="219"/>
                  <a:pt x="275" y="229"/>
                </a:cubicBezTo>
                <a:cubicBezTo>
                  <a:pt x="272" y="232"/>
                  <a:pt x="271" y="234"/>
                  <a:pt x="271" y="238"/>
                </a:cubicBezTo>
                <a:cubicBezTo>
                  <a:pt x="267" y="263"/>
                  <a:pt x="262" y="287"/>
                  <a:pt x="254" y="310"/>
                </a:cubicBezTo>
                <a:cubicBezTo>
                  <a:pt x="253" y="314"/>
                  <a:pt x="251" y="317"/>
                  <a:pt x="250" y="320"/>
                </a:cubicBezTo>
                <a:cubicBezTo>
                  <a:pt x="249" y="322"/>
                  <a:pt x="249" y="324"/>
                  <a:pt x="247" y="325"/>
                </a:cubicBezTo>
                <a:cubicBezTo>
                  <a:pt x="226" y="349"/>
                  <a:pt x="202" y="371"/>
                  <a:pt x="173" y="386"/>
                </a:cubicBezTo>
                <a:cubicBezTo>
                  <a:pt x="149" y="400"/>
                  <a:pt x="123" y="408"/>
                  <a:pt x="95" y="410"/>
                </a:cubicBezTo>
                <a:cubicBezTo>
                  <a:pt x="93" y="410"/>
                  <a:pt x="90" y="411"/>
                  <a:pt x="88" y="411"/>
                </a:cubicBezTo>
                <a:cubicBezTo>
                  <a:pt x="87" y="411"/>
                  <a:pt x="85" y="411"/>
                  <a:pt x="83" y="4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0" name="Freeform 11">
            <a:extLst xmlns:a="http://schemas.openxmlformats.org/drawingml/2006/main">
              <a:ext uri="{FF2B5EF4-FFF2-40B4-BE49-F238E27FC236}">
                <a16:creationId xmlns:a16="http://schemas.microsoft.com/office/drawing/2014/main" id="{56F90E25-0811-4384-A1D0-931A0DD72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4135" y="400644"/>
            <a:ext cx="98081" cy="227527"/>
          </a:xfrm>
          <a:custGeom xmlns:a="http://schemas.openxmlformats.org/drawingml/2006/main">
            <a:gdLst>
              <a:gd name="T0" fmla="*/ 127 w 193"/>
              <a:gd name="T1" fmla="*/ 371 h 449"/>
              <a:gd name="T2" fmla="*/ 63 w 193"/>
              <a:gd name="T3" fmla="*/ 417 h 449"/>
              <a:gd name="T4" fmla="*/ 47 w 193"/>
              <a:gd name="T5" fmla="*/ 433 h 449"/>
              <a:gd name="T6" fmla="*/ 7 w 193"/>
              <a:gd name="T7" fmla="*/ 434 h 449"/>
              <a:gd name="T8" fmla="*/ 1 w 193"/>
              <a:gd name="T9" fmla="*/ 383 h 449"/>
              <a:gd name="T10" fmla="*/ 33 w 193"/>
              <a:gd name="T11" fmla="*/ 331 h 449"/>
              <a:gd name="T12" fmla="*/ 49 w 193"/>
              <a:gd name="T13" fmla="*/ 286 h 449"/>
              <a:gd name="T14" fmla="*/ 50 w 193"/>
              <a:gd name="T15" fmla="*/ 233 h 449"/>
              <a:gd name="T16" fmla="*/ 38 w 193"/>
              <a:gd name="T17" fmla="*/ 207 h 449"/>
              <a:gd name="T18" fmla="*/ 54 w 193"/>
              <a:gd name="T19" fmla="*/ 201 h 449"/>
              <a:gd name="T20" fmla="*/ 75 w 193"/>
              <a:gd name="T21" fmla="*/ 209 h 449"/>
              <a:gd name="T22" fmla="*/ 107 w 193"/>
              <a:gd name="T23" fmla="*/ 223 h 449"/>
              <a:gd name="T24" fmla="*/ 126 w 193"/>
              <a:gd name="T25" fmla="*/ 233 h 449"/>
              <a:gd name="T26" fmla="*/ 133 w 193"/>
              <a:gd name="T27" fmla="*/ 231 h 449"/>
              <a:gd name="T28" fmla="*/ 135 w 193"/>
              <a:gd name="T29" fmla="*/ 200 h 449"/>
              <a:gd name="T30" fmla="*/ 133 w 193"/>
              <a:gd name="T31" fmla="*/ 99 h 449"/>
              <a:gd name="T32" fmla="*/ 105 w 193"/>
              <a:gd name="T33" fmla="*/ 55 h 449"/>
              <a:gd name="T34" fmla="*/ 77 w 193"/>
              <a:gd name="T35" fmla="*/ 9 h 449"/>
              <a:gd name="T36" fmla="*/ 95 w 193"/>
              <a:gd name="T37" fmla="*/ 6 h 449"/>
              <a:gd name="T38" fmla="*/ 165 w 193"/>
              <a:gd name="T39" fmla="*/ 52 h 449"/>
              <a:gd name="T40" fmla="*/ 189 w 193"/>
              <a:gd name="T41" fmla="*/ 83 h 449"/>
              <a:gd name="T42" fmla="*/ 189 w 193"/>
              <a:gd name="T43" fmla="*/ 292 h 449"/>
              <a:gd name="T44" fmla="*/ 165 w 193"/>
              <a:gd name="T45" fmla="*/ 409 h 449"/>
              <a:gd name="T46" fmla="*/ 145 w 193"/>
              <a:gd name="T47" fmla="*/ 428 h 449"/>
              <a:gd name="T48" fmla="*/ 134 w 193"/>
              <a:gd name="T49" fmla="*/ 415 h 449"/>
              <a:gd name="T50" fmla="*/ 131 w 193"/>
              <a:gd name="T51" fmla="*/ 367 h 449"/>
              <a:gd name="T52" fmla="*/ 124 w 193"/>
              <a:gd name="T53" fmla="*/ 264 h 449"/>
              <a:gd name="T54" fmla="*/ 102 w 193"/>
              <a:gd name="T55" fmla="*/ 280 h 449"/>
              <a:gd name="T56" fmla="*/ 81 w 193"/>
              <a:gd name="T57" fmla="*/ 296 h 449"/>
              <a:gd name="T58" fmla="*/ 59 w 193"/>
              <a:gd name="T59" fmla="*/ 331 h 449"/>
              <a:gd name="T60" fmla="*/ 31 w 193"/>
              <a:gd name="T61" fmla="*/ 373 h 449"/>
              <a:gd name="T62" fmla="*/ 46 w 193"/>
              <a:gd name="T63" fmla="*/ 382 h 449"/>
              <a:gd name="T64" fmla="*/ 78 w 193"/>
              <a:gd name="T65" fmla="*/ 363 h 449"/>
              <a:gd name="T66" fmla="*/ 114 w 193"/>
              <a:gd name="T67" fmla="*/ 346 h 449"/>
              <a:gd name="T68" fmla="*/ 133 w 193"/>
              <a:gd name="T69" fmla="*/ 325 h 449"/>
              <a:gd name="T70" fmla="*/ 132 w 193"/>
              <a:gd name="T71" fmla="*/ 255 h 449"/>
            </a:gdLst>
            <a:rect l="0" t="0" r="r" b="b"/>
            <a:pathLst>
              <a:path w="193" h="449">
                <a:moveTo>
                  <a:pt x="131" y="367"/>
                </a:moveTo>
                <a:cubicBezTo>
                  <a:pt x="129" y="369"/>
                  <a:pt x="128" y="370"/>
                  <a:pt x="127" y="371"/>
                </a:cubicBezTo>
                <a:cubicBezTo>
                  <a:pt x="112" y="385"/>
                  <a:pt x="97" y="397"/>
                  <a:pt x="80" y="408"/>
                </a:cubicBezTo>
                <a:cubicBezTo>
                  <a:pt x="74" y="411"/>
                  <a:pt x="69" y="414"/>
                  <a:pt x="63" y="417"/>
                </a:cubicBezTo>
                <a:cubicBezTo>
                  <a:pt x="61" y="419"/>
                  <a:pt x="59" y="420"/>
                  <a:pt x="57" y="422"/>
                </a:cubicBezTo>
                <a:cubicBezTo>
                  <a:pt x="54" y="426"/>
                  <a:pt x="50" y="430"/>
                  <a:pt x="47" y="433"/>
                </a:cubicBezTo>
                <a:cubicBezTo>
                  <a:pt x="44" y="436"/>
                  <a:pt x="41" y="439"/>
                  <a:pt x="38" y="441"/>
                </a:cubicBezTo>
                <a:cubicBezTo>
                  <a:pt x="27" y="449"/>
                  <a:pt x="13" y="446"/>
                  <a:pt x="7" y="434"/>
                </a:cubicBezTo>
                <a:cubicBezTo>
                  <a:pt x="4" y="428"/>
                  <a:pt x="2" y="421"/>
                  <a:pt x="1" y="415"/>
                </a:cubicBezTo>
                <a:cubicBezTo>
                  <a:pt x="0" y="404"/>
                  <a:pt x="0" y="394"/>
                  <a:pt x="1" y="383"/>
                </a:cubicBezTo>
                <a:cubicBezTo>
                  <a:pt x="2" y="379"/>
                  <a:pt x="3" y="374"/>
                  <a:pt x="7" y="372"/>
                </a:cubicBezTo>
                <a:cubicBezTo>
                  <a:pt x="20" y="361"/>
                  <a:pt x="28" y="346"/>
                  <a:pt x="33" y="331"/>
                </a:cubicBezTo>
                <a:cubicBezTo>
                  <a:pt x="36" y="325"/>
                  <a:pt x="37" y="319"/>
                  <a:pt x="39" y="313"/>
                </a:cubicBezTo>
                <a:cubicBezTo>
                  <a:pt x="42" y="304"/>
                  <a:pt x="45" y="294"/>
                  <a:pt x="49" y="286"/>
                </a:cubicBezTo>
                <a:cubicBezTo>
                  <a:pt x="56" y="272"/>
                  <a:pt x="56" y="258"/>
                  <a:pt x="53" y="244"/>
                </a:cubicBezTo>
                <a:cubicBezTo>
                  <a:pt x="52" y="240"/>
                  <a:pt x="51" y="237"/>
                  <a:pt x="50" y="233"/>
                </a:cubicBezTo>
                <a:cubicBezTo>
                  <a:pt x="49" y="229"/>
                  <a:pt x="47" y="225"/>
                  <a:pt x="44" y="221"/>
                </a:cubicBezTo>
                <a:cubicBezTo>
                  <a:pt x="42" y="217"/>
                  <a:pt x="39" y="212"/>
                  <a:pt x="38" y="207"/>
                </a:cubicBezTo>
                <a:cubicBezTo>
                  <a:pt x="36" y="202"/>
                  <a:pt x="38" y="199"/>
                  <a:pt x="44" y="199"/>
                </a:cubicBezTo>
                <a:cubicBezTo>
                  <a:pt x="48" y="199"/>
                  <a:pt x="51" y="199"/>
                  <a:pt x="54" y="201"/>
                </a:cubicBezTo>
                <a:cubicBezTo>
                  <a:pt x="55" y="202"/>
                  <a:pt x="56" y="203"/>
                  <a:pt x="57" y="203"/>
                </a:cubicBezTo>
                <a:cubicBezTo>
                  <a:pt x="62" y="208"/>
                  <a:pt x="68" y="209"/>
                  <a:pt x="75" y="209"/>
                </a:cubicBezTo>
                <a:cubicBezTo>
                  <a:pt x="83" y="209"/>
                  <a:pt x="90" y="212"/>
                  <a:pt x="96" y="218"/>
                </a:cubicBezTo>
                <a:cubicBezTo>
                  <a:pt x="99" y="221"/>
                  <a:pt x="103" y="223"/>
                  <a:pt x="107" y="223"/>
                </a:cubicBezTo>
                <a:cubicBezTo>
                  <a:pt x="110" y="223"/>
                  <a:pt x="112" y="224"/>
                  <a:pt x="115" y="225"/>
                </a:cubicBezTo>
                <a:cubicBezTo>
                  <a:pt x="120" y="226"/>
                  <a:pt x="124" y="229"/>
                  <a:pt x="126" y="233"/>
                </a:cubicBezTo>
                <a:cubicBezTo>
                  <a:pt x="126" y="234"/>
                  <a:pt x="127" y="235"/>
                  <a:pt x="128" y="236"/>
                </a:cubicBezTo>
                <a:cubicBezTo>
                  <a:pt x="131" y="236"/>
                  <a:pt x="132" y="234"/>
                  <a:pt x="133" y="231"/>
                </a:cubicBezTo>
                <a:cubicBezTo>
                  <a:pt x="134" y="229"/>
                  <a:pt x="134" y="227"/>
                  <a:pt x="134" y="225"/>
                </a:cubicBezTo>
                <a:cubicBezTo>
                  <a:pt x="134" y="217"/>
                  <a:pt x="134" y="208"/>
                  <a:pt x="135" y="200"/>
                </a:cubicBezTo>
                <a:cubicBezTo>
                  <a:pt x="137" y="176"/>
                  <a:pt x="139" y="151"/>
                  <a:pt x="137" y="127"/>
                </a:cubicBezTo>
                <a:cubicBezTo>
                  <a:pt x="137" y="118"/>
                  <a:pt x="135" y="109"/>
                  <a:pt x="133" y="99"/>
                </a:cubicBezTo>
                <a:cubicBezTo>
                  <a:pt x="132" y="90"/>
                  <a:pt x="127" y="81"/>
                  <a:pt x="121" y="74"/>
                </a:cubicBezTo>
                <a:cubicBezTo>
                  <a:pt x="116" y="67"/>
                  <a:pt x="111" y="61"/>
                  <a:pt x="105" y="55"/>
                </a:cubicBezTo>
                <a:cubicBezTo>
                  <a:pt x="98" y="46"/>
                  <a:pt x="90" y="36"/>
                  <a:pt x="83" y="27"/>
                </a:cubicBezTo>
                <a:cubicBezTo>
                  <a:pt x="79" y="22"/>
                  <a:pt x="77" y="15"/>
                  <a:pt x="77" y="9"/>
                </a:cubicBezTo>
                <a:cubicBezTo>
                  <a:pt x="77" y="3"/>
                  <a:pt x="80" y="0"/>
                  <a:pt x="86" y="2"/>
                </a:cubicBezTo>
                <a:cubicBezTo>
                  <a:pt x="89" y="2"/>
                  <a:pt x="92" y="4"/>
                  <a:pt x="95" y="6"/>
                </a:cubicBezTo>
                <a:cubicBezTo>
                  <a:pt x="105" y="15"/>
                  <a:pt x="116" y="22"/>
                  <a:pt x="128" y="28"/>
                </a:cubicBezTo>
                <a:cubicBezTo>
                  <a:pt x="141" y="35"/>
                  <a:pt x="154" y="43"/>
                  <a:pt x="165" y="52"/>
                </a:cubicBezTo>
                <a:cubicBezTo>
                  <a:pt x="172" y="58"/>
                  <a:pt x="179" y="64"/>
                  <a:pt x="184" y="72"/>
                </a:cubicBezTo>
                <a:cubicBezTo>
                  <a:pt x="186" y="75"/>
                  <a:pt x="188" y="78"/>
                  <a:pt x="189" y="83"/>
                </a:cubicBezTo>
                <a:cubicBezTo>
                  <a:pt x="192" y="122"/>
                  <a:pt x="193" y="162"/>
                  <a:pt x="193" y="202"/>
                </a:cubicBezTo>
                <a:cubicBezTo>
                  <a:pt x="193" y="232"/>
                  <a:pt x="192" y="262"/>
                  <a:pt x="189" y="292"/>
                </a:cubicBezTo>
                <a:cubicBezTo>
                  <a:pt x="186" y="321"/>
                  <a:pt x="183" y="350"/>
                  <a:pt x="176" y="378"/>
                </a:cubicBezTo>
                <a:cubicBezTo>
                  <a:pt x="173" y="388"/>
                  <a:pt x="170" y="399"/>
                  <a:pt x="165" y="409"/>
                </a:cubicBezTo>
                <a:cubicBezTo>
                  <a:pt x="162" y="414"/>
                  <a:pt x="159" y="419"/>
                  <a:pt x="155" y="423"/>
                </a:cubicBezTo>
                <a:cubicBezTo>
                  <a:pt x="152" y="426"/>
                  <a:pt x="149" y="428"/>
                  <a:pt x="145" y="428"/>
                </a:cubicBezTo>
                <a:cubicBezTo>
                  <a:pt x="140" y="429"/>
                  <a:pt x="136" y="427"/>
                  <a:pt x="135" y="422"/>
                </a:cubicBezTo>
                <a:cubicBezTo>
                  <a:pt x="135" y="420"/>
                  <a:pt x="135" y="418"/>
                  <a:pt x="134" y="415"/>
                </a:cubicBezTo>
                <a:cubicBezTo>
                  <a:pt x="134" y="407"/>
                  <a:pt x="135" y="399"/>
                  <a:pt x="135" y="391"/>
                </a:cubicBezTo>
                <a:cubicBezTo>
                  <a:pt x="134" y="383"/>
                  <a:pt x="134" y="375"/>
                  <a:pt x="131" y="367"/>
                </a:cubicBezTo>
                <a:close/>
                <a:moveTo>
                  <a:pt x="132" y="255"/>
                </a:moveTo>
                <a:cubicBezTo>
                  <a:pt x="127" y="257"/>
                  <a:pt x="125" y="260"/>
                  <a:pt x="124" y="264"/>
                </a:cubicBezTo>
                <a:cubicBezTo>
                  <a:pt x="123" y="267"/>
                  <a:pt x="122" y="271"/>
                  <a:pt x="119" y="273"/>
                </a:cubicBezTo>
                <a:cubicBezTo>
                  <a:pt x="114" y="277"/>
                  <a:pt x="108" y="280"/>
                  <a:pt x="102" y="280"/>
                </a:cubicBezTo>
                <a:cubicBezTo>
                  <a:pt x="97" y="280"/>
                  <a:pt x="94" y="282"/>
                  <a:pt x="91" y="285"/>
                </a:cubicBezTo>
                <a:cubicBezTo>
                  <a:pt x="87" y="289"/>
                  <a:pt x="84" y="292"/>
                  <a:pt x="81" y="296"/>
                </a:cubicBezTo>
                <a:cubicBezTo>
                  <a:pt x="78" y="299"/>
                  <a:pt x="76" y="302"/>
                  <a:pt x="75" y="305"/>
                </a:cubicBezTo>
                <a:cubicBezTo>
                  <a:pt x="71" y="315"/>
                  <a:pt x="66" y="323"/>
                  <a:pt x="59" y="331"/>
                </a:cubicBezTo>
                <a:cubicBezTo>
                  <a:pt x="54" y="337"/>
                  <a:pt x="50" y="343"/>
                  <a:pt x="45" y="349"/>
                </a:cubicBezTo>
                <a:cubicBezTo>
                  <a:pt x="39" y="356"/>
                  <a:pt x="34" y="364"/>
                  <a:pt x="31" y="373"/>
                </a:cubicBezTo>
                <a:cubicBezTo>
                  <a:pt x="29" y="377"/>
                  <a:pt x="29" y="379"/>
                  <a:pt x="34" y="381"/>
                </a:cubicBezTo>
                <a:cubicBezTo>
                  <a:pt x="38" y="382"/>
                  <a:pt x="42" y="383"/>
                  <a:pt x="46" y="382"/>
                </a:cubicBezTo>
                <a:cubicBezTo>
                  <a:pt x="53" y="381"/>
                  <a:pt x="59" y="378"/>
                  <a:pt x="64" y="374"/>
                </a:cubicBezTo>
                <a:cubicBezTo>
                  <a:pt x="69" y="371"/>
                  <a:pt x="73" y="367"/>
                  <a:pt x="78" y="363"/>
                </a:cubicBezTo>
                <a:cubicBezTo>
                  <a:pt x="81" y="361"/>
                  <a:pt x="83" y="359"/>
                  <a:pt x="87" y="358"/>
                </a:cubicBezTo>
                <a:cubicBezTo>
                  <a:pt x="97" y="356"/>
                  <a:pt x="106" y="351"/>
                  <a:pt x="114" y="346"/>
                </a:cubicBezTo>
                <a:cubicBezTo>
                  <a:pt x="119" y="343"/>
                  <a:pt x="123" y="340"/>
                  <a:pt x="127" y="338"/>
                </a:cubicBezTo>
                <a:cubicBezTo>
                  <a:pt x="131" y="335"/>
                  <a:pt x="133" y="331"/>
                  <a:pt x="133" y="325"/>
                </a:cubicBezTo>
                <a:cubicBezTo>
                  <a:pt x="132" y="304"/>
                  <a:pt x="132" y="282"/>
                  <a:pt x="132" y="260"/>
                </a:cubicBezTo>
                <a:cubicBezTo>
                  <a:pt x="132" y="259"/>
                  <a:pt x="132" y="257"/>
                  <a:pt x="132" y="25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1" name="Freeform 12">
            <a:extLst xmlns:a="http://schemas.openxmlformats.org/drawingml/2006/main">
              <a:ext uri="{FF2B5EF4-FFF2-40B4-BE49-F238E27FC236}">
                <a16:creationId xmlns:a16="http://schemas.microsoft.com/office/drawing/2014/main" id="{EEDB48BF-7722-4035-A981-DD69618A5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0994" y="431437"/>
            <a:ext cx="115759" cy="160238"/>
          </a:xfrm>
          <a:custGeom xmlns:a="http://schemas.openxmlformats.org/drawingml/2006/main">
            <a:gdLst>
              <a:gd name="T0" fmla="*/ 34 w 229"/>
              <a:gd name="T1" fmla="*/ 0 h 316"/>
              <a:gd name="T2" fmla="*/ 37 w 229"/>
              <a:gd name="T3" fmla="*/ 2 h 316"/>
              <a:gd name="T4" fmla="*/ 69 w 229"/>
              <a:gd name="T5" fmla="*/ 32 h 316"/>
              <a:gd name="T6" fmla="*/ 73 w 229"/>
              <a:gd name="T7" fmla="*/ 38 h 316"/>
              <a:gd name="T8" fmla="*/ 99 w 229"/>
              <a:gd name="T9" fmla="*/ 117 h 316"/>
              <a:gd name="T10" fmla="*/ 101 w 229"/>
              <a:gd name="T11" fmla="*/ 128 h 316"/>
              <a:gd name="T12" fmla="*/ 112 w 229"/>
              <a:gd name="T13" fmla="*/ 132 h 316"/>
              <a:gd name="T14" fmla="*/ 120 w 229"/>
              <a:gd name="T15" fmla="*/ 127 h 316"/>
              <a:gd name="T16" fmla="*/ 145 w 229"/>
              <a:gd name="T17" fmla="*/ 109 h 316"/>
              <a:gd name="T18" fmla="*/ 148 w 229"/>
              <a:gd name="T19" fmla="*/ 103 h 316"/>
              <a:gd name="T20" fmla="*/ 148 w 229"/>
              <a:gd name="T21" fmla="*/ 80 h 316"/>
              <a:gd name="T22" fmla="*/ 159 w 229"/>
              <a:gd name="T23" fmla="*/ 69 h 316"/>
              <a:gd name="T24" fmla="*/ 162 w 229"/>
              <a:gd name="T25" fmla="*/ 71 h 316"/>
              <a:gd name="T26" fmla="*/ 164 w 229"/>
              <a:gd name="T27" fmla="*/ 75 h 316"/>
              <a:gd name="T28" fmla="*/ 171 w 229"/>
              <a:gd name="T29" fmla="*/ 86 h 316"/>
              <a:gd name="T30" fmla="*/ 204 w 229"/>
              <a:gd name="T31" fmla="*/ 104 h 316"/>
              <a:gd name="T32" fmla="*/ 209 w 229"/>
              <a:gd name="T33" fmla="*/ 112 h 316"/>
              <a:gd name="T34" fmla="*/ 169 w 229"/>
              <a:gd name="T35" fmla="*/ 170 h 316"/>
              <a:gd name="T36" fmla="*/ 128 w 229"/>
              <a:gd name="T37" fmla="*/ 175 h 316"/>
              <a:gd name="T38" fmla="*/ 114 w 229"/>
              <a:gd name="T39" fmla="*/ 190 h 316"/>
              <a:gd name="T40" fmla="*/ 115 w 229"/>
              <a:gd name="T41" fmla="*/ 196 h 316"/>
              <a:gd name="T42" fmla="*/ 115 w 229"/>
              <a:gd name="T43" fmla="*/ 219 h 316"/>
              <a:gd name="T44" fmla="*/ 109 w 229"/>
              <a:gd name="T45" fmla="*/ 226 h 316"/>
              <a:gd name="T46" fmla="*/ 89 w 229"/>
              <a:gd name="T47" fmla="*/ 246 h 316"/>
              <a:gd name="T48" fmla="*/ 95 w 229"/>
              <a:gd name="T49" fmla="*/ 260 h 316"/>
              <a:gd name="T50" fmla="*/ 113 w 229"/>
              <a:gd name="T51" fmla="*/ 259 h 316"/>
              <a:gd name="T52" fmla="*/ 148 w 229"/>
              <a:gd name="T53" fmla="*/ 248 h 316"/>
              <a:gd name="T54" fmla="*/ 170 w 229"/>
              <a:gd name="T55" fmla="*/ 243 h 316"/>
              <a:gd name="T56" fmla="*/ 187 w 229"/>
              <a:gd name="T57" fmla="*/ 237 h 316"/>
              <a:gd name="T58" fmla="*/ 212 w 229"/>
              <a:gd name="T59" fmla="*/ 229 h 316"/>
              <a:gd name="T60" fmla="*/ 220 w 229"/>
              <a:gd name="T61" fmla="*/ 229 h 316"/>
              <a:gd name="T62" fmla="*/ 227 w 229"/>
              <a:gd name="T63" fmla="*/ 241 h 316"/>
              <a:gd name="T64" fmla="*/ 214 w 229"/>
              <a:gd name="T65" fmla="*/ 267 h 316"/>
              <a:gd name="T66" fmla="*/ 203 w 229"/>
              <a:gd name="T67" fmla="*/ 277 h 316"/>
              <a:gd name="T68" fmla="*/ 174 w 229"/>
              <a:gd name="T69" fmla="*/ 289 h 316"/>
              <a:gd name="T70" fmla="*/ 140 w 229"/>
              <a:gd name="T71" fmla="*/ 298 h 316"/>
              <a:gd name="T72" fmla="*/ 127 w 229"/>
              <a:gd name="T73" fmla="*/ 298 h 316"/>
              <a:gd name="T74" fmla="*/ 116 w 229"/>
              <a:gd name="T75" fmla="*/ 301 h 316"/>
              <a:gd name="T76" fmla="*/ 55 w 229"/>
              <a:gd name="T77" fmla="*/ 304 h 316"/>
              <a:gd name="T78" fmla="*/ 44 w 229"/>
              <a:gd name="T79" fmla="*/ 292 h 316"/>
              <a:gd name="T80" fmla="*/ 27 w 229"/>
              <a:gd name="T81" fmla="*/ 257 h 316"/>
              <a:gd name="T82" fmla="*/ 25 w 229"/>
              <a:gd name="T83" fmla="*/ 252 h 316"/>
              <a:gd name="T84" fmla="*/ 18 w 229"/>
              <a:gd name="T85" fmla="*/ 217 h 316"/>
              <a:gd name="T86" fmla="*/ 18 w 229"/>
              <a:gd name="T87" fmla="*/ 210 h 316"/>
              <a:gd name="T88" fmla="*/ 1 w 229"/>
              <a:gd name="T89" fmla="*/ 140 h 316"/>
              <a:gd name="T90" fmla="*/ 0 w 229"/>
              <a:gd name="T91" fmla="*/ 134 h 316"/>
              <a:gd name="T92" fmla="*/ 18 w 229"/>
              <a:gd name="T93" fmla="*/ 50 h 316"/>
              <a:gd name="T94" fmla="*/ 32 w 229"/>
              <a:gd name="T95" fmla="*/ 4 h 316"/>
              <a:gd name="T96" fmla="*/ 34 w 229"/>
              <a:gd name="T97" fmla="*/ 0 h 316"/>
            </a:gdLst>
            <a:rect l="0" t="0" r="r" b="b"/>
            <a:pathLst>
              <a:path w="229" h="316">
                <a:moveTo>
                  <a:pt x="34" y="0"/>
                </a:moveTo>
                <a:cubicBezTo>
                  <a:pt x="35" y="1"/>
                  <a:pt x="36" y="2"/>
                  <a:pt x="37" y="2"/>
                </a:cubicBezTo>
                <a:cubicBezTo>
                  <a:pt x="48" y="12"/>
                  <a:pt x="58" y="22"/>
                  <a:pt x="69" y="32"/>
                </a:cubicBezTo>
                <a:cubicBezTo>
                  <a:pt x="71" y="34"/>
                  <a:pt x="72" y="36"/>
                  <a:pt x="73" y="38"/>
                </a:cubicBezTo>
                <a:cubicBezTo>
                  <a:pt x="86" y="63"/>
                  <a:pt x="94" y="89"/>
                  <a:pt x="99" y="117"/>
                </a:cubicBezTo>
                <a:cubicBezTo>
                  <a:pt x="99" y="120"/>
                  <a:pt x="100" y="124"/>
                  <a:pt x="101" y="128"/>
                </a:cubicBezTo>
                <a:cubicBezTo>
                  <a:pt x="103" y="133"/>
                  <a:pt x="107" y="134"/>
                  <a:pt x="112" y="132"/>
                </a:cubicBezTo>
                <a:cubicBezTo>
                  <a:pt x="115" y="130"/>
                  <a:pt x="117" y="129"/>
                  <a:pt x="120" y="127"/>
                </a:cubicBezTo>
                <a:cubicBezTo>
                  <a:pt x="128" y="121"/>
                  <a:pt x="136" y="115"/>
                  <a:pt x="145" y="109"/>
                </a:cubicBezTo>
                <a:cubicBezTo>
                  <a:pt x="147" y="108"/>
                  <a:pt x="148" y="106"/>
                  <a:pt x="148" y="103"/>
                </a:cubicBezTo>
                <a:cubicBezTo>
                  <a:pt x="148" y="95"/>
                  <a:pt x="148" y="88"/>
                  <a:pt x="148" y="80"/>
                </a:cubicBezTo>
                <a:cubicBezTo>
                  <a:pt x="148" y="75"/>
                  <a:pt x="153" y="69"/>
                  <a:pt x="159" y="69"/>
                </a:cubicBezTo>
                <a:cubicBezTo>
                  <a:pt x="160" y="69"/>
                  <a:pt x="162" y="70"/>
                  <a:pt x="162" y="71"/>
                </a:cubicBezTo>
                <a:cubicBezTo>
                  <a:pt x="163" y="72"/>
                  <a:pt x="164" y="73"/>
                  <a:pt x="164" y="75"/>
                </a:cubicBezTo>
                <a:cubicBezTo>
                  <a:pt x="164" y="79"/>
                  <a:pt x="167" y="83"/>
                  <a:pt x="171" y="86"/>
                </a:cubicBezTo>
                <a:cubicBezTo>
                  <a:pt x="181" y="94"/>
                  <a:pt x="192" y="100"/>
                  <a:pt x="204" y="104"/>
                </a:cubicBezTo>
                <a:cubicBezTo>
                  <a:pt x="208" y="106"/>
                  <a:pt x="209" y="108"/>
                  <a:pt x="209" y="112"/>
                </a:cubicBezTo>
                <a:cubicBezTo>
                  <a:pt x="210" y="140"/>
                  <a:pt x="196" y="160"/>
                  <a:pt x="169" y="170"/>
                </a:cubicBezTo>
                <a:cubicBezTo>
                  <a:pt x="156" y="175"/>
                  <a:pt x="142" y="177"/>
                  <a:pt x="128" y="175"/>
                </a:cubicBezTo>
                <a:cubicBezTo>
                  <a:pt x="119" y="173"/>
                  <a:pt x="112" y="182"/>
                  <a:pt x="114" y="190"/>
                </a:cubicBezTo>
                <a:cubicBezTo>
                  <a:pt x="114" y="192"/>
                  <a:pt x="115" y="194"/>
                  <a:pt x="115" y="196"/>
                </a:cubicBezTo>
                <a:cubicBezTo>
                  <a:pt x="118" y="203"/>
                  <a:pt x="118" y="211"/>
                  <a:pt x="115" y="219"/>
                </a:cubicBezTo>
                <a:cubicBezTo>
                  <a:pt x="114" y="222"/>
                  <a:pt x="112" y="224"/>
                  <a:pt x="109" y="226"/>
                </a:cubicBezTo>
                <a:cubicBezTo>
                  <a:pt x="101" y="231"/>
                  <a:pt x="95" y="238"/>
                  <a:pt x="89" y="246"/>
                </a:cubicBezTo>
                <a:cubicBezTo>
                  <a:pt x="84" y="254"/>
                  <a:pt x="85" y="258"/>
                  <a:pt x="95" y="260"/>
                </a:cubicBezTo>
                <a:cubicBezTo>
                  <a:pt x="101" y="261"/>
                  <a:pt x="107" y="261"/>
                  <a:pt x="113" y="259"/>
                </a:cubicBezTo>
                <a:cubicBezTo>
                  <a:pt x="125" y="256"/>
                  <a:pt x="137" y="252"/>
                  <a:pt x="148" y="248"/>
                </a:cubicBezTo>
                <a:cubicBezTo>
                  <a:pt x="155" y="245"/>
                  <a:pt x="162" y="243"/>
                  <a:pt x="170" y="243"/>
                </a:cubicBezTo>
                <a:cubicBezTo>
                  <a:pt x="176" y="242"/>
                  <a:pt x="182" y="240"/>
                  <a:pt x="187" y="237"/>
                </a:cubicBezTo>
                <a:cubicBezTo>
                  <a:pt x="195" y="234"/>
                  <a:pt x="203" y="230"/>
                  <a:pt x="212" y="229"/>
                </a:cubicBezTo>
                <a:cubicBezTo>
                  <a:pt x="214" y="229"/>
                  <a:pt x="217" y="229"/>
                  <a:pt x="220" y="229"/>
                </a:cubicBezTo>
                <a:cubicBezTo>
                  <a:pt x="226" y="230"/>
                  <a:pt x="229" y="236"/>
                  <a:pt x="227" y="241"/>
                </a:cubicBezTo>
                <a:cubicBezTo>
                  <a:pt x="223" y="250"/>
                  <a:pt x="218" y="259"/>
                  <a:pt x="214" y="267"/>
                </a:cubicBezTo>
                <a:cubicBezTo>
                  <a:pt x="211" y="271"/>
                  <a:pt x="207" y="274"/>
                  <a:pt x="203" y="277"/>
                </a:cubicBezTo>
                <a:cubicBezTo>
                  <a:pt x="194" y="282"/>
                  <a:pt x="184" y="286"/>
                  <a:pt x="174" y="289"/>
                </a:cubicBezTo>
                <a:cubicBezTo>
                  <a:pt x="163" y="292"/>
                  <a:pt x="151" y="295"/>
                  <a:pt x="140" y="298"/>
                </a:cubicBezTo>
                <a:cubicBezTo>
                  <a:pt x="136" y="299"/>
                  <a:pt x="131" y="298"/>
                  <a:pt x="127" y="298"/>
                </a:cubicBezTo>
                <a:cubicBezTo>
                  <a:pt x="122" y="298"/>
                  <a:pt x="119" y="299"/>
                  <a:pt x="116" y="301"/>
                </a:cubicBezTo>
                <a:cubicBezTo>
                  <a:pt x="97" y="315"/>
                  <a:pt x="74" y="316"/>
                  <a:pt x="55" y="304"/>
                </a:cubicBezTo>
                <a:cubicBezTo>
                  <a:pt x="51" y="301"/>
                  <a:pt x="47" y="297"/>
                  <a:pt x="44" y="292"/>
                </a:cubicBezTo>
                <a:cubicBezTo>
                  <a:pt x="37" y="281"/>
                  <a:pt x="32" y="269"/>
                  <a:pt x="27" y="257"/>
                </a:cubicBezTo>
                <a:cubicBezTo>
                  <a:pt x="26" y="255"/>
                  <a:pt x="26" y="254"/>
                  <a:pt x="25" y="252"/>
                </a:cubicBezTo>
                <a:cubicBezTo>
                  <a:pt x="20" y="241"/>
                  <a:pt x="17" y="230"/>
                  <a:pt x="18" y="217"/>
                </a:cubicBezTo>
                <a:cubicBezTo>
                  <a:pt x="19" y="215"/>
                  <a:pt x="18" y="213"/>
                  <a:pt x="18" y="210"/>
                </a:cubicBezTo>
                <a:cubicBezTo>
                  <a:pt x="12" y="187"/>
                  <a:pt x="6" y="163"/>
                  <a:pt x="1" y="140"/>
                </a:cubicBezTo>
                <a:cubicBezTo>
                  <a:pt x="0" y="138"/>
                  <a:pt x="0" y="136"/>
                  <a:pt x="0" y="134"/>
                </a:cubicBezTo>
                <a:cubicBezTo>
                  <a:pt x="6" y="106"/>
                  <a:pt x="12" y="78"/>
                  <a:pt x="18" y="50"/>
                </a:cubicBezTo>
                <a:cubicBezTo>
                  <a:pt x="22" y="35"/>
                  <a:pt x="26" y="19"/>
                  <a:pt x="32" y="4"/>
                </a:cubicBezTo>
                <a:cubicBezTo>
                  <a:pt x="33" y="2"/>
                  <a:pt x="33" y="1"/>
                  <a:pt x="3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2" name="Freeform 13">
            <a:extLst xmlns:a="http://schemas.openxmlformats.org/drawingml/2006/main">
              <a:ext uri="{FF2B5EF4-FFF2-40B4-BE49-F238E27FC236}">
                <a16:creationId xmlns:a16="http://schemas.microsoft.com/office/drawing/2014/main" id="{100E4B0C-AA92-43DD-929E-28CD7CB1D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5489" y="493594"/>
            <a:ext cx="137428" cy="152255"/>
          </a:xfrm>
          <a:custGeom xmlns:a="http://schemas.openxmlformats.org/drawingml/2006/main">
            <a:gdLst>
              <a:gd name="T0" fmla="*/ 194 w 271"/>
              <a:gd name="T1" fmla="*/ 98 h 300"/>
              <a:gd name="T2" fmla="*/ 236 w 271"/>
              <a:gd name="T3" fmla="*/ 96 h 300"/>
              <a:gd name="T4" fmla="*/ 237 w 271"/>
              <a:gd name="T5" fmla="*/ 111 h 300"/>
              <a:gd name="T6" fmla="*/ 175 w 271"/>
              <a:gd name="T7" fmla="*/ 150 h 300"/>
              <a:gd name="T8" fmla="*/ 169 w 271"/>
              <a:gd name="T9" fmla="*/ 195 h 300"/>
              <a:gd name="T10" fmla="*/ 177 w 271"/>
              <a:gd name="T11" fmla="*/ 299 h 300"/>
              <a:gd name="T12" fmla="*/ 159 w 271"/>
              <a:gd name="T13" fmla="*/ 285 h 300"/>
              <a:gd name="T14" fmla="*/ 150 w 271"/>
              <a:gd name="T15" fmla="*/ 266 h 300"/>
              <a:gd name="T16" fmla="*/ 133 w 271"/>
              <a:gd name="T17" fmla="*/ 260 h 300"/>
              <a:gd name="T18" fmla="*/ 132 w 271"/>
              <a:gd name="T19" fmla="*/ 243 h 300"/>
              <a:gd name="T20" fmla="*/ 149 w 271"/>
              <a:gd name="T21" fmla="*/ 232 h 300"/>
              <a:gd name="T22" fmla="*/ 139 w 271"/>
              <a:gd name="T23" fmla="*/ 197 h 300"/>
              <a:gd name="T24" fmla="*/ 117 w 271"/>
              <a:gd name="T25" fmla="*/ 216 h 300"/>
              <a:gd name="T26" fmla="*/ 101 w 271"/>
              <a:gd name="T27" fmla="*/ 235 h 300"/>
              <a:gd name="T28" fmla="*/ 26 w 271"/>
              <a:gd name="T29" fmla="*/ 293 h 300"/>
              <a:gd name="T30" fmla="*/ 0 w 271"/>
              <a:gd name="T31" fmla="*/ 243 h 300"/>
              <a:gd name="T32" fmla="*/ 9 w 271"/>
              <a:gd name="T33" fmla="*/ 237 h 300"/>
              <a:gd name="T34" fmla="*/ 32 w 271"/>
              <a:gd name="T35" fmla="*/ 234 h 300"/>
              <a:gd name="T36" fmla="*/ 59 w 271"/>
              <a:gd name="T37" fmla="*/ 219 h 300"/>
              <a:gd name="T38" fmla="*/ 116 w 271"/>
              <a:gd name="T39" fmla="*/ 185 h 300"/>
              <a:gd name="T40" fmla="*/ 145 w 271"/>
              <a:gd name="T41" fmla="*/ 155 h 300"/>
              <a:gd name="T42" fmla="*/ 133 w 271"/>
              <a:gd name="T43" fmla="*/ 142 h 300"/>
              <a:gd name="T44" fmla="*/ 145 w 271"/>
              <a:gd name="T45" fmla="*/ 112 h 300"/>
              <a:gd name="T46" fmla="*/ 143 w 271"/>
              <a:gd name="T47" fmla="*/ 104 h 300"/>
              <a:gd name="T48" fmla="*/ 124 w 271"/>
              <a:gd name="T49" fmla="*/ 108 h 300"/>
              <a:gd name="T50" fmla="*/ 121 w 271"/>
              <a:gd name="T51" fmla="*/ 140 h 300"/>
              <a:gd name="T52" fmla="*/ 87 w 271"/>
              <a:gd name="T53" fmla="*/ 188 h 300"/>
              <a:gd name="T54" fmla="*/ 73 w 271"/>
              <a:gd name="T55" fmla="*/ 176 h 300"/>
              <a:gd name="T56" fmla="*/ 67 w 271"/>
              <a:gd name="T57" fmla="*/ 159 h 300"/>
              <a:gd name="T58" fmla="*/ 66 w 271"/>
              <a:gd name="T59" fmla="*/ 63 h 300"/>
              <a:gd name="T60" fmla="*/ 72 w 271"/>
              <a:gd name="T61" fmla="*/ 47 h 300"/>
              <a:gd name="T62" fmla="*/ 88 w 271"/>
              <a:gd name="T63" fmla="*/ 55 h 300"/>
              <a:gd name="T64" fmla="*/ 109 w 271"/>
              <a:gd name="T65" fmla="*/ 63 h 300"/>
              <a:gd name="T66" fmla="*/ 160 w 271"/>
              <a:gd name="T67" fmla="*/ 28 h 300"/>
              <a:gd name="T68" fmla="*/ 187 w 271"/>
              <a:gd name="T69" fmla="*/ 16 h 300"/>
              <a:gd name="T70" fmla="*/ 258 w 271"/>
              <a:gd name="T71" fmla="*/ 4 h 300"/>
              <a:gd name="T72" fmla="*/ 271 w 271"/>
              <a:gd name="T73" fmla="*/ 16 h 300"/>
              <a:gd name="T74" fmla="*/ 248 w 271"/>
              <a:gd name="T75" fmla="*/ 37 h 300"/>
              <a:gd name="T76" fmla="*/ 215 w 271"/>
              <a:gd name="T77" fmla="*/ 67 h 300"/>
              <a:gd name="T78" fmla="*/ 186 w 271"/>
              <a:gd name="T79" fmla="*/ 95 h 300"/>
            </a:gdLst>
            <a:rect l="0" t="0" r="r" b="b"/>
            <a:pathLst>
              <a:path w="271" h="300">
                <a:moveTo>
                  <a:pt x="185" y="102"/>
                </a:moveTo>
                <a:cubicBezTo>
                  <a:pt x="188" y="101"/>
                  <a:pt x="191" y="99"/>
                  <a:pt x="194" y="98"/>
                </a:cubicBezTo>
                <a:cubicBezTo>
                  <a:pt x="200" y="94"/>
                  <a:pt x="206" y="91"/>
                  <a:pt x="213" y="90"/>
                </a:cubicBezTo>
                <a:cubicBezTo>
                  <a:pt x="221" y="89"/>
                  <a:pt x="229" y="92"/>
                  <a:pt x="236" y="96"/>
                </a:cubicBezTo>
                <a:cubicBezTo>
                  <a:pt x="237" y="97"/>
                  <a:pt x="238" y="98"/>
                  <a:pt x="239" y="99"/>
                </a:cubicBezTo>
                <a:cubicBezTo>
                  <a:pt x="242" y="103"/>
                  <a:pt x="242" y="108"/>
                  <a:pt x="237" y="111"/>
                </a:cubicBezTo>
                <a:cubicBezTo>
                  <a:pt x="220" y="127"/>
                  <a:pt x="200" y="139"/>
                  <a:pt x="179" y="148"/>
                </a:cubicBezTo>
                <a:cubicBezTo>
                  <a:pt x="178" y="149"/>
                  <a:pt x="176" y="149"/>
                  <a:pt x="175" y="150"/>
                </a:cubicBezTo>
                <a:cubicBezTo>
                  <a:pt x="167" y="153"/>
                  <a:pt x="164" y="159"/>
                  <a:pt x="163" y="168"/>
                </a:cubicBezTo>
                <a:cubicBezTo>
                  <a:pt x="163" y="177"/>
                  <a:pt x="165" y="187"/>
                  <a:pt x="169" y="195"/>
                </a:cubicBezTo>
                <a:cubicBezTo>
                  <a:pt x="182" y="226"/>
                  <a:pt x="186" y="259"/>
                  <a:pt x="185" y="292"/>
                </a:cubicBezTo>
                <a:cubicBezTo>
                  <a:pt x="185" y="298"/>
                  <a:pt x="183" y="300"/>
                  <a:pt x="177" y="299"/>
                </a:cubicBezTo>
                <a:cubicBezTo>
                  <a:pt x="171" y="299"/>
                  <a:pt x="165" y="297"/>
                  <a:pt x="161" y="292"/>
                </a:cubicBezTo>
                <a:cubicBezTo>
                  <a:pt x="159" y="290"/>
                  <a:pt x="159" y="287"/>
                  <a:pt x="159" y="285"/>
                </a:cubicBezTo>
                <a:cubicBezTo>
                  <a:pt x="159" y="284"/>
                  <a:pt x="159" y="282"/>
                  <a:pt x="159" y="281"/>
                </a:cubicBezTo>
                <a:cubicBezTo>
                  <a:pt x="159" y="274"/>
                  <a:pt x="156" y="269"/>
                  <a:pt x="150" y="266"/>
                </a:cubicBezTo>
                <a:cubicBezTo>
                  <a:pt x="146" y="263"/>
                  <a:pt x="141" y="262"/>
                  <a:pt x="136" y="260"/>
                </a:cubicBezTo>
                <a:cubicBezTo>
                  <a:pt x="135" y="260"/>
                  <a:pt x="134" y="260"/>
                  <a:pt x="133" y="260"/>
                </a:cubicBezTo>
                <a:cubicBezTo>
                  <a:pt x="129" y="258"/>
                  <a:pt x="126" y="255"/>
                  <a:pt x="126" y="252"/>
                </a:cubicBezTo>
                <a:cubicBezTo>
                  <a:pt x="125" y="248"/>
                  <a:pt x="128" y="244"/>
                  <a:pt x="132" y="243"/>
                </a:cubicBezTo>
                <a:cubicBezTo>
                  <a:pt x="134" y="242"/>
                  <a:pt x="136" y="242"/>
                  <a:pt x="138" y="242"/>
                </a:cubicBezTo>
                <a:cubicBezTo>
                  <a:pt x="144" y="241"/>
                  <a:pt x="147" y="238"/>
                  <a:pt x="149" y="232"/>
                </a:cubicBezTo>
                <a:cubicBezTo>
                  <a:pt x="153" y="220"/>
                  <a:pt x="151" y="208"/>
                  <a:pt x="144" y="197"/>
                </a:cubicBezTo>
                <a:cubicBezTo>
                  <a:pt x="142" y="195"/>
                  <a:pt x="141" y="195"/>
                  <a:pt x="139" y="197"/>
                </a:cubicBezTo>
                <a:cubicBezTo>
                  <a:pt x="138" y="197"/>
                  <a:pt x="137" y="198"/>
                  <a:pt x="136" y="199"/>
                </a:cubicBezTo>
                <a:cubicBezTo>
                  <a:pt x="129" y="205"/>
                  <a:pt x="123" y="210"/>
                  <a:pt x="117" y="216"/>
                </a:cubicBezTo>
                <a:cubicBezTo>
                  <a:pt x="112" y="220"/>
                  <a:pt x="108" y="225"/>
                  <a:pt x="105" y="231"/>
                </a:cubicBezTo>
                <a:cubicBezTo>
                  <a:pt x="104" y="232"/>
                  <a:pt x="103" y="233"/>
                  <a:pt x="101" y="235"/>
                </a:cubicBezTo>
                <a:cubicBezTo>
                  <a:pt x="84" y="253"/>
                  <a:pt x="66" y="270"/>
                  <a:pt x="48" y="288"/>
                </a:cubicBezTo>
                <a:cubicBezTo>
                  <a:pt x="41" y="296"/>
                  <a:pt x="35" y="297"/>
                  <a:pt x="26" y="293"/>
                </a:cubicBezTo>
                <a:cubicBezTo>
                  <a:pt x="20" y="291"/>
                  <a:pt x="16" y="287"/>
                  <a:pt x="13" y="282"/>
                </a:cubicBezTo>
                <a:cubicBezTo>
                  <a:pt x="4" y="271"/>
                  <a:pt x="1" y="257"/>
                  <a:pt x="0" y="243"/>
                </a:cubicBezTo>
                <a:cubicBezTo>
                  <a:pt x="0" y="240"/>
                  <a:pt x="1" y="239"/>
                  <a:pt x="3" y="239"/>
                </a:cubicBezTo>
                <a:cubicBezTo>
                  <a:pt x="5" y="238"/>
                  <a:pt x="7" y="237"/>
                  <a:pt x="9" y="237"/>
                </a:cubicBezTo>
                <a:cubicBezTo>
                  <a:pt x="13" y="235"/>
                  <a:pt x="16" y="235"/>
                  <a:pt x="20" y="237"/>
                </a:cubicBezTo>
                <a:cubicBezTo>
                  <a:pt x="24" y="239"/>
                  <a:pt x="28" y="238"/>
                  <a:pt x="32" y="234"/>
                </a:cubicBezTo>
                <a:cubicBezTo>
                  <a:pt x="34" y="233"/>
                  <a:pt x="37" y="231"/>
                  <a:pt x="39" y="230"/>
                </a:cubicBezTo>
                <a:cubicBezTo>
                  <a:pt x="46" y="226"/>
                  <a:pt x="52" y="222"/>
                  <a:pt x="59" y="219"/>
                </a:cubicBezTo>
                <a:cubicBezTo>
                  <a:pt x="60" y="218"/>
                  <a:pt x="62" y="217"/>
                  <a:pt x="63" y="216"/>
                </a:cubicBezTo>
                <a:cubicBezTo>
                  <a:pt x="81" y="206"/>
                  <a:pt x="98" y="195"/>
                  <a:pt x="116" y="185"/>
                </a:cubicBezTo>
                <a:cubicBezTo>
                  <a:pt x="122" y="181"/>
                  <a:pt x="128" y="177"/>
                  <a:pt x="134" y="172"/>
                </a:cubicBezTo>
                <a:cubicBezTo>
                  <a:pt x="139" y="168"/>
                  <a:pt x="143" y="163"/>
                  <a:pt x="145" y="155"/>
                </a:cubicBezTo>
                <a:cubicBezTo>
                  <a:pt x="143" y="155"/>
                  <a:pt x="142" y="154"/>
                  <a:pt x="140" y="154"/>
                </a:cubicBezTo>
                <a:cubicBezTo>
                  <a:pt x="134" y="152"/>
                  <a:pt x="132" y="148"/>
                  <a:pt x="133" y="142"/>
                </a:cubicBezTo>
                <a:cubicBezTo>
                  <a:pt x="134" y="140"/>
                  <a:pt x="135" y="137"/>
                  <a:pt x="136" y="135"/>
                </a:cubicBezTo>
                <a:cubicBezTo>
                  <a:pt x="139" y="127"/>
                  <a:pt x="142" y="119"/>
                  <a:pt x="145" y="112"/>
                </a:cubicBezTo>
                <a:cubicBezTo>
                  <a:pt x="145" y="111"/>
                  <a:pt x="146" y="110"/>
                  <a:pt x="146" y="109"/>
                </a:cubicBezTo>
                <a:cubicBezTo>
                  <a:pt x="147" y="105"/>
                  <a:pt x="146" y="104"/>
                  <a:pt x="143" y="104"/>
                </a:cubicBezTo>
                <a:cubicBezTo>
                  <a:pt x="140" y="104"/>
                  <a:pt x="138" y="104"/>
                  <a:pt x="135" y="105"/>
                </a:cubicBezTo>
                <a:cubicBezTo>
                  <a:pt x="132" y="106"/>
                  <a:pt x="128" y="107"/>
                  <a:pt x="124" y="108"/>
                </a:cubicBezTo>
                <a:cubicBezTo>
                  <a:pt x="122" y="109"/>
                  <a:pt x="121" y="111"/>
                  <a:pt x="121" y="113"/>
                </a:cubicBezTo>
                <a:cubicBezTo>
                  <a:pt x="121" y="122"/>
                  <a:pt x="121" y="131"/>
                  <a:pt x="121" y="140"/>
                </a:cubicBezTo>
                <a:cubicBezTo>
                  <a:pt x="121" y="142"/>
                  <a:pt x="120" y="144"/>
                  <a:pt x="119" y="146"/>
                </a:cubicBezTo>
                <a:cubicBezTo>
                  <a:pt x="108" y="160"/>
                  <a:pt x="98" y="174"/>
                  <a:pt x="87" y="188"/>
                </a:cubicBezTo>
                <a:cubicBezTo>
                  <a:pt x="87" y="189"/>
                  <a:pt x="86" y="189"/>
                  <a:pt x="86" y="190"/>
                </a:cubicBezTo>
                <a:cubicBezTo>
                  <a:pt x="81" y="185"/>
                  <a:pt x="77" y="181"/>
                  <a:pt x="73" y="176"/>
                </a:cubicBezTo>
                <a:cubicBezTo>
                  <a:pt x="70" y="173"/>
                  <a:pt x="69" y="170"/>
                  <a:pt x="69" y="166"/>
                </a:cubicBezTo>
                <a:cubicBezTo>
                  <a:pt x="68" y="164"/>
                  <a:pt x="68" y="161"/>
                  <a:pt x="67" y="159"/>
                </a:cubicBezTo>
                <a:cubicBezTo>
                  <a:pt x="58" y="138"/>
                  <a:pt x="57" y="117"/>
                  <a:pt x="63" y="95"/>
                </a:cubicBezTo>
                <a:cubicBezTo>
                  <a:pt x="67" y="84"/>
                  <a:pt x="67" y="74"/>
                  <a:pt x="66" y="63"/>
                </a:cubicBezTo>
                <a:cubicBezTo>
                  <a:pt x="66" y="60"/>
                  <a:pt x="66" y="57"/>
                  <a:pt x="66" y="54"/>
                </a:cubicBezTo>
                <a:cubicBezTo>
                  <a:pt x="66" y="50"/>
                  <a:pt x="68" y="47"/>
                  <a:pt x="72" y="47"/>
                </a:cubicBezTo>
                <a:cubicBezTo>
                  <a:pt x="75" y="46"/>
                  <a:pt x="78" y="47"/>
                  <a:pt x="80" y="48"/>
                </a:cubicBezTo>
                <a:cubicBezTo>
                  <a:pt x="83" y="50"/>
                  <a:pt x="85" y="52"/>
                  <a:pt x="88" y="55"/>
                </a:cubicBezTo>
                <a:cubicBezTo>
                  <a:pt x="90" y="57"/>
                  <a:pt x="91" y="59"/>
                  <a:pt x="93" y="61"/>
                </a:cubicBezTo>
                <a:cubicBezTo>
                  <a:pt x="99" y="66"/>
                  <a:pt x="103" y="67"/>
                  <a:pt x="109" y="63"/>
                </a:cubicBezTo>
                <a:cubicBezTo>
                  <a:pt x="117" y="58"/>
                  <a:pt x="125" y="53"/>
                  <a:pt x="133" y="48"/>
                </a:cubicBezTo>
                <a:cubicBezTo>
                  <a:pt x="142" y="41"/>
                  <a:pt x="151" y="35"/>
                  <a:pt x="160" y="28"/>
                </a:cubicBezTo>
                <a:cubicBezTo>
                  <a:pt x="163" y="25"/>
                  <a:pt x="167" y="24"/>
                  <a:pt x="171" y="23"/>
                </a:cubicBezTo>
                <a:cubicBezTo>
                  <a:pt x="177" y="23"/>
                  <a:pt x="182" y="20"/>
                  <a:pt x="187" y="16"/>
                </a:cubicBezTo>
                <a:cubicBezTo>
                  <a:pt x="196" y="6"/>
                  <a:pt x="208" y="2"/>
                  <a:pt x="221" y="1"/>
                </a:cubicBezTo>
                <a:cubicBezTo>
                  <a:pt x="233" y="0"/>
                  <a:pt x="246" y="0"/>
                  <a:pt x="258" y="4"/>
                </a:cubicBezTo>
                <a:cubicBezTo>
                  <a:pt x="261" y="5"/>
                  <a:pt x="264" y="7"/>
                  <a:pt x="267" y="9"/>
                </a:cubicBezTo>
                <a:cubicBezTo>
                  <a:pt x="270" y="10"/>
                  <a:pt x="271" y="13"/>
                  <a:pt x="271" y="16"/>
                </a:cubicBezTo>
                <a:cubicBezTo>
                  <a:pt x="271" y="18"/>
                  <a:pt x="271" y="19"/>
                  <a:pt x="269" y="21"/>
                </a:cubicBezTo>
                <a:cubicBezTo>
                  <a:pt x="262" y="26"/>
                  <a:pt x="255" y="31"/>
                  <a:pt x="248" y="37"/>
                </a:cubicBezTo>
                <a:cubicBezTo>
                  <a:pt x="240" y="43"/>
                  <a:pt x="232" y="50"/>
                  <a:pt x="226" y="58"/>
                </a:cubicBezTo>
                <a:cubicBezTo>
                  <a:pt x="223" y="62"/>
                  <a:pt x="219" y="65"/>
                  <a:pt x="215" y="67"/>
                </a:cubicBezTo>
                <a:cubicBezTo>
                  <a:pt x="213" y="68"/>
                  <a:pt x="212" y="69"/>
                  <a:pt x="211" y="70"/>
                </a:cubicBezTo>
                <a:cubicBezTo>
                  <a:pt x="202" y="79"/>
                  <a:pt x="194" y="87"/>
                  <a:pt x="186" y="95"/>
                </a:cubicBezTo>
                <a:cubicBezTo>
                  <a:pt x="184" y="97"/>
                  <a:pt x="183" y="99"/>
                  <a:pt x="185" y="10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3" name="Freeform 14">
            <a:extLst xmlns:a="http://schemas.openxmlformats.org/drawingml/2006/main">
              <a:ext uri="{FF2B5EF4-FFF2-40B4-BE49-F238E27FC236}">
                <a16:creationId xmlns:a16="http://schemas.microsoft.com/office/drawing/2014/main" id="{DA9CBA93-4DC3-4FBB-B4DC-A513E4A1D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1601" y="548337"/>
            <a:ext cx="141990" cy="90098"/>
          </a:xfrm>
          <a:custGeom xmlns:a="http://schemas.openxmlformats.org/drawingml/2006/main">
            <a:gdLst>
              <a:gd name="T0" fmla="*/ 16 w 280"/>
              <a:gd name="T1" fmla="*/ 133 h 178"/>
              <a:gd name="T2" fmla="*/ 14 w 280"/>
              <a:gd name="T3" fmla="*/ 124 h 178"/>
              <a:gd name="T4" fmla="*/ 2 w 280"/>
              <a:gd name="T5" fmla="*/ 103 h 178"/>
              <a:gd name="T6" fmla="*/ 6 w 280"/>
              <a:gd name="T7" fmla="*/ 81 h 178"/>
              <a:gd name="T8" fmla="*/ 16 w 280"/>
              <a:gd name="T9" fmla="*/ 77 h 178"/>
              <a:gd name="T10" fmla="*/ 22 w 280"/>
              <a:gd name="T11" fmla="*/ 77 h 178"/>
              <a:gd name="T12" fmla="*/ 40 w 280"/>
              <a:gd name="T13" fmla="*/ 71 h 178"/>
              <a:gd name="T14" fmla="*/ 54 w 280"/>
              <a:gd name="T15" fmla="*/ 64 h 178"/>
              <a:gd name="T16" fmla="*/ 63 w 280"/>
              <a:gd name="T17" fmla="*/ 61 h 178"/>
              <a:gd name="T18" fmla="*/ 144 w 280"/>
              <a:gd name="T19" fmla="*/ 25 h 178"/>
              <a:gd name="T20" fmla="*/ 169 w 280"/>
              <a:gd name="T21" fmla="*/ 16 h 178"/>
              <a:gd name="T22" fmla="*/ 186 w 280"/>
              <a:gd name="T23" fmla="*/ 13 h 178"/>
              <a:gd name="T24" fmla="*/ 209 w 280"/>
              <a:gd name="T25" fmla="*/ 9 h 178"/>
              <a:gd name="T26" fmla="*/ 224 w 280"/>
              <a:gd name="T27" fmla="*/ 3 h 178"/>
              <a:gd name="T28" fmla="*/ 233 w 280"/>
              <a:gd name="T29" fmla="*/ 0 h 178"/>
              <a:gd name="T30" fmla="*/ 265 w 280"/>
              <a:gd name="T31" fmla="*/ 5 h 178"/>
              <a:gd name="T32" fmla="*/ 274 w 280"/>
              <a:gd name="T33" fmla="*/ 29 h 178"/>
              <a:gd name="T34" fmla="*/ 256 w 280"/>
              <a:gd name="T35" fmla="*/ 50 h 178"/>
              <a:gd name="T36" fmla="*/ 245 w 280"/>
              <a:gd name="T37" fmla="*/ 53 h 178"/>
              <a:gd name="T38" fmla="*/ 220 w 280"/>
              <a:gd name="T39" fmla="*/ 56 h 178"/>
              <a:gd name="T40" fmla="*/ 213 w 280"/>
              <a:gd name="T41" fmla="*/ 58 h 178"/>
              <a:gd name="T42" fmla="*/ 208 w 280"/>
              <a:gd name="T43" fmla="*/ 67 h 178"/>
              <a:gd name="T44" fmla="*/ 210 w 280"/>
              <a:gd name="T45" fmla="*/ 76 h 178"/>
              <a:gd name="T46" fmla="*/ 218 w 280"/>
              <a:gd name="T47" fmla="*/ 92 h 178"/>
              <a:gd name="T48" fmla="*/ 224 w 280"/>
              <a:gd name="T49" fmla="*/ 115 h 178"/>
              <a:gd name="T50" fmla="*/ 220 w 280"/>
              <a:gd name="T51" fmla="*/ 146 h 178"/>
              <a:gd name="T52" fmla="*/ 197 w 280"/>
              <a:gd name="T53" fmla="*/ 163 h 178"/>
              <a:gd name="T54" fmla="*/ 189 w 280"/>
              <a:gd name="T55" fmla="*/ 163 h 178"/>
              <a:gd name="T56" fmla="*/ 181 w 280"/>
              <a:gd name="T57" fmla="*/ 167 h 178"/>
              <a:gd name="T58" fmla="*/ 178 w 280"/>
              <a:gd name="T59" fmla="*/ 170 h 178"/>
              <a:gd name="T60" fmla="*/ 156 w 280"/>
              <a:gd name="T61" fmla="*/ 175 h 178"/>
              <a:gd name="T62" fmla="*/ 140 w 280"/>
              <a:gd name="T63" fmla="*/ 166 h 178"/>
              <a:gd name="T64" fmla="*/ 126 w 280"/>
              <a:gd name="T65" fmla="*/ 162 h 178"/>
              <a:gd name="T66" fmla="*/ 119 w 280"/>
              <a:gd name="T67" fmla="*/ 160 h 178"/>
              <a:gd name="T68" fmla="*/ 113 w 280"/>
              <a:gd name="T69" fmla="*/ 150 h 178"/>
              <a:gd name="T70" fmla="*/ 115 w 280"/>
              <a:gd name="T71" fmla="*/ 147 h 178"/>
              <a:gd name="T72" fmla="*/ 122 w 280"/>
              <a:gd name="T73" fmla="*/ 147 h 178"/>
              <a:gd name="T74" fmla="*/ 166 w 280"/>
              <a:gd name="T75" fmla="*/ 141 h 178"/>
              <a:gd name="T76" fmla="*/ 185 w 280"/>
              <a:gd name="T77" fmla="*/ 129 h 178"/>
              <a:gd name="T78" fmla="*/ 188 w 280"/>
              <a:gd name="T79" fmla="*/ 120 h 178"/>
              <a:gd name="T80" fmla="*/ 185 w 280"/>
              <a:gd name="T81" fmla="*/ 92 h 178"/>
              <a:gd name="T82" fmla="*/ 184 w 280"/>
              <a:gd name="T83" fmla="*/ 77 h 178"/>
              <a:gd name="T84" fmla="*/ 179 w 280"/>
              <a:gd name="T85" fmla="*/ 71 h 178"/>
              <a:gd name="T86" fmla="*/ 163 w 280"/>
              <a:gd name="T87" fmla="*/ 75 h 178"/>
              <a:gd name="T88" fmla="*/ 158 w 280"/>
              <a:gd name="T89" fmla="*/ 79 h 178"/>
              <a:gd name="T90" fmla="*/ 145 w 280"/>
              <a:gd name="T91" fmla="*/ 82 h 178"/>
              <a:gd name="T92" fmla="*/ 116 w 280"/>
              <a:gd name="T93" fmla="*/ 91 h 178"/>
              <a:gd name="T94" fmla="*/ 80 w 280"/>
              <a:gd name="T95" fmla="*/ 118 h 178"/>
              <a:gd name="T96" fmla="*/ 52 w 280"/>
              <a:gd name="T97" fmla="*/ 135 h 178"/>
              <a:gd name="T98" fmla="*/ 22 w 280"/>
              <a:gd name="T99" fmla="*/ 136 h 178"/>
              <a:gd name="T100" fmla="*/ 18 w 280"/>
              <a:gd name="T101" fmla="*/ 134 h 178"/>
              <a:gd name="T102" fmla="*/ 16 w 280"/>
              <a:gd name="T103" fmla="*/ 133 h 178"/>
            </a:gdLst>
            <a:rect l="0" t="0" r="r" b="b"/>
            <a:pathLst>
              <a:path w="280" h="178">
                <a:moveTo>
                  <a:pt x="16" y="133"/>
                </a:moveTo>
                <a:cubicBezTo>
                  <a:pt x="18" y="129"/>
                  <a:pt x="16" y="127"/>
                  <a:pt x="14" y="124"/>
                </a:cubicBezTo>
                <a:cubicBezTo>
                  <a:pt x="9" y="118"/>
                  <a:pt x="5" y="111"/>
                  <a:pt x="2" y="103"/>
                </a:cubicBezTo>
                <a:cubicBezTo>
                  <a:pt x="0" y="95"/>
                  <a:pt x="1" y="88"/>
                  <a:pt x="6" y="81"/>
                </a:cubicBezTo>
                <a:cubicBezTo>
                  <a:pt x="9" y="78"/>
                  <a:pt x="12" y="76"/>
                  <a:pt x="16" y="77"/>
                </a:cubicBezTo>
                <a:cubicBezTo>
                  <a:pt x="18" y="77"/>
                  <a:pt x="20" y="76"/>
                  <a:pt x="22" y="77"/>
                </a:cubicBezTo>
                <a:cubicBezTo>
                  <a:pt x="29" y="79"/>
                  <a:pt x="36" y="76"/>
                  <a:pt x="40" y="71"/>
                </a:cubicBezTo>
                <a:cubicBezTo>
                  <a:pt x="44" y="67"/>
                  <a:pt x="49" y="65"/>
                  <a:pt x="54" y="64"/>
                </a:cubicBezTo>
                <a:cubicBezTo>
                  <a:pt x="57" y="64"/>
                  <a:pt x="60" y="62"/>
                  <a:pt x="63" y="61"/>
                </a:cubicBezTo>
                <a:cubicBezTo>
                  <a:pt x="89" y="47"/>
                  <a:pt x="116" y="35"/>
                  <a:pt x="144" y="25"/>
                </a:cubicBezTo>
                <a:cubicBezTo>
                  <a:pt x="152" y="22"/>
                  <a:pt x="161" y="19"/>
                  <a:pt x="169" y="16"/>
                </a:cubicBezTo>
                <a:cubicBezTo>
                  <a:pt x="174" y="14"/>
                  <a:pt x="180" y="14"/>
                  <a:pt x="186" y="13"/>
                </a:cubicBezTo>
                <a:cubicBezTo>
                  <a:pt x="194" y="12"/>
                  <a:pt x="201" y="11"/>
                  <a:pt x="209" y="9"/>
                </a:cubicBezTo>
                <a:cubicBezTo>
                  <a:pt x="214" y="8"/>
                  <a:pt x="219" y="5"/>
                  <a:pt x="224" y="3"/>
                </a:cubicBezTo>
                <a:cubicBezTo>
                  <a:pt x="227" y="1"/>
                  <a:pt x="230" y="0"/>
                  <a:pt x="233" y="0"/>
                </a:cubicBezTo>
                <a:cubicBezTo>
                  <a:pt x="244" y="0"/>
                  <a:pt x="255" y="1"/>
                  <a:pt x="265" y="5"/>
                </a:cubicBezTo>
                <a:cubicBezTo>
                  <a:pt x="276" y="9"/>
                  <a:pt x="280" y="19"/>
                  <a:pt x="274" y="29"/>
                </a:cubicBezTo>
                <a:cubicBezTo>
                  <a:pt x="270" y="38"/>
                  <a:pt x="263" y="45"/>
                  <a:pt x="256" y="50"/>
                </a:cubicBezTo>
                <a:cubicBezTo>
                  <a:pt x="252" y="53"/>
                  <a:pt x="249" y="53"/>
                  <a:pt x="245" y="53"/>
                </a:cubicBezTo>
                <a:cubicBezTo>
                  <a:pt x="236" y="54"/>
                  <a:pt x="228" y="55"/>
                  <a:pt x="220" y="56"/>
                </a:cubicBezTo>
                <a:cubicBezTo>
                  <a:pt x="218" y="57"/>
                  <a:pt x="215" y="57"/>
                  <a:pt x="213" y="58"/>
                </a:cubicBezTo>
                <a:cubicBezTo>
                  <a:pt x="209" y="60"/>
                  <a:pt x="208" y="63"/>
                  <a:pt x="208" y="67"/>
                </a:cubicBezTo>
                <a:cubicBezTo>
                  <a:pt x="208" y="70"/>
                  <a:pt x="209" y="73"/>
                  <a:pt x="210" y="76"/>
                </a:cubicBezTo>
                <a:cubicBezTo>
                  <a:pt x="213" y="82"/>
                  <a:pt x="215" y="87"/>
                  <a:pt x="218" y="92"/>
                </a:cubicBezTo>
                <a:cubicBezTo>
                  <a:pt x="221" y="100"/>
                  <a:pt x="224" y="107"/>
                  <a:pt x="224" y="115"/>
                </a:cubicBezTo>
                <a:cubicBezTo>
                  <a:pt x="224" y="126"/>
                  <a:pt x="223" y="136"/>
                  <a:pt x="220" y="146"/>
                </a:cubicBezTo>
                <a:cubicBezTo>
                  <a:pt x="216" y="157"/>
                  <a:pt x="209" y="162"/>
                  <a:pt x="197" y="163"/>
                </a:cubicBezTo>
                <a:cubicBezTo>
                  <a:pt x="194" y="163"/>
                  <a:pt x="192" y="163"/>
                  <a:pt x="189" y="163"/>
                </a:cubicBezTo>
                <a:cubicBezTo>
                  <a:pt x="186" y="163"/>
                  <a:pt x="183" y="163"/>
                  <a:pt x="181" y="167"/>
                </a:cubicBezTo>
                <a:cubicBezTo>
                  <a:pt x="180" y="168"/>
                  <a:pt x="179" y="169"/>
                  <a:pt x="178" y="170"/>
                </a:cubicBezTo>
                <a:cubicBezTo>
                  <a:pt x="171" y="176"/>
                  <a:pt x="164" y="178"/>
                  <a:pt x="156" y="175"/>
                </a:cubicBezTo>
                <a:cubicBezTo>
                  <a:pt x="151" y="172"/>
                  <a:pt x="145" y="169"/>
                  <a:pt x="140" y="166"/>
                </a:cubicBezTo>
                <a:cubicBezTo>
                  <a:pt x="136" y="163"/>
                  <a:pt x="132" y="162"/>
                  <a:pt x="126" y="162"/>
                </a:cubicBezTo>
                <a:cubicBezTo>
                  <a:pt x="124" y="162"/>
                  <a:pt x="121" y="163"/>
                  <a:pt x="119" y="160"/>
                </a:cubicBezTo>
                <a:cubicBezTo>
                  <a:pt x="116" y="157"/>
                  <a:pt x="114" y="154"/>
                  <a:pt x="113" y="150"/>
                </a:cubicBezTo>
                <a:cubicBezTo>
                  <a:pt x="112" y="148"/>
                  <a:pt x="113" y="147"/>
                  <a:pt x="115" y="147"/>
                </a:cubicBezTo>
                <a:cubicBezTo>
                  <a:pt x="117" y="147"/>
                  <a:pt x="120" y="147"/>
                  <a:pt x="122" y="147"/>
                </a:cubicBezTo>
                <a:cubicBezTo>
                  <a:pt x="137" y="148"/>
                  <a:pt x="152" y="146"/>
                  <a:pt x="166" y="141"/>
                </a:cubicBezTo>
                <a:cubicBezTo>
                  <a:pt x="173" y="138"/>
                  <a:pt x="179" y="134"/>
                  <a:pt x="185" y="129"/>
                </a:cubicBezTo>
                <a:cubicBezTo>
                  <a:pt x="188" y="126"/>
                  <a:pt x="189" y="123"/>
                  <a:pt x="188" y="120"/>
                </a:cubicBezTo>
                <a:cubicBezTo>
                  <a:pt x="187" y="111"/>
                  <a:pt x="186" y="102"/>
                  <a:pt x="185" y="92"/>
                </a:cubicBezTo>
                <a:cubicBezTo>
                  <a:pt x="184" y="87"/>
                  <a:pt x="184" y="82"/>
                  <a:pt x="184" y="77"/>
                </a:cubicBezTo>
                <a:cubicBezTo>
                  <a:pt x="184" y="73"/>
                  <a:pt x="183" y="71"/>
                  <a:pt x="179" y="71"/>
                </a:cubicBezTo>
                <a:cubicBezTo>
                  <a:pt x="173" y="70"/>
                  <a:pt x="168" y="70"/>
                  <a:pt x="163" y="75"/>
                </a:cubicBezTo>
                <a:cubicBezTo>
                  <a:pt x="162" y="76"/>
                  <a:pt x="160" y="77"/>
                  <a:pt x="158" y="79"/>
                </a:cubicBezTo>
                <a:cubicBezTo>
                  <a:pt x="154" y="81"/>
                  <a:pt x="150" y="83"/>
                  <a:pt x="145" y="82"/>
                </a:cubicBezTo>
                <a:cubicBezTo>
                  <a:pt x="134" y="82"/>
                  <a:pt x="124" y="85"/>
                  <a:pt x="116" y="91"/>
                </a:cubicBezTo>
                <a:cubicBezTo>
                  <a:pt x="104" y="100"/>
                  <a:pt x="92" y="109"/>
                  <a:pt x="80" y="118"/>
                </a:cubicBezTo>
                <a:cubicBezTo>
                  <a:pt x="71" y="124"/>
                  <a:pt x="62" y="131"/>
                  <a:pt x="52" y="135"/>
                </a:cubicBezTo>
                <a:cubicBezTo>
                  <a:pt x="42" y="139"/>
                  <a:pt x="32" y="140"/>
                  <a:pt x="22" y="136"/>
                </a:cubicBezTo>
                <a:cubicBezTo>
                  <a:pt x="20" y="136"/>
                  <a:pt x="19" y="135"/>
                  <a:pt x="18" y="134"/>
                </a:cubicBezTo>
                <a:cubicBezTo>
                  <a:pt x="17" y="134"/>
                  <a:pt x="17" y="134"/>
                  <a:pt x="16" y="133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4" name="Freeform 15">
            <a:extLst xmlns:a="http://schemas.openxmlformats.org/drawingml/2006/main">
              <a:ext uri="{FF2B5EF4-FFF2-40B4-BE49-F238E27FC236}">
                <a16:creationId xmlns:a16="http://schemas.microsoft.com/office/drawing/2014/main" id="{95444E56-8532-4970-A9F0-5A50EA92E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703" y="432578"/>
            <a:ext cx="107776" cy="57594"/>
          </a:xfrm>
          <a:custGeom xmlns:a="http://schemas.openxmlformats.org/drawingml/2006/main">
            <a:gdLst>
              <a:gd name="T0" fmla="*/ 197 w 212"/>
              <a:gd name="T1" fmla="*/ 0 h 114"/>
              <a:gd name="T2" fmla="*/ 205 w 212"/>
              <a:gd name="T3" fmla="*/ 0 h 114"/>
              <a:gd name="T4" fmla="*/ 211 w 212"/>
              <a:gd name="T5" fmla="*/ 9 h 114"/>
              <a:gd name="T6" fmla="*/ 191 w 212"/>
              <a:gd name="T7" fmla="*/ 29 h 114"/>
              <a:gd name="T8" fmla="*/ 187 w 212"/>
              <a:gd name="T9" fmla="*/ 29 h 114"/>
              <a:gd name="T10" fmla="*/ 174 w 212"/>
              <a:gd name="T11" fmla="*/ 33 h 114"/>
              <a:gd name="T12" fmla="*/ 132 w 212"/>
              <a:gd name="T13" fmla="*/ 67 h 114"/>
              <a:gd name="T14" fmla="*/ 109 w 212"/>
              <a:gd name="T15" fmla="*/ 91 h 114"/>
              <a:gd name="T16" fmla="*/ 71 w 212"/>
              <a:gd name="T17" fmla="*/ 112 h 114"/>
              <a:gd name="T18" fmla="*/ 40 w 212"/>
              <a:gd name="T19" fmla="*/ 108 h 114"/>
              <a:gd name="T20" fmla="*/ 9 w 212"/>
              <a:gd name="T21" fmla="*/ 90 h 114"/>
              <a:gd name="T22" fmla="*/ 8 w 212"/>
              <a:gd name="T23" fmla="*/ 89 h 114"/>
              <a:gd name="T24" fmla="*/ 11 w 212"/>
              <a:gd name="T25" fmla="*/ 64 h 114"/>
              <a:gd name="T26" fmla="*/ 15 w 212"/>
              <a:gd name="T27" fmla="*/ 62 h 114"/>
              <a:gd name="T28" fmla="*/ 114 w 212"/>
              <a:gd name="T29" fmla="*/ 23 h 114"/>
              <a:gd name="T30" fmla="*/ 130 w 212"/>
              <a:gd name="T31" fmla="*/ 18 h 114"/>
              <a:gd name="T32" fmla="*/ 164 w 212"/>
              <a:gd name="T33" fmla="*/ 7 h 114"/>
              <a:gd name="T34" fmla="*/ 197 w 212"/>
              <a:gd name="T35" fmla="*/ 0 h 114"/>
            </a:gdLst>
            <a:rect l="0" t="0" r="r" b="b"/>
            <a:pathLst>
              <a:path w="212" h="114">
                <a:moveTo>
                  <a:pt x="197" y="0"/>
                </a:moveTo>
                <a:cubicBezTo>
                  <a:pt x="199" y="0"/>
                  <a:pt x="202" y="0"/>
                  <a:pt x="205" y="0"/>
                </a:cubicBezTo>
                <a:cubicBezTo>
                  <a:pt x="209" y="1"/>
                  <a:pt x="212" y="5"/>
                  <a:pt x="211" y="9"/>
                </a:cubicBezTo>
                <a:cubicBezTo>
                  <a:pt x="207" y="18"/>
                  <a:pt x="200" y="25"/>
                  <a:pt x="191" y="29"/>
                </a:cubicBezTo>
                <a:cubicBezTo>
                  <a:pt x="189" y="29"/>
                  <a:pt x="188" y="29"/>
                  <a:pt x="187" y="29"/>
                </a:cubicBezTo>
                <a:cubicBezTo>
                  <a:pt x="182" y="28"/>
                  <a:pt x="178" y="30"/>
                  <a:pt x="174" y="33"/>
                </a:cubicBezTo>
                <a:cubicBezTo>
                  <a:pt x="158" y="43"/>
                  <a:pt x="144" y="54"/>
                  <a:pt x="132" y="67"/>
                </a:cubicBezTo>
                <a:cubicBezTo>
                  <a:pt x="124" y="75"/>
                  <a:pt x="116" y="83"/>
                  <a:pt x="109" y="91"/>
                </a:cubicBezTo>
                <a:cubicBezTo>
                  <a:pt x="99" y="102"/>
                  <a:pt x="86" y="110"/>
                  <a:pt x="71" y="112"/>
                </a:cubicBezTo>
                <a:cubicBezTo>
                  <a:pt x="61" y="114"/>
                  <a:pt x="50" y="112"/>
                  <a:pt x="40" y="108"/>
                </a:cubicBezTo>
                <a:cubicBezTo>
                  <a:pt x="29" y="104"/>
                  <a:pt x="19" y="98"/>
                  <a:pt x="9" y="90"/>
                </a:cubicBezTo>
                <a:cubicBezTo>
                  <a:pt x="9" y="90"/>
                  <a:pt x="9" y="89"/>
                  <a:pt x="8" y="89"/>
                </a:cubicBezTo>
                <a:cubicBezTo>
                  <a:pt x="0" y="81"/>
                  <a:pt x="2" y="70"/>
                  <a:pt x="11" y="64"/>
                </a:cubicBezTo>
                <a:cubicBezTo>
                  <a:pt x="12" y="63"/>
                  <a:pt x="14" y="63"/>
                  <a:pt x="15" y="62"/>
                </a:cubicBezTo>
                <a:cubicBezTo>
                  <a:pt x="48" y="49"/>
                  <a:pt x="81" y="36"/>
                  <a:pt x="114" y="23"/>
                </a:cubicBezTo>
                <a:cubicBezTo>
                  <a:pt x="119" y="21"/>
                  <a:pt x="125" y="19"/>
                  <a:pt x="130" y="18"/>
                </a:cubicBezTo>
                <a:cubicBezTo>
                  <a:pt x="142" y="15"/>
                  <a:pt x="153" y="12"/>
                  <a:pt x="164" y="7"/>
                </a:cubicBezTo>
                <a:cubicBezTo>
                  <a:pt x="175" y="2"/>
                  <a:pt x="186" y="0"/>
                  <a:pt x="197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5" name="Freeform 16">
            <a:extLst xmlns:a="http://schemas.openxmlformats.org/drawingml/2006/main">
              <a:ext uri="{FF2B5EF4-FFF2-40B4-BE49-F238E27FC236}">
                <a16:creationId xmlns:a16="http://schemas.microsoft.com/office/drawing/2014/main" id="{791BF67A-30F9-4D71-B890-2FE1524E4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5059" y="361297"/>
            <a:ext cx="57594" cy="63867"/>
          </a:xfrm>
          <a:custGeom xmlns:a="http://schemas.openxmlformats.org/drawingml/2006/main">
            <a:gdLst>
              <a:gd name="T0" fmla="*/ 114 w 114"/>
              <a:gd name="T1" fmla="*/ 70 h 126"/>
              <a:gd name="T2" fmla="*/ 101 w 114"/>
              <a:gd name="T3" fmla="*/ 91 h 126"/>
              <a:gd name="T4" fmla="*/ 78 w 114"/>
              <a:gd name="T5" fmla="*/ 97 h 126"/>
              <a:gd name="T6" fmla="*/ 58 w 114"/>
              <a:gd name="T7" fmla="*/ 106 h 126"/>
              <a:gd name="T8" fmla="*/ 40 w 114"/>
              <a:gd name="T9" fmla="*/ 121 h 126"/>
              <a:gd name="T10" fmla="*/ 31 w 114"/>
              <a:gd name="T11" fmla="*/ 125 h 126"/>
              <a:gd name="T12" fmla="*/ 23 w 114"/>
              <a:gd name="T13" fmla="*/ 122 h 126"/>
              <a:gd name="T14" fmla="*/ 23 w 114"/>
              <a:gd name="T15" fmla="*/ 112 h 126"/>
              <a:gd name="T16" fmla="*/ 26 w 114"/>
              <a:gd name="T17" fmla="*/ 68 h 126"/>
              <a:gd name="T18" fmla="*/ 16 w 114"/>
              <a:gd name="T19" fmla="*/ 50 h 126"/>
              <a:gd name="T20" fmla="*/ 11 w 114"/>
              <a:gd name="T21" fmla="*/ 39 h 126"/>
              <a:gd name="T22" fmla="*/ 3 w 114"/>
              <a:gd name="T23" fmla="*/ 21 h 126"/>
              <a:gd name="T24" fmla="*/ 3 w 114"/>
              <a:gd name="T25" fmla="*/ 6 h 126"/>
              <a:gd name="T26" fmla="*/ 12 w 114"/>
              <a:gd name="T27" fmla="*/ 0 h 126"/>
              <a:gd name="T28" fmla="*/ 18 w 114"/>
              <a:gd name="T29" fmla="*/ 1 h 126"/>
              <a:gd name="T30" fmla="*/ 50 w 114"/>
              <a:gd name="T31" fmla="*/ 12 h 126"/>
              <a:gd name="T32" fmla="*/ 86 w 114"/>
              <a:gd name="T33" fmla="*/ 31 h 126"/>
              <a:gd name="T34" fmla="*/ 106 w 114"/>
              <a:gd name="T35" fmla="*/ 48 h 126"/>
              <a:gd name="T36" fmla="*/ 114 w 114"/>
              <a:gd name="T37" fmla="*/ 70 h 126"/>
            </a:gdLst>
            <a:rect l="0" t="0" r="r" b="b"/>
            <a:pathLst>
              <a:path w="114" h="126">
                <a:moveTo>
                  <a:pt x="114" y="70"/>
                </a:moveTo>
                <a:cubicBezTo>
                  <a:pt x="114" y="79"/>
                  <a:pt x="109" y="86"/>
                  <a:pt x="101" y="91"/>
                </a:cubicBezTo>
                <a:cubicBezTo>
                  <a:pt x="94" y="95"/>
                  <a:pt x="86" y="97"/>
                  <a:pt x="78" y="97"/>
                </a:cubicBezTo>
                <a:cubicBezTo>
                  <a:pt x="64" y="97"/>
                  <a:pt x="66" y="98"/>
                  <a:pt x="58" y="106"/>
                </a:cubicBezTo>
                <a:cubicBezTo>
                  <a:pt x="52" y="111"/>
                  <a:pt x="46" y="116"/>
                  <a:pt x="40" y="121"/>
                </a:cubicBezTo>
                <a:cubicBezTo>
                  <a:pt x="38" y="123"/>
                  <a:pt x="35" y="124"/>
                  <a:pt x="31" y="125"/>
                </a:cubicBezTo>
                <a:cubicBezTo>
                  <a:pt x="28" y="126"/>
                  <a:pt x="25" y="125"/>
                  <a:pt x="23" y="122"/>
                </a:cubicBezTo>
                <a:cubicBezTo>
                  <a:pt x="22" y="118"/>
                  <a:pt x="21" y="115"/>
                  <a:pt x="23" y="112"/>
                </a:cubicBezTo>
                <a:cubicBezTo>
                  <a:pt x="33" y="98"/>
                  <a:pt x="33" y="83"/>
                  <a:pt x="26" y="68"/>
                </a:cubicBezTo>
                <a:cubicBezTo>
                  <a:pt x="23" y="61"/>
                  <a:pt x="19" y="56"/>
                  <a:pt x="16" y="50"/>
                </a:cubicBezTo>
                <a:cubicBezTo>
                  <a:pt x="14" y="46"/>
                  <a:pt x="12" y="43"/>
                  <a:pt x="11" y="39"/>
                </a:cubicBezTo>
                <a:cubicBezTo>
                  <a:pt x="9" y="33"/>
                  <a:pt x="7" y="27"/>
                  <a:pt x="3" y="21"/>
                </a:cubicBezTo>
                <a:cubicBezTo>
                  <a:pt x="0" y="17"/>
                  <a:pt x="0" y="12"/>
                  <a:pt x="3" y="6"/>
                </a:cubicBezTo>
                <a:cubicBezTo>
                  <a:pt x="5" y="2"/>
                  <a:pt x="8" y="0"/>
                  <a:pt x="12" y="0"/>
                </a:cubicBezTo>
                <a:cubicBezTo>
                  <a:pt x="14" y="0"/>
                  <a:pt x="16" y="1"/>
                  <a:pt x="18" y="1"/>
                </a:cubicBezTo>
                <a:cubicBezTo>
                  <a:pt x="29" y="3"/>
                  <a:pt x="40" y="7"/>
                  <a:pt x="50" y="12"/>
                </a:cubicBezTo>
                <a:cubicBezTo>
                  <a:pt x="62" y="19"/>
                  <a:pt x="74" y="25"/>
                  <a:pt x="86" y="31"/>
                </a:cubicBezTo>
                <a:cubicBezTo>
                  <a:pt x="94" y="36"/>
                  <a:pt x="101" y="41"/>
                  <a:pt x="106" y="48"/>
                </a:cubicBezTo>
                <a:cubicBezTo>
                  <a:pt x="111" y="54"/>
                  <a:pt x="114" y="61"/>
                  <a:pt x="114" y="7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6" name="Freeform 24">
            <a:extLst xmlns:a="http://schemas.openxmlformats.org/drawingml/2006/main">
              <a:ext uri="{FF2B5EF4-FFF2-40B4-BE49-F238E27FC236}">
                <a16:creationId xmlns:a16="http://schemas.microsoft.com/office/drawing/2014/main" id="{B5286FB8-76DA-4967-8E84-DEA1A7238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4717" y="420032"/>
            <a:ext cx="56454" cy="76412"/>
          </a:xfrm>
          <a:custGeom xmlns:a="http://schemas.openxmlformats.org/drawingml/2006/main">
            <a:gdLst>
              <a:gd name="T0" fmla="*/ 111 w 111"/>
              <a:gd name="T1" fmla="*/ 118 h 150"/>
              <a:gd name="T2" fmla="*/ 108 w 111"/>
              <a:gd name="T3" fmla="*/ 125 h 150"/>
              <a:gd name="T4" fmla="*/ 94 w 111"/>
              <a:gd name="T5" fmla="*/ 142 h 150"/>
              <a:gd name="T6" fmla="*/ 80 w 111"/>
              <a:gd name="T7" fmla="*/ 149 h 150"/>
              <a:gd name="T8" fmla="*/ 72 w 111"/>
              <a:gd name="T9" fmla="*/ 144 h 150"/>
              <a:gd name="T10" fmla="*/ 66 w 111"/>
              <a:gd name="T11" fmla="*/ 117 h 150"/>
              <a:gd name="T12" fmla="*/ 59 w 111"/>
              <a:gd name="T13" fmla="*/ 90 h 150"/>
              <a:gd name="T14" fmla="*/ 50 w 111"/>
              <a:gd name="T15" fmla="*/ 75 h 150"/>
              <a:gd name="T16" fmla="*/ 19 w 111"/>
              <a:gd name="T17" fmla="*/ 40 h 150"/>
              <a:gd name="T18" fmla="*/ 6 w 111"/>
              <a:gd name="T19" fmla="*/ 27 h 150"/>
              <a:gd name="T20" fmla="*/ 0 w 111"/>
              <a:gd name="T21" fmla="*/ 10 h 150"/>
              <a:gd name="T22" fmla="*/ 0 w 111"/>
              <a:gd name="T23" fmla="*/ 8 h 150"/>
              <a:gd name="T24" fmla="*/ 9 w 111"/>
              <a:gd name="T25" fmla="*/ 2 h 150"/>
              <a:gd name="T26" fmla="*/ 18 w 111"/>
              <a:gd name="T27" fmla="*/ 7 h 150"/>
              <a:gd name="T28" fmla="*/ 27 w 111"/>
              <a:gd name="T29" fmla="*/ 15 h 150"/>
              <a:gd name="T30" fmla="*/ 44 w 111"/>
              <a:gd name="T31" fmla="*/ 26 h 150"/>
              <a:gd name="T32" fmla="*/ 85 w 111"/>
              <a:gd name="T33" fmla="*/ 57 h 150"/>
              <a:gd name="T34" fmla="*/ 110 w 111"/>
              <a:gd name="T35" fmla="*/ 114 h 150"/>
              <a:gd name="T36" fmla="*/ 110 w 111"/>
              <a:gd name="T37" fmla="*/ 117 h 150"/>
              <a:gd name="T38" fmla="*/ 111 w 111"/>
              <a:gd name="T39" fmla="*/ 118 h 150"/>
            </a:gdLst>
            <a:rect l="0" t="0" r="r" b="b"/>
            <a:pathLst>
              <a:path w="111" h="150">
                <a:moveTo>
                  <a:pt x="111" y="118"/>
                </a:moveTo>
                <a:cubicBezTo>
                  <a:pt x="110" y="120"/>
                  <a:pt x="109" y="123"/>
                  <a:pt x="108" y="125"/>
                </a:cubicBezTo>
                <a:cubicBezTo>
                  <a:pt x="103" y="131"/>
                  <a:pt x="99" y="136"/>
                  <a:pt x="94" y="142"/>
                </a:cubicBezTo>
                <a:cubicBezTo>
                  <a:pt x="90" y="146"/>
                  <a:pt x="86" y="148"/>
                  <a:pt x="80" y="149"/>
                </a:cubicBezTo>
                <a:cubicBezTo>
                  <a:pt x="75" y="150"/>
                  <a:pt x="73" y="149"/>
                  <a:pt x="72" y="144"/>
                </a:cubicBezTo>
                <a:cubicBezTo>
                  <a:pt x="70" y="135"/>
                  <a:pt x="68" y="126"/>
                  <a:pt x="66" y="117"/>
                </a:cubicBezTo>
                <a:cubicBezTo>
                  <a:pt x="64" y="108"/>
                  <a:pt x="63" y="99"/>
                  <a:pt x="59" y="90"/>
                </a:cubicBezTo>
                <a:cubicBezTo>
                  <a:pt x="57" y="85"/>
                  <a:pt x="54" y="80"/>
                  <a:pt x="50" y="75"/>
                </a:cubicBezTo>
                <a:cubicBezTo>
                  <a:pt x="40" y="63"/>
                  <a:pt x="29" y="51"/>
                  <a:pt x="19" y="40"/>
                </a:cubicBezTo>
                <a:cubicBezTo>
                  <a:pt x="15" y="35"/>
                  <a:pt x="11" y="31"/>
                  <a:pt x="6" y="27"/>
                </a:cubicBezTo>
                <a:cubicBezTo>
                  <a:pt x="1" y="22"/>
                  <a:pt x="0" y="17"/>
                  <a:pt x="0" y="10"/>
                </a:cubicBezTo>
                <a:cubicBezTo>
                  <a:pt x="0" y="9"/>
                  <a:pt x="0" y="9"/>
                  <a:pt x="0" y="8"/>
                </a:cubicBezTo>
                <a:cubicBezTo>
                  <a:pt x="2" y="1"/>
                  <a:pt x="3" y="0"/>
                  <a:pt x="9" y="2"/>
                </a:cubicBezTo>
                <a:cubicBezTo>
                  <a:pt x="12" y="4"/>
                  <a:pt x="15" y="5"/>
                  <a:pt x="18" y="7"/>
                </a:cubicBezTo>
                <a:cubicBezTo>
                  <a:pt x="21" y="10"/>
                  <a:pt x="24" y="12"/>
                  <a:pt x="27" y="15"/>
                </a:cubicBezTo>
                <a:cubicBezTo>
                  <a:pt x="32" y="20"/>
                  <a:pt x="38" y="24"/>
                  <a:pt x="44" y="26"/>
                </a:cubicBezTo>
                <a:cubicBezTo>
                  <a:pt x="61" y="33"/>
                  <a:pt x="74" y="43"/>
                  <a:pt x="85" y="57"/>
                </a:cubicBezTo>
                <a:cubicBezTo>
                  <a:pt x="98" y="73"/>
                  <a:pt x="107" y="92"/>
                  <a:pt x="110" y="114"/>
                </a:cubicBezTo>
                <a:cubicBezTo>
                  <a:pt x="110" y="115"/>
                  <a:pt x="110" y="116"/>
                  <a:pt x="110" y="117"/>
                </a:cubicBezTo>
                <a:cubicBezTo>
                  <a:pt x="110" y="117"/>
                  <a:pt x="110" y="118"/>
                  <a:pt x="111" y="1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7" name="Freeform 26">
            <a:extLst xmlns:a="http://schemas.openxmlformats.org/drawingml/2006/main">
              <a:ext uri="{FF2B5EF4-FFF2-40B4-BE49-F238E27FC236}">
                <a16:creationId xmlns:a16="http://schemas.microsoft.com/office/drawing/2014/main" id="{BC6CE8BC-23E7-4486-BA82-C604A4BAE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4100" y="564304"/>
            <a:ext cx="41057" cy="50181"/>
          </a:xfrm>
          <a:custGeom xmlns:a="http://schemas.openxmlformats.org/drawingml/2006/main">
            <a:gdLst>
              <a:gd name="T0" fmla="*/ 0 w 81"/>
              <a:gd name="T1" fmla="*/ 18 h 99"/>
              <a:gd name="T2" fmla="*/ 1 w 81"/>
              <a:gd name="T3" fmla="*/ 9 h 99"/>
              <a:gd name="T4" fmla="*/ 11 w 81"/>
              <a:gd name="T5" fmla="*/ 1 h 99"/>
              <a:gd name="T6" fmla="*/ 50 w 81"/>
              <a:gd name="T7" fmla="*/ 12 h 99"/>
              <a:gd name="T8" fmla="*/ 78 w 81"/>
              <a:gd name="T9" fmla="*/ 44 h 99"/>
              <a:gd name="T10" fmla="*/ 80 w 81"/>
              <a:gd name="T11" fmla="*/ 51 h 99"/>
              <a:gd name="T12" fmla="*/ 77 w 81"/>
              <a:gd name="T13" fmla="*/ 79 h 99"/>
              <a:gd name="T14" fmla="*/ 43 w 81"/>
              <a:gd name="T15" fmla="*/ 92 h 99"/>
              <a:gd name="T16" fmla="*/ 30 w 81"/>
              <a:gd name="T17" fmla="*/ 81 h 99"/>
              <a:gd name="T18" fmla="*/ 12 w 81"/>
              <a:gd name="T19" fmla="*/ 60 h 99"/>
              <a:gd name="T20" fmla="*/ 1 w 81"/>
              <a:gd name="T21" fmla="*/ 24 h 99"/>
              <a:gd name="T22" fmla="*/ 1 w 81"/>
              <a:gd name="T23" fmla="*/ 18 h 99"/>
              <a:gd name="T24" fmla="*/ 0 w 81"/>
              <a:gd name="T25" fmla="*/ 18 h 99"/>
            </a:gdLst>
            <a:rect l="0" t="0" r="r" b="b"/>
            <a:pathLst>
              <a:path w="81" h="99">
                <a:moveTo>
                  <a:pt x="0" y="18"/>
                </a:moveTo>
                <a:cubicBezTo>
                  <a:pt x="1" y="15"/>
                  <a:pt x="1" y="12"/>
                  <a:pt x="1" y="9"/>
                </a:cubicBezTo>
                <a:cubicBezTo>
                  <a:pt x="2" y="4"/>
                  <a:pt x="5" y="1"/>
                  <a:pt x="11" y="1"/>
                </a:cubicBezTo>
                <a:cubicBezTo>
                  <a:pt x="25" y="0"/>
                  <a:pt x="39" y="2"/>
                  <a:pt x="50" y="12"/>
                </a:cubicBezTo>
                <a:cubicBezTo>
                  <a:pt x="62" y="21"/>
                  <a:pt x="70" y="32"/>
                  <a:pt x="78" y="44"/>
                </a:cubicBezTo>
                <a:cubicBezTo>
                  <a:pt x="79" y="46"/>
                  <a:pt x="80" y="49"/>
                  <a:pt x="80" y="51"/>
                </a:cubicBezTo>
                <a:cubicBezTo>
                  <a:pt x="81" y="61"/>
                  <a:pt x="80" y="70"/>
                  <a:pt x="77" y="79"/>
                </a:cubicBezTo>
                <a:cubicBezTo>
                  <a:pt x="74" y="89"/>
                  <a:pt x="57" y="99"/>
                  <a:pt x="43" y="92"/>
                </a:cubicBezTo>
                <a:cubicBezTo>
                  <a:pt x="38" y="89"/>
                  <a:pt x="33" y="86"/>
                  <a:pt x="30" y="81"/>
                </a:cubicBezTo>
                <a:cubicBezTo>
                  <a:pt x="24" y="74"/>
                  <a:pt x="18" y="67"/>
                  <a:pt x="12" y="60"/>
                </a:cubicBezTo>
                <a:cubicBezTo>
                  <a:pt x="4" y="49"/>
                  <a:pt x="2" y="37"/>
                  <a:pt x="1" y="24"/>
                </a:cubicBezTo>
                <a:cubicBezTo>
                  <a:pt x="1" y="22"/>
                  <a:pt x="1" y="20"/>
                  <a:pt x="1" y="18"/>
                </a:cubicBezTo>
                <a:cubicBezTo>
                  <a:pt x="1" y="18"/>
                  <a:pt x="1" y="18"/>
                  <a:pt x="0" y="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A055E95E-FFCA-4414-A202-462B86174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7552" y="552329"/>
            <a:ext cx="43908" cy="50751"/>
          </a:xfrm>
          <a:custGeom xmlns:a="http://schemas.openxmlformats.org/drawingml/2006/main">
            <a:gdLst>
              <a:gd name="T0" fmla="*/ 38 w 87"/>
              <a:gd name="T1" fmla="*/ 100 h 100"/>
              <a:gd name="T2" fmla="*/ 27 w 87"/>
              <a:gd name="T3" fmla="*/ 98 h 100"/>
              <a:gd name="T4" fmla="*/ 22 w 87"/>
              <a:gd name="T5" fmla="*/ 91 h 100"/>
              <a:gd name="T6" fmla="*/ 17 w 87"/>
              <a:gd name="T7" fmla="*/ 65 h 100"/>
              <a:gd name="T8" fmla="*/ 1 w 87"/>
              <a:gd name="T9" fmla="*/ 16 h 100"/>
              <a:gd name="T10" fmla="*/ 0 w 87"/>
              <a:gd name="T11" fmla="*/ 4 h 100"/>
              <a:gd name="T12" fmla="*/ 4 w 87"/>
              <a:gd name="T13" fmla="*/ 0 h 100"/>
              <a:gd name="T14" fmla="*/ 12 w 87"/>
              <a:gd name="T15" fmla="*/ 0 h 100"/>
              <a:gd name="T16" fmla="*/ 20 w 87"/>
              <a:gd name="T17" fmla="*/ 4 h 100"/>
              <a:gd name="T18" fmla="*/ 31 w 87"/>
              <a:gd name="T19" fmla="*/ 12 h 100"/>
              <a:gd name="T20" fmla="*/ 65 w 87"/>
              <a:gd name="T21" fmla="*/ 41 h 100"/>
              <a:gd name="T22" fmla="*/ 78 w 87"/>
              <a:gd name="T23" fmla="*/ 56 h 100"/>
              <a:gd name="T24" fmla="*/ 73 w 87"/>
              <a:gd name="T25" fmla="*/ 87 h 100"/>
              <a:gd name="T26" fmla="*/ 38 w 87"/>
              <a:gd name="T27" fmla="*/ 100 h 100"/>
            </a:gdLst>
            <a:rect l="0" t="0" r="r" b="b"/>
            <a:pathLst>
              <a:path w="87" h="100">
                <a:moveTo>
                  <a:pt x="38" y="100"/>
                </a:moveTo>
                <a:cubicBezTo>
                  <a:pt x="34" y="99"/>
                  <a:pt x="31" y="99"/>
                  <a:pt x="27" y="98"/>
                </a:cubicBezTo>
                <a:cubicBezTo>
                  <a:pt x="24" y="97"/>
                  <a:pt x="22" y="94"/>
                  <a:pt x="22" y="91"/>
                </a:cubicBezTo>
                <a:cubicBezTo>
                  <a:pt x="23" y="81"/>
                  <a:pt x="20" y="73"/>
                  <a:pt x="17" y="65"/>
                </a:cubicBezTo>
                <a:cubicBezTo>
                  <a:pt x="11" y="49"/>
                  <a:pt x="4" y="33"/>
                  <a:pt x="1" y="16"/>
                </a:cubicBezTo>
                <a:cubicBezTo>
                  <a:pt x="0" y="12"/>
                  <a:pt x="0" y="8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7" y="0"/>
                  <a:pt x="10" y="0"/>
                  <a:pt x="12" y="0"/>
                </a:cubicBezTo>
                <a:cubicBezTo>
                  <a:pt x="15" y="1"/>
                  <a:pt x="18" y="2"/>
                  <a:pt x="20" y="4"/>
                </a:cubicBezTo>
                <a:cubicBezTo>
                  <a:pt x="24" y="7"/>
                  <a:pt x="28" y="9"/>
                  <a:pt x="31" y="12"/>
                </a:cubicBezTo>
                <a:cubicBezTo>
                  <a:pt x="42" y="22"/>
                  <a:pt x="54" y="31"/>
                  <a:pt x="65" y="41"/>
                </a:cubicBezTo>
                <a:cubicBezTo>
                  <a:pt x="70" y="45"/>
                  <a:pt x="74" y="51"/>
                  <a:pt x="78" y="56"/>
                </a:cubicBezTo>
                <a:cubicBezTo>
                  <a:pt x="87" y="69"/>
                  <a:pt x="85" y="78"/>
                  <a:pt x="73" y="87"/>
                </a:cubicBezTo>
                <a:cubicBezTo>
                  <a:pt x="64" y="95"/>
                  <a:pt x="50" y="100"/>
                  <a:pt x="38" y="1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9" name="Freeform 36">
            <a:extLst xmlns:a="http://schemas.openxmlformats.org/drawingml/2006/main">
              <a:ext uri="{FF2B5EF4-FFF2-40B4-BE49-F238E27FC236}">
                <a16:creationId xmlns:a16="http://schemas.microsoft.com/office/drawing/2014/main" id="{29F6D3CF-6BC9-480A-82AC-65DE80369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3006" y="481619"/>
            <a:ext cx="22809" cy="43908"/>
          </a:xfrm>
          <a:custGeom xmlns:a="http://schemas.openxmlformats.org/drawingml/2006/main">
            <a:gdLst>
              <a:gd name="T0" fmla="*/ 6 w 44"/>
              <a:gd name="T1" fmla="*/ 57 h 87"/>
              <a:gd name="T2" fmla="*/ 2 w 44"/>
              <a:gd name="T3" fmla="*/ 8 h 87"/>
              <a:gd name="T4" fmla="*/ 3 w 44"/>
              <a:gd name="T5" fmla="*/ 2 h 87"/>
              <a:gd name="T6" fmla="*/ 10 w 44"/>
              <a:gd name="T7" fmla="*/ 2 h 87"/>
              <a:gd name="T8" fmla="*/ 15 w 44"/>
              <a:gd name="T9" fmla="*/ 6 h 87"/>
              <a:gd name="T10" fmla="*/ 29 w 44"/>
              <a:gd name="T11" fmla="*/ 22 h 87"/>
              <a:gd name="T12" fmla="*/ 39 w 44"/>
              <a:gd name="T13" fmla="*/ 36 h 87"/>
              <a:gd name="T14" fmla="*/ 43 w 44"/>
              <a:gd name="T15" fmla="*/ 52 h 87"/>
              <a:gd name="T16" fmla="*/ 38 w 44"/>
              <a:gd name="T17" fmla="*/ 74 h 87"/>
              <a:gd name="T18" fmla="*/ 16 w 44"/>
              <a:gd name="T19" fmla="*/ 87 h 87"/>
              <a:gd name="T20" fmla="*/ 8 w 44"/>
              <a:gd name="T21" fmla="*/ 81 h 87"/>
              <a:gd name="T22" fmla="*/ 6 w 44"/>
              <a:gd name="T23" fmla="*/ 65 h 87"/>
              <a:gd name="T24" fmla="*/ 6 w 44"/>
              <a:gd name="T25" fmla="*/ 57 h 87"/>
            </a:gdLst>
            <a:rect l="0" t="0" r="r" b="b"/>
            <a:pathLst>
              <a:path w="44" h="87">
                <a:moveTo>
                  <a:pt x="6" y="57"/>
                </a:moveTo>
                <a:cubicBezTo>
                  <a:pt x="7" y="39"/>
                  <a:pt x="5" y="23"/>
                  <a:pt x="2" y="8"/>
                </a:cubicBezTo>
                <a:cubicBezTo>
                  <a:pt x="1" y="6"/>
                  <a:pt x="0" y="3"/>
                  <a:pt x="3" y="2"/>
                </a:cubicBezTo>
                <a:cubicBezTo>
                  <a:pt x="5" y="0"/>
                  <a:pt x="7" y="0"/>
                  <a:pt x="10" y="2"/>
                </a:cubicBezTo>
                <a:cubicBezTo>
                  <a:pt x="12" y="3"/>
                  <a:pt x="14" y="4"/>
                  <a:pt x="15" y="6"/>
                </a:cubicBezTo>
                <a:cubicBezTo>
                  <a:pt x="20" y="11"/>
                  <a:pt x="25" y="17"/>
                  <a:pt x="29" y="22"/>
                </a:cubicBezTo>
                <a:cubicBezTo>
                  <a:pt x="33" y="27"/>
                  <a:pt x="36" y="32"/>
                  <a:pt x="39" y="36"/>
                </a:cubicBezTo>
                <a:cubicBezTo>
                  <a:pt x="42" y="41"/>
                  <a:pt x="44" y="46"/>
                  <a:pt x="43" y="52"/>
                </a:cubicBezTo>
                <a:cubicBezTo>
                  <a:pt x="42" y="59"/>
                  <a:pt x="41" y="67"/>
                  <a:pt x="38" y="74"/>
                </a:cubicBezTo>
                <a:cubicBezTo>
                  <a:pt x="33" y="83"/>
                  <a:pt x="27" y="87"/>
                  <a:pt x="16" y="87"/>
                </a:cubicBezTo>
                <a:cubicBezTo>
                  <a:pt x="12" y="87"/>
                  <a:pt x="10" y="85"/>
                  <a:pt x="8" y="81"/>
                </a:cubicBezTo>
                <a:cubicBezTo>
                  <a:pt x="6" y="76"/>
                  <a:pt x="6" y="71"/>
                  <a:pt x="6" y="65"/>
                </a:cubicBezTo>
                <a:cubicBezTo>
                  <a:pt x="6" y="62"/>
                  <a:pt x="6" y="59"/>
                  <a:pt x="6" y="5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5" name="Freeform 8">
            <a:extLst xmlns:a="http://schemas.openxmlformats.org/drawingml/2006/main">
              <a:ext uri="{FF2B5EF4-FFF2-40B4-BE49-F238E27FC236}">
                <a16:creationId xmlns:a16="http://schemas.microsoft.com/office/drawing/2014/main" id="{C5B15A40-E3F4-4C7D-A8FE-ADC94EF65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7780" y="329883"/>
            <a:ext cx="445930" cy="444892"/>
          </a:xfrm>
          <a:custGeom xmlns:a="http://schemas.openxmlformats.org/drawingml/2006/main"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Freeform 42">
            <a:extLst xmlns:a="http://schemas.openxmlformats.org/drawingml/2006/main">
              <a:ext uri="{FF2B5EF4-FFF2-40B4-BE49-F238E27FC236}">
                <a16:creationId xmlns:a16="http://schemas.microsoft.com/office/drawing/2014/main" id="{7DC6775D-B958-48D3-B7BB-F613557D9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5990" y="387574"/>
            <a:ext cx="328990" cy="328471"/>
          </a:xfrm>
          <a:custGeom xmlns:a="http://schemas.openxmlformats.org/drawingml/2006/main"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7" name="Freeform 43">
            <a:extLst xmlns:a="http://schemas.openxmlformats.org/drawingml/2006/main">
              <a:ext uri="{FF2B5EF4-FFF2-40B4-BE49-F238E27FC236}">
                <a16:creationId xmlns:a16="http://schemas.microsoft.com/office/drawing/2014/main" id="{09357B98-5B54-40F3-A6DC-725E04CB5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836" y="420317"/>
            <a:ext cx="36381" cy="43657"/>
          </a:xfrm>
          <a:custGeom xmlns:a="http://schemas.openxmlformats.org/drawingml/2006/main"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8" name="Freeform 44">
            <a:extLst xmlns:a="http://schemas.openxmlformats.org/drawingml/2006/main">
              <a:ext uri="{FF2B5EF4-FFF2-40B4-BE49-F238E27FC236}">
                <a16:creationId xmlns:a16="http://schemas.microsoft.com/office/drawing/2014/main" id="{BF983E06-ED97-4288-BCD9-0019462F3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451" y="502955"/>
            <a:ext cx="34822" cy="37420"/>
          </a:xfrm>
          <a:custGeom xmlns:a="http://schemas.openxmlformats.org/drawingml/2006/main"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9" name="Freeform 45">
            <a:extLst xmlns:a="http://schemas.openxmlformats.org/drawingml/2006/main">
              <a:ext uri="{FF2B5EF4-FFF2-40B4-BE49-F238E27FC236}">
                <a16:creationId xmlns:a16="http://schemas.microsoft.com/office/drawing/2014/main" id="{14CDCA16-09EB-4458-B7E2-D6E7EBC65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0534" y="383416"/>
            <a:ext cx="37940" cy="40539"/>
          </a:xfrm>
          <a:custGeom xmlns:a="http://schemas.openxmlformats.org/drawingml/2006/main"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0" name="Freeform 46">
            <a:extLst xmlns:a="http://schemas.openxmlformats.org/drawingml/2006/main">
              <a:ext uri="{FF2B5EF4-FFF2-40B4-BE49-F238E27FC236}">
                <a16:creationId xmlns:a16="http://schemas.microsoft.com/office/drawing/2014/main" id="{53F768F9-F30C-4540-9C9A-96996F4AB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451" y="561165"/>
            <a:ext cx="32743" cy="31184"/>
          </a:xfrm>
          <a:custGeom xmlns:a="http://schemas.openxmlformats.org/drawingml/2006/main"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1" name="Freeform 47">
            <a:extLst xmlns:a="http://schemas.openxmlformats.org/drawingml/2006/main">
              <a:ext uri="{FF2B5EF4-FFF2-40B4-BE49-F238E27FC236}">
                <a16:creationId xmlns:a16="http://schemas.microsoft.com/office/drawing/2014/main" id="{39DD6AA5-C6EF-42F7-AFAA-8C429CA6F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2285" y="723322"/>
            <a:ext cx="22868" cy="32743"/>
          </a:xfrm>
          <a:custGeom xmlns:a="http://schemas.openxmlformats.org/drawingml/2006/main"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2" name="Freeform 48">
            <a:extLst xmlns:a="http://schemas.openxmlformats.org/drawingml/2006/main">
              <a:ext uri="{FF2B5EF4-FFF2-40B4-BE49-F238E27FC236}">
                <a16:creationId xmlns:a16="http://schemas.microsoft.com/office/drawing/2014/main" id="{06E8DE6E-74C5-47A2-8922-F8D619D0D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8444" y="613138"/>
            <a:ext cx="33782" cy="29105"/>
          </a:xfrm>
          <a:custGeom xmlns:a="http://schemas.openxmlformats.org/drawingml/2006/main"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3" name="Freeform 49">
            <a:extLst xmlns:a="http://schemas.openxmlformats.org/drawingml/2006/main">
              <a:ext uri="{FF2B5EF4-FFF2-40B4-BE49-F238E27FC236}">
                <a16:creationId xmlns:a16="http://schemas.microsoft.com/office/drawing/2014/main" id="{A40CFF43-95B2-4531-A654-45ABFA317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8194" y="415639"/>
            <a:ext cx="40019" cy="43657"/>
          </a:xfrm>
          <a:custGeom xmlns:a="http://schemas.openxmlformats.org/drawingml/2006/main"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4" name="Freeform 50">
            <a:extLst xmlns:a="http://schemas.openxmlformats.org/drawingml/2006/main">
              <a:ext uri="{FF2B5EF4-FFF2-40B4-BE49-F238E27FC236}">
                <a16:creationId xmlns:a16="http://schemas.microsoft.com/office/drawing/2014/main" id="{4A6400C3-27A4-4647-BBBD-C6020E115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3113" y="709289"/>
            <a:ext cx="28065" cy="32223"/>
          </a:xfrm>
          <a:custGeom xmlns:a="http://schemas.openxmlformats.org/drawingml/2006/main"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5" name="Freeform 51">
            <a:extLst xmlns:a="http://schemas.openxmlformats.org/drawingml/2006/main">
              <a:ext uri="{FF2B5EF4-FFF2-40B4-BE49-F238E27FC236}">
                <a16:creationId xmlns:a16="http://schemas.microsoft.com/office/drawing/2014/main" id="{ABE5AE2B-AAE1-4C74-BC63-B5E476B94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6135" y="379258"/>
            <a:ext cx="37940" cy="36901"/>
          </a:xfrm>
          <a:custGeom xmlns:a="http://schemas.openxmlformats.org/drawingml/2006/main"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6" name="Freeform 52">
            <a:extLst xmlns:a="http://schemas.openxmlformats.org/drawingml/2006/main">
              <a:ext uri="{FF2B5EF4-FFF2-40B4-BE49-F238E27FC236}">
                <a16:creationId xmlns:a16="http://schemas.microsoft.com/office/drawing/2014/main" id="{507A6E46-D757-4A17-BCF3-F0C2609B3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8397" y="345475"/>
            <a:ext cx="30144" cy="32743"/>
          </a:xfrm>
          <a:custGeom xmlns:a="http://schemas.openxmlformats.org/drawingml/2006/main"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7" name="Freeform 53">
            <a:extLst xmlns:a="http://schemas.openxmlformats.org/drawingml/2006/main">
              <a:ext uri="{FF2B5EF4-FFF2-40B4-BE49-F238E27FC236}">
                <a16:creationId xmlns:a16="http://schemas.microsoft.com/office/drawing/2014/main" id="{91C5A852-5BB9-410C-803C-0DED2CCF7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5298" y="723322"/>
            <a:ext cx="23387" cy="33262"/>
          </a:xfrm>
          <a:custGeom xmlns:a="http://schemas.openxmlformats.org/drawingml/2006/main"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8" name="Freeform 54">
            <a:extLst xmlns:a="http://schemas.openxmlformats.org/drawingml/2006/main">
              <a:ext uri="{FF2B5EF4-FFF2-40B4-BE49-F238E27FC236}">
                <a16:creationId xmlns:a16="http://schemas.microsoft.com/office/drawing/2014/main" id="{EE9FFD49-EC8D-47A0-9318-115487C16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5" y="351712"/>
            <a:ext cx="31183" cy="35341"/>
          </a:xfrm>
          <a:custGeom xmlns:a="http://schemas.openxmlformats.org/drawingml/2006/main"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9" name="Freeform 55">
            <a:extLst xmlns:a="http://schemas.openxmlformats.org/drawingml/2006/main">
              <a:ext uri="{FF2B5EF4-FFF2-40B4-BE49-F238E27FC236}">
                <a16:creationId xmlns:a16="http://schemas.microsoft.com/office/drawing/2014/main" id="{B86C9073-AEE9-4DFC-BF8F-CDFC48E1C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303" y="471251"/>
            <a:ext cx="36381" cy="29105"/>
          </a:xfrm>
          <a:custGeom xmlns:a="http://schemas.openxmlformats.org/drawingml/2006/main"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0" name="Freeform 56">
            <a:extLst xmlns:a="http://schemas.openxmlformats.org/drawingml/2006/main">
              <a:ext uri="{FF2B5EF4-FFF2-40B4-BE49-F238E27FC236}">
                <a16:creationId xmlns:a16="http://schemas.microsoft.com/office/drawing/2014/main" id="{37DF15B7-30CE-4494-9011-AFE1A4876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823" y="607941"/>
            <a:ext cx="35861" cy="33262"/>
          </a:xfrm>
          <a:custGeom xmlns:a="http://schemas.openxmlformats.org/drawingml/2006/main"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1" name="Freeform 57">
            <a:extLst xmlns:a="http://schemas.openxmlformats.org/drawingml/2006/main">
              <a:ext uri="{FF2B5EF4-FFF2-40B4-BE49-F238E27FC236}">
                <a16:creationId xmlns:a16="http://schemas.microsoft.com/office/drawing/2014/main" id="{AE1A1930-F310-485F-8ECB-52368DC68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816" y="556487"/>
            <a:ext cx="31703" cy="28065"/>
          </a:xfrm>
          <a:custGeom xmlns:a="http://schemas.openxmlformats.org/drawingml/2006/main"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2" name="Freeform 58">
            <a:extLst xmlns:a="http://schemas.openxmlformats.org/drawingml/2006/main">
              <a:ext uri="{FF2B5EF4-FFF2-40B4-BE49-F238E27FC236}">
                <a16:creationId xmlns:a16="http://schemas.microsoft.com/office/drawing/2014/main" id="{7AF1D583-02B8-4C1B-85F3-89AF9099B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8830" y="357949"/>
            <a:ext cx="28585" cy="35861"/>
          </a:xfrm>
          <a:custGeom xmlns:a="http://schemas.openxmlformats.org/drawingml/2006/main"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3" name="Freeform 59">
            <a:extLst xmlns:a="http://schemas.openxmlformats.org/drawingml/2006/main">
              <a:ext uri="{FF2B5EF4-FFF2-40B4-BE49-F238E27FC236}">
                <a16:creationId xmlns:a16="http://schemas.microsoft.com/office/drawing/2014/main" id="{96466BAF-5179-446B-A78E-0C774E246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9484" y="461896"/>
            <a:ext cx="32743" cy="28585"/>
          </a:xfrm>
          <a:custGeom xmlns:a="http://schemas.openxmlformats.org/drawingml/2006/main"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4" name="Freeform 60">
            <a:extLst xmlns:a="http://schemas.openxmlformats.org/drawingml/2006/main">
              <a:ext uri="{FF2B5EF4-FFF2-40B4-BE49-F238E27FC236}">
                <a16:creationId xmlns:a16="http://schemas.microsoft.com/office/drawing/2014/main" id="{FF5DF10D-5CC0-4A98-B697-0F9222FF9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297" y="515428"/>
            <a:ext cx="31703" cy="20789"/>
          </a:xfrm>
          <a:custGeom xmlns:a="http://schemas.openxmlformats.org/drawingml/2006/main"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5" name="Freeform 61">
            <a:extLst xmlns:a="http://schemas.openxmlformats.org/drawingml/2006/main">
              <a:ext uri="{FF2B5EF4-FFF2-40B4-BE49-F238E27FC236}">
                <a16:creationId xmlns:a16="http://schemas.microsoft.com/office/drawing/2014/main" id="{6A24A814-93B0-4747-B68A-DF6418979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6212" y="349113"/>
            <a:ext cx="19230" cy="32223"/>
          </a:xfrm>
          <a:custGeom xmlns:a="http://schemas.openxmlformats.org/drawingml/2006/main"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6" name="Freeform 62">
            <a:extLst xmlns:a="http://schemas.openxmlformats.org/drawingml/2006/main">
              <a:ext uri="{FF2B5EF4-FFF2-40B4-BE49-F238E27FC236}">
                <a16:creationId xmlns:a16="http://schemas.microsoft.com/office/drawing/2014/main" id="{E59C51B3-5C6B-4DD7-AAFE-4FE923A2B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8753" y="711368"/>
            <a:ext cx="23907" cy="31184"/>
          </a:xfrm>
          <a:custGeom xmlns:a="http://schemas.openxmlformats.org/drawingml/2006/main"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7" name="Freeform 71">
            <a:extLst xmlns:a="http://schemas.openxmlformats.org/drawingml/2006/main">
              <a:ext uri="{FF2B5EF4-FFF2-40B4-BE49-F238E27FC236}">
                <a16:creationId xmlns:a16="http://schemas.microsoft.com/office/drawing/2014/main" id="{CFE585FB-176B-4992-8FD1-D42E3969D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0023" y="401606"/>
            <a:ext cx="301445" cy="300925"/>
          </a:xfrm>
          <a:custGeom xmlns:a="http://schemas.openxmlformats.org/drawingml/2006/main"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8" name="直接连接符 177">
            <a:extLst xmlns:a="http://schemas.openxmlformats.org/drawingml/2006/main">
              <a:ext uri="{FF2B5EF4-FFF2-40B4-BE49-F238E27FC236}">
                <a16:creationId xmlns:a16="http://schemas.microsoft.com/office/drawing/2014/main" id="{05EC9D2E-24E5-47AF-BE82-18D73936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06" y="867990"/>
            <a:ext cx="2433027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6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79" name="直接连接符 178">
            <a:extLst xmlns:a="http://schemas.openxmlformats.org/drawingml/2006/main">
              <a:ext uri="{FF2B5EF4-FFF2-40B4-BE49-F238E27FC236}">
                <a16:creationId xmlns:a16="http://schemas.microsoft.com/office/drawing/2014/main" id="{187CEAE4-0133-4F02-9759-67B57AA4E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06" y="867990"/>
            <a:ext cx="589713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1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C1F98F5A-706B-4259-8B83-C5E3E7BF82F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9005791" y="6394353"/>
            <a:ext cx="2743200" cy="2921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3" name="标题 1">
            <a:extLst xmlns:a="http://schemas.openxmlformats.org/drawingml/2006/main">
              <a:ext uri="{FF2B5EF4-FFF2-40B4-BE49-F238E27FC236}">
                <a16:creationId xmlns:a16="http://schemas.microsoft.com/office/drawing/2014/main" id="{45F1753A-0924-4A50-948D-4F8E232C84C6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42913" y="243569"/>
            <a:ext cx="9056851" cy="61751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400" b="1" kern="1200" baseline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D5F5DDAA-3701-4F13-8150-8D7B37A07269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442913" y="944610"/>
            <a:ext cx="9056687" cy="381629"/>
          </a:xfr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marL="342900" marR="0" lvl="0" indent="-342900">
              <a:spcBef>
                <a:spcPct val="0"/>
              </a:spcBef>
              <a:spcAft>
                <a:spcPts val="0"/>
              </a:spcAft>
              <a:buClrTx/>
              <a:buSzTx/>
              <a:buNone/>
            </a:pPr>
          </a:p>
        </p:txBody>
      </p:sp>
      <p:sp>
        <p:nvSpPr>
          <p:cNvPr id="64" name="文本框 63">
            <a:extLst xmlns:a="http://schemas.openxmlformats.org/drawingml/2006/main">
              <a:ext uri="{FF2B5EF4-FFF2-40B4-BE49-F238E27FC236}">
                <a16:creationId xmlns:a16="http://schemas.microsoft.com/office/drawing/2014/main" id="{51E72887-0965-4759-8FB4-9ADA9325B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3" y="6394353"/>
            <a:ext cx="1545907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6" name="图片占位符 65">
            <a:extLst xmlns:a="http://schemas.openxmlformats.org/drawingml/2006/main">
              <a:ext uri="{FF2B5EF4-FFF2-40B4-BE49-F238E27FC236}">
                <a16:creationId xmlns:a16="http://schemas.microsoft.com/office/drawing/2014/main" id="{60EF1094-74CA-4A22-A165-D7A8B3FB2697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4452445" y="1999139"/>
            <a:ext cx="3287111" cy="3287111"/>
          </a:xfrm>
          <a:custGeom xmlns:a="http://schemas.openxmlformats.org/drawingml/2006/main">
            <a:gdLst>
              <a:gd name="connsiteX0" fmla="*/ 1643556 w 3287111"/>
              <a:gd name="connsiteY0" fmla="*/ 0 h 3287111"/>
              <a:gd name="connsiteX1" fmla="*/ 3278627 w 3287111"/>
              <a:gd name="connsiteY1" fmla="*/ 1475512 h 3287111"/>
              <a:gd name="connsiteX2" fmla="*/ 3287111 w 3287111"/>
              <a:gd name="connsiteY2" fmla="*/ 1643536 h 3287111"/>
              <a:gd name="connsiteX3" fmla="*/ 3287111 w 3287111"/>
              <a:gd name="connsiteY3" fmla="*/ 1643576 h 3287111"/>
              <a:gd name="connsiteX4" fmla="*/ 3278627 w 3287111"/>
              <a:gd name="connsiteY4" fmla="*/ 1811600 h 3287111"/>
              <a:gd name="connsiteX5" fmla="*/ 1811600 w 3287111"/>
              <a:gd name="connsiteY5" fmla="*/ 3278627 h 3287111"/>
              <a:gd name="connsiteX6" fmla="*/ 1643576 w 3287111"/>
              <a:gd name="connsiteY6" fmla="*/ 3287111 h 3287111"/>
              <a:gd name="connsiteX7" fmla="*/ 1643537 w 3287111"/>
              <a:gd name="connsiteY7" fmla="*/ 3287111 h 3287111"/>
              <a:gd name="connsiteX8" fmla="*/ 1475512 w 3287111"/>
              <a:gd name="connsiteY8" fmla="*/ 3278627 h 3287111"/>
              <a:gd name="connsiteX9" fmla="*/ 0 w 3287111"/>
              <a:gd name="connsiteY9" fmla="*/ 1643556 h 3287111"/>
              <a:gd name="connsiteX10" fmla="*/ 1643556 w 3287111"/>
              <a:gd name="connsiteY10" fmla="*/ 0 h 3287111"/>
            </a:gdLst>
            <a:rect l="l" t="t" r="r" b="b"/>
            <a:pathLst>
              <a:path w="3287111" h="3287111">
                <a:moveTo>
                  <a:pt x="1643556" y="0"/>
                </a:moveTo>
                <a:cubicBezTo>
                  <a:pt x="2494535" y="0"/>
                  <a:pt x="3194460" y="646739"/>
                  <a:pt x="3278627" y="1475512"/>
                </a:cubicBezTo>
                <a:lnTo>
                  <a:pt x="3287111" y="1643536"/>
                </a:lnTo>
                <a:lnTo>
                  <a:pt x="3287111" y="1643576"/>
                </a:lnTo>
                <a:lnTo>
                  <a:pt x="3278627" y="1811600"/>
                </a:lnTo>
                <a:cubicBezTo>
                  <a:pt x="3200071" y="2585122"/>
                  <a:pt x="2585122" y="3200071"/>
                  <a:pt x="1811600" y="3278627"/>
                </a:cubicBezTo>
                <a:lnTo>
                  <a:pt x="1643576" y="3287111"/>
                </a:lnTo>
                <a:lnTo>
                  <a:pt x="1643537" y="3287111"/>
                </a:lnTo>
                <a:lnTo>
                  <a:pt x="1475512" y="3278627"/>
                </a:lnTo>
                <a:cubicBezTo>
                  <a:pt x="646739" y="3194460"/>
                  <a:pt x="0" y="2494535"/>
                  <a:pt x="0" y="1643556"/>
                </a:cubicBezTo>
                <a:cubicBezTo>
                  <a:pt x="0" y="735845"/>
                  <a:pt x="735845" y="0"/>
                  <a:pt x="1643556" y="0"/>
                </a:cubicBezTo>
                <a:close/>
              </a:path>
            </a:pathLst>
          </a:custGeom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algn="ctr">
              <a:buNone/>
              <a:defRPr/>
            </a:lvl1pPr>
          </a:lstStyle>
          <a:p xmlns:a="http://schemas.openxmlformats.org/drawingml/2006/main"/>
        </p:txBody>
      </p:sp>
    </p:spTree>
  </p:cSld>
</p:sldLayout>
</file>

<file path=ppt/slideLayouts/slideLayout36.xml><?xml version="1.0" encoding="utf-8"?>
<p:sldLayout xmlns:p="http://schemas.openxmlformats.org/presentationml/2006/main" preserve="1" userDrawn="1">
  <p:cSld name="图片占位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0" name="Freeform 17">
            <a:extLst xmlns:a="http://schemas.openxmlformats.org/drawingml/2006/main">
              <a:ext uri="{FF2B5EF4-FFF2-40B4-BE49-F238E27FC236}">
                <a16:creationId xmlns:a16="http://schemas.microsoft.com/office/drawing/2014/main" id="{B0991F7B-34A5-4742-8BDD-AC1EC211F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8081" y="688617"/>
            <a:ext cx="64437" cy="68999"/>
          </a:xfrm>
          <a:custGeom xmlns:a="http://schemas.openxmlformats.org/drawingml/2006/main">
            <a:gdLst>
              <a:gd name="T0" fmla="*/ 34 w 127"/>
              <a:gd name="T1" fmla="*/ 71 h 136"/>
              <a:gd name="T2" fmla="*/ 34 w 127"/>
              <a:gd name="T3" fmla="*/ 81 h 136"/>
              <a:gd name="T4" fmla="*/ 34 w 127"/>
              <a:gd name="T5" fmla="*/ 114 h 136"/>
              <a:gd name="T6" fmla="*/ 35 w 127"/>
              <a:gd name="T7" fmla="*/ 122 h 136"/>
              <a:gd name="T8" fmla="*/ 40 w 127"/>
              <a:gd name="T9" fmla="*/ 127 h 136"/>
              <a:gd name="T10" fmla="*/ 49 w 127"/>
              <a:gd name="T11" fmla="*/ 128 h 136"/>
              <a:gd name="T12" fmla="*/ 49 w 127"/>
              <a:gd name="T13" fmla="*/ 135 h 136"/>
              <a:gd name="T14" fmla="*/ 1 w 127"/>
              <a:gd name="T15" fmla="*/ 135 h 136"/>
              <a:gd name="T16" fmla="*/ 0 w 127"/>
              <a:gd name="T17" fmla="*/ 132 h 136"/>
              <a:gd name="T18" fmla="*/ 0 w 127"/>
              <a:gd name="T19" fmla="*/ 128 h 136"/>
              <a:gd name="T20" fmla="*/ 9 w 127"/>
              <a:gd name="T21" fmla="*/ 127 h 136"/>
              <a:gd name="T22" fmla="*/ 16 w 127"/>
              <a:gd name="T23" fmla="*/ 120 h 136"/>
              <a:gd name="T24" fmla="*/ 17 w 127"/>
              <a:gd name="T25" fmla="*/ 111 h 136"/>
              <a:gd name="T26" fmla="*/ 17 w 127"/>
              <a:gd name="T27" fmla="*/ 22 h 136"/>
              <a:gd name="T28" fmla="*/ 16 w 127"/>
              <a:gd name="T29" fmla="*/ 15 h 136"/>
              <a:gd name="T30" fmla="*/ 9 w 127"/>
              <a:gd name="T31" fmla="*/ 9 h 136"/>
              <a:gd name="T32" fmla="*/ 0 w 127"/>
              <a:gd name="T33" fmla="*/ 8 h 136"/>
              <a:gd name="T34" fmla="*/ 0 w 127"/>
              <a:gd name="T35" fmla="*/ 1 h 136"/>
              <a:gd name="T36" fmla="*/ 4 w 127"/>
              <a:gd name="T37" fmla="*/ 0 h 136"/>
              <a:gd name="T38" fmla="*/ 71 w 127"/>
              <a:gd name="T39" fmla="*/ 0 h 136"/>
              <a:gd name="T40" fmla="*/ 94 w 127"/>
              <a:gd name="T41" fmla="*/ 4 h 136"/>
              <a:gd name="T42" fmla="*/ 116 w 127"/>
              <a:gd name="T43" fmla="*/ 32 h 136"/>
              <a:gd name="T44" fmla="*/ 97 w 127"/>
              <a:gd name="T45" fmla="*/ 66 h 136"/>
              <a:gd name="T46" fmla="*/ 80 w 127"/>
              <a:gd name="T47" fmla="*/ 70 h 136"/>
              <a:gd name="T48" fmla="*/ 71 w 127"/>
              <a:gd name="T49" fmla="*/ 71 h 136"/>
              <a:gd name="T50" fmla="*/ 73 w 127"/>
              <a:gd name="T51" fmla="*/ 75 h 136"/>
              <a:gd name="T52" fmla="*/ 104 w 127"/>
              <a:gd name="T53" fmla="*/ 114 h 136"/>
              <a:gd name="T54" fmla="*/ 105 w 127"/>
              <a:gd name="T55" fmla="*/ 116 h 136"/>
              <a:gd name="T56" fmla="*/ 127 w 127"/>
              <a:gd name="T57" fmla="*/ 128 h 136"/>
              <a:gd name="T58" fmla="*/ 127 w 127"/>
              <a:gd name="T59" fmla="*/ 135 h 136"/>
              <a:gd name="T60" fmla="*/ 116 w 127"/>
              <a:gd name="T61" fmla="*/ 135 h 136"/>
              <a:gd name="T62" fmla="*/ 102 w 127"/>
              <a:gd name="T63" fmla="*/ 136 h 136"/>
              <a:gd name="T64" fmla="*/ 96 w 127"/>
              <a:gd name="T65" fmla="*/ 132 h 136"/>
              <a:gd name="T66" fmla="*/ 59 w 127"/>
              <a:gd name="T67" fmla="*/ 82 h 136"/>
              <a:gd name="T68" fmla="*/ 52 w 127"/>
              <a:gd name="T69" fmla="*/ 73 h 136"/>
              <a:gd name="T70" fmla="*/ 49 w 127"/>
              <a:gd name="T71" fmla="*/ 71 h 136"/>
              <a:gd name="T72" fmla="*/ 34 w 127"/>
              <a:gd name="T73" fmla="*/ 71 h 136"/>
              <a:gd name="T74" fmla="*/ 34 w 127"/>
              <a:gd name="T75" fmla="*/ 61 h 136"/>
              <a:gd name="T76" fmla="*/ 36 w 127"/>
              <a:gd name="T77" fmla="*/ 62 h 136"/>
              <a:gd name="T78" fmla="*/ 66 w 127"/>
              <a:gd name="T79" fmla="*/ 62 h 136"/>
              <a:gd name="T80" fmla="*/ 82 w 127"/>
              <a:gd name="T81" fmla="*/ 59 h 136"/>
              <a:gd name="T82" fmla="*/ 96 w 127"/>
              <a:gd name="T83" fmla="*/ 44 h 136"/>
              <a:gd name="T84" fmla="*/ 96 w 127"/>
              <a:gd name="T85" fmla="*/ 29 h 136"/>
              <a:gd name="T86" fmla="*/ 81 w 127"/>
              <a:gd name="T87" fmla="*/ 12 h 136"/>
              <a:gd name="T88" fmla="*/ 70 w 127"/>
              <a:gd name="T89" fmla="*/ 11 h 136"/>
              <a:gd name="T90" fmla="*/ 37 w 127"/>
              <a:gd name="T91" fmla="*/ 11 h 136"/>
              <a:gd name="T92" fmla="*/ 34 w 127"/>
              <a:gd name="T93" fmla="*/ 11 h 136"/>
              <a:gd name="T94" fmla="*/ 34 w 127"/>
              <a:gd name="T95" fmla="*/ 61 h 136"/>
            </a:gdLst>
            <a:rect l="0" t="0" r="r" b="b"/>
            <a:pathLst>
              <a:path w="127" h="136">
                <a:moveTo>
                  <a:pt x="34" y="71"/>
                </a:moveTo>
                <a:cubicBezTo>
                  <a:pt x="34" y="75"/>
                  <a:pt x="34" y="78"/>
                  <a:pt x="34" y="81"/>
                </a:cubicBezTo>
                <a:cubicBezTo>
                  <a:pt x="34" y="92"/>
                  <a:pt x="34" y="103"/>
                  <a:pt x="34" y="114"/>
                </a:cubicBezTo>
                <a:cubicBezTo>
                  <a:pt x="34" y="117"/>
                  <a:pt x="34" y="119"/>
                  <a:pt x="35" y="122"/>
                </a:cubicBezTo>
                <a:cubicBezTo>
                  <a:pt x="35" y="125"/>
                  <a:pt x="37" y="127"/>
                  <a:pt x="40" y="127"/>
                </a:cubicBezTo>
                <a:cubicBezTo>
                  <a:pt x="43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1" y="135"/>
                </a:cubicBezTo>
                <a:cubicBezTo>
                  <a:pt x="0" y="134"/>
                  <a:pt x="0" y="133"/>
                  <a:pt x="0" y="132"/>
                </a:cubicBezTo>
                <a:cubicBezTo>
                  <a:pt x="0" y="131"/>
                  <a:pt x="0" y="130"/>
                  <a:pt x="0" y="128"/>
                </a:cubicBezTo>
                <a:cubicBezTo>
                  <a:pt x="3" y="128"/>
                  <a:pt x="6" y="128"/>
                  <a:pt x="9" y="127"/>
                </a:cubicBezTo>
                <a:cubicBezTo>
                  <a:pt x="14" y="126"/>
                  <a:pt x="15" y="125"/>
                  <a:pt x="16" y="120"/>
                </a:cubicBezTo>
                <a:cubicBezTo>
                  <a:pt x="16" y="117"/>
                  <a:pt x="17" y="114"/>
                  <a:pt x="17" y="111"/>
                </a:cubicBezTo>
                <a:cubicBezTo>
                  <a:pt x="17" y="81"/>
                  <a:pt x="17" y="52"/>
                  <a:pt x="17" y="22"/>
                </a:cubicBezTo>
                <a:cubicBezTo>
                  <a:pt x="17" y="20"/>
                  <a:pt x="16" y="17"/>
                  <a:pt x="16" y="15"/>
                </a:cubicBezTo>
                <a:cubicBezTo>
                  <a:pt x="15" y="11"/>
                  <a:pt x="13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2" y="1"/>
                  <a:pt x="3" y="0"/>
                  <a:pt x="4" y="0"/>
                </a:cubicBezTo>
                <a:cubicBezTo>
                  <a:pt x="26" y="0"/>
                  <a:pt x="49" y="0"/>
                  <a:pt x="71" y="0"/>
                </a:cubicBezTo>
                <a:cubicBezTo>
                  <a:pt x="79" y="0"/>
                  <a:pt x="86" y="1"/>
                  <a:pt x="94" y="4"/>
                </a:cubicBezTo>
                <a:cubicBezTo>
                  <a:pt x="108" y="9"/>
                  <a:pt x="115" y="18"/>
                  <a:pt x="116" y="32"/>
                </a:cubicBezTo>
                <a:cubicBezTo>
                  <a:pt x="117" y="48"/>
                  <a:pt x="110" y="60"/>
                  <a:pt x="97" y="66"/>
                </a:cubicBezTo>
                <a:cubicBezTo>
                  <a:pt x="91" y="68"/>
                  <a:pt x="86" y="70"/>
                  <a:pt x="80" y="70"/>
                </a:cubicBezTo>
                <a:cubicBezTo>
                  <a:pt x="77" y="70"/>
                  <a:pt x="74" y="71"/>
                  <a:pt x="71" y="71"/>
                </a:cubicBezTo>
                <a:cubicBezTo>
                  <a:pt x="72" y="73"/>
                  <a:pt x="73" y="74"/>
                  <a:pt x="73" y="75"/>
                </a:cubicBezTo>
                <a:cubicBezTo>
                  <a:pt x="84" y="88"/>
                  <a:pt x="94" y="101"/>
                  <a:pt x="104" y="114"/>
                </a:cubicBezTo>
                <a:cubicBezTo>
                  <a:pt x="105" y="115"/>
                  <a:pt x="105" y="115"/>
                  <a:pt x="105" y="116"/>
                </a:cubicBezTo>
                <a:cubicBezTo>
                  <a:pt x="111" y="122"/>
                  <a:pt x="117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24" y="135"/>
                  <a:pt x="120" y="135"/>
                  <a:pt x="116" y="135"/>
                </a:cubicBezTo>
                <a:cubicBezTo>
                  <a:pt x="111" y="135"/>
                  <a:pt x="107" y="135"/>
                  <a:pt x="102" y="136"/>
                </a:cubicBezTo>
                <a:cubicBezTo>
                  <a:pt x="99" y="136"/>
                  <a:pt x="97" y="134"/>
                  <a:pt x="96" y="132"/>
                </a:cubicBezTo>
                <a:cubicBezTo>
                  <a:pt x="83" y="115"/>
                  <a:pt x="71" y="99"/>
                  <a:pt x="59" y="82"/>
                </a:cubicBezTo>
                <a:cubicBezTo>
                  <a:pt x="57" y="79"/>
                  <a:pt x="54" y="76"/>
                  <a:pt x="52" y="73"/>
                </a:cubicBezTo>
                <a:cubicBezTo>
                  <a:pt x="51" y="72"/>
                  <a:pt x="50" y="71"/>
                  <a:pt x="49" y="71"/>
                </a:cubicBezTo>
                <a:cubicBezTo>
                  <a:pt x="44" y="71"/>
                  <a:pt x="39" y="71"/>
                  <a:pt x="34" y="71"/>
                </a:cubicBezTo>
                <a:close/>
                <a:moveTo>
                  <a:pt x="34" y="61"/>
                </a:moveTo>
                <a:cubicBezTo>
                  <a:pt x="35" y="62"/>
                  <a:pt x="36" y="62"/>
                  <a:pt x="36" y="62"/>
                </a:cubicBezTo>
                <a:cubicBezTo>
                  <a:pt x="46" y="62"/>
                  <a:pt x="56" y="62"/>
                  <a:pt x="66" y="62"/>
                </a:cubicBezTo>
                <a:cubicBezTo>
                  <a:pt x="72" y="61"/>
                  <a:pt x="77" y="60"/>
                  <a:pt x="82" y="59"/>
                </a:cubicBezTo>
                <a:cubicBezTo>
                  <a:pt x="90" y="56"/>
                  <a:pt x="94" y="51"/>
                  <a:pt x="96" y="44"/>
                </a:cubicBezTo>
                <a:cubicBezTo>
                  <a:pt x="96" y="39"/>
                  <a:pt x="97" y="34"/>
                  <a:pt x="96" y="29"/>
                </a:cubicBezTo>
                <a:cubicBezTo>
                  <a:pt x="95" y="20"/>
                  <a:pt x="90" y="15"/>
                  <a:pt x="81" y="12"/>
                </a:cubicBezTo>
                <a:cubicBezTo>
                  <a:pt x="77" y="11"/>
                  <a:pt x="74" y="11"/>
                  <a:pt x="70" y="11"/>
                </a:cubicBezTo>
                <a:cubicBezTo>
                  <a:pt x="59" y="10"/>
                  <a:pt x="48" y="11"/>
                  <a:pt x="37" y="11"/>
                </a:cubicBezTo>
                <a:cubicBezTo>
                  <a:pt x="36" y="11"/>
                  <a:pt x="35" y="11"/>
                  <a:pt x="34" y="11"/>
                </a:cubicBezTo>
                <a:cubicBezTo>
                  <a:pt x="34" y="28"/>
                  <a:pt x="34" y="44"/>
                  <a:pt x="34" y="61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1" name="Freeform 18">
            <a:extLst xmlns:a="http://schemas.openxmlformats.org/drawingml/2006/main">
              <a:ext uri="{FF2B5EF4-FFF2-40B4-BE49-F238E27FC236}">
                <a16:creationId xmlns:a16="http://schemas.microsoft.com/office/drawing/2014/main" id="{100E65C4-3D01-40DA-94E7-E76E25710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3581" y="688617"/>
            <a:ext cx="64437" cy="68429"/>
          </a:xfrm>
          <a:custGeom xmlns:a="http://schemas.openxmlformats.org/drawingml/2006/main">
            <a:gdLst>
              <a:gd name="T0" fmla="*/ 50 w 127"/>
              <a:gd name="T1" fmla="*/ 70 h 135"/>
              <a:gd name="T2" fmla="*/ 34 w 127"/>
              <a:gd name="T3" fmla="*/ 87 h 135"/>
              <a:gd name="T4" fmla="*/ 33 w 127"/>
              <a:gd name="T5" fmla="*/ 90 h 135"/>
              <a:gd name="T6" fmla="*/ 33 w 127"/>
              <a:gd name="T7" fmla="*/ 116 h 135"/>
              <a:gd name="T8" fmla="*/ 34 w 127"/>
              <a:gd name="T9" fmla="*/ 120 h 135"/>
              <a:gd name="T10" fmla="*/ 41 w 127"/>
              <a:gd name="T11" fmla="*/ 127 h 135"/>
              <a:gd name="T12" fmla="*/ 49 w 127"/>
              <a:gd name="T13" fmla="*/ 128 h 135"/>
              <a:gd name="T14" fmla="*/ 49 w 127"/>
              <a:gd name="T15" fmla="*/ 135 h 135"/>
              <a:gd name="T16" fmla="*/ 0 w 127"/>
              <a:gd name="T17" fmla="*/ 135 h 135"/>
              <a:gd name="T18" fmla="*/ 0 w 127"/>
              <a:gd name="T19" fmla="*/ 128 h 135"/>
              <a:gd name="T20" fmla="*/ 7 w 127"/>
              <a:gd name="T21" fmla="*/ 128 h 135"/>
              <a:gd name="T22" fmla="*/ 16 w 127"/>
              <a:gd name="T23" fmla="*/ 118 h 135"/>
              <a:gd name="T24" fmla="*/ 16 w 127"/>
              <a:gd name="T25" fmla="*/ 111 h 135"/>
              <a:gd name="T26" fmla="*/ 16 w 127"/>
              <a:gd name="T27" fmla="*/ 24 h 135"/>
              <a:gd name="T28" fmla="*/ 16 w 127"/>
              <a:gd name="T29" fmla="*/ 16 h 135"/>
              <a:gd name="T30" fmla="*/ 8 w 127"/>
              <a:gd name="T31" fmla="*/ 9 h 135"/>
              <a:gd name="T32" fmla="*/ 0 w 127"/>
              <a:gd name="T33" fmla="*/ 8 h 135"/>
              <a:gd name="T34" fmla="*/ 0 w 127"/>
              <a:gd name="T35" fmla="*/ 1 h 135"/>
              <a:gd name="T36" fmla="*/ 49 w 127"/>
              <a:gd name="T37" fmla="*/ 1 h 135"/>
              <a:gd name="T38" fmla="*/ 50 w 127"/>
              <a:gd name="T39" fmla="*/ 8 h 135"/>
              <a:gd name="T40" fmla="*/ 41 w 127"/>
              <a:gd name="T41" fmla="*/ 9 h 135"/>
              <a:gd name="T42" fmla="*/ 34 w 127"/>
              <a:gd name="T43" fmla="*/ 16 h 135"/>
              <a:gd name="T44" fmla="*/ 33 w 127"/>
              <a:gd name="T45" fmla="*/ 23 h 135"/>
              <a:gd name="T46" fmla="*/ 33 w 127"/>
              <a:gd name="T47" fmla="*/ 70 h 135"/>
              <a:gd name="T48" fmla="*/ 33 w 127"/>
              <a:gd name="T49" fmla="*/ 73 h 135"/>
              <a:gd name="T50" fmla="*/ 36 w 127"/>
              <a:gd name="T51" fmla="*/ 71 h 135"/>
              <a:gd name="T52" fmla="*/ 83 w 127"/>
              <a:gd name="T53" fmla="*/ 19 h 135"/>
              <a:gd name="T54" fmla="*/ 86 w 127"/>
              <a:gd name="T55" fmla="*/ 14 h 135"/>
              <a:gd name="T56" fmla="*/ 84 w 127"/>
              <a:gd name="T57" fmla="*/ 9 h 135"/>
              <a:gd name="T58" fmla="*/ 76 w 127"/>
              <a:gd name="T59" fmla="*/ 8 h 135"/>
              <a:gd name="T60" fmla="*/ 76 w 127"/>
              <a:gd name="T61" fmla="*/ 1 h 135"/>
              <a:gd name="T62" fmla="*/ 122 w 127"/>
              <a:gd name="T63" fmla="*/ 1 h 135"/>
              <a:gd name="T64" fmla="*/ 122 w 127"/>
              <a:gd name="T65" fmla="*/ 8 h 135"/>
              <a:gd name="T66" fmla="*/ 118 w 127"/>
              <a:gd name="T67" fmla="*/ 8 h 135"/>
              <a:gd name="T68" fmla="*/ 99 w 127"/>
              <a:gd name="T69" fmla="*/ 18 h 135"/>
              <a:gd name="T70" fmla="*/ 77 w 127"/>
              <a:gd name="T71" fmla="*/ 41 h 135"/>
              <a:gd name="T72" fmla="*/ 62 w 127"/>
              <a:gd name="T73" fmla="*/ 57 h 135"/>
              <a:gd name="T74" fmla="*/ 64 w 127"/>
              <a:gd name="T75" fmla="*/ 61 h 135"/>
              <a:gd name="T76" fmla="*/ 102 w 127"/>
              <a:gd name="T77" fmla="*/ 113 h 135"/>
              <a:gd name="T78" fmla="*/ 108 w 127"/>
              <a:gd name="T79" fmla="*/ 120 h 135"/>
              <a:gd name="T80" fmla="*/ 123 w 127"/>
              <a:gd name="T81" fmla="*/ 127 h 135"/>
              <a:gd name="T82" fmla="*/ 127 w 127"/>
              <a:gd name="T83" fmla="*/ 128 h 135"/>
              <a:gd name="T84" fmla="*/ 127 w 127"/>
              <a:gd name="T85" fmla="*/ 135 h 135"/>
              <a:gd name="T86" fmla="*/ 73 w 127"/>
              <a:gd name="T87" fmla="*/ 135 h 135"/>
              <a:gd name="T88" fmla="*/ 73 w 127"/>
              <a:gd name="T89" fmla="*/ 128 h 135"/>
              <a:gd name="T90" fmla="*/ 80 w 127"/>
              <a:gd name="T91" fmla="*/ 127 h 135"/>
              <a:gd name="T92" fmla="*/ 84 w 127"/>
              <a:gd name="T93" fmla="*/ 120 h 135"/>
              <a:gd name="T94" fmla="*/ 82 w 127"/>
              <a:gd name="T95" fmla="*/ 115 h 135"/>
              <a:gd name="T96" fmla="*/ 51 w 127"/>
              <a:gd name="T97" fmla="*/ 72 h 135"/>
              <a:gd name="T98" fmla="*/ 50 w 127"/>
              <a:gd name="T99" fmla="*/ 70 h 135"/>
            </a:gdLst>
            <a:rect l="0" t="0" r="r" b="b"/>
            <a:pathLst>
              <a:path w="127" h="135">
                <a:moveTo>
                  <a:pt x="50" y="70"/>
                </a:moveTo>
                <a:cubicBezTo>
                  <a:pt x="44" y="76"/>
                  <a:pt x="39" y="81"/>
                  <a:pt x="34" y="87"/>
                </a:cubicBezTo>
                <a:cubicBezTo>
                  <a:pt x="33" y="88"/>
                  <a:pt x="33" y="89"/>
                  <a:pt x="33" y="90"/>
                </a:cubicBezTo>
                <a:cubicBezTo>
                  <a:pt x="33" y="99"/>
                  <a:pt x="33" y="107"/>
                  <a:pt x="33" y="116"/>
                </a:cubicBezTo>
                <a:cubicBezTo>
                  <a:pt x="33" y="117"/>
                  <a:pt x="33" y="118"/>
                  <a:pt x="34" y="120"/>
                </a:cubicBezTo>
                <a:cubicBezTo>
                  <a:pt x="35" y="125"/>
                  <a:pt x="36" y="126"/>
                  <a:pt x="41" y="127"/>
                </a:cubicBezTo>
                <a:cubicBezTo>
                  <a:pt x="44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7" y="128"/>
                </a:cubicBezTo>
                <a:cubicBezTo>
                  <a:pt x="14" y="127"/>
                  <a:pt x="16" y="125"/>
                  <a:pt x="16" y="118"/>
                </a:cubicBezTo>
                <a:cubicBezTo>
                  <a:pt x="16" y="115"/>
                  <a:pt x="16" y="113"/>
                  <a:pt x="16" y="111"/>
                </a:cubicBezTo>
                <a:cubicBezTo>
                  <a:pt x="16" y="82"/>
                  <a:pt x="16" y="53"/>
                  <a:pt x="16" y="24"/>
                </a:cubicBezTo>
                <a:cubicBezTo>
                  <a:pt x="16" y="21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5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4" y="0"/>
                  <a:pt x="40" y="0"/>
                  <a:pt x="49" y="1"/>
                </a:cubicBezTo>
                <a:cubicBezTo>
                  <a:pt x="49" y="3"/>
                  <a:pt x="50" y="5"/>
                  <a:pt x="50" y="8"/>
                </a:cubicBezTo>
                <a:cubicBezTo>
                  <a:pt x="47" y="8"/>
                  <a:pt x="44" y="8"/>
                  <a:pt x="41" y="9"/>
                </a:cubicBezTo>
                <a:cubicBezTo>
                  <a:pt x="37" y="9"/>
                  <a:pt x="34" y="11"/>
                  <a:pt x="34" y="16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39"/>
                  <a:pt x="33" y="54"/>
                  <a:pt x="33" y="70"/>
                </a:cubicBezTo>
                <a:cubicBezTo>
                  <a:pt x="33" y="71"/>
                  <a:pt x="33" y="72"/>
                  <a:pt x="33" y="73"/>
                </a:cubicBezTo>
                <a:cubicBezTo>
                  <a:pt x="35" y="72"/>
                  <a:pt x="36" y="72"/>
                  <a:pt x="36" y="71"/>
                </a:cubicBezTo>
                <a:cubicBezTo>
                  <a:pt x="52" y="54"/>
                  <a:pt x="67" y="37"/>
                  <a:pt x="83" y="19"/>
                </a:cubicBezTo>
                <a:cubicBezTo>
                  <a:pt x="84" y="18"/>
                  <a:pt x="85" y="16"/>
                  <a:pt x="86" y="14"/>
                </a:cubicBezTo>
                <a:cubicBezTo>
                  <a:pt x="88" y="12"/>
                  <a:pt x="87" y="10"/>
                  <a:pt x="84" y="9"/>
                </a:cubicBezTo>
                <a:cubicBezTo>
                  <a:pt x="81" y="8"/>
                  <a:pt x="79" y="8"/>
                  <a:pt x="76" y="8"/>
                </a:cubicBezTo>
                <a:cubicBezTo>
                  <a:pt x="76" y="5"/>
                  <a:pt x="76" y="3"/>
                  <a:pt x="76" y="1"/>
                </a:cubicBezTo>
                <a:cubicBezTo>
                  <a:pt x="79" y="0"/>
                  <a:pt x="114" y="0"/>
                  <a:pt x="122" y="1"/>
                </a:cubicBezTo>
                <a:cubicBezTo>
                  <a:pt x="122" y="3"/>
                  <a:pt x="122" y="5"/>
                  <a:pt x="122" y="8"/>
                </a:cubicBezTo>
                <a:cubicBezTo>
                  <a:pt x="121" y="8"/>
                  <a:pt x="120" y="8"/>
                  <a:pt x="118" y="8"/>
                </a:cubicBezTo>
                <a:cubicBezTo>
                  <a:pt x="111" y="9"/>
                  <a:pt x="104" y="12"/>
                  <a:pt x="99" y="18"/>
                </a:cubicBezTo>
                <a:cubicBezTo>
                  <a:pt x="92" y="25"/>
                  <a:pt x="85" y="33"/>
                  <a:pt x="77" y="41"/>
                </a:cubicBezTo>
                <a:cubicBezTo>
                  <a:pt x="72" y="46"/>
                  <a:pt x="67" y="52"/>
                  <a:pt x="62" y="57"/>
                </a:cubicBezTo>
                <a:cubicBezTo>
                  <a:pt x="63" y="58"/>
                  <a:pt x="64" y="59"/>
                  <a:pt x="64" y="61"/>
                </a:cubicBezTo>
                <a:cubicBezTo>
                  <a:pt x="77" y="78"/>
                  <a:pt x="90" y="95"/>
                  <a:pt x="102" y="113"/>
                </a:cubicBezTo>
                <a:cubicBezTo>
                  <a:pt x="104" y="115"/>
                  <a:pt x="106" y="118"/>
                  <a:pt x="108" y="120"/>
                </a:cubicBezTo>
                <a:cubicBezTo>
                  <a:pt x="112" y="124"/>
                  <a:pt x="117" y="127"/>
                  <a:pt x="123" y="127"/>
                </a:cubicBezTo>
                <a:cubicBezTo>
                  <a:pt x="124" y="128"/>
                  <a:pt x="125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09" y="135"/>
                  <a:pt x="91" y="135"/>
                  <a:pt x="73" y="135"/>
                </a:cubicBezTo>
                <a:cubicBezTo>
                  <a:pt x="73" y="133"/>
                  <a:pt x="73" y="131"/>
                  <a:pt x="73" y="128"/>
                </a:cubicBezTo>
                <a:cubicBezTo>
                  <a:pt x="75" y="128"/>
                  <a:pt x="78" y="128"/>
                  <a:pt x="80" y="127"/>
                </a:cubicBezTo>
                <a:cubicBezTo>
                  <a:pt x="85" y="127"/>
                  <a:pt x="86" y="125"/>
                  <a:pt x="84" y="120"/>
                </a:cubicBezTo>
                <a:cubicBezTo>
                  <a:pt x="84" y="118"/>
                  <a:pt x="83" y="117"/>
                  <a:pt x="82" y="115"/>
                </a:cubicBezTo>
                <a:cubicBezTo>
                  <a:pt x="72" y="101"/>
                  <a:pt x="61" y="86"/>
                  <a:pt x="51" y="72"/>
                </a:cubicBezTo>
                <a:cubicBezTo>
                  <a:pt x="51" y="71"/>
                  <a:pt x="50" y="71"/>
                  <a:pt x="50" y="7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2" name="Freeform 19">
            <a:extLst xmlns:a="http://schemas.openxmlformats.org/drawingml/2006/main">
              <a:ext uri="{FF2B5EF4-FFF2-40B4-BE49-F238E27FC236}">
                <a16:creationId xmlns:a16="http://schemas.microsoft.com/office/drawing/2014/main" id="{5761BA2B-BDFE-4C06-A93A-5A436BD98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9719" y="688617"/>
            <a:ext cx="63867" cy="68429"/>
          </a:xfrm>
          <a:custGeom xmlns:a="http://schemas.openxmlformats.org/drawingml/2006/main">
            <a:gdLst>
              <a:gd name="T0" fmla="*/ 28 w 126"/>
              <a:gd name="T1" fmla="*/ 16 h 135"/>
              <a:gd name="T2" fmla="*/ 28 w 126"/>
              <a:gd name="T3" fmla="*/ 20 h 135"/>
              <a:gd name="T4" fmla="*/ 28 w 126"/>
              <a:gd name="T5" fmla="*/ 109 h 135"/>
              <a:gd name="T6" fmla="*/ 28 w 126"/>
              <a:gd name="T7" fmla="*/ 119 h 135"/>
              <a:gd name="T8" fmla="*/ 37 w 126"/>
              <a:gd name="T9" fmla="*/ 127 h 135"/>
              <a:gd name="T10" fmla="*/ 44 w 126"/>
              <a:gd name="T11" fmla="*/ 128 h 135"/>
              <a:gd name="T12" fmla="*/ 44 w 126"/>
              <a:gd name="T13" fmla="*/ 135 h 135"/>
              <a:gd name="T14" fmla="*/ 0 w 126"/>
              <a:gd name="T15" fmla="*/ 135 h 135"/>
              <a:gd name="T16" fmla="*/ 0 w 126"/>
              <a:gd name="T17" fmla="*/ 128 h 135"/>
              <a:gd name="T18" fmla="*/ 8 w 126"/>
              <a:gd name="T19" fmla="*/ 127 h 135"/>
              <a:gd name="T20" fmla="*/ 16 w 126"/>
              <a:gd name="T21" fmla="*/ 120 h 135"/>
              <a:gd name="T22" fmla="*/ 16 w 126"/>
              <a:gd name="T23" fmla="*/ 113 h 135"/>
              <a:gd name="T24" fmla="*/ 16 w 126"/>
              <a:gd name="T25" fmla="*/ 19 h 135"/>
              <a:gd name="T26" fmla="*/ 16 w 126"/>
              <a:gd name="T27" fmla="*/ 15 h 135"/>
              <a:gd name="T28" fmla="*/ 9 w 126"/>
              <a:gd name="T29" fmla="*/ 9 h 135"/>
              <a:gd name="T30" fmla="*/ 5 w 126"/>
              <a:gd name="T31" fmla="*/ 8 h 135"/>
              <a:gd name="T32" fmla="*/ 1 w 126"/>
              <a:gd name="T33" fmla="*/ 8 h 135"/>
              <a:gd name="T34" fmla="*/ 1 w 126"/>
              <a:gd name="T35" fmla="*/ 1 h 135"/>
              <a:gd name="T36" fmla="*/ 40 w 126"/>
              <a:gd name="T37" fmla="*/ 1 h 135"/>
              <a:gd name="T38" fmla="*/ 98 w 126"/>
              <a:gd name="T39" fmla="*/ 100 h 135"/>
              <a:gd name="T40" fmla="*/ 99 w 126"/>
              <a:gd name="T41" fmla="*/ 100 h 135"/>
              <a:gd name="T42" fmla="*/ 99 w 126"/>
              <a:gd name="T43" fmla="*/ 96 h 135"/>
              <a:gd name="T44" fmla="*/ 99 w 126"/>
              <a:gd name="T45" fmla="*/ 24 h 135"/>
              <a:gd name="T46" fmla="*/ 98 w 126"/>
              <a:gd name="T47" fmla="*/ 16 h 135"/>
              <a:gd name="T48" fmla="*/ 90 w 126"/>
              <a:gd name="T49" fmla="*/ 9 h 135"/>
              <a:gd name="T50" fmla="*/ 83 w 126"/>
              <a:gd name="T51" fmla="*/ 8 h 135"/>
              <a:gd name="T52" fmla="*/ 83 w 126"/>
              <a:gd name="T53" fmla="*/ 1 h 135"/>
              <a:gd name="T54" fmla="*/ 126 w 126"/>
              <a:gd name="T55" fmla="*/ 1 h 135"/>
              <a:gd name="T56" fmla="*/ 126 w 126"/>
              <a:gd name="T57" fmla="*/ 8 h 135"/>
              <a:gd name="T58" fmla="*/ 119 w 126"/>
              <a:gd name="T59" fmla="*/ 9 h 135"/>
              <a:gd name="T60" fmla="*/ 111 w 126"/>
              <a:gd name="T61" fmla="*/ 16 h 135"/>
              <a:gd name="T62" fmla="*/ 110 w 126"/>
              <a:gd name="T63" fmla="*/ 27 h 135"/>
              <a:gd name="T64" fmla="*/ 110 w 126"/>
              <a:gd name="T65" fmla="*/ 129 h 135"/>
              <a:gd name="T66" fmla="*/ 110 w 126"/>
              <a:gd name="T67" fmla="*/ 135 h 135"/>
              <a:gd name="T68" fmla="*/ 99 w 126"/>
              <a:gd name="T69" fmla="*/ 135 h 135"/>
              <a:gd name="T70" fmla="*/ 29 w 126"/>
              <a:gd name="T71" fmla="*/ 15 h 135"/>
              <a:gd name="T72" fmla="*/ 28 w 126"/>
              <a:gd name="T73" fmla="*/ 16 h 135"/>
            </a:gdLst>
            <a:rect l="0" t="0" r="r" b="b"/>
            <a:pathLst>
              <a:path w="126" h="135">
                <a:moveTo>
                  <a:pt x="28" y="16"/>
                </a:moveTo>
                <a:cubicBezTo>
                  <a:pt x="28" y="17"/>
                  <a:pt x="28" y="19"/>
                  <a:pt x="28" y="20"/>
                </a:cubicBezTo>
                <a:cubicBezTo>
                  <a:pt x="28" y="50"/>
                  <a:pt x="28" y="79"/>
                  <a:pt x="28" y="109"/>
                </a:cubicBezTo>
                <a:cubicBezTo>
                  <a:pt x="28" y="112"/>
                  <a:pt x="28" y="115"/>
                  <a:pt x="28" y="119"/>
                </a:cubicBezTo>
                <a:cubicBezTo>
                  <a:pt x="29" y="124"/>
                  <a:pt x="31" y="126"/>
                  <a:pt x="37" y="127"/>
                </a:cubicBezTo>
                <a:cubicBezTo>
                  <a:pt x="39" y="127"/>
                  <a:pt x="41" y="128"/>
                  <a:pt x="44" y="128"/>
                </a:cubicBezTo>
                <a:cubicBezTo>
                  <a:pt x="44" y="130"/>
                  <a:pt x="44" y="133"/>
                  <a:pt x="44" y="135"/>
                </a:cubicBezTo>
                <a:cubicBezTo>
                  <a:pt x="29" y="135"/>
                  <a:pt x="15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5" y="127"/>
                  <a:pt x="8" y="127"/>
                </a:cubicBezTo>
                <a:cubicBezTo>
                  <a:pt x="12" y="127"/>
                  <a:pt x="15" y="124"/>
                  <a:pt x="16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0"/>
                  <a:pt x="16" y="19"/>
                </a:cubicBezTo>
                <a:cubicBezTo>
                  <a:pt x="16" y="18"/>
                  <a:pt x="16" y="17"/>
                  <a:pt x="16" y="15"/>
                </a:cubicBezTo>
                <a:cubicBezTo>
                  <a:pt x="16" y="11"/>
                  <a:pt x="14" y="9"/>
                  <a:pt x="9" y="9"/>
                </a:cubicBezTo>
                <a:cubicBezTo>
                  <a:pt x="8" y="8"/>
                  <a:pt x="7" y="8"/>
                  <a:pt x="5" y="8"/>
                </a:cubicBezTo>
                <a:cubicBezTo>
                  <a:pt x="4" y="8"/>
                  <a:pt x="2" y="8"/>
                  <a:pt x="1" y="8"/>
                </a:cubicBezTo>
                <a:cubicBezTo>
                  <a:pt x="1" y="5"/>
                  <a:pt x="1" y="3"/>
                  <a:pt x="1" y="1"/>
                </a:cubicBezTo>
                <a:cubicBezTo>
                  <a:pt x="14" y="1"/>
                  <a:pt x="27" y="1"/>
                  <a:pt x="40" y="1"/>
                </a:cubicBezTo>
                <a:cubicBezTo>
                  <a:pt x="59" y="34"/>
                  <a:pt x="79" y="67"/>
                  <a:pt x="98" y="100"/>
                </a:cubicBezTo>
                <a:cubicBezTo>
                  <a:pt x="98" y="100"/>
                  <a:pt x="99" y="100"/>
                  <a:pt x="99" y="100"/>
                </a:cubicBezTo>
                <a:cubicBezTo>
                  <a:pt x="99" y="99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1"/>
                  <a:pt x="99" y="19"/>
                  <a:pt x="98" y="16"/>
                </a:cubicBezTo>
                <a:cubicBezTo>
                  <a:pt x="97" y="12"/>
                  <a:pt x="94" y="9"/>
                  <a:pt x="90" y="9"/>
                </a:cubicBezTo>
                <a:cubicBezTo>
                  <a:pt x="88" y="8"/>
                  <a:pt x="86" y="8"/>
                  <a:pt x="83" y="8"/>
                </a:cubicBezTo>
                <a:cubicBezTo>
                  <a:pt x="83" y="5"/>
                  <a:pt x="83" y="3"/>
                  <a:pt x="83" y="1"/>
                </a:cubicBezTo>
                <a:cubicBezTo>
                  <a:pt x="87" y="0"/>
                  <a:pt x="115" y="0"/>
                  <a:pt x="126" y="1"/>
                </a:cubicBezTo>
                <a:cubicBezTo>
                  <a:pt x="126" y="3"/>
                  <a:pt x="126" y="5"/>
                  <a:pt x="126" y="8"/>
                </a:cubicBezTo>
                <a:cubicBezTo>
                  <a:pt x="124" y="8"/>
                  <a:pt x="122" y="8"/>
                  <a:pt x="119" y="9"/>
                </a:cubicBezTo>
                <a:cubicBezTo>
                  <a:pt x="115" y="9"/>
                  <a:pt x="112" y="12"/>
                  <a:pt x="111" y="16"/>
                </a:cubicBezTo>
                <a:cubicBezTo>
                  <a:pt x="111" y="20"/>
                  <a:pt x="110" y="23"/>
                  <a:pt x="110" y="27"/>
                </a:cubicBezTo>
                <a:cubicBezTo>
                  <a:pt x="110" y="61"/>
                  <a:pt x="110" y="95"/>
                  <a:pt x="110" y="129"/>
                </a:cubicBezTo>
                <a:cubicBezTo>
                  <a:pt x="110" y="131"/>
                  <a:pt x="110" y="133"/>
                  <a:pt x="110" y="135"/>
                </a:cubicBezTo>
                <a:cubicBezTo>
                  <a:pt x="106" y="135"/>
                  <a:pt x="103" y="135"/>
                  <a:pt x="99" y="135"/>
                </a:cubicBezTo>
                <a:cubicBezTo>
                  <a:pt x="76" y="95"/>
                  <a:pt x="52" y="55"/>
                  <a:pt x="29" y="15"/>
                </a:cubicBezTo>
                <a:cubicBezTo>
                  <a:pt x="28" y="15"/>
                  <a:pt x="28" y="15"/>
                  <a:pt x="28" y="16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3" name="Freeform 20">
            <a:extLst xmlns:a="http://schemas.openxmlformats.org/drawingml/2006/main">
              <a:ext uri="{FF2B5EF4-FFF2-40B4-BE49-F238E27FC236}">
                <a16:creationId xmlns:a16="http://schemas.microsoft.com/office/drawing/2014/main" id="{3D868250-1E35-496B-8F9A-5405867C5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9652" y="688617"/>
            <a:ext cx="62726" cy="68429"/>
          </a:xfrm>
          <a:custGeom xmlns:a="http://schemas.openxmlformats.org/drawingml/2006/main">
            <a:gdLst>
              <a:gd name="T0" fmla="*/ 0 w 124"/>
              <a:gd name="T1" fmla="*/ 8 h 135"/>
              <a:gd name="T2" fmla="*/ 0 w 124"/>
              <a:gd name="T3" fmla="*/ 1 h 135"/>
              <a:gd name="T4" fmla="*/ 105 w 124"/>
              <a:gd name="T5" fmla="*/ 1 h 135"/>
              <a:gd name="T6" fmla="*/ 117 w 124"/>
              <a:gd name="T7" fmla="*/ 35 h 135"/>
              <a:gd name="T8" fmla="*/ 110 w 124"/>
              <a:gd name="T9" fmla="*/ 39 h 135"/>
              <a:gd name="T10" fmla="*/ 107 w 124"/>
              <a:gd name="T11" fmla="*/ 33 h 135"/>
              <a:gd name="T12" fmla="*/ 78 w 124"/>
              <a:gd name="T13" fmla="*/ 11 h 135"/>
              <a:gd name="T14" fmla="*/ 34 w 124"/>
              <a:gd name="T15" fmla="*/ 11 h 135"/>
              <a:gd name="T16" fmla="*/ 34 w 124"/>
              <a:gd name="T17" fmla="*/ 61 h 135"/>
              <a:gd name="T18" fmla="*/ 55 w 124"/>
              <a:gd name="T19" fmla="*/ 60 h 135"/>
              <a:gd name="T20" fmla="*/ 69 w 124"/>
              <a:gd name="T21" fmla="*/ 45 h 135"/>
              <a:gd name="T22" fmla="*/ 70 w 124"/>
              <a:gd name="T23" fmla="*/ 36 h 135"/>
              <a:gd name="T24" fmla="*/ 78 w 124"/>
              <a:gd name="T25" fmla="*/ 36 h 135"/>
              <a:gd name="T26" fmla="*/ 78 w 124"/>
              <a:gd name="T27" fmla="*/ 95 h 135"/>
              <a:gd name="T28" fmla="*/ 74 w 124"/>
              <a:gd name="T29" fmla="*/ 95 h 135"/>
              <a:gd name="T30" fmla="*/ 70 w 124"/>
              <a:gd name="T31" fmla="*/ 95 h 135"/>
              <a:gd name="T32" fmla="*/ 70 w 124"/>
              <a:gd name="T33" fmla="*/ 88 h 135"/>
              <a:gd name="T34" fmla="*/ 68 w 124"/>
              <a:gd name="T35" fmla="*/ 81 h 135"/>
              <a:gd name="T36" fmla="*/ 58 w 124"/>
              <a:gd name="T37" fmla="*/ 71 h 135"/>
              <a:gd name="T38" fmla="*/ 34 w 124"/>
              <a:gd name="T39" fmla="*/ 70 h 135"/>
              <a:gd name="T40" fmla="*/ 33 w 124"/>
              <a:gd name="T41" fmla="*/ 74 h 135"/>
              <a:gd name="T42" fmla="*/ 33 w 124"/>
              <a:gd name="T43" fmla="*/ 115 h 135"/>
              <a:gd name="T44" fmla="*/ 43 w 124"/>
              <a:gd name="T45" fmla="*/ 125 h 135"/>
              <a:gd name="T46" fmla="*/ 69 w 124"/>
              <a:gd name="T47" fmla="*/ 125 h 135"/>
              <a:gd name="T48" fmla="*/ 112 w 124"/>
              <a:gd name="T49" fmla="*/ 97 h 135"/>
              <a:gd name="T50" fmla="*/ 115 w 124"/>
              <a:gd name="T51" fmla="*/ 90 h 135"/>
              <a:gd name="T52" fmla="*/ 124 w 124"/>
              <a:gd name="T53" fmla="*/ 93 h 135"/>
              <a:gd name="T54" fmla="*/ 109 w 124"/>
              <a:gd name="T55" fmla="*/ 135 h 135"/>
              <a:gd name="T56" fmla="*/ 0 w 124"/>
              <a:gd name="T57" fmla="*/ 135 h 135"/>
              <a:gd name="T58" fmla="*/ 0 w 124"/>
              <a:gd name="T59" fmla="*/ 128 h 135"/>
              <a:gd name="T60" fmla="*/ 8 w 124"/>
              <a:gd name="T61" fmla="*/ 127 h 135"/>
              <a:gd name="T62" fmla="*/ 15 w 124"/>
              <a:gd name="T63" fmla="*/ 120 h 135"/>
              <a:gd name="T64" fmla="*/ 16 w 124"/>
              <a:gd name="T65" fmla="*/ 113 h 135"/>
              <a:gd name="T66" fmla="*/ 16 w 124"/>
              <a:gd name="T67" fmla="*/ 21 h 135"/>
              <a:gd name="T68" fmla="*/ 16 w 124"/>
              <a:gd name="T69" fmla="*/ 16 h 135"/>
              <a:gd name="T70" fmla="*/ 8 w 124"/>
              <a:gd name="T71" fmla="*/ 9 h 135"/>
              <a:gd name="T72" fmla="*/ 4 w 124"/>
              <a:gd name="T73" fmla="*/ 8 h 135"/>
              <a:gd name="T74" fmla="*/ 0 w 124"/>
              <a:gd name="T75" fmla="*/ 8 h 135"/>
            </a:gdLst>
            <a:rect l="0" t="0" r="r" b="b"/>
            <a:pathLst>
              <a:path w="124" h="135">
                <a:moveTo>
                  <a:pt x="0" y="8"/>
                </a:moveTo>
                <a:cubicBezTo>
                  <a:pt x="0" y="5"/>
                  <a:pt x="0" y="3"/>
                  <a:pt x="0" y="1"/>
                </a:cubicBezTo>
                <a:cubicBezTo>
                  <a:pt x="3" y="0"/>
                  <a:pt x="98" y="0"/>
                  <a:pt x="105" y="1"/>
                </a:cubicBezTo>
                <a:cubicBezTo>
                  <a:pt x="109" y="12"/>
                  <a:pt x="113" y="24"/>
                  <a:pt x="117" y="35"/>
                </a:cubicBezTo>
                <a:cubicBezTo>
                  <a:pt x="115" y="37"/>
                  <a:pt x="112" y="38"/>
                  <a:pt x="110" y="39"/>
                </a:cubicBezTo>
                <a:cubicBezTo>
                  <a:pt x="109" y="36"/>
                  <a:pt x="108" y="35"/>
                  <a:pt x="107" y="33"/>
                </a:cubicBezTo>
                <a:cubicBezTo>
                  <a:pt x="101" y="20"/>
                  <a:pt x="92" y="13"/>
                  <a:pt x="78" y="11"/>
                </a:cubicBezTo>
                <a:cubicBezTo>
                  <a:pt x="63" y="10"/>
                  <a:pt x="48" y="11"/>
                  <a:pt x="34" y="11"/>
                </a:cubicBezTo>
                <a:cubicBezTo>
                  <a:pt x="33" y="15"/>
                  <a:pt x="33" y="55"/>
                  <a:pt x="34" y="61"/>
                </a:cubicBezTo>
                <a:cubicBezTo>
                  <a:pt x="41" y="61"/>
                  <a:pt x="48" y="61"/>
                  <a:pt x="55" y="60"/>
                </a:cubicBezTo>
                <a:cubicBezTo>
                  <a:pt x="64" y="59"/>
                  <a:pt x="68" y="54"/>
                  <a:pt x="69" y="45"/>
                </a:cubicBezTo>
                <a:cubicBezTo>
                  <a:pt x="70" y="42"/>
                  <a:pt x="70" y="39"/>
                  <a:pt x="70" y="36"/>
                </a:cubicBezTo>
                <a:cubicBezTo>
                  <a:pt x="73" y="36"/>
                  <a:pt x="75" y="36"/>
                  <a:pt x="78" y="36"/>
                </a:cubicBezTo>
                <a:cubicBezTo>
                  <a:pt x="78" y="56"/>
                  <a:pt x="78" y="75"/>
                  <a:pt x="78" y="95"/>
                </a:cubicBezTo>
                <a:cubicBezTo>
                  <a:pt x="77" y="95"/>
                  <a:pt x="76" y="95"/>
                  <a:pt x="74" y="95"/>
                </a:cubicBezTo>
                <a:cubicBezTo>
                  <a:pt x="73" y="95"/>
                  <a:pt x="72" y="95"/>
                  <a:pt x="70" y="95"/>
                </a:cubicBezTo>
                <a:cubicBezTo>
                  <a:pt x="70" y="93"/>
                  <a:pt x="70" y="90"/>
                  <a:pt x="70" y="88"/>
                </a:cubicBezTo>
                <a:cubicBezTo>
                  <a:pt x="69" y="86"/>
                  <a:pt x="69" y="83"/>
                  <a:pt x="68" y="81"/>
                </a:cubicBezTo>
                <a:cubicBezTo>
                  <a:pt x="67" y="75"/>
                  <a:pt x="64" y="72"/>
                  <a:pt x="58" y="71"/>
                </a:cubicBezTo>
                <a:cubicBezTo>
                  <a:pt x="50" y="69"/>
                  <a:pt x="42" y="70"/>
                  <a:pt x="34" y="70"/>
                </a:cubicBezTo>
                <a:cubicBezTo>
                  <a:pt x="33" y="72"/>
                  <a:pt x="33" y="73"/>
                  <a:pt x="33" y="74"/>
                </a:cubicBezTo>
                <a:cubicBezTo>
                  <a:pt x="33" y="88"/>
                  <a:pt x="33" y="102"/>
                  <a:pt x="33" y="115"/>
                </a:cubicBezTo>
                <a:cubicBezTo>
                  <a:pt x="33" y="124"/>
                  <a:pt x="34" y="125"/>
                  <a:pt x="43" y="125"/>
                </a:cubicBezTo>
                <a:cubicBezTo>
                  <a:pt x="52" y="125"/>
                  <a:pt x="60" y="125"/>
                  <a:pt x="69" y="125"/>
                </a:cubicBezTo>
                <a:cubicBezTo>
                  <a:pt x="89" y="125"/>
                  <a:pt x="104" y="115"/>
                  <a:pt x="112" y="97"/>
                </a:cubicBezTo>
                <a:cubicBezTo>
                  <a:pt x="113" y="95"/>
                  <a:pt x="114" y="93"/>
                  <a:pt x="115" y="90"/>
                </a:cubicBezTo>
                <a:cubicBezTo>
                  <a:pt x="118" y="91"/>
                  <a:pt x="121" y="92"/>
                  <a:pt x="124" y="93"/>
                </a:cubicBezTo>
                <a:cubicBezTo>
                  <a:pt x="119" y="108"/>
                  <a:pt x="114" y="121"/>
                  <a:pt x="109" y="135"/>
                </a:cubicBezTo>
                <a:cubicBezTo>
                  <a:pt x="73" y="135"/>
                  <a:pt x="3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6" y="128"/>
                  <a:pt x="8" y="127"/>
                </a:cubicBezTo>
                <a:cubicBezTo>
                  <a:pt x="13" y="126"/>
                  <a:pt x="15" y="125"/>
                  <a:pt x="15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20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7" y="9"/>
                  <a:pt x="6" y="8"/>
                  <a:pt x="4" y="8"/>
                </a:cubicBezTo>
                <a:cubicBezTo>
                  <a:pt x="3" y="8"/>
                  <a:pt x="2" y="8"/>
                  <a:pt x="0" y="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4" name="Freeform 21">
            <a:extLst xmlns:a="http://schemas.openxmlformats.org/drawingml/2006/main">
              <a:ext uri="{FF2B5EF4-FFF2-40B4-BE49-F238E27FC236}">
                <a16:creationId xmlns:a16="http://schemas.microsoft.com/office/drawing/2014/main" id="{ED915015-DE8C-498F-8530-8733DF1B4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5152" y="689187"/>
            <a:ext cx="62726" cy="67859"/>
          </a:xfrm>
          <a:custGeom xmlns:a="http://schemas.openxmlformats.org/drawingml/2006/main">
            <a:gdLst>
              <a:gd name="T0" fmla="*/ 33 w 123"/>
              <a:gd name="T1" fmla="*/ 60 h 134"/>
              <a:gd name="T2" fmla="*/ 55 w 123"/>
              <a:gd name="T3" fmla="*/ 59 h 134"/>
              <a:gd name="T4" fmla="*/ 68 w 123"/>
              <a:gd name="T5" fmla="*/ 45 h 134"/>
              <a:gd name="T6" fmla="*/ 70 w 123"/>
              <a:gd name="T7" fmla="*/ 35 h 134"/>
              <a:gd name="T8" fmla="*/ 77 w 123"/>
              <a:gd name="T9" fmla="*/ 35 h 134"/>
              <a:gd name="T10" fmla="*/ 77 w 123"/>
              <a:gd name="T11" fmla="*/ 94 h 134"/>
              <a:gd name="T12" fmla="*/ 75 w 123"/>
              <a:gd name="T13" fmla="*/ 94 h 134"/>
              <a:gd name="T14" fmla="*/ 70 w 123"/>
              <a:gd name="T15" fmla="*/ 94 h 134"/>
              <a:gd name="T16" fmla="*/ 69 w 123"/>
              <a:gd name="T17" fmla="*/ 83 h 134"/>
              <a:gd name="T18" fmla="*/ 54 w 123"/>
              <a:gd name="T19" fmla="*/ 69 h 134"/>
              <a:gd name="T20" fmla="*/ 33 w 123"/>
              <a:gd name="T21" fmla="*/ 69 h 134"/>
              <a:gd name="T22" fmla="*/ 33 w 123"/>
              <a:gd name="T23" fmla="*/ 73 h 134"/>
              <a:gd name="T24" fmla="*/ 33 w 123"/>
              <a:gd name="T25" fmla="*/ 114 h 134"/>
              <a:gd name="T26" fmla="*/ 43 w 123"/>
              <a:gd name="T27" fmla="*/ 124 h 134"/>
              <a:gd name="T28" fmla="*/ 68 w 123"/>
              <a:gd name="T29" fmla="*/ 124 h 134"/>
              <a:gd name="T30" fmla="*/ 112 w 123"/>
              <a:gd name="T31" fmla="*/ 96 h 134"/>
              <a:gd name="T32" fmla="*/ 115 w 123"/>
              <a:gd name="T33" fmla="*/ 90 h 134"/>
              <a:gd name="T34" fmla="*/ 115 w 123"/>
              <a:gd name="T35" fmla="*/ 90 h 134"/>
              <a:gd name="T36" fmla="*/ 123 w 123"/>
              <a:gd name="T37" fmla="*/ 92 h 134"/>
              <a:gd name="T38" fmla="*/ 109 w 123"/>
              <a:gd name="T39" fmla="*/ 134 h 134"/>
              <a:gd name="T40" fmla="*/ 0 w 123"/>
              <a:gd name="T41" fmla="*/ 134 h 134"/>
              <a:gd name="T42" fmla="*/ 0 w 123"/>
              <a:gd name="T43" fmla="*/ 127 h 134"/>
              <a:gd name="T44" fmla="*/ 8 w 123"/>
              <a:gd name="T45" fmla="*/ 126 h 134"/>
              <a:gd name="T46" fmla="*/ 15 w 123"/>
              <a:gd name="T47" fmla="*/ 120 h 134"/>
              <a:gd name="T48" fmla="*/ 16 w 123"/>
              <a:gd name="T49" fmla="*/ 113 h 134"/>
              <a:gd name="T50" fmla="*/ 16 w 123"/>
              <a:gd name="T51" fmla="*/ 20 h 134"/>
              <a:gd name="T52" fmla="*/ 5 w 123"/>
              <a:gd name="T53" fmla="*/ 7 h 134"/>
              <a:gd name="T54" fmla="*/ 0 w 123"/>
              <a:gd name="T55" fmla="*/ 7 h 134"/>
              <a:gd name="T56" fmla="*/ 0 w 123"/>
              <a:gd name="T57" fmla="*/ 0 h 134"/>
              <a:gd name="T58" fmla="*/ 105 w 123"/>
              <a:gd name="T59" fmla="*/ 0 h 134"/>
              <a:gd name="T60" fmla="*/ 117 w 123"/>
              <a:gd name="T61" fmla="*/ 35 h 134"/>
              <a:gd name="T62" fmla="*/ 109 w 123"/>
              <a:gd name="T63" fmla="*/ 38 h 134"/>
              <a:gd name="T64" fmla="*/ 107 w 123"/>
              <a:gd name="T65" fmla="*/ 34 h 134"/>
              <a:gd name="T66" fmla="*/ 105 w 123"/>
              <a:gd name="T67" fmla="*/ 29 h 134"/>
              <a:gd name="T68" fmla="*/ 78 w 123"/>
              <a:gd name="T69" fmla="*/ 11 h 134"/>
              <a:gd name="T70" fmla="*/ 42 w 123"/>
              <a:gd name="T71" fmla="*/ 10 h 134"/>
              <a:gd name="T72" fmla="*/ 33 w 123"/>
              <a:gd name="T73" fmla="*/ 10 h 134"/>
              <a:gd name="T74" fmla="*/ 33 w 123"/>
              <a:gd name="T75" fmla="*/ 60 h 134"/>
            </a:gdLst>
            <a:rect l="0" t="0" r="r" b="b"/>
            <a:pathLst>
              <a:path w="123" h="134">
                <a:moveTo>
                  <a:pt x="33" y="60"/>
                </a:moveTo>
                <a:cubicBezTo>
                  <a:pt x="41" y="60"/>
                  <a:pt x="48" y="61"/>
                  <a:pt x="55" y="59"/>
                </a:cubicBezTo>
                <a:cubicBezTo>
                  <a:pt x="63" y="57"/>
                  <a:pt x="67" y="53"/>
                  <a:pt x="68" y="45"/>
                </a:cubicBezTo>
                <a:cubicBezTo>
                  <a:pt x="69" y="42"/>
                  <a:pt x="69" y="39"/>
                  <a:pt x="70" y="35"/>
                </a:cubicBezTo>
                <a:cubicBezTo>
                  <a:pt x="72" y="35"/>
                  <a:pt x="75" y="35"/>
                  <a:pt x="77" y="35"/>
                </a:cubicBezTo>
                <a:cubicBezTo>
                  <a:pt x="77" y="55"/>
                  <a:pt x="77" y="74"/>
                  <a:pt x="77" y="94"/>
                </a:cubicBezTo>
                <a:cubicBezTo>
                  <a:pt x="76" y="94"/>
                  <a:pt x="75" y="94"/>
                  <a:pt x="75" y="94"/>
                </a:cubicBezTo>
                <a:cubicBezTo>
                  <a:pt x="73" y="94"/>
                  <a:pt x="71" y="94"/>
                  <a:pt x="70" y="94"/>
                </a:cubicBezTo>
                <a:cubicBezTo>
                  <a:pt x="69" y="90"/>
                  <a:pt x="69" y="86"/>
                  <a:pt x="69" y="83"/>
                </a:cubicBezTo>
                <a:cubicBezTo>
                  <a:pt x="67" y="74"/>
                  <a:pt x="63" y="70"/>
                  <a:pt x="54" y="69"/>
                </a:cubicBezTo>
                <a:cubicBezTo>
                  <a:pt x="47" y="69"/>
                  <a:pt x="40" y="69"/>
                  <a:pt x="33" y="69"/>
                </a:cubicBezTo>
                <a:cubicBezTo>
                  <a:pt x="33" y="71"/>
                  <a:pt x="33" y="72"/>
                  <a:pt x="33" y="73"/>
                </a:cubicBezTo>
                <a:cubicBezTo>
                  <a:pt x="33" y="87"/>
                  <a:pt x="33" y="101"/>
                  <a:pt x="33" y="114"/>
                </a:cubicBezTo>
                <a:cubicBezTo>
                  <a:pt x="33" y="123"/>
                  <a:pt x="34" y="124"/>
                  <a:pt x="43" y="124"/>
                </a:cubicBezTo>
                <a:cubicBezTo>
                  <a:pt x="51" y="124"/>
                  <a:pt x="60" y="124"/>
                  <a:pt x="68" y="124"/>
                </a:cubicBezTo>
                <a:cubicBezTo>
                  <a:pt x="89" y="124"/>
                  <a:pt x="103" y="114"/>
                  <a:pt x="112" y="96"/>
                </a:cubicBezTo>
                <a:cubicBezTo>
                  <a:pt x="113" y="94"/>
                  <a:pt x="114" y="92"/>
                  <a:pt x="115" y="90"/>
                </a:cubicBezTo>
                <a:cubicBezTo>
                  <a:pt x="115" y="90"/>
                  <a:pt x="115" y="90"/>
                  <a:pt x="115" y="90"/>
                </a:cubicBezTo>
                <a:cubicBezTo>
                  <a:pt x="118" y="90"/>
                  <a:pt x="120" y="91"/>
                  <a:pt x="123" y="92"/>
                </a:cubicBezTo>
                <a:cubicBezTo>
                  <a:pt x="118" y="107"/>
                  <a:pt x="113" y="120"/>
                  <a:pt x="109" y="134"/>
                </a:cubicBezTo>
                <a:cubicBezTo>
                  <a:pt x="72" y="134"/>
                  <a:pt x="3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6"/>
                  <a:pt x="8" y="126"/>
                </a:cubicBezTo>
                <a:cubicBezTo>
                  <a:pt x="12" y="126"/>
                  <a:pt x="14" y="124"/>
                  <a:pt x="15" y="120"/>
                </a:cubicBezTo>
                <a:cubicBezTo>
                  <a:pt x="15" y="118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0"/>
                  <a:pt x="14" y="8"/>
                  <a:pt x="5" y="7"/>
                </a:cubicBezTo>
                <a:cubicBezTo>
                  <a:pt x="3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34" y="0"/>
                  <a:pt x="69" y="0"/>
                  <a:pt x="105" y="0"/>
                </a:cubicBezTo>
                <a:cubicBezTo>
                  <a:pt x="109" y="11"/>
                  <a:pt x="112" y="22"/>
                  <a:pt x="117" y="35"/>
                </a:cubicBezTo>
                <a:cubicBezTo>
                  <a:pt x="114" y="36"/>
                  <a:pt x="112" y="37"/>
                  <a:pt x="109" y="38"/>
                </a:cubicBezTo>
                <a:cubicBezTo>
                  <a:pt x="108" y="36"/>
                  <a:pt x="108" y="35"/>
                  <a:pt x="107" y="34"/>
                </a:cubicBezTo>
                <a:cubicBezTo>
                  <a:pt x="107" y="32"/>
                  <a:pt x="106" y="31"/>
                  <a:pt x="105" y="29"/>
                </a:cubicBezTo>
                <a:cubicBezTo>
                  <a:pt x="100" y="18"/>
                  <a:pt x="90" y="11"/>
                  <a:pt x="78" y="11"/>
                </a:cubicBezTo>
                <a:cubicBezTo>
                  <a:pt x="66" y="10"/>
                  <a:pt x="54" y="10"/>
                  <a:pt x="42" y="10"/>
                </a:cubicBezTo>
                <a:cubicBezTo>
                  <a:pt x="39" y="10"/>
                  <a:pt x="36" y="10"/>
                  <a:pt x="33" y="10"/>
                </a:cubicBezTo>
                <a:cubicBezTo>
                  <a:pt x="33" y="26"/>
                  <a:pt x="33" y="43"/>
                  <a:pt x="33" y="6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5" name="Freeform 22">
            <a:extLst xmlns:a="http://schemas.openxmlformats.org/drawingml/2006/main">
              <a:ext uri="{FF2B5EF4-FFF2-40B4-BE49-F238E27FC236}">
                <a16:creationId xmlns:a16="http://schemas.microsoft.com/office/drawing/2014/main" id="{D70EB865-54F0-410E-83F8-9528B8901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3944" y="689187"/>
            <a:ext cx="63867" cy="67859"/>
          </a:xfrm>
          <a:custGeom xmlns:a="http://schemas.openxmlformats.org/drawingml/2006/main">
            <a:gdLst>
              <a:gd name="T0" fmla="*/ 43 w 126"/>
              <a:gd name="T1" fmla="*/ 134 h 134"/>
              <a:gd name="T2" fmla="*/ 0 w 126"/>
              <a:gd name="T3" fmla="*/ 134 h 134"/>
              <a:gd name="T4" fmla="*/ 0 w 126"/>
              <a:gd name="T5" fmla="*/ 127 h 134"/>
              <a:gd name="T6" fmla="*/ 7 w 126"/>
              <a:gd name="T7" fmla="*/ 126 h 134"/>
              <a:gd name="T8" fmla="*/ 16 w 126"/>
              <a:gd name="T9" fmla="*/ 118 h 134"/>
              <a:gd name="T10" fmla="*/ 16 w 126"/>
              <a:gd name="T11" fmla="*/ 110 h 134"/>
              <a:gd name="T12" fmla="*/ 16 w 126"/>
              <a:gd name="T13" fmla="*/ 18 h 134"/>
              <a:gd name="T14" fmla="*/ 5 w 126"/>
              <a:gd name="T15" fmla="*/ 7 h 134"/>
              <a:gd name="T16" fmla="*/ 0 w 126"/>
              <a:gd name="T17" fmla="*/ 7 h 134"/>
              <a:gd name="T18" fmla="*/ 0 w 126"/>
              <a:gd name="T19" fmla="*/ 0 h 134"/>
              <a:gd name="T20" fmla="*/ 40 w 126"/>
              <a:gd name="T21" fmla="*/ 0 h 134"/>
              <a:gd name="T22" fmla="*/ 98 w 126"/>
              <a:gd name="T23" fmla="*/ 100 h 134"/>
              <a:gd name="T24" fmla="*/ 99 w 126"/>
              <a:gd name="T25" fmla="*/ 96 h 134"/>
              <a:gd name="T26" fmla="*/ 99 w 126"/>
              <a:gd name="T27" fmla="*/ 24 h 134"/>
              <a:gd name="T28" fmla="*/ 98 w 126"/>
              <a:gd name="T29" fmla="*/ 17 h 134"/>
              <a:gd name="T30" fmla="*/ 89 w 126"/>
              <a:gd name="T31" fmla="*/ 7 h 134"/>
              <a:gd name="T32" fmla="*/ 83 w 126"/>
              <a:gd name="T33" fmla="*/ 7 h 134"/>
              <a:gd name="T34" fmla="*/ 83 w 126"/>
              <a:gd name="T35" fmla="*/ 4 h 134"/>
              <a:gd name="T36" fmla="*/ 83 w 126"/>
              <a:gd name="T37" fmla="*/ 0 h 134"/>
              <a:gd name="T38" fmla="*/ 125 w 126"/>
              <a:gd name="T39" fmla="*/ 0 h 134"/>
              <a:gd name="T40" fmla="*/ 126 w 126"/>
              <a:gd name="T41" fmla="*/ 3 h 134"/>
              <a:gd name="T42" fmla="*/ 126 w 126"/>
              <a:gd name="T43" fmla="*/ 7 h 134"/>
              <a:gd name="T44" fmla="*/ 120 w 126"/>
              <a:gd name="T45" fmla="*/ 7 h 134"/>
              <a:gd name="T46" fmla="*/ 110 w 126"/>
              <a:gd name="T47" fmla="*/ 16 h 134"/>
              <a:gd name="T48" fmla="*/ 110 w 126"/>
              <a:gd name="T49" fmla="*/ 26 h 134"/>
              <a:gd name="T50" fmla="*/ 110 w 126"/>
              <a:gd name="T51" fmla="*/ 128 h 134"/>
              <a:gd name="T52" fmla="*/ 110 w 126"/>
              <a:gd name="T53" fmla="*/ 134 h 134"/>
              <a:gd name="T54" fmla="*/ 98 w 126"/>
              <a:gd name="T55" fmla="*/ 134 h 134"/>
              <a:gd name="T56" fmla="*/ 28 w 126"/>
              <a:gd name="T57" fmla="*/ 14 h 134"/>
              <a:gd name="T58" fmla="*/ 28 w 126"/>
              <a:gd name="T59" fmla="*/ 14 h 134"/>
              <a:gd name="T60" fmla="*/ 27 w 126"/>
              <a:gd name="T61" fmla="*/ 17 h 134"/>
              <a:gd name="T62" fmla="*/ 27 w 126"/>
              <a:gd name="T63" fmla="*/ 110 h 134"/>
              <a:gd name="T64" fmla="*/ 28 w 126"/>
              <a:gd name="T65" fmla="*/ 118 h 134"/>
              <a:gd name="T66" fmla="*/ 36 w 126"/>
              <a:gd name="T67" fmla="*/ 126 h 134"/>
              <a:gd name="T68" fmla="*/ 43 w 126"/>
              <a:gd name="T69" fmla="*/ 127 h 134"/>
              <a:gd name="T70" fmla="*/ 43 w 126"/>
              <a:gd name="T71" fmla="*/ 134 h 134"/>
            </a:gdLst>
            <a:rect l="0" t="0" r="r" b="b"/>
            <a:pathLst>
              <a:path w="126" h="134">
                <a:moveTo>
                  <a:pt x="43" y="134"/>
                </a:moveTo>
                <a:cubicBezTo>
                  <a:pt x="29" y="134"/>
                  <a:pt x="14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7"/>
                  <a:pt x="7" y="126"/>
                </a:cubicBezTo>
                <a:cubicBezTo>
                  <a:pt x="13" y="125"/>
                  <a:pt x="15" y="123"/>
                  <a:pt x="16" y="118"/>
                </a:cubicBezTo>
                <a:cubicBezTo>
                  <a:pt x="16" y="115"/>
                  <a:pt x="16" y="113"/>
                  <a:pt x="16" y="110"/>
                </a:cubicBezTo>
                <a:cubicBezTo>
                  <a:pt x="16" y="80"/>
                  <a:pt x="16" y="49"/>
                  <a:pt x="16" y="18"/>
                </a:cubicBezTo>
                <a:cubicBezTo>
                  <a:pt x="16" y="9"/>
                  <a:pt x="14" y="8"/>
                  <a:pt x="5" y="7"/>
                </a:cubicBezTo>
                <a:cubicBezTo>
                  <a:pt x="4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3" y="0"/>
                  <a:pt x="26" y="0"/>
                  <a:pt x="40" y="0"/>
                </a:cubicBezTo>
                <a:cubicBezTo>
                  <a:pt x="59" y="33"/>
                  <a:pt x="78" y="66"/>
                  <a:pt x="98" y="100"/>
                </a:cubicBezTo>
                <a:cubicBezTo>
                  <a:pt x="98" y="98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2"/>
                  <a:pt x="99" y="19"/>
                  <a:pt x="98" y="17"/>
                </a:cubicBezTo>
                <a:cubicBezTo>
                  <a:pt x="97" y="11"/>
                  <a:pt x="95" y="8"/>
                  <a:pt x="89" y="7"/>
                </a:cubicBezTo>
                <a:cubicBezTo>
                  <a:pt x="87" y="7"/>
                  <a:pt x="85" y="7"/>
                  <a:pt x="83" y="7"/>
                </a:cubicBezTo>
                <a:cubicBezTo>
                  <a:pt x="83" y="6"/>
                  <a:pt x="83" y="5"/>
                  <a:pt x="83" y="4"/>
                </a:cubicBezTo>
                <a:cubicBezTo>
                  <a:pt x="83" y="2"/>
                  <a:pt x="83" y="1"/>
                  <a:pt x="83" y="0"/>
                </a:cubicBezTo>
                <a:cubicBezTo>
                  <a:pt x="97" y="0"/>
                  <a:pt x="111" y="0"/>
                  <a:pt x="125" y="0"/>
                </a:cubicBezTo>
                <a:cubicBezTo>
                  <a:pt x="125" y="1"/>
                  <a:pt x="126" y="2"/>
                  <a:pt x="126" y="3"/>
                </a:cubicBezTo>
                <a:cubicBezTo>
                  <a:pt x="126" y="4"/>
                  <a:pt x="126" y="5"/>
                  <a:pt x="126" y="7"/>
                </a:cubicBezTo>
                <a:cubicBezTo>
                  <a:pt x="124" y="7"/>
                  <a:pt x="122" y="7"/>
                  <a:pt x="120" y="7"/>
                </a:cubicBezTo>
                <a:cubicBezTo>
                  <a:pt x="114" y="8"/>
                  <a:pt x="111" y="11"/>
                  <a:pt x="110" y="16"/>
                </a:cubicBezTo>
                <a:cubicBezTo>
                  <a:pt x="110" y="20"/>
                  <a:pt x="110" y="23"/>
                  <a:pt x="110" y="26"/>
                </a:cubicBezTo>
                <a:cubicBezTo>
                  <a:pt x="110" y="60"/>
                  <a:pt x="110" y="94"/>
                  <a:pt x="110" y="128"/>
                </a:cubicBezTo>
                <a:cubicBezTo>
                  <a:pt x="110" y="130"/>
                  <a:pt x="110" y="132"/>
                  <a:pt x="110" y="134"/>
                </a:cubicBezTo>
                <a:cubicBezTo>
                  <a:pt x="106" y="134"/>
                  <a:pt x="102" y="134"/>
                  <a:pt x="98" y="134"/>
                </a:cubicBezTo>
                <a:cubicBezTo>
                  <a:pt x="75" y="94"/>
                  <a:pt x="52" y="54"/>
                  <a:pt x="28" y="14"/>
                </a:cubicBezTo>
                <a:cubicBezTo>
                  <a:pt x="28" y="14"/>
                  <a:pt x="28" y="14"/>
                  <a:pt x="28" y="14"/>
                </a:cubicBezTo>
                <a:cubicBezTo>
                  <a:pt x="27" y="15"/>
                  <a:pt x="27" y="16"/>
                  <a:pt x="27" y="17"/>
                </a:cubicBezTo>
                <a:cubicBezTo>
                  <a:pt x="27" y="48"/>
                  <a:pt x="27" y="79"/>
                  <a:pt x="27" y="110"/>
                </a:cubicBezTo>
                <a:cubicBezTo>
                  <a:pt x="27" y="113"/>
                  <a:pt x="27" y="116"/>
                  <a:pt x="28" y="118"/>
                </a:cubicBezTo>
                <a:cubicBezTo>
                  <a:pt x="29" y="123"/>
                  <a:pt x="31" y="125"/>
                  <a:pt x="36" y="126"/>
                </a:cubicBezTo>
                <a:cubicBezTo>
                  <a:pt x="38" y="126"/>
                  <a:pt x="41" y="127"/>
                  <a:pt x="43" y="127"/>
                </a:cubicBezTo>
                <a:cubicBezTo>
                  <a:pt x="43" y="129"/>
                  <a:pt x="43" y="132"/>
                  <a:pt x="43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6" name="Freeform 23">
            <a:extLst xmlns:a="http://schemas.openxmlformats.org/drawingml/2006/main">
              <a:ext uri="{FF2B5EF4-FFF2-40B4-BE49-F238E27FC236}">
                <a16:creationId xmlns:a16="http://schemas.microsoft.com/office/drawing/2014/main" id="{93653003-C43A-4063-98AE-2877CB3A9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2943" y="686906"/>
            <a:ext cx="70710" cy="72991"/>
          </a:xfrm>
          <a:custGeom xmlns:a="http://schemas.openxmlformats.org/drawingml/2006/main">
            <a:gdLst>
              <a:gd name="T0" fmla="*/ 87 w 139"/>
              <a:gd name="T1" fmla="*/ 79 h 144"/>
              <a:gd name="T2" fmla="*/ 87 w 139"/>
              <a:gd name="T3" fmla="*/ 71 h 144"/>
              <a:gd name="T4" fmla="*/ 139 w 139"/>
              <a:gd name="T5" fmla="*/ 71 h 144"/>
              <a:gd name="T6" fmla="*/ 139 w 139"/>
              <a:gd name="T7" fmla="*/ 79 h 144"/>
              <a:gd name="T8" fmla="*/ 133 w 139"/>
              <a:gd name="T9" fmla="*/ 79 h 144"/>
              <a:gd name="T10" fmla="*/ 124 w 139"/>
              <a:gd name="T11" fmla="*/ 88 h 144"/>
              <a:gd name="T12" fmla="*/ 124 w 139"/>
              <a:gd name="T13" fmla="*/ 95 h 144"/>
              <a:gd name="T14" fmla="*/ 124 w 139"/>
              <a:gd name="T15" fmla="*/ 134 h 144"/>
              <a:gd name="T16" fmla="*/ 124 w 139"/>
              <a:gd name="T17" fmla="*/ 139 h 144"/>
              <a:gd name="T18" fmla="*/ 115 w 139"/>
              <a:gd name="T19" fmla="*/ 139 h 144"/>
              <a:gd name="T20" fmla="*/ 110 w 139"/>
              <a:gd name="T21" fmla="*/ 128 h 144"/>
              <a:gd name="T22" fmla="*/ 105 w 139"/>
              <a:gd name="T23" fmla="*/ 131 h 144"/>
              <a:gd name="T24" fmla="*/ 56 w 139"/>
              <a:gd name="T25" fmla="*/ 141 h 144"/>
              <a:gd name="T26" fmla="*/ 10 w 139"/>
              <a:gd name="T27" fmla="*/ 103 h 144"/>
              <a:gd name="T28" fmla="*/ 15 w 139"/>
              <a:gd name="T29" fmla="*/ 33 h 144"/>
              <a:gd name="T30" fmla="*/ 56 w 139"/>
              <a:gd name="T31" fmla="*/ 3 h 144"/>
              <a:gd name="T32" fmla="*/ 99 w 139"/>
              <a:gd name="T33" fmla="*/ 11 h 144"/>
              <a:gd name="T34" fmla="*/ 102 w 139"/>
              <a:gd name="T35" fmla="*/ 13 h 144"/>
              <a:gd name="T36" fmla="*/ 105 w 139"/>
              <a:gd name="T37" fmla="*/ 5 h 144"/>
              <a:gd name="T38" fmla="*/ 112 w 139"/>
              <a:gd name="T39" fmla="*/ 5 h 144"/>
              <a:gd name="T40" fmla="*/ 122 w 139"/>
              <a:gd name="T41" fmla="*/ 46 h 144"/>
              <a:gd name="T42" fmla="*/ 114 w 139"/>
              <a:gd name="T43" fmla="*/ 49 h 144"/>
              <a:gd name="T44" fmla="*/ 112 w 139"/>
              <a:gd name="T45" fmla="*/ 44 h 144"/>
              <a:gd name="T46" fmla="*/ 100 w 139"/>
              <a:gd name="T47" fmla="*/ 25 h 144"/>
              <a:gd name="T48" fmla="*/ 42 w 139"/>
              <a:gd name="T49" fmla="*/ 23 h 144"/>
              <a:gd name="T50" fmla="*/ 24 w 139"/>
              <a:gd name="T51" fmla="*/ 62 h 144"/>
              <a:gd name="T52" fmla="*/ 34 w 139"/>
              <a:gd name="T53" fmla="*/ 109 h 144"/>
              <a:gd name="T54" fmla="*/ 77 w 139"/>
              <a:gd name="T55" fmla="*/ 131 h 144"/>
              <a:gd name="T56" fmla="*/ 101 w 139"/>
              <a:gd name="T57" fmla="*/ 120 h 144"/>
              <a:gd name="T58" fmla="*/ 106 w 139"/>
              <a:gd name="T59" fmla="*/ 109 h 144"/>
              <a:gd name="T60" fmla="*/ 106 w 139"/>
              <a:gd name="T61" fmla="*/ 90 h 144"/>
              <a:gd name="T62" fmla="*/ 96 w 139"/>
              <a:gd name="T63" fmla="*/ 79 h 144"/>
              <a:gd name="T64" fmla="*/ 87 w 139"/>
              <a:gd name="T65" fmla="*/ 79 h 144"/>
            </a:gdLst>
            <a:rect l="0" t="0" r="r" b="b"/>
            <a:pathLst>
              <a:path w="139" h="144">
                <a:moveTo>
                  <a:pt x="87" y="79"/>
                </a:moveTo>
                <a:cubicBezTo>
                  <a:pt x="87" y="76"/>
                  <a:pt x="87" y="74"/>
                  <a:pt x="87" y="71"/>
                </a:cubicBezTo>
                <a:cubicBezTo>
                  <a:pt x="105" y="71"/>
                  <a:pt x="122" y="71"/>
                  <a:pt x="139" y="71"/>
                </a:cubicBezTo>
                <a:cubicBezTo>
                  <a:pt x="139" y="74"/>
                  <a:pt x="139" y="76"/>
                  <a:pt x="139" y="79"/>
                </a:cubicBezTo>
                <a:cubicBezTo>
                  <a:pt x="137" y="79"/>
                  <a:pt x="135" y="79"/>
                  <a:pt x="133" y="79"/>
                </a:cubicBezTo>
                <a:cubicBezTo>
                  <a:pt x="127" y="79"/>
                  <a:pt x="125" y="81"/>
                  <a:pt x="124" y="88"/>
                </a:cubicBezTo>
                <a:cubicBezTo>
                  <a:pt x="124" y="90"/>
                  <a:pt x="124" y="93"/>
                  <a:pt x="124" y="95"/>
                </a:cubicBezTo>
                <a:cubicBezTo>
                  <a:pt x="124" y="108"/>
                  <a:pt x="124" y="121"/>
                  <a:pt x="124" y="134"/>
                </a:cubicBezTo>
                <a:cubicBezTo>
                  <a:pt x="124" y="135"/>
                  <a:pt x="124" y="137"/>
                  <a:pt x="124" y="139"/>
                </a:cubicBezTo>
                <a:cubicBezTo>
                  <a:pt x="121" y="139"/>
                  <a:pt x="118" y="139"/>
                  <a:pt x="115" y="139"/>
                </a:cubicBezTo>
                <a:cubicBezTo>
                  <a:pt x="113" y="136"/>
                  <a:pt x="112" y="132"/>
                  <a:pt x="110" y="128"/>
                </a:cubicBezTo>
                <a:cubicBezTo>
                  <a:pt x="108" y="129"/>
                  <a:pt x="107" y="130"/>
                  <a:pt x="105" y="131"/>
                </a:cubicBezTo>
                <a:cubicBezTo>
                  <a:pt x="90" y="140"/>
                  <a:pt x="74" y="144"/>
                  <a:pt x="56" y="141"/>
                </a:cubicBezTo>
                <a:cubicBezTo>
                  <a:pt x="34" y="137"/>
                  <a:pt x="18" y="124"/>
                  <a:pt x="10" y="103"/>
                </a:cubicBezTo>
                <a:cubicBezTo>
                  <a:pt x="0" y="79"/>
                  <a:pt x="1" y="55"/>
                  <a:pt x="15" y="33"/>
                </a:cubicBezTo>
                <a:cubicBezTo>
                  <a:pt x="24" y="17"/>
                  <a:pt x="38" y="6"/>
                  <a:pt x="56" y="3"/>
                </a:cubicBezTo>
                <a:cubicBezTo>
                  <a:pt x="71" y="0"/>
                  <a:pt x="86" y="2"/>
                  <a:pt x="99" y="11"/>
                </a:cubicBezTo>
                <a:cubicBezTo>
                  <a:pt x="100" y="12"/>
                  <a:pt x="101" y="12"/>
                  <a:pt x="102" y="13"/>
                </a:cubicBezTo>
                <a:cubicBezTo>
                  <a:pt x="103" y="10"/>
                  <a:pt x="104" y="7"/>
                  <a:pt x="105" y="5"/>
                </a:cubicBezTo>
                <a:cubicBezTo>
                  <a:pt x="107" y="5"/>
                  <a:pt x="109" y="5"/>
                  <a:pt x="112" y="5"/>
                </a:cubicBezTo>
                <a:cubicBezTo>
                  <a:pt x="115" y="18"/>
                  <a:pt x="119" y="32"/>
                  <a:pt x="122" y="46"/>
                </a:cubicBezTo>
                <a:cubicBezTo>
                  <a:pt x="120" y="47"/>
                  <a:pt x="117" y="48"/>
                  <a:pt x="114" y="49"/>
                </a:cubicBezTo>
                <a:cubicBezTo>
                  <a:pt x="114" y="47"/>
                  <a:pt x="113" y="45"/>
                  <a:pt x="112" y="44"/>
                </a:cubicBezTo>
                <a:cubicBezTo>
                  <a:pt x="109" y="37"/>
                  <a:pt x="105" y="30"/>
                  <a:pt x="100" y="25"/>
                </a:cubicBezTo>
                <a:cubicBezTo>
                  <a:pt x="84" y="8"/>
                  <a:pt x="59" y="7"/>
                  <a:pt x="42" y="23"/>
                </a:cubicBezTo>
                <a:cubicBezTo>
                  <a:pt x="31" y="34"/>
                  <a:pt x="25" y="47"/>
                  <a:pt x="24" y="62"/>
                </a:cubicBezTo>
                <a:cubicBezTo>
                  <a:pt x="22" y="79"/>
                  <a:pt x="25" y="95"/>
                  <a:pt x="34" y="109"/>
                </a:cubicBezTo>
                <a:cubicBezTo>
                  <a:pt x="44" y="125"/>
                  <a:pt x="59" y="132"/>
                  <a:pt x="77" y="131"/>
                </a:cubicBezTo>
                <a:cubicBezTo>
                  <a:pt x="86" y="130"/>
                  <a:pt x="94" y="127"/>
                  <a:pt x="101" y="120"/>
                </a:cubicBezTo>
                <a:cubicBezTo>
                  <a:pt x="104" y="117"/>
                  <a:pt x="106" y="114"/>
                  <a:pt x="106" y="109"/>
                </a:cubicBezTo>
                <a:cubicBezTo>
                  <a:pt x="106" y="103"/>
                  <a:pt x="107" y="96"/>
                  <a:pt x="106" y="90"/>
                </a:cubicBezTo>
                <a:cubicBezTo>
                  <a:pt x="106" y="82"/>
                  <a:pt x="104" y="81"/>
                  <a:pt x="96" y="79"/>
                </a:cubicBezTo>
                <a:cubicBezTo>
                  <a:pt x="94" y="79"/>
                  <a:pt x="91" y="79"/>
                  <a:pt x="87" y="79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7" name="Freeform 25">
            <a:extLst xmlns:a="http://schemas.openxmlformats.org/drawingml/2006/main">
              <a:ext uri="{FF2B5EF4-FFF2-40B4-BE49-F238E27FC236}">
                <a16:creationId xmlns:a16="http://schemas.microsoft.com/office/drawing/2014/main" id="{A0F1D100-140C-474B-AC63-BE1FB4AE0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081" y="688046"/>
            <a:ext cx="57594" cy="70710"/>
          </a:xfrm>
          <a:custGeom xmlns:a="http://schemas.openxmlformats.org/drawingml/2006/main">
            <a:gdLst>
              <a:gd name="T0" fmla="*/ 103 w 113"/>
              <a:gd name="T1" fmla="*/ 44 h 140"/>
              <a:gd name="T2" fmla="*/ 95 w 113"/>
              <a:gd name="T3" fmla="*/ 46 h 140"/>
              <a:gd name="T4" fmla="*/ 92 w 113"/>
              <a:gd name="T5" fmla="*/ 41 h 140"/>
              <a:gd name="T6" fmla="*/ 72 w 113"/>
              <a:gd name="T7" fmla="*/ 18 h 140"/>
              <a:gd name="T8" fmla="*/ 38 w 113"/>
              <a:gd name="T9" fmla="*/ 12 h 140"/>
              <a:gd name="T10" fmla="*/ 25 w 113"/>
              <a:gd name="T11" fmla="*/ 19 h 140"/>
              <a:gd name="T12" fmla="*/ 26 w 113"/>
              <a:gd name="T13" fmla="*/ 44 h 140"/>
              <a:gd name="T14" fmla="*/ 42 w 113"/>
              <a:gd name="T15" fmla="*/ 53 h 140"/>
              <a:gd name="T16" fmla="*/ 70 w 113"/>
              <a:gd name="T17" fmla="*/ 62 h 140"/>
              <a:gd name="T18" fmla="*/ 90 w 113"/>
              <a:gd name="T19" fmla="*/ 70 h 140"/>
              <a:gd name="T20" fmla="*/ 97 w 113"/>
              <a:gd name="T21" fmla="*/ 125 h 140"/>
              <a:gd name="T22" fmla="*/ 56 w 113"/>
              <a:gd name="T23" fmla="*/ 140 h 140"/>
              <a:gd name="T24" fmla="*/ 25 w 113"/>
              <a:gd name="T25" fmla="*/ 128 h 140"/>
              <a:gd name="T26" fmla="*/ 21 w 113"/>
              <a:gd name="T27" fmla="*/ 125 h 140"/>
              <a:gd name="T28" fmla="*/ 16 w 113"/>
              <a:gd name="T29" fmla="*/ 137 h 140"/>
              <a:gd name="T30" fmla="*/ 10 w 113"/>
              <a:gd name="T31" fmla="*/ 137 h 140"/>
              <a:gd name="T32" fmla="*/ 1 w 113"/>
              <a:gd name="T33" fmla="*/ 89 h 140"/>
              <a:gd name="T34" fmla="*/ 10 w 113"/>
              <a:gd name="T35" fmla="*/ 87 h 140"/>
              <a:gd name="T36" fmla="*/ 13 w 113"/>
              <a:gd name="T37" fmla="*/ 95 h 140"/>
              <a:gd name="T38" fmla="*/ 36 w 113"/>
              <a:gd name="T39" fmla="*/ 122 h 140"/>
              <a:gd name="T40" fmla="*/ 69 w 113"/>
              <a:gd name="T41" fmla="*/ 128 h 140"/>
              <a:gd name="T42" fmla="*/ 85 w 113"/>
              <a:gd name="T43" fmla="*/ 119 h 140"/>
              <a:gd name="T44" fmla="*/ 81 w 113"/>
              <a:gd name="T45" fmla="*/ 86 h 140"/>
              <a:gd name="T46" fmla="*/ 63 w 113"/>
              <a:gd name="T47" fmla="*/ 79 h 140"/>
              <a:gd name="T48" fmla="*/ 38 w 113"/>
              <a:gd name="T49" fmla="*/ 71 h 140"/>
              <a:gd name="T50" fmla="*/ 19 w 113"/>
              <a:gd name="T51" fmla="*/ 62 h 140"/>
              <a:gd name="T52" fmla="*/ 15 w 113"/>
              <a:gd name="T53" fmla="*/ 13 h 140"/>
              <a:gd name="T54" fmla="*/ 51 w 113"/>
              <a:gd name="T55" fmla="*/ 0 h 140"/>
              <a:gd name="T56" fmla="*/ 81 w 113"/>
              <a:gd name="T57" fmla="*/ 10 h 140"/>
              <a:gd name="T58" fmla="*/ 82 w 113"/>
              <a:gd name="T59" fmla="*/ 11 h 140"/>
              <a:gd name="T60" fmla="*/ 83 w 113"/>
              <a:gd name="T61" fmla="*/ 11 h 140"/>
              <a:gd name="T62" fmla="*/ 87 w 113"/>
              <a:gd name="T63" fmla="*/ 2 h 140"/>
              <a:gd name="T64" fmla="*/ 93 w 113"/>
              <a:gd name="T65" fmla="*/ 2 h 140"/>
              <a:gd name="T66" fmla="*/ 103 w 113"/>
              <a:gd name="T67" fmla="*/ 44 h 140"/>
            </a:gdLst>
            <a:rect l="0" t="0" r="r" b="b"/>
            <a:pathLst>
              <a:path w="113" h="140">
                <a:moveTo>
                  <a:pt x="103" y="44"/>
                </a:moveTo>
                <a:cubicBezTo>
                  <a:pt x="100" y="45"/>
                  <a:pt x="98" y="45"/>
                  <a:pt x="95" y="46"/>
                </a:cubicBezTo>
                <a:cubicBezTo>
                  <a:pt x="94" y="44"/>
                  <a:pt x="93" y="43"/>
                  <a:pt x="92" y="41"/>
                </a:cubicBezTo>
                <a:cubicBezTo>
                  <a:pt x="87" y="32"/>
                  <a:pt x="81" y="24"/>
                  <a:pt x="72" y="18"/>
                </a:cubicBezTo>
                <a:cubicBezTo>
                  <a:pt x="61" y="11"/>
                  <a:pt x="50" y="9"/>
                  <a:pt x="38" y="12"/>
                </a:cubicBezTo>
                <a:cubicBezTo>
                  <a:pt x="33" y="13"/>
                  <a:pt x="28" y="16"/>
                  <a:pt x="25" y="19"/>
                </a:cubicBezTo>
                <a:cubicBezTo>
                  <a:pt x="18" y="27"/>
                  <a:pt x="19" y="38"/>
                  <a:pt x="26" y="44"/>
                </a:cubicBezTo>
                <a:cubicBezTo>
                  <a:pt x="31" y="49"/>
                  <a:pt x="36" y="51"/>
                  <a:pt x="42" y="53"/>
                </a:cubicBezTo>
                <a:cubicBezTo>
                  <a:pt x="51" y="56"/>
                  <a:pt x="61" y="59"/>
                  <a:pt x="70" y="62"/>
                </a:cubicBezTo>
                <a:cubicBezTo>
                  <a:pt x="77" y="64"/>
                  <a:pt x="84" y="67"/>
                  <a:pt x="90" y="70"/>
                </a:cubicBezTo>
                <a:cubicBezTo>
                  <a:pt x="113" y="83"/>
                  <a:pt x="112" y="111"/>
                  <a:pt x="97" y="125"/>
                </a:cubicBezTo>
                <a:cubicBezTo>
                  <a:pt x="85" y="137"/>
                  <a:pt x="71" y="140"/>
                  <a:pt x="56" y="140"/>
                </a:cubicBezTo>
                <a:cubicBezTo>
                  <a:pt x="44" y="139"/>
                  <a:pt x="34" y="135"/>
                  <a:pt x="25" y="128"/>
                </a:cubicBezTo>
                <a:cubicBezTo>
                  <a:pt x="24" y="127"/>
                  <a:pt x="23" y="126"/>
                  <a:pt x="21" y="125"/>
                </a:cubicBezTo>
                <a:cubicBezTo>
                  <a:pt x="19" y="129"/>
                  <a:pt x="18" y="133"/>
                  <a:pt x="16" y="137"/>
                </a:cubicBezTo>
                <a:cubicBezTo>
                  <a:pt x="14" y="137"/>
                  <a:pt x="12" y="137"/>
                  <a:pt x="10" y="137"/>
                </a:cubicBezTo>
                <a:cubicBezTo>
                  <a:pt x="7" y="121"/>
                  <a:pt x="4" y="105"/>
                  <a:pt x="1" y="89"/>
                </a:cubicBezTo>
                <a:cubicBezTo>
                  <a:pt x="4" y="88"/>
                  <a:pt x="7" y="88"/>
                  <a:pt x="10" y="87"/>
                </a:cubicBezTo>
                <a:cubicBezTo>
                  <a:pt x="11" y="90"/>
                  <a:pt x="12" y="93"/>
                  <a:pt x="13" y="95"/>
                </a:cubicBezTo>
                <a:cubicBezTo>
                  <a:pt x="18" y="106"/>
                  <a:pt x="26" y="116"/>
                  <a:pt x="36" y="122"/>
                </a:cubicBezTo>
                <a:cubicBezTo>
                  <a:pt x="46" y="129"/>
                  <a:pt x="57" y="131"/>
                  <a:pt x="69" y="128"/>
                </a:cubicBezTo>
                <a:cubicBezTo>
                  <a:pt x="75" y="127"/>
                  <a:pt x="80" y="123"/>
                  <a:pt x="85" y="119"/>
                </a:cubicBezTo>
                <a:cubicBezTo>
                  <a:pt x="94" y="110"/>
                  <a:pt x="94" y="93"/>
                  <a:pt x="81" y="86"/>
                </a:cubicBezTo>
                <a:cubicBezTo>
                  <a:pt x="75" y="83"/>
                  <a:pt x="69" y="81"/>
                  <a:pt x="63" y="79"/>
                </a:cubicBezTo>
                <a:cubicBezTo>
                  <a:pt x="55" y="76"/>
                  <a:pt x="46" y="74"/>
                  <a:pt x="38" y="71"/>
                </a:cubicBezTo>
                <a:cubicBezTo>
                  <a:pt x="31" y="69"/>
                  <a:pt x="25" y="66"/>
                  <a:pt x="19" y="62"/>
                </a:cubicBezTo>
                <a:cubicBezTo>
                  <a:pt x="1" y="51"/>
                  <a:pt x="0" y="27"/>
                  <a:pt x="15" y="13"/>
                </a:cubicBezTo>
                <a:cubicBezTo>
                  <a:pt x="25" y="3"/>
                  <a:pt x="37" y="0"/>
                  <a:pt x="51" y="0"/>
                </a:cubicBezTo>
                <a:cubicBezTo>
                  <a:pt x="62" y="0"/>
                  <a:pt x="72" y="3"/>
                  <a:pt x="81" y="10"/>
                </a:cubicBezTo>
                <a:cubicBezTo>
                  <a:pt x="81" y="10"/>
                  <a:pt x="81" y="11"/>
                  <a:pt x="82" y="11"/>
                </a:cubicBezTo>
                <a:cubicBezTo>
                  <a:pt x="82" y="11"/>
                  <a:pt x="82" y="11"/>
                  <a:pt x="83" y="11"/>
                </a:cubicBezTo>
                <a:cubicBezTo>
                  <a:pt x="84" y="8"/>
                  <a:pt x="85" y="5"/>
                  <a:pt x="87" y="2"/>
                </a:cubicBezTo>
                <a:cubicBezTo>
                  <a:pt x="89" y="2"/>
                  <a:pt x="91" y="2"/>
                  <a:pt x="93" y="2"/>
                </a:cubicBezTo>
                <a:cubicBezTo>
                  <a:pt x="96" y="16"/>
                  <a:pt x="100" y="30"/>
                  <a:pt x="103" y="4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8" name="Freeform 27">
            <a:extLst xmlns:a="http://schemas.openxmlformats.org/drawingml/2006/main">
              <a:ext uri="{FF2B5EF4-FFF2-40B4-BE49-F238E27FC236}">
                <a16:creationId xmlns:a16="http://schemas.microsoft.com/office/drawing/2014/main" id="{A7F648B0-730C-471E-9BCC-EBAF56499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5846" y="688617"/>
            <a:ext cx="57594" cy="68429"/>
          </a:xfrm>
          <a:custGeom xmlns:a="http://schemas.openxmlformats.org/drawingml/2006/main">
            <a:gdLst>
              <a:gd name="T0" fmla="*/ 33 w 113"/>
              <a:gd name="T1" fmla="*/ 78 h 135"/>
              <a:gd name="T2" fmla="*/ 33 w 113"/>
              <a:gd name="T3" fmla="*/ 82 h 135"/>
              <a:gd name="T4" fmla="*/ 33 w 113"/>
              <a:gd name="T5" fmla="*/ 114 h 135"/>
              <a:gd name="T6" fmla="*/ 33 w 113"/>
              <a:gd name="T7" fmla="*/ 118 h 135"/>
              <a:gd name="T8" fmla="*/ 43 w 113"/>
              <a:gd name="T9" fmla="*/ 128 h 135"/>
              <a:gd name="T10" fmla="*/ 49 w 113"/>
              <a:gd name="T11" fmla="*/ 128 h 135"/>
              <a:gd name="T12" fmla="*/ 49 w 113"/>
              <a:gd name="T13" fmla="*/ 135 h 135"/>
              <a:gd name="T14" fmla="*/ 0 w 113"/>
              <a:gd name="T15" fmla="*/ 135 h 135"/>
              <a:gd name="T16" fmla="*/ 0 w 113"/>
              <a:gd name="T17" fmla="*/ 128 h 135"/>
              <a:gd name="T18" fmla="*/ 8 w 113"/>
              <a:gd name="T19" fmla="*/ 127 h 135"/>
              <a:gd name="T20" fmla="*/ 15 w 113"/>
              <a:gd name="T21" fmla="*/ 120 h 135"/>
              <a:gd name="T22" fmla="*/ 15 w 113"/>
              <a:gd name="T23" fmla="*/ 114 h 135"/>
              <a:gd name="T24" fmla="*/ 15 w 113"/>
              <a:gd name="T25" fmla="*/ 21 h 135"/>
              <a:gd name="T26" fmla="*/ 15 w 113"/>
              <a:gd name="T27" fmla="*/ 14 h 135"/>
              <a:gd name="T28" fmla="*/ 9 w 113"/>
              <a:gd name="T29" fmla="*/ 9 h 135"/>
              <a:gd name="T30" fmla="*/ 0 w 113"/>
              <a:gd name="T31" fmla="*/ 8 h 135"/>
              <a:gd name="T32" fmla="*/ 0 w 113"/>
              <a:gd name="T33" fmla="*/ 1 h 135"/>
              <a:gd name="T34" fmla="*/ 4 w 113"/>
              <a:gd name="T35" fmla="*/ 0 h 135"/>
              <a:gd name="T36" fmla="*/ 56 w 113"/>
              <a:gd name="T37" fmla="*/ 0 h 135"/>
              <a:gd name="T38" fmla="*/ 73 w 113"/>
              <a:gd name="T39" fmla="*/ 1 h 135"/>
              <a:gd name="T40" fmla="*/ 106 w 113"/>
              <a:gd name="T41" fmla="*/ 50 h 135"/>
              <a:gd name="T42" fmla="*/ 78 w 113"/>
              <a:gd name="T43" fmla="*/ 76 h 135"/>
              <a:gd name="T44" fmla="*/ 55 w 113"/>
              <a:gd name="T45" fmla="*/ 78 h 135"/>
              <a:gd name="T46" fmla="*/ 33 w 113"/>
              <a:gd name="T47" fmla="*/ 78 h 135"/>
              <a:gd name="T48" fmla="*/ 33 w 113"/>
              <a:gd name="T49" fmla="*/ 68 h 135"/>
              <a:gd name="T50" fmla="*/ 67 w 113"/>
              <a:gd name="T51" fmla="*/ 67 h 135"/>
              <a:gd name="T52" fmla="*/ 85 w 113"/>
              <a:gd name="T53" fmla="*/ 52 h 135"/>
              <a:gd name="T54" fmla="*/ 87 w 113"/>
              <a:gd name="T55" fmla="*/ 29 h 135"/>
              <a:gd name="T56" fmla="*/ 66 w 113"/>
              <a:gd name="T57" fmla="*/ 11 h 135"/>
              <a:gd name="T58" fmla="*/ 34 w 113"/>
              <a:gd name="T59" fmla="*/ 11 h 135"/>
              <a:gd name="T60" fmla="*/ 33 w 113"/>
              <a:gd name="T61" fmla="*/ 11 h 135"/>
              <a:gd name="T62" fmla="*/ 33 w 113"/>
              <a:gd name="T63" fmla="*/ 68 h 135"/>
            </a:gdLst>
            <a:rect l="0" t="0" r="r" b="b"/>
            <a:pathLst>
              <a:path w="113" h="135">
                <a:moveTo>
                  <a:pt x="33" y="78"/>
                </a:moveTo>
                <a:cubicBezTo>
                  <a:pt x="33" y="80"/>
                  <a:pt x="33" y="81"/>
                  <a:pt x="33" y="82"/>
                </a:cubicBezTo>
                <a:cubicBezTo>
                  <a:pt x="33" y="93"/>
                  <a:pt x="33" y="103"/>
                  <a:pt x="33" y="114"/>
                </a:cubicBezTo>
                <a:cubicBezTo>
                  <a:pt x="33" y="115"/>
                  <a:pt x="33" y="117"/>
                  <a:pt x="33" y="118"/>
                </a:cubicBezTo>
                <a:cubicBezTo>
                  <a:pt x="34" y="125"/>
                  <a:pt x="35" y="127"/>
                  <a:pt x="43" y="128"/>
                </a:cubicBezTo>
                <a:cubicBezTo>
                  <a:pt x="45" y="128"/>
                  <a:pt x="47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6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8" y="127"/>
                </a:cubicBezTo>
                <a:cubicBezTo>
                  <a:pt x="13" y="126"/>
                  <a:pt x="14" y="125"/>
                  <a:pt x="15" y="120"/>
                </a:cubicBezTo>
                <a:cubicBezTo>
                  <a:pt x="15" y="118"/>
                  <a:pt x="15" y="116"/>
                  <a:pt x="15" y="114"/>
                </a:cubicBezTo>
                <a:cubicBezTo>
                  <a:pt x="16" y="83"/>
                  <a:pt x="16" y="52"/>
                  <a:pt x="15" y="21"/>
                </a:cubicBezTo>
                <a:cubicBezTo>
                  <a:pt x="15" y="19"/>
                  <a:pt x="15" y="16"/>
                  <a:pt x="15" y="14"/>
                </a:cubicBezTo>
                <a:cubicBezTo>
                  <a:pt x="14" y="11"/>
                  <a:pt x="12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1" y="0"/>
                  <a:pt x="3" y="0"/>
                  <a:pt x="4" y="0"/>
                </a:cubicBezTo>
                <a:cubicBezTo>
                  <a:pt x="21" y="0"/>
                  <a:pt x="39" y="0"/>
                  <a:pt x="56" y="0"/>
                </a:cubicBezTo>
                <a:cubicBezTo>
                  <a:pt x="62" y="0"/>
                  <a:pt x="68" y="1"/>
                  <a:pt x="73" y="1"/>
                </a:cubicBezTo>
                <a:cubicBezTo>
                  <a:pt x="98" y="4"/>
                  <a:pt x="113" y="26"/>
                  <a:pt x="106" y="50"/>
                </a:cubicBezTo>
                <a:cubicBezTo>
                  <a:pt x="102" y="64"/>
                  <a:pt x="93" y="73"/>
                  <a:pt x="78" y="76"/>
                </a:cubicBezTo>
                <a:cubicBezTo>
                  <a:pt x="70" y="77"/>
                  <a:pt x="63" y="77"/>
                  <a:pt x="55" y="78"/>
                </a:cubicBezTo>
                <a:cubicBezTo>
                  <a:pt x="48" y="78"/>
                  <a:pt x="41" y="78"/>
                  <a:pt x="33" y="78"/>
                </a:cubicBezTo>
                <a:close/>
                <a:moveTo>
                  <a:pt x="33" y="68"/>
                </a:moveTo>
                <a:cubicBezTo>
                  <a:pt x="45" y="67"/>
                  <a:pt x="56" y="68"/>
                  <a:pt x="67" y="67"/>
                </a:cubicBezTo>
                <a:cubicBezTo>
                  <a:pt x="76" y="66"/>
                  <a:pt x="82" y="60"/>
                  <a:pt x="85" y="52"/>
                </a:cubicBezTo>
                <a:cubicBezTo>
                  <a:pt x="89" y="45"/>
                  <a:pt x="89" y="37"/>
                  <a:pt x="87" y="29"/>
                </a:cubicBezTo>
                <a:cubicBezTo>
                  <a:pt x="84" y="19"/>
                  <a:pt x="78" y="12"/>
                  <a:pt x="66" y="11"/>
                </a:cubicBezTo>
                <a:cubicBezTo>
                  <a:pt x="56" y="11"/>
                  <a:pt x="45" y="11"/>
                  <a:pt x="34" y="11"/>
                </a:cubicBezTo>
                <a:cubicBezTo>
                  <a:pt x="34" y="11"/>
                  <a:pt x="34" y="11"/>
                  <a:pt x="33" y="11"/>
                </a:cubicBezTo>
                <a:cubicBezTo>
                  <a:pt x="33" y="30"/>
                  <a:pt x="33" y="48"/>
                  <a:pt x="33" y="6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21BBF2C3-7BB2-469D-A195-F2BB265EF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5017" y="689187"/>
            <a:ext cx="67859" cy="70140"/>
          </a:xfrm>
          <a:custGeom xmlns:a="http://schemas.openxmlformats.org/drawingml/2006/main">
            <a:gdLst>
              <a:gd name="T0" fmla="*/ 49 w 133"/>
              <a:gd name="T1" fmla="*/ 0 h 138"/>
              <a:gd name="T2" fmla="*/ 49 w 133"/>
              <a:gd name="T3" fmla="*/ 7 h 138"/>
              <a:gd name="T4" fmla="*/ 41 w 133"/>
              <a:gd name="T5" fmla="*/ 8 h 138"/>
              <a:gd name="T6" fmla="*/ 34 w 133"/>
              <a:gd name="T7" fmla="*/ 15 h 138"/>
              <a:gd name="T8" fmla="*/ 33 w 133"/>
              <a:gd name="T9" fmla="*/ 23 h 138"/>
              <a:gd name="T10" fmla="*/ 33 w 133"/>
              <a:gd name="T11" fmla="*/ 83 h 138"/>
              <a:gd name="T12" fmla="*/ 34 w 133"/>
              <a:gd name="T13" fmla="*/ 96 h 138"/>
              <a:gd name="T14" fmla="*/ 60 w 133"/>
              <a:gd name="T15" fmla="*/ 124 h 138"/>
              <a:gd name="T16" fmla="*/ 100 w 133"/>
              <a:gd name="T17" fmla="*/ 110 h 138"/>
              <a:gd name="T18" fmla="*/ 106 w 133"/>
              <a:gd name="T19" fmla="*/ 94 h 138"/>
              <a:gd name="T20" fmla="*/ 107 w 133"/>
              <a:gd name="T21" fmla="*/ 80 h 138"/>
              <a:gd name="T22" fmla="*/ 107 w 133"/>
              <a:gd name="T23" fmla="*/ 24 h 138"/>
              <a:gd name="T24" fmla="*/ 106 w 133"/>
              <a:gd name="T25" fmla="*/ 15 h 138"/>
              <a:gd name="T26" fmla="*/ 97 w 133"/>
              <a:gd name="T27" fmla="*/ 8 h 138"/>
              <a:gd name="T28" fmla="*/ 91 w 133"/>
              <a:gd name="T29" fmla="*/ 7 h 138"/>
              <a:gd name="T30" fmla="*/ 91 w 133"/>
              <a:gd name="T31" fmla="*/ 0 h 138"/>
              <a:gd name="T32" fmla="*/ 133 w 133"/>
              <a:gd name="T33" fmla="*/ 0 h 138"/>
              <a:gd name="T34" fmla="*/ 133 w 133"/>
              <a:gd name="T35" fmla="*/ 7 h 138"/>
              <a:gd name="T36" fmla="*/ 126 w 133"/>
              <a:gd name="T37" fmla="*/ 8 h 138"/>
              <a:gd name="T38" fmla="*/ 118 w 133"/>
              <a:gd name="T39" fmla="*/ 15 h 138"/>
              <a:gd name="T40" fmla="*/ 118 w 133"/>
              <a:gd name="T41" fmla="*/ 25 h 138"/>
              <a:gd name="T42" fmla="*/ 117 w 133"/>
              <a:gd name="T43" fmla="*/ 88 h 138"/>
              <a:gd name="T44" fmla="*/ 114 w 133"/>
              <a:gd name="T45" fmla="*/ 105 h 138"/>
              <a:gd name="T46" fmla="*/ 74 w 133"/>
              <a:gd name="T47" fmla="*/ 136 h 138"/>
              <a:gd name="T48" fmla="*/ 35 w 133"/>
              <a:gd name="T49" fmla="*/ 127 h 138"/>
              <a:gd name="T50" fmla="*/ 17 w 133"/>
              <a:gd name="T51" fmla="*/ 96 h 138"/>
              <a:gd name="T52" fmla="*/ 16 w 133"/>
              <a:gd name="T53" fmla="*/ 83 h 138"/>
              <a:gd name="T54" fmla="*/ 16 w 133"/>
              <a:gd name="T55" fmla="*/ 25 h 138"/>
              <a:gd name="T56" fmla="*/ 16 w 133"/>
              <a:gd name="T57" fmla="*/ 15 h 138"/>
              <a:gd name="T58" fmla="*/ 8 w 133"/>
              <a:gd name="T59" fmla="*/ 8 h 138"/>
              <a:gd name="T60" fmla="*/ 0 w 133"/>
              <a:gd name="T61" fmla="*/ 7 h 138"/>
              <a:gd name="T62" fmla="*/ 0 w 133"/>
              <a:gd name="T63" fmla="*/ 0 h 138"/>
              <a:gd name="T64" fmla="*/ 49 w 133"/>
              <a:gd name="T65" fmla="*/ 0 h 138"/>
            </a:gdLst>
            <a:rect l="0" t="0" r="r" b="b"/>
            <a:pathLst>
              <a:path w="133" h="138">
                <a:moveTo>
                  <a:pt x="49" y="0"/>
                </a:move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1" y="8"/>
                </a:cubicBezTo>
                <a:cubicBezTo>
                  <a:pt x="36" y="8"/>
                  <a:pt x="34" y="10"/>
                  <a:pt x="34" y="15"/>
                </a:cubicBezTo>
                <a:cubicBezTo>
                  <a:pt x="33" y="17"/>
                  <a:pt x="33" y="20"/>
                  <a:pt x="33" y="23"/>
                </a:cubicBezTo>
                <a:cubicBezTo>
                  <a:pt x="33" y="43"/>
                  <a:pt x="33" y="63"/>
                  <a:pt x="33" y="83"/>
                </a:cubicBezTo>
                <a:cubicBezTo>
                  <a:pt x="33" y="87"/>
                  <a:pt x="33" y="92"/>
                  <a:pt x="34" y="96"/>
                </a:cubicBezTo>
                <a:cubicBezTo>
                  <a:pt x="36" y="112"/>
                  <a:pt x="46" y="120"/>
                  <a:pt x="60" y="124"/>
                </a:cubicBezTo>
                <a:cubicBezTo>
                  <a:pt x="76" y="128"/>
                  <a:pt x="89" y="123"/>
                  <a:pt x="100" y="110"/>
                </a:cubicBezTo>
                <a:cubicBezTo>
                  <a:pt x="104" y="106"/>
                  <a:pt x="105" y="100"/>
                  <a:pt x="106" y="94"/>
                </a:cubicBezTo>
                <a:cubicBezTo>
                  <a:pt x="106" y="90"/>
                  <a:pt x="106" y="85"/>
                  <a:pt x="107" y="80"/>
                </a:cubicBezTo>
                <a:cubicBezTo>
                  <a:pt x="107" y="62"/>
                  <a:pt x="107" y="43"/>
                  <a:pt x="107" y="24"/>
                </a:cubicBezTo>
                <a:cubicBezTo>
                  <a:pt x="107" y="21"/>
                  <a:pt x="106" y="18"/>
                  <a:pt x="106" y="15"/>
                </a:cubicBezTo>
                <a:cubicBezTo>
                  <a:pt x="105" y="10"/>
                  <a:pt x="103" y="8"/>
                  <a:pt x="97" y="8"/>
                </a:cubicBezTo>
                <a:cubicBezTo>
                  <a:pt x="95" y="7"/>
                  <a:pt x="93" y="7"/>
                  <a:pt x="91" y="7"/>
                </a:cubicBezTo>
                <a:cubicBezTo>
                  <a:pt x="91" y="4"/>
                  <a:pt x="91" y="2"/>
                  <a:pt x="91" y="0"/>
                </a:cubicBezTo>
                <a:cubicBezTo>
                  <a:pt x="105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1" y="7"/>
                  <a:pt x="128" y="7"/>
                  <a:pt x="126" y="8"/>
                </a:cubicBezTo>
                <a:cubicBezTo>
                  <a:pt x="121" y="8"/>
                  <a:pt x="119" y="11"/>
                  <a:pt x="118" y="15"/>
                </a:cubicBezTo>
                <a:cubicBezTo>
                  <a:pt x="118" y="18"/>
                  <a:pt x="118" y="22"/>
                  <a:pt x="118" y="25"/>
                </a:cubicBezTo>
                <a:cubicBezTo>
                  <a:pt x="117" y="46"/>
                  <a:pt x="118" y="67"/>
                  <a:pt x="117" y="88"/>
                </a:cubicBezTo>
                <a:cubicBezTo>
                  <a:pt x="117" y="94"/>
                  <a:pt x="116" y="99"/>
                  <a:pt x="114" y="105"/>
                </a:cubicBezTo>
                <a:cubicBezTo>
                  <a:pt x="108" y="124"/>
                  <a:pt x="94" y="134"/>
                  <a:pt x="74" y="136"/>
                </a:cubicBezTo>
                <a:cubicBezTo>
                  <a:pt x="60" y="138"/>
                  <a:pt x="47" y="135"/>
                  <a:pt x="35" y="127"/>
                </a:cubicBezTo>
                <a:cubicBezTo>
                  <a:pt x="24" y="120"/>
                  <a:pt x="18" y="109"/>
                  <a:pt x="17" y="96"/>
                </a:cubicBezTo>
                <a:cubicBezTo>
                  <a:pt x="16" y="92"/>
                  <a:pt x="16" y="87"/>
                  <a:pt x="16" y="83"/>
                </a:cubicBezTo>
                <a:cubicBezTo>
                  <a:pt x="16" y="64"/>
                  <a:pt x="16" y="45"/>
                  <a:pt x="16" y="25"/>
                </a:cubicBezTo>
                <a:cubicBezTo>
                  <a:pt x="16" y="22"/>
                  <a:pt x="16" y="18"/>
                  <a:pt x="16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F65EA039-C6AF-4B2E-91E2-18D6801E3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371" y="689187"/>
            <a:ext cx="67288" cy="69569"/>
          </a:xfrm>
          <a:custGeom xmlns:a="http://schemas.openxmlformats.org/drawingml/2006/main">
            <a:gdLst>
              <a:gd name="T0" fmla="*/ 73 w 133"/>
              <a:gd name="T1" fmla="*/ 137 h 137"/>
              <a:gd name="T2" fmla="*/ 64 w 133"/>
              <a:gd name="T3" fmla="*/ 137 h 137"/>
              <a:gd name="T4" fmla="*/ 58 w 133"/>
              <a:gd name="T5" fmla="*/ 133 h 137"/>
              <a:gd name="T6" fmla="*/ 39 w 133"/>
              <a:gd name="T7" fmla="*/ 80 h 137"/>
              <a:gd name="T8" fmla="*/ 17 w 133"/>
              <a:gd name="T9" fmla="*/ 23 h 137"/>
              <a:gd name="T10" fmla="*/ 13 w 133"/>
              <a:gd name="T11" fmla="*/ 14 h 137"/>
              <a:gd name="T12" fmla="*/ 4 w 133"/>
              <a:gd name="T13" fmla="*/ 7 h 137"/>
              <a:gd name="T14" fmla="*/ 0 w 133"/>
              <a:gd name="T15" fmla="*/ 7 h 137"/>
              <a:gd name="T16" fmla="*/ 0 w 133"/>
              <a:gd name="T17" fmla="*/ 0 h 137"/>
              <a:gd name="T18" fmla="*/ 47 w 133"/>
              <a:gd name="T19" fmla="*/ 0 h 137"/>
              <a:gd name="T20" fmla="*/ 47 w 133"/>
              <a:gd name="T21" fmla="*/ 7 h 137"/>
              <a:gd name="T22" fmla="*/ 39 w 133"/>
              <a:gd name="T23" fmla="*/ 8 h 137"/>
              <a:gd name="T24" fmla="*/ 34 w 133"/>
              <a:gd name="T25" fmla="*/ 15 h 137"/>
              <a:gd name="T26" fmla="*/ 35 w 133"/>
              <a:gd name="T27" fmla="*/ 20 h 137"/>
              <a:gd name="T28" fmla="*/ 68 w 133"/>
              <a:gd name="T29" fmla="*/ 112 h 137"/>
              <a:gd name="T30" fmla="*/ 70 w 133"/>
              <a:gd name="T31" fmla="*/ 116 h 137"/>
              <a:gd name="T32" fmla="*/ 72 w 133"/>
              <a:gd name="T33" fmla="*/ 113 h 137"/>
              <a:gd name="T34" fmla="*/ 106 w 133"/>
              <a:gd name="T35" fmla="*/ 18 h 137"/>
              <a:gd name="T36" fmla="*/ 106 w 133"/>
              <a:gd name="T37" fmla="*/ 16 h 137"/>
              <a:gd name="T38" fmla="*/ 101 w 133"/>
              <a:gd name="T39" fmla="*/ 7 h 137"/>
              <a:gd name="T40" fmla="*/ 94 w 133"/>
              <a:gd name="T41" fmla="*/ 7 h 137"/>
              <a:gd name="T42" fmla="*/ 94 w 133"/>
              <a:gd name="T43" fmla="*/ 0 h 137"/>
              <a:gd name="T44" fmla="*/ 133 w 133"/>
              <a:gd name="T45" fmla="*/ 0 h 137"/>
              <a:gd name="T46" fmla="*/ 133 w 133"/>
              <a:gd name="T47" fmla="*/ 7 h 137"/>
              <a:gd name="T48" fmla="*/ 130 w 133"/>
              <a:gd name="T49" fmla="*/ 7 h 137"/>
              <a:gd name="T50" fmla="*/ 119 w 133"/>
              <a:gd name="T51" fmla="*/ 16 h 137"/>
              <a:gd name="T52" fmla="*/ 110 w 133"/>
              <a:gd name="T53" fmla="*/ 38 h 137"/>
              <a:gd name="T54" fmla="*/ 74 w 133"/>
              <a:gd name="T55" fmla="*/ 133 h 137"/>
              <a:gd name="T56" fmla="*/ 73 w 133"/>
              <a:gd name="T57" fmla="*/ 137 h 137"/>
            </a:gdLst>
            <a:rect l="0" t="0" r="r" b="b"/>
            <a:pathLst>
              <a:path w="133" h="137">
                <a:moveTo>
                  <a:pt x="73" y="137"/>
                </a:moveTo>
                <a:cubicBezTo>
                  <a:pt x="69" y="137"/>
                  <a:pt x="66" y="137"/>
                  <a:pt x="64" y="137"/>
                </a:cubicBezTo>
                <a:cubicBezTo>
                  <a:pt x="61" y="137"/>
                  <a:pt x="59" y="136"/>
                  <a:pt x="58" y="133"/>
                </a:cubicBezTo>
                <a:cubicBezTo>
                  <a:pt x="52" y="115"/>
                  <a:pt x="45" y="98"/>
                  <a:pt x="39" y="80"/>
                </a:cubicBezTo>
                <a:cubicBezTo>
                  <a:pt x="31" y="61"/>
                  <a:pt x="24" y="42"/>
                  <a:pt x="17" y="23"/>
                </a:cubicBezTo>
                <a:cubicBezTo>
                  <a:pt x="16" y="20"/>
                  <a:pt x="15" y="17"/>
                  <a:pt x="13" y="14"/>
                </a:cubicBezTo>
                <a:cubicBezTo>
                  <a:pt x="11" y="10"/>
                  <a:pt x="8" y="8"/>
                  <a:pt x="4" y="7"/>
                </a:cubicBezTo>
                <a:cubicBezTo>
                  <a:pt x="3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7" y="0"/>
                </a:cubicBezTo>
                <a:cubicBezTo>
                  <a:pt x="47" y="2"/>
                  <a:pt x="47" y="4"/>
                  <a:pt x="47" y="7"/>
                </a:cubicBezTo>
                <a:cubicBezTo>
                  <a:pt x="44" y="7"/>
                  <a:pt x="42" y="7"/>
                  <a:pt x="39" y="8"/>
                </a:cubicBezTo>
                <a:cubicBezTo>
                  <a:pt x="34" y="8"/>
                  <a:pt x="33" y="10"/>
                  <a:pt x="34" y="15"/>
                </a:cubicBezTo>
                <a:cubicBezTo>
                  <a:pt x="34" y="17"/>
                  <a:pt x="35" y="19"/>
                  <a:pt x="35" y="20"/>
                </a:cubicBezTo>
                <a:cubicBezTo>
                  <a:pt x="46" y="51"/>
                  <a:pt x="57" y="81"/>
                  <a:pt x="68" y="112"/>
                </a:cubicBezTo>
                <a:cubicBezTo>
                  <a:pt x="69" y="113"/>
                  <a:pt x="69" y="114"/>
                  <a:pt x="70" y="116"/>
                </a:cubicBezTo>
                <a:cubicBezTo>
                  <a:pt x="71" y="114"/>
                  <a:pt x="71" y="113"/>
                  <a:pt x="72" y="113"/>
                </a:cubicBezTo>
                <a:cubicBezTo>
                  <a:pt x="83" y="81"/>
                  <a:pt x="94" y="50"/>
                  <a:pt x="106" y="18"/>
                </a:cubicBezTo>
                <a:cubicBezTo>
                  <a:pt x="106" y="17"/>
                  <a:pt x="106" y="17"/>
                  <a:pt x="106" y="16"/>
                </a:cubicBezTo>
                <a:cubicBezTo>
                  <a:pt x="107" y="10"/>
                  <a:pt x="106" y="8"/>
                  <a:pt x="101" y="7"/>
                </a:cubicBezTo>
                <a:cubicBezTo>
                  <a:pt x="98" y="7"/>
                  <a:pt x="96" y="7"/>
                  <a:pt x="94" y="7"/>
                </a:cubicBezTo>
                <a:cubicBezTo>
                  <a:pt x="94" y="4"/>
                  <a:pt x="94" y="2"/>
                  <a:pt x="94" y="0"/>
                </a:cubicBezTo>
                <a:cubicBezTo>
                  <a:pt x="106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2" y="7"/>
                  <a:pt x="131" y="7"/>
                  <a:pt x="130" y="7"/>
                </a:cubicBezTo>
                <a:cubicBezTo>
                  <a:pt x="124" y="8"/>
                  <a:pt x="121" y="11"/>
                  <a:pt x="119" y="16"/>
                </a:cubicBezTo>
                <a:cubicBezTo>
                  <a:pt x="116" y="24"/>
                  <a:pt x="113" y="31"/>
                  <a:pt x="110" y="38"/>
                </a:cubicBezTo>
                <a:cubicBezTo>
                  <a:pt x="98" y="70"/>
                  <a:pt x="86" y="101"/>
                  <a:pt x="74" y="133"/>
                </a:cubicBezTo>
                <a:cubicBezTo>
                  <a:pt x="74" y="134"/>
                  <a:pt x="73" y="135"/>
                  <a:pt x="73" y="13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C66B523A-4644-41C7-B031-2CE65A9AF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6484" y="689187"/>
            <a:ext cx="61016" cy="68429"/>
          </a:xfrm>
          <a:custGeom xmlns:a="http://schemas.openxmlformats.org/drawingml/2006/main">
            <a:gdLst>
              <a:gd name="T0" fmla="*/ 85 w 120"/>
              <a:gd name="T1" fmla="*/ 127 h 135"/>
              <a:gd name="T2" fmla="*/ 85 w 120"/>
              <a:gd name="T3" fmla="*/ 134 h 135"/>
              <a:gd name="T4" fmla="*/ 35 w 120"/>
              <a:gd name="T5" fmla="*/ 134 h 135"/>
              <a:gd name="T6" fmla="*/ 35 w 120"/>
              <a:gd name="T7" fmla="*/ 127 h 135"/>
              <a:gd name="T8" fmla="*/ 44 w 120"/>
              <a:gd name="T9" fmla="*/ 126 h 135"/>
              <a:gd name="T10" fmla="*/ 50 w 120"/>
              <a:gd name="T11" fmla="*/ 120 h 135"/>
              <a:gd name="T12" fmla="*/ 51 w 120"/>
              <a:gd name="T13" fmla="*/ 113 h 135"/>
              <a:gd name="T14" fmla="*/ 51 w 120"/>
              <a:gd name="T15" fmla="*/ 85 h 135"/>
              <a:gd name="T16" fmla="*/ 50 w 120"/>
              <a:gd name="T17" fmla="*/ 79 h 135"/>
              <a:gd name="T18" fmla="*/ 17 w 120"/>
              <a:gd name="T19" fmla="*/ 19 h 135"/>
              <a:gd name="T20" fmla="*/ 15 w 120"/>
              <a:gd name="T21" fmla="*/ 15 h 135"/>
              <a:gd name="T22" fmla="*/ 3 w 120"/>
              <a:gd name="T23" fmla="*/ 7 h 135"/>
              <a:gd name="T24" fmla="*/ 0 w 120"/>
              <a:gd name="T25" fmla="*/ 7 h 135"/>
              <a:gd name="T26" fmla="*/ 0 w 120"/>
              <a:gd name="T27" fmla="*/ 0 h 135"/>
              <a:gd name="T28" fmla="*/ 48 w 120"/>
              <a:gd name="T29" fmla="*/ 0 h 135"/>
              <a:gd name="T30" fmla="*/ 48 w 120"/>
              <a:gd name="T31" fmla="*/ 7 h 135"/>
              <a:gd name="T32" fmla="*/ 40 w 120"/>
              <a:gd name="T33" fmla="*/ 7 h 135"/>
              <a:gd name="T34" fmla="*/ 36 w 120"/>
              <a:gd name="T35" fmla="*/ 14 h 135"/>
              <a:gd name="T36" fmla="*/ 37 w 120"/>
              <a:gd name="T37" fmla="*/ 18 h 135"/>
              <a:gd name="T38" fmla="*/ 61 w 120"/>
              <a:gd name="T39" fmla="*/ 64 h 135"/>
              <a:gd name="T40" fmla="*/ 63 w 120"/>
              <a:gd name="T41" fmla="*/ 68 h 135"/>
              <a:gd name="T42" fmla="*/ 66 w 120"/>
              <a:gd name="T43" fmla="*/ 64 h 135"/>
              <a:gd name="T44" fmla="*/ 91 w 120"/>
              <a:gd name="T45" fmla="*/ 18 h 135"/>
              <a:gd name="T46" fmla="*/ 93 w 120"/>
              <a:gd name="T47" fmla="*/ 12 h 135"/>
              <a:gd name="T48" fmla="*/ 90 w 120"/>
              <a:gd name="T49" fmla="*/ 8 h 135"/>
              <a:gd name="T50" fmla="*/ 81 w 120"/>
              <a:gd name="T51" fmla="*/ 7 h 135"/>
              <a:gd name="T52" fmla="*/ 81 w 120"/>
              <a:gd name="T53" fmla="*/ 0 h 135"/>
              <a:gd name="T54" fmla="*/ 120 w 120"/>
              <a:gd name="T55" fmla="*/ 0 h 135"/>
              <a:gd name="T56" fmla="*/ 120 w 120"/>
              <a:gd name="T57" fmla="*/ 7 h 135"/>
              <a:gd name="T58" fmla="*/ 115 w 120"/>
              <a:gd name="T59" fmla="*/ 8 h 135"/>
              <a:gd name="T60" fmla="*/ 108 w 120"/>
              <a:gd name="T61" fmla="*/ 12 h 135"/>
              <a:gd name="T62" fmla="*/ 103 w 120"/>
              <a:gd name="T63" fmla="*/ 19 h 135"/>
              <a:gd name="T64" fmla="*/ 71 w 120"/>
              <a:gd name="T65" fmla="*/ 75 h 135"/>
              <a:gd name="T66" fmla="*/ 69 w 120"/>
              <a:gd name="T67" fmla="*/ 82 h 135"/>
              <a:gd name="T68" fmla="*/ 69 w 120"/>
              <a:gd name="T69" fmla="*/ 111 h 135"/>
              <a:gd name="T70" fmla="*/ 69 w 120"/>
              <a:gd name="T71" fmla="*/ 118 h 135"/>
              <a:gd name="T72" fmla="*/ 77 w 120"/>
              <a:gd name="T73" fmla="*/ 126 h 135"/>
              <a:gd name="T74" fmla="*/ 85 w 120"/>
              <a:gd name="T75" fmla="*/ 127 h 135"/>
            </a:gdLst>
            <a:rect l="0" t="0" r="r" b="b"/>
            <a:pathLst>
              <a:path w="120" h="135">
                <a:moveTo>
                  <a:pt x="85" y="127"/>
                </a:moveTo>
                <a:cubicBezTo>
                  <a:pt x="85" y="130"/>
                  <a:pt x="85" y="132"/>
                  <a:pt x="85" y="134"/>
                </a:cubicBezTo>
                <a:cubicBezTo>
                  <a:pt x="81" y="135"/>
                  <a:pt x="44" y="135"/>
                  <a:pt x="35" y="134"/>
                </a:cubicBezTo>
                <a:cubicBezTo>
                  <a:pt x="35" y="132"/>
                  <a:pt x="35" y="130"/>
                  <a:pt x="35" y="127"/>
                </a:cubicBezTo>
                <a:cubicBezTo>
                  <a:pt x="38" y="127"/>
                  <a:pt x="41" y="126"/>
                  <a:pt x="44" y="126"/>
                </a:cubicBezTo>
                <a:cubicBezTo>
                  <a:pt x="48" y="126"/>
                  <a:pt x="50" y="124"/>
                  <a:pt x="50" y="120"/>
                </a:cubicBezTo>
                <a:cubicBezTo>
                  <a:pt x="51" y="118"/>
                  <a:pt x="51" y="115"/>
                  <a:pt x="51" y="113"/>
                </a:cubicBezTo>
                <a:cubicBezTo>
                  <a:pt x="51" y="104"/>
                  <a:pt x="51" y="95"/>
                  <a:pt x="51" y="85"/>
                </a:cubicBezTo>
                <a:cubicBezTo>
                  <a:pt x="51" y="83"/>
                  <a:pt x="51" y="81"/>
                  <a:pt x="50" y="79"/>
                </a:cubicBezTo>
                <a:cubicBezTo>
                  <a:pt x="39" y="59"/>
                  <a:pt x="28" y="39"/>
                  <a:pt x="17" y="19"/>
                </a:cubicBezTo>
                <a:cubicBezTo>
                  <a:pt x="16" y="17"/>
                  <a:pt x="15" y="16"/>
                  <a:pt x="15" y="15"/>
                </a:cubicBezTo>
                <a:cubicBezTo>
                  <a:pt x="12" y="10"/>
                  <a:pt x="9" y="7"/>
                  <a:pt x="3" y="7"/>
                </a:cubicBezTo>
                <a:cubicBezTo>
                  <a:pt x="2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8" y="0"/>
                </a:cubicBezTo>
                <a:cubicBezTo>
                  <a:pt x="48" y="2"/>
                  <a:pt x="48" y="4"/>
                  <a:pt x="48" y="7"/>
                </a:cubicBezTo>
                <a:cubicBezTo>
                  <a:pt x="45" y="7"/>
                  <a:pt x="42" y="7"/>
                  <a:pt x="40" y="7"/>
                </a:cubicBezTo>
                <a:cubicBezTo>
                  <a:pt x="35" y="8"/>
                  <a:pt x="34" y="10"/>
                  <a:pt x="36" y="14"/>
                </a:cubicBezTo>
                <a:cubicBezTo>
                  <a:pt x="36" y="15"/>
                  <a:pt x="37" y="17"/>
                  <a:pt x="37" y="18"/>
                </a:cubicBezTo>
                <a:cubicBezTo>
                  <a:pt x="45" y="33"/>
                  <a:pt x="53" y="49"/>
                  <a:pt x="61" y="64"/>
                </a:cubicBezTo>
                <a:cubicBezTo>
                  <a:pt x="61" y="65"/>
                  <a:pt x="62" y="66"/>
                  <a:pt x="63" y="68"/>
                </a:cubicBezTo>
                <a:cubicBezTo>
                  <a:pt x="64" y="66"/>
                  <a:pt x="65" y="65"/>
                  <a:pt x="66" y="64"/>
                </a:cubicBezTo>
                <a:cubicBezTo>
                  <a:pt x="74" y="49"/>
                  <a:pt x="82" y="34"/>
                  <a:pt x="91" y="18"/>
                </a:cubicBezTo>
                <a:cubicBezTo>
                  <a:pt x="92" y="16"/>
                  <a:pt x="93" y="14"/>
                  <a:pt x="93" y="12"/>
                </a:cubicBezTo>
                <a:cubicBezTo>
                  <a:pt x="94" y="9"/>
                  <a:pt x="93" y="8"/>
                  <a:pt x="90" y="8"/>
                </a:cubicBezTo>
                <a:cubicBezTo>
                  <a:pt x="87" y="7"/>
                  <a:pt x="85" y="7"/>
                  <a:pt x="81" y="7"/>
                </a:cubicBezTo>
                <a:cubicBezTo>
                  <a:pt x="81" y="4"/>
                  <a:pt x="81" y="2"/>
                  <a:pt x="81" y="0"/>
                </a:cubicBezTo>
                <a:cubicBezTo>
                  <a:pt x="94" y="0"/>
                  <a:pt x="107" y="0"/>
                  <a:pt x="120" y="0"/>
                </a:cubicBezTo>
                <a:cubicBezTo>
                  <a:pt x="120" y="2"/>
                  <a:pt x="120" y="4"/>
                  <a:pt x="120" y="7"/>
                </a:cubicBezTo>
                <a:cubicBezTo>
                  <a:pt x="119" y="7"/>
                  <a:pt x="117" y="7"/>
                  <a:pt x="115" y="8"/>
                </a:cubicBezTo>
                <a:cubicBezTo>
                  <a:pt x="112" y="8"/>
                  <a:pt x="109" y="9"/>
                  <a:pt x="108" y="12"/>
                </a:cubicBezTo>
                <a:cubicBezTo>
                  <a:pt x="106" y="14"/>
                  <a:pt x="104" y="17"/>
                  <a:pt x="103" y="19"/>
                </a:cubicBezTo>
                <a:cubicBezTo>
                  <a:pt x="92" y="38"/>
                  <a:pt x="81" y="56"/>
                  <a:pt x="71" y="75"/>
                </a:cubicBezTo>
                <a:cubicBezTo>
                  <a:pt x="69" y="77"/>
                  <a:pt x="68" y="80"/>
                  <a:pt x="69" y="82"/>
                </a:cubicBezTo>
                <a:cubicBezTo>
                  <a:pt x="69" y="92"/>
                  <a:pt x="69" y="102"/>
                  <a:pt x="69" y="111"/>
                </a:cubicBezTo>
                <a:cubicBezTo>
                  <a:pt x="69" y="114"/>
                  <a:pt x="69" y="116"/>
                  <a:pt x="69" y="118"/>
                </a:cubicBezTo>
                <a:cubicBezTo>
                  <a:pt x="70" y="124"/>
                  <a:pt x="71" y="125"/>
                  <a:pt x="77" y="126"/>
                </a:cubicBezTo>
                <a:cubicBezTo>
                  <a:pt x="80" y="126"/>
                  <a:pt x="82" y="127"/>
                  <a:pt x="85" y="12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4A4029CE-51CF-45D6-9887-7D240E7BC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749" y="686906"/>
            <a:ext cx="58735" cy="70140"/>
          </a:xfrm>
          <a:custGeom xmlns:a="http://schemas.openxmlformats.org/drawingml/2006/main">
            <a:gdLst>
              <a:gd name="T0" fmla="*/ 108 w 116"/>
              <a:gd name="T1" fmla="*/ 42 h 139"/>
              <a:gd name="T2" fmla="*/ 102 w 116"/>
              <a:gd name="T3" fmla="*/ 29 h 139"/>
              <a:gd name="T4" fmla="*/ 72 w 116"/>
              <a:gd name="T5" fmla="*/ 14 h 139"/>
              <a:gd name="T6" fmla="*/ 67 w 116"/>
              <a:gd name="T7" fmla="*/ 18 h 139"/>
              <a:gd name="T8" fmla="*/ 66 w 116"/>
              <a:gd name="T9" fmla="*/ 24 h 139"/>
              <a:gd name="T10" fmla="*/ 66 w 116"/>
              <a:gd name="T11" fmla="*/ 115 h 139"/>
              <a:gd name="T12" fmla="*/ 67 w 116"/>
              <a:gd name="T13" fmla="*/ 123 h 139"/>
              <a:gd name="T14" fmla="*/ 75 w 116"/>
              <a:gd name="T15" fmla="*/ 131 h 139"/>
              <a:gd name="T16" fmla="*/ 83 w 116"/>
              <a:gd name="T17" fmla="*/ 132 h 139"/>
              <a:gd name="T18" fmla="*/ 83 w 116"/>
              <a:gd name="T19" fmla="*/ 139 h 139"/>
              <a:gd name="T20" fmla="*/ 33 w 116"/>
              <a:gd name="T21" fmla="*/ 139 h 139"/>
              <a:gd name="T22" fmla="*/ 33 w 116"/>
              <a:gd name="T23" fmla="*/ 132 h 139"/>
              <a:gd name="T24" fmla="*/ 41 w 116"/>
              <a:gd name="T25" fmla="*/ 131 h 139"/>
              <a:gd name="T26" fmla="*/ 49 w 116"/>
              <a:gd name="T27" fmla="*/ 123 h 139"/>
              <a:gd name="T28" fmla="*/ 49 w 116"/>
              <a:gd name="T29" fmla="*/ 118 h 139"/>
              <a:gd name="T30" fmla="*/ 49 w 116"/>
              <a:gd name="T31" fmla="*/ 22 h 139"/>
              <a:gd name="T32" fmla="*/ 41 w 116"/>
              <a:gd name="T33" fmla="*/ 14 h 139"/>
              <a:gd name="T34" fmla="*/ 32 w 116"/>
              <a:gd name="T35" fmla="*/ 15 h 139"/>
              <a:gd name="T36" fmla="*/ 18 w 116"/>
              <a:gd name="T37" fmla="*/ 23 h 139"/>
              <a:gd name="T38" fmla="*/ 11 w 116"/>
              <a:gd name="T39" fmla="*/ 36 h 139"/>
              <a:gd name="T40" fmla="*/ 8 w 116"/>
              <a:gd name="T41" fmla="*/ 42 h 139"/>
              <a:gd name="T42" fmla="*/ 0 w 116"/>
              <a:gd name="T43" fmla="*/ 39 h 139"/>
              <a:gd name="T44" fmla="*/ 13 w 116"/>
              <a:gd name="T45" fmla="*/ 0 h 139"/>
              <a:gd name="T46" fmla="*/ 19 w 116"/>
              <a:gd name="T47" fmla="*/ 0 h 139"/>
              <a:gd name="T48" fmla="*/ 21 w 116"/>
              <a:gd name="T49" fmla="*/ 4 h 139"/>
              <a:gd name="T50" fmla="*/ 95 w 116"/>
              <a:gd name="T51" fmla="*/ 4 h 139"/>
              <a:gd name="T52" fmla="*/ 97 w 116"/>
              <a:gd name="T53" fmla="*/ 0 h 139"/>
              <a:gd name="T54" fmla="*/ 103 w 116"/>
              <a:gd name="T55" fmla="*/ 0 h 139"/>
              <a:gd name="T56" fmla="*/ 116 w 116"/>
              <a:gd name="T57" fmla="*/ 39 h 139"/>
              <a:gd name="T58" fmla="*/ 108 w 116"/>
              <a:gd name="T59" fmla="*/ 42 h 139"/>
            </a:gdLst>
            <a:rect l="0" t="0" r="r" b="b"/>
            <a:pathLst>
              <a:path w="116" h="139">
                <a:moveTo>
                  <a:pt x="108" y="42"/>
                </a:moveTo>
                <a:cubicBezTo>
                  <a:pt x="106" y="37"/>
                  <a:pt x="104" y="33"/>
                  <a:pt x="102" y="29"/>
                </a:cubicBezTo>
                <a:cubicBezTo>
                  <a:pt x="96" y="17"/>
                  <a:pt x="85" y="13"/>
                  <a:pt x="72" y="14"/>
                </a:cubicBezTo>
                <a:cubicBezTo>
                  <a:pt x="68" y="14"/>
                  <a:pt x="67" y="15"/>
                  <a:pt x="67" y="18"/>
                </a:cubicBezTo>
                <a:cubicBezTo>
                  <a:pt x="66" y="20"/>
                  <a:pt x="66" y="22"/>
                  <a:pt x="66" y="24"/>
                </a:cubicBezTo>
                <a:cubicBezTo>
                  <a:pt x="66" y="54"/>
                  <a:pt x="66" y="85"/>
                  <a:pt x="66" y="115"/>
                </a:cubicBezTo>
                <a:cubicBezTo>
                  <a:pt x="66" y="118"/>
                  <a:pt x="67" y="120"/>
                  <a:pt x="67" y="123"/>
                </a:cubicBezTo>
                <a:cubicBezTo>
                  <a:pt x="68" y="128"/>
                  <a:pt x="70" y="130"/>
                  <a:pt x="75" y="131"/>
                </a:cubicBezTo>
                <a:cubicBezTo>
                  <a:pt x="78" y="131"/>
                  <a:pt x="80" y="132"/>
                  <a:pt x="83" y="132"/>
                </a:cubicBezTo>
                <a:cubicBezTo>
                  <a:pt x="83" y="134"/>
                  <a:pt x="83" y="137"/>
                  <a:pt x="83" y="139"/>
                </a:cubicBezTo>
                <a:cubicBezTo>
                  <a:pt x="66" y="139"/>
                  <a:pt x="50" y="139"/>
                  <a:pt x="33" y="139"/>
                </a:cubicBezTo>
                <a:cubicBezTo>
                  <a:pt x="33" y="137"/>
                  <a:pt x="33" y="135"/>
                  <a:pt x="33" y="132"/>
                </a:cubicBezTo>
                <a:cubicBezTo>
                  <a:pt x="36" y="132"/>
                  <a:pt x="39" y="131"/>
                  <a:pt x="41" y="131"/>
                </a:cubicBezTo>
                <a:cubicBezTo>
                  <a:pt x="47" y="130"/>
                  <a:pt x="49" y="128"/>
                  <a:pt x="49" y="123"/>
                </a:cubicBezTo>
                <a:cubicBezTo>
                  <a:pt x="49" y="121"/>
                  <a:pt x="49" y="120"/>
                  <a:pt x="49" y="118"/>
                </a:cubicBezTo>
                <a:cubicBezTo>
                  <a:pt x="49" y="86"/>
                  <a:pt x="49" y="54"/>
                  <a:pt x="49" y="22"/>
                </a:cubicBezTo>
                <a:cubicBezTo>
                  <a:pt x="49" y="14"/>
                  <a:pt x="49" y="13"/>
                  <a:pt x="41" y="14"/>
                </a:cubicBezTo>
                <a:cubicBezTo>
                  <a:pt x="38" y="14"/>
                  <a:pt x="35" y="14"/>
                  <a:pt x="32" y="15"/>
                </a:cubicBezTo>
                <a:cubicBezTo>
                  <a:pt x="26" y="16"/>
                  <a:pt x="21" y="18"/>
                  <a:pt x="18" y="23"/>
                </a:cubicBezTo>
                <a:cubicBezTo>
                  <a:pt x="15" y="27"/>
                  <a:pt x="13" y="32"/>
                  <a:pt x="11" y="36"/>
                </a:cubicBezTo>
                <a:cubicBezTo>
                  <a:pt x="10" y="38"/>
                  <a:pt x="9" y="40"/>
                  <a:pt x="8" y="42"/>
                </a:cubicBezTo>
                <a:cubicBezTo>
                  <a:pt x="5" y="41"/>
                  <a:pt x="3" y="40"/>
                  <a:pt x="0" y="39"/>
                </a:cubicBezTo>
                <a:cubicBezTo>
                  <a:pt x="5" y="26"/>
                  <a:pt x="9" y="13"/>
                  <a:pt x="13" y="0"/>
                </a:cubicBezTo>
                <a:cubicBezTo>
                  <a:pt x="15" y="0"/>
                  <a:pt x="17" y="0"/>
                  <a:pt x="19" y="0"/>
                </a:cubicBezTo>
                <a:cubicBezTo>
                  <a:pt x="20" y="1"/>
                  <a:pt x="20" y="3"/>
                  <a:pt x="21" y="4"/>
                </a:cubicBezTo>
                <a:cubicBezTo>
                  <a:pt x="46" y="4"/>
                  <a:pt x="70" y="4"/>
                  <a:pt x="95" y="4"/>
                </a:cubicBezTo>
                <a:cubicBezTo>
                  <a:pt x="95" y="3"/>
                  <a:pt x="96" y="1"/>
                  <a:pt x="97" y="0"/>
                </a:cubicBezTo>
                <a:cubicBezTo>
                  <a:pt x="98" y="0"/>
                  <a:pt x="100" y="0"/>
                  <a:pt x="103" y="0"/>
                </a:cubicBezTo>
                <a:cubicBezTo>
                  <a:pt x="107" y="13"/>
                  <a:pt x="112" y="26"/>
                  <a:pt x="116" y="39"/>
                </a:cubicBezTo>
                <a:cubicBezTo>
                  <a:pt x="113" y="40"/>
                  <a:pt x="111" y="41"/>
                  <a:pt x="108" y="42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3" name="Freeform 33">
            <a:extLst xmlns:a="http://schemas.openxmlformats.org/drawingml/2006/main">
              <a:ext uri="{FF2B5EF4-FFF2-40B4-BE49-F238E27FC236}">
                <a16:creationId xmlns:a16="http://schemas.microsoft.com/office/drawing/2014/main" id="{54046988-43F6-4A16-8499-C7D220E01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1440" y="689187"/>
            <a:ext cx="25090" cy="67859"/>
          </a:xfrm>
          <a:custGeom xmlns:a="http://schemas.openxmlformats.org/drawingml/2006/main">
            <a:gdLst>
              <a:gd name="T0" fmla="*/ 0 w 50"/>
              <a:gd name="T1" fmla="*/ 134 h 134"/>
              <a:gd name="T2" fmla="*/ 0 w 50"/>
              <a:gd name="T3" fmla="*/ 127 h 134"/>
              <a:gd name="T4" fmla="*/ 9 w 50"/>
              <a:gd name="T5" fmla="*/ 126 h 134"/>
              <a:gd name="T6" fmla="*/ 16 w 50"/>
              <a:gd name="T7" fmla="*/ 119 h 134"/>
              <a:gd name="T8" fmla="*/ 16 w 50"/>
              <a:gd name="T9" fmla="*/ 113 h 134"/>
              <a:gd name="T10" fmla="*/ 16 w 50"/>
              <a:gd name="T11" fmla="*/ 21 h 134"/>
              <a:gd name="T12" fmla="*/ 16 w 50"/>
              <a:gd name="T13" fmla="*/ 13 h 134"/>
              <a:gd name="T14" fmla="*/ 9 w 50"/>
              <a:gd name="T15" fmla="*/ 8 h 134"/>
              <a:gd name="T16" fmla="*/ 1 w 50"/>
              <a:gd name="T17" fmla="*/ 7 h 134"/>
              <a:gd name="T18" fmla="*/ 1 w 50"/>
              <a:gd name="T19" fmla="*/ 0 h 134"/>
              <a:gd name="T20" fmla="*/ 49 w 50"/>
              <a:gd name="T21" fmla="*/ 0 h 134"/>
              <a:gd name="T22" fmla="*/ 49 w 50"/>
              <a:gd name="T23" fmla="*/ 7 h 134"/>
              <a:gd name="T24" fmla="*/ 42 w 50"/>
              <a:gd name="T25" fmla="*/ 8 h 134"/>
              <a:gd name="T26" fmla="*/ 34 w 50"/>
              <a:gd name="T27" fmla="*/ 15 h 134"/>
              <a:gd name="T28" fmla="*/ 33 w 50"/>
              <a:gd name="T29" fmla="*/ 23 h 134"/>
              <a:gd name="T30" fmla="*/ 33 w 50"/>
              <a:gd name="T31" fmla="*/ 113 h 134"/>
              <a:gd name="T32" fmla="*/ 46 w 50"/>
              <a:gd name="T33" fmla="*/ 127 h 134"/>
              <a:gd name="T34" fmla="*/ 49 w 50"/>
              <a:gd name="T35" fmla="*/ 127 h 134"/>
              <a:gd name="T36" fmla="*/ 50 w 50"/>
              <a:gd name="T37" fmla="*/ 131 h 134"/>
              <a:gd name="T38" fmla="*/ 49 w 50"/>
              <a:gd name="T39" fmla="*/ 134 h 134"/>
              <a:gd name="T40" fmla="*/ 0 w 50"/>
              <a:gd name="T41" fmla="*/ 134 h 134"/>
            </a:gdLst>
            <a:rect l="0" t="0" r="r" b="b"/>
            <a:pathLst>
              <a:path w="50" h="134">
                <a:moveTo>
                  <a:pt x="0" y="134"/>
                </a:move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9" y="126"/>
                </a:cubicBezTo>
                <a:cubicBezTo>
                  <a:pt x="13" y="125"/>
                  <a:pt x="15" y="124"/>
                  <a:pt x="16" y="119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18"/>
                  <a:pt x="16" y="16"/>
                  <a:pt x="16" y="13"/>
                </a:cubicBezTo>
                <a:cubicBezTo>
                  <a:pt x="15" y="10"/>
                  <a:pt x="13" y="8"/>
                  <a:pt x="9" y="8"/>
                </a:cubicBezTo>
                <a:cubicBezTo>
                  <a:pt x="6" y="7"/>
                  <a:pt x="4" y="7"/>
                  <a:pt x="1" y="7"/>
                </a:cubicBezTo>
                <a:cubicBezTo>
                  <a:pt x="1" y="4"/>
                  <a:pt x="1" y="2"/>
                  <a:pt x="1" y="0"/>
                </a:cubicBezTo>
                <a:cubicBezTo>
                  <a:pt x="17" y="0"/>
                  <a:pt x="33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7" y="7"/>
                  <a:pt x="44" y="7"/>
                  <a:pt x="42" y="8"/>
                </a:cubicBezTo>
                <a:cubicBezTo>
                  <a:pt x="38" y="8"/>
                  <a:pt x="35" y="10"/>
                  <a:pt x="34" y="15"/>
                </a:cubicBezTo>
                <a:cubicBezTo>
                  <a:pt x="34" y="17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6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8"/>
                  <a:pt x="50" y="129"/>
                  <a:pt x="50" y="131"/>
                </a:cubicBezTo>
                <a:cubicBezTo>
                  <a:pt x="50" y="132"/>
                  <a:pt x="49" y="133"/>
                  <a:pt x="49" y="134"/>
                </a:cubicBezTo>
                <a:cubicBezTo>
                  <a:pt x="33" y="134"/>
                  <a:pt x="17" y="134"/>
                  <a:pt x="0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4" name="Freeform 34">
            <a:extLst xmlns:a="http://schemas.openxmlformats.org/drawingml/2006/main">
              <a:ext uri="{FF2B5EF4-FFF2-40B4-BE49-F238E27FC236}">
                <a16:creationId xmlns:a16="http://schemas.microsoft.com/office/drawing/2014/main" id="{AD809541-7A71-418A-91EB-E2BDC9544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237" y="689187"/>
            <a:ext cx="24520" cy="68429"/>
          </a:xfrm>
          <a:custGeom xmlns:a="http://schemas.openxmlformats.org/drawingml/2006/main">
            <a:gdLst>
              <a:gd name="T0" fmla="*/ 0 w 49"/>
              <a:gd name="T1" fmla="*/ 7 h 135"/>
              <a:gd name="T2" fmla="*/ 0 w 49"/>
              <a:gd name="T3" fmla="*/ 0 h 135"/>
              <a:gd name="T4" fmla="*/ 49 w 49"/>
              <a:gd name="T5" fmla="*/ 0 h 135"/>
              <a:gd name="T6" fmla="*/ 49 w 49"/>
              <a:gd name="T7" fmla="*/ 7 h 135"/>
              <a:gd name="T8" fmla="*/ 42 w 49"/>
              <a:gd name="T9" fmla="*/ 8 h 135"/>
              <a:gd name="T10" fmla="*/ 34 w 49"/>
              <a:gd name="T11" fmla="*/ 15 h 135"/>
              <a:gd name="T12" fmla="*/ 33 w 49"/>
              <a:gd name="T13" fmla="*/ 23 h 135"/>
              <a:gd name="T14" fmla="*/ 33 w 49"/>
              <a:gd name="T15" fmla="*/ 113 h 135"/>
              <a:gd name="T16" fmla="*/ 46 w 49"/>
              <a:gd name="T17" fmla="*/ 127 h 135"/>
              <a:gd name="T18" fmla="*/ 49 w 49"/>
              <a:gd name="T19" fmla="*/ 127 h 135"/>
              <a:gd name="T20" fmla="*/ 49 w 49"/>
              <a:gd name="T21" fmla="*/ 134 h 135"/>
              <a:gd name="T22" fmla="*/ 0 w 49"/>
              <a:gd name="T23" fmla="*/ 134 h 135"/>
              <a:gd name="T24" fmla="*/ 0 w 49"/>
              <a:gd name="T25" fmla="*/ 127 h 135"/>
              <a:gd name="T26" fmla="*/ 7 w 49"/>
              <a:gd name="T27" fmla="*/ 126 h 135"/>
              <a:gd name="T28" fmla="*/ 16 w 49"/>
              <a:gd name="T29" fmla="*/ 118 h 135"/>
              <a:gd name="T30" fmla="*/ 16 w 49"/>
              <a:gd name="T31" fmla="*/ 113 h 135"/>
              <a:gd name="T32" fmla="*/ 16 w 49"/>
              <a:gd name="T33" fmla="*/ 20 h 135"/>
              <a:gd name="T34" fmla="*/ 15 w 49"/>
              <a:gd name="T35" fmla="*/ 13 h 135"/>
              <a:gd name="T36" fmla="*/ 9 w 49"/>
              <a:gd name="T37" fmla="*/ 8 h 135"/>
              <a:gd name="T38" fmla="*/ 0 w 49"/>
              <a:gd name="T39" fmla="*/ 7 h 135"/>
            </a:gdLst>
            <a:rect l="0" t="0" r="r" b="b"/>
            <a:pathLst>
              <a:path w="49" h="135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5" y="10"/>
                  <a:pt x="34" y="15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5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45" y="135"/>
                  <a:pt x="9" y="135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5" y="127"/>
                  <a:pt x="7" y="126"/>
                </a:cubicBezTo>
                <a:cubicBezTo>
                  <a:pt x="13" y="126"/>
                  <a:pt x="15" y="124"/>
                  <a:pt x="16" y="118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8"/>
                  <a:pt x="15" y="16"/>
                  <a:pt x="15" y="13"/>
                </a:cubicBezTo>
                <a:cubicBezTo>
                  <a:pt x="14" y="10"/>
                  <a:pt x="12" y="8"/>
                  <a:pt x="9" y="8"/>
                </a:cubicBezTo>
                <a:cubicBezTo>
                  <a:pt x="6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5" name="Freeform 35">
            <a:extLst xmlns:a="http://schemas.openxmlformats.org/drawingml/2006/main">
              <a:ext uri="{FF2B5EF4-FFF2-40B4-BE49-F238E27FC236}">
                <a16:creationId xmlns:a16="http://schemas.microsoft.com/office/drawing/2014/main" id="{A3183D91-CDAC-4E95-926B-DE1DECC42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429" y="689187"/>
            <a:ext cx="24520" cy="67859"/>
          </a:xfrm>
          <a:custGeom xmlns:a="http://schemas.openxmlformats.org/drawingml/2006/main">
            <a:gdLst>
              <a:gd name="T0" fmla="*/ 0 w 49"/>
              <a:gd name="T1" fmla="*/ 7 h 134"/>
              <a:gd name="T2" fmla="*/ 0 w 49"/>
              <a:gd name="T3" fmla="*/ 0 h 134"/>
              <a:gd name="T4" fmla="*/ 49 w 49"/>
              <a:gd name="T5" fmla="*/ 0 h 134"/>
              <a:gd name="T6" fmla="*/ 49 w 49"/>
              <a:gd name="T7" fmla="*/ 7 h 134"/>
              <a:gd name="T8" fmla="*/ 42 w 49"/>
              <a:gd name="T9" fmla="*/ 8 h 134"/>
              <a:gd name="T10" fmla="*/ 34 w 49"/>
              <a:gd name="T11" fmla="*/ 15 h 134"/>
              <a:gd name="T12" fmla="*/ 33 w 49"/>
              <a:gd name="T13" fmla="*/ 23 h 134"/>
              <a:gd name="T14" fmla="*/ 33 w 49"/>
              <a:gd name="T15" fmla="*/ 112 h 134"/>
              <a:gd name="T16" fmla="*/ 34 w 49"/>
              <a:gd name="T17" fmla="*/ 120 h 134"/>
              <a:gd name="T18" fmla="*/ 40 w 49"/>
              <a:gd name="T19" fmla="*/ 126 h 134"/>
              <a:gd name="T20" fmla="*/ 49 w 49"/>
              <a:gd name="T21" fmla="*/ 127 h 134"/>
              <a:gd name="T22" fmla="*/ 49 w 49"/>
              <a:gd name="T23" fmla="*/ 134 h 134"/>
              <a:gd name="T24" fmla="*/ 0 w 49"/>
              <a:gd name="T25" fmla="*/ 134 h 134"/>
              <a:gd name="T26" fmla="*/ 0 w 49"/>
              <a:gd name="T27" fmla="*/ 127 h 134"/>
              <a:gd name="T28" fmla="*/ 8 w 49"/>
              <a:gd name="T29" fmla="*/ 126 h 134"/>
              <a:gd name="T30" fmla="*/ 15 w 49"/>
              <a:gd name="T31" fmla="*/ 119 h 134"/>
              <a:gd name="T32" fmla="*/ 16 w 49"/>
              <a:gd name="T33" fmla="*/ 110 h 134"/>
              <a:gd name="T34" fmla="*/ 16 w 49"/>
              <a:gd name="T35" fmla="*/ 25 h 134"/>
              <a:gd name="T36" fmla="*/ 15 w 49"/>
              <a:gd name="T37" fmla="*/ 15 h 134"/>
              <a:gd name="T38" fmla="*/ 8 w 49"/>
              <a:gd name="T39" fmla="*/ 8 h 134"/>
              <a:gd name="T40" fmla="*/ 0 w 49"/>
              <a:gd name="T41" fmla="*/ 7 h 134"/>
            </a:gdLst>
            <a:rect l="0" t="0" r="r" b="b"/>
            <a:pathLst>
              <a:path w="49" h="134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4" y="10"/>
                  <a:pt x="34" y="15"/>
                </a:cubicBezTo>
                <a:cubicBezTo>
                  <a:pt x="33" y="18"/>
                  <a:pt x="33" y="21"/>
                  <a:pt x="33" y="23"/>
                </a:cubicBezTo>
                <a:cubicBezTo>
                  <a:pt x="33" y="53"/>
                  <a:pt x="33" y="83"/>
                  <a:pt x="33" y="112"/>
                </a:cubicBezTo>
                <a:cubicBezTo>
                  <a:pt x="33" y="115"/>
                  <a:pt x="33" y="118"/>
                  <a:pt x="34" y="120"/>
                </a:cubicBezTo>
                <a:cubicBezTo>
                  <a:pt x="34" y="124"/>
                  <a:pt x="36" y="126"/>
                  <a:pt x="40" y="126"/>
                </a:cubicBezTo>
                <a:cubicBezTo>
                  <a:pt x="43" y="126"/>
                  <a:pt x="45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33" y="134"/>
                  <a:pt x="1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8" y="126"/>
                </a:cubicBezTo>
                <a:cubicBezTo>
                  <a:pt x="13" y="125"/>
                  <a:pt x="15" y="123"/>
                  <a:pt x="15" y="119"/>
                </a:cubicBezTo>
                <a:cubicBezTo>
                  <a:pt x="16" y="116"/>
                  <a:pt x="16" y="113"/>
                  <a:pt x="16" y="110"/>
                </a:cubicBezTo>
                <a:cubicBezTo>
                  <a:pt x="16" y="81"/>
                  <a:pt x="16" y="53"/>
                  <a:pt x="16" y="25"/>
                </a:cubicBezTo>
                <a:cubicBezTo>
                  <a:pt x="16" y="21"/>
                  <a:pt x="16" y="18"/>
                  <a:pt x="15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8" name="Freeform 9">
            <a:extLst xmlns:a="http://schemas.openxmlformats.org/drawingml/2006/main">
              <a:ext uri="{FF2B5EF4-FFF2-40B4-BE49-F238E27FC236}">
                <a16:creationId xmlns:a16="http://schemas.microsoft.com/office/drawing/2014/main" id="{E5530F47-6669-42B2-A7DB-5DC9B109F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4981" y="365289"/>
            <a:ext cx="164800" cy="184188"/>
          </a:xfrm>
          <a:custGeom xmlns:a="http://schemas.openxmlformats.org/drawingml/2006/main">
            <a:gdLst>
              <a:gd name="T0" fmla="*/ 324 w 325"/>
              <a:gd name="T1" fmla="*/ 106 h 363"/>
              <a:gd name="T2" fmla="*/ 283 w 325"/>
              <a:gd name="T3" fmla="*/ 179 h 363"/>
              <a:gd name="T4" fmla="*/ 247 w 325"/>
              <a:gd name="T5" fmla="*/ 214 h 363"/>
              <a:gd name="T6" fmla="*/ 241 w 325"/>
              <a:gd name="T7" fmla="*/ 228 h 363"/>
              <a:gd name="T8" fmla="*/ 271 w 325"/>
              <a:gd name="T9" fmla="*/ 230 h 363"/>
              <a:gd name="T10" fmla="*/ 282 w 325"/>
              <a:gd name="T11" fmla="*/ 240 h 363"/>
              <a:gd name="T12" fmla="*/ 269 w 325"/>
              <a:gd name="T13" fmla="*/ 277 h 363"/>
              <a:gd name="T14" fmla="*/ 223 w 325"/>
              <a:gd name="T15" fmla="*/ 316 h 363"/>
              <a:gd name="T16" fmla="*/ 176 w 325"/>
              <a:gd name="T17" fmla="*/ 340 h 363"/>
              <a:gd name="T18" fmla="*/ 160 w 325"/>
              <a:gd name="T19" fmla="*/ 339 h 363"/>
              <a:gd name="T20" fmla="*/ 165 w 325"/>
              <a:gd name="T21" fmla="*/ 329 h 363"/>
              <a:gd name="T22" fmla="*/ 195 w 325"/>
              <a:gd name="T23" fmla="*/ 302 h 363"/>
              <a:gd name="T24" fmla="*/ 214 w 325"/>
              <a:gd name="T25" fmla="*/ 282 h 363"/>
              <a:gd name="T26" fmla="*/ 223 w 325"/>
              <a:gd name="T27" fmla="*/ 265 h 363"/>
              <a:gd name="T28" fmla="*/ 220 w 325"/>
              <a:gd name="T29" fmla="*/ 257 h 363"/>
              <a:gd name="T30" fmla="*/ 179 w 325"/>
              <a:gd name="T31" fmla="*/ 289 h 363"/>
              <a:gd name="T32" fmla="*/ 106 w 325"/>
              <a:gd name="T33" fmla="*/ 335 h 363"/>
              <a:gd name="T34" fmla="*/ 20 w 325"/>
              <a:gd name="T35" fmla="*/ 363 h 363"/>
              <a:gd name="T36" fmla="*/ 4 w 325"/>
              <a:gd name="T37" fmla="*/ 360 h 363"/>
              <a:gd name="T38" fmla="*/ 78 w 325"/>
              <a:gd name="T39" fmla="*/ 306 h 363"/>
              <a:gd name="T40" fmla="*/ 102 w 325"/>
              <a:gd name="T41" fmla="*/ 295 h 363"/>
              <a:gd name="T42" fmla="*/ 208 w 325"/>
              <a:gd name="T43" fmla="*/ 238 h 363"/>
              <a:gd name="T44" fmla="*/ 207 w 325"/>
              <a:gd name="T45" fmla="*/ 232 h 363"/>
              <a:gd name="T46" fmla="*/ 171 w 325"/>
              <a:gd name="T47" fmla="*/ 243 h 363"/>
              <a:gd name="T48" fmla="*/ 163 w 325"/>
              <a:gd name="T49" fmla="*/ 239 h 363"/>
              <a:gd name="T50" fmla="*/ 170 w 325"/>
              <a:gd name="T51" fmla="*/ 226 h 363"/>
              <a:gd name="T52" fmla="*/ 154 w 325"/>
              <a:gd name="T53" fmla="*/ 206 h 363"/>
              <a:gd name="T54" fmla="*/ 122 w 325"/>
              <a:gd name="T55" fmla="*/ 224 h 363"/>
              <a:gd name="T56" fmla="*/ 99 w 325"/>
              <a:gd name="T57" fmla="*/ 236 h 363"/>
              <a:gd name="T58" fmla="*/ 100 w 325"/>
              <a:gd name="T59" fmla="*/ 222 h 363"/>
              <a:gd name="T60" fmla="*/ 116 w 325"/>
              <a:gd name="T61" fmla="*/ 204 h 363"/>
              <a:gd name="T62" fmla="*/ 118 w 325"/>
              <a:gd name="T63" fmla="*/ 183 h 363"/>
              <a:gd name="T64" fmla="*/ 116 w 325"/>
              <a:gd name="T65" fmla="*/ 174 h 363"/>
              <a:gd name="T66" fmla="*/ 143 w 325"/>
              <a:gd name="T67" fmla="*/ 167 h 363"/>
              <a:gd name="T68" fmla="*/ 158 w 325"/>
              <a:gd name="T69" fmla="*/ 145 h 363"/>
              <a:gd name="T70" fmla="*/ 147 w 325"/>
              <a:gd name="T71" fmla="*/ 144 h 363"/>
              <a:gd name="T72" fmla="*/ 132 w 325"/>
              <a:gd name="T73" fmla="*/ 141 h 363"/>
              <a:gd name="T74" fmla="*/ 141 w 325"/>
              <a:gd name="T75" fmla="*/ 129 h 363"/>
              <a:gd name="T76" fmla="*/ 140 w 325"/>
              <a:gd name="T77" fmla="*/ 115 h 363"/>
              <a:gd name="T78" fmla="*/ 112 w 325"/>
              <a:gd name="T79" fmla="*/ 96 h 363"/>
              <a:gd name="T80" fmla="*/ 127 w 325"/>
              <a:gd name="T81" fmla="*/ 92 h 363"/>
              <a:gd name="T82" fmla="*/ 167 w 325"/>
              <a:gd name="T83" fmla="*/ 81 h 363"/>
              <a:gd name="T84" fmla="*/ 203 w 325"/>
              <a:gd name="T85" fmla="*/ 36 h 363"/>
              <a:gd name="T86" fmla="*/ 204 w 325"/>
              <a:gd name="T87" fmla="*/ 10 h 363"/>
              <a:gd name="T88" fmla="*/ 216 w 325"/>
              <a:gd name="T89" fmla="*/ 3 h 363"/>
              <a:gd name="T90" fmla="*/ 224 w 325"/>
              <a:gd name="T91" fmla="*/ 56 h 363"/>
              <a:gd name="T92" fmla="*/ 205 w 325"/>
              <a:gd name="T93" fmla="*/ 91 h 363"/>
              <a:gd name="T94" fmla="*/ 208 w 325"/>
              <a:gd name="T95" fmla="*/ 105 h 363"/>
              <a:gd name="T96" fmla="*/ 267 w 325"/>
              <a:gd name="T97" fmla="*/ 87 h 363"/>
              <a:gd name="T98" fmla="*/ 297 w 325"/>
              <a:gd name="T99" fmla="*/ 85 h 363"/>
              <a:gd name="T100" fmla="*/ 309 w 325"/>
              <a:gd name="T101" fmla="*/ 86 h 363"/>
              <a:gd name="T102" fmla="*/ 325 w 325"/>
              <a:gd name="T103" fmla="*/ 104 h 363"/>
              <a:gd name="T104" fmla="*/ 198 w 325"/>
              <a:gd name="T105" fmla="*/ 126 h 363"/>
              <a:gd name="T106" fmla="*/ 164 w 325"/>
              <a:gd name="T107" fmla="*/ 175 h 363"/>
              <a:gd name="T108" fmla="*/ 181 w 325"/>
              <a:gd name="T109" fmla="*/ 191 h 363"/>
              <a:gd name="T110" fmla="*/ 186 w 325"/>
              <a:gd name="T111" fmla="*/ 173 h 363"/>
              <a:gd name="T112" fmla="*/ 199 w 325"/>
              <a:gd name="T113" fmla="*/ 170 h 363"/>
              <a:gd name="T114" fmla="*/ 206 w 325"/>
              <a:gd name="T115" fmla="*/ 204 h 363"/>
              <a:gd name="T116" fmla="*/ 217 w 325"/>
              <a:gd name="T117" fmla="*/ 206 h 363"/>
              <a:gd name="T118" fmla="*/ 229 w 325"/>
              <a:gd name="T119" fmla="*/ 188 h 363"/>
              <a:gd name="T120" fmla="*/ 261 w 325"/>
              <a:gd name="T121" fmla="*/ 141 h 363"/>
              <a:gd name="T122" fmla="*/ 250 w 325"/>
              <a:gd name="T123" fmla="*/ 134 h 363"/>
              <a:gd name="T124" fmla="*/ 206 w 325"/>
              <a:gd name="T125" fmla="*/ 122 h 363"/>
            </a:gdLst>
            <a:rect l="0" t="0" r="r" b="b"/>
            <a:pathLst>
              <a:path w="325" h="363">
                <a:moveTo>
                  <a:pt x="325" y="104"/>
                </a:moveTo>
                <a:cubicBezTo>
                  <a:pt x="325" y="104"/>
                  <a:pt x="324" y="105"/>
                  <a:pt x="324" y="106"/>
                </a:cubicBezTo>
                <a:cubicBezTo>
                  <a:pt x="323" y="108"/>
                  <a:pt x="323" y="111"/>
                  <a:pt x="322" y="114"/>
                </a:cubicBezTo>
                <a:cubicBezTo>
                  <a:pt x="312" y="138"/>
                  <a:pt x="300" y="160"/>
                  <a:pt x="283" y="179"/>
                </a:cubicBezTo>
                <a:cubicBezTo>
                  <a:pt x="275" y="188"/>
                  <a:pt x="267" y="197"/>
                  <a:pt x="259" y="205"/>
                </a:cubicBezTo>
                <a:cubicBezTo>
                  <a:pt x="255" y="209"/>
                  <a:pt x="251" y="211"/>
                  <a:pt x="247" y="214"/>
                </a:cubicBezTo>
                <a:cubicBezTo>
                  <a:pt x="244" y="217"/>
                  <a:pt x="241" y="219"/>
                  <a:pt x="239" y="223"/>
                </a:cubicBezTo>
                <a:cubicBezTo>
                  <a:pt x="237" y="226"/>
                  <a:pt x="238" y="227"/>
                  <a:pt x="241" y="228"/>
                </a:cubicBezTo>
                <a:cubicBezTo>
                  <a:pt x="243" y="228"/>
                  <a:pt x="245" y="228"/>
                  <a:pt x="246" y="228"/>
                </a:cubicBezTo>
                <a:cubicBezTo>
                  <a:pt x="255" y="229"/>
                  <a:pt x="263" y="230"/>
                  <a:pt x="271" y="230"/>
                </a:cubicBezTo>
                <a:cubicBezTo>
                  <a:pt x="272" y="230"/>
                  <a:pt x="274" y="231"/>
                  <a:pt x="275" y="231"/>
                </a:cubicBezTo>
                <a:cubicBezTo>
                  <a:pt x="280" y="233"/>
                  <a:pt x="282" y="235"/>
                  <a:pt x="282" y="240"/>
                </a:cubicBezTo>
                <a:cubicBezTo>
                  <a:pt x="283" y="247"/>
                  <a:pt x="282" y="253"/>
                  <a:pt x="279" y="259"/>
                </a:cubicBezTo>
                <a:cubicBezTo>
                  <a:pt x="277" y="265"/>
                  <a:pt x="273" y="271"/>
                  <a:pt x="269" y="277"/>
                </a:cubicBezTo>
                <a:cubicBezTo>
                  <a:pt x="260" y="289"/>
                  <a:pt x="248" y="298"/>
                  <a:pt x="237" y="307"/>
                </a:cubicBezTo>
                <a:cubicBezTo>
                  <a:pt x="233" y="311"/>
                  <a:pt x="228" y="314"/>
                  <a:pt x="223" y="316"/>
                </a:cubicBezTo>
                <a:cubicBezTo>
                  <a:pt x="213" y="321"/>
                  <a:pt x="203" y="327"/>
                  <a:pt x="193" y="332"/>
                </a:cubicBezTo>
                <a:cubicBezTo>
                  <a:pt x="187" y="334"/>
                  <a:pt x="182" y="337"/>
                  <a:pt x="176" y="340"/>
                </a:cubicBezTo>
                <a:cubicBezTo>
                  <a:pt x="173" y="341"/>
                  <a:pt x="169" y="341"/>
                  <a:pt x="166" y="342"/>
                </a:cubicBezTo>
                <a:cubicBezTo>
                  <a:pt x="164" y="342"/>
                  <a:pt x="161" y="341"/>
                  <a:pt x="160" y="339"/>
                </a:cubicBezTo>
                <a:cubicBezTo>
                  <a:pt x="159" y="337"/>
                  <a:pt x="160" y="335"/>
                  <a:pt x="162" y="333"/>
                </a:cubicBezTo>
                <a:cubicBezTo>
                  <a:pt x="163" y="332"/>
                  <a:pt x="164" y="330"/>
                  <a:pt x="165" y="329"/>
                </a:cubicBezTo>
                <a:cubicBezTo>
                  <a:pt x="173" y="323"/>
                  <a:pt x="181" y="316"/>
                  <a:pt x="189" y="310"/>
                </a:cubicBezTo>
                <a:cubicBezTo>
                  <a:pt x="192" y="307"/>
                  <a:pt x="194" y="305"/>
                  <a:pt x="195" y="302"/>
                </a:cubicBezTo>
                <a:cubicBezTo>
                  <a:pt x="196" y="300"/>
                  <a:pt x="198" y="297"/>
                  <a:pt x="200" y="295"/>
                </a:cubicBezTo>
                <a:cubicBezTo>
                  <a:pt x="205" y="291"/>
                  <a:pt x="210" y="287"/>
                  <a:pt x="214" y="282"/>
                </a:cubicBezTo>
                <a:cubicBezTo>
                  <a:pt x="217" y="280"/>
                  <a:pt x="218" y="278"/>
                  <a:pt x="219" y="275"/>
                </a:cubicBezTo>
                <a:cubicBezTo>
                  <a:pt x="219" y="271"/>
                  <a:pt x="221" y="268"/>
                  <a:pt x="223" y="265"/>
                </a:cubicBezTo>
                <a:cubicBezTo>
                  <a:pt x="225" y="263"/>
                  <a:pt x="227" y="261"/>
                  <a:pt x="229" y="259"/>
                </a:cubicBezTo>
                <a:cubicBezTo>
                  <a:pt x="227" y="256"/>
                  <a:pt x="224" y="256"/>
                  <a:pt x="220" y="257"/>
                </a:cubicBezTo>
                <a:cubicBezTo>
                  <a:pt x="212" y="260"/>
                  <a:pt x="205" y="264"/>
                  <a:pt x="199" y="270"/>
                </a:cubicBezTo>
                <a:cubicBezTo>
                  <a:pt x="192" y="276"/>
                  <a:pt x="186" y="282"/>
                  <a:pt x="179" y="289"/>
                </a:cubicBezTo>
                <a:cubicBezTo>
                  <a:pt x="169" y="299"/>
                  <a:pt x="157" y="307"/>
                  <a:pt x="144" y="314"/>
                </a:cubicBezTo>
                <a:cubicBezTo>
                  <a:pt x="131" y="320"/>
                  <a:pt x="119" y="328"/>
                  <a:pt x="106" y="335"/>
                </a:cubicBezTo>
                <a:cubicBezTo>
                  <a:pt x="89" y="344"/>
                  <a:pt x="72" y="352"/>
                  <a:pt x="53" y="357"/>
                </a:cubicBezTo>
                <a:cubicBezTo>
                  <a:pt x="43" y="361"/>
                  <a:pt x="32" y="363"/>
                  <a:pt x="20" y="363"/>
                </a:cubicBezTo>
                <a:cubicBezTo>
                  <a:pt x="16" y="362"/>
                  <a:pt x="12" y="361"/>
                  <a:pt x="7" y="361"/>
                </a:cubicBezTo>
                <a:cubicBezTo>
                  <a:pt x="6" y="361"/>
                  <a:pt x="5" y="360"/>
                  <a:pt x="4" y="360"/>
                </a:cubicBezTo>
                <a:cubicBezTo>
                  <a:pt x="0" y="358"/>
                  <a:pt x="0" y="355"/>
                  <a:pt x="4" y="352"/>
                </a:cubicBezTo>
                <a:cubicBezTo>
                  <a:pt x="28" y="337"/>
                  <a:pt x="53" y="321"/>
                  <a:pt x="78" y="306"/>
                </a:cubicBezTo>
                <a:cubicBezTo>
                  <a:pt x="84" y="302"/>
                  <a:pt x="91" y="298"/>
                  <a:pt x="98" y="297"/>
                </a:cubicBezTo>
                <a:cubicBezTo>
                  <a:pt x="100" y="296"/>
                  <a:pt x="101" y="295"/>
                  <a:pt x="102" y="295"/>
                </a:cubicBezTo>
                <a:cubicBezTo>
                  <a:pt x="135" y="275"/>
                  <a:pt x="169" y="257"/>
                  <a:pt x="204" y="241"/>
                </a:cubicBezTo>
                <a:cubicBezTo>
                  <a:pt x="205" y="240"/>
                  <a:pt x="207" y="239"/>
                  <a:pt x="208" y="238"/>
                </a:cubicBezTo>
                <a:cubicBezTo>
                  <a:pt x="209" y="237"/>
                  <a:pt x="210" y="235"/>
                  <a:pt x="210" y="234"/>
                </a:cubicBezTo>
                <a:cubicBezTo>
                  <a:pt x="210" y="233"/>
                  <a:pt x="208" y="232"/>
                  <a:pt x="207" y="232"/>
                </a:cubicBezTo>
                <a:cubicBezTo>
                  <a:pt x="201" y="231"/>
                  <a:pt x="196" y="233"/>
                  <a:pt x="190" y="235"/>
                </a:cubicBezTo>
                <a:cubicBezTo>
                  <a:pt x="184" y="238"/>
                  <a:pt x="178" y="240"/>
                  <a:pt x="171" y="243"/>
                </a:cubicBezTo>
                <a:cubicBezTo>
                  <a:pt x="170" y="243"/>
                  <a:pt x="169" y="244"/>
                  <a:pt x="168" y="244"/>
                </a:cubicBezTo>
                <a:cubicBezTo>
                  <a:pt x="164" y="244"/>
                  <a:pt x="163" y="244"/>
                  <a:pt x="163" y="239"/>
                </a:cubicBezTo>
                <a:cubicBezTo>
                  <a:pt x="163" y="236"/>
                  <a:pt x="164" y="233"/>
                  <a:pt x="166" y="231"/>
                </a:cubicBezTo>
                <a:cubicBezTo>
                  <a:pt x="167" y="229"/>
                  <a:pt x="169" y="228"/>
                  <a:pt x="170" y="226"/>
                </a:cubicBezTo>
                <a:cubicBezTo>
                  <a:pt x="172" y="222"/>
                  <a:pt x="172" y="218"/>
                  <a:pt x="168" y="215"/>
                </a:cubicBezTo>
                <a:cubicBezTo>
                  <a:pt x="164" y="212"/>
                  <a:pt x="159" y="209"/>
                  <a:pt x="154" y="206"/>
                </a:cubicBezTo>
                <a:cubicBezTo>
                  <a:pt x="148" y="203"/>
                  <a:pt x="143" y="205"/>
                  <a:pt x="138" y="210"/>
                </a:cubicBezTo>
                <a:cubicBezTo>
                  <a:pt x="133" y="215"/>
                  <a:pt x="128" y="219"/>
                  <a:pt x="122" y="224"/>
                </a:cubicBezTo>
                <a:cubicBezTo>
                  <a:pt x="118" y="228"/>
                  <a:pt x="112" y="231"/>
                  <a:pt x="107" y="235"/>
                </a:cubicBezTo>
                <a:cubicBezTo>
                  <a:pt x="105" y="236"/>
                  <a:pt x="102" y="238"/>
                  <a:pt x="99" y="236"/>
                </a:cubicBezTo>
                <a:cubicBezTo>
                  <a:pt x="97" y="234"/>
                  <a:pt x="97" y="231"/>
                  <a:pt x="98" y="229"/>
                </a:cubicBezTo>
                <a:cubicBezTo>
                  <a:pt x="98" y="226"/>
                  <a:pt x="99" y="224"/>
                  <a:pt x="100" y="222"/>
                </a:cubicBezTo>
                <a:cubicBezTo>
                  <a:pt x="102" y="219"/>
                  <a:pt x="105" y="217"/>
                  <a:pt x="107" y="214"/>
                </a:cubicBezTo>
                <a:cubicBezTo>
                  <a:pt x="110" y="211"/>
                  <a:pt x="113" y="208"/>
                  <a:pt x="116" y="204"/>
                </a:cubicBezTo>
                <a:cubicBezTo>
                  <a:pt x="118" y="202"/>
                  <a:pt x="119" y="198"/>
                  <a:pt x="120" y="195"/>
                </a:cubicBezTo>
                <a:cubicBezTo>
                  <a:pt x="122" y="191"/>
                  <a:pt x="122" y="187"/>
                  <a:pt x="118" y="183"/>
                </a:cubicBezTo>
                <a:cubicBezTo>
                  <a:pt x="116" y="182"/>
                  <a:pt x="115" y="181"/>
                  <a:pt x="115" y="179"/>
                </a:cubicBezTo>
                <a:cubicBezTo>
                  <a:pt x="113" y="177"/>
                  <a:pt x="113" y="175"/>
                  <a:pt x="116" y="174"/>
                </a:cubicBezTo>
                <a:cubicBezTo>
                  <a:pt x="123" y="173"/>
                  <a:pt x="130" y="171"/>
                  <a:pt x="137" y="170"/>
                </a:cubicBezTo>
                <a:cubicBezTo>
                  <a:pt x="140" y="170"/>
                  <a:pt x="141" y="169"/>
                  <a:pt x="143" y="167"/>
                </a:cubicBezTo>
                <a:cubicBezTo>
                  <a:pt x="146" y="163"/>
                  <a:pt x="150" y="159"/>
                  <a:pt x="153" y="155"/>
                </a:cubicBezTo>
                <a:cubicBezTo>
                  <a:pt x="155" y="152"/>
                  <a:pt x="157" y="149"/>
                  <a:pt x="158" y="145"/>
                </a:cubicBezTo>
                <a:cubicBezTo>
                  <a:pt x="159" y="141"/>
                  <a:pt x="157" y="140"/>
                  <a:pt x="154" y="141"/>
                </a:cubicBezTo>
                <a:cubicBezTo>
                  <a:pt x="151" y="141"/>
                  <a:pt x="149" y="142"/>
                  <a:pt x="147" y="144"/>
                </a:cubicBezTo>
                <a:cubicBezTo>
                  <a:pt x="144" y="146"/>
                  <a:pt x="140" y="146"/>
                  <a:pt x="137" y="145"/>
                </a:cubicBezTo>
                <a:cubicBezTo>
                  <a:pt x="134" y="145"/>
                  <a:pt x="133" y="144"/>
                  <a:pt x="132" y="141"/>
                </a:cubicBezTo>
                <a:cubicBezTo>
                  <a:pt x="132" y="139"/>
                  <a:pt x="132" y="137"/>
                  <a:pt x="134" y="135"/>
                </a:cubicBezTo>
                <a:cubicBezTo>
                  <a:pt x="137" y="133"/>
                  <a:pt x="139" y="131"/>
                  <a:pt x="141" y="129"/>
                </a:cubicBezTo>
                <a:cubicBezTo>
                  <a:pt x="143" y="126"/>
                  <a:pt x="144" y="123"/>
                  <a:pt x="144" y="119"/>
                </a:cubicBezTo>
                <a:cubicBezTo>
                  <a:pt x="144" y="116"/>
                  <a:pt x="143" y="115"/>
                  <a:pt x="140" y="115"/>
                </a:cubicBezTo>
                <a:cubicBezTo>
                  <a:pt x="136" y="115"/>
                  <a:pt x="132" y="115"/>
                  <a:pt x="129" y="114"/>
                </a:cubicBezTo>
                <a:cubicBezTo>
                  <a:pt x="119" y="112"/>
                  <a:pt x="114" y="106"/>
                  <a:pt x="112" y="96"/>
                </a:cubicBezTo>
                <a:cubicBezTo>
                  <a:pt x="112" y="91"/>
                  <a:pt x="113" y="90"/>
                  <a:pt x="118" y="91"/>
                </a:cubicBezTo>
                <a:cubicBezTo>
                  <a:pt x="121" y="91"/>
                  <a:pt x="124" y="91"/>
                  <a:pt x="127" y="92"/>
                </a:cubicBezTo>
                <a:cubicBezTo>
                  <a:pt x="137" y="93"/>
                  <a:pt x="146" y="92"/>
                  <a:pt x="155" y="86"/>
                </a:cubicBezTo>
                <a:cubicBezTo>
                  <a:pt x="158" y="83"/>
                  <a:pt x="163" y="82"/>
                  <a:pt x="167" y="81"/>
                </a:cubicBezTo>
                <a:cubicBezTo>
                  <a:pt x="174" y="79"/>
                  <a:pt x="180" y="76"/>
                  <a:pt x="184" y="70"/>
                </a:cubicBezTo>
                <a:cubicBezTo>
                  <a:pt x="193" y="60"/>
                  <a:pt x="200" y="49"/>
                  <a:pt x="203" y="36"/>
                </a:cubicBezTo>
                <a:cubicBezTo>
                  <a:pt x="204" y="30"/>
                  <a:pt x="205" y="23"/>
                  <a:pt x="205" y="17"/>
                </a:cubicBezTo>
                <a:cubicBezTo>
                  <a:pt x="204" y="15"/>
                  <a:pt x="204" y="13"/>
                  <a:pt x="204" y="10"/>
                </a:cubicBezTo>
                <a:cubicBezTo>
                  <a:pt x="204" y="7"/>
                  <a:pt x="204" y="4"/>
                  <a:pt x="207" y="2"/>
                </a:cubicBezTo>
                <a:cubicBezTo>
                  <a:pt x="211" y="0"/>
                  <a:pt x="213" y="2"/>
                  <a:pt x="216" y="3"/>
                </a:cubicBezTo>
                <a:cubicBezTo>
                  <a:pt x="230" y="11"/>
                  <a:pt x="236" y="28"/>
                  <a:pt x="230" y="43"/>
                </a:cubicBezTo>
                <a:cubicBezTo>
                  <a:pt x="229" y="48"/>
                  <a:pt x="226" y="52"/>
                  <a:pt x="224" y="56"/>
                </a:cubicBezTo>
                <a:cubicBezTo>
                  <a:pt x="219" y="64"/>
                  <a:pt x="214" y="72"/>
                  <a:pt x="209" y="80"/>
                </a:cubicBezTo>
                <a:cubicBezTo>
                  <a:pt x="207" y="83"/>
                  <a:pt x="206" y="87"/>
                  <a:pt x="205" y="91"/>
                </a:cubicBezTo>
                <a:cubicBezTo>
                  <a:pt x="204" y="93"/>
                  <a:pt x="203" y="95"/>
                  <a:pt x="203" y="98"/>
                </a:cubicBezTo>
                <a:cubicBezTo>
                  <a:pt x="203" y="102"/>
                  <a:pt x="205" y="104"/>
                  <a:pt x="208" y="105"/>
                </a:cubicBezTo>
                <a:cubicBezTo>
                  <a:pt x="213" y="106"/>
                  <a:pt x="217" y="105"/>
                  <a:pt x="221" y="104"/>
                </a:cubicBezTo>
                <a:cubicBezTo>
                  <a:pt x="236" y="97"/>
                  <a:pt x="251" y="91"/>
                  <a:pt x="267" y="87"/>
                </a:cubicBezTo>
                <a:cubicBezTo>
                  <a:pt x="274" y="85"/>
                  <a:pt x="280" y="84"/>
                  <a:pt x="287" y="82"/>
                </a:cubicBezTo>
                <a:cubicBezTo>
                  <a:pt x="290" y="82"/>
                  <a:pt x="294" y="82"/>
                  <a:pt x="297" y="85"/>
                </a:cubicBezTo>
                <a:cubicBezTo>
                  <a:pt x="299" y="86"/>
                  <a:pt x="301" y="86"/>
                  <a:pt x="304" y="86"/>
                </a:cubicBezTo>
                <a:cubicBezTo>
                  <a:pt x="305" y="87"/>
                  <a:pt x="307" y="86"/>
                  <a:pt x="309" y="86"/>
                </a:cubicBezTo>
                <a:cubicBezTo>
                  <a:pt x="317" y="86"/>
                  <a:pt x="323" y="89"/>
                  <a:pt x="325" y="97"/>
                </a:cubicBezTo>
                <a:cubicBezTo>
                  <a:pt x="325" y="99"/>
                  <a:pt x="325" y="101"/>
                  <a:pt x="325" y="104"/>
                </a:cubicBezTo>
                <a:close/>
                <a:moveTo>
                  <a:pt x="206" y="122"/>
                </a:moveTo>
                <a:cubicBezTo>
                  <a:pt x="203" y="122"/>
                  <a:pt x="200" y="123"/>
                  <a:pt x="198" y="126"/>
                </a:cubicBezTo>
                <a:cubicBezTo>
                  <a:pt x="189" y="138"/>
                  <a:pt x="179" y="150"/>
                  <a:pt x="169" y="162"/>
                </a:cubicBezTo>
                <a:cubicBezTo>
                  <a:pt x="166" y="166"/>
                  <a:pt x="164" y="170"/>
                  <a:pt x="164" y="175"/>
                </a:cubicBezTo>
                <a:cubicBezTo>
                  <a:pt x="162" y="184"/>
                  <a:pt x="165" y="188"/>
                  <a:pt x="173" y="193"/>
                </a:cubicBezTo>
                <a:cubicBezTo>
                  <a:pt x="176" y="195"/>
                  <a:pt x="179" y="194"/>
                  <a:pt x="181" y="191"/>
                </a:cubicBezTo>
                <a:cubicBezTo>
                  <a:pt x="183" y="188"/>
                  <a:pt x="183" y="186"/>
                  <a:pt x="184" y="183"/>
                </a:cubicBezTo>
                <a:cubicBezTo>
                  <a:pt x="185" y="180"/>
                  <a:pt x="185" y="176"/>
                  <a:pt x="186" y="173"/>
                </a:cubicBezTo>
                <a:cubicBezTo>
                  <a:pt x="187" y="171"/>
                  <a:pt x="188" y="168"/>
                  <a:pt x="190" y="167"/>
                </a:cubicBezTo>
                <a:cubicBezTo>
                  <a:pt x="194" y="164"/>
                  <a:pt x="197" y="165"/>
                  <a:pt x="199" y="170"/>
                </a:cubicBezTo>
                <a:cubicBezTo>
                  <a:pt x="199" y="171"/>
                  <a:pt x="199" y="171"/>
                  <a:pt x="199" y="172"/>
                </a:cubicBezTo>
                <a:cubicBezTo>
                  <a:pt x="202" y="183"/>
                  <a:pt x="205" y="193"/>
                  <a:pt x="206" y="204"/>
                </a:cubicBezTo>
                <a:cubicBezTo>
                  <a:pt x="206" y="206"/>
                  <a:pt x="207" y="209"/>
                  <a:pt x="210" y="210"/>
                </a:cubicBezTo>
                <a:cubicBezTo>
                  <a:pt x="214" y="210"/>
                  <a:pt x="215" y="208"/>
                  <a:pt x="217" y="206"/>
                </a:cubicBezTo>
                <a:cubicBezTo>
                  <a:pt x="217" y="205"/>
                  <a:pt x="217" y="205"/>
                  <a:pt x="218" y="204"/>
                </a:cubicBezTo>
                <a:cubicBezTo>
                  <a:pt x="221" y="199"/>
                  <a:pt x="225" y="193"/>
                  <a:pt x="229" y="188"/>
                </a:cubicBezTo>
                <a:cubicBezTo>
                  <a:pt x="237" y="177"/>
                  <a:pt x="246" y="167"/>
                  <a:pt x="255" y="157"/>
                </a:cubicBezTo>
                <a:cubicBezTo>
                  <a:pt x="259" y="152"/>
                  <a:pt x="261" y="147"/>
                  <a:pt x="261" y="141"/>
                </a:cubicBezTo>
                <a:cubicBezTo>
                  <a:pt x="261" y="137"/>
                  <a:pt x="259" y="135"/>
                  <a:pt x="255" y="134"/>
                </a:cubicBezTo>
                <a:cubicBezTo>
                  <a:pt x="253" y="134"/>
                  <a:pt x="251" y="134"/>
                  <a:pt x="250" y="134"/>
                </a:cubicBezTo>
                <a:cubicBezTo>
                  <a:pt x="240" y="131"/>
                  <a:pt x="231" y="129"/>
                  <a:pt x="221" y="126"/>
                </a:cubicBezTo>
                <a:cubicBezTo>
                  <a:pt x="216" y="125"/>
                  <a:pt x="211" y="123"/>
                  <a:pt x="206" y="1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9" name="Freeform 10">
            <a:extLst xmlns:a="http://schemas.openxmlformats.org/drawingml/2006/main">
              <a:ext uri="{FF2B5EF4-FFF2-40B4-BE49-F238E27FC236}">
                <a16:creationId xmlns:a16="http://schemas.microsoft.com/office/drawing/2014/main" id="{EC7E2220-853D-4054-83D7-5BA6EEABF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8190" y="398363"/>
            <a:ext cx="193882" cy="208139"/>
          </a:xfrm>
          <a:custGeom xmlns:a="http://schemas.openxmlformats.org/drawingml/2006/main">
            <a:gdLst>
              <a:gd name="T0" fmla="*/ 83 w 383"/>
              <a:gd name="T1" fmla="*/ 410 h 411"/>
              <a:gd name="T2" fmla="*/ 111 w 383"/>
              <a:gd name="T3" fmla="*/ 380 h 411"/>
              <a:gd name="T4" fmla="*/ 136 w 383"/>
              <a:gd name="T5" fmla="*/ 371 h 411"/>
              <a:gd name="T6" fmla="*/ 198 w 383"/>
              <a:gd name="T7" fmla="*/ 294 h 411"/>
              <a:gd name="T8" fmla="*/ 201 w 383"/>
              <a:gd name="T9" fmla="*/ 280 h 411"/>
              <a:gd name="T10" fmla="*/ 197 w 383"/>
              <a:gd name="T11" fmla="*/ 274 h 411"/>
              <a:gd name="T12" fmla="*/ 166 w 383"/>
              <a:gd name="T13" fmla="*/ 283 h 411"/>
              <a:gd name="T14" fmla="*/ 144 w 383"/>
              <a:gd name="T15" fmla="*/ 291 h 411"/>
              <a:gd name="T16" fmla="*/ 123 w 383"/>
              <a:gd name="T17" fmla="*/ 305 h 411"/>
              <a:gd name="T18" fmla="*/ 62 w 383"/>
              <a:gd name="T19" fmla="*/ 344 h 411"/>
              <a:gd name="T20" fmla="*/ 34 w 383"/>
              <a:gd name="T21" fmla="*/ 353 h 411"/>
              <a:gd name="T22" fmla="*/ 9 w 383"/>
              <a:gd name="T23" fmla="*/ 344 h 411"/>
              <a:gd name="T24" fmla="*/ 1 w 383"/>
              <a:gd name="T25" fmla="*/ 322 h 411"/>
              <a:gd name="T26" fmla="*/ 0 w 383"/>
              <a:gd name="T27" fmla="*/ 288 h 411"/>
              <a:gd name="T28" fmla="*/ 1 w 383"/>
              <a:gd name="T29" fmla="*/ 283 h 411"/>
              <a:gd name="T30" fmla="*/ 6 w 383"/>
              <a:gd name="T31" fmla="*/ 282 h 411"/>
              <a:gd name="T32" fmla="*/ 8 w 383"/>
              <a:gd name="T33" fmla="*/ 285 h 411"/>
              <a:gd name="T34" fmla="*/ 10 w 383"/>
              <a:gd name="T35" fmla="*/ 290 h 411"/>
              <a:gd name="T36" fmla="*/ 32 w 383"/>
              <a:gd name="T37" fmla="*/ 298 h 411"/>
              <a:gd name="T38" fmla="*/ 46 w 383"/>
              <a:gd name="T39" fmla="*/ 293 h 411"/>
              <a:gd name="T40" fmla="*/ 53 w 383"/>
              <a:gd name="T41" fmla="*/ 291 h 411"/>
              <a:gd name="T42" fmla="*/ 65 w 383"/>
              <a:gd name="T43" fmla="*/ 288 h 411"/>
              <a:gd name="T44" fmla="*/ 100 w 383"/>
              <a:gd name="T45" fmla="*/ 268 h 411"/>
              <a:gd name="T46" fmla="*/ 156 w 383"/>
              <a:gd name="T47" fmla="*/ 244 h 411"/>
              <a:gd name="T48" fmla="*/ 197 w 383"/>
              <a:gd name="T49" fmla="*/ 229 h 411"/>
              <a:gd name="T50" fmla="*/ 203 w 383"/>
              <a:gd name="T51" fmla="*/ 226 h 411"/>
              <a:gd name="T52" fmla="*/ 219 w 383"/>
              <a:gd name="T53" fmla="*/ 204 h 411"/>
              <a:gd name="T54" fmla="*/ 222 w 383"/>
              <a:gd name="T55" fmla="*/ 124 h 411"/>
              <a:gd name="T56" fmla="*/ 210 w 383"/>
              <a:gd name="T57" fmla="*/ 69 h 411"/>
              <a:gd name="T58" fmla="*/ 197 w 383"/>
              <a:gd name="T59" fmla="*/ 36 h 411"/>
              <a:gd name="T60" fmla="*/ 194 w 383"/>
              <a:gd name="T61" fmla="*/ 10 h 411"/>
              <a:gd name="T62" fmla="*/ 205 w 383"/>
              <a:gd name="T63" fmla="*/ 2 h 411"/>
              <a:gd name="T64" fmla="*/ 230 w 383"/>
              <a:gd name="T65" fmla="*/ 7 h 411"/>
              <a:gd name="T66" fmla="*/ 237 w 383"/>
              <a:gd name="T67" fmla="*/ 10 h 411"/>
              <a:gd name="T68" fmla="*/ 248 w 383"/>
              <a:gd name="T69" fmla="*/ 19 h 411"/>
              <a:gd name="T70" fmla="*/ 265 w 383"/>
              <a:gd name="T71" fmla="*/ 29 h 411"/>
              <a:gd name="T72" fmla="*/ 280 w 383"/>
              <a:gd name="T73" fmla="*/ 49 h 411"/>
              <a:gd name="T74" fmla="*/ 278 w 383"/>
              <a:gd name="T75" fmla="*/ 66 h 411"/>
              <a:gd name="T76" fmla="*/ 273 w 383"/>
              <a:gd name="T77" fmla="*/ 72 h 411"/>
              <a:gd name="T78" fmla="*/ 270 w 383"/>
              <a:gd name="T79" fmla="*/ 77 h 411"/>
              <a:gd name="T80" fmla="*/ 271 w 383"/>
              <a:gd name="T81" fmla="*/ 158 h 411"/>
              <a:gd name="T82" fmla="*/ 273 w 383"/>
              <a:gd name="T83" fmla="*/ 179 h 411"/>
              <a:gd name="T84" fmla="*/ 278 w 383"/>
              <a:gd name="T85" fmla="*/ 182 h 411"/>
              <a:gd name="T86" fmla="*/ 313 w 383"/>
              <a:gd name="T87" fmla="*/ 160 h 411"/>
              <a:gd name="T88" fmla="*/ 325 w 383"/>
              <a:gd name="T89" fmla="*/ 144 h 411"/>
              <a:gd name="T90" fmla="*/ 341 w 383"/>
              <a:gd name="T91" fmla="*/ 128 h 411"/>
              <a:gd name="T92" fmla="*/ 369 w 383"/>
              <a:gd name="T93" fmla="*/ 122 h 411"/>
              <a:gd name="T94" fmla="*/ 380 w 383"/>
              <a:gd name="T95" fmla="*/ 141 h 411"/>
              <a:gd name="T96" fmla="*/ 372 w 383"/>
              <a:gd name="T97" fmla="*/ 154 h 411"/>
              <a:gd name="T98" fmla="*/ 355 w 383"/>
              <a:gd name="T99" fmla="*/ 169 h 411"/>
              <a:gd name="T100" fmla="*/ 314 w 383"/>
              <a:gd name="T101" fmla="*/ 199 h 411"/>
              <a:gd name="T102" fmla="*/ 275 w 383"/>
              <a:gd name="T103" fmla="*/ 229 h 411"/>
              <a:gd name="T104" fmla="*/ 271 w 383"/>
              <a:gd name="T105" fmla="*/ 238 h 411"/>
              <a:gd name="T106" fmla="*/ 254 w 383"/>
              <a:gd name="T107" fmla="*/ 310 h 411"/>
              <a:gd name="T108" fmla="*/ 250 w 383"/>
              <a:gd name="T109" fmla="*/ 320 h 411"/>
              <a:gd name="T110" fmla="*/ 247 w 383"/>
              <a:gd name="T111" fmla="*/ 325 h 411"/>
              <a:gd name="T112" fmla="*/ 173 w 383"/>
              <a:gd name="T113" fmla="*/ 386 h 411"/>
              <a:gd name="T114" fmla="*/ 95 w 383"/>
              <a:gd name="T115" fmla="*/ 410 h 411"/>
              <a:gd name="T116" fmla="*/ 88 w 383"/>
              <a:gd name="T117" fmla="*/ 411 h 411"/>
              <a:gd name="T118" fmla="*/ 83 w 383"/>
              <a:gd name="T119" fmla="*/ 410 h 411"/>
            </a:gdLst>
            <a:rect l="0" t="0" r="r" b="b"/>
            <a:pathLst>
              <a:path w="383" h="411">
                <a:moveTo>
                  <a:pt x="83" y="410"/>
                </a:moveTo>
                <a:cubicBezTo>
                  <a:pt x="89" y="396"/>
                  <a:pt x="96" y="385"/>
                  <a:pt x="111" y="380"/>
                </a:cubicBezTo>
                <a:cubicBezTo>
                  <a:pt x="120" y="378"/>
                  <a:pt x="128" y="375"/>
                  <a:pt x="136" y="371"/>
                </a:cubicBezTo>
                <a:cubicBezTo>
                  <a:pt x="168" y="355"/>
                  <a:pt x="188" y="328"/>
                  <a:pt x="198" y="294"/>
                </a:cubicBezTo>
                <a:cubicBezTo>
                  <a:pt x="199" y="289"/>
                  <a:pt x="200" y="284"/>
                  <a:pt x="201" y="280"/>
                </a:cubicBezTo>
                <a:cubicBezTo>
                  <a:pt x="202" y="275"/>
                  <a:pt x="201" y="274"/>
                  <a:pt x="197" y="274"/>
                </a:cubicBezTo>
                <a:cubicBezTo>
                  <a:pt x="186" y="275"/>
                  <a:pt x="176" y="278"/>
                  <a:pt x="166" y="283"/>
                </a:cubicBezTo>
                <a:cubicBezTo>
                  <a:pt x="159" y="286"/>
                  <a:pt x="152" y="289"/>
                  <a:pt x="144" y="291"/>
                </a:cubicBezTo>
                <a:cubicBezTo>
                  <a:pt x="136" y="294"/>
                  <a:pt x="130" y="300"/>
                  <a:pt x="123" y="305"/>
                </a:cubicBezTo>
                <a:cubicBezTo>
                  <a:pt x="105" y="321"/>
                  <a:pt x="84" y="334"/>
                  <a:pt x="62" y="344"/>
                </a:cubicBezTo>
                <a:cubicBezTo>
                  <a:pt x="53" y="348"/>
                  <a:pt x="43" y="351"/>
                  <a:pt x="34" y="353"/>
                </a:cubicBezTo>
                <a:cubicBezTo>
                  <a:pt x="24" y="356"/>
                  <a:pt x="15" y="352"/>
                  <a:pt x="9" y="344"/>
                </a:cubicBezTo>
                <a:cubicBezTo>
                  <a:pt x="4" y="338"/>
                  <a:pt x="1" y="330"/>
                  <a:pt x="1" y="322"/>
                </a:cubicBezTo>
                <a:cubicBezTo>
                  <a:pt x="1" y="310"/>
                  <a:pt x="0" y="299"/>
                  <a:pt x="0" y="288"/>
                </a:cubicBezTo>
                <a:cubicBezTo>
                  <a:pt x="0" y="286"/>
                  <a:pt x="0" y="284"/>
                  <a:pt x="1" y="283"/>
                </a:cubicBezTo>
                <a:cubicBezTo>
                  <a:pt x="1" y="280"/>
                  <a:pt x="4" y="279"/>
                  <a:pt x="6" y="282"/>
                </a:cubicBezTo>
                <a:cubicBezTo>
                  <a:pt x="7" y="283"/>
                  <a:pt x="7" y="284"/>
                  <a:pt x="8" y="285"/>
                </a:cubicBezTo>
                <a:cubicBezTo>
                  <a:pt x="9" y="286"/>
                  <a:pt x="9" y="288"/>
                  <a:pt x="10" y="290"/>
                </a:cubicBezTo>
                <a:cubicBezTo>
                  <a:pt x="16" y="297"/>
                  <a:pt x="23" y="301"/>
                  <a:pt x="32" y="298"/>
                </a:cubicBezTo>
                <a:cubicBezTo>
                  <a:pt x="37" y="297"/>
                  <a:pt x="41" y="295"/>
                  <a:pt x="46" y="293"/>
                </a:cubicBezTo>
                <a:cubicBezTo>
                  <a:pt x="48" y="292"/>
                  <a:pt x="51" y="291"/>
                  <a:pt x="53" y="291"/>
                </a:cubicBezTo>
                <a:cubicBezTo>
                  <a:pt x="58" y="292"/>
                  <a:pt x="61" y="290"/>
                  <a:pt x="65" y="288"/>
                </a:cubicBezTo>
                <a:cubicBezTo>
                  <a:pt x="77" y="282"/>
                  <a:pt x="89" y="275"/>
                  <a:pt x="100" y="268"/>
                </a:cubicBezTo>
                <a:cubicBezTo>
                  <a:pt x="118" y="258"/>
                  <a:pt x="137" y="251"/>
                  <a:pt x="156" y="244"/>
                </a:cubicBezTo>
                <a:cubicBezTo>
                  <a:pt x="169" y="239"/>
                  <a:pt x="183" y="234"/>
                  <a:pt x="197" y="229"/>
                </a:cubicBezTo>
                <a:cubicBezTo>
                  <a:pt x="199" y="228"/>
                  <a:pt x="201" y="227"/>
                  <a:pt x="203" y="226"/>
                </a:cubicBezTo>
                <a:cubicBezTo>
                  <a:pt x="212" y="222"/>
                  <a:pt x="218" y="215"/>
                  <a:pt x="219" y="204"/>
                </a:cubicBezTo>
                <a:cubicBezTo>
                  <a:pt x="221" y="178"/>
                  <a:pt x="223" y="151"/>
                  <a:pt x="222" y="124"/>
                </a:cubicBezTo>
                <a:cubicBezTo>
                  <a:pt x="221" y="105"/>
                  <a:pt x="218" y="87"/>
                  <a:pt x="210" y="69"/>
                </a:cubicBezTo>
                <a:cubicBezTo>
                  <a:pt x="205" y="58"/>
                  <a:pt x="201" y="47"/>
                  <a:pt x="197" y="36"/>
                </a:cubicBezTo>
                <a:cubicBezTo>
                  <a:pt x="194" y="28"/>
                  <a:pt x="193" y="19"/>
                  <a:pt x="194" y="10"/>
                </a:cubicBezTo>
                <a:cubicBezTo>
                  <a:pt x="194" y="4"/>
                  <a:pt x="199" y="0"/>
                  <a:pt x="205" y="2"/>
                </a:cubicBezTo>
                <a:cubicBezTo>
                  <a:pt x="213" y="4"/>
                  <a:pt x="222" y="5"/>
                  <a:pt x="230" y="7"/>
                </a:cubicBezTo>
                <a:cubicBezTo>
                  <a:pt x="233" y="7"/>
                  <a:pt x="235" y="9"/>
                  <a:pt x="237" y="10"/>
                </a:cubicBezTo>
                <a:cubicBezTo>
                  <a:pt x="241" y="13"/>
                  <a:pt x="244" y="16"/>
                  <a:pt x="248" y="19"/>
                </a:cubicBezTo>
                <a:cubicBezTo>
                  <a:pt x="253" y="23"/>
                  <a:pt x="259" y="26"/>
                  <a:pt x="265" y="29"/>
                </a:cubicBezTo>
                <a:cubicBezTo>
                  <a:pt x="274" y="33"/>
                  <a:pt x="279" y="40"/>
                  <a:pt x="280" y="49"/>
                </a:cubicBezTo>
                <a:cubicBezTo>
                  <a:pt x="280" y="55"/>
                  <a:pt x="280" y="60"/>
                  <a:pt x="278" y="66"/>
                </a:cubicBezTo>
                <a:cubicBezTo>
                  <a:pt x="277" y="68"/>
                  <a:pt x="275" y="70"/>
                  <a:pt x="273" y="72"/>
                </a:cubicBezTo>
                <a:cubicBezTo>
                  <a:pt x="271" y="74"/>
                  <a:pt x="270" y="75"/>
                  <a:pt x="270" y="77"/>
                </a:cubicBezTo>
                <a:cubicBezTo>
                  <a:pt x="271" y="104"/>
                  <a:pt x="271" y="131"/>
                  <a:pt x="271" y="158"/>
                </a:cubicBezTo>
                <a:cubicBezTo>
                  <a:pt x="272" y="165"/>
                  <a:pt x="272" y="172"/>
                  <a:pt x="273" y="179"/>
                </a:cubicBezTo>
                <a:cubicBezTo>
                  <a:pt x="274" y="183"/>
                  <a:pt x="275" y="184"/>
                  <a:pt x="278" y="182"/>
                </a:cubicBezTo>
                <a:cubicBezTo>
                  <a:pt x="291" y="176"/>
                  <a:pt x="303" y="170"/>
                  <a:pt x="313" y="160"/>
                </a:cubicBezTo>
                <a:cubicBezTo>
                  <a:pt x="317" y="155"/>
                  <a:pt x="321" y="150"/>
                  <a:pt x="325" y="144"/>
                </a:cubicBezTo>
                <a:cubicBezTo>
                  <a:pt x="330" y="138"/>
                  <a:pt x="335" y="132"/>
                  <a:pt x="341" y="128"/>
                </a:cubicBezTo>
                <a:cubicBezTo>
                  <a:pt x="350" y="122"/>
                  <a:pt x="359" y="120"/>
                  <a:pt x="369" y="122"/>
                </a:cubicBezTo>
                <a:cubicBezTo>
                  <a:pt x="379" y="124"/>
                  <a:pt x="383" y="131"/>
                  <a:pt x="380" y="141"/>
                </a:cubicBezTo>
                <a:cubicBezTo>
                  <a:pt x="379" y="146"/>
                  <a:pt x="376" y="151"/>
                  <a:pt x="372" y="154"/>
                </a:cubicBezTo>
                <a:cubicBezTo>
                  <a:pt x="367" y="160"/>
                  <a:pt x="361" y="165"/>
                  <a:pt x="355" y="169"/>
                </a:cubicBezTo>
                <a:cubicBezTo>
                  <a:pt x="341" y="178"/>
                  <a:pt x="328" y="189"/>
                  <a:pt x="314" y="199"/>
                </a:cubicBezTo>
                <a:cubicBezTo>
                  <a:pt x="301" y="209"/>
                  <a:pt x="289" y="219"/>
                  <a:pt x="275" y="229"/>
                </a:cubicBezTo>
                <a:cubicBezTo>
                  <a:pt x="272" y="232"/>
                  <a:pt x="271" y="234"/>
                  <a:pt x="271" y="238"/>
                </a:cubicBezTo>
                <a:cubicBezTo>
                  <a:pt x="267" y="263"/>
                  <a:pt x="262" y="287"/>
                  <a:pt x="254" y="310"/>
                </a:cubicBezTo>
                <a:cubicBezTo>
                  <a:pt x="253" y="314"/>
                  <a:pt x="251" y="317"/>
                  <a:pt x="250" y="320"/>
                </a:cubicBezTo>
                <a:cubicBezTo>
                  <a:pt x="249" y="322"/>
                  <a:pt x="249" y="324"/>
                  <a:pt x="247" y="325"/>
                </a:cubicBezTo>
                <a:cubicBezTo>
                  <a:pt x="226" y="349"/>
                  <a:pt x="202" y="371"/>
                  <a:pt x="173" y="386"/>
                </a:cubicBezTo>
                <a:cubicBezTo>
                  <a:pt x="149" y="400"/>
                  <a:pt x="123" y="408"/>
                  <a:pt x="95" y="410"/>
                </a:cubicBezTo>
                <a:cubicBezTo>
                  <a:pt x="93" y="410"/>
                  <a:pt x="90" y="411"/>
                  <a:pt x="88" y="411"/>
                </a:cubicBezTo>
                <a:cubicBezTo>
                  <a:pt x="87" y="411"/>
                  <a:pt x="85" y="411"/>
                  <a:pt x="83" y="4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0" name="Freeform 11">
            <a:extLst xmlns:a="http://schemas.openxmlformats.org/drawingml/2006/main">
              <a:ext uri="{FF2B5EF4-FFF2-40B4-BE49-F238E27FC236}">
                <a16:creationId xmlns:a16="http://schemas.microsoft.com/office/drawing/2014/main" id="{DF9CF66F-940C-46D0-BF67-36CF17DDC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4135" y="400644"/>
            <a:ext cx="98081" cy="227527"/>
          </a:xfrm>
          <a:custGeom xmlns:a="http://schemas.openxmlformats.org/drawingml/2006/main">
            <a:gdLst>
              <a:gd name="T0" fmla="*/ 127 w 193"/>
              <a:gd name="T1" fmla="*/ 371 h 449"/>
              <a:gd name="T2" fmla="*/ 63 w 193"/>
              <a:gd name="T3" fmla="*/ 417 h 449"/>
              <a:gd name="T4" fmla="*/ 47 w 193"/>
              <a:gd name="T5" fmla="*/ 433 h 449"/>
              <a:gd name="T6" fmla="*/ 7 w 193"/>
              <a:gd name="T7" fmla="*/ 434 h 449"/>
              <a:gd name="T8" fmla="*/ 1 w 193"/>
              <a:gd name="T9" fmla="*/ 383 h 449"/>
              <a:gd name="T10" fmla="*/ 33 w 193"/>
              <a:gd name="T11" fmla="*/ 331 h 449"/>
              <a:gd name="T12" fmla="*/ 49 w 193"/>
              <a:gd name="T13" fmla="*/ 286 h 449"/>
              <a:gd name="T14" fmla="*/ 50 w 193"/>
              <a:gd name="T15" fmla="*/ 233 h 449"/>
              <a:gd name="T16" fmla="*/ 38 w 193"/>
              <a:gd name="T17" fmla="*/ 207 h 449"/>
              <a:gd name="T18" fmla="*/ 54 w 193"/>
              <a:gd name="T19" fmla="*/ 201 h 449"/>
              <a:gd name="T20" fmla="*/ 75 w 193"/>
              <a:gd name="T21" fmla="*/ 209 h 449"/>
              <a:gd name="T22" fmla="*/ 107 w 193"/>
              <a:gd name="T23" fmla="*/ 223 h 449"/>
              <a:gd name="T24" fmla="*/ 126 w 193"/>
              <a:gd name="T25" fmla="*/ 233 h 449"/>
              <a:gd name="T26" fmla="*/ 133 w 193"/>
              <a:gd name="T27" fmla="*/ 231 h 449"/>
              <a:gd name="T28" fmla="*/ 135 w 193"/>
              <a:gd name="T29" fmla="*/ 200 h 449"/>
              <a:gd name="T30" fmla="*/ 133 w 193"/>
              <a:gd name="T31" fmla="*/ 99 h 449"/>
              <a:gd name="T32" fmla="*/ 105 w 193"/>
              <a:gd name="T33" fmla="*/ 55 h 449"/>
              <a:gd name="T34" fmla="*/ 77 w 193"/>
              <a:gd name="T35" fmla="*/ 9 h 449"/>
              <a:gd name="T36" fmla="*/ 95 w 193"/>
              <a:gd name="T37" fmla="*/ 6 h 449"/>
              <a:gd name="T38" fmla="*/ 165 w 193"/>
              <a:gd name="T39" fmla="*/ 52 h 449"/>
              <a:gd name="T40" fmla="*/ 189 w 193"/>
              <a:gd name="T41" fmla="*/ 83 h 449"/>
              <a:gd name="T42" fmla="*/ 189 w 193"/>
              <a:gd name="T43" fmla="*/ 292 h 449"/>
              <a:gd name="T44" fmla="*/ 165 w 193"/>
              <a:gd name="T45" fmla="*/ 409 h 449"/>
              <a:gd name="T46" fmla="*/ 145 w 193"/>
              <a:gd name="T47" fmla="*/ 428 h 449"/>
              <a:gd name="T48" fmla="*/ 134 w 193"/>
              <a:gd name="T49" fmla="*/ 415 h 449"/>
              <a:gd name="T50" fmla="*/ 131 w 193"/>
              <a:gd name="T51" fmla="*/ 367 h 449"/>
              <a:gd name="T52" fmla="*/ 124 w 193"/>
              <a:gd name="T53" fmla="*/ 264 h 449"/>
              <a:gd name="T54" fmla="*/ 102 w 193"/>
              <a:gd name="T55" fmla="*/ 280 h 449"/>
              <a:gd name="T56" fmla="*/ 81 w 193"/>
              <a:gd name="T57" fmla="*/ 296 h 449"/>
              <a:gd name="T58" fmla="*/ 59 w 193"/>
              <a:gd name="T59" fmla="*/ 331 h 449"/>
              <a:gd name="T60" fmla="*/ 31 w 193"/>
              <a:gd name="T61" fmla="*/ 373 h 449"/>
              <a:gd name="T62" fmla="*/ 46 w 193"/>
              <a:gd name="T63" fmla="*/ 382 h 449"/>
              <a:gd name="T64" fmla="*/ 78 w 193"/>
              <a:gd name="T65" fmla="*/ 363 h 449"/>
              <a:gd name="T66" fmla="*/ 114 w 193"/>
              <a:gd name="T67" fmla="*/ 346 h 449"/>
              <a:gd name="T68" fmla="*/ 133 w 193"/>
              <a:gd name="T69" fmla="*/ 325 h 449"/>
              <a:gd name="T70" fmla="*/ 132 w 193"/>
              <a:gd name="T71" fmla="*/ 255 h 449"/>
            </a:gdLst>
            <a:rect l="0" t="0" r="r" b="b"/>
            <a:pathLst>
              <a:path w="193" h="449">
                <a:moveTo>
                  <a:pt x="131" y="367"/>
                </a:moveTo>
                <a:cubicBezTo>
                  <a:pt x="129" y="369"/>
                  <a:pt x="128" y="370"/>
                  <a:pt x="127" y="371"/>
                </a:cubicBezTo>
                <a:cubicBezTo>
                  <a:pt x="112" y="385"/>
                  <a:pt x="97" y="397"/>
                  <a:pt x="80" y="408"/>
                </a:cubicBezTo>
                <a:cubicBezTo>
                  <a:pt x="74" y="411"/>
                  <a:pt x="69" y="414"/>
                  <a:pt x="63" y="417"/>
                </a:cubicBezTo>
                <a:cubicBezTo>
                  <a:pt x="61" y="419"/>
                  <a:pt x="59" y="420"/>
                  <a:pt x="57" y="422"/>
                </a:cubicBezTo>
                <a:cubicBezTo>
                  <a:pt x="54" y="426"/>
                  <a:pt x="50" y="430"/>
                  <a:pt x="47" y="433"/>
                </a:cubicBezTo>
                <a:cubicBezTo>
                  <a:pt x="44" y="436"/>
                  <a:pt x="41" y="439"/>
                  <a:pt x="38" y="441"/>
                </a:cubicBezTo>
                <a:cubicBezTo>
                  <a:pt x="27" y="449"/>
                  <a:pt x="13" y="446"/>
                  <a:pt x="7" y="434"/>
                </a:cubicBezTo>
                <a:cubicBezTo>
                  <a:pt x="4" y="428"/>
                  <a:pt x="2" y="421"/>
                  <a:pt x="1" y="415"/>
                </a:cubicBezTo>
                <a:cubicBezTo>
                  <a:pt x="0" y="404"/>
                  <a:pt x="0" y="394"/>
                  <a:pt x="1" y="383"/>
                </a:cubicBezTo>
                <a:cubicBezTo>
                  <a:pt x="2" y="379"/>
                  <a:pt x="3" y="374"/>
                  <a:pt x="7" y="372"/>
                </a:cubicBezTo>
                <a:cubicBezTo>
                  <a:pt x="20" y="361"/>
                  <a:pt x="28" y="346"/>
                  <a:pt x="33" y="331"/>
                </a:cubicBezTo>
                <a:cubicBezTo>
                  <a:pt x="36" y="325"/>
                  <a:pt x="37" y="319"/>
                  <a:pt x="39" y="313"/>
                </a:cubicBezTo>
                <a:cubicBezTo>
                  <a:pt x="42" y="304"/>
                  <a:pt x="45" y="294"/>
                  <a:pt x="49" y="286"/>
                </a:cubicBezTo>
                <a:cubicBezTo>
                  <a:pt x="56" y="272"/>
                  <a:pt x="56" y="258"/>
                  <a:pt x="53" y="244"/>
                </a:cubicBezTo>
                <a:cubicBezTo>
                  <a:pt x="52" y="240"/>
                  <a:pt x="51" y="237"/>
                  <a:pt x="50" y="233"/>
                </a:cubicBezTo>
                <a:cubicBezTo>
                  <a:pt x="49" y="229"/>
                  <a:pt x="47" y="225"/>
                  <a:pt x="44" y="221"/>
                </a:cubicBezTo>
                <a:cubicBezTo>
                  <a:pt x="42" y="217"/>
                  <a:pt x="39" y="212"/>
                  <a:pt x="38" y="207"/>
                </a:cubicBezTo>
                <a:cubicBezTo>
                  <a:pt x="36" y="202"/>
                  <a:pt x="38" y="199"/>
                  <a:pt x="44" y="199"/>
                </a:cubicBezTo>
                <a:cubicBezTo>
                  <a:pt x="48" y="199"/>
                  <a:pt x="51" y="199"/>
                  <a:pt x="54" y="201"/>
                </a:cubicBezTo>
                <a:cubicBezTo>
                  <a:pt x="55" y="202"/>
                  <a:pt x="56" y="203"/>
                  <a:pt x="57" y="203"/>
                </a:cubicBezTo>
                <a:cubicBezTo>
                  <a:pt x="62" y="208"/>
                  <a:pt x="68" y="209"/>
                  <a:pt x="75" y="209"/>
                </a:cubicBezTo>
                <a:cubicBezTo>
                  <a:pt x="83" y="209"/>
                  <a:pt x="90" y="212"/>
                  <a:pt x="96" y="218"/>
                </a:cubicBezTo>
                <a:cubicBezTo>
                  <a:pt x="99" y="221"/>
                  <a:pt x="103" y="223"/>
                  <a:pt x="107" y="223"/>
                </a:cubicBezTo>
                <a:cubicBezTo>
                  <a:pt x="110" y="223"/>
                  <a:pt x="112" y="224"/>
                  <a:pt x="115" y="225"/>
                </a:cubicBezTo>
                <a:cubicBezTo>
                  <a:pt x="120" y="226"/>
                  <a:pt x="124" y="229"/>
                  <a:pt x="126" y="233"/>
                </a:cubicBezTo>
                <a:cubicBezTo>
                  <a:pt x="126" y="234"/>
                  <a:pt x="127" y="235"/>
                  <a:pt x="128" y="236"/>
                </a:cubicBezTo>
                <a:cubicBezTo>
                  <a:pt x="131" y="236"/>
                  <a:pt x="132" y="234"/>
                  <a:pt x="133" y="231"/>
                </a:cubicBezTo>
                <a:cubicBezTo>
                  <a:pt x="134" y="229"/>
                  <a:pt x="134" y="227"/>
                  <a:pt x="134" y="225"/>
                </a:cubicBezTo>
                <a:cubicBezTo>
                  <a:pt x="134" y="217"/>
                  <a:pt x="134" y="208"/>
                  <a:pt x="135" y="200"/>
                </a:cubicBezTo>
                <a:cubicBezTo>
                  <a:pt x="137" y="176"/>
                  <a:pt x="139" y="151"/>
                  <a:pt x="137" y="127"/>
                </a:cubicBezTo>
                <a:cubicBezTo>
                  <a:pt x="137" y="118"/>
                  <a:pt x="135" y="109"/>
                  <a:pt x="133" y="99"/>
                </a:cubicBezTo>
                <a:cubicBezTo>
                  <a:pt x="132" y="90"/>
                  <a:pt x="127" y="81"/>
                  <a:pt x="121" y="74"/>
                </a:cubicBezTo>
                <a:cubicBezTo>
                  <a:pt x="116" y="67"/>
                  <a:pt x="111" y="61"/>
                  <a:pt x="105" y="55"/>
                </a:cubicBezTo>
                <a:cubicBezTo>
                  <a:pt x="98" y="46"/>
                  <a:pt x="90" y="36"/>
                  <a:pt x="83" y="27"/>
                </a:cubicBezTo>
                <a:cubicBezTo>
                  <a:pt x="79" y="22"/>
                  <a:pt x="77" y="15"/>
                  <a:pt x="77" y="9"/>
                </a:cubicBezTo>
                <a:cubicBezTo>
                  <a:pt x="77" y="3"/>
                  <a:pt x="80" y="0"/>
                  <a:pt x="86" y="2"/>
                </a:cubicBezTo>
                <a:cubicBezTo>
                  <a:pt x="89" y="2"/>
                  <a:pt x="92" y="4"/>
                  <a:pt x="95" y="6"/>
                </a:cubicBezTo>
                <a:cubicBezTo>
                  <a:pt x="105" y="15"/>
                  <a:pt x="116" y="22"/>
                  <a:pt x="128" y="28"/>
                </a:cubicBezTo>
                <a:cubicBezTo>
                  <a:pt x="141" y="35"/>
                  <a:pt x="154" y="43"/>
                  <a:pt x="165" y="52"/>
                </a:cubicBezTo>
                <a:cubicBezTo>
                  <a:pt x="172" y="58"/>
                  <a:pt x="179" y="64"/>
                  <a:pt x="184" y="72"/>
                </a:cubicBezTo>
                <a:cubicBezTo>
                  <a:pt x="186" y="75"/>
                  <a:pt x="188" y="78"/>
                  <a:pt x="189" y="83"/>
                </a:cubicBezTo>
                <a:cubicBezTo>
                  <a:pt x="192" y="122"/>
                  <a:pt x="193" y="162"/>
                  <a:pt x="193" y="202"/>
                </a:cubicBezTo>
                <a:cubicBezTo>
                  <a:pt x="193" y="232"/>
                  <a:pt x="192" y="262"/>
                  <a:pt x="189" y="292"/>
                </a:cubicBezTo>
                <a:cubicBezTo>
                  <a:pt x="186" y="321"/>
                  <a:pt x="183" y="350"/>
                  <a:pt x="176" y="378"/>
                </a:cubicBezTo>
                <a:cubicBezTo>
                  <a:pt x="173" y="388"/>
                  <a:pt x="170" y="399"/>
                  <a:pt x="165" y="409"/>
                </a:cubicBezTo>
                <a:cubicBezTo>
                  <a:pt x="162" y="414"/>
                  <a:pt x="159" y="419"/>
                  <a:pt x="155" y="423"/>
                </a:cubicBezTo>
                <a:cubicBezTo>
                  <a:pt x="152" y="426"/>
                  <a:pt x="149" y="428"/>
                  <a:pt x="145" y="428"/>
                </a:cubicBezTo>
                <a:cubicBezTo>
                  <a:pt x="140" y="429"/>
                  <a:pt x="136" y="427"/>
                  <a:pt x="135" y="422"/>
                </a:cubicBezTo>
                <a:cubicBezTo>
                  <a:pt x="135" y="420"/>
                  <a:pt x="135" y="418"/>
                  <a:pt x="134" y="415"/>
                </a:cubicBezTo>
                <a:cubicBezTo>
                  <a:pt x="134" y="407"/>
                  <a:pt x="135" y="399"/>
                  <a:pt x="135" y="391"/>
                </a:cubicBezTo>
                <a:cubicBezTo>
                  <a:pt x="134" y="383"/>
                  <a:pt x="134" y="375"/>
                  <a:pt x="131" y="367"/>
                </a:cubicBezTo>
                <a:close/>
                <a:moveTo>
                  <a:pt x="132" y="255"/>
                </a:moveTo>
                <a:cubicBezTo>
                  <a:pt x="127" y="257"/>
                  <a:pt x="125" y="260"/>
                  <a:pt x="124" y="264"/>
                </a:cubicBezTo>
                <a:cubicBezTo>
                  <a:pt x="123" y="267"/>
                  <a:pt x="122" y="271"/>
                  <a:pt x="119" y="273"/>
                </a:cubicBezTo>
                <a:cubicBezTo>
                  <a:pt x="114" y="277"/>
                  <a:pt x="108" y="280"/>
                  <a:pt x="102" y="280"/>
                </a:cubicBezTo>
                <a:cubicBezTo>
                  <a:pt x="97" y="280"/>
                  <a:pt x="94" y="282"/>
                  <a:pt x="91" y="285"/>
                </a:cubicBezTo>
                <a:cubicBezTo>
                  <a:pt x="87" y="289"/>
                  <a:pt x="84" y="292"/>
                  <a:pt x="81" y="296"/>
                </a:cubicBezTo>
                <a:cubicBezTo>
                  <a:pt x="78" y="299"/>
                  <a:pt x="76" y="302"/>
                  <a:pt x="75" y="305"/>
                </a:cubicBezTo>
                <a:cubicBezTo>
                  <a:pt x="71" y="315"/>
                  <a:pt x="66" y="323"/>
                  <a:pt x="59" y="331"/>
                </a:cubicBezTo>
                <a:cubicBezTo>
                  <a:pt x="54" y="337"/>
                  <a:pt x="50" y="343"/>
                  <a:pt x="45" y="349"/>
                </a:cubicBezTo>
                <a:cubicBezTo>
                  <a:pt x="39" y="356"/>
                  <a:pt x="34" y="364"/>
                  <a:pt x="31" y="373"/>
                </a:cubicBezTo>
                <a:cubicBezTo>
                  <a:pt x="29" y="377"/>
                  <a:pt x="29" y="379"/>
                  <a:pt x="34" y="381"/>
                </a:cubicBezTo>
                <a:cubicBezTo>
                  <a:pt x="38" y="382"/>
                  <a:pt x="42" y="383"/>
                  <a:pt x="46" y="382"/>
                </a:cubicBezTo>
                <a:cubicBezTo>
                  <a:pt x="53" y="381"/>
                  <a:pt x="59" y="378"/>
                  <a:pt x="64" y="374"/>
                </a:cubicBezTo>
                <a:cubicBezTo>
                  <a:pt x="69" y="371"/>
                  <a:pt x="73" y="367"/>
                  <a:pt x="78" y="363"/>
                </a:cubicBezTo>
                <a:cubicBezTo>
                  <a:pt x="81" y="361"/>
                  <a:pt x="83" y="359"/>
                  <a:pt x="87" y="358"/>
                </a:cubicBezTo>
                <a:cubicBezTo>
                  <a:pt x="97" y="356"/>
                  <a:pt x="106" y="351"/>
                  <a:pt x="114" y="346"/>
                </a:cubicBezTo>
                <a:cubicBezTo>
                  <a:pt x="119" y="343"/>
                  <a:pt x="123" y="340"/>
                  <a:pt x="127" y="338"/>
                </a:cubicBezTo>
                <a:cubicBezTo>
                  <a:pt x="131" y="335"/>
                  <a:pt x="133" y="331"/>
                  <a:pt x="133" y="325"/>
                </a:cubicBezTo>
                <a:cubicBezTo>
                  <a:pt x="132" y="304"/>
                  <a:pt x="132" y="282"/>
                  <a:pt x="132" y="260"/>
                </a:cubicBezTo>
                <a:cubicBezTo>
                  <a:pt x="132" y="259"/>
                  <a:pt x="132" y="257"/>
                  <a:pt x="132" y="25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1" name="Freeform 12">
            <a:extLst xmlns:a="http://schemas.openxmlformats.org/drawingml/2006/main">
              <a:ext uri="{FF2B5EF4-FFF2-40B4-BE49-F238E27FC236}">
                <a16:creationId xmlns:a16="http://schemas.microsoft.com/office/drawing/2014/main" id="{5929C294-32BE-42C8-9FDD-1B3C8A91D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0994" y="431437"/>
            <a:ext cx="115759" cy="160238"/>
          </a:xfrm>
          <a:custGeom xmlns:a="http://schemas.openxmlformats.org/drawingml/2006/main">
            <a:gdLst>
              <a:gd name="T0" fmla="*/ 34 w 229"/>
              <a:gd name="T1" fmla="*/ 0 h 316"/>
              <a:gd name="T2" fmla="*/ 37 w 229"/>
              <a:gd name="T3" fmla="*/ 2 h 316"/>
              <a:gd name="T4" fmla="*/ 69 w 229"/>
              <a:gd name="T5" fmla="*/ 32 h 316"/>
              <a:gd name="T6" fmla="*/ 73 w 229"/>
              <a:gd name="T7" fmla="*/ 38 h 316"/>
              <a:gd name="T8" fmla="*/ 99 w 229"/>
              <a:gd name="T9" fmla="*/ 117 h 316"/>
              <a:gd name="T10" fmla="*/ 101 w 229"/>
              <a:gd name="T11" fmla="*/ 128 h 316"/>
              <a:gd name="T12" fmla="*/ 112 w 229"/>
              <a:gd name="T13" fmla="*/ 132 h 316"/>
              <a:gd name="T14" fmla="*/ 120 w 229"/>
              <a:gd name="T15" fmla="*/ 127 h 316"/>
              <a:gd name="T16" fmla="*/ 145 w 229"/>
              <a:gd name="T17" fmla="*/ 109 h 316"/>
              <a:gd name="T18" fmla="*/ 148 w 229"/>
              <a:gd name="T19" fmla="*/ 103 h 316"/>
              <a:gd name="T20" fmla="*/ 148 w 229"/>
              <a:gd name="T21" fmla="*/ 80 h 316"/>
              <a:gd name="T22" fmla="*/ 159 w 229"/>
              <a:gd name="T23" fmla="*/ 69 h 316"/>
              <a:gd name="T24" fmla="*/ 162 w 229"/>
              <a:gd name="T25" fmla="*/ 71 h 316"/>
              <a:gd name="T26" fmla="*/ 164 w 229"/>
              <a:gd name="T27" fmla="*/ 75 h 316"/>
              <a:gd name="T28" fmla="*/ 171 w 229"/>
              <a:gd name="T29" fmla="*/ 86 h 316"/>
              <a:gd name="T30" fmla="*/ 204 w 229"/>
              <a:gd name="T31" fmla="*/ 104 h 316"/>
              <a:gd name="T32" fmla="*/ 209 w 229"/>
              <a:gd name="T33" fmla="*/ 112 h 316"/>
              <a:gd name="T34" fmla="*/ 169 w 229"/>
              <a:gd name="T35" fmla="*/ 170 h 316"/>
              <a:gd name="T36" fmla="*/ 128 w 229"/>
              <a:gd name="T37" fmla="*/ 175 h 316"/>
              <a:gd name="T38" fmla="*/ 114 w 229"/>
              <a:gd name="T39" fmla="*/ 190 h 316"/>
              <a:gd name="T40" fmla="*/ 115 w 229"/>
              <a:gd name="T41" fmla="*/ 196 h 316"/>
              <a:gd name="T42" fmla="*/ 115 w 229"/>
              <a:gd name="T43" fmla="*/ 219 h 316"/>
              <a:gd name="T44" fmla="*/ 109 w 229"/>
              <a:gd name="T45" fmla="*/ 226 h 316"/>
              <a:gd name="T46" fmla="*/ 89 w 229"/>
              <a:gd name="T47" fmla="*/ 246 h 316"/>
              <a:gd name="T48" fmla="*/ 95 w 229"/>
              <a:gd name="T49" fmla="*/ 260 h 316"/>
              <a:gd name="T50" fmla="*/ 113 w 229"/>
              <a:gd name="T51" fmla="*/ 259 h 316"/>
              <a:gd name="T52" fmla="*/ 148 w 229"/>
              <a:gd name="T53" fmla="*/ 248 h 316"/>
              <a:gd name="T54" fmla="*/ 170 w 229"/>
              <a:gd name="T55" fmla="*/ 243 h 316"/>
              <a:gd name="T56" fmla="*/ 187 w 229"/>
              <a:gd name="T57" fmla="*/ 237 h 316"/>
              <a:gd name="T58" fmla="*/ 212 w 229"/>
              <a:gd name="T59" fmla="*/ 229 h 316"/>
              <a:gd name="T60" fmla="*/ 220 w 229"/>
              <a:gd name="T61" fmla="*/ 229 h 316"/>
              <a:gd name="T62" fmla="*/ 227 w 229"/>
              <a:gd name="T63" fmla="*/ 241 h 316"/>
              <a:gd name="T64" fmla="*/ 214 w 229"/>
              <a:gd name="T65" fmla="*/ 267 h 316"/>
              <a:gd name="T66" fmla="*/ 203 w 229"/>
              <a:gd name="T67" fmla="*/ 277 h 316"/>
              <a:gd name="T68" fmla="*/ 174 w 229"/>
              <a:gd name="T69" fmla="*/ 289 h 316"/>
              <a:gd name="T70" fmla="*/ 140 w 229"/>
              <a:gd name="T71" fmla="*/ 298 h 316"/>
              <a:gd name="T72" fmla="*/ 127 w 229"/>
              <a:gd name="T73" fmla="*/ 298 h 316"/>
              <a:gd name="T74" fmla="*/ 116 w 229"/>
              <a:gd name="T75" fmla="*/ 301 h 316"/>
              <a:gd name="T76" fmla="*/ 55 w 229"/>
              <a:gd name="T77" fmla="*/ 304 h 316"/>
              <a:gd name="T78" fmla="*/ 44 w 229"/>
              <a:gd name="T79" fmla="*/ 292 h 316"/>
              <a:gd name="T80" fmla="*/ 27 w 229"/>
              <a:gd name="T81" fmla="*/ 257 h 316"/>
              <a:gd name="T82" fmla="*/ 25 w 229"/>
              <a:gd name="T83" fmla="*/ 252 h 316"/>
              <a:gd name="T84" fmla="*/ 18 w 229"/>
              <a:gd name="T85" fmla="*/ 217 h 316"/>
              <a:gd name="T86" fmla="*/ 18 w 229"/>
              <a:gd name="T87" fmla="*/ 210 h 316"/>
              <a:gd name="T88" fmla="*/ 1 w 229"/>
              <a:gd name="T89" fmla="*/ 140 h 316"/>
              <a:gd name="T90" fmla="*/ 0 w 229"/>
              <a:gd name="T91" fmla="*/ 134 h 316"/>
              <a:gd name="T92" fmla="*/ 18 w 229"/>
              <a:gd name="T93" fmla="*/ 50 h 316"/>
              <a:gd name="T94" fmla="*/ 32 w 229"/>
              <a:gd name="T95" fmla="*/ 4 h 316"/>
              <a:gd name="T96" fmla="*/ 34 w 229"/>
              <a:gd name="T97" fmla="*/ 0 h 316"/>
            </a:gdLst>
            <a:rect l="0" t="0" r="r" b="b"/>
            <a:pathLst>
              <a:path w="229" h="316">
                <a:moveTo>
                  <a:pt x="34" y="0"/>
                </a:moveTo>
                <a:cubicBezTo>
                  <a:pt x="35" y="1"/>
                  <a:pt x="36" y="2"/>
                  <a:pt x="37" y="2"/>
                </a:cubicBezTo>
                <a:cubicBezTo>
                  <a:pt x="48" y="12"/>
                  <a:pt x="58" y="22"/>
                  <a:pt x="69" y="32"/>
                </a:cubicBezTo>
                <a:cubicBezTo>
                  <a:pt x="71" y="34"/>
                  <a:pt x="72" y="36"/>
                  <a:pt x="73" y="38"/>
                </a:cubicBezTo>
                <a:cubicBezTo>
                  <a:pt x="86" y="63"/>
                  <a:pt x="94" y="89"/>
                  <a:pt x="99" y="117"/>
                </a:cubicBezTo>
                <a:cubicBezTo>
                  <a:pt x="99" y="120"/>
                  <a:pt x="100" y="124"/>
                  <a:pt x="101" y="128"/>
                </a:cubicBezTo>
                <a:cubicBezTo>
                  <a:pt x="103" y="133"/>
                  <a:pt x="107" y="134"/>
                  <a:pt x="112" y="132"/>
                </a:cubicBezTo>
                <a:cubicBezTo>
                  <a:pt x="115" y="130"/>
                  <a:pt x="117" y="129"/>
                  <a:pt x="120" y="127"/>
                </a:cubicBezTo>
                <a:cubicBezTo>
                  <a:pt x="128" y="121"/>
                  <a:pt x="136" y="115"/>
                  <a:pt x="145" y="109"/>
                </a:cubicBezTo>
                <a:cubicBezTo>
                  <a:pt x="147" y="108"/>
                  <a:pt x="148" y="106"/>
                  <a:pt x="148" y="103"/>
                </a:cubicBezTo>
                <a:cubicBezTo>
                  <a:pt x="148" y="95"/>
                  <a:pt x="148" y="88"/>
                  <a:pt x="148" y="80"/>
                </a:cubicBezTo>
                <a:cubicBezTo>
                  <a:pt x="148" y="75"/>
                  <a:pt x="153" y="69"/>
                  <a:pt x="159" y="69"/>
                </a:cubicBezTo>
                <a:cubicBezTo>
                  <a:pt x="160" y="69"/>
                  <a:pt x="162" y="70"/>
                  <a:pt x="162" y="71"/>
                </a:cubicBezTo>
                <a:cubicBezTo>
                  <a:pt x="163" y="72"/>
                  <a:pt x="164" y="73"/>
                  <a:pt x="164" y="75"/>
                </a:cubicBezTo>
                <a:cubicBezTo>
                  <a:pt x="164" y="79"/>
                  <a:pt x="167" y="83"/>
                  <a:pt x="171" y="86"/>
                </a:cubicBezTo>
                <a:cubicBezTo>
                  <a:pt x="181" y="94"/>
                  <a:pt x="192" y="100"/>
                  <a:pt x="204" y="104"/>
                </a:cubicBezTo>
                <a:cubicBezTo>
                  <a:pt x="208" y="106"/>
                  <a:pt x="209" y="108"/>
                  <a:pt x="209" y="112"/>
                </a:cubicBezTo>
                <a:cubicBezTo>
                  <a:pt x="210" y="140"/>
                  <a:pt x="196" y="160"/>
                  <a:pt x="169" y="170"/>
                </a:cubicBezTo>
                <a:cubicBezTo>
                  <a:pt x="156" y="175"/>
                  <a:pt x="142" y="177"/>
                  <a:pt x="128" y="175"/>
                </a:cubicBezTo>
                <a:cubicBezTo>
                  <a:pt x="119" y="173"/>
                  <a:pt x="112" y="182"/>
                  <a:pt x="114" y="190"/>
                </a:cubicBezTo>
                <a:cubicBezTo>
                  <a:pt x="114" y="192"/>
                  <a:pt x="115" y="194"/>
                  <a:pt x="115" y="196"/>
                </a:cubicBezTo>
                <a:cubicBezTo>
                  <a:pt x="118" y="203"/>
                  <a:pt x="118" y="211"/>
                  <a:pt x="115" y="219"/>
                </a:cubicBezTo>
                <a:cubicBezTo>
                  <a:pt x="114" y="222"/>
                  <a:pt x="112" y="224"/>
                  <a:pt x="109" y="226"/>
                </a:cubicBezTo>
                <a:cubicBezTo>
                  <a:pt x="101" y="231"/>
                  <a:pt x="95" y="238"/>
                  <a:pt x="89" y="246"/>
                </a:cubicBezTo>
                <a:cubicBezTo>
                  <a:pt x="84" y="254"/>
                  <a:pt x="85" y="258"/>
                  <a:pt x="95" y="260"/>
                </a:cubicBezTo>
                <a:cubicBezTo>
                  <a:pt x="101" y="261"/>
                  <a:pt x="107" y="261"/>
                  <a:pt x="113" y="259"/>
                </a:cubicBezTo>
                <a:cubicBezTo>
                  <a:pt x="125" y="256"/>
                  <a:pt x="137" y="252"/>
                  <a:pt x="148" y="248"/>
                </a:cubicBezTo>
                <a:cubicBezTo>
                  <a:pt x="155" y="245"/>
                  <a:pt x="162" y="243"/>
                  <a:pt x="170" y="243"/>
                </a:cubicBezTo>
                <a:cubicBezTo>
                  <a:pt x="176" y="242"/>
                  <a:pt x="182" y="240"/>
                  <a:pt x="187" y="237"/>
                </a:cubicBezTo>
                <a:cubicBezTo>
                  <a:pt x="195" y="234"/>
                  <a:pt x="203" y="230"/>
                  <a:pt x="212" y="229"/>
                </a:cubicBezTo>
                <a:cubicBezTo>
                  <a:pt x="214" y="229"/>
                  <a:pt x="217" y="229"/>
                  <a:pt x="220" y="229"/>
                </a:cubicBezTo>
                <a:cubicBezTo>
                  <a:pt x="226" y="230"/>
                  <a:pt x="229" y="236"/>
                  <a:pt x="227" y="241"/>
                </a:cubicBezTo>
                <a:cubicBezTo>
                  <a:pt x="223" y="250"/>
                  <a:pt x="218" y="259"/>
                  <a:pt x="214" y="267"/>
                </a:cubicBezTo>
                <a:cubicBezTo>
                  <a:pt x="211" y="271"/>
                  <a:pt x="207" y="274"/>
                  <a:pt x="203" y="277"/>
                </a:cubicBezTo>
                <a:cubicBezTo>
                  <a:pt x="194" y="282"/>
                  <a:pt x="184" y="286"/>
                  <a:pt x="174" y="289"/>
                </a:cubicBezTo>
                <a:cubicBezTo>
                  <a:pt x="163" y="292"/>
                  <a:pt x="151" y="295"/>
                  <a:pt x="140" y="298"/>
                </a:cubicBezTo>
                <a:cubicBezTo>
                  <a:pt x="136" y="299"/>
                  <a:pt x="131" y="298"/>
                  <a:pt x="127" y="298"/>
                </a:cubicBezTo>
                <a:cubicBezTo>
                  <a:pt x="122" y="298"/>
                  <a:pt x="119" y="299"/>
                  <a:pt x="116" y="301"/>
                </a:cubicBezTo>
                <a:cubicBezTo>
                  <a:pt x="97" y="315"/>
                  <a:pt x="74" y="316"/>
                  <a:pt x="55" y="304"/>
                </a:cubicBezTo>
                <a:cubicBezTo>
                  <a:pt x="51" y="301"/>
                  <a:pt x="47" y="297"/>
                  <a:pt x="44" y="292"/>
                </a:cubicBezTo>
                <a:cubicBezTo>
                  <a:pt x="37" y="281"/>
                  <a:pt x="32" y="269"/>
                  <a:pt x="27" y="257"/>
                </a:cubicBezTo>
                <a:cubicBezTo>
                  <a:pt x="26" y="255"/>
                  <a:pt x="26" y="254"/>
                  <a:pt x="25" y="252"/>
                </a:cubicBezTo>
                <a:cubicBezTo>
                  <a:pt x="20" y="241"/>
                  <a:pt x="17" y="230"/>
                  <a:pt x="18" y="217"/>
                </a:cubicBezTo>
                <a:cubicBezTo>
                  <a:pt x="19" y="215"/>
                  <a:pt x="18" y="213"/>
                  <a:pt x="18" y="210"/>
                </a:cubicBezTo>
                <a:cubicBezTo>
                  <a:pt x="12" y="187"/>
                  <a:pt x="6" y="163"/>
                  <a:pt x="1" y="140"/>
                </a:cubicBezTo>
                <a:cubicBezTo>
                  <a:pt x="0" y="138"/>
                  <a:pt x="0" y="136"/>
                  <a:pt x="0" y="134"/>
                </a:cubicBezTo>
                <a:cubicBezTo>
                  <a:pt x="6" y="106"/>
                  <a:pt x="12" y="78"/>
                  <a:pt x="18" y="50"/>
                </a:cubicBezTo>
                <a:cubicBezTo>
                  <a:pt x="22" y="35"/>
                  <a:pt x="26" y="19"/>
                  <a:pt x="32" y="4"/>
                </a:cubicBezTo>
                <a:cubicBezTo>
                  <a:pt x="33" y="2"/>
                  <a:pt x="33" y="1"/>
                  <a:pt x="3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2" name="Freeform 13">
            <a:extLst xmlns:a="http://schemas.openxmlformats.org/drawingml/2006/main">
              <a:ext uri="{FF2B5EF4-FFF2-40B4-BE49-F238E27FC236}">
                <a16:creationId xmlns:a16="http://schemas.microsoft.com/office/drawing/2014/main" id="{89B90E92-0E10-4BCC-B244-BCB608D47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5489" y="493594"/>
            <a:ext cx="137428" cy="152255"/>
          </a:xfrm>
          <a:custGeom xmlns:a="http://schemas.openxmlformats.org/drawingml/2006/main">
            <a:gdLst>
              <a:gd name="T0" fmla="*/ 194 w 271"/>
              <a:gd name="T1" fmla="*/ 98 h 300"/>
              <a:gd name="T2" fmla="*/ 236 w 271"/>
              <a:gd name="T3" fmla="*/ 96 h 300"/>
              <a:gd name="T4" fmla="*/ 237 w 271"/>
              <a:gd name="T5" fmla="*/ 111 h 300"/>
              <a:gd name="T6" fmla="*/ 175 w 271"/>
              <a:gd name="T7" fmla="*/ 150 h 300"/>
              <a:gd name="T8" fmla="*/ 169 w 271"/>
              <a:gd name="T9" fmla="*/ 195 h 300"/>
              <a:gd name="T10" fmla="*/ 177 w 271"/>
              <a:gd name="T11" fmla="*/ 299 h 300"/>
              <a:gd name="T12" fmla="*/ 159 w 271"/>
              <a:gd name="T13" fmla="*/ 285 h 300"/>
              <a:gd name="T14" fmla="*/ 150 w 271"/>
              <a:gd name="T15" fmla="*/ 266 h 300"/>
              <a:gd name="T16" fmla="*/ 133 w 271"/>
              <a:gd name="T17" fmla="*/ 260 h 300"/>
              <a:gd name="T18" fmla="*/ 132 w 271"/>
              <a:gd name="T19" fmla="*/ 243 h 300"/>
              <a:gd name="T20" fmla="*/ 149 w 271"/>
              <a:gd name="T21" fmla="*/ 232 h 300"/>
              <a:gd name="T22" fmla="*/ 139 w 271"/>
              <a:gd name="T23" fmla="*/ 197 h 300"/>
              <a:gd name="T24" fmla="*/ 117 w 271"/>
              <a:gd name="T25" fmla="*/ 216 h 300"/>
              <a:gd name="T26" fmla="*/ 101 w 271"/>
              <a:gd name="T27" fmla="*/ 235 h 300"/>
              <a:gd name="T28" fmla="*/ 26 w 271"/>
              <a:gd name="T29" fmla="*/ 293 h 300"/>
              <a:gd name="T30" fmla="*/ 0 w 271"/>
              <a:gd name="T31" fmla="*/ 243 h 300"/>
              <a:gd name="T32" fmla="*/ 9 w 271"/>
              <a:gd name="T33" fmla="*/ 237 h 300"/>
              <a:gd name="T34" fmla="*/ 32 w 271"/>
              <a:gd name="T35" fmla="*/ 234 h 300"/>
              <a:gd name="T36" fmla="*/ 59 w 271"/>
              <a:gd name="T37" fmla="*/ 219 h 300"/>
              <a:gd name="T38" fmla="*/ 116 w 271"/>
              <a:gd name="T39" fmla="*/ 185 h 300"/>
              <a:gd name="T40" fmla="*/ 145 w 271"/>
              <a:gd name="T41" fmla="*/ 155 h 300"/>
              <a:gd name="T42" fmla="*/ 133 w 271"/>
              <a:gd name="T43" fmla="*/ 142 h 300"/>
              <a:gd name="T44" fmla="*/ 145 w 271"/>
              <a:gd name="T45" fmla="*/ 112 h 300"/>
              <a:gd name="T46" fmla="*/ 143 w 271"/>
              <a:gd name="T47" fmla="*/ 104 h 300"/>
              <a:gd name="T48" fmla="*/ 124 w 271"/>
              <a:gd name="T49" fmla="*/ 108 h 300"/>
              <a:gd name="T50" fmla="*/ 121 w 271"/>
              <a:gd name="T51" fmla="*/ 140 h 300"/>
              <a:gd name="T52" fmla="*/ 87 w 271"/>
              <a:gd name="T53" fmla="*/ 188 h 300"/>
              <a:gd name="T54" fmla="*/ 73 w 271"/>
              <a:gd name="T55" fmla="*/ 176 h 300"/>
              <a:gd name="T56" fmla="*/ 67 w 271"/>
              <a:gd name="T57" fmla="*/ 159 h 300"/>
              <a:gd name="T58" fmla="*/ 66 w 271"/>
              <a:gd name="T59" fmla="*/ 63 h 300"/>
              <a:gd name="T60" fmla="*/ 72 w 271"/>
              <a:gd name="T61" fmla="*/ 47 h 300"/>
              <a:gd name="T62" fmla="*/ 88 w 271"/>
              <a:gd name="T63" fmla="*/ 55 h 300"/>
              <a:gd name="T64" fmla="*/ 109 w 271"/>
              <a:gd name="T65" fmla="*/ 63 h 300"/>
              <a:gd name="T66" fmla="*/ 160 w 271"/>
              <a:gd name="T67" fmla="*/ 28 h 300"/>
              <a:gd name="T68" fmla="*/ 187 w 271"/>
              <a:gd name="T69" fmla="*/ 16 h 300"/>
              <a:gd name="T70" fmla="*/ 258 w 271"/>
              <a:gd name="T71" fmla="*/ 4 h 300"/>
              <a:gd name="T72" fmla="*/ 271 w 271"/>
              <a:gd name="T73" fmla="*/ 16 h 300"/>
              <a:gd name="T74" fmla="*/ 248 w 271"/>
              <a:gd name="T75" fmla="*/ 37 h 300"/>
              <a:gd name="T76" fmla="*/ 215 w 271"/>
              <a:gd name="T77" fmla="*/ 67 h 300"/>
              <a:gd name="T78" fmla="*/ 186 w 271"/>
              <a:gd name="T79" fmla="*/ 95 h 300"/>
            </a:gdLst>
            <a:rect l="0" t="0" r="r" b="b"/>
            <a:pathLst>
              <a:path w="271" h="300">
                <a:moveTo>
                  <a:pt x="185" y="102"/>
                </a:moveTo>
                <a:cubicBezTo>
                  <a:pt x="188" y="101"/>
                  <a:pt x="191" y="99"/>
                  <a:pt x="194" y="98"/>
                </a:cubicBezTo>
                <a:cubicBezTo>
                  <a:pt x="200" y="94"/>
                  <a:pt x="206" y="91"/>
                  <a:pt x="213" y="90"/>
                </a:cubicBezTo>
                <a:cubicBezTo>
                  <a:pt x="221" y="89"/>
                  <a:pt x="229" y="92"/>
                  <a:pt x="236" y="96"/>
                </a:cubicBezTo>
                <a:cubicBezTo>
                  <a:pt x="237" y="97"/>
                  <a:pt x="238" y="98"/>
                  <a:pt x="239" y="99"/>
                </a:cubicBezTo>
                <a:cubicBezTo>
                  <a:pt x="242" y="103"/>
                  <a:pt x="242" y="108"/>
                  <a:pt x="237" y="111"/>
                </a:cubicBezTo>
                <a:cubicBezTo>
                  <a:pt x="220" y="127"/>
                  <a:pt x="200" y="139"/>
                  <a:pt x="179" y="148"/>
                </a:cubicBezTo>
                <a:cubicBezTo>
                  <a:pt x="178" y="149"/>
                  <a:pt x="176" y="149"/>
                  <a:pt x="175" y="150"/>
                </a:cubicBezTo>
                <a:cubicBezTo>
                  <a:pt x="167" y="153"/>
                  <a:pt x="164" y="159"/>
                  <a:pt x="163" y="168"/>
                </a:cubicBezTo>
                <a:cubicBezTo>
                  <a:pt x="163" y="177"/>
                  <a:pt x="165" y="187"/>
                  <a:pt x="169" y="195"/>
                </a:cubicBezTo>
                <a:cubicBezTo>
                  <a:pt x="182" y="226"/>
                  <a:pt x="186" y="259"/>
                  <a:pt x="185" y="292"/>
                </a:cubicBezTo>
                <a:cubicBezTo>
                  <a:pt x="185" y="298"/>
                  <a:pt x="183" y="300"/>
                  <a:pt x="177" y="299"/>
                </a:cubicBezTo>
                <a:cubicBezTo>
                  <a:pt x="171" y="299"/>
                  <a:pt x="165" y="297"/>
                  <a:pt x="161" y="292"/>
                </a:cubicBezTo>
                <a:cubicBezTo>
                  <a:pt x="159" y="290"/>
                  <a:pt x="159" y="287"/>
                  <a:pt x="159" y="285"/>
                </a:cubicBezTo>
                <a:cubicBezTo>
                  <a:pt x="159" y="284"/>
                  <a:pt x="159" y="282"/>
                  <a:pt x="159" y="281"/>
                </a:cubicBezTo>
                <a:cubicBezTo>
                  <a:pt x="159" y="274"/>
                  <a:pt x="156" y="269"/>
                  <a:pt x="150" y="266"/>
                </a:cubicBezTo>
                <a:cubicBezTo>
                  <a:pt x="146" y="263"/>
                  <a:pt x="141" y="262"/>
                  <a:pt x="136" y="260"/>
                </a:cubicBezTo>
                <a:cubicBezTo>
                  <a:pt x="135" y="260"/>
                  <a:pt x="134" y="260"/>
                  <a:pt x="133" y="260"/>
                </a:cubicBezTo>
                <a:cubicBezTo>
                  <a:pt x="129" y="258"/>
                  <a:pt x="126" y="255"/>
                  <a:pt x="126" y="252"/>
                </a:cubicBezTo>
                <a:cubicBezTo>
                  <a:pt x="125" y="248"/>
                  <a:pt x="128" y="244"/>
                  <a:pt x="132" y="243"/>
                </a:cubicBezTo>
                <a:cubicBezTo>
                  <a:pt x="134" y="242"/>
                  <a:pt x="136" y="242"/>
                  <a:pt x="138" y="242"/>
                </a:cubicBezTo>
                <a:cubicBezTo>
                  <a:pt x="144" y="241"/>
                  <a:pt x="147" y="238"/>
                  <a:pt x="149" y="232"/>
                </a:cubicBezTo>
                <a:cubicBezTo>
                  <a:pt x="153" y="220"/>
                  <a:pt x="151" y="208"/>
                  <a:pt x="144" y="197"/>
                </a:cubicBezTo>
                <a:cubicBezTo>
                  <a:pt x="142" y="195"/>
                  <a:pt x="141" y="195"/>
                  <a:pt x="139" y="197"/>
                </a:cubicBezTo>
                <a:cubicBezTo>
                  <a:pt x="138" y="197"/>
                  <a:pt x="137" y="198"/>
                  <a:pt x="136" y="199"/>
                </a:cubicBezTo>
                <a:cubicBezTo>
                  <a:pt x="129" y="205"/>
                  <a:pt x="123" y="210"/>
                  <a:pt x="117" y="216"/>
                </a:cubicBezTo>
                <a:cubicBezTo>
                  <a:pt x="112" y="220"/>
                  <a:pt x="108" y="225"/>
                  <a:pt x="105" y="231"/>
                </a:cubicBezTo>
                <a:cubicBezTo>
                  <a:pt x="104" y="232"/>
                  <a:pt x="103" y="233"/>
                  <a:pt x="101" y="235"/>
                </a:cubicBezTo>
                <a:cubicBezTo>
                  <a:pt x="84" y="253"/>
                  <a:pt x="66" y="270"/>
                  <a:pt x="48" y="288"/>
                </a:cubicBezTo>
                <a:cubicBezTo>
                  <a:pt x="41" y="296"/>
                  <a:pt x="35" y="297"/>
                  <a:pt x="26" y="293"/>
                </a:cubicBezTo>
                <a:cubicBezTo>
                  <a:pt x="20" y="291"/>
                  <a:pt x="16" y="287"/>
                  <a:pt x="13" y="282"/>
                </a:cubicBezTo>
                <a:cubicBezTo>
                  <a:pt x="4" y="271"/>
                  <a:pt x="1" y="257"/>
                  <a:pt x="0" y="243"/>
                </a:cubicBezTo>
                <a:cubicBezTo>
                  <a:pt x="0" y="240"/>
                  <a:pt x="1" y="239"/>
                  <a:pt x="3" y="239"/>
                </a:cubicBezTo>
                <a:cubicBezTo>
                  <a:pt x="5" y="238"/>
                  <a:pt x="7" y="237"/>
                  <a:pt x="9" y="237"/>
                </a:cubicBezTo>
                <a:cubicBezTo>
                  <a:pt x="13" y="235"/>
                  <a:pt x="16" y="235"/>
                  <a:pt x="20" y="237"/>
                </a:cubicBezTo>
                <a:cubicBezTo>
                  <a:pt x="24" y="239"/>
                  <a:pt x="28" y="238"/>
                  <a:pt x="32" y="234"/>
                </a:cubicBezTo>
                <a:cubicBezTo>
                  <a:pt x="34" y="233"/>
                  <a:pt x="37" y="231"/>
                  <a:pt x="39" y="230"/>
                </a:cubicBezTo>
                <a:cubicBezTo>
                  <a:pt x="46" y="226"/>
                  <a:pt x="52" y="222"/>
                  <a:pt x="59" y="219"/>
                </a:cubicBezTo>
                <a:cubicBezTo>
                  <a:pt x="60" y="218"/>
                  <a:pt x="62" y="217"/>
                  <a:pt x="63" y="216"/>
                </a:cubicBezTo>
                <a:cubicBezTo>
                  <a:pt x="81" y="206"/>
                  <a:pt x="98" y="195"/>
                  <a:pt x="116" y="185"/>
                </a:cubicBezTo>
                <a:cubicBezTo>
                  <a:pt x="122" y="181"/>
                  <a:pt x="128" y="177"/>
                  <a:pt x="134" y="172"/>
                </a:cubicBezTo>
                <a:cubicBezTo>
                  <a:pt x="139" y="168"/>
                  <a:pt x="143" y="163"/>
                  <a:pt x="145" y="155"/>
                </a:cubicBezTo>
                <a:cubicBezTo>
                  <a:pt x="143" y="155"/>
                  <a:pt x="142" y="154"/>
                  <a:pt x="140" y="154"/>
                </a:cubicBezTo>
                <a:cubicBezTo>
                  <a:pt x="134" y="152"/>
                  <a:pt x="132" y="148"/>
                  <a:pt x="133" y="142"/>
                </a:cubicBezTo>
                <a:cubicBezTo>
                  <a:pt x="134" y="140"/>
                  <a:pt x="135" y="137"/>
                  <a:pt x="136" y="135"/>
                </a:cubicBezTo>
                <a:cubicBezTo>
                  <a:pt x="139" y="127"/>
                  <a:pt x="142" y="119"/>
                  <a:pt x="145" y="112"/>
                </a:cubicBezTo>
                <a:cubicBezTo>
                  <a:pt x="145" y="111"/>
                  <a:pt x="146" y="110"/>
                  <a:pt x="146" y="109"/>
                </a:cubicBezTo>
                <a:cubicBezTo>
                  <a:pt x="147" y="105"/>
                  <a:pt x="146" y="104"/>
                  <a:pt x="143" y="104"/>
                </a:cubicBezTo>
                <a:cubicBezTo>
                  <a:pt x="140" y="104"/>
                  <a:pt x="138" y="104"/>
                  <a:pt x="135" y="105"/>
                </a:cubicBezTo>
                <a:cubicBezTo>
                  <a:pt x="132" y="106"/>
                  <a:pt x="128" y="107"/>
                  <a:pt x="124" y="108"/>
                </a:cubicBezTo>
                <a:cubicBezTo>
                  <a:pt x="122" y="109"/>
                  <a:pt x="121" y="111"/>
                  <a:pt x="121" y="113"/>
                </a:cubicBezTo>
                <a:cubicBezTo>
                  <a:pt x="121" y="122"/>
                  <a:pt x="121" y="131"/>
                  <a:pt x="121" y="140"/>
                </a:cubicBezTo>
                <a:cubicBezTo>
                  <a:pt x="121" y="142"/>
                  <a:pt x="120" y="144"/>
                  <a:pt x="119" y="146"/>
                </a:cubicBezTo>
                <a:cubicBezTo>
                  <a:pt x="108" y="160"/>
                  <a:pt x="98" y="174"/>
                  <a:pt x="87" y="188"/>
                </a:cubicBezTo>
                <a:cubicBezTo>
                  <a:pt x="87" y="189"/>
                  <a:pt x="86" y="189"/>
                  <a:pt x="86" y="190"/>
                </a:cubicBezTo>
                <a:cubicBezTo>
                  <a:pt x="81" y="185"/>
                  <a:pt x="77" y="181"/>
                  <a:pt x="73" y="176"/>
                </a:cubicBezTo>
                <a:cubicBezTo>
                  <a:pt x="70" y="173"/>
                  <a:pt x="69" y="170"/>
                  <a:pt x="69" y="166"/>
                </a:cubicBezTo>
                <a:cubicBezTo>
                  <a:pt x="68" y="164"/>
                  <a:pt x="68" y="161"/>
                  <a:pt x="67" y="159"/>
                </a:cubicBezTo>
                <a:cubicBezTo>
                  <a:pt x="58" y="138"/>
                  <a:pt x="57" y="117"/>
                  <a:pt x="63" y="95"/>
                </a:cubicBezTo>
                <a:cubicBezTo>
                  <a:pt x="67" y="84"/>
                  <a:pt x="67" y="74"/>
                  <a:pt x="66" y="63"/>
                </a:cubicBezTo>
                <a:cubicBezTo>
                  <a:pt x="66" y="60"/>
                  <a:pt x="66" y="57"/>
                  <a:pt x="66" y="54"/>
                </a:cubicBezTo>
                <a:cubicBezTo>
                  <a:pt x="66" y="50"/>
                  <a:pt x="68" y="47"/>
                  <a:pt x="72" y="47"/>
                </a:cubicBezTo>
                <a:cubicBezTo>
                  <a:pt x="75" y="46"/>
                  <a:pt x="78" y="47"/>
                  <a:pt x="80" y="48"/>
                </a:cubicBezTo>
                <a:cubicBezTo>
                  <a:pt x="83" y="50"/>
                  <a:pt x="85" y="52"/>
                  <a:pt x="88" y="55"/>
                </a:cubicBezTo>
                <a:cubicBezTo>
                  <a:pt x="90" y="57"/>
                  <a:pt x="91" y="59"/>
                  <a:pt x="93" y="61"/>
                </a:cubicBezTo>
                <a:cubicBezTo>
                  <a:pt x="99" y="66"/>
                  <a:pt x="103" y="67"/>
                  <a:pt x="109" y="63"/>
                </a:cubicBezTo>
                <a:cubicBezTo>
                  <a:pt x="117" y="58"/>
                  <a:pt x="125" y="53"/>
                  <a:pt x="133" y="48"/>
                </a:cubicBezTo>
                <a:cubicBezTo>
                  <a:pt x="142" y="41"/>
                  <a:pt x="151" y="35"/>
                  <a:pt x="160" y="28"/>
                </a:cubicBezTo>
                <a:cubicBezTo>
                  <a:pt x="163" y="25"/>
                  <a:pt x="167" y="24"/>
                  <a:pt x="171" y="23"/>
                </a:cubicBezTo>
                <a:cubicBezTo>
                  <a:pt x="177" y="23"/>
                  <a:pt x="182" y="20"/>
                  <a:pt x="187" y="16"/>
                </a:cubicBezTo>
                <a:cubicBezTo>
                  <a:pt x="196" y="6"/>
                  <a:pt x="208" y="2"/>
                  <a:pt x="221" y="1"/>
                </a:cubicBezTo>
                <a:cubicBezTo>
                  <a:pt x="233" y="0"/>
                  <a:pt x="246" y="0"/>
                  <a:pt x="258" y="4"/>
                </a:cubicBezTo>
                <a:cubicBezTo>
                  <a:pt x="261" y="5"/>
                  <a:pt x="264" y="7"/>
                  <a:pt x="267" y="9"/>
                </a:cubicBezTo>
                <a:cubicBezTo>
                  <a:pt x="270" y="10"/>
                  <a:pt x="271" y="13"/>
                  <a:pt x="271" y="16"/>
                </a:cubicBezTo>
                <a:cubicBezTo>
                  <a:pt x="271" y="18"/>
                  <a:pt x="271" y="19"/>
                  <a:pt x="269" y="21"/>
                </a:cubicBezTo>
                <a:cubicBezTo>
                  <a:pt x="262" y="26"/>
                  <a:pt x="255" y="31"/>
                  <a:pt x="248" y="37"/>
                </a:cubicBezTo>
                <a:cubicBezTo>
                  <a:pt x="240" y="43"/>
                  <a:pt x="232" y="50"/>
                  <a:pt x="226" y="58"/>
                </a:cubicBezTo>
                <a:cubicBezTo>
                  <a:pt x="223" y="62"/>
                  <a:pt x="219" y="65"/>
                  <a:pt x="215" y="67"/>
                </a:cubicBezTo>
                <a:cubicBezTo>
                  <a:pt x="213" y="68"/>
                  <a:pt x="212" y="69"/>
                  <a:pt x="211" y="70"/>
                </a:cubicBezTo>
                <a:cubicBezTo>
                  <a:pt x="202" y="79"/>
                  <a:pt x="194" y="87"/>
                  <a:pt x="186" y="95"/>
                </a:cubicBezTo>
                <a:cubicBezTo>
                  <a:pt x="184" y="97"/>
                  <a:pt x="183" y="99"/>
                  <a:pt x="185" y="10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3" name="Freeform 14">
            <a:extLst xmlns:a="http://schemas.openxmlformats.org/drawingml/2006/main">
              <a:ext uri="{FF2B5EF4-FFF2-40B4-BE49-F238E27FC236}">
                <a16:creationId xmlns:a16="http://schemas.microsoft.com/office/drawing/2014/main" id="{0009E715-E812-4E61-8A61-B922C7013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1601" y="548337"/>
            <a:ext cx="141990" cy="90098"/>
          </a:xfrm>
          <a:custGeom xmlns:a="http://schemas.openxmlformats.org/drawingml/2006/main">
            <a:gdLst>
              <a:gd name="T0" fmla="*/ 16 w 280"/>
              <a:gd name="T1" fmla="*/ 133 h 178"/>
              <a:gd name="T2" fmla="*/ 14 w 280"/>
              <a:gd name="T3" fmla="*/ 124 h 178"/>
              <a:gd name="T4" fmla="*/ 2 w 280"/>
              <a:gd name="T5" fmla="*/ 103 h 178"/>
              <a:gd name="T6" fmla="*/ 6 w 280"/>
              <a:gd name="T7" fmla="*/ 81 h 178"/>
              <a:gd name="T8" fmla="*/ 16 w 280"/>
              <a:gd name="T9" fmla="*/ 77 h 178"/>
              <a:gd name="T10" fmla="*/ 22 w 280"/>
              <a:gd name="T11" fmla="*/ 77 h 178"/>
              <a:gd name="T12" fmla="*/ 40 w 280"/>
              <a:gd name="T13" fmla="*/ 71 h 178"/>
              <a:gd name="T14" fmla="*/ 54 w 280"/>
              <a:gd name="T15" fmla="*/ 64 h 178"/>
              <a:gd name="T16" fmla="*/ 63 w 280"/>
              <a:gd name="T17" fmla="*/ 61 h 178"/>
              <a:gd name="T18" fmla="*/ 144 w 280"/>
              <a:gd name="T19" fmla="*/ 25 h 178"/>
              <a:gd name="T20" fmla="*/ 169 w 280"/>
              <a:gd name="T21" fmla="*/ 16 h 178"/>
              <a:gd name="T22" fmla="*/ 186 w 280"/>
              <a:gd name="T23" fmla="*/ 13 h 178"/>
              <a:gd name="T24" fmla="*/ 209 w 280"/>
              <a:gd name="T25" fmla="*/ 9 h 178"/>
              <a:gd name="T26" fmla="*/ 224 w 280"/>
              <a:gd name="T27" fmla="*/ 3 h 178"/>
              <a:gd name="T28" fmla="*/ 233 w 280"/>
              <a:gd name="T29" fmla="*/ 0 h 178"/>
              <a:gd name="T30" fmla="*/ 265 w 280"/>
              <a:gd name="T31" fmla="*/ 5 h 178"/>
              <a:gd name="T32" fmla="*/ 274 w 280"/>
              <a:gd name="T33" fmla="*/ 29 h 178"/>
              <a:gd name="T34" fmla="*/ 256 w 280"/>
              <a:gd name="T35" fmla="*/ 50 h 178"/>
              <a:gd name="T36" fmla="*/ 245 w 280"/>
              <a:gd name="T37" fmla="*/ 53 h 178"/>
              <a:gd name="T38" fmla="*/ 220 w 280"/>
              <a:gd name="T39" fmla="*/ 56 h 178"/>
              <a:gd name="T40" fmla="*/ 213 w 280"/>
              <a:gd name="T41" fmla="*/ 58 h 178"/>
              <a:gd name="T42" fmla="*/ 208 w 280"/>
              <a:gd name="T43" fmla="*/ 67 h 178"/>
              <a:gd name="T44" fmla="*/ 210 w 280"/>
              <a:gd name="T45" fmla="*/ 76 h 178"/>
              <a:gd name="T46" fmla="*/ 218 w 280"/>
              <a:gd name="T47" fmla="*/ 92 h 178"/>
              <a:gd name="T48" fmla="*/ 224 w 280"/>
              <a:gd name="T49" fmla="*/ 115 h 178"/>
              <a:gd name="T50" fmla="*/ 220 w 280"/>
              <a:gd name="T51" fmla="*/ 146 h 178"/>
              <a:gd name="T52" fmla="*/ 197 w 280"/>
              <a:gd name="T53" fmla="*/ 163 h 178"/>
              <a:gd name="T54" fmla="*/ 189 w 280"/>
              <a:gd name="T55" fmla="*/ 163 h 178"/>
              <a:gd name="T56" fmla="*/ 181 w 280"/>
              <a:gd name="T57" fmla="*/ 167 h 178"/>
              <a:gd name="T58" fmla="*/ 178 w 280"/>
              <a:gd name="T59" fmla="*/ 170 h 178"/>
              <a:gd name="T60" fmla="*/ 156 w 280"/>
              <a:gd name="T61" fmla="*/ 175 h 178"/>
              <a:gd name="T62" fmla="*/ 140 w 280"/>
              <a:gd name="T63" fmla="*/ 166 h 178"/>
              <a:gd name="T64" fmla="*/ 126 w 280"/>
              <a:gd name="T65" fmla="*/ 162 h 178"/>
              <a:gd name="T66" fmla="*/ 119 w 280"/>
              <a:gd name="T67" fmla="*/ 160 h 178"/>
              <a:gd name="T68" fmla="*/ 113 w 280"/>
              <a:gd name="T69" fmla="*/ 150 h 178"/>
              <a:gd name="T70" fmla="*/ 115 w 280"/>
              <a:gd name="T71" fmla="*/ 147 h 178"/>
              <a:gd name="T72" fmla="*/ 122 w 280"/>
              <a:gd name="T73" fmla="*/ 147 h 178"/>
              <a:gd name="T74" fmla="*/ 166 w 280"/>
              <a:gd name="T75" fmla="*/ 141 h 178"/>
              <a:gd name="T76" fmla="*/ 185 w 280"/>
              <a:gd name="T77" fmla="*/ 129 h 178"/>
              <a:gd name="T78" fmla="*/ 188 w 280"/>
              <a:gd name="T79" fmla="*/ 120 h 178"/>
              <a:gd name="T80" fmla="*/ 185 w 280"/>
              <a:gd name="T81" fmla="*/ 92 h 178"/>
              <a:gd name="T82" fmla="*/ 184 w 280"/>
              <a:gd name="T83" fmla="*/ 77 h 178"/>
              <a:gd name="T84" fmla="*/ 179 w 280"/>
              <a:gd name="T85" fmla="*/ 71 h 178"/>
              <a:gd name="T86" fmla="*/ 163 w 280"/>
              <a:gd name="T87" fmla="*/ 75 h 178"/>
              <a:gd name="T88" fmla="*/ 158 w 280"/>
              <a:gd name="T89" fmla="*/ 79 h 178"/>
              <a:gd name="T90" fmla="*/ 145 w 280"/>
              <a:gd name="T91" fmla="*/ 82 h 178"/>
              <a:gd name="T92" fmla="*/ 116 w 280"/>
              <a:gd name="T93" fmla="*/ 91 h 178"/>
              <a:gd name="T94" fmla="*/ 80 w 280"/>
              <a:gd name="T95" fmla="*/ 118 h 178"/>
              <a:gd name="T96" fmla="*/ 52 w 280"/>
              <a:gd name="T97" fmla="*/ 135 h 178"/>
              <a:gd name="T98" fmla="*/ 22 w 280"/>
              <a:gd name="T99" fmla="*/ 136 h 178"/>
              <a:gd name="T100" fmla="*/ 18 w 280"/>
              <a:gd name="T101" fmla="*/ 134 h 178"/>
              <a:gd name="T102" fmla="*/ 16 w 280"/>
              <a:gd name="T103" fmla="*/ 133 h 178"/>
            </a:gdLst>
            <a:rect l="0" t="0" r="r" b="b"/>
            <a:pathLst>
              <a:path w="280" h="178">
                <a:moveTo>
                  <a:pt x="16" y="133"/>
                </a:moveTo>
                <a:cubicBezTo>
                  <a:pt x="18" y="129"/>
                  <a:pt x="16" y="127"/>
                  <a:pt x="14" y="124"/>
                </a:cubicBezTo>
                <a:cubicBezTo>
                  <a:pt x="9" y="118"/>
                  <a:pt x="5" y="111"/>
                  <a:pt x="2" y="103"/>
                </a:cubicBezTo>
                <a:cubicBezTo>
                  <a:pt x="0" y="95"/>
                  <a:pt x="1" y="88"/>
                  <a:pt x="6" y="81"/>
                </a:cubicBezTo>
                <a:cubicBezTo>
                  <a:pt x="9" y="78"/>
                  <a:pt x="12" y="76"/>
                  <a:pt x="16" y="77"/>
                </a:cubicBezTo>
                <a:cubicBezTo>
                  <a:pt x="18" y="77"/>
                  <a:pt x="20" y="76"/>
                  <a:pt x="22" y="77"/>
                </a:cubicBezTo>
                <a:cubicBezTo>
                  <a:pt x="29" y="79"/>
                  <a:pt x="36" y="76"/>
                  <a:pt x="40" y="71"/>
                </a:cubicBezTo>
                <a:cubicBezTo>
                  <a:pt x="44" y="67"/>
                  <a:pt x="49" y="65"/>
                  <a:pt x="54" y="64"/>
                </a:cubicBezTo>
                <a:cubicBezTo>
                  <a:pt x="57" y="64"/>
                  <a:pt x="60" y="62"/>
                  <a:pt x="63" y="61"/>
                </a:cubicBezTo>
                <a:cubicBezTo>
                  <a:pt x="89" y="47"/>
                  <a:pt x="116" y="35"/>
                  <a:pt x="144" y="25"/>
                </a:cubicBezTo>
                <a:cubicBezTo>
                  <a:pt x="152" y="22"/>
                  <a:pt x="161" y="19"/>
                  <a:pt x="169" y="16"/>
                </a:cubicBezTo>
                <a:cubicBezTo>
                  <a:pt x="174" y="14"/>
                  <a:pt x="180" y="14"/>
                  <a:pt x="186" y="13"/>
                </a:cubicBezTo>
                <a:cubicBezTo>
                  <a:pt x="194" y="12"/>
                  <a:pt x="201" y="11"/>
                  <a:pt x="209" y="9"/>
                </a:cubicBezTo>
                <a:cubicBezTo>
                  <a:pt x="214" y="8"/>
                  <a:pt x="219" y="5"/>
                  <a:pt x="224" y="3"/>
                </a:cubicBezTo>
                <a:cubicBezTo>
                  <a:pt x="227" y="1"/>
                  <a:pt x="230" y="0"/>
                  <a:pt x="233" y="0"/>
                </a:cubicBezTo>
                <a:cubicBezTo>
                  <a:pt x="244" y="0"/>
                  <a:pt x="255" y="1"/>
                  <a:pt x="265" y="5"/>
                </a:cubicBezTo>
                <a:cubicBezTo>
                  <a:pt x="276" y="9"/>
                  <a:pt x="280" y="19"/>
                  <a:pt x="274" y="29"/>
                </a:cubicBezTo>
                <a:cubicBezTo>
                  <a:pt x="270" y="38"/>
                  <a:pt x="263" y="45"/>
                  <a:pt x="256" y="50"/>
                </a:cubicBezTo>
                <a:cubicBezTo>
                  <a:pt x="252" y="53"/>
                  <a:pt x="249" y="53"/>
                  <a:pt x="245" y="53"/>
                </a:cubicBezTo>
                <a:cubicBezTo>
                  <a:pt x="236" y="54"/>
                  <a:pt x="228" y="55"/>
                  <a:pt x="220" y="56"/>
                </a:cubicBezTo>
                <a:cubicBezTo>
                  <a:pt x="218" y="57"/>
                  <a:pt x="215" y="57"/>
                  <a:pt x="213" y="58"/>
                </a:cubicBezTo>
                <a:cubicBezTo>
                  <a:pt x="209" y="60"/>
                  <a:pt x="208" y="63"/>
                  <a:pt x="208" y="67"/>
                </a:cubicBezTo>
                <a:cubicBezTo>
                  <a:pt x="208" y="70"/>
                  <a:pt x="209" y="73"/>
                  <a:pt x="210" y="76"/>
                </a:cubicBezTo>
                <a:cubicBezTo>
                  <a:pt x="213" y="82"/>
                  <a:pt x="215" y="87"/>
                  <a:pt x="218" y="92"/>
                </a:cubicBezTo>
                <a:cubicBezTo>
                  <a:pt x="221" y="100"/>
                  <a:pt x="224" y="107"/>
                  <a:pt x="224" y="115"/>
                </a:cubicBezTo>
                <a:cubicBezTo>
                  <a:pt x="224" y="126"/>
                  <a:pt x="223" y="136"/>
                  <a:pt x="220" y="146"/>
                </a:cubicBezTo>
                <a:cubicBezTo>
                  <a:pt x="216" y="157"/>
                  <a:pt x="209" y="162"/>
                  <a:pt x="197" y="163"/>
                </a:cubicBezTo>
                <a:cubicBezTo>
                  <a:pt x="194" y="163"/>
                  <a:pt x="192" y="163"/>
                  <a:pt x="189" y="163"/>
                </a:cubicBezTo>
                <a:cubicBezTo>
                  <a:pt x="186" y="163"/>
                  <a:pt x="183" y="163"/>
                  <a:pt x="181" y="167"/>
                </a:cubicBezTo>
                <a:cubicBezTo>
                  <a:pt x="180" y="168"/>
                  <a:pt x="179" y="169"/>
                  <a:pt x="178" y="170"/>
                </a:cubicBezTo>
                <a:cubicBezTo>
                  <a:pt x="171" y="176"/>
                  <a:pt x="164" y="178"/>
                  <a:pt x="156" y="175"/>
                </a:cubicBezTo>
                <a:cubicBezTo>
                  <a:pt x="151" y="172"/>
                  <a:pt x="145" y="169"/>
                  <a:pt x="140" y="166"/>
                </a:cubicBezTo>
                <a:cubicBezTo>
                  <a:pt x="136" y="163"/>
                  <a:pt x="132" y="162"/>
                  <a:pt x="126" y="162"/>
                </a:cubicBezTo>
                <a:cubicBezTo>
                  <a:pt x="124" y="162"/>
                  <a:pt x="121" y="163"/>
                  <a:pt x="119" y="160"/>
                </a:cubicBezTo>
                <a:cubicBezTo>
                  <a:pt x="116" y="157"/>
                  <a:pt x="114" y="154"/>
                  <a:pt x="113" y="150"/>
                </a:cubicBezTo>
                <a:cubicBezTo>
                  <a:pt x="112" y="148"/>
                  <a:pt x="113" y="147"/>
                  <a:pt x="115" y="147"/>
                </a:cubicBezTo>
                <a:cubicBezTo>
                  <a:pt x="117" y="147"/>
                  <a:pt x="120" y="147"/>
                  <a:pt x="122" y="147"/>
                </a:cubicBezTo>
                <a:cubicBezTo>
                  <a:pt x="137" y="148"/>
                  <a:pt x="152" y="146"/>
                  <a:pt x="166" y="141"/>
                </a:cubicBezTo>
                <a:cubicBezTo>
                  <a:pt x="173" y="138"/>
                  <a:pt x="179" y="134"/>
                  <a:pt x="185" y="129"/>
                </a:cubicBezTo>
                <a:cubicBezTo>
                  <a:pt x="188" y="126"/>
                  <a:pt x="189" y="123"/>
                  <a:pt x="188" y="120"/>
                </a:cubicBezTo>
                <a:cubicBezTo>
                  <a:pt x="187" y="111"/>
                  <a:pt x="186" y="102"/>
                  <a:pt x="185" y="92"/>
                </a:cubicBezTo>
                <a:cubicBezTo>
                  <a:pt x="184" y="87"/>
                  <a:pt x="184" y="82"/>
                  <a:pt x="184" y="77"/>
                </a:cubicBezTo>
                <a:cubicBezTo>
                  <a:pt x="184" y="73"/>
                  <a:pt x="183" y="71"/>
                  <a:pt x="179" y="71"/>
                </a:cubicBezTo>
                <a:cubicBezTo>
                  <a:pt x="173" y="70"/>
                  <a:pt x="168" y="70"/>
                  <a:pt x="163" y="75"/>
                </a:cubicBezTo>
                <a:cubicBezTo>
                  <a:pt x="162" y="76"/>
                  <a:pt x="160" y="77"/>
                  <a:pt x="158" y="79"/>
                </a:cubicBezTo>
                <a:cubicBezTo>
                  <a:pt x="154" y="81"/>
                  <a:pt x="150" y="83"/>
                  <a:pt x="145" y="82"/>
                </a:cubicBezTo>
                <a:cubicBezTo>
                  <a:pt x="134" y="82"/>
                  <a:pt x="124" y="85"/>
                  <a:pt x="116" y="91"/>
                </a:cubicBezTo>
                <a:cubicBezTo>
                  <a:pt x="104" y="100"/>
                  <a:pt x="92" y="109"/>
                  <a:pt x="80" y="118"/>
                </a:cubicBezTo>
                <a:cubicBezTo>
                  <a:pt x="71" y="124"/>
                  <a:pt x="62" y="131"/>
                  <a:pt x="52" y="135"/>
                </a:cubicBezTo>
                <a:cubicBezTo>
                  <a:pt x="42" y="139"/>
                  <a:pt x="32" y="140"/>
                  <a:pt x="22" y="136"/>
                </a:cubicBezTo>
                <a:cubicBezTo>
                  <a:pt x="20" y="136"/>
                  <a:pt x="19" y="135"/>
                  <a:pt x="18" y="134"/>
                </a:cubicBezTo>
                <a:cubicBezTo>
                  <a:pt x="17" y="134"/>
                  <a:pt x="17" y="134"/>
                  <a:pt x="16" y="133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4" name="Freeform 15">
            <a:extLst xmlns:a="http://schemas.openxmlformats.org/drawingml/2006/main">
              <a:ext uri="{FF2B5EF4-FFF2-40B4-BE49-F238E27FC236}">
                <a16:creationId xmlns:a16="http://schemas.microsoft.com/office/drawing/2014/main" id="{D9DD6DB6-9809-433E-A331-837D4411B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703" y="432578"/>
            <a:ext cx="107776" cy="57594"/>
          </a:xfrm>
          <a:custGeom xmlns:a="http://schemas.openxmlformats.org/drawingml/2006/main">
            <a:gdLst>
              <a:gd name="T0" fmla="*/ 197 w 212"/>
              <a:gd name="T1" fmla="*/ 0 h 114"/>
              <a:gd name="T2" fmla="*/ 205 w 212"/>
              <a:gd name="T3" fmla="*/ 0 h 114"/>
              <a:gd name="T4" fmla="*/ 211 w 212"/>
              <a:gd name="T5" fmla="*/ 9 h 114"/>
              <a:gd name="T6" fmla="*/ 191 w 212"/>
              <a:gd name="T7" fmla="*/ 29 h 114"/>
              <a:gd name="T8" fmla="*/ 187 w 212"/>
              <a:gd name="T9" fmla="*/ 29 h 114"/>
              <a:gd name="T10" fmla="*/ 174 w 212"/>
              <a:gd name="T11" fmla="*/ 33 h 114"/>
              <a:gd name="T12" fmla="*/ 132 w 212"/>
              <a:gd name="T13" fmla="*/ 67 h 114"/>
              <a:gd name="T14" fmla="*/ 109 w 212"/>
              <a:gd name="T15" fmla="*/ 91 h 114"/>
              <a:gd name="T16" fmla="*/ 71 w 212"/>
              <a:gd name="T17" fmla="*/ 112 h 114"/>
              <a:gd name="T18" fmla="*/ 40 w 212"/>
              <a:gd name="T19" fmla="*/ 108 h 114"/>
              <a:gd name="T20" fmla="*/ 9 w 212"/>
              <a:gd name="T21" fmla="*/ 90 h 114"/>
              <a:gd name="T22" fmla="*/ 8 w 212"/>
              <a:gd name="T23" fmla="*/ 89 h 114"/>
              <a:gd name="T24" fmla="*/ 11 w 212"/>
              <a:gd name="T25" fmla="*/ 64 h 114"/>
              <a:gd name="T26" fmla="*/ 15 w 212"/>
              <a:gd name="T27" fmla="*/ 62 h 114"/>
              <a:gd name="T28" fmla="*/ 114 w 212"/>
              <a:gd name="T29" fmla="*/ 23 h 114"/>
              <a:gd name="T30" fmla="*/ 130 w 212"/>
              <a:gd name="T31" fmla="*/ 18 h 114"/>
              <a:gd name="T32" fmla="*/ 164 w 212"/>
              <a:gd name="T33" fmla="*/ 7 h 114"/>
              <a:gd name="T34" fmla="*/ 197 w 212"/>
              <a:gd name="T35" fmla="*/ 0 h 114"/>
            </a:gdLst>
            <a:rect l="0" t="0" r="r" b="b"/>
            <a:pathLst>
              <a:path w="212" h="114">
                <a:moveTo>
                  <a:pt x="197" y="0"/>
                </a:moveTo>
                <a:cubicBezTo>
                  <a:pt x="199" y="0"/>
                  <a:pt x="202" y="0"/>
                  <a:pt x="205" y="0"/>
                </a:cubicBezTo>
                <a:cubicBezTo>
                  <a:pt x="209" y="1"/>
                  <a:pt x="212" y="5"/>
                  <a:pt x="211" y="9"/>
                </a:cubicBezTo>
                <a:cubicBezTo>
                  <a:pt x="207" y="18"/>
                  <a:pt x="200" y="25"/>
                  <a:pt x="191" y="29"/>
                </a:cubicBezTo>
                <a:cubicBezTo>
                  <a:pt x="189" y="29"/>
                  <a:pt x="188" y="29"/>
                  <a:pt x="187" y="29"/>
                </a:cubicBezTo>
                <a:cubicBezTo>
                  <a:pt x="182" y="28"/>
                  <a:pt x="178" y="30"/>
                  <a:pt x="174" y="33"/>
                </a:cubicBezTo>
                <a:cubicBezTo>
                  <a:pt x="158" y="43"/>
                  <a:pt x="144" y="54"/>
                  <a:pt x="132" y="67"/>
                </a:cubicBezTo>
                <a:cubicBezTo>
                  <a:pt x="124" y="75"/>
                  <a:pt x="116" y="83"/>
                  <a:pt x="109" y="91"/>
                </a:cubicBezTo>
                <a:cubicBezTo>
                  <a:pt x="99" y="102"/>
                  <a:pt x="86" y="110"/>
                  <a:pt x="71" y="112"/>
                </a:cubicBezTo>
                <a:cubicBezTo>
                  <a:pt x="61" y="114"/>
                  <a:pt x="50" y="112"/>
                  <a:pt x="40" y="108"/>
                </a:cubicBezTo>
                <a:cubicBezTo>
                  <a:pt x="29" y="104"/>
                  <a:pt x="19" y="98"/>
                  <a:pt x="9" y="90"/>
                </a:cubicBezTo>
                <a:cubicBezTo>
                  <a:pt x="9" y="90"/>
                  <a:pt x="9" y="89"/>
                  <a:pt x="8" y="89"/>
                </a:cubicBezTo>
                <a:cubicBezTo>
                  <a:pt x="0" y="81"/>
                  <a:pt x="2" y="70"/>
                  <a:pt x="11" y="64"/>
                </a:cubicBezTo>
                <a:cubicBezTo>
                  <a:pt x="12" y="63"/>
                  <a:pt x="14" y="63"/>
                  <a:pt x="15" y="62"/>
                </a:cubicBezTo>
                <a:cubicBezTo>
                  <a:pt x="48" y="49"/>
                  <a:pt x="81" y="36"/>
                  <a:pt x="114" y="23"/>
                </a:cubicBezTo>
                <a:cubicBezTo>
                  <a:pt x="119" y="21"/>
                  <a:pt x="125" y="19"/>
                  <a:pt x="130" y="18"/>
                </a:cubicBezTo>
                <a:cubicBezTo>
                  <a:pt x="142" y="15"/>
                  <a:pt x="153" y="12"/>
                  <a:pt x="164" y="7"/>
                </a:cubicBezTo>
                <a:cubicBezTo>
                  <a:pt x="175" y="2"/>
                  <a:pt x="186" y="0"/>
                  <a:pt x="197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5" name="Freeform 16">
            <a:extLst xmlns:a="http://schemas.openxmlformats.org/drawingml/2006/main">
              <a:ext uri="{FF2B5EF4-FFF2-40B4-BE49-F238E27FC236}">
                <a16:creationId xmlns:a16="http://schemas.microsoft.com/office/drawing/2014/main" id="{B0D9D297-F80A-4E9A-8FA5-124525704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5059" y="361297"/>
            <a:ext cx="57594" cy="63867"/>
          </a:xfrm>
          <a:custGeom xmlns:a="http://schemas.openxmlformats.org/drawingml/2006/main">
            <a:gdLst>
              <a:gd name="T0" fmla="*/ 114 w 114"/>
              <a:gd name="T1" fmla="*/ 70 h 126"/>
              <a:gd name="T2" fmla="*/ 101 w 114"/>
              <a:gd name="T3" fmla="*/ 91 h 126"/>
              <a:gd name="T4" fmla="*/ 78 w 114"/>
              <a:gd name="T5" fmla="*/ 97 h 126"/>
              <a:gd name="T6" fmla="*/ 58 w 114"/>
              <a:gd name="T7" fmla="*/ 106 h 126"/>
              <a:gd name="T8" fmla="*/ 40 w 114"/>
              <a:gd name="T9" fmla="*/ 121 h 126"/>
              <a:gd name="T10" fmla="*/ 31 w 114"/>
              <a:gd name="T11" fmla="*/ 125 h 126"/>
              <a:gd name="T12" fmla="*/ 23 w 114"/>
              <a:gd name="T13" fmla="*/ 122 h 126"/>
              <a:gd name="T14" fmla="*/ 23 w 114"/>
              <a:gd name="T15" fmla="*/ 112 h 126"/>
              <a:gd name="T16" fmla="*/ 26 w 114"/>
              <a:gd name="T17" fmla="*/ 68 h 126"/>
              <a:gd name="T18" fmla="*/ 16 w 114"/>
              <a:gd name="T19" fmla="*/ 50 h 126"/>
              <a:gd name="T20" fmla="*/ 11 w 114"/>
              <a:gd name="T21" fmla="*/ 39 h 126"/>
              <a:gd name="T22" fmla="*/ 3 w 114"/>
              <a:gd name="T23" fmla="*/ 21 h 126"/>
              <a:gd name="T24" fmla="*/ 3 w 114"/>
              <a:gd name="T25" fmla="*/ 6 h 126"/>
              <a:gd name="T26" fmla="*/ 12 w 114"/>
              <a:gd name="T27" fmla="*/ 0 h 126"/>
              <a:gd name="T28" fmla="*/ 18 w 114"/>
              <a:gd name="T29" fmla="*/ 1 h 126"/>
              <a:gd name="T30" fmla="*/ 50 w 114"/>
              <a:gd name="T31" fmla="*/ 12 h 126"/>
              <a:gd name="T32" fmla="*/ 86 w 114"/>
              <a:gd name="T33" fmla="*/ 31 h 126"/>
              <a:gd name="T34" fmla="*/ 106 w 114"/>
              <a:gd name="T35" fmla="*/ 48 h 126"/>
              <a:gd name="T36" fmla="*/ 114 w 114"/>
              <a:gd name="T37" fmla="*/ 70 h 126"/>
            </a:gdLst>
            <a:rect l="0" t="0" r="r" b="b"/>
            <a:pathLst>
              <a:path w="114" h="126">
                <a:moveTo>
                  <a:pt x="114" y="70"/>
                </a:moveTo>
                <a:cubicBezTo>
                  <a:pt x="114" y="79"/>
                  <a:pt x="109" y="86"/>
                  <a:pt x="101" y="91"/>
                </a:cubicBezTo>
                <a:cubicBezTo>
                  <a:pt x="94" y="95"/>
                  <a:pt x="86" y="97"/>
                  <a:pt x="78" y="97"/>
                </a:cubicBezTo>
                <a:cubicBezTo>
                  <a:pt x="64" y="97"/>
                  <a:pt x="66" y="98"/>
                  <a:pt x="58" y="106"/>
                </a:cubicBezTo>
                <a:cubicBezTo>
                  <a:pt x="52" y="111"/>
                  <a:pt x="46" y="116"/>
                  <a:pt x="40" y="121"/>
                </a:cubicBezTo>
                <a:cubicBezTo>
                  <a:pt x="38" y="123"/>
                  <a:pt x="35" y="124"/>
                  <a:pt x="31" y="125"/>
                </a:cubicBezTo>
                <a:cubicBezTo>
                  <a:pt x="28" y="126"/>
                  <a:pt x="25" y="125"/>
                  <a:pt x="23" y="122"/>
                </a:cubicBezTo>
                <a:cubicBezTo>
                  <a:pt x="22" y="118"/>
                  <a:pt x="21" y="115"/>
                  <a:pt x="23" y="112"/>
                </a:cubicBezTo>
                <a:cubicBezTo>
                  <a:pt x="33" y="98"/>
                  <a:pt x="33" y="83"/>
                  <a:pt x="26" y="68"/>
                </a:cubicBezTo>
                <a:cubicBezTo>
                  <a:pt x="23" y="61"/>
                  <a:pt x="19" y="56"/>
                  <a:pt x="16" y="50"/>
                </a:cubicBezTo>
                <a:cubicBezTo>
                  <a:pt x="14" y="46"/>
                  <a:pt x="12" y="43"/>
                  <a:pt x="11" y="39"/>
                </a:cubicBezTo>
                <a:cubicBezTo>
                  <a:pt x="9" y="33"/>
                  <a:pt x="7" y="27"/>
                  <a:pt x="3" y="21"/>
                </a:cubicBezTo>
                <a:cubicBezTo>
                  <a:pt x="0" y="17"/>
                  <a:pt x="0" y="12"/>
                  <a:pt x="3" y="6"/>
                </a:cubicBezTo>
                <a:cubicBezTo>
                  <a:pt x="5" y="2"/>
                  <a:pt x="8" y="0"/>
                  <a:pt x="12" y="0"/>
                </a:cubicBezTo>
                <a:cubicBezTo>
                  <a:pt x="14" y="0"/>
                  <a:pt x="16" y="1"/>
                  <a:pt x="18" y="1"/>
                </a:cubicBezTo>
                <a:cubicBezTo>
                  <a:pt x="29" y="3"/>
                  <a:pt x="40" y="7"/>
                  <a:pt x="50" y="12"/>
                </a:cubicBezTo>
                <a:cubicBezTo>
                  <a:pt x="62" y="19"/>
                  <a:pt x="74" y="25"/>
                  <a:pt x="86" y="31"/>
                </a:cubicBezTo>
                <a:cubicBezTo>
                  <a:pt x="94" y="36"/>
                  <a:pt x="101" y="41"/>
                  <a:pt x="106" y="48"/>
                </a:cubicBezTo>
                <a:cubicBezTo>
                  <a:pt x="111" y="54"/>
                  <a:pt x="114" y="61"/>
                  <a:pt x="114" y="7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6" name="Freeform 24">
            <a:extLst xmlns:a="http://schemas.openxmlformats.org/drawingml/2006/main">
              <a:ext uri="{FF2B5EF4-FFF2-40B4-BE49-F238E27FC236}">
                <a16:creationId xmlns:a16="http://schemas.microsoft.com/office/drawing/2014/main" id="{1B801C40-9C09-4B69-B9C7-640ADBC88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4717" y="420032"/>
            <a:ext cx="56454" cy="76412"/>
          </a:xfrm>
          <a:custGeom xmlns:a="http://schemas.openxmlformats.org/drawingml/2006/main">
            <a:gdLst>
              <a:gd name="T0" fmla="*/ 111 w 111"/>
              <a:gd name="T1" fmla="*/ 118 h 150"/>
              <a:gd name="T2" fmla="*/ 108 w 111"/>
              <a:gd name="T3" fmla="*/ 125 h 150"/>
              <a:gd name="T4" fmla="*/ 94 w 111"/>
              <a:gd name="T5" fmla="*/ 142 h 150"/>
              <a:gd name="T6" fmla="*/ 80 w 111"/>
              <a:gd name="T7" fmla="*/ 149 h 150"/>
              <a:gd name="T8" fmla="*/ 72 w 111"/>
              <a:gd name="T9" fmla="*/ 144 h 150"/>
              <a:gd name="T10" fmla="*/ 66 w 111"/>
              <a:gd name="T11" fmla="*/ 117 h 150"/>
              <a:gd name="T12" fmla="*/ 59 w 111"/>
              <a:gd name="T13" fmla="*/ 90 h 150"/>
              <a:gd name="T14" fmla="*/ 50 w 111"/>
              <a:gd name="T15" fmla="*/ 75 h 150"/>
              <a:gd name="T16" fmla="*/ 19 w 111"/>
              <a:gd name="T17" fmla="*/ 40 h 150"/>
              <a:gd name="T18" fmla="*/ 6 w 111"/>
              <a:gd name="T19" fmla="*/ 27 h 150"/>
              <a:gd name="T20" fmla="*/ 0 w 111"/>
              <a:gd name="T21" fmla="*/ 10 h 150"/>
              <a:gd name="T22" fmla="*/ 0 w 111"/>
              <a:gd name="T23" fmla="*/ 8 h 150"/>
              <a:gd name="T24" fmla="*/ 9 w 111"/>
              <a:gd name="T25" fmla="*/ 2 h 150"/>
              <a:gd name="T26" fmla="*/ 18 w 111"/>
              <a:gd name="T27" fmla="*/ 7 h 150"/>
              <a:gd name="T28" fmla="*/ 27 w 111"/>
              <a:gd name="T29" fmla="*/ 15 h 150"/>
              <a:gd name="T30" fmla="*/ 44 w 111"/>
              <a:gd name="T31" fmla="*/ 26 h 150"/>
              <a:gd name="T32" fmla="*/ 85 w 111"/>
              <a:gd name="T33" fmla="*/ 57 h 150"/>
              <a:gd name="T34" fmla="*/ 110 w 111"/>
              <a:gd name="T35" fmla="*/ 114 h 150"/>
              <a:gd name="T36" fmla="*/ 110 w 111"/>
              <a:gd name="T37" fmla="*/ 117 h 150"/>
              <a:gd name="T38" fmla="*/ 111 w 111"/>
              <a:gd name="T39" fmla="*/ 118 h 150"/>
            </a:gdLst>
            <a:rect l="0" t="0" r="r" b="b"/>
            <a:pathLst>
              <a:path w="111" h="150">
                <a:moveTo>
                  <a:pt x="111" y="118"/>
                </a:moveTo>
                <a:cubicBezTo>
                  <a:pt x="110" y="120"/>
                  <a:pt x="109" y="123"/>
                  <a:pt x="108" y="125"/>
                </a:cubicBezTo>
                <a:cubicBezTo>
                  <a:pt x="103" y="131"/>
                  <a:pt x="99" y="136"/>
                  <a:pt x="94" y="142"/>
                </a:cubicBezTo>
                <a:cubicBezTo>
                  <a:pt x="90" y="146"/>
                  <a:pt x="86" y="148"/>
                  <a:pt x="80" y="149"/>
                </a:cubicBezTo>
                <a:cubicBezTo>
                  <a:pt x="75" y="150"/>
                  <a:pt x="73" y="149"/>
                  <a:pt x="72" y="144"/>
                </a:cubicBezTo>
                <a:cubicBezTo>
                  <a:pt x="70" y="135"/>
                  <a:pt x="68" y="126"/>
                  <a:pt x="66" y="117"/>
                </a:cubicBezTo>
                <a:cubicBezTo>
                  <a:pt x="64" y="108"/>
                  <a:pt x="63" y="99"/>
                  <a:pt x="59" y="90"/>
                </a:cubicBezTo>
                <a:cubicBezTo>
                  <a:pt x="57" y="85"/>
                  <a:pt x="54" y="80"/>
                  <a:pt x="50" y="75"/>
                </a:cubicBezTo>
                <a:cubicBezTo>
                  <a:pt x="40" y="63"/>
                  <a:pt x="29" y="51"/>
                  <a:pt x="19" y="40"/>
                </a:cubicBezTo>
                <a:cubicBezTo>
                  <a:pt x="15" y="35"/>
                  <a:pt x="11" y="31"/>
                  <a:pt x="6" y="27"/>
                </a:cubicBezTo>
                <a:cubicBezTo>
                  <a:pt x="1" y="22"/>
                  <a:pt x="0" y="17"/>
                  <a:pt x="0" y="10"/>
                </a:cubicBezTo>
                <a:cubicBezTo>
                  <a:pt x="0" y="9"/>
                  <a:pt x="0" y="9"/>
                  <a:pt x="0" y="8"/>
                </a:cubicBezTo>
                <a:cubicBezTo>
                  <a:pt x="2" y="1"/>
                  <a:pt x="3" y="0"/>
                  <a:pt x="9" y="2"/>
                </a:cubicBezTo>
                <a:cubicBezTo>
                  <a:pt x="12" y="4"/>
                  <a:pt x="15" y="5"/>
                  <a:pt x="18" y="7"/>
                </a:cubicBezTo>
                <a:cubicBezTo>
                  <a:pt x="21" y="10"/>
                  <a:pt x="24" y="12"/>
                  <a:pt x="27" y="15"/>
                </a:cubicBezTo>
                <a:cubicBezTo>
                  <a:pt x="32" y="20"/>
                  <a:pt x="38" y="24"/>
                  <a:pt x="44" y="26"/>
                </a:cubicBezTo>
                <a:cubicBezTo>
                  <a:pt x="61" y="33"/>
                  <a:pt x="74" y="43"/>
                  <a:pt x="85" y="57"/>
                </a:cubicBezTo>
                <a:cubicBezTo>
                  <a:pt x="98" y="73"/>
                  <a:pt x="107" y="92"/>
                  <a:pt x="110" y="114"/>
                </a:cubicBezTo>
                <a:cubicBezTo>
                  <a:pt x="110" y="115"/>
                  <a:pt x="110" y="116"/>
                  <a:pt x="110" y="117"/>
                </a:cubicBezTo>
                <a:cubicBezTo>
                  <a:pt x="110" y="117"/>
                  <a:pt x="110" y="118"/>
                  <a:pt x="111" y="1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7" name="Freeform 26">
            <a:extLst xmlns:a="http://schemas.openxmlformats.org/drawingml/2006/main">
              <a:ext uri="{FF2B5EF4-FFF2-40B4-BE49-F238E27FC236}">
                <a16:creationId xmlns:a16="http://schemas.microsoft.com/office/drawing/2014/main" id="{6B764B48-B397-4D7B-9F63-05D82CFB4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4100" y="564304"/>
            <a:ext cx="41057" cy="50181"/>
          </a:xfrm>
          <a:custGeom xmlns:a="http://schemas.openxmlformats.org/drawingml/2006/main">
            <a:gdLst>
              <a:gd name="T0" fmla="*/ 0 w 81"/>
              <a:gd name="T1" fmla="*/ 18 h 99"/>
              <a:gd name="T2" fmla="*/ 1 w 81"/>
              <a:gd name="T3" fmla="*/ 9 h 99"/>
              <a:gd name="T4" fmla="*/ 11 w 81"/>
              <a:gd name="T5" fmla="*/ 1 h 99"/>
              <a:gd name="T6" fmla="*/ 50 w 81"/>
              <a:gd name="T7" fmla="*/ 12 h 99"/>
              <a:gd name="T8" fmla="*/ 78 w 81"/>
              <a:gd name="T9" fmla="*/ 44 h 99"/>
              <a:gd name="T10" fmla="*/ 80 w 81"/>
              <a:gd name="T11" fmla="*/ 51 h 99"/>
              <a:gd name="T12" fmla="*/ 77 w 81"/>
              <a:gd name="T13" fmla="*/ 79 h 99"/>
              <a:gd name="T14" fmla="*/ 43 w 81"/>
              <a:gd name="T15" fmla="*/ 92 h 99"/>
              <a:gd name="T16" fmla="*/ 30 w 81"/>
              <a:gd name="T17" fmla="*/ 81 h 99"/>
              <a:gd name="T18" fmla="*/ 12 w 81"/>
              <a:gd name="T19" fmla="*/ 60 h 99"/>
              <a:gd name="T20" fmla="*/ 1 w 81"/>
              <a:gd name="T21" fmla="*/ 24 h 99"/>
              <a:gd name="T22" fmla="*/ 1 w 81"/>
              <a:gd name="T23" fmla="*/ 18 h 99"/>
              <a:gd name="T24" fmla="*/ 0 w 81"/>
              <a:gd name="T25" fmla="*/ 18 h 99"/>
            </a:gdLst>
            <a:rect l="0" t="0" r="r" b="b"/>
            <a:pathLst>
              <a:path w="81" h="99">
                <a:moveTo>
                  <a:pt x="0" y="18"/>
                </a:moveTo>
                <a:cubicBezTo>
                  <a:pt x="1" y="15"/>
                  <a:pt x="1" y="12"/>
                  <a:pt x="1" y="9"/>
                </a:cubicBezTo>
                <a:cubicBezTo>
                  <a:pt x="2" y="4"/>
                  <a:pt x="5" y="1"/>
                  <a:pt x="11" y="1"/>
                </a:cubicBezTo>
                <a:cubicBezTo>
                  <a:pt x="25" y="0"/>
                  <a:pt x="39" y="2"/>
                  <a:pt x="50" y="12"/>
                </a:cubicBezTo>
                <a:cubicBezTo>
                  <a:pt x="62" y="21"/>
                  <a:pt x="70" y="32"/>
                  <a:pt x="78" y="44"/>
                </a:cubicBezTo>
                <a:cubicBezTo>
                  <a:pt x="79" y="46"/>
                  <a:pt x="80" y="49"/>
                  <a:pt x="80" y="51"/>
                </a:cubicBezTo>
                <a:cubicBezTo>
                  <a:pt x="81" y="61"/>
                  <a:pt x="80" y="70"/>
                  <a:pt x="77" y="79"/>
                </a:cubicBezTo>
                <a:cubicBezTo>
                  <a:pt x="74" y="89"/>
                  <a:pt x="57" y="99"/>
                  <a:pt x="43" y="92"/>
                </a:cubicBezTo>
                <a:cubicBezTo>
                  <a:pt x="38" y="89"/>
                  <a:pt x="33" y="86"/>
                  <a:pt x="30" y="81"/>
                </a:cubicBezTo>
                <a:cubicBezTo>
                  <a:pt x="24" y="74"/>
                  <a:pt x="18" y="67"/>
                  <a:pt x="12" y="60"/>
                </a:cubicBezTo>
                <a:cubicBezTo>
                  <a:pt x="4" y="49"/>
                  <a:pt x="2" y="37"/>
                  <a:pt x="1" y="24"/>
                </a:cubicBezTo>
                <a:cubicBezTo>
                  <a:pt x="1" y="22"/>
                  <a:pt x="1" y="20"/>
                  <a:pt x="1" y="18"/>
                </a:cubicBezTo>
                <a:cubicBezTo>
                  <a:pt x="1" y="18"/>
                  <a:pt x="1" y="18"/>
                  <a:pt x="0" y="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335D4BAD-6552-45EE-BBDC-FD0B0192A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7552" y="552329"/>
            <a:ext cx="43908" cy="50751"/>
          </a:xfrm>
          <a:custGeom xmlns:a="http://schemas.openxmlformats.org/drawingml/2006/main">
            <a:gdLst>
              <a:gd name="T0" fmla="*/ 38 w 87"/>
              <a:gd name="T1" fmla="*/ 100 h 100"/>
              <a:gd name="T2" fmla="*/ 27 w 87"/>
              <a:gd name="T3" fmla="*/ 98 h 100"/>
              <a:gd name="T4" fmla="*/ 22 w 87"/>
              <a:gd name="T5" fmla="*/ 91 h 100"/>
              <a:gd name="T6" fmla="*/ 17 w 87"/>
              <a:gd name="T7" fmla="*/ 65 h 100"/>
              <a:gd name="T8" fmla="*/ 1 w 87"/>
              <a:gd name="T9" fmla="*/ 16 h 100"/>
              <a:gd name="T10" fmla="*/ 0 w 87"/>
              <a:gd name="T11" fmla="*/ 4 h 100"/>
              <a:gd name="T12" fmla="*/ 4 w 87"/>
              <a:gd name="T13" fmla="*/ 0 h 100"/>
              <a:gd name="T14" fmla="*/ 12 w 87"/>
              <a:gd name="T15" fmla="*/ 0 h 100"/>
              <a:gd name="T16" fmla="*/ 20 w 87"/>
              <a:gd name="T17" fmla="*/ 4 h 100"/>
              <a:gd name="T18" fmla="*/ 31 w 87"/>
              <a:gd name="T19" fmla="*/ 12 h 100"/>
              <a:gd name="T20" fmla="*/ 65 w 87"/>
              <a:gd name="T21" fmla="*/ 41 h 100"/>
              <a:gd name="T22" fmla="*/ 78 w 87"/>
              <a:gd name="T23" fmla="*/ 56 h 100"/>
              <a:gd name="T24" fmla="*/ 73 w 87"/>
              <a:gd name="T25" fmla="*/ 87 h 100"/>
              <a:gd name="T26" fmla="*/ 38 w 87"/>
              <a:gd name="T27" fmla="*/ 100 h 100"/>
            </a:gdLst>
            <a:rect l="0" t="0" r="r" b="b"/>
            <a:pathLst>
              <a:path w="87" h="100">
                <a:moveTo>
                  <a:pt x="38" y="100"/>
                </a:moveTo>
                <a:cubicBezTo>
                  <a:pt x="34" y="99"/>
                  <a:pt x="31" y="99"/>
                  <a:pt x="27" y="98"/>
                </a:cubicBezTo>
                <a:cubicBezTo>
                  <a:pt x="24" y="97"/>
                  <a:pt x="22" y="94"/>
                  <a:pt x="22" y="91"/>
                </a:cubicBezTo>
                <a:cubicBezTo>
                  <a:pt x="23" y="81"/>
                  <a:pt x="20" y="73"/>
                  <a:pt x="17" y="65"/>
                </a:cubicBezTo>
                <a:cubicBezTo>
                  <a:pt x="11" y="49"/>
                  <a:pt x="4" y="33"/>
                  <a:pt x="1" y="16"/>
                </a:cubicBezTo>
                <a:cubicBezTo>
                  <a:pt x="0" y="12"/>
                  <a:pt x="0" y="8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7" y="0"/>
                  <a:pt x="10" y="0"/>
                  <a:pt x="12" y="0"/>
                </a:cubicBezTo>
                <a:cubicBezTo>
                  <a:pt x="15" y="1"/>
                  <a:pt x="18" y="2"/>
                  <a:pt x="20" y="4"/>
                </a:cubicBezTo>
                <a:cubicBezTo>
                  <a:pt x="24" y="7"/>
                  <a:pt x="28" y="9"/>
                  <a:pt x="31" y="12"/>
                </a:cubicBezTo>
                <a:cubicBezTo>
                  <a:pt x="42" y="22"/>
                  <a:pt x="54" y="31"/>
                  <a:pt x="65" y="41"/>
                </a:cubicBezTo>
                <a:cubicBezTo>
                  <a:pt x="70" y="45"/>
                  <a:pt x="74" y="51"/>
                  <a:pt x="78" y="56"/>
                </a:cubicBezTo>
                <a:cubicBezTo>
                  <a:pt x="87" y="69"/>
                  <a:pt x="85" y="78"/>
                  <a:pt x="73" y="87"/>
                </a:cubicBezTo>
                <a:cubicBezTo>
                  <a:pt x="64" y="95"/>
                  <a:pt x="50" y="100"/>
                  <a:pt x="38" y="1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9" name="Freeform 36">
            <a:extLst xmlns:a="http://schemas.openxmlformats.org/drawingml/2006/main">
              <a:ext uri="{FF2B5EF4-FFF2-40B4-BE49-F238E27FC236}">
                <a16:creationId xmlns:a16="http://schemas.microsoft.com/office/drawing/2014/main" id="{F27781ED-4FF7-49EF-A421-248E8B612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3006" y="481619"/>
            <a:ext cx="22809" cy="43908"/>
          </a:xfrm>
          <a:custGeom xmlns:a="http://schemas.openxmlformats.org/drawingml/2006/main">
            <a:gdLst>
              <a:gd name="T0" fmla="*/ 6 w 44"/>
              <a:gd name="T1" fmla="*/ 57 h 87"/>
              <a:gd name="T2" fmla="*/ 2 w 44"/>
              <a:gd name="T3" fmla="*/ 8 h 87"/>
              <a:gd name="T4" fmla="*/ 3 w 44"/>
              <a:gd name="T5" fmla="*/ 2 h 87"/>
              <a:gd name="T6" fmla="*/ 10 w 44"/>
              <a:gd name="T7" fmla="*/ 2 h 87"/>
              <a:gd name="T8" fmla="*/ 15 w 44"/>
              <a:gd name="T9" fmla="*/ 6 h 87"/>
              <a:gd name="T10" fmla="*/ 29 w 44"/>
              <a:gd name="T11" fmla="*/ 22 h 87"/>
              <a:gd name="T12" fmla="*/ 39 w 44"/>
              <a:gd name="T13" fmla="*/ 36 h 87"/>
              <a:gd name="T14" fmla="*/ 43 w 44"/>
              <a:gd name="T15" fmla="*/ 52 h 87"/>
              <a:gd name="T16" fmla="*/ 38 w 44"/>
              <a:gd name="T17" fmla="*/ 74 h 87"/>
              <a:gd name="T18" fmla="*/ 16 w 44"/>
              <a:gd name="T19" fmla="*/ 87 h 87"/>
              <a:gd name="T20" fmla="*/ 8 w 44"/>
              <a:gd name="T21" fmla="*/ 81 h 87"/>
              <a:gd name="T22" fmla="*/ 6 w 44"/>
              <a:gd name="T23" fmla="*/ 65 h 87"/>
              <a:gd name="T24" fmla="*/ 6 w 44"/>
              <a:gd name="T25" fmla="*/ 57 h 87"/>
            </a:gdLst>
            <a:rect l="0" t="0" r="r" b="b"/>
            <a:pathLst>
              <a:path w="44" h="87">
                <a:moveTo>
                  <a:pt x="6" y="57"/>
                </a:moveTo>
                <a:cubicBezTo>
                  <a:pt x="7" y="39"/>
                  <a:pt x="5" y="23"/>
                  <a:pt x="2" y="8"/>
                </a:cubicBezTo>
                <a:cubicBezTo>
                  <a:pt x="1" y="6"/>
                  <a:pt x="0" y="3"/>
                  <a:pt x="3" y="2"/>
                </a:cubicBezTo>
                <a:cubicBezTo>
                  <a:pt x="5" y="0"/>
                  <a:pt x="7" y="0"/>
                  <a:pt x="10" y="2"/>
                </a:cubicBezTo>
                <a:cubicBezTo>
                  <a:pt x="12" y="3"/>
                  <a:pt x="14" y="4"/>
                  <a:pt x="15" y="6"/>
                </a:cubicBezTo>
                <a:cubicBezTo>
                  <a:pt x="20" y="11"/>
                  <a:pt x="25" y="17"/>
                  <a:pt x="29" y="22"/>
                </a:cubicBezTo>
                <a:cubicBezTo>
                  <a:pt x="33" y="27"/>
                  <a:pt x="36" y="32"/>
                  <a:pt x="39" y="36"/>
                </a:cubicBezTo>
                <a:cubicBezTo>
                  <a:pt x="42" y="41"/>
                  <a:pt x="44" y="46"/>
                  <a:pt x="43" y="52"/>
                </a:cubicBezTo>
                <a:cubicBezTo>
                  <a:pt x="42" y="59"/>
                  <a:pt x="41" y="67"/>
                  <a:pt x="38" y="74"/>
                </a:cubicBezTo>
                <a:cubicBezTo>
                  <a:pt x="33" y="83"/>
                  <a:pt x="27" y="87"/>
                  <a:pt x="16" y="87"/>
                </a:cubicBezTo>
                <a:cubicBezTo>
                  <a:pt x="12" y="87"/>
                  <a:pt x="10" y="85"/>
                  <a:pt x="8" y="81"/>
                </a:cubicBezTo>
                <a:cubicBezTo>
                  <a:pt x="6" y="76"/>
                  <a:pt x="6" y="71"/>
                  <a:pt x="6" y="65"/>
                </a:cubicBezTo>
                <a:cubicBezTo>
                  <a:pt x="6" y="62"/>
                  <a:pt x="6" y="59"/>
                  <a:pt x="6" y="5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5" name="Freeform 8">
            <a:extLst xmlns:a="http://schemas.openxmlformats.org/drawingml/2006/main">
              <a:ext uri="{FF2B5EF4-FFF2-40B4-BE49-F238E27FC236}">
                <a16:creationId xmlns:a16="http://schemas.microsoft.com/office/drawing/2014/main" id="{4036360A-A528-4E98-AEA3-EB4A95D41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7780" y="329883"/>
            <a:ext cx="445930" cy="444892"/>
          </a:xfrm>
          <a:custGeom xmlns:a="http://schemas.openxmlformats.org/drawingml/2006/main"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Freeform 42">
            <a:extLst xmlns:a="http://schemas.openxmlformats.org/drawingml/2006/main">
              <a:ext uri="{FF2B5EF4-FFF2-40B4-BE49-F238E27FC236}">
                <a16:creationId xmlns:a16="http://schemas.microsoft.com/office/drawing/2014/main" id="{0C0B7D87-DF0E-488C-9C8E-C5C78B56C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5990" y="387574"/>
            <a:ext cx="328990" cy="328471"/>
          </a:xfrm>
          <a:custGeom xmlns:a="http://schemas.openxmlformats.org/drawingml/2006/main"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7" name="Freeform 43">
            <a:extLst xmlns:a="http://schemas.openxmlformats.org/drawingml/2006/main">
              <a:ext uri="{FF2B5EF4-FFF2-40B4-BE49-F238E27FC236}">
                <a16:creationId xmlns:a16="http://schemas.microsoft.com/office/drawing/2014/main" id="{5933B6E0-9671-436F-A9D7-C9FE62D11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836" y="420317"/>
            <a:ext cx="36381" cy="43657"/>
          </a:xfrm>
          <a:custGeom xmlns:a="http://schemas.openxmlformats.org/drawingml/2006/main"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8" name="Freeform 44">
            <a:extLst xmlns:a="http://schemas.openxmlformats.org/drawingml/2006/main">
              <a:ext uri="{FF2B5EF4-FFF2-40B4-BE49-F238E27FC236}">
                <a16:creationId xmlns:a16="http://schemas.microsoft.com/office/drawing/2014/main" id="{B5055A50-B2E4-4DE7-ADD2-39C0A6885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451" y="502955"/>
            <a:ext cx="34822" cy="37420"/>
          </a:xfrm>
          <a:custGeom xmlns:a="http://schemas.openxmlformats.org/drawingml/2006/main"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9" name="Freeform 45">
            <a:extLst xmlns:a="http://schemas.openxmlformats.org/drawingml/2006/main">
              <a:ext uri="{FF2B5EF4-FFF2-40B4-BE49-F238E27FC236}">
                <a16:creationId xmlns:a16="http://schemas.microsoft.com/office/drawing/2014/main" id="{E99800F1-92A6-4EFB-A3DF-69DFE0ED5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0534" y="383416"/>
            <a:ext cx="37940" cy="40539"/>
          </a:xfrm>
          <a:custGeom xmlns:a="http://schemas.openxmlformats.org/drawingml/2006/main"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0" name="Freeform 46">
            <a:extLst xmlns:a="http://schemas.openxmlformats.org/drawingml/2006/main">
              <a:ext uri="{FF2B5EF4-FFF2-40B4-BE49-F238E27FC236}">
                <a16:creationId xmlns:a16="http://schemas.microsoft.com/office/drawing/2014/main" id="{3BEA5235-3180-4E65-95FD-E30E45F36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451" y="561165"/>
            <a:ext cx="32743" cy="31184"/>
          </a:xfrm>
          <a:custGeom xmlns:a="http://schemas.openxmlformats.org/drawingml/2006/main"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1" name="Freeform 47">
            <a:extLst xmlns:a="http://schemas.openxmlformats.org/drawingml/2006/main">
              <a:ext uri="{FF2B5EF4-FFF2-40B4-BE49-F238E27FC236}">
                <a16:creationId xmlns:a16="http://schemas.microsoft.com/office/drawing/2014/main" id="{A36EBBE9-2E5A-4CAC-92F6-DDC773472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2285" y="723322"/>
            <a:ext cx="22868" cy="32743"/>
          </a:xfrm>
          <a:custGeom xmlns:a="http://schemas.openxmlformats.org/drawingml/2006/main"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2" name="Freeform 48">
            <a:extLst xmlns:a="http://schemas.openxmlformats.org/drawingml/2006/main">
              <a:ext uri="{FF2B5EF4-FFF2-40B4-BE49-F238E27FC236}">
                <a16:creationId xmlns:a16="http://schemas.microsoft.com/office/drawing/2014/main" id="{60526B75-2063-4FB3-9AD1-847B250FD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8444" y="613138"/>
            <a:ext cx="33782" cy="29105"/>
          </a:xfrm>
          <a:custGeom xmlns:a="http://schemas.openxmlformats.org/drawingml/2006/main"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3" name="Freeform 49">
            <a:extLst xmlns:a="http://schemas.openxmlformats.org/drawingml/2006/main">
              <a:ext uri="{FF2B5EF4-FFF2-40B4-BE49-F238E27FC236}">
                <a16:creationId xmlns:a16="http://schemas.microsoft.com/office/drawing/2014/main" id="{1B78154D-6EFD-4A33-9649-99C4914FA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8194" y="415639"/>
            <a:ext cx="40019" cy="43657"/>
          </a:xfrm>
          <a:custGeom xmlns:a="http://schemas.openxmlformats.org/drawingml/2006/main"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4" name="Freeform 50">
            <a:extLst xmlns:a="http://schemas.openxmlformats.org/drawingml/2006/main">
              <a:ext uri="{FF2B5EF4-FFF2-40B4-BE49-F238E27FC236}">
                <a16:creationId xmlns:a16="http://schemas.microsoft.com/office/drawing/2014/main" id="{72ED2B55-3B69-40CE-A29E-5AF2602D9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3113" y="709289"/>
            <a:ext cx="28065" cy="32223"/>
          </a:xfrm>
          <a:custGeom xmlns:a="http://schemas.openxmlformats.org/drawingml/2006/main"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5" name="Freeform 51">
            <a:extLst xmlns:a="http://schemas.openxmlformats.org/drawingml/2006/main">
              <a:ext uri="{FF2B5EF4-FFF2-40B4-BE49-F238E27FC236}">
                <a16:creationId xmlns:a16="http://schemas.microsoft.com/office/drawing/2014/main" id="{3AE192B1-707D-4B4C-806E-600F359E2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6135" y="379258"/>
            <a:ext cx="37940" cy="36901"/>
          </a:xfrm>
          <a:custGeom xmlns:a="http://schemas.openxmlformats.org/drawingml/2006/main"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6" name="Freeform 52">
            <a:extLst xmlns:a="http://schemas.openxmlformats.org/drawingml/2006/main">
              <a:ext uri="{FF2B5EF4-FFF2-40B4-BE49-F238E27FC236}">
                <a16:creationId xmlns:a16="http://schemas.microsoft.com/office/drawing/2014/main" id="{38E8E7D8-6964-4EE3-A29F-F7A5C3E15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8397" y="345475"/>
            <a:ext cx="30144" cy="32743"/>
          </a:xfrm>
          <a:custGeom xmlns:a="http://schemas.openxmlformats.org/drawingml/2006/main"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7" name="Freeform 53">
            <a:extLst xmlns:a="http://schemas.openxmlformats.org/drawingml/2006/main">
              <a:ext uri="{FF2B5EF4-FFF2-40B4-BE49-F238E27FC236}">
                <a16:creationId xmlns:a16="http://schemas.microsoft.com/office/drawing/2014/main" id="{68C3659A-18A6-456A-A0A2-DF9A6198D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5298" y="723322"/>
            <a:ext cx="23387" cy="33262"/>
          </a:xfrm>
          <a:custGeom xmlns:a="http://schemas.openxmlformats.org/drawingml/2006/main"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8" name="Freeform 54">
            <a:extLst xmlns:a="http://schemas.openxmlformats.org/drawingml/2006/main">
              <a:ext uri="{FF2B5EF4-FFF2-40B4-BE49-F238E27FC236}">
                <a16:creationId xmlns:a16="http://schemas.microsoft.com/office/drawing/2014/main" id="{802B0BA6-EA79-4D2C-A10E-4F02DB5BC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5" y="351712"/>
            <a:ext cx="31183" cy="35341"/>
          </a:xfrm>
          <a:custGeom xmlns:a="http://schemas.openxmlformats.org/drawingml/2006/main"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9" name="Freeform 55">
            <a:extLst xmlns:a="http://schemas.openxmlformats.org/drawingml/2006/main">
              <a:ext uri="{FF2B5EF4-FFF2-40B4-BE49-F238E27FC236}">
                <a16:creationId xmlns:a16="http://schemas.microsoft.com/office/drawing/2014/main" id="{43299C49-1926-4F87-AE28-AC7FED8E3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303" y="471251"/>
            <a:ext cx="36381" cy="29105"/>
          </a:xfrm>
          <a:custGeom xmlns:a="http://schemas.openxmlformats.org/drawingml/2006/main"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0" name="Freeform 56">
            <a:extLst xmlns:a="http://schemas.openxmlformats.org/drawingml/2006/main">
              <a:ext uri="{FF2B5EF4-FFF2-40B4-BE49-F238E27FC236}">
                <a16:creationId xmlns:a16="http://schemas.microsoft.com/office/drawing/2014/main" id="{E20A5B8D-BB9C-454C-98E4-AEEEA0738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823" y="607941"/>
            <a:ext cx="35861" cy="33262"/>
          </a:xfrm>
          <a:custGeom xmlns:a="http://schemas.openxmlformats.org/drawingml/2006/main"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1" name="Freeform 57">
            <a:extLst xmlns:a="http://schemas.openxmlformats.org/drawingml/2006/main">
              <a:ext uri="{FF2B5EF4-FFF2-40B4-BE49-F238E27FC236}">
                <a16:creationId xmlns:a16="http://schemas.microsoft.com/office/drawing/2014/main" id="{B31CC1BE-8916-46F8-83D0-FFB52CE2C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816" y="556487"/>
            <a:ext cx="31703" cy="28065"/>
          </a:xfrm>
          <a:custGeom xmlns:a="http://schemas.openxmlformats.org/drawingml/2006/main"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2" name="Freeform 58">
            <a:extLst xmlns:a="http://schemas.openxmlformats.org/drawingml/2006/main">
              <a:ext uri="{FF2B5EF4-FFF2-40B4-BE49-F238E27FC236}">
                <a16:creationId xmlns:a16="http://schemas.microsoft.com/office/drawing/2014/main" id="{A66DD320-2A77-412D-8A77-30FF9F17F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8830" y="357949"/>
            <a:ext cx="28585" cy="35861"/>
          </a:xfrm>
          <a:custGeom xmlns:a="http://schemas.openxmlformats.org/drawingml/2006/main"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3" name="Freeform 59">
            <a:extLst xmlns:a="http://schemas.openxmlformats.org/drawingml/2006/main">
              <a:ext uri="{FF2B5EF4-FFF2-40B4-BE49-F238E27FC236}">
                <a16:creationId xmlns:a16="http://schemas.microsoft.com/office/drawing/2014/main" id="{35F8CB41-4B64-452A-89A7-3C144B7E6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9484" y="461896"/>
            <a:ext cx="32743" cy="28585"/>
          </a:xfrm>
          <a:custGeom xmlns:a="http://schemas.openxmlformats.org/drawingml/2006/main"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4" name="Freeform 60">
            <a:extLst xmlns:a="http://schemas.openxmlformats.org/drawingml/2006/main">
              <a:ext uri="{FF2B5EF4-FFF2-40B4-BE49-F238E27FC236}">
                <a16:creationId xmlns:a16="http://schemas.microsoft.com/office/drawing/2014/main" id="{2BE020CF-E0BF-425B-B638-9A6F990FC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297" y="515428"/>
            <a:ext cx="31703" cy="20789"/>
          </a:xfrm>
          <a:custGeom xmlns:a="http://schemas.openxmlformats.org/drawingml/2006/main"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5" name="Freeform 61">
            <a:extLst xmlns:a="http://schemas.openxmlformats.org/drawingml/2006/main">
              <a:ext uri="{FF2B5EF4-FFF2-40B4-BE49-F238E27FC236}">
                <a16:creationId xmlns:a16="http://schemas.microsoft.com/office/drawing/2014/main" id="{2C20FEAE-9D05-4A62-9F72-E1F827BF0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6212" y="349113"/>
            <a:ext cx="19230" cy="32223"/>
          </a:xfrm>
          <a:custGeom xmlns:a="http://schemas.openxmlformats.org/drawingml/2006/main"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6" name="Freeform 62">
            <a:extLst xmlns:a="http://schemas.openxmlformats.org/drawingml/2006/main">
              <a:ext uri="{FF2B5EF4-FFF2-40B4-BE49-F238E27FC236}">
                <a16:creationId xmlns:a16="http://schemas.microsoft.com/office/drawing/2014/main" id="{ECEE5342-C064-4CD0-A74E-8B8CCCB21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8753" y="711368"/>
            <a:ext cx="23907" cy="31184"/>
          </a:xfrm>
          <a:custGeom xmlns:a="http://schemas.openxmlformats.org/drawingml/2006/main"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7" name="Freeform 71">
            <a:extLst xmlns:a="http://schemas.openxmlformats.org/drawingml/2006/main">
              <a:ext uri="{FF2B5EF4-FFF2-40B4-BE49-F238E27FC236}">
                <a16:creationId xmlns:a16="http://schemas.microsoft.com/office/drawing/2014/main" id="{BBF71F49-3CCD-46E0-AA28-DC9A207D8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0023" y="401606"/>
            <a:ext cx="301445" cy="300925"/>
          </a:xfrm>
          <a:custGeom xmlns:a="http://schemas.openxmlformats.org/drawingml/2006/main"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6" name="标题 1">
            <a:extLst xmlns:a="http://schemas.openxmlformats.org/drawingml/2006/main">
              <a:ext uri="{FF2B5EF4-FFF2-40B4-BE49-F238E27FC236}">
                <a16:creationId xmlns:a16="http://schemas.microsoft.com/office/drawing/2014/main" id="{5A5907EA-9E40-44BE-A870-5DA98C3FA06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42913" y="243569"/>
            <a:ext cx="9056851" cy="61751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400" b="1" kern="1200" baseline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/>
        </p:txBody>
      </p:sp>
      <p:sp>
        <p:nvSpPr>
          <p:cNvPr id="178" name="直接连接符 177">
            <a:extLst xmlns:a="http://schemas.openxmlformats.org/drawingml/2006/main">
              <a:ext uri="{FF2B5EF4-FFF2-40B4-BE49-F238E27FC236}">
                <a16:creationId xmlns:a16="http://schemas.microsoft.com/office/drawing/2014/main" id="{03E1E66A-787B-40E7-8E82-F7EB6AA3D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06" y="867990"/>
            <a:ext cx="2433027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6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79" name="直接连接符 178">
            <a:extLst xmlns:a="http://schemas.openxmlformats.org/drawingml/2006/main">
              <a:ext uri="{FF2B5EF4-FFF2-40B4-BE49-F238E27FC236}">
                <a16:creationId xmlns:a16="http://schemas.microsoft.com/office/drawing/2014/main" id="{7ACA9CC1-4694-46CE-8969-DA6A138E3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06" y="867990"/>
            <a:ext cx="589713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1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E306BAB7-9611-425F-A64C-F826B23BAEA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9005791" y="6394353"/>
            <a:ext cx="2743200" cy="2921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3" name="文本框 62">
            <a:extLst xmlns:a="http://schemas.openxmlformats.org/drawingml/2006/main">
              <a:ext uri="{FF2B5EF4-FFF2-40B4-BE49-F238E27FC236}">
                <a16:creationId xmlns:a16="http://schemas.microsoft.com/office/drawing/2014/main" id="{E7C9BF6E-DC52-478B-854D-743EB15F0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3" y="6394353"/>
            <a:ext cx="1545907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" name="图片占位符 1">
            <a:extLst xmlns:a="http://schemas.openxmlformats.org/drawingml/2006/main">
              <a:ext uri="{FF2B5EF4-FFF2-40B4-BE49-F238E27FC236}">
                <a16:creationId xmlns:a16="http://schemas.microsoft.com/office/drawing/2014/main" id="{EFF82397-BDC3-46BA-894A-A4BCD8737113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054101" y="1916642"/>
            <a:ext cx="4542217" cy="356806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  <a:effectLst xmlns:a="http://schemas.openxmlformats.org/drawingml/2006/main">
            <a:outerShdw blurRad="190500" algn="tl" rotWithShape="0">
              <a:srgbClr val="000000">
                <a:alpha val="70000"/>
              </a:srgbClr>
            </a:outerShdw>
          </a:effectLst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228600" indent="-228600" algn="ctr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ea"/>
                <a:ea typeface="+mn-ea"/>
                <a:cs typeface="+mn-ea"/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37.xml><?xml version="1.0" encoding="utf-8"?>
<p:sldLayout xmlns:p="http://schemas.openxmlformats.org/presentationml/2006/main" preserve="1" userDrawn="1">
  <p:cSld name="图片占位5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0" name="Freeform 17">
            <a:extLst xmlns:a="http://schemas.openxmlformats.org/drawingml/2006/main">
              <a:ext uri="{FF2B5EF4-FFF2-40B4-BE49-F238E27FC236}">
                <a16:creationId xmlns:a16="http://schemas.microsoft.com/office/drawing/2014/main" id="{D1258CDF-3785-4A19-B411-EFB2492C4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8081" y="688617"/>
            <a:ext cx="64437" cy="68999"/>
          </a:xfrm>
          <a:custGeom xmlns:a="http://schemas.openxmlformats.org/drawingml/2006/main">
            <a:gdLst>
              <a:gd name="T0" fmla="*/ 34 w 127"/>
              <a:gd name="T1" fmla="*/ 71 h 136"/>
              <a:gd name="T2" fmla="*/ 34 w 127"/>
              <a:gd name="T3" fmla="*/ 81 h 136"/>
              <a:gd name="T4" fmla="*/ 34 w 127"/>
              <a:gd name="T5" fmla="*/ 114 h 136"/>
              <a:gd name="T6" fmla="*/ 35 w 127"/>
              <a:gd name="T7" fmla="*/ 122 h 136"/>
              <a:gd name="T8" fmla="*/ 40 w 127"/>
              <a:gd name="T9" fmla="*/ 127 h 136"/>
              <a:gd name="T10" fmla="*/ 49 w 127"/>
              <a:gd name="T11" fmla="*/ 128 h 136"/>
              <a:gd name="T12" fmla="*/ 49 w 127"/>
              <a:gd name="T13" fmla="*/ 135 h 136"/>
              <a:gd name="T14" fmla="*/ 1 w 127"/>
              <a:gd name="T15" fmla="*/ 135 h 136"/>
              <a:gd name="T16" fmla="*/ 0 w 127"/>
              <a:gd name="T17" fmla="*/ 132 h 136"/>
              <a:gd name="T18" fmla="*/ 0 w 127"/>
              <a:gd name="T19" fmla="*/ 128 h 136"/>
              <a:gd name="T20" fmla="*/ 9 w 127"/>
              <a:gd name="T21" fmla="*/ 127 h 136"/>
              <a:gd name="T22" fmla="*/ 16 w 127"/>
              <a:gd name="T23" fmla="*/ 120 h 136"/>
              <a:gd name="T24" fmla="*/ 17 w 127"/>
              <a:gd name="T25" fmla="*/ 111 h 136"/>
              <a:gd name="T26" fmla="*/ 17 w 127"/>
              <a:gd name="T27" fmla="*/ 22 h 136"/>
              <a:gd name="T28" fmla="*/ 16 w 127"/>
              <a:gd name="T29" fmla="*/ 15 h 136"/>
              <a:gd name="T30" fmla="*/ 9 w 127"/>
              <a:gd name="T31" fmla="*/ 9 h 136"/>
              <a:gd name="T32" fmla="*/ 0 w 127"/>
              <a:gd name="T33" fmla="*/ 8 h 136"/>
              <a:gd name="T34" fmla="*/ 0 w 127"/>
              <a:gd name="T35" fmla="*/ 1 h 136"/>
              <a:gd name="T36" fmla="*/ 4 w 127"/>
              <a:gd name="T37" fmla="*/ 0 h 136"/>
              <a:gd name="T38" fmla="*/ 71 w 127"/>
              <a:gd name="T39" fmla="*/ 0 h 136"/>
              <a:gd name="T40" fmla="*/ 94 w 127"/>
              <a:gd name="T41" fmla="*/ 4 h 136"/>
              <a:gd name="T42" fmla="*/ 116 w 127"/>
              <a:gd name="T43" fmla="*/ 32 h 136"/>
              <a:gd name="T44" fmla="*/ 97 w 127"/>
              <a:gd name="T45" fmla="*/ 66 h 136"/>
              <a:gd name="T46" fmla="*/ 80 w 127"/>
              <a:gd name="T47" fmla="*/ 70 h 136"/>
              <a:gd name="T48" fmla="*/ 71 w 127"/>
              <a:gd name="T49" fmla="*/ 71 h 136"/>
              <a:gd name="T50" fmla="*/ 73 w 127"/>
              <a:gd name="T51" fmla="*/ 75 h 136"/>
              <a:gd name="T52" fmla="*/ 104 w 127"/>
              <a:gd name="T53" fmla="*/ 114 h 136"/>
              <a:gd name="T54" fmla="*/ 105 w 127"/>
              <a:gd name="T55" fmla="*/ 116 h 136"/>
              <a:gd name="T56" fmla="*/ 127 w 127"/>
              <a:gd name="T57" fmla="*/ 128 h 136"/>
              <a:gd name="T58" fmla="*/ 127 w 127"/>
              <a:gd name="T59" fmla="*/ 135 h 136"/>
              <a:gd name="T60" fmla="*/ 116 w 127"/>
              <a:gd name="T61" fmla="*/ 135 h 136"/>
              <a:gd name="T62" fmla="*/ 102 w 127"/>
              <a:gd name="T63" fmla="*/ 136 h 136"/>
              <a:gd name="T64" fmla="*/ 96 w 127"/>
              <a:gd name="T65" fmla="*/ 132 h 136"/>
              <a:gd name="T66" fmla="*/ 59 w 127"/>
              <a:gd name="T67" fmla="*/ 82 h 136"/>
              <a:gd name="T68" fmla="*/ 52 w 127"/>
              <a:gd name="T69" fmla="*/ 73 h 136"/>
              <a:gd name="T70" fmla="*/ 49 w 127"/>
              <a:gd name="T71" fmla="*/ 71 h 136"/>
              <a:gd name="T72" fmla="*/ 34 w 127"/>
              <a:gd name="T73" fmla="*/ 71 h 136"/>
              <a:gd name="T74" fmla="*/ 34 w 127"/>
              <a:gd name="T75" fmla="*/ 61 h 136"/>
              <a:gd name="T76" fmla="*/ 36 w 127"/>
              <a:gd name="T77" fmla="*/ 62 h 136"/>
              <a:gd name="T78" fmla="*/ 66 w 127"/>
              <a:gd name="T79" fmla="*/ 62 h 136"/>
              <a:gd name="T80" fmla="*/ 82 w 127"/>
              <a:gd name="T81" fmla="*/ 59 h 136"/>
              <a:gd name="T82" fmla="*/ 96 w 127"/>
              <a:gd name="T83" fmla="*/ 44 h 136"/>
              <a:gd name="T84" fmla="*/ 96 w 127"/>
              <a:gd name="T85" fmla="*/ 29 h 136"/>
              <a:gd name="T86" fmla="*/ 81 w 127"/>
              <a:gd name="T87" fmla="*/ 12 h 136"/>
              <a:gd name="T88" fmla="*/ 70 w 127"/>
              <a:gd name="T89" fmla="*/ 11 h 136"/>
              <a:gd name="T90" fmla="*/ 37 w 127"/>
              <a:gd name="T91" fmla="*/ 11 h 136"/>
              <a:gd name="T92" fmla="*/ 34 w 127"/>
              <a:gd name="T93" fmla="*/ 11 h 136"/>
              <a:gd name="T94" fmla="*/ 34 w 127"/>
              <a:gd name="T95" fmla="*/ 61 h 136"/>
            </a:gdLst>
            <a:rect l="0" t="0" r="r" b="b"/>
            <a:pathLst>
              <a:path w="127" h="136">
                <a:moveTo>
                  <a:pt x="34" y="71"/>
                </a:moveTo>
                <a:cubicBezTo>
                  <a:pt x="34" y="75"/>
                  <a:pt x="34" y="78"/>
                  <a:pt x="34" y="81"/>
                </a:cubicBezTo>
                <a:cubicBezTo>
                  <a:pt x="34" y="92"/>
                  <a:pt x="34" y="103"/>
                  <a:pt x="34" y="114"/>
                </a:cubicBezTo>
                <a:cubicBezTo>
                  <a:pt x="34" y="117"/>
                  <a:pt x="34" y="119"/>
                  <a:pt x="35" y="122"/>
                </a:cubicBezTo>
                <a:cubicBezTo>
                  <a:pt x="35" y="125"/>
                  <a:pt x="37" y="127"/>
                  <a:pt x="40" y="127"/>
                </a:cubicBezTo>
                <a:cubicBezTo>
                  <a:pt x="43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1" y="135"/>
                </a:cubicBezTo>
                <a:cubicBezTo>
                  <a:pt x="0" y="134"/>
                  <a:pt x="0" y="133"/>
                  <a:pt x="0" y="132"/>
                </a:cubicBezTo>
                <a:cubicBezTo>
                  <a:pt x="0" y="131"/>
                  <a:pt x="0" y="130"/>
                  <a:pt x="0" y="128"/>
                </a:cubicBezTo>
                <a:cubicBezTo>
                  <a:pt x="3" y="128"/>
                  <a:pt x="6" y="128"/>
                  <a:pt x="9" y="127"/>
                </a:cubicBezTo>
                <a:cubicBezTo>
                  <a:pt x="14" y="126"/>
                  <a:pt x="15" y="125"/>
                  <a:pt x="16" y="120"/>
                </a:cubicBezTo>
                <a:cubicBezTo>
                  <a:pt x="16" y="117"/>
                  <a:pt x="17" y="114"/>
                  <a:pt x="17" y="111"/>
                </a:cubicBezTo>
                <a:cubicBezTo>
                  <a:pt x="17" y="81"/>
                  <a:pt x="17" y="52"/>
                  <a:pt x="17" y="22"/>
                </a:cubicBezTo>
                <a:cubicBezTo>
                  <a:pt x="17" y="20"/>
                  <a:pt x="16" y="17"/>
                  <a:pt x="16" y="15"/>
                </a:cubicBezTo>
                <a:cubicBezTo>
                  <a:pt x="15" y="11"/>
                  <a:pt x="13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2" y="1"/>
                  <a:pt x="3" y="0"/>
                  <a:pt x="4" y="0"/>
                </a:cubicBezTo>
                <a:cubicBezTo>
                  <a:pt x="26" y="0"/>
                  <a:pt x="49" y="0"/>
                  <a:pt x="71" y="0"/>
                </a:cubicBezTo>
                <a:cubicBezTo>
                  <a:pt x="79" y="0"/>
                  <a:pt x="86" y="1"/>
                  <a:pt x="94" y="4"/>
                </a:cubicBezTo>
                <a:cubicBezTo>
                  <a:pt x="108" y="9"/>
                  <a:pt x="115" y="18"/>
                  <a:pt x="116" y="32"/>
                </a:cubicBezTo>
                <a:cubicBezTo>
                  <a:pt x="117" y="48"/>
                  <a:pt x="110" y="60"/>
                  <a:pt x="97" y="66"/>
                </a:cubicBezTo>
                <a:cubicBezTo>
                  <a:pt x="91" y="68"/>
                  <a:pt x="86" y="70"/>
                  <a:pt x="80" y="70"/>
                </a:cubicBezTo>
                <a:cubicBezTo>
                  <a:pt x="77" y="70"/>
                  <a:pt x="74" y="71"/>
                  <a:pt x="71" y="71"/>
                </a:cubicBezTo>
                <a:cubicBezTo>
                  <a:pt x="72" y="73"/>
                  <a:pt x="73" y="74"/>
                  <a:pt x="73" y="75"/>
                </a:cubicBezTo>
                <a:cubicBezTo>
                  <a:pt x="84" y="88"/>
                  <a:pt x="94" y="101"/>
                  <a:pt x="104" y="114"/>
                </a:cubicBezTo>
                <a:cubicBezTo>
                  <a:pt x="105" y="115"/>
                  <a:pt x="105" y="115"/>
                  <a:pt x="105" y="116"/>
                </a:cubicBezTo>
                <a:cubicBezTo>
                  <a:pt x="111" y="122"/>
                  <a:pt x="117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24" y="135"/>
                  <a:pt x="120" y="135"/>
                  <a:pt x="116" y="135"/>
                </a:cubicBezTo>
                <a:cubicBezTo>
                  <a:pt x="111" y="135"/>
                  <a:pt x="107" y="135"/>
                  <a:pt x="102" y="136"/>
                </a:cubicBezTo>
                <a:cubicBezTo>
                  <a:pt x="99" y="136"/>
                  <a:pt x="97" y="134"/>
                  <a:pt x="96" y="132"/>
                </a:cubicBezTo>
                <a:cubicBezTo>
                  <a:pt x="83" y="115"/>
                  <a:pt x="71" y="99"/>
                  <a:pt x="59" y="82"/>
                </a:cubicBezTo>
                <a:cubicBezTo>
                  <a:pt x="57" y="79"/>
                  <a:pt x="54" y="76"/>
                  <a:pt x="52" y="73"/>
                </a:cubicBezTo>
                <a:cubicBezTo>
                  <a:pt x="51" y="72"/>
                  <a:pt x="50" y="71"/>
                  <a:pt x="49" y="71"/>
                </a:cubicBezTo>
                <a:cubicBezTo>
                  <a:pt x="44" y="71"/>
                  <a:pt x="39" y="71"/>
                  <a:pt x="34" y="71"/>
                </a:cubicBezTo>
                <a:close/>
                <a:moveTo>
                  <a:pt x="34" y="61"/>
                </a:moveTo>
                <a:cubicBezTo>
                  <a:pt x="35" y="62"/>
                  <a:pt x="36" y="62"/>
                  <a:pt x="36" y="62"/>
                </a:cubicBezTo>
                <a:cubicBezTo>
                  <a:pt x="46" y="62"/>
                  <a:pt x="56" y="62"/>
                  <a:pt x="66" y="62"/>
                </a:cubicBezTo>
                <a:cubicBezTo>
                  <a:pt x="72" y="61"/>
                  <a:pt x="77" y="60"/>
                  <a:pt x="82" y="59"/>
                </a:cubicBezTo>
                <a:cubicBezTo>
                  <a:pt x="90" y="56"/>
                  <a:pt x="94" y="51"/>
                  <a:pt x="96" y="44"/>
                </a:cubicBezTo>
                <a:cubicBezTo>
                  <a:pt x="96" y="39"/>
                  <a:pt x="97" y="34"/>
                  <a:pt x="96" y="29"/>
                </a:cubicBezTo>
                <a:cubicBezTo>
                  <a:pt x="95" y="20"/>
                  <a:pt x="90" y="15"/>
                  <a:pt x="81" y="12"/>
                </a:cubicBezTo>
                <a:cubicBezTo>
                  <a:pt x="77" y="11"/>
                  <a:pt x="74" y="11"/>
                  <a:pt x="70" y="11"/>
                </a:cubicBezTo>
                <a:cubicBezTo>
                  <a:pt x="59" y="10"/>
                  <a:pt x="48" y="11"/>
                  <a:pt x="37" y="11"/>
                </a:cubicBezTo>
                <a:cubicBezTo>
                  <a:pt x="36" y="11"/>
                  <a:pt x="35" y="11"/>
                  <a:pt x="34" y="11"/>
                </a:cubicBezTo>
                <a:cubicBezTo>
                  <a:pt x="34" y="28"/>
                  <a:pt x="34" y="44"/>
                  <a:pt x="34" y="61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1" name="Freeform 18">
            <a:extLst xmlns:a="http://schemas.openxmlformats.org/drawingml/2006/main">
              <a:ext uri="{FF2B5EF4-FFF2-40B4-BE49-F238E27FC236}">
                <a16:creationId xmlns:a16="http://schemas.microsoft.com/office/drawing/2014/main" id="{FE743636-AEFA-4664-8CCF-31A3DD90B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3581" y="688617"/>
            <a:ext cx="64437" cy="68429"/>
          </a:xfrm>
          <a:custGeom xmlns:a="http://schemas.openxmlformats.org/drawingml/2006/main">
            <a:gdLst>
              <a:gd name="T0" fmla="*/ 50 w 127"/>
              <a:gd name="T1" fmla="*/ 70 h 135"/>
              <a:gd name="T2" fmla="*/ 34 w 127"/>
              <a:gd name="T3" fmla="*/ 87 h 135"/>
              <a:gd name="T4" fmla="*/ 33 w 127"/>
              <a:gd name="T5" fmla="*/ 90 h 135"/>
              <a:gd name="T6" fmla="*/ 33 w 127"/>
              <a:gd name="T7" fmla="*/ 116 h 135"/>
              <a:gd name="T8" fmla="*/ 34 w 127"/>
              <a:gd name="T9" fmla="*/ 120 h 135"/>
              <a:gd name="T10" fmla="*/ 41 w 127"/>
              <a:gd name="T11" fmla="*/ 127 h 135"/>
              <a:gd name="T12" fmla="*/ 49 w 127"/>
              <a:gd name="T13" fmla="*/ 128 h 135"/>
              <a:gd name="T14" fmla="*/ 49 w 127"/>
              <a:gd name="T15" fmla="*/ 135 h 135"/>
              <a:gd name="T16" fmla="*/ 0 w 127"/>
              <a:gd name="T17" fmla="*/ 135 h 135"/>
              <a:gd name="T18" fmla="*/ 0 w 127"/>
              <a:gd name="T19" fmla="*/ 128 h 135"/>
              <a:gd name="T20" fmla="*/ 7 w 127"/>
              <a:gd name="T21" fmla="*/ 128 h 135"/>
              <a:gd name="T22" fmla="*/ 16 w 127"/>
              <a:gd name="T23" fmla="*/ 118 h 135"/>
              <a:gd name="T24" fmla="*/ 16 w 127"/>
              <a:gd name="T25" fmla="*/ 111 h 135"/>
              <a:gd name="T26" fmla="*/ 16 w 127"/>
              <a:gd name="T27" fmla="*/ 24 h 135"/>
              <a:gd name="T28" fmla="*/ 16 w 127"/>
              <a:gd name="T29" fmla="*/ 16 h 135"/>
              <a:gd name="T30" fmla="*/ 8 w 127"/>
              <a:gd name="T31" fmla="*/ 9 h 135"/>
              <a:gd name="T32" fmla="*/ 0 w 127"/>
              <a:gd name="T33" fmla="*/ 8 h 135"/>
              <a:gd name="T34" fmla="*/ 0 w 127"/>
              <a:gd name="T35" fmla="*/ 1 h 135"/>
              <a:gd name="T36" fmla="*/ 49 w 127"/>
              <a:gd name="T37" fmla="*/ 1 h 135"/>
              <a:gd name="T38" fmla="*/ 50 w 127"/>
              <a:gd name="T39" fmla="*/ 8 h 135"/>
              <a:gd name="T40" fmla="*/ 41 w 127"/>
              <a:gd name="T41" fmla="*/ 9 h 135"/>
              <a:gd name="T42" fmla="*/ 34 w 127"/>
              <a:gd name="T43" fmla="*/ 16 h 135"/>
              <a:gd name="T44" fmla="*/ 33 w 127"/>
              <a:gd name="T45" fmla="*/ 23 h 135"/>
              <a:gd name="T46" fmla="*/ 33 w 127"/>
              <a:gd name="T47" fmla="*/ 70 h 135"/>
              <a:gd name="T48" fmla="*/ 33 w 127"/>
              <a:gd name="T49" fmla="*/ 73 h 135"/>
              <a:gd name="T50" fmla="*/ 36 w 127"/>
              <a:gd name="T51" fmla="*/ 71 h 135"/>
              <a:gd name="T52" fmla="*/ 83 w 127"/>
              <a:gd name="T53" fmla="*/ 19 h 135"/>
              <a:gd name="T54" fmla="*/ 86 w 127"/>
              <a:gd name="T55" fmla="*/ 14 h 135"/>
              <a:gd name="T56" fmla="*/ 84 w 127"/>
              <a:gd name="T57" fmla="*/ 9 h 135"/>
              <a:gd name="T58" fmla="*/ 76 w 127"/>
              <a:gd name="T59" fmla="*/ 8 h 135"/>
              <a:gd name="T60" fmla="*/ 76 w 127"/>
              <a:gd name="T61" fmla="*/ 1 h 135"/>
              <a:gd name="T62" fmla="*/ 122 w 127"/>
              <a:gd name="T63" fmla="*/ 1 h 135"/>
              <a:gd name="T64" fmla="*/ 122 w 127"/>
              <a:gd name="T65" fmla="*/ 8 h 135"/>
              <a:gd name="T66" fmla="*/ 118 w 127"/>
              <a:gd name="T67" fmla="*/ 8 h 135"/>
              <a:gd name="T68" fmla="*/ 99 w 127"/>
              <a:gd name="T69" fmla="*/ 18 h 135"/>
              <a:gd name="T70" fmla="*/ 77 w 127"/>
              <a:gd name="T71" fmla="*/ 41 h 135"/>
              <a:gd name="T72" fmla="*/ 62 w 127"/>
              <a:gd name="T73" fmla="*/ 57 h 135"/>
              <a:gd name="T74" fmla="*/ 64 w 127"/>
              <a:gd name="T75" fmla="*/ 61 h 135"/>
              <a:gd name="T76" fmla="*/ 102 w 127"/>
              <a:gd name="T77" fmla="*/ 113 h 135"/>
              <a:gd name="T78" fmla="*/ 108 w 127"/>
              <a:gd name="T79" fmla="*/ 120 h 135"/>
              <a:gd name="T80" fmla="*/ 123 w 127"/>
              <a:gd name="T81" fmla="*/ 127 h 135"/>
              <a:gd name="T82" fmla="*/ 127 w 127"/>
              <a:gd name="T83" fmla="*/ 128 h 135"/>
              <a:gd name="T84" fmla="*/ 127 w 127"/>
              <a:gd name="T85" fmla="*/ 135 h 135"/>
              <a:gd name="T86" fmla="*/ 73 w 127"/>
              <a:gd name="T87" fmla="*/ 135 h 135"/>
              <a:gd name="T88" fmla="*/ 73 w 127"/>
              <a:gd name="T89" fmla="*/ 128 h 135"/>
              <a:gd name="T90" fmla="*/ 80 w 127"/>
              <a:gd name="T91" fmla="*/ 127 h 135"/>
              <a:gd name="T92" fmla="*/ 84 w 127"/>
              <a:gd name="T93" fmla="*/ 120 h 135"/>
              <a:gd name="T94" fmla="*/ 82 w 127"/>
              <a:gd name="T95" fmla="*/ 115 h 135"/>
              <a:gd name="T96" fmla="*/ 51 w 127"/>
              <a:gd name="T97" fmla="*/ 72 h 135"/>
              <a:gd name="T98" fmla="*/ 50 w 127"/>
              <a:gd name="T99" fmla="*/ 70 h 135"/>
            </a:gdLst>
            <a:rect l="0" t="0" r="r" b="b"/>
            <a:pathLst>
              <a:path w="127" h="135">
                <a:moveTo>
                  <a:pt x="50" y="70"/>
                </a:moveTo>
                <a:cubicBezTo>
                  <a:pt x="44" y="76"/>
                  <a:pt x="39" y="81"/>
                  <a:pt x="34" y="87"/>
                </a:cubicBezTo>
                <a:cubicBezTo>
                  <a:pt x="33" y="88"/>
                  <a:pt x="33" y="89"/>
                  <a:pt x="33" y="90"/>
                </a:cubicBezTo>
                <a:cubicBezTo>
                  <a:pt x="33" y="99"/>
                  <a:pt x="33" y="107"/>
                  <a:pt x="33" y="116"/>
                </a:cubicBezTo>
                <a:cubicBezTo>
                  <a:pt x="33" y="117"/>
                  <a:pt x="33" y="118"/>
                  <a:pt x="34" y="120"/>
                </a:cubicBezTo>
                <a:cubicBezTo>
                  <a:pt x="35" y="125"/>
                  <a:pt x="36" y="126"/>
                  <a:pt x="41" y="127"/>
                </a:cubicBezTo>
                <a:cubicBezTo>
                  <a:pt x="44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7" y="128"/>
                </a:cubicBezTo>
                <a:cubicBezTo>
                  <a:pt x="14" y="127"/>
                  <a:pt x="16" y="125"/>
                  <a:pt x="16" y="118"/>
                </a:cubicBezTo>
                <a:cubicBezTo>
                  <a:pt x="16" y="115"/>
                  <a:pt x="16" y="113"/>
                  <a:pt x="16" y="111"/>
                </a:cubicBezTo>
                <a:cubicBezTo>
                  <a:pt x="16" y="82"/>
                  <a:pt x="16" y="53"/>
                  <a:pt x="16" y="24"/>
                </a:cubicBezTo>
                <a:cubicBezTo>
                  <a:pt x="16" y="21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5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4" y="0"/>
                  <a:pt x="40" y="0"/>
                  <a:pt x="49" y="1"/>
                </a:cubicBezTo>
                <a:cubicBezTo>
                  <a:pt x="49" y="3"/>
                  <a:pt x="50" y="5"/>
                  <a:pt x="50" y="8"/>
                </a:cubicBezTo>
                <a:cubicBezTo>
                  <a:pt x="47" y="8"/>
                  <a:pt x="44" y="8"/>
                  <a:pt x="41" y="9"/>
                </a:cubicBezTo>
                <a:cubicBezTo>
                  <a:pt x="37" y="9"/>
                  <a:pt x="34" y="11"/>
                  <a:pt x="34" y="16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39"/>
                  <a:pt x="33" y="54"/>
                  <a:pt x="33" y="70"/>
                </a:cubicBezTo>
                <a:cubicBezTo>
                  <a:pt x="33" y="71"/>
                  <a:pt x="33" y="72"/>
                  <a:pt x="33" y="73"/>
                </a:cubicBezTo>
                <a:cubicBezTo>
                  <a:pt x="35" y="72"/>
                  <a:pt x="36" y="72"/>
                  <a:pt x="36" y="71"/>
                </a:cubicBezTo>
                <a:cubicBezTo>
                  <a:pt x="52" y="54"/>
                  <a:pt x="67" y="37"/>
                  <a:pt x="83" y="19"/>
                </a:cubicBezTo>
                <a:cubicBezTo>
                  <a:pt x="84" y="18"/>
                  <a:pt x="85" y="16"/>
                  <a:pt x="86" y="14"/>
                </a:cubicBezTo>
                <a:cubicBezTo>
                  <a:pt x="88" y="12"/>
                  <a:pt x="87" y="10"/>
                  <a:pt x="84" y="9"/>
                </a:cubicBezTo>
                <a:cubicBezTo>
                  <a:pt x="81" y="8"/>
                  <a:pt x="79" y="8"/>
                  <a:pt x="76" y="8"/>
                </a:cubicBezTo>
                <a:cubicBezTo>
                  <a:pt x="76" y="5"/>
                  <a:pt x="76" y="3"/>
                  <a:pt x="76" y="1"/>
                </a:cubicBezTo>
                <a:cubicBezTo>
                  <a:pt x="79" y="0"/>
                  <a:pt x="114" y="0"/>
                  <a:pt x="122" y="1"/>
                </a:cubicBezTo>
                <a:cubicBezTo>
                  <a:pt x="122" y="3"/>
                  <a:pt x="122" y="5"/>
                  <a:pt x="122" y="8"/>
                </a:cubicBezTo>
                <a:cubicBezTo>
                  <a:pt x="121" y="8"/>
                  <a:pt x="120" y="8"/>
                  <a:pt x="118" y="8"/>
                </a:cubicBezTo>
                <a:cubicBezTo>
                  <a:pt x="111" y="9"/>
                  <a:pt x="104" y="12"/>
                  <a:pt x="99" y="18"/>
                </a:cubicBezTo>
                <a:cubicBezTo>
                  <a:pt x="92" y="25"/>
                  <a:pt x="85" y="33"/>
                  <a:pt x="77" y="41"/>
                </a:cubicBezTo>
                <a:cubicBezTo>
                  <a:pt x="72" y="46"/>
                  <a:pt x="67" y="52"/>
                  <a:pt x="62" y="57"/>
                </a:cubicBezTo>
                <a:cubicBezTo>
                  <a:pt x="63" y="58"/>
                  <a:pt x="64" y="59"/>
                  <a:pt x="64" y="61"/>
                </a:cubicBezTo>
                <a:cubicBezTo>
                  <a:pt x="77" y="78"/>
                  <a:pt x="90" y="95"/>
                  <a:pt x="102" y="113"/>
                </a:cubicBezTo>
                <a:cubicBezTo>
                  <a:pt x="104" y="115"/>
                  <a:pt x="106" y="118"/>
                  <a:pt x="108" y="120"/>
                </a:cubicBezTo>
                <a:cubicBezTo>
                  <a:pt x="112" y="124"/>
                  <a:pt x="117" y="127"/>
                  <a:pt x="123" y="127"/>
                </a:cubicBezTo>
                <a:cubicBezTo>
                  <a:pt x="124" y="128"/>
                  <a:pt x="125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09" y="135"/>
                  <a:pt x="91" y="135"/>
                  <a:pt x="73" y="135"/>
                </a:cubicBezTo>
                <a:cubicBezTo>
                  <a:pt x="73" y="133"/>
                  <a:pt x="73" y="131"/>
                  <a:pt x="73" y="128"/>
                </a:cubicBezTo>
                <a:cubicBezTo>
                  <a:pt x="75" y="128"/>
                  <a:pt x="78" y="128"/>
                  <a:pt x="80" y="127"/>
                </a:cubicBezTo>
                <a:cubicBezTo>
                  <a:pt x="85" y="127"/>
                  <a:pt x="86" y="125"/>
                  <a:pt x="84" y="120"/>
                </a:cubicBezTo>
                <a:cubicBezTo>
                  <a:pt x="84" y="118"/>
                  <a:pt x="83" y="117"/>
                  <a:pt x="82" y="115"/>
                </a:cubicBezTo>
                <a:cubicBezTo>
                  <a:pt x="72" y="101"/>
                  <a:pt x="61" y="86"/>
                  <a:pt x="51" y="72"/>
                </a:cubicBezTo>
                <a:cubicBezTo>
                  <a:pt x="51" y="71"/>
                  <a:pt x="50" y="71"/>
                  <a:pt x="50" y="7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2" name="Freeform 19">
            <a:extLst xmlns:a="http://schemas.openxmlformats.org/drawingml/2006/main">
              <a:ext uri="{FF2B5EF4-FFF2-40B4-BE49-F238E27FC236}">
                <a16:creationId xmlns:a16="http://schemas.microsoft.com/office/drawing/2014/main" id="{1C389B3E-2E17-4F24-869F-CAF987990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9719" y="688617"/>
            <a:ext cx="63867" cy="68429"/>
          </a:xfrm>
          <a:custGeom xmlns:a="http://schemas.openxmlformats.org/drawingml/2006/main">
            <a:gdLst>
              <a:gd name="T0" fmla="*/ 28 w 126"/>
              <a:gd name="T1" fmla="*/ 16 h 135"/>
              <a:gd name="T2" fmla="*/ 28 w 126"/>
              <a:gd name="T3" fmla="*/ 20 h 135"/>
              <a:gd name="T4" fmla="*/ 28 w 126"/>
              <a:gd name="T5" fmla="*/ 109 h 135"/>
              <a:gd name="T6" fmla="*/ 28 w 126"/>
              <a:gd name="T7" fmla="*/ 119 h 135"/>
              <a:gd name="T8" fmla="*/ 37 w 126"/>
              <a:gd name="T9" fmla="*/ 127 h 135"/>
              <a:gd name="T10" fmla="*/ 44 w 126"/>
              <a:gd name="T11" fmla="*/ 128 h 135"/>
              <a:gd name="T12" fmla="*/ 44 w 126"/>
              <a:gd name="T13" fmla="*/ 135 h 135"/>
              <a:gd name="T14" fmla="*/ 0 w 126"/>
              <a:gd name="T15" fmla="*/ 135 h 135"/>
              <a:gd name="T16" fmla="*/ 0 w 126"/>
              <a:gd name="T17" fmla="*/ 128 h 135"/>
              <a:gd name="T18" fmla="*/ 8 w 126"/>
              <a:gd name="T19" fmla="*/ 127 h 135"/>
              <a:gd name="T20" fmla="*/ 16 w 126"/>
              <a:gd name="T21" fmla="*/ 120 h 135"/>
              <a:gd name="T22" fmla="*/ 16 w 126"/>
              <a:gd name="T23" fmla="*/ 113 h 135"/>
              <a:gd name="T24" fmla="*/ 16 w 126"/>
              <a:gd name="T25" fmla="*/ 19 h 135"/>
              <a:gd name="T26" fmla="*/ 16 w 126"/>
              <a:gd name="T27" fmla="*/ 15 h 135"/>
              <a:gd name="T28" fmla="*/ 9 w 126"/>
              <a:gd name="T29" fmla="*/ 9 h 135"/>
              <a:gd name="T30" fmla="*/ 5 w 126"/>
              <a:gd name="T31" fmla="*/ 8 h 135"/>
              <a:gd name="T32" fmla="*/ 1 w 126"/>
              <a:gd name="T33" fmla="*/ 8 h 135"/>
              <a:gd name="T34" fmla="*/ 1 w 126"/>
              <a:gd name="T35" fmla="*/ 1 h 135"/>
              <a:gd name="T36" fmla="*/ 40 w 126"/>
              <a:gd name="T37" fmla="*/ 1 h 135"/>
              <a:gd name="T38" fmla="*/ 98 w 126"/>
              <a:gd name="T39" fmla="*/ 100 h 135"/>
              <a:gd name="T40" fmla="*/ 99 w 126"/>
              <a:gd name="T41" fmla="*/ 100 h 135"/>
              <a:gd name="T42" fmla="*/ 99 w 126"/>
              <a:gd name="T43" fmla="*/ 96 h 135"/>
              <a:gd name="T44" fmla="*/ 99 w 126"/>
              <a:gd name="T45" fmla="*/ 24 h 135"/>
              <a:gd name="T46" fmla="*/ 98 w 126"/>
              <a:gd name="T47" fmla="*/ 16 h 135"/>
              <a:gd name="T48" fmla="*/ 90 w 126"/>
              <a:gd name="T49" fmla="*/ 9 h 135"/>
              <a:gd name="T50" fmla="*/ 83 w 126"/>
              <a:gd name="T51" fmla="*/ 8 h 135"/>
              <a:gd name="T52" fmla="*/ 83 w 126"/>
              <a:gd name="T53" fmla="*/ 1 h 135"/>
              <a:gd name="T54" fmla="*/ 126 w 126"/>
              <a:gd name="T55" fmla="*/ 1 h 135"/>
              <a:gd name="T56" fmla="*/ 126 w 126"/>
              <a:gd name="T57" fmla="*/ 8 h 135"/>
              <a:gd name="T58" fmla="*/ 119 w 126"/>
              <a:gd name="T59" fmla="*/ 9 h 135"/>
              <a:gd name="T60" fmla="*/ 111 w 126"/>
              <a:gd name="T61" fmla="*/ 16 h 135"/>
              <a:gd name="T62" fmla="*/ 110 w 126"/>
              <a:gd name="T63" fmla="*/ 27 h 135"/>
              <a:gd name="T64" fmla="*/ 110 w 126"/>
              <a:gd name="T65" fmla="*/ 129 h 135"/>
              <a:gd name="T66" fmla="*/ 110 w 126"/>
              <a:gd name="T67" fmla="*/ 135 h 135"/>
              <a:gd name="T68" fmla="*/ 99 w 126"/>
              <a:gd name="T69" fmla="*/ 135 h 135"/>
              <a:gd name="T70" fmla="*/ 29 w 126"/>
              <a:gd name="T71" fmla="*/ 15 h 135"/>
              <a:gd name="T72" fmla="*/ 28 w 126"/>
              <a:gd name="T73" fmla="*/ 16 h 135"/>
            </a:gdLst>
            <a:rect l="0" t="0" r="r" b="b"/>
            <a:pathLst>
              <a:path w="126" h="135">
                <a:moveTo>
                  <a:pt x="28" y="16"/>
                </a:moveTo>
                <a:cubicBezTo>
                  <a:pt x="28" y="17"/>
                  <a:pt x="28" y="19"/>
                  <a:pt x="28" y="20"/>
                </a:cubicBezTo>
                <a:cubicBezTo>
                  <a:pt x="28" y="50"/>
                  <a:pt x="28" y="79"/>
                  <a:pt x="28" y="109"/>
                </a:cubicBezTo>
                <a:cubicBezTo>
                  <a:pt x="28" y="112"/>
                  <a:pt x="28" y="115"/>
                  <a:pt x="28" y="119"/>
                </a:cubicBezTo>
                <a:cubicBezTo>
                  <a:pt x="29" y="124"/>
                  <a:pt x="31" y="126"/>
                  <a:pt x="37" y="127"/>
                </a:cubicBezTo>
                <a:cubicBezTo>
                  <a:pt x="39" y="127"/>
                  <a:pt x="41" y="128"/>
                  <a:pt x="44" y="128"/>
                </a:cubicBezTo>
                <a:cubicBezTo>
                  <a:pt x="44" y="130"/>
                  <a:pt x="44" y="133"/>
                  <a:pt x="44" y="135"/>
                </a:cubicBezTo>
                <a:cubicBezTo>
                  <a:pt x="29" y="135"/>
                  <a:pt x="15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5" y="127"/>
                  <a:pt x="8" y="127"/>
                </a:cubicBezTo>
                <a:cubicBezTo>
                  <a:pt x="12" y="127"/>
                  <a:pt x="15" y="124"/>
                  <a:pt x="16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0"/>
                  <a:pt x="16" y="19"/>
                </a:cubicBezTo>
                <a:cubicBezTo>
                  <a:pt x="16" y="18"/>
                  <a:pt x="16" y="17"/>
                  <a:pt x="16" y="15"/>
                </a:cubicBezTo>
                <a:cubicBezTo>
                  <a:pt x="16" y="11"/>
                  <a:pt x="14" y="9"/>
                  <a:pt x="9" y="9"/>
                </a:cubicBezTo>
                <a:cubicBezTo>
                  <a:pt x="8" y="8"/>
                  <a:pt x="7" y="8"/>
                  <a:pt x="5" y="8"/>
                </a:cubicBezTo>
                <a:cubicBezTo>
                  <a:pt x="4" y="8"/>
                  <a:pt x="2" y="8"/>
                  <a:pt x="1" y="8"/>
                </a:cubicBezTo>
                <a:cubicBezTo>
                  <a:pt x="1" y="5"/>
                  <a:pt x="1" y="3"/>
                  <a:pt x="1" y="1"/>
                </a:cubicBezTo>
                <a:cubicBezTo>
                  <a:pt x="14" y="1"/>
                  <a:pt x="27" y="1"/>
                  <a:pt x="40" y="1"/>
                </a:cubicBezTo>
                <a:cubicBezTo>
                  <a:pt x="59" y="34"/>
                  <a:pt x="79" y="67"/>
                  <a:pt x="98" y="100"/>
                </a:cubicBezTo>
                <a:cubicBezTo>
                  <a:pt x="98" y="100"/>
                  <a:pt x="99" y="100"/>
                  <a:pt x="99" y="100"/>
                </a:cubicBezTo>
                <a:cubicBezTo>
                  <a:pt x="99" y="99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1"/>
                  <a:pt x="99" y="19"/>
                  <a:pt x="98" y="16"/>
                </a:cubicBezTo>
                <a:cubicBezTo>
                  <a:pt x="97" y="12"/>
                  <a:pt x="94" y="9"/>
                  <a:pt x="90" y="9"/>
                </a:cubicBezTo>
                <a:cubicBezTo>
                  <a:pt x="88" y="8"/>
                  <a:pt x="86" y="8"/>
                  <a:pt x="83" y="8"/>
                </a:cubicBezTo>
                <a:cubicBezTo>
                  <a:pt x="83" y="5"/>
                  <a:pt x="83" y="3"/>
                  <a:pt x="83" y="1"/>
                </a:cubicBezTo>
                <a:cubicBezTo>
                  <a:pt x="87" y="0"/>
                  <a:pt x="115" y="0"/>
                  <a:pt x="126" y="1"/>
                </a:cubicBezTo>
                <a:cubicBezTo>
                  <a:pt x="126" y="3"/>
                  <a:pt x="126" y="5"/>
                  <a:pt x="126" y="8"/>
                </a:cubicBezTo>
                <a:cubicBezTo>
                  <a:pt x="124" y="8"/>
                  <a:pt x="122" y="8"/>
                  <a:pt x="119" y="9"/>
                </a:cubicBezTo>
                <a:cubicBezTo>
                  <a:pt x="115" y="9"/>
                  <a:pt x="112" y="12"/>
                  <a:pt x="111" y="16"/>
                </a:cubicBezTo>
                <a:cubicBezTo>
                  <a:pt x="111" y="20"/>
                  <a:pt x="110" y="23"/>
                  <a:pt x="110" y="27"/>
                </a:cubicBezTo>
                <a:cubicBezTo>
                  <a:pt x="110" y="61"/>
                  <a:pt x="110" y="95"/>
                  <a:pt x="110" y="129"/>
                </a:cubicBezTo>
                <a:cubicBezTo>
                  <a:pt x="110" y="131"/>
                  <a:pt x="110" y="133"/>
                  <a:pt x="110" y="135"/>
                </a:cubicBezTo>
                <a:cubicBezTo>
                  <a:pt x="106" y="135"/>
                  <a:pt x="103" y="135"/>
                  <a:pt x="99" y="135"/>
                </a:cubicBezTo>
                <a:cubicBezTo>
                  <a:pt x="76" y="95"/>
                  <a:pt x="52" y="55"/>
                  <a:pt x="29" y="15"/>
                </a:cubicBezTo>
                <a:cubicBezTo>
                  <a:pt x="28" y="15"/>
                  <a:pt x="28" y="15"/>
                  <a:pt x="28" y="16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3" name="Freeform 20">
            <a:extLst xmlns:a="http://schemas.openxmlformats.org/drawingml/2006/main">
              <a:ext uri="{FF2B5EF4-FFF2-40B4-BE49-F238E27FC236}">
                <a16:creationId xmlns:a16="http://schemas.microsoft.com/office/drawing/2014/main" id="{2C0F83D2-78B8-4431-B304-7E73F202C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9652" y="688617"/>
            <a:ext cx="62726" cy="68429"/>
          </a:xfrm>
          <a:custGeom xmlns:a="http://schemas.openxmlformats.org/drawingml/2006/main">
            <a:gdLst>
              <a:gd name="T0" fmla="*/ 0 w 124"/>
              <a:gd name="T1" fmla="*/ 8 h 135"/>
              <a:gd name="T2" fmla="*/ 0 w 124"/>
              <a:gd name="T3" fmla="*/ 1 h 135"/>
              <a:gd name="T4" fmla="*/ 105 w 124"/>
              <a:gd name="T5" fmla="*/ 1 h 135"/>
              <a:gd name="T6" fmla="*/ 117 w 124"/>
              <a:gd name="T7" fmla="*/ 35 h 135"/>
              <a:gd name="T8" fmla="*/ 110 w 124"/>
              <a:gd name="T9" fmla="*/ 39 h 135"/>
              <a:gd name="T10" fmla="*/ 107 w 124"/>
              <a:gd name="T11" fmla="*/ 33 h 135"/>
              <a:gd name="T12" fmla="*/ 78 w 124"/>
              <a:gd name="T13" fmla="*/ 11 h 135"/>
              <a:gd name="T14" fmla="*/ 34 w 124"/>
              <a:gd name="T15" fmla="*/ 11 h 135"/>
              <a:gd name="T16" fmla="*/ 34 w 124"/>
              <a:gd name="T17" fmla="*/ 61 h 135"/>
              <a:gd name="T18" fmla="*/ 55 w 124"/>
              <a:gd name="T19" fmla="*/ 60 h 135"/>
              <a:gd name="T20" fmla="*/ 69 w 124"/>
              <a:gd name="T21" fmla="*/ 45 h 135"/>
              <a:gd name="T22" fmla="*/ 70 w 124"/>
              <a:gd name="T23" fmla="*/ 36 h 135"/>
              <a:gd name="T24" fmla="*/ 78 w 124"/>
              <a:gd name="T25" fmla="*/ 36 h 135"/>
              <a:gd name="T26" fmla="*/ 78 w 124"/>
              <a:gd name="T27" fmla="*/ 95 h 135"/>
              <a:gd name="T28" fmla="*/ 74 w 124"/>
              <a:gd name="T29" fmla="*/ 95 h 135"/>
              <a:gd name="T30" fmla="*/ 70 w 124"/>
              <a:gd name="T31" fmla="*/ 95 h 135"/>
              <a:gd name="T32" fmla="*/ 70 w 124"/>
              <a:gd name="T33" fmla="*/ 88 h 135"/>
              <a:gd name="T34" fmla="*/ 68 w 124"/>
              <a:gd name="T35" fmla="*/ 81 h 135"/>
              <a:gd name="T36" fmla="*/ 58 w 124"/>
              <a:gd name="T37" fmla="*/ 71 h 135"/>
              <a:gd name="T38" fmla="*/ 34 w 124"/>
              <a:gd name="T39" fmla="*/ 70 h 135"/>
              <a:gd name="T40" fmla="*/ 33 w 124"/>
              <a:gd name="T41" fmla="*/ 74 h 135"/>
              <a:gd name="T42" fmla="*/ 33 w 124"/>
              <a:gd name="T43" fmla="*/ 115 h 135"/>
              <a:gd name="T44" fmla="*/ 43 w 124"/>
              <a:gd name="T45" fmla="*/ 125 h 135"/>
              <a:gd name="T46" fmla="*/ 69 w 124"/>
              <a:gd name="T47" fmla="*/ 125 h 135"/>
              <a:gd name="T48" fmla="*/ 112 w 124"/>
              <a:gd name="T49" fmla="*/ 97 h 135"/>
              <a:gd name="T50" fmla="*/ 115 w 124"/>
              <a:gd name="T51" fmla="*/ 90 h 135"/>
              <a:gd name="T52" fmla="*/ 124 w 124"/>
              <a:gd name="T53" fmla="*/ 93 h 135"/>
              <a:gd name="T54" fmla="*/ 109 w 124"/>
              <a:gd name="T55" fmla="*/ 135 h 135"/>
              <a:gd name="T56" fmla="*/ 0 w 124"/>
              <a:gd name="T57" fmla="*/ 135 h 135"/>
              <a:gd name="T58" fmla="*/ 0 w 124"/>
              <a:gd name="T59" fmla="*/ 128 h 135"/>
              <a:gd name="T60" fmla="*/ 8 w 124"/>
              <a:gd name="T61" fmla="*/ 127 h 135"/>
              <a:gd name="T62" fmla="*/ 15 w 124"/>
              <a:gd name="T63" fmla="*/ 120 h 135"/>
              <a:gd name="T64" fmla="*/ 16 w 124"/>
              <a:gd name="T65" fmla="*/ 113 h 135"/>
              <a:gd name="T66" fmla="*/ 16 w 124"/>
              <a:gd name="T67" fmla="*/ 21 h 135"/>
              <a:gd name="T68" fmla="*/ 16 w 124"/>
              <a:gd name="T69" fmla="*/ 16 h 135"/>
              <a:gd name="T70" fmla="*/ 8 w 124"/>
              <a:gd name="T71" fmla="*/ 9 h 135"/>
              <a:gd name="T72" fmla="*/ 4 w 124"/>
              <a:gd name="T73" fmla="*/ 8 h 135"/>
              <a:gd name="T74" fmla="*/ 0 w 124"/>
              <a:gd name="T75" fmla="*/ 8 h 135"/>
            </a:gdLst>
            <a:rect l="0" t="0" r="r" b="b"/>
            <a:pathLst>
              <a:path w="124" h="135">
                <a:moveTo>
                  <a:pt x="0" y="8"/>
                </a:moveTo>
                <a:cubicBezTo>
                  <a:pt x="0" y="5"/>
                  <a:pt x="0" y="3"/>
                  <a:pt x="0" y="1"/>
                </a:cubicBezTo>
                <a:cubicBezTo>
                  <a:pt x="3" y="0"/>
                  <a:pt x="98" y="0"/>
                  <a:pt x="105" y="1"/>
                </a:cubicBezTo>
                <a:cubicBezTo>
                  <a:pt x="109" y="12"/>
                  <a:pt x="113" y="24"/>
                  <a:pt x="117" y="35"/>
                </a:cubicBezTo>
                <a:cubicBezTo>
                  <a:pt x="115" y="37"/>
                  <a:pt x="112" y="38"/>
                  <a:pt x="110" y="39"/>
                </a:cubicBezTo>
                <a:cubicBezTo>
                  <a:pt x="109" y="36"/>
                  <a:pt x="108" y="35"/>
                  <a:pt x="107" y="33"/>
                </a:cubicBezTo>
                <a:cubicBezTo>
                  <a:pt x="101" y="20"/>
                  <a:pt x="92" y="13"/>
                  <a:pt x="78" y="11"/>
                </a:cubicBezTo>
                <a:cubicBezTo>
                  <a:pt x="63" y="10"/>
                  <a:pt x="48" y="11"/>
                  <a:pt x="34" y="11"/>
                </a:cubicBezTo>
                <a:cubicBezTo>
                  <a:pt x="33" y="15"/>
                  <a:pt x="33" y="55"/>
                  <a:pt x="34" y="61"/>
                </a:cubicBezTo>
                <a:cubicBezTo>
                  <a:pt x="41" y="61"/>
                  <a:pt x="48" y="61"/>
                  <a:pt x="55" y="60"/>
                </a:cubicBezTo>
                <a:cubicBezTo>
                  <a:pt x="64" y="59"/>
                  <a:pt x="68" y="54"/>
                  <a:pt x="69" y="45"/>
                </a:cubicBezTo>
                <a:cubicBezTo>
                  <a:pt x="70" y="42"/>
                  <a:pt x="70" y="39"/>
                  <a:pt x="70" y="36"/>
                </a:cubicBezTo>
                <a:cubicBezTo>
                  <a:pt x="73" y="36"/>
                  <a:pt x="75" y="36"/>
                  <a:pt x="78" y="36"/>
                </a:cubicBezTo>
                <a:cubicBezTo>
                  <a:pt x="78" y="56"/>
                  <a:pt x="78" y="75"/>
                  <a:pt x="78" y="95"/>
                </a:cubicBezTo>
                <a:cubicBezTo>
                  <a:pt x="77" y="95"/>
                  <a:pt x="76" y="95"/>
                  <a:pt x="74" y="95"/>
                </a:cubicBezTo>
                <a:cubicBezTo>
                  <a:pt x="73" y="95"/>
                  <a:pt x="72" y="95"/>
                  <a:pt x="70" y="95"/>
                </a:cubicBezTo>
                <a:cubicBezTo>
                  <a:pt x="70" y="93"/>
                  <a:pt x="70" y="90"/>
                  <a:pt x="70" y="88"/>
                </a:cubicBezTo>
                <a:cubicBezTo>
                  <a:pt x="69" y="86"/>
                  <a:pt x="69" y="83"/>
                  <a:pt x="68" y="81"/>
                </a:cubicBezTo>
                <a:cubicBezTo>
                  <a:pt x="67" y="75"/>
                  <a:pt x="64" y="72"/>
                  <a:pt x="58" y="71"/>
                </a:cubicBezTo>
                <a:cubicBezTo>
                  <a:pt x="50" y="69"/>
                  <a:pt x="42" y="70"/>
                  <a:pt x="34" y="70"/>
                </a:cubicBezTo>
                <a:cubicBezTo>
                  <a:pt x="33" y="72"/>
                  <a:pt x="33" y="73"/>
                  <a:pt x="33" y="74"/>
                </a:cubicBezTo>
                <a:cubicBezTo>
                  <a:pt x="33" y="88"/>
                  <a:pt x="33" y="102"/>
                  <a:pt x="33" y="115"/>
                </a:cubicBezTo>
                <a:cubicBezTo>
                  <a:pt x="33" y="124"/>
                  <a:pt x="34" y="125"/>
                  <a:pt x="43" y="125"/>
                </a:cubicBezTo>
                <a:cubicBezTo>
                  <a:pt x="52" y="125"/>
                  <a:pt x="60" y="125"/>
                  <a:pt x="69" y="125"/>
                </a:cubicBezTo>
                <a:cubicBezTo>
                  <a:pt x="89" y="125"/>
                  <a:pt x="104" y="115"/>
                  <a:pt x="112" y="97"/>
                </a:cubicBezTo>
                <a:cubicBezTo>
                  <a:pt x="113" y="95"/>
                  <a:pt x="114" y="93"/>
                  <a:pt x="115" y="90"/>
                </a:cubicBezTo>
                <a:cubicBezTo>
                  <a:pt x="118" y="91"/>
                  <a:pt x="121" y="92"/>
                  <a:pt x="124" y="93"/>
                </a:cubicBezTo>
                <a:cubicBezTo>
                  <a:pt x="119" y="108"/>
                  <a:pt x="114" y="121"/>
                  <a:pt x="109" y="135"/>
                </a:cubicBezTo>
                <a:cubicBezTo>
                  <a:pt x="73" y="135"/>
                  <a:pt x="3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6" y="128"/>
                  <a:pt x="8" y="127"/>
                </a:cubicBezTo>
                <a:cubicBezTo>
                  <a:pt x="13" y="126"/>
                  <a:pt x="15" y="125"/>
                  <a:pt x="15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20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7" y="9"/>
                  <a:pt x="6" y="8"/>
                  <a:pt x="4" y="8"/>
                </a:cubicBezTo>
                <a:cubicBezTo>
                  <a:pt x="3" y="8"/>
                  <a:pt x="2" y="8"/>
                  <a:pt x="0" y="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4" name="Freeform 21">
            <a:extLst xmlns:a="http://schemas.openxmlformats.org/drawingml/2006/main">
              <a:ext uri="{FF2B5EF4-FFF2-40B4-BE49-F238E27FC236}">
                <a16:creationId xmlns:a16="http://schemas.microsoft.com/office/drawing/2014/main" id="{123D3C4F-A096-4C6D-9386-25ABA32CB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5152" y="689187"/>
            <a:ext cx="62726" cy="67859"/>
          </a:xfrm>
          <a:custGeom xmlns:a="http://schemas.openxmlformats.org/drawingml/2006/main">
            <a:gdLst>
              <a:gd name="T0" fmla="*/ 33 w 123"/>
              <a:gd name="T1" fmla="*/ 60 h 134"/>
              <a:gd name="T2" fmla="*/ 55 w 123"/>
              <a:gd name="T3" fmla="*/ 59 h 134"/>
              <a:gd name="T4" fmla="*/ 68 w 123"/>
              <a:gd name="T5" fmla="*/ 45 h 134"/>
              <a:gd name="T6" fmla="*/ 70 w 123"/>
              <a:gd name="T7" fmla="*/ 35 h 134"/>
              <a:gd name="T8" fmla="*/ 77 w 123"/>
              <a:gd name="T9" fmla="*/ 35 h 134"/>
              <a:gd name="T10" fmla="*/ 77 w 123"/>
              <a:gd name="T11" fmla="*/ 94 h 134"/>
              <a:gd name="T12" fmla="*/ 75 w 123"/>
              <a:gd name="T13" fmla="*/ 94 h 134"/>
              <a:gd name="T14" fmla="*/ 70 w 123"/>
              <a:gd name="T15" fmla="*/ 94 h 134"/>
              <a:gd name="T16" fmla="*/ 69 w 123"/>
              <a:gd name="T17" fmla="*/ 83 h 134"/>
              <a:gd name="T18" fmla="*/ 54 w 123"/>
              <a:gd name="T19" fmla="*/ 69 h 134"/>
              <a:gd name="T20" fmla="*/ 33 w 123"/>
              <a:gd name="T21" fmla="*/ 69 h 134"/>
              <a:gd name="T22" fmla="*/ 33 w 123"/>
              <a:gd name="T23" fmla="*/ 73 h 134"/>
              <a:gd name="T24" fmla="*/ 33 w 123"/>
              <a:gd name="T25" fmla="*/ 114 h 134"/>
              <a:gd name="T26" fmla="*/ 43 w 123"/>
              <a:gd name="T27" fmla="*/ 124 h 134"/>
              <a:gd name="T28" fmla="*/ 68 w 123"/>
              <a:gd name="T29" fmla="*/ 124 h 134"/>
              <a:gd name="T30" fmla="*/ 112 w 123"/>
              <a:gd name="T31" fmla="*/ 96 h 134"/>
              <a:gd name="T32" fmla="*/ 115 w 123"/>
              <a:gd name="T33" fmla="*/ 90 h 134"/>
              <a:gd name="T34" fmla="*/ 115 w 123"/>
              <a:gd name="T35" fmla="*/ 90 h 134"/>
              <a:gd name="T36" fmla="*/ 123 w 123"/>
              <a:gd name="T37" fmla="*/ 92 h 134"/>
              <a:gd name="T38" fmla="*/ 109 w 123"/>
              <a:gd name="T39" fmla="*/ 134 h 134"/>
              <a:gd name="T40" fmla="*/ 0 w 123"/>
              <a:gd name="T41" fmla="*/ 134 h 134"/>
              <a:gd name="T42" fmla="*/ 0 w 123"/>
              <a:gd name="T43" fmla="*/ 127 h 134"/>
              <a:gd name="T44" fmla="*/ 8 w 123"/>
              <a:gd name="T45" fmla="*/ 126 h 134"/>
              <a:gd name="T46" fmla="*/ 15 w 123"/>
              <a:gd name="T47" fmla="*/ 120 h 134"/>
              <a:gd name="T48" fmla="*/ 16 w 123"/>
              <a:gd name="T49" fmla="*/ 113 h 134"/>
              <a:gd name="T50" fmla="*/ 16 w 123"/>
              <a:gd name="T51" fmla="*/ 20 h 134"/>
              <a:gd name="T52" fmla="*/ 5 w 123"/>
              <a:gd name="T53" fmla="*/ 7 h 134"/>
              <a:gd name="T54" fmla="*/ 0 w 123"/>
              <a:gd name="T55" fmla="*/ 7 h 134"/>
              <a:gd name="T56" fmla="*/ 0 w 123"/>
              <a:gd name="T57" fmla="*/ 0 h 134"/>
              <a:gd name="T58" fmla="*/ 105 w 123"/>
              <a:gd name="T59" fmla="*/ 0 h 134"/>
              <a:gd name="T60" fmla="*/ 117 w 123"/>
              <a:gd name="T61" fmla="*/ 35 h 134"/>
              <a:gd name="T62" fmla="*/ 109 w 123"/>
              <a:gd name="T63" fmla="*/ 38 h 134"/>
              <a:gd name="T64" fmla="*/ 107 w 123"/>
              <a:gd name="T65" fmla="*/ 34 h 134"/>
              <a:gd name="T66" fmla="*/ 105 w 123"/>
              <a:gd name="T67" fmla="*/ 29 h 134"/>
              <a:gd name="T68" fmla="*/ 78 w 123"/>
              <a:gd name="T69" fmla="*/ 11 h 134"/>
              <a:gd name="T70" fmla="*/ 42 w 123"/>
              <a:gd name="T71" fmla="*/ 10 h 134"/>
              <a:gd name="T72" fmla="*/ 33 w 123"/>
              <a:gd name="T73" fmla="*/ 10 h 134"/>
              <a:gd name="T74" fmla="*/ 33 w 123"/>
              <a:gd name="T75" fmla="*/ 60 h 134"/>
            </a:gdLst>
            <a:rect l="0" t="0" r="r" b="b"/>
            <a:pathLst>
              <a:path w="123" h="134">
                <a:moveTo>
                  <a:pt x="33" y="60"/>
                </a:moveTo>
                <a:cubicBezTo>
                  <a:pt x="41" y="60"/>
                  <a:pt x="48" y="61"/>
                  <a:pt x="55" y="59"/>
                </a:cubicBezTo>
                <a:cubicBezTo>
                  <a:pt x="63" y="57"/>
                  <a:pt x="67" y="53"/>
                  <a:pt x="68" y="45"/>
                </a:cubicBezTo>
                <a:cubicBezTo>
                  <a:pt x="69" y="42"/>
                  <a:pt x="69" y="39"/>
                  <a:pt x="70" y="35"/>
                </a:cubicBezTo>
                <a:cubicBezTo>
                  <a:pt x="72" y="35"/>
                  <a:pt x="75" y="35"/>
                  <a:pt x="77" y="35"/>
                </a:cubicBezTo>
                <a:cubicBezTo>
                  <a:pt x="77" y="55"/>
                  <a:pt x="77" y="74"/>
                  <a:pt x="77" y="94"/>
                </a:cubicBezTo>
                <a:cubicBezTo>
                  <a:pt x="76" y="94"/>
                  <a:pt x="75" y="94"/>
                  <a:pt x="75" y="94"/>
                </a:cubicBezTo>
                <a:cubicBezTo>
                  <a:pt x="73" y="94"/>
                  <a:pt x="71" y="94"/>
                  <a:pt x="70" y="94"/>
                </a:cubicBezTo>
                <a:cubicBezTo>
                  <a:pt x="69" y="90"/>
                  <a:pt x="69" y="86"/>
                  <a:pt x="69" y="83"/>
                </a:cubicBezTo>
                <a:cubicBezTo>
                  <a:pt x="67" y="74"/>
                  <a:pt x="63" y="70"/>
                  <a:pt x="54" y="69"/>
                </a:cubicBezTo>
                <a:cubicBezTo>
                  <a:pt x="47" y="69"/>
                  <a:pt x="40" y="69"/>
                  <a:pt x="33" y="69"/>
                </a:cubicBezTo>
                <a:cubicBezTo>
                  <a:pt x="33" y="71"/>
                  <a:pt x="33" y="72"/>
                  <a:pt x="33" y="73"/>
                </a:cubicBezTo>
                <a:cubicBezTo>
                  <a:pt x="33" y="87"/>
                  <a:pt x="33" y="101"/>
                  <a:pt x="33" y="114"/>
                </a:cubicBezTo>
                <a:cubicBezTo>
                  <a:pt x="33" y="123"/>
                  <a:pt x="34" y="124"/>
                  <a:pt x="43" y="124"/>
                </a:cubicBezTo>
                <a:cubicBezTo>
                  <a:pt x="51" y="124"/>
                  <a:pt x="60" y="124"/>
                  <a:pt x="68" y="124"/>
                </a:cubicBezTo>
                <a:cubicBezTo>
                  <a:pt x="89" y="124"/>
                  <a:pt x="103" y="114"/>
                  <a:pt x="112" y="96"/>
                </a:cubicBezTo>
                <a:cubicBezTo>
                  <a:pt x="113" y="94"/>
                  <a:pt x="114" y="92"/>
                  <a:pt x="115" y="90"/>
                </a:cubicBezTo>
                <a:cubicBezTo>
                  <a:pt x="115" y="90"/>
                  <a:pt x="115" y="90"/>
                  <a:pt x="115" y="90"/>
                </a:cubicBezTo>
                <a:cubicBezTo>
                  <a:pt x="118" y="90"/>
                  <a:pt x="120" y="91"/>
                  <a:pt x="123" y="92"/>
                </a:cubicBezTo>
                <a:cubicBezTo>
                  <a:pt x="118" y="107"/>
                  <a:pt x="113" y="120"/>
                  <a:pt x="109" y="134"/>
                </a:cubicBezTo>
                <a:cubicBezTo>
                  <a:pt x="72" y="134"/>
                  <a:pt x="3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6"/>
                  <a:pt x="8" y="126"/>
                </a:cubicBezTo>
                <a:cubicBezTo>
                  <a:pt x="12" y="126"/>
                  <a:pt x="14" y="124"/>
                  <a:pt x="15" y="120"/>
                </a:cubicBezTo>
                <a:cubicBezTo>
                  <a:pt x="15" y="118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0"/>
                  <a:pt x="14" y="8"/>
                  <a:pt x="5" y="7"/>
                </a:cubicBezTo>
                <a:cubicBezTo>
                  <a:pt x="3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34" y="0"/>
                  <a:pt x="69" y="0"/>
                  <a:pt x="105" y="0"/>
                </a:cubicBezTo>
                <a:cubicBezTo>
                  <a:pt x="109" y="11"/>
                  <a:pt x="112" y="22"/>
                  <a:pt x="117" y="35"/>
                </a:cubicBezTo>
                <a:cubicBezTo>
                  <a:pt x="114" y="36"/>
                  <a:pt x="112" y="37"/>
                  <a:pt x="109" y="38"/>
                </a:cubicBezTo>
                <a:cubicBezTo>
                  <a:pt x="108" y="36"/>
                  <a:pt x="108" y="35"/>
                  <a:pt x="107" y="34"/>
                </a:cubicBezTo>
                <a:cubicBezTo>
                  <a:pt x="107" y="32"/>
                  <a:pt x="106" y="31"/>
                  <a:pt x="105" y="29"/>
                </a:cubicBezTo>
                <a:cubicBezTo>
                  <a:pt x="100" y="18"/>
                  <a:pt x="90" y="11"/>
                  <a:pt x="78" y="11"/>
                </a:cubicBezTo>
                <a:cubicBezTo>
                  <a:pt x="66" y="10"/>
                  <a:pt x="54" y="10"/>
                  <a:pt x="42" y="10"/>
                </a:cubicBezTo>
                <a:cubicBezTo>
                  <a:pt x="39" y="10"/>
                  <a:pt x="36" y="10"/>
                  <a:pt x="33" y="10"/>
                </a:cubicBezTo>
                <a:cubicBezTo>
                  <a:pt x="33" y="26"/>
                  <a:pt x="33" y="43"/>
                  <a:pt x="33" y="6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5" name="Freeform 22">
            <a:extLst xmlns:a="http://schemas.openxmlformats.org/drawingml/2006/main">
              <a:ext uri="{FF2B5EF4-FFF2-40B4-BE49-F238E27FC236}">
                <a16:creationId xmlns:a16="http://schemas.microsoft.com/office/drawing/2014/main" id="{EE5BC7FC-11DB-4455-BF0B-935989366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3944" y="689187"/>
            <a:ext cx="63867" cy="67859"/>
          </a:xfrm>
          <a:custGeom xmlns:a="http://schemas.openxmlformats.org/drawingml/2006/main">
            <a:gdLst>
              <a:gd name="T0" fmla="*/ 43 w 126"/>
              <a:gd name="T1" fmla="*/ 134 h 134"/>
              <a:gd name="T2" fmla="*/ 0 w 126"/>
              <a:gd name="T3" fmla="*/ 134 h 134"/>
              <a:gd name="T4" fmla="*/ 0 w 126"/>
              <a:gd name="T5" fmla="*/ 127 h 134"/>
              <a:gd name="T6" fmla="*/ 7 w 126"/>
              <a:gd name="T7" fmla="*/ 126 h 134"/>
              <a:gd name="T8" fmla="*/ 16 w 126"/>
              <a:gd name="T9" fmla="*/ 118 h 134"/>
              <a:gd name="T10" fmla="*/ 16 w 126"/>
              <a:gd name="T11" fmla="*/ 110 h 134"/>
              <a:gd name="T12" fmla="*/ 16 w 126"/>
              <a:gd name="T13" fmla="*/ 18 h 134"/>
              <a:gd name="T14" fmla="*/ 5 w 126"/>
              <a:gd name="T15" fmla="*/ 7 h 134"/>
              <a:gd name="T16" fmla="*/ 0 w 126"/>
              <a:gd name="T17" fmla="*/ 7 h 134"/>
              <a:gd name="T18" fmla="*/ 0 w 126"/>
              <a:gd name="T19" fmla="*/ 0 h 134"/>
              <a:gd name="T20" fmla="*/ 40 w 126"/>
              <a:gd name="T21" fmla="*/ 0 h 134"/>
              <a:gd name="T22" fmla="*/ 98 w 126"/>
              <a:gd name="T23" fmla="*/ 100 h 134"/>
              <a:gd name="T24" fmla="*/ 99 w 126"/>
              <a:gd name="T25" fmla="*/ 96 h 134"/>
              <a:gd name="T26" fmla="*/ 99 w 126"/>
              <a:gd name="T27" fmla="*/ 24 h 134"/>
              <a:gd name="T28" fmla="*/ 98 w 126"/>
              <a:gd name="T29" fmla="*/ 17 h 134"/>
              <a:gd name="T30" fmla="*/ 89 w 126"/>
              <a:gd name="T31" fmla="*/ 7 h 134"/>
              <a:gd name="T32" fmla="*/ 83 w 126"/>
              <a:gd name="T33" fmla="*/ 7 h 134"/>
              <a:gd name="T34" fmla="*/ 83 w 126"/>
              <a:gd name="T35" fmla="*/ 4 h 134"/>
              <a:gd name="T36" fmla="*/ 83 w 126"/>
              <a:gd name="T37" fmla="*/ 0 h 134"/>
              <a:gd name="T38" fmla="*/ 125 w 126"/>
              <a:gd name="T39" fmla="*/ 0 h 134"/>
              <a:gd name="T40" fmla="*/ 126 w 126"/>
              <a:gd name="T41" fmla="*/ 3 h 134"/>
              <a:gd name="T42" fmla="*/ 126 w 126"/>
              <a:gd name="T43" fmla="*/ 7 h 134"/>
              <a:gd name="T44" fmla="*/ 120 w 126"/>
              <a:gd name="T45" fmla="*/ 7 h 134"/>
              <a:gd name="T46" fmla="*/ 110 w 126"/>
              <a:gd name="T47" fmla="*/ 16 h 134"/>
              <a:gd name="T48" fmla="*/ 110 w 126"/>
              <a:gd name="T49" fmla="*/ 26 h 134"/>
              <a:gd name="T50" fmla="*/ 110 w 126"/>
              <a:gd name="T51" fmla="*/ 128 h 134"/>
              <a:gd name="T52" fmla="*/ 110 w 126"/>
              <a:gd name="T53" fmla="*/ 134 h 134"/>
              <a:gd name="T54" fmla="*/ 98 w 126"/>
              <a:gd name="T55" fmla="*/ 134 h 134"/>
              <a:gd name="T56" fmla="*/ 28 w 126"/>
              <a:gd name="T57" fmla="*/ 14 h 134"/>
              <a:gd name="T58" fmla="*/ 28 w 126"/>
              <a:gd name="T59" fmla="*/ 14 h 134"/>
              <a:gd name="T60" fmla="*/ 27 w 126"/>
              <a:gd name="T61" fmla="*/ 17 h 134"/>
              <a:gd name="T62" fmla="*/ 27 w 126"/>
              <a:gd name="T63" fmla="*/ 110 h 134"/>
              <a:gd name="T64" fmla="*/ 28 w 126"/>
              <a:gd name="T65" fmla="*/ 118 h 134"/>
              <a:gd name="T66" fmla="*/ 36 w 126"/>
              <a:gd name="T67" fmla="*/ 126 h 134"/>
              <a:gd name="T68" fmla="*/ 43 w 126"/>
              <a:gd name="T69" fmla="*/ 127 h 134"/>
              <a:gd name="T70" fmla="*/ 43 w 126"/>
              <a:gd name="T71" fmla="*/ 134 h 134"/>
            </a:gdLst>
            <a:rect l="0" t="0" r="r" b="b"/>
            <a:pathLst>
              <a:path w="126" h="134">
                <a:moveTo>
                  <a:pt x="43" y="134"/>
                </a:moveTo>
                <a:cubicBezTo>
                  <a:pt x="29" y="134"/>
                  <a:pt x="14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7"/>
                  <a:pt x="7" y="126"/>
                </a:cubicBezTo>
                <a:cubicBezTo>
                  <a:pt x="13" y="125"/>
                  <a:pt x="15" y="123"/>
                  <a:pt x="16" y="118"/>
                </a:cubicBezTo>
                <a:cubicBezTo>
                  <a:pt x="16" y="115"/>
                  <a:pt x="16" y="113"/>
                  <a:pt x="16" y="110"/>
                </a:cubicBezTo>
                <a:cubicBezTo>
                  <a:pt x="16" y="80"/>
                  <a:pt x="16" y="49"/>
                  <a:pt x="16" y="18"/>
                </a:cubicBezTo>
                <a:cubicBezTo>
                  <a:pt x="16" y="9"/>
                  <a:pt x="14" y="8"/>
                  <a:pt x="5" y="7"/>
                </a:cubicBezTo>
                <a:cubicBezTo>
                  <a:pt x="4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3" y="0"/>
                  <a:pt x="26" y="0"/>
                  <a:pt x="40" y="0"/>
                </a:cubicBezTo>
                <a:cubicBezTo>
                  <a:pt x="59" y="33"/>
                  <a:pt x="78" y="66"/>
                  <a:pt x="98" y="100"/>
                </a:cubicBezTo>
                <a:cubicBezTo>
                  <a:pt x="98" y="98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2"/>
                  <a:pt x="99" y="19"/>
                  <a:pt x="98" y="17"/>
                </a:cubicBezTo>
                <a:cubicBezTo>
                  <a:pt x="97" y="11"/>
                  <a:pt x="95" y="8"/>
                  <a:pt x="89" y="7"/>
                </a:cubicBezTo>
                <a:cubicBezTo>
                  <a:pt x="87" y="7"/>
                  <a:pt x="85" y="7"/>
                  <a:pt x="83" y="7"/>
                </a:cubicBezTo>
                <a:cubicBezTo>
                  <a:pt x="83" y="6"/>
                  <a:pt x="83" y="5"/>
                  <a:pt x="83" y="4"/>
                </a:cubicBezTo>
                <a:cubicBezTo>
                  <a:pt x="83" y="2"/>
                  <a:pt x="83" y="1"/>
                  <a:pt x="83" y="0"/>
                </a:cubicBezTo>
                <a:cubicBezTo>
                  <a:pt x="97" y="0"/>
                  <a:pt x="111" y="0"/>
                  <a:pt x="125" y="0"/>
                </a:cubicBezTo>
                <a:cubicBezTo>
                  <a:pt x="125" y="1"/>
                  <a:pt x="126" y="2"/>
                  <a:pt x="126" y="3"/>
                </a:cubicBezTo>
                <a:cubicBezTo>
                  <a:pt x="126" y="4"/>
                  <a:pt x="126" y="5"/>
                  <a:pt x="126" y="7"/>
                </a:cubicBezTo>
                <a:cubicBezTo>
                  <a:pt x="124" y="7"/>
                  <a:pt x="122" y="7"/>
                  <a:pt x="120" y="7"/>
                </a:cubicBezTo>
                <a:cubicBezTo>
                  <a:pt x="114" y="8"/>
                  <a:pt x="111" y="11"/>
                  <a:pt x="110" y="16"/>
                </a:cubicBezTo>
                <a:cubicBezTo>
                  <a:pt x="110" y="20"/>
                  <a:pt x="110" y="23"/>
                  <a:pt x="110" y="26"/>
                </a:cubicBezTo>
                <a:cubicBezTo>
                  <a:pt x="110" y="60"/>
                  <a:pt x="110" y="94"/>
                  <a:pt x="110" y="128"/>
                </a:cubicBezTo>
                <a:cubicBezTo>
                  <a:pt x="110" y="130"/>
                  <a:pt x="110" y="132"/>
                  <a:pt x="110" y="134"/>
                </a:cubicBezTo>
                <a:cubicBezTo>
                  <a:pt x="106" y="134"/>
                  <a:pt x="102" y="134"/>
                  <a:pt x="98" y="134"/>
                </a:cubicBezTo>
                <a:cubicBezTo>
                  <a:pt x="75" y="94"/>
                  <a:pt x="52" y="54"/>
                  <a:pt x="28" y="14"/>
                </a:cubicBezTo>
                <a:cubicBezTo>
                  <a:pt x="28" y="14"/>
                  <a:pt x="28" y="14"/>
                  <a:pt x="28" y="14"/>
                </a:cubicBezTo>
                <a:cubicBezTo>
                  <a:pt x="27" y="15"/>
                  <a:pt x="27" y="16"/>
                  <a:pt x="27" y="17"/>
                </a:cubicBezTo>
                <a:cubicBezTo>
                  <a:pt x="27" y="48"/>
                  <a:pt x="27" y="79"/>
                  <a:pt x="27" y="110"/>
                </a:cubicBezTo>
                <a:cubicBezTo>
                  <a:pt x="27" y="113"/>
                  <a:pt x="27" y="116"/>
                  <a:pt x="28" y="118"/>
                </a:cubicBezTo>
                <a:cubicBezTo>
                  <a:pt x="29" y="123"/>
                  <a:pt x="31" y="125"/>
                  <a:pt x="36" y="126"/>
                </a:cubicBezTo>
                <a:cubicBezTo>
                  <a:pt x="38" y="126"/>
                  <a:pt x="41" y="127"/>
                  <a:pt x="43" y="127"/>
                </a:cubicBezTo>
                <a:cubicBezTo>
                  <a:pt x="43" y="129"/>
                  <a:pt x="43" y="132"/>
                  <a:pt x="43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6" name="Freeform 23">
            <a:extLst xmlns:a="http://schemas.openxmlformats.org/drawingml/2006/main">
              <a:ext uri="{FF2B5EF4-FFF2-40B4-BE49-F238E27FC236}">
                <a16:creationId xmlns:a16="http://schemas.microsoft.com/office/drawing/2014/main" id="{3F276DCC-B6DC-47CB-B4A6-866838868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2943" y="686906"/>
            <a:ext cx="70710" cy="72991"/>
          </a:xfrm>
          <a:custGeom xmlns:a="http://schemas.openxmlformats.org/drawingml/2006/main">
            <a:gdLst>
              <a:gd name="T0" fmla="*/ 87 w 139"/>
              <a:gd name="T1" fmla="*/ 79 h 144"/>
              <a:gd name="T2" fmla="*/ 87 w 139"/>
              <a:gd name="T3" fmla="*/ 71 h 144"/>
              <a:gd name="T4" fmla="*/ 139 w 139"/>
              <a:gd name="T5" fmla="*/ 71 h 144"/>
              <a:gd name="T6" fmla="*/ 139 w 139"/>
              <a:gd name="T7" fmla="*/ 79 h 144"/>
              <a:gd name="T8" fmla="*/ 133 w 139"/>
              <a:gd name="T9" fmla="*/ 79 h 144"/>
              <a:gd name="T10" fmla="*/ 124 w 139"/>
              <a:gd name="T11" fmla="*/ 88 h 144"/>
              <a:gd name="T12" fmla="*/ 124 w 139"/>
              <a:gd name="T13" fmla="*/ 95 h 144"/>
              <a:gd name="T14" fmla="*/ 124 w 139"/>
              <a:gd name="T15" fmla="*/ 134 h 144"/>
              <a:gd name="T16" fmla="*/ 124 w 139"/>
              <a:gd name="T17" fmla="*/ 139 h 144"/>
              <a:gd name="T18" fmla="*/ 115 w 139"/>
              <a:gd name="T19" fmla="*/ 139 h 144"/>
              <a:gd name="T20" fmla="*/ 110 w 139"/>
              <a:gd name="T21" fmla="*/ 128 h 144"/>
              <a:gd name="T22" fmla="*/ 105 w 139"/>
              <a:gd name="T23" fmla="*/ 131 h 144"/>
              <a:gd name="T24" fmla="*/ 56 w 139"/>
              <a:gd name="T25" fmla="*/ 141 h 144"/>
              <a:gd name="T26" fmla="*/ 10 w 139"/>
              <a:gd name="T27" fmla="*/ 103 h 144"/>
              <a:gd name="T28" fmla="*/ 15 w 139"/>
              <a:gd name="T29" fmla="*/ 33 h 144"/>
              <a:gd name="T30" fmla="*/ 56 w 139"/>
              <a:gd name="T31" fmla="*/ 3 h 144"/>
              <a:gd name="T32" fmla="*/ 99 w 139"/>
              <a:gd name="T33" fmla="*/ 11 h 144"/>
              <a:gd name="T34" fmla="*/ 102 w 139"/>
              <a:gd name="T35" fmla="*/ 13 h 144"/>
              <a:gd name="T36" fmla="*/ 105 w 139"/>
              <a:gd name="T37" fmla="*/ 5 h 144"/>
              <a:gd name="T38" fmla="*/ 112 w 139"/>
              <a:gd name="T39" fmla="*/ 5 h 144"/>
              <a:gd name="T40" fmla="*/ 122 w 139"/>
              <a:gd name="T41" fmla="*/ 46 h 144"/>
              <a:gd name="T42" fmla="*/ 114 w 139"/>
              <a:gd name="T43" fmla="*/ 49 h 144"/>
              <a:gd name="T44" fmla="*/ 112 w 139"/>
              <a:gd name="T45" fmla="*/ 44 h 144"/>
              <a:gd name="T46" fmla="*/ 100 w 139"/>
              <a:gd name="T47" fmla="*/ 25 h 144"/>
              <a:gd name="T48" fmla="*/ 42 w 139"/>
              <a:gd name="T49" fmla="*/ 23 h 144"/>
              <a:gd name="T50" fmla="*/ 24 w 139"/>
              <a:gd name="T51" fmla="*/ 62 h 144"/>
              <a:gd name="T52" fmla="*/ 34 w 139"/>
              <a:gd name="T53" fmla="*/ 109 h 144"/>
              <a:gd name="T54" fmla="*/ 77 w 139"/>
              <a:gd name="T55" fmla="*/ 131 h 144"/>
              <a:gd name="T56" fmla="*/ 101 w 139"/>
              <a:gd name="T57" fmla="*/ 120 h 144"/>
              <a:gd name="T58" fmla="*/ 106 w 139"/>
              <a:gd name="T59" fmla="*/ 109 h 144"/>
              <a:gd name="T60" fmla="*/ 106 w 139"/>
              <a:gd name="T61" fmla="*/ 90 h 144"/>
              <a:gd name="T62" fmla="*/ 96 w 139"/>
              <a:gd name="T63" fmla="*/ 79 h 144"/>
              <a:gd name="T64" fmla="*/ 87 w 139"/>
              <a:gd name="T65" fmla="*/ 79 h 144"/>
            </a:gdLst>
            <a:rect l="0" t="0" r="r" b="b"/>
            <a:pathLst>
              <a:path w="139" h="144">
                <a:moveTo>
                  <a:pt x="87" y="79"/>
                </a:moveTo>
                <a:cubicBezTo>
                  <a:pt x="87" y="76"/>
                  <a:pt x="87" y="74"/>
                  <a:pt x="87" y="71"/>
                </a:cubicBezTo>
                <a:cubicBezTo>
                  <a:pt x="105" y="71"/>
                  <a:pt x="122" y="71"/>
                  <a:pt x="139" y="71"/>
                </a:cubicBezTo>
                <a:cubicBezTo>
                  <a:pt x="139" y="74"/>
                  <a:pt x="139" y="76"/>
                  <a:pt x="139" y="79"/>
                </a:cubicBezTo>
                <a:cubicBezTo>
                  <a:pt x="137" y="79"/>
                  <a:pt x="135" y="79"/>
                  <a:pt x="133" y="79"/>
                </a:cubicBezTo>
                <a:cubicBezTo>
                  <a:pt x="127" y="79"/>
                  <a:pt x="125" y="81"/>
                  <a:pt x="124" y="88"/>
                </a:cubicBezTo>
                <a:cubicBezTo>
                  <a:pt x="124" y="90"/>
                  <a:pt x="124" y="93"/>
                  <a:pt x="124" y="95"/>
                </a:cubicBezTo>
                <a:cubicBezTo>
                  <a:pt x="124" y="108"/>
                  <a:pt x="124" y="121"/>
                  <a:pt x="124" y="134"/>
                </a:cubicBezTo>
                <a:cubicBezTo>
                  <a:pt x="124" y="135"/>
                  <a:pt x="124" y="137"/>
                  <a:pt x="124" y="139"/>
                </a:cubicBezTo>
                <a:cubicBezTo>
                  <a:pt x="121" y="139"/>
                  <a:pt x="118" y="139"/>
                  <a:pt x="115" y="139"/>
                </a:cubicBezTo>
                <a:cubicBezTo>
                  <a:pt x="113" y="136"/>
                  <a:pt x="112" y="132"/>
                  <a:pt x="110" y="128"/>
                </a:cubicBezTo>
                <a:cubicBezTo>
                  <a:pt x="108" y="129"/>
                  <a:pt x="107" y="130"/>
                  <a:pt x="105" y="131"/>
                </a:cubicBezTo>
                <a:cubicBezTo>
                  <a:pt x="90" y="140"/>
                  <a:pt x="74" y="144"/>
                  <a:pt x="56" y="141"/>
                </a:cubicBezTo>
                <a:cubicBezTo>
                  <a:pt x="34" y="137"/>
                  <a:pt x="18" y="124"/>
                  <a:pt x="10" y="103"/>
                </a:cubicBezTo>
                <a:cubicBezTo>
                  <a:pt x="0" y="79"/>
                  <a:pt x="1" y="55"/>
                  <a:pt x="15" y="33"/>
                </a:cubicBezTo>
                <a:cubicBezTo>
                  <a:pt x="24" y="17"/>
                  <a:pt x="38" y="6"/>
                  <a:pt x="56" y="3"/>
                </a:cubicBezTo>
                <a:cubicBezTo>
                  <a:pt x="71" y="0"/>
                  <a:pt x="86" y="2"/>
                  <a:pt x="99" y="11"/>
                </a:cubicBezTo>
                <a:cubicBezTo>
                  <a:pt x="100" y="12"/>
                  <a:pt x="101" y="12"/>
                  <a:pt x="102" y="13"/>
                </a:cubicBezTo>
                <a:cubicBezTo>
                  <a:pt x="103" y="10"/>
                  <a:pt x="104" y="7"/>
                  <a:pt x="105" y="5"/>
                </a:cubicBezTo>
                <a:cubicBezTo>
                  <a:pt x="107" y="5"/>
                  <a:pt x="109" y="5"/>
                  <a:pt x="112" y="5"/>
                </a:cubicBezTo>
                <a:cubicBezTo>
                  <a:pt x="115" y="18"/>
                  <a:pt x="119" y="32"/>
                  <a:pt x="122" y="46"/>
                </a:cubicBezTo>
                <a:cubicBezTo>
                  <a:pt x="120" y="47"/>
                  <a:pt x="117" y="48"/>
                  <a:pt x="114" y="49"/>
                </a:cubicBezTo>
                <a:cubicBezTo>
                  <a:pt x="114" y="47"/>
                  <a:pt x="113" y="45"/>
                  <a:pt x="112" y="44"/>
                </a:cubicBezTo>
                <a:cubicBezTo>
                  <a:pt x="109" y="37"/>
                  <a:pt x="105" y="30"/>
                  <a:pt x="100" y="25"/>
                </a:cubicBezTo>
                <a:cubicBezTo>
                  <a:pt x="84" y="8"/>
                  <a:pt x="59" y="7"/>
                  <a:pt x="42" y="23"/>
                </a:cubicBezTo>
                <a:cubicBezTo>
                  <a:pt x="31" y="34"/>
                  <a:pt x="25" y="47"/>
                  <a:pt x="24" y="62"/>
                </a:cubicBezTo>
                <a:cubicBezTo>
                  <a:pt x="22" y="79"/>
                  <a:pt x="25" y="95"/>
                  <a:pt x="34" y="109"/>
                </a:cubicBezTo>
                <a:cubicBezTo>
                  <a:pt x="44" y="125"/>
                  <a:pt x="59" y="132"/>
                  <a:pt x="77" y="131"/>
                </a:cubicBezTo>
                <a:cubicBezTo>
                  <a:pt x="86" y="130"/>
                  <a:pt x="94" y="127"/>
                  <a:pt x="101" y="120"/>
                </a:cubicBezTo>
                <a:cubicBezTo>
                  <a:pt x="104" y="117"/>
                  <a:pt x="106" y="114"/>
                  <a:pt x="106" y="109"/>
                </a:cubicBezTo>
                <a:cubicBezTo>
                  <a:pt x="106" y="103"/>
                  <a:pt x="107" y="96"/>
                  <a:pt x="106" y="90"/>
                </a:cubicBezTo>
                <a:cubicBezTo>
                  <a:pt x="106" y="82"/>
                  <a:pt x="104" y="81"/>
                  <a:pt x="96" y="79"/>
                </a:cubicBezTo>
                <a:cubicBezTo>
                  <a:pt x="94" y="79"/>
                  <a:pt x="91" y="79"/>
                  <a:pt x="87" y="79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7" name="Freeform 25">
            <a:extLst xmlns:a="http://schemas.openxmlformats.org/drawingml/2006/main">
              <a:ext uri="{FF2B5EF4-FFF2-40B4-BE49-F238E27FC236}">
                <a16:creationId xmlns:a16="http://schemas.microsoft.com/office/drawing/2014/main" id="{1C5B9769-8D34-4906-A06B-403890F06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081" y="688046"/>
            <a:ext cx="57594" cy="70710"/>
          </a:xfrm>
          <a:custGeom xmlns:a="http://schemas.openxmlformats.org/drawingml/2006/main">
            <a:gdLst>
              <a:gd name="T0" fmla="*/ 103 w 113"/>
              <a:gd name="T1" fmla="*/ 44 h 140"/>
              <a:gd name="T2" fmla="*/ 95 w 113"/>
              <a:gd name="T3" fmla="*/ 46 h 140"/>
              <a:gd name="T4" fmla="*/ 92 w 113"/>
              <a:gd name="T5" fmla="*/ 41 h 140"/>
              <a:gd name="T6" fmla="*/ 72 w 113"/>
              <a:gd name="T7" fmla="*/ 18 h 140"/>
              <a:gd name="T8" fmla="*/ 38 w 113"/>
              <a:gd name="T9" fmla="*/ 12 h 140"/>
              <a:gd name="T10" fmla="*/ 25 w 113"/>
              <a:gd name="T11" fmla="*/ 19 h 140"/>
              <a:gd name="T12" fmla="*/ 26 w 113"/>
              <a:gd name="T13" fmla="*/ 44 h 140"/>
              <a:gd name="T14" fmla="*/ 42 w 113"/>
              <a:gd name="T15" fmla="*/ 53 h 140"/>
              <a:gd name="T16" fmla="*/ 70 w 113"/>
              <a:gd name="T17" fmla="*/ 62 h 140"/>
              <a:gd name="T18" fmla="*/ 90 w 113"/>
              <a:gd name="T19" fmla="*/ 70 h 140"/>
              <a:gd name="T20" fmla="*/ 97 w 113"/>
              <a:gd name="T21" fmla="*/ 125 h 140"/>
              <a:gd name="T22" fmla="*/ 56 w 113"/>
              <a:gd name="T23" fmla="*/ 140 h 140"/>
              <a:gd name="T24" fmla="*/ 25 w 113"/>
              <a:gd name="T25" fmla="*/ 128 h 140"/>
              <a:gd name="T26" fmla="*/ 21 w 113"/>
              <a:gd name="T27" fmla="*/ 125 h 140"/>
              <a:gd name="T28" fmla="*/ 16 w 113"/>
              <a:gd name="T29" fmla="*/ 137 h 140"/>
              <a:gd name="T30" fmla="*/ 10 w 113"/>
              <a:gd name="T31" fmla="*/ 137 h 140"/>
              <a:gd name="T32" fmla="*/ 1 w 113"/>
              <a:gd name="T33" fmla="*/ 89 h 140"/>
              <a:gd name="T34" fmla="*/ 10 w 113"/>
              <a:gd name="T35" fmla="*/ 87 h 140"/>
              <a:gd name="T36" fmla="*/ 13 w 113"/>
              <a:gd name="T37" fmla="*/ 95 h 140"/>
              <a:gd name="T38" fmla="*/ 36 w 113"/>
              <a:gd name="T39" fmla="*/ 122 h 140"/>
              <a:gd name="T40" fmla="*/ 69 w 113"/>
              <a:gd name="T41" fmla="*/ 128 h 140"/>
              <a:gd name="T42" fmla="*/ 85 w 113"/>
              <a:gd name="T43" fmla="*/ 119 h 140"/>
              <a:gd name="T44" fmla="*/ 81 w 113"/>
              <a:gd name="T45" fmla="*/ 86 h 140"/>
              <a:gd name="T46" fmla="*/ 63 w 113"/>
              <a:gd name="T47" fmla="*/ 79 h 140"/>
              <a:gd name="T48" fmla="*/ 38 w 113"/>
              <a:gd name="T49" fmla="*/ 71 h 140"/>
              <a:gd name="T50" fmla="*/ 19 w 113"/>
              <a:gd name="T51" fmla="*/ 62 h 140"/>
              <a:gd name="T52" fmla="*/ 15 w 113"/>
              <a:gd name="T53" fmla="*/ 13 h 140"/>
              <a:gd name="T54" fmla="*/ 51 w 113"/>
              <a:gd name="T55" fmla="*/ 0 h 140"/>
              <a:gd name="T56" fmla="*/ 81 w 113"/>
              <a:gd name="T57" fmla="*/ 10 h 140"/>
              <a:gd name="T58" fmla="*/ 82 w 113"/>
              <a:gd name="T59" fmla="*/ 11 h 140"/>
              <a:gd name="T60" fmla="*/ 83 w 113"/>
              <a:gd name="T61" fmla="*/ 11 h 140"/>
              <a:gd name="T62" fmla="*/ 87 w 113"/>
              <a:gd name="T63" fmla="*/ 2 h 140"/>
              <a:gd name="T64" fmla="*/ 93 w 113"/>
              <a:gd name="T65" fmla="*/ 2 h 140"/>
              <a:gd name="T66" fmla="*/ 103 w 113"/>
              <a:gd name="T67" fmla="*/ 44 h 140"/>
            </a:gdLst>
            <a:rect l="0" t="0" r="r" b="b"/>
            <a:pathLst>
              <a:path w="113" h="140">
                <a:moveTo>
                  <a:pt x="103" y="44"/>
                </a:moveTo>
                <a:cubicBezTo>
                  <a:pt x="100" y="45"/>
                  <a:pt x="98" y="45"/>
                  <a:pt x="95" y="46"/>
                </a:cubicBezTo>
                <a:cubicBezTo>
                  <a:pt x="94" y="44"/>
                  <a:pt x="93" y="43"/>
                  <a:pt x="92" y="41"/>
                </a:cubicBezTo>
                <a:cubicBezTo>
                  <a:pt x="87" y="32"/>
                  <a:pt x="81" y="24"/>
                  <a:pt x="72" y="18"/>
                </a:cubicBezTo>
                <a:cubicBezTo>
                  <a:pt x="61" y="11"/>
                  <a:pt x="50" y="9"/>
                  <a:pt x="38" y="12"/>
                </a:cubicBezTo>
                <a:cubicBezTo>
                  <a:pt x="33" y="13"/>
                  <a:pt x="28" y="16"/>
                  <a:pt x="25" y="19"/>
                </a:cubicBezTo>
                <a:cubicBezTo>
                  <a:pt x="18" y="27"/>
                  <a:pt x="19" y="38"/>
                  <a:pt x="26" y="44"/>
                </a:cubicBezTo>
                <a:cubicBezTo>
                  <a:pt x="31" y="49"/>
                  <a:pt x="36" y="51"/>
                  <a:pt x="42" y="53"/>
                </a:cubicBezTo>
                <a:cubicBezTo>
                  <a:pt x="51" y="56"/>
                  <a:pt x="61" y="59"/>
                  <a:pt x="70" y="62"/>
                </a:cubicBezTo>
                <a:cubicBezTo>
                  <a:pt x="77" y="64"/>
                  <a:pt x="84" y="67"/>
                  <a:pt x="90" y="70"/>
                </a:cubicBezTo>
                <a:cubicBezTo>
                  <a:pt x="113" y="83"/>
                  <a:pt x="112" y="111"/>
                  <a:pt x="97" y="125"/>
                </a:cubicBezTo>
                <a:cubicBezTo>
                  <a:pt x="85" y="137"/>
                  <a:pt x="71" y="140"/>
                  <a:pt x="56" y="140"/>
                </a:cubicBezTo>
                <a:cubicBezTo>
                  <a:pt x="44" y="139"/>
                  <a:pt x="34" y="135"/>
                  <a:pt x="25" y="128"/>
                </a:cubicBezTo>
                <a:cubicBezTo>
                  <a:pt x="24" y="127"/>
                  <a:pt x="23" y="126"/>
                  <a:pt x="21" y="125"/>
                </a:cubicBezTo>
                <a:cubicBezTo>
                  <a:pt x="19" y="129"/>
                  <a:pt x="18" y="133"/>
                  <a:pt x="16" y="137"/>
                </a:cubicBezTo>
                <a:cubicBezTo>
                  <a:pt x="14" y="137"/>
                  <a:pt x="12" y="137"/>
                  <a:pt x="10" y="137"/>
                </a:cubicBezTo>
                <a:cubicBezTo>
                  <a:pt x="7" y="121"/>
                  <a:pt x="4" y="105"/>
                  <a:pt x="1" y="89"/>
                </a:cubicBezTo>
                <a:cubicBezTo>
                  <a:pt x="4" y="88"/>
                  <a:pt x="7" y="88"/>
                  <a:pt x="10" y="87"/>
                </a:cubicBezTo>
                <a:cubicBezTo>
                  <a:pt x="11" y="90"/>
                  <a:pt x="12" y="93"/>
                  <a:pt x="13" y="95"/>
                </a:cubicBezTo>
                <a:cubicBezTo>
                  <a:pt x="18" y="106"/>
                  <a:pt x="26" y="116"/>
                  <a:pt x="36" y="122"/>
                </a:cubicBezTo>
                <a:cubicBezTo>
                  <a:pt x="46" y="129"/>
                  <a:pt x="57" y="131"/>
                  <a:pt x="69" y="128"/>
                </a:cubicBezTo>
                <a:cubicBezTo>
                  <a:pt x="75" y="127"/>
                  <a:pt x="80" y="123"/>
                  <a:pt x="85" y="119"/>
                </a:cubicBezTo>
                <a:cubicBezTo>
                  <a:pt x="94" y="110"/>
                  <a:pt x="94" y="93"/>
                  <a:pt x="81" y="86"/>
                </a:cubicBezTo>
                <a:cubicBezTo>
                  <a:pt x="75" y="83"/>
                  <a:pt x="69" y="81"/>
                  <a:pt x="63" y="79"/>
                </a:cubicBezTo>
                <a:cubicBezTo>
                  <a:pt x="55" y="76"/>
                  <a:pt x="46" y="74"/>
                  <a:pt x="38" y="71"/>
                </a:cubicBezTo>
                <a:cubicBezTo>
                  <a:pt x="31" y="69"/>
                  <a:pt x="25" y="66"/>
                  <a:pt x="19" y="62"/>
                </a:cubicBezTo>
                <a:cubicBezTo>
                  <a:pt x="1" y="51"/>
                  <a:pt x="0" y="27"/>
                  <a:pt x="15" y="13"/>
                </a:cubicBezTo>
                <a:cubicBezTo>
                  <a:pt x="25" y="3"/>
                  <a:pt x="37" y="0"/>
                  <a:pt x="51" y="0"/>
                </a:cubicBezTo>
                <a:cubicBezTo>
                  <a:pt x="62" y="0"/>
                  <a:pt x="72" y="3"/>
                  <a:pt x="81" y="10"/>
                </a:cubicBezTo>
                <a:cubicBezTo>
                  <a:pt x="81" y="10"/>
                  <a:pt x="81" y="11"/>
                  <a:pt x="82" y="11"/>
                </a:cubicBezTo>
                <a:cubicBezTo>
                  <a:pt x="82" y="11"/>
                  <a:pt x="82" y="11"/>
                  <a:pt x="83" y="11"/>
                </a:cubicBezTo>
                <a:cubicBezTo>
                  <a:pt x="84" y="8"/>
                  <a:pt x="85" y="5"/>
                  <a:pt x="87" y="2"/>
                </a:cubicBezTo>
                <a:cubicBezTo>
                  <a:pt x="89" y="2"/>
                  <a:pt x="91" y="2"/>
                  <a:pt x="93" y="2"/>
                </a:cubicBezTo>
                <a:cubicBezTo>
                  <a:pt x="96" y="16"/>
                  <a:pt x="100" y="30"/>
                  <a:pt x="103" y="4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8" name="Freeform 27">
            <a:extLst xmlns:a="http://schemas.openxmlformats.org/drawingml/2006/main">
              <a:ext uri="{FF2B5EF4-FFF2-40B4-BE49-F238E27FC236}">
                <a16:creationId xmlns:a16="http://schemas.microsoft.com/office/drawing/2014/main" id="{73F568C2-004E-4122-A6BA-74648AAD9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5846" y="688617"/>
            <a:ext cx="57594" cy="68429"/>
          </a:xfrm>
          <a:custGeom xmlns:a="http://schemas.openxmlformats.org/drawingml/2006/main">
            <a:gdLst>
              <a:gd name="T0" fmla="*/ 33 w 113"/>
              <a:gd name="T1" fmla="*/ 78 h 135"/>
              <a:gd name="T2" fmla="*/ 33 w 113"/>
              <a:gd name="T3" fmla="*/ 82 h 135"/>
              <a:gd name="T4" fmla="*/ 33 w 113"/>
              <a:gd name="T5" fmla="*/ 114 h 135"/>
              <a:gd name="T6" fmla="*/ 33 w 113"/>
              <a:gd name="T7" fmla="*/ 118 h 135"/>
              <a:gd name="T8" fmla="*/ 43 w 113"/>
              <a:gd name="T9" fmla="*/ 128 h 135"/>
              <a:gd name="T10" fmla="*/ 49 w 113"/>
              <a:gd name="T11" fmla="*/ 128 h 135"/>
              <a:gd name="T12" fmla="*/ 49 w 113"/>
              <a:gd name="T13" fmla="*/ 135 h 135"/>
              <a:gd name="T14" fmla="*/ 0 w 113"/>
              <a:gd name="T15" fmla="*/ 135 h 135"/>
              <a:gd name="T16" fmla="*/ 0 w 113"/>
              <a:gd name="T17" fmla="*/ 128 h 135"/>
              <a:gd name="T18" fmla="*/ 8 w 113"/>
              <a:gd name="T19" fmla="*/ 127 h 135"/>
              <a:gd name="T20" fmla="*/ 15 w 113"/>
              <a:gd name="T21" fmla="*/ 120 h 135"/>
              <a:gd name="T22" fmla="*/ 15 w 113"/>
              <a:gd name="T23" fmla="*/ 114 h 135"/>
              <a:gd name="T24" fmla="*/ 15 w 113"/>
              <a:gd name="T25" fmla="*/ 21 h 135"/>
              <a:gd name="T26" fmla="*/ 15 w 113"/>
              <a:gd name="T27" fmla="*/ 14 h 135"/>
              <a:gd name="T28" fmla="*/ 9 w 113"/>
              <a:gd name="T29" fmla="*/ 9 h 135"/>
              <a:gd name="T30" fmla="*/ 0 w 113"/>
              <a:gd name="T31" fmla="*/ 8 h 135"/>
              <a:gd name="T32" fmla="*/ 0 w 113"/>
              <a:gd name="T33" fmla="*/ 1 h 135"/>
              <a:gd name="T34" fmla="*/ 4 w 113"/>
              <a:gd name="T35" fmla="*/ 0 h 135"/>
              <a:gd name="T36" fmla="*/ 56 w 113"/>
              <a:gd name="T37" fmla="*/ 0 h 135"/>
              <a:gd name="T38" fmla="*/ 73 w 113"/>
              <a:gd name="T39" fmla="*/ 1 h 135"/>
              <a:gd name="T40" fmla="*/ 106 w 113"/>
              <a:gd name="T41" fmla="*/ 50 h 135"/>
              <a:gd name="T42" fmla="*/ 78 w 113"/>
              <a:gd name="T43" fmla="*/ 76 h 135"/>
              <a:gd name="T44" fmla="*/ 55 w 113"/>
              <a:gd name="T45" fmla="*/ 78 h 135"/>
              <a:gd name="T46" fmla="*/ 33 w 113"/>
              <a:gd name="T47" fmla="*/ 78 h 135"/>
              <a:gd name="T48" fmla="*/ 33 w 113"/>
              <a:gd name="T49" fmla="*/ 68 h 135"/>
              <a:gd name="T50" fmla="*/ 67 w 113"/>
              <a:gd name="T51" fmla="*/ 67 h 135"/>
              <a:gd name="T52" fmla="*/ 85 w 113"/>
              <a:gd name="T53" fmla="*/ 52 h 135"/>
              <a:gd name="T54" fmla="*/ 87 w 113"/>
              <a:gd name="T55" fmla="*/ 29 h 135"/>
              <a:gd name="T56" fmla="*/ 66 w 113"/>
              <a:gd name="T57" fmla="*/ 11 h 135"/>
              <a:gd name="T58" fmla="*/ 34 w 113"/>
              <a:gd name="T59" fmla="*/ 11 h 135"/>
              <a:gd name="T60" fmla="*/ 33 w 113"/>
              <a:gd name="T61" fmla="*/ 11 h 135"/>
              <a:gd name="T62" fmla="*/ 33 w 113"/>
              <a:gd name="T63" fmla="*/ 68 h 135"/>
            </a:gdLst>
            <a:rect l="0" t="0" r="r" b="b"/>
            <a:pathLst>
              <a:path w="113" h="135">
                <a:moveTo>
                  <a:pt x="33" y="78"/>
                </a:moveTo>
                <a:cubicBezTo>
                  <a:pt x="33" y="80"/>
                  <a:pt x="33" y="81"/>
                  <a:pt x="33" y="82"/>
                </a:cubicBezTo>
                <a:cubicBezTo>
                  <a:pt x="33" y="93"/>
                  <a:pt x="33" y="103"/>
                  <a:pt x="33" y="114"/>
                </a:cubicBezTo>
                <a:cubicBezTo>
                  <a:pt x="33" y="115"/>
                  <a:pt x="33" y="117"/>
                  <a:pt x="33" y="118"/>
                </a:cubicBezTo>
                <a:cubicBezTo>
                  <a:pt x="34" y="125"/>
                  <a:pt x="35" y="127"/>
                  <a:pt x="43" y="128"/>
                </a:cubicBezTo>
                <a:cubicBezTo>
                  <a:pt x="45" y="128"/>
                  <a:pt x="47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6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8" y="127"/>
                </a:cubicBezTo>
                <a:cubicBezTo>
                  <a:pt x="13" y="126"/>
                  <a:pt x="14" y="125"/>
                  <a:pt x="15" y="120"/>
                </a:cubicBezTo>
                <a:cubicBezTo>
                  <a:pt x="15" y="118"/>
                  <a:pt x="15" y="116"/>
                  <a:pt x="15" y="114"/>
                </a:cubicBezTo>
                <a:cubicBezTo>
                  <a:pt x="16" y="83"/>
                  <a:pt x="16" y="52"/>
                  <a:pt x="15" y="21"/>
                </a:cubicBezTo>
                <a:cubicBezTo>
                  <a:pt x="15" y="19"/>
                  <a:pt x="15" y="16"/>
                  <a:pt x="15" y="14"/>
                </a:cubicBezTo>
                <a:cubicBezTo>
                  <a:pt x="14" y="11"/>
                  <a:pt x="12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1" y="0"/>
                  <a:pt x="3" y="0"/>
                  <a:pt x="4" y="0"/>
                </a:cubicBezTo>
                <a:cubicBezTo>
                  <a:pt x="21" y="0"/>
                  <a:pt x="39" y="0"/>
                  <a:pt x="56" y="0"/>
                </a:cubicBezTo>
                <a:cubicBezTo>
                  <a:pt x="62" y="0"/>
                  <a:pt x="68" y="1"/>
                  <a:pt x="73" y="1"/>
                </a:cubicBezTo>
                <a:cubicBezTo>
                  <a:pt x="98" y="4"/>
                  <a:pt x="113" y="26"/>
                  <a:pt x="106" y="50"/>
                </a:cubicBezTo>
                <a:cubicBezTo>
                  <a:pt x="102" y="64"/>
                  <a:pt x="93" y="73"/>
                  <a:pt x="78" y="76"/>
                </a:cubicBezTo>
                <a:cubicBezTo>
                  <a:pt x="70" y="77"/>
                  <a:pt x="63" y="77"/>
                  <a:pt x="55" y="78"/>
                </a:cubicBezTo>
                <a:cubicBezTo>
                  <a:pt x="48" y="78"/>
                  <a:pt x="41" y="78"/>
                  <a:pt x="33" y="78"/>
                </a:cubicBezTo>
                <a:close/>
                <a:moveTo>
                  <a:pt x="33" y="68"/>
                </a:moveTo>
                <a:cubicBezTo>
                  <a:pt x="45" y="67"/>
                  <a:pt x="56" y="68"/>
                  <a:pt x="67" y="67"/>
                </a:cubicBezTo>
                <a:cubicBezTo>
                  <a:pt x="76" y="66"/>
                  <a:pt x="82" y="60"/>
                  <a:pt x="85" y="52"/>
                </a:cubicBezTo>
                <a:cubicBezTo>
                  <a:pt x="89" y="45"/>
                  <a:pt x="89" y="37"/>
                  <a:pt x="87" y="29"/>
                </a:cubicBezTo>
                <a:cubicBezTo>
                  <a:pt x="84" y="19"/>
                  <a:pt x="78" y="12"/>
                  <a:pt x="66" y="11"/>
                </a:cubicBezTo>
                <a:cubicBezTo>
                  <a:pt x="56" y="11"/>
                  <a:pt x="45" y="11"/>
                  <a:pt x="34" y="11"/>
                </a:cubicBezTo>
                <a:cubicBezTo>
                  <a:pt x="34" y="11"/>
                  <a:pt x="34" y="11"/>
                  <a:pt x="33" y="11"/>
                </a:cubicBezTo>
                <a:cubicBezTo>
                  <a:pt x="33" y="30"/>
                  <a:pt x="33" y="48"/>
                  <a:pt x="33" y="6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73C87130-55F8-4218-95FD-3A01B289B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5017" y="689187"/>
            <a:ext cx="67859" cy="70140"/>
          </a:xfrm>
          <a:custGeom xmlns:a="http://schemas.openxmlformats.org/drawingml/2006/main">
            <a:gdLst>
              <a:gd name="T0" fmla="*/ 49 w 133"/>
              <a:gd name="T1" fmla="*/ 0 h 138"/>
              <a:gd name="T2" fmla="*/ 49 w 133"/>
              <a:gd name="T3" fmla="*/ 7 h 138"/>
              <a:gd name="T4" fmla="*/ 41 w 133"/>
              <a:gd name="T5" fmla="*/ 8 h 138"/>
              <a:gd name="T6" fmla="*/ 34 w 133"/>
              <a:gd name="T7" fmla="*/ 15 h 138"/>
              <a:gd name="T8" fmla="*/ 33 w 133"/>
              <a:gd name="T9" fmla="*/ 23 h 138"/>
              <a:gd name="T10" fmla="*/ 33 w 133"/>
              <a:gd name="T11" fmla="*/ 83 h 138"/>
              <a:gd name="T12" fmla="*/ 34 w 133"/>
              <a:gd name="T13" fmla="*/ 96 h 138"/>
              <a:gd name="T14" fmla="*/ 60 w 133"/>
              <a:gd name="T15" fmla="*/ 124 h 138"/>
              <a:gd name="T16" fmla="*/ 100 w 133"/>
              <a:gd name="T17" fmla="*/ 110 h 138"/>
              <a:gd name="T18" fmla="*/ 106 w 133"/>
              <a:gd name="T19" fmla="*/ 94 h 138"/>
              <a:gd name="T20" fmla="*/ 107 w 133"/>
              <a:gd name="T21" fmla="*/ 80 h 138"/>
              <a:gd name="T22" fmla="*/ 107 w 133"/>
              <a:gd name="T23" fmla="*/ 24 h 138"/>
              <a:gd name="T24" fmla="*/ 106 w 133"/>
              <a:gd name="T25" fmla="*/ 15 h 138"/>
              <a:gd name="T26" fmla="*/ 97 w 133"/>
              <a:gd name="T27" fmla="*/ 8 h 138"/>
              <a:gd name="T28" fmla="*/ 91 w 133"/>
              <a:gd name="T29" fmla="*/ 7 h 138"/>
              <a:gd name="T30" fmla="*/ 91 w 133"/>
              <a:gd name="T31" fmla="*/ 0 h 138"/>
              <a:gd name="T32" fmla="*/ 133 w 133"/>
              <a:gd name="T33" fmla="*/ 0 h 138"/>
              <a:gd name="T34" fmla="*/ 133 w 133"/>
              <a:gd name="T35" fmla="*/ 7 h 138"/>
              <a:gd name="T36" fmla="*/ 126 w 133"/>
              <a:gd name="T37" fmla="*/ 8 h 138"/>
              <a:gd name="T38" fmla="*/ 118 w 133"/>
              <a:gd name="T39" fmla="*/ 15 h 138"/>
              <a:gd name="T40" fmla="*/ 118 w 133"/>
              <a:gd name="T41" fmla="*/ 25 h 138"/>
              <a:gd name="T42" fmla="*/ 117 w 133"/>
              <a:gd name="T43" fmla="*/ 88 h 138"/>
              <a:gd name="T44" fmla="*/ 114 w 133"/>
              <a:gd name="T45" fmla="*/ 105 h 138"/>
              <a:gd name="T46" fmla="*/ 74 w 133"/>
              <a:gd name="T47" fmla="*/ 136 h 138"/>
              <a:gd name="T48" fmla="*/ 35 w 133"/>
              <a:gd name="T49" fmla="*/ 127 h 138"/>
              <a:gd name="T50" fmla="*/ 17 w 133"/>
              <a:gd name="T51" fmla="*/ 96 h 138"/>
              <a:gd name="T52" fmla="*/ 16 w 133"/>
              <a:gd name="T53" fmla="*/ 83 h 138"/>
              <a:gd name="T54" fmla="*/ 16 w 133"/>
              <a:gd name="T55" fmla="*/ 25 h 138"/>
              <a:gd name="T56" fmla="*/ 16 w 133"/>
              <a:gd name="T57" fmla="*/ 15 h 138"/>
              <a:gd name="T58" fmla="*/ 8 w 133"/>
              <a:gd name="T59" fmla="*/ 8 h 138"/>
              <a:gd name="T60" fmla="*/ 0 w 133"/>
              <a:gd name="T61" fmla="*/ 7 h 138"/>
              <a:gd name="T62" fmla="*/ 0 w 133"/>
              <a:gd name="T63" fmla="*/ 0 h 138"/>
              <a:gd name="T64" fmla="*/ 49 w 133"/>
              <a:gd name="T65" fmla="*/ 0 h 138"/>
            </a:gdLst>
            <a:rect l="0" t="0" r="r" b="b"/>
            <a:pathLst>
              <a:path w="133" h="138">
                <a:moveTo>
                  <a:pt x="49" y="0"/>
                </a:move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1" y="8"/>
                </a:cubicBezTo>
                <a:cubicBezTo>
                  <a:pt x="36" y="8"/>
                  <a:pt x="34" y="10"/>
                  <a:pt x="34" y="15"/>
                </a:cubicBezTo>
                <a:cubicBezTo>
                  <a:pt x="33" y="17"/>
                  <a:pt x="33" y="20"/>
                  <a:pt x="33" y="23"/>
                </a:cubicBezTo>
                <a:cubicBezTo>
                  <a:pt x="33" y="43"/>
                  <a:pt x="33" y="63"/>
                  <a:pt x="33" y="83"/>
                </a:cubicBezTo>
                <a:cubicBezTo>
                  <a:pt x="33" y="87"/>
                  <a:pt x="33" y="92"/>
                  <a:pt x="34" y="96"/>
                </a:cubicBezTo>
                <a:cubicBezTo>
                  <a:pt x="36" y="112"/>
                  <a:pt x="46" y="120"/>
                  <a:pt x="60" y="124"/>
                </a:cubicBezTo>
                <a:cubicBezTo>
                  <a:pt x="76" y="128"/>
                  <a:pt x="89" y="123"/>
                  <a:pt x="100" y="110"/>
                </a:cubicBezTo>
                <a:cubicBezTo>
                  <a:pt x="104" y="106"/>
                  <a:pt x="105" y="100"/>
                  <a:pt x="106" y="94"/>
                </a:cubicBezTo>
                <a:cubicBezTo>
                  <a:pt x="106" y="90"/>
                  <a:pt x="106" y="85"/>
                  <a:pt x="107" y="80"/>
                </a:cubicBezTo>
                <a:cubicBezTo>
                  <a:pt x="107" y="62"/>
                  <a:pt x="107" y="43"/>
                  <a:pt x="107" y="24"/>
                </a:cubicBezTo>
                <a:cubicBezTo>
                  <a:pt x="107" y="21"/>
                  <a:pt x="106" y="18"/>
                  <a:pt x="106" y="15"/>
                </a:cubicBezTo>
                <a:cubicBezTo>
                  <a:pt x="105" y="10"/>
                  <a:pt x="103" y="8"/>
                  <a:pt x="97" y="8"/>
                </a:cubicBezTo>
                <a:cubicBezTo>
                  <a:pt x="95" y="7"/>
                  <a:pt x="93" y="7"/>
                  <a:pt x="91" y="7"/>
                </a:cubicBezTo>
                <a:cubicBezTo>
                  <a:pt x="91" y="4"/>
                  <a:pt x="91" y="2"/>
                  <a:pt x="91" y="0"/>
                </a:cubicBezTo>
                <a:cubicBezTo>
                  <a:pt x="105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1" y="7"/>
                  <a:pt x="128" y="7"/>
                  <a:pt x="126" y="8"/>
                </a:cubicBezTo>
                <a:cubicBezTo>
                  <a:pt x="121" y="8"/>
                  <a:pt x="119" y="11"/>
                  <a:pt x="118" y="15"/>
                </a:cubicBezTo>
                <a:cubicBezTo>
                  <a:pt x="118" y="18"/>
                  <a:pt x="118" y="22"/>
                  <a:pt x="118" y="25"/>
                </a:cubicBezTo>
                <a:cubicBezTo>
                  <a:pt x="117" y="46"/>
                  <a:pt x="118" y="67"/>
                  <a:pt x="117" y="88"/>
                </a:cubicBezTo>
                <a:cubicBezTo>
                  <a:pt x="117" y="94"/>
                  <a:pt x="116" y="99"/>
                  <a:pt x="114" y="105"/>
                </a:cubicBezTo>
                <a:cubicBezTo>
                  <a:pt x="108" y="124"/>
                  <a:pt x="94" y="134"/>
                  <a:pt x="74" y="136"/>
                </a:cubicBezTo>
                <a:cubicBezTo>
                  <a:pt x="60" y="138"/>
                  <a:pt x="47" y="135"/>
                  <a:pt x="35" y="127"/>
                </a:cubicBezTo>
                <a:cubicBezTo>
                  <a:pt x="24" y="120"/>
                  <a:pt x="18" y="109"/>
                  <a:pt x="17" y="96"/>
                </a:cubicBezTo>
                <a:cubicBezTo>
                  <a:pt x="16" y="92"/>
                  <a:pt x="16" y="87"/>
                  <a:pt x="16" y="83"/>
                </a:cubicBezTo>
                <a:cubicBezTo>
                  <a:pt x="16" y="64"/>
                  <a:pt x="16" y="45"/>
                  <a:pt x="16" y="25"/>
                </a:cubicBezTo>
                <a:cubicBezTo>
                  <a:pt x="16" y="22"/>
                  <a:pt x="16" y="18"/>
                  <a:pt x="16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1DC80374-62DE-435C-A5D1-F37089B4C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371" y="689187"/>
            <a:ext cx="67288" cy="69569"/>
          </a:xfrm>
          <a:custGeom xmlns:a="http://schemas.openxmlformats.org/drawingml/2006/main">
            <a:gdLst>
              <a:gd name="T0" fmla="*/ 73 w 133"/>
              <a:gd name="T1" fmla="*/ 137 h 137"/>
              <a:gd name="T2" fmla="*/ 64 w 133"/>
              <a:gd name="T3" fmla="*/ 137 h 137"/>
              <a:gd name="T4" fmla="*/ 58 w 133"/>
              <a:gd name="T5" fmla="*/ 133 h 137"/>
              <a:gd name="T6" fmla="*/ 39 w 133"/>
              <a:gd name="T7" fmla="*/ 80 h 137"/>
              <a:gd name="T8" fmla="*/ 17 w 133"/>
              <a:gd name="T9" fmla="*/ 23 h 137"/>
              <a:gd name="T10" fmla="*/ 13 w 133"/>
              <a:gd name="T11" fmla="*/ 14 h 137"/>
              <a:gd name="T12" fmla="*/ 4 w 133"/>
              <a:gd name="T13" fmla="*/ 7 h 137"/>
              <a:gd name="T14" fmla="*/ 0 w 133"/>
              <a:gd name="T15" fmla="*/ 7 h 137"/>
              <a:gd name="T16" fmla="*/ 0 w 133"/>
              <a:gd name="T17" fmla="*/ 0 h 137"/>
              <a:gd name="T18" fmla="*/ 47 w 133"/>
              <a:gd name="T19" fmla="*/ 0 h 137"/>
              <a:gd name="T20" fmla="*/ 47 w 133"/>
              <a:gd name="T21" fmla="*/ 7 h 137"/>
              <a:gd name="T22" fmla="*/ 39 w 133"/>
              <a:gd name="T23" fmla="*/ 8 h 137"/>
              <a:gd name="T24" fmla="*/ 34 w 133"/>
              <a:gd name="T25" fmla="*/ 15 h 137"/>
              <a:gd name="T26" fmla="*/ 35 w 133"/>
              <a:gd name="T27" fmla="*/ 20 h 137"/>
              <a:gd name="T28" fmla="*/ 68 w 133"/>
              <a:gd name="T29" fmla="*/ 112 h 137"/>
              <a:gd name="T30" fmla="*/ 70 w 133"/>
              <a:gd name="T31" fmla="*/ 116 h 137"/>
              <a:gd name="T32" fmla="*/ 72 w 133"/>
              <a:gd name="T33" fmla="*/ 113 h 137"/>
              <a:gd name="T34" fmla="*/ 106 w 133"/>
              <a:gd name="T35" fmla="*/ 18 h 137"/>
              <a:gd name="T36" fmla="*/ 106 w 133"/>
              <a:gd name="T37" fmla="*/ 16 h 137"/>
              <a:gd name="T38" fmla="*/ 101 w 133"/>
              <a:gd name="T39" fmla="*/ 7 h 137"/>
              <a:gd name="T40" fmla="*/ 94 w 133"/>
              <a:gd name="T41" fmla="*/ 7 h 137"/>
              <a:gd name="T42" fmla="*/ 94 w 133"/>
              <a:gd name="T43" fmla="*/ 0 h 137"/>
              <a:gd name="T44" fmla="*/ 133 w 133"/>
              <a:gd name="T45" fmla="*/ 0 h 137"/>
              <a:gd name="T46" fmla="*/ 133 w 133"/>
              <a:gd name="T47" fmla="*/ 7 h 137"/>
              <a:gd name="T48" fmla="*/ 130 w 133"/>
              <a:gd name="T49" fmla="*/ 7 h 137"/>
              <a:gd name="T50" fmla="*/ 119 w 133"/>
              <a:gd name="T51" fmla="*/ 16 h 137"/>
              <a:gd name="T52" fmla="*/ 110 w 133"/>
              <a:gd name="T53" fmla="*/ 38 h 137"/>
              <a:gd name="T54" fmla="*/ 74 w 133"/>
              <a:gd name="T55" fmla="*/ 133 h 137"/>
              <a:gd name="T56" fmla="*/ 73 w 133"/>
              <a:gd name="T57" fmla="*/ 137 h 137"/>
            </a:gdLst>
            <a:rect l="0" t="0" r="r" b="b"/>
            <a:pathLst>
              <a:path w="133" h="137">
                <a:moveTo>
                  <a:pt x="73" y="137"/>
                </a:moveTo>
                <a:cubicBezTo>
                  <a:pt x="69" y="137"/>
                  <a:pt x="66" y="137"/>
                  <a:pt x="64" y="137"/>
                </a:cubicBezTo>
                <a:cubicBezTo>
                  <a:pt x="61" y="137"/>
                  <a:pt x="59" y="136"/>
                  <a:pt x="58" y="133"/>
                </a:cubicBezTo>
                <a:cubicBezTo>
                  <a:pt x="52" y="115"/>
                  <a:pt x="45" y="98"/>
                  <a:pt x="39" y="80"/>
                </a:cubicBezTo>
                <a:cubicBezTo>
                  <a:pt x="31" y="61"/>
                  <a:pt x="24" y="42"/>
                  <a:pt x="17" y="23"/>
                </a:cubicBezTo>
                <a:cubicBezTo>
                  <a:pt x="16" y="20"/>
                  <a:pt x="15" y="17"/>
                  <a:pt x="13" y="14"/>
                </a:cubicBezTo>
                <a:cubicBezTo>
                  <a:pt x="11" y="10"/>
                  <a:pt x="8" y="8"/>
                  <a:pt x="4" y="7"/>
                </a:cubicBezTo>
                <a:cubicBezTo>
                  <a:pt x="3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7" y="0"/>
                </a:cubicBezTo>
                <a:cubicBezTo>
                  <a:pt x="47" y="2"/>
                  <a:pt x="47" y="4"/>
                  <a:pt x="47" y="7"/>
                </a:cubicBezTo>
                <a:cubicBezTo>
                  <a:pt x="44" y="7"/>
                  <a:pt x="42" y="7"/>
                  <a:pt x="39" y="8"/>
                </a:cubicBezTo>
                <a:cubicBezTo>
                  <a:pt x="34" y="8"/>
                  <a:pt x="33" y="10"/>
                  <a:pt x="34" y="15"/>
                </a:cubicBezTo>
                <a:cubicBezTo>
                  <a:pt x="34" y="17"/>
                  <a:pt x="35" y="19"/>
                  <a:pt x="35" y="20"/>
                </a:cubicBezTo>
                <a:cubicBezTo>
                  <a:pt x="46" y="51"/>
                  <a:pt x="57" y="81"/>
                  <a:pt x="68" y="112"/>
                </a:cubicBezTo>
                <a:cubicBezTo>
                  <a:pt x="69" y="113"/>
                  <a:pt x="69" y="114"/>
                  <a:pt x="70" y="116"/>
                </a:cubicBezTo>
                <a:cubicBezTo>
                  <a:pt x="71" y="114"/>
                  <a:pt x="71" y="113"/>
                  <a:pt x="72" y="113"/>
                </a:cubicBezTo>
                <a:cubicBezTo>
                  <a:pt x="83" y="81"/>
                  <a:pt x="94" y="50"/>
                  <a:pt x="106" y="18"/>
                </a:cubicBezTo>
                <a:cubicBezTo>
                  <a:pt x="106" y="17"/>
                  <a:pt x="106" y="17"/>
                  <a:pt x="106" y="16"/>
                </a:cubicBezTo>
                <a:cubicBezTo>
                  <a:pt x="107" y="10"/>
                  <a:pt x="106" y="8"/>
                  <a:pt x="101" y="7"/>
                </a:cubicBezTo>
                <a:cubicBezTo>
                  <a:pt x="98" y="7"/>
                  <a:pt x="96" y="7"/>
                  <a:pt x="94" y="7"/>
                </a:cubicBezTo>
                <a:cubicBezTo>
                  <a:pt x="94" y="4"/>
                  <a:pt x="94" y="2"/>
                  <a:pt x="94" y="0"/>
                </a:cubicBezTo>
                <a:cubicBezTo>
                  <a:pt x="106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2" y="7"/>
                  <a:pt x="131" y="7"/>
                  <a:pt x="130" y="7"/>
                </a:cubicBezTo>
                <a:cubicBezTo>
                  <a:pt x="124" y="8"/>
                  <a:pt x="121" y="11"/>
                  <a:pt x="119" y="16"/>
                </a:cubicBezTo>
                <a:cubicBezTo>
                  <a:pt x="116" y="24"/>
                  <a:pt x="113" y="31"/>
                  <a:pt x="110" y="38"/>
                </a:cubicBezTo>
                <a:cubicBezTo>
                  <a:pt x="98" y="70"/>
                  <a:pt x="86" y="101"/>
                  <a:pt x="74" y="133"/>
                </a:cubicBezTo>
                <a:cubicBezTo>
                  <a:pt x="74" y="134"/>
                  <a:pt x="73" y="135"/>
                  <a:pt x="73" y="13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42F67947-6C1B-46BA-A4D5-61288405C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6484" y="689187"/>
            <a:ext cx="61016" cy="68429"/>
          </a:xfrm>
          <a:custGeom xmlns:a="http://schemas.openxmlformats.org/drawingml/2006/main">
            <a:gdLst>
              <a:gd name="T0" fmla="*/ 85 w 120"/>
              <a:gd name="T1" fmla="*/ 127 h 135"/>
              <a:gd name="T2" fmla="*/ 85 w 120"/>
              <a:gd name="T3" fmla="*/ 134 h 135"/>
              <a:gd name="T4" fmla="*/ 35 w 120"/>
              <a:gd name="T5" fmla="*/ 134 h 135"/>
              <a:gd name="T6" fmla="*/ 35 w 120"/>
              <a:gd name="T7" fmla="*/ 127 h 135"/>
              <a:gd name="T8" fmla="*/ 44 w 120"/>
              <a:gd name="T9" fmla="*/ 126 h 135"/>
              <a:gd name="T10" fmla="*/ 50 w 120"/>
              <a:gd name="T11" fmla="*/ 120 h 135"/>
              <a:gd name="T12" fmla="*/ 51 w 120"/>
              <a:gd name="T13" fmla="*/ 113 h 135"/>
              <a:gd name="T14" fmla="*/ 51 w 120"/>
              <a:gd name="T15" fmla="*/ 85 h 135"/>
              <a:gd name="T16" fmla="*/ 50 w 120"/>
              <a:gd name="T17" fmla="*/ 79 h 135"/>
              <a:gd name="T18" fmla="*/ 17 w 120"/>
              <a:gd name="T19" fmla="*/ 19 h 135"/>
              <a:gd name="T20" fmla="*/ 15 w 120"/>
              <a:gd name="T21" fmla="*/ 15 h 135"/>
              <a:gd name="T22" fmla="*/ 3 w 120"/>
              <a:gd name="T23" fmla="*/ 7 h 135"/>
              <a:gd name="T24" fmla="*/ 0 w 120"/>
              <a:gd name="T25" fmla="*/ 7 h 135"/>
              <a:gd name="T26" fmla="*/ 0 w 120"/>
              <a:gd name="T27" fmla="*/ 0 h 135"/>
              <a:gd name="T28" fmla="*/ 48 w 120"/>
              <a:gd name="T29" fmla="*/ 0 h 135"/>
              <a:gd name="T30" fmla="*/ 48 w 120"/>
              <a:gd name="T31" fmla="*/ 7 h 135"/>
              <a:gd name="T32" fmla="*/ 40 w 120"/>
              <a:gd name="T33" fmla="*/ 7 h 135"/>
              <a:gd name="T34" fmla="*/ 36 w 120"/>
              <a:gd name="T35" fmla="*/ 14 h 135"/>
              <a:gd name="T36" fmla="*/ 37 w 120"/>
              <a:gd name="T37" fmla="*/ 18 h 135"/>
              <a:gd name="T38" fmla="*/ 61 w 120"/>
              <a:gd name="T39" fmla="*/ 64 h 135"/>
              <a:gd name="T40" fmla="*/ 63 w 120"/>
              <a:gd name="T41" fmla="*/ 68 h 135"/>
              <a:gd name="T42" fmla="*/ 66 w 120"/>
              <a:gd name="T43" fmla="*/ 64 h 135"/>
              <a:gd name="T44" fmla="*/ 91 w 120"/>
              <a:gd name="T45" fmla="*/ 18 h 135"/>
              <a:gd name="T46" fmla="*/ 93 w 120"/>
              <a:gd name="T47" fmla="*/ 12 h 135"/>
              <a:gd name="T48" fmla="*/ 90 w 120"/>
              <a:gd name="T49" fmla="*/ 8 h 135"/>
              <a:gd name="T50" fmla="*/ 81 w 120"/>
              <a:gd name="T51" fmla="*/ 7 h 135"/>
              <a:gd name="T52" fmla="*/ 81 w 120"/>
              <a:gd name="T53" fmla="*/ 0 h 135"/>
              <a:gd name="T54" fmla="*/ 120 w 120"/>
              <a:gd name="T55" fmla="*/ 0 h 135"/>
              <a:gd name="T56" fmla="*/ 120 w 120"/>
              <a:gd name="T57" fmla="*/ 7 h 135"/>
              <a:gd name="T58" fmla="*/ 115 w 120"/>
              <a:gd name="T59" fmla="*/ 8 h 135"/>
              <a:gd name="T60" fmla="*/ 108 w 120"/>
              <a:gd name="T61" fmla="*/ 12 h 135"/>
              <a:gd name="T62" fmla="*/ 103 w 120"/>
              <a:gd name="T63" fmla="*/ 19 h 135"/>
              <a:gd name="T64" fmla="*/ 71 w 120"/>
              <a:gd name="T65" fmla="*/ 75 h 135"/>
              <a:gd name="T66" fmla="*/ 69 w 120"/>
              <a:gd name="T67" fmla="*/ 82 h 135"/>
              <a:gd name="T68" fmla="*/ 69 w 120"/>
              <a:gd name="T69" fmla="*/ 111 h 135"/>
              <a:gd name="T70" fmla="*/ 69 w 120"/>
              <a:gd name="T71" fmla="*/ 118 h 135"/>
              <a:gd name="T72" fmla="*/ 77 w 120"/>
              <a:gd name="T73" fmla="*/ 126 h 135"/>
              <a:gd name="T74" fmla="*/ 85 w 120"/>
              <a:gd name="T75" fmla="*/ 127 h 135"/>
            </a:gdLst>
            <a:rect l="0" t="0" r="r" b="b"/>
            <a:pathLst>
              <a:path w="120" h="135">
                <a:moveTo>
                  <a:pt x="85" y="127"/>
                </a:moveTo>
                <a:cubicBezTo>
                  <a:pt x="85" y="130"/>
                  <a:pt x="85" y="132"/>
                  <a:pt x="85" y="134"/>
                </a:cubicBezTo>
                <a:cubicBezTo>
                  <a:pt x="81" y="135"/>
                  <a:pt x="44" y="135"/>
                  <a:pt x="35" y="134"/>
                </a:cubicBezTo>
                <a:cubicBezTo>
                  <a:pt x="35" y="132"/>
                  <a:pt x="35" y="130"/>
                  <a:pt x="35" y="127"/>
                </a:cubicBezTo>
                <a:cubicBezTo>
                  <a:pt x="38" y="127"/>
                  <a:pt x="41" y="126"/>
                  <a:pt x="44" y="126"/>
                </a:cubicBezTo>
                <a:cubicBezTo>
                  <a:pt x="48" y="126"/>
                  <a:pt x="50" y="124"/>
                  <a:pt x="50" y="120"/>
                </a:cubicBezTo>
                <a:cubicBezTo>
                  <a:pt x="51" y="118"/>
                  <a:pt x="51" y="115"/>
                  <a:pt x="51" y="113"/>
                </a:cubicBezTo>
                <a:cubicBezTo>
                  <a:pt x="51" y="104"/>
                  <a:pt x="51" y="95"/>
                  <a:pt x="51" y="85"/>
                </a:cubicBezTo>
                <a:cubicBezTo>
                  <a:pt x="51" y="83"/>
                  <a:pt x="51" y="81"/>
                  <a:pt x="50" y="79"/>
                </a:cubicBezTo>
                <a:cubicBezTo>
                  <a:pt x="39" y="59"/>
                  <a:pt x="28" y="39"/>
                  <a:pt x="17" y="19"/>
                </a:cubicBezTo>
                <a:cubicBezTo>
                  <a:pt x="16" y="17"/>
                  <a:pt x="15" y="16"/>
                  <a:pt x="15" y="15"/>
                </a:cubicBezTo>
                <a:cubicBezTo>
                  <a:pt x="12" y="10"/>
                  <a:pt x="9" y="7"/>
                  <a:pt x="3" y="7"/>
                </a:cubicBezTo>
                <a:cubicBezTo>
                  <a:pt x="2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8" y="0"/>
                </a:cubicBezTo>
                <a:cubicBezTo>
                  <a:pt x="48" y="2"/>
                  <a:pt x="48" y="4"/>
                  <a:pt x="48" y="7"/>
                </a:cubicBezTo>
                <a:cubicBezTo>
                  <a:pt x="45" y="7"/>
                  <a:pt x="42" y="7"/>
                  <a:pt x="40" y="7"/>
                </a:cubicBezTo>
                <a:cubicBezTo>
                  <a:pt x="35" y="8"/>
                  <a:pt x="34" y="10"/>
                  <a:pt x="36" y="14"/>
                </a:cubicBezTo>
                <a:cubicBezTo>
                  <a:pt x="36" y="15"/>
                  <a:pt x="37" y="17"/>
                  <a:pt x="37" y="18"/>
                </a:cubicBezTo>
                <a:cubicBezTo>
                  <a:pt x="45" y="33"/>
                  <a:pt x="53" y="49"/>
                  <a:pt x="61" y="64"/>
                </a:cubicBezTo>
                <a:cubicBezTo>
                  <a:pt x="61" y="65"/>
                  <a:pt x="62" y="66"/>
                  <a:pt x="63" y="68"/>
                </a:cubicBezTo>
                <a:cubicBezTo>
                  <a:pt x="64" y="66"/>
                  <a:pt x="65" y="65"/>
                  <a:pt x="66" y="64"/>
                </a:cubicBezTo>
                <a:cubicBezTo>
                  <a:pt x="74" y="49"/>
                  <a:pt x="82" y="34"/>
                  <a:pt x="91" y="18"/>
                </a:cubicBezTo>
                <a:cubicBezTo>
                  <a:pt x="92" y="16"/>
                  <a:pt x="93" y="14"/>
                  <a:pt x="93" y="12"/>
                </a:cubicBezTo>
                <a:cubicBezTo>
                  <a:pt x="94" y="9"/>
                  <a:pt x="93" y="8"/>
                  <a:pt x="90" y="8"/>
                </a:cubicBezTo>
                <a:cubicBezTo>
                  <a:pt x="87" y="7"/>
                  <a:pt x="85" y="7"/>
                  <a:pt x="81" y="7"/>
                </a:cubicBezTo>
                <a:cubicBezTo>
                  <a:pt x="81" y="4"/>
                  <a:pt x="81" y="2"/>
                  <a:pt x="81" y="0"/>
                </a:cubicBezTo>
                <a:cubicBezTo>
                  <a:pt x="94" y="0"/>
                  <a:pt x="107" y="0"/>
                  <a:pt x="120" y="0"/>
                </a:cubicBezTo>
                <a:cubicBezTo>
                  <a:pt x="120" y="2"/>
                  <a:pt x="120" y="4"/>
                  <a:pt x="120" y="7"/>
                </a:cubicBezTo>
                <a:cubicBezTo>
                  <a:pt x="119" y="7"/>
                  <a:pt x="117" y="7"/>
                  <a:pt x="115" y="8"/>
                </a:cubicBezTo>
                <a:cubicBezTo>
                  <a:pt x="112" y="8"/>
                  <a:pt x="109" y="9"/>
                  <a:pt x="108" y="12"/>
                </a:cubicBezTo>
                <a:cubicBezTo>
                  <a:pt x="106" y="14"/>
                  <a:pt x="104" y="17"/>
                  <a:pt x="103" y="19"/>
                </a:cubicBezTo>
                <a:cubicBezTo>
                  <a:pt x="92" y="38"/>
                  <a:pt x="81" y="56"/>
                  <a:pt x="71" y="75"/>
                </a:cubicBezTo>
                <a:cubicBezTo>
                  <a:pt x="69" y="77"/>
                  <a:pt x="68" y="80"/>
                  <a:pt x="69" y="82"/>
                </a:cubicBezTo>
                <a:cubicBezTo>
                  <a:pt x="69" y="92"/>
                  <a:pt x="69" y="102"/>
                  <a:pt x="69" y="111"/>
                </a:cubicBezTo>
                <a:cubicBezTo>
                  <a:pt x="69" y="114"/>
                  <a:pt x="69" y="116"/>
                  <a:pt x="69" y="118"/>
                </a:cubicBezTo>
                <a:cubicBezTo>
                  <a:pt x="70" y="124"/>
                  <a:pt x="71" y="125"/>
                  <a:pt x="77" y="126"/>
                </a:cubicBezTo>
                <a:cubicBezTo>
                  <a:pt x="80" y="126"/>
                  <a:pt x="82" y="127"/>
                  <a:pt x="85" y="12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15C60A0A-E45A-49BC-89E9-A4FD74999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749" y="686906"/>
            <a:ext cx="58735" cy="70140"/>
          </a:xfrm>
          <a:custGeom xmlns:a="http://schemas.openxmlformats.org/drawingml/2006/main">
            <a:gdLst>
              <a:gd name="T0" fmla="*/ 108 w 116"/>
              <a:gd name="T1" fmla="*/ 42 h 139"/>
              <a:gd name="T2" fmla="*/ 102 w 116"/>
              <a:gd name="T3" fmla="*/ 29 h 139"/>
              <a:gd name="T4" fmla="*/ 72 w 116"/>
              <a:gd name="T5" fmla="*/ 14 h 139"/>
              <a:gd name="T6" fmla="*/ 67 w 116"/>
              <a:gd name="T7" fmla="*/ 18 h 139"/>
              <a:gd name="T8" fmla="*/ 66 w 116"/>
              <a:gd name="T9" fmla="*/ 24 h 139"/>
              <a:gd name="T10" fmla="*/ 66 w 116"/>
              <a:gd name="T11" fmla="*/ 115 h 139"/>
              <a:gd name="T12" fmla="*/ 67 w 116"/>
              <a:gd name="T13" fmla="*/ 123 h 139"/>
              <a:gd name="T14" fmla="*/ 75 w 116"/>
              <a:gd name="T15" fmla="*/ 131 h 139"/>
              <a:gd name="T16" fmla="*/ 83 w 116"/>
              <a:gd name="T17" fmla="*/ 132 h 139"/>
              <a:gd name="T18" fmla="*/ 83 w 116"/>
              <a:gd name="T19" fmla="*/ 139 h 139"/>
              <a:gd name="T20" fmla="*/ 33 w 116"/>
              <a:gd name="T21" fmla="*/ 139 h 139"/>
              <a:gd name="T22" fmla="*/ 33 w 116"/>
              <a:gd name="T23" fmla="*/ 132 h 139"/>
              <a:gd name="T24" fmla="*/ 41 w 116"/>
              <a:gd name="T25" fmla="*/ 131 h 139"/>
              <a:gd name="T26" fmla="*/ 49 w 116"/>
              <a:gd name="T27" fmla="*/ 123 h 139"/>
              <a:gd name="T28" fmla="*/ 49 w 116"/>
              <a:gd name="T29" fmla="*/ 118 h 139"/>
              <a:gd name="T30" fmla="*/ 49 w 116"/>
              <a:gd name="T31" fmla="*/ 22 h 139"/>
              <a:gd name="T32" fmla="*/ 41 w 116"/>
              <a:gd name="T33" fmla="*/ 14 h 139"/>
              <a:gd name="T34" fmla="*/ 32 w 116"/>
              <a:gd name="T35" fmla="*/ 15 h 139"/>
              <a:gd name="T36" fmla="*/ 18 w 116"/>
              <a:gd name="T37" fmla="*/ 23 h 139"/>
              <a:gd name="T38" fmla="*/ 11 w 116"/>
              <a:gd name="T39" fmla="*/ 36 h 139"/>
              <a:gd name="T40" fmla="*/ 8 w 116"/>
              <a:gd name="T41" fmla="*/ 42 h 139"/>
              <a:gd name="T42" fmla="*/ 0 w 116"/>
              <a:gd name="T43" fmla="*/ 39 h 139"/>
              <a:gd name="T44" fmla="*/ 13 w 116"/>
              <a:gd name="T45" fmla="*/ 0 h 139"/>
              <a:gd name="T46" fmla="*/ 19 w 116"/>
              <a:gd name="T47" fmla="*/ 0 h 139"/>
              <a:gd name="T48" fmla="*/ 21 w 116"/>
              <a:gd name="T49" fmla="*/ 4 h 139"/>
              <a:gd name="T50" fmla="*/ 95 w 116"/>
              <a:gd name="T51" fmla="*/ 4 h 139"/>
              <a:gd name="T52" fmla="*/ 97 w 116"/>
              <a:gd name="T53" fmla="*/ 0 h 139"/>
              <a:gd name="T54" fmla="*/ 103 w 116"/>
              <a:gd name="T55" fmla="*/ 0 h 139"/>
              <a:gd name="T56" fmla="*/ 116 w 116"/>
              <a:gd name="T57" fmla="*/ 39 h 139"/>
              <a:gd name="T58" fmla="*/ 108 w 116"/>
              <a:gd name="T59" fmla="*/ 42 h 139"/>
            </a:gdLst>
            <a:rect l="0" t="0" r="r" b="b"/>
            <a:pathLst>
              <a:path w="116" h="139">
                <a:moveTo>
                  <a:pt x="108" y="42"/>
                </a:moveTo>
                <a:cubicBezTo>
                  <a:pt x="106" y="37"/>
                  <a:pt x="104" y="33"/>
                  <a:pt x="102" y="29"/>
                </a:cubicBezTo>
                <a:cubicBezTo>
                  <a:pt x="96" y="17"/>
                  <a:pt x="85" y="13"/>
                  <a:pt x="72" y="14"/>
                </a:cubicBezTo>
                <a:cubicBezTo>
                  <a:pt x="68" y="14"/>
                  <a:pt x="67" y="15"/>
                  <a:pt x="67" y="18"/>
                </a:cubicBezTo>
                <a:cubicBezTo>
                  <a:pt x="66" y="20"/>
                  <a:pt x="66" y="22"/>
                  <a:pt x="66" y="24"/>
                </a:cubicBezTo>
                <a:cubicBezTo>
                  <a:pt x="66" y="54"/>
                  <a:pt x="66" y="85"/>
                  <a:pt x="66" y="115"/>
                </a:cubicBezTo>
                <a:cubicBezTo>
                  <a:pt x="66" y="118"/>
                  <a:pt x="67" y="120"/>
                  <a:pt x="67" y="123"/>
                </a:cubicBezTo>
                <a:cubicBezTo>
                  <a:pt x="68" y="128"/>
                  <a:pt x="70" y="130"/>
                  <a:pt x="75" y="131"/>
                </a:cubicBezTo>
                <a:cubicBezTo>
                  <a:pt x="78" y="131"/>
                  <a:pt x="80" y="132"/>
                  <a:pt x="83" y="132"/>
                </a:cubicBezTo>
                <a:cubicBezTo>
                  <a:pt x="83" y="134"/>
                  <a:pt x="83" y="137"/>
                  <a:pt x="83" y="139"/>
                </a:cubicBezTo>
                <a:cubicBezTo>
                  <a:pt x="66" y="139"/>
                  <a:pt x="50" y="139"/>
                  <a:pt x="33" y="139"/>
                </a:cubicBezTo>
                <a:cubicBezTo>
                  <a:pt x="33" y="137"/>
                  <a:pt x="33" y="135"/>
                  <a:pt x="33" y="132"/>
                </a:cubicBezTo>
                <a:cubicBezTo>
                  <a:pt x="36" y="132"/>
                  <a:pt x="39" y="131"/>
                  <a:pt x="41" y="131"/>
                </a:cubicBezTo>
                <a:cubicBezTo>
                  <a:pt x="47" y="130"/>
                  <a:pt x="49" y="128"/>
                  <a:pt x="49" y="123"/>
                </a:cubicBezTo>
                <a:cubicBezTo>
                  <a:pt x="49" y="121"/>
                  <a:pt x="49" y="120"/>
                  <a:pt x="49" y="118"/>
                </a:cubicBezTo>
                <a:cubicBezTo>
                  <a:pt x="49" y="86"/>
                  <a:pt x="49" y="54"/>
                  <a:pt x="49" y="22"/>
                </a:cubicBezTo>
                <a:cubicBezTo>
                  <a:pt x="49" y="14"/>
                  <a:pt x="49" y="13"/>
                  <a:pt x="41" y="14"/>
                </a:cubicBezTo>
                <a:cubicBezTo>
                  <a:pt x="38" y="14"/>
                  <a:pt x="35" y="14"/>
                  <a:pt x="32" y="15"/>
                </a:cubicBezTo>
                <a:cubicBezTo>
                  <a:pt x="26" y="16"/>
                  <a:pt x="21" y="18"/>
                  <a:pt x="18" y="23"/>
                </a:cubicBezTo>
                <a:cubicBezTo>
                  <a:pt x="15" y="27"/>
                  <a:pt x="13" y="32"/>
                  <a:pt x="11" y="36"/>
                </a:cubicBezTo>
                <a:cubicBezTo>
                  <a:pt x="10" y="38"/>
                  <a:pt x="9" y="40"/>
                  <a:pt x="8" y="42"/>
                </a:cubicBezTo>
                <a:cubicBezTo>
                  <a:pt x="5" y="41"/>
                  <a:pt x="3" y="40"/>
                  <a:pt x="0" y="39"/>
                </a:cubicBezTo>
                <a:cubicBezTo>
                  <a:pt x="5" y="26"/>
                  <a:pt x="9" y="13"/>
                  <a:pt x="13" y="0"/>
                </a:cubicBezTo>
                <a:cubicBezTo>
                  <a:pt x="15" y="0"/>
                  <a:pt x="17" y="0"/>
                  <a:pt x="19" y="0"/>
                </a:cubicBezTo>
                <a:cubicBezTo>
                  <a:pt x="20" y="1"/>
                  <a:pt x="20" y="3"/>
                  <a:pt x="21" y="4"/>
                </a:cubicBezTo>
                <a:cubicBezTo>
                  <a:pt x="46" y="4"/>
                  <a:pt x="70" y="4"/>
                  <a:pt x="95" y="4"/>
                </a:cubicBezTo>
                <a:cubicBezTo>
                  <a:pt x="95" y="3"/>
                  <a:pt x="96" y="1"/>
                  <a:pt x="97" y="0"/>
                </a:cubicBezTo>
                <a:cubicBezTo>
                  <a:pt x="98" y="0"/>
                  <a:pt x="100" y="0"/>
                  <a:pt x="103" y="0"/>
                </a:cubicBezTo>
                <a:cubicBezTo>
                  <a:pt x="107" y="13"/>
                  <a:pt x="112" y="26"/>
                  <a:pt x="116" y="39"/>
                </a:cubicBezTo>
                <a:cubicBezTo>
                  <a:pt x="113" y="40"/>
                  <a:pt x="111" y="41"/>
                  <a:pt x="108" y="42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3" name="Freeform 33">
            <a:extLst xmlns:a="http://schemas.openxmlformats.org/drawingml/2006/main">
              <a:ext uri="{FF2B5EF4-FFF2-40B4-BE49-F238E27FC236}">
                <a16:creationId xmlns:a16="http://schemas.microsoft.com/office/drawing/2014/main" id="{C171A3FB-6481-4CC5-A801-BB16826BD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1440" y="689187"/>
            <a:ext cx="25090" cy="67859"/>
          </a:xfrm>
          <a:custGeom xmlns:a="http://schemas.openxmlformats.org/drawingml/2006/main">
            <a:gdLst>
              <a:gd name="T0" fmla="*/ 0 w 50"/>
              <a:gd name="T1" fmla="*/ 134 h 134"/>
              <a:gd name="T2" fmla="*/ 0 w 50"/>
              <a:gd name="T3" fmla="*/ 127 h 134"/>
              <a:gd name="T4" fmla="*/ 9 w 50"/>
              <a:gd name="T5" fmla="*/ 126 h 134"/>
              <a:gd name="T6" fmla="*/ 16 w 50"/>
              <a:gd name="T7" fmla="*/ 119 h 134"/>
              <a:gd name="T8" fmla="*/ 16 w 50"/>
              <a:gd name="T9" fmla="*/ 113 h 134"/>
              <a:gd name="T10" fmla="*/ 16 w 50"/>
              <a:gd name="T11" fmla="*/ 21 h 134"/>
              <a:gd name="T12" fmla="*/ 16 w 50"/>
              <a:gd name="T13" fmla="*/ 13 h 134"/>
              <a:gd name="T14" fmla="*/ 9 w 50"/>
              <a:gd name="T15" fmla="*/ 8 h 134"/>
              <a:gd name="T16" fmla="*/ 1 w 50"/>
              <a:gd name="T17" fmla="*/ 7 h 134"/>
              <a:gd name="T18" fmla="*/ 1 w 50"/>
              <a:gd name="T19" fmla="*/ 0 h 134"/>
              <a:gd name="T20" fmla="*/ 49 w 50"/>
              <a:gd name="T21" fmla="*/ 0 h 134"/>
              <a:gd name="T22" fmla="*/ 49 w 50"/>
              <a:gd name="T23" fmla="*/ 7 h 134"/>
              <a:gd name="T24" fmla="*/ 42 w 50"/>
              <a:gd name="T25" fmla="*/ 8 h 134"/>
              <a:gd name="T26" fmla="*/ 34 w 50"/>
              <a:gd name="T27" fmla="*/ 15 h 134"/>
              <a:gd name="T28" fmla="*/ 33 w 50"/>
              <a:gd name="T29" fmla="*/ 23 h 134"/>
              <a:gd name="T30" fmla="*/ 33 w 50"/>
              <a:gd name="T31" fmla="*/ 113 h 134"/>
              <a:gd name="T32" fmla="*/ 46 w 50"/>
              <a:gd name="T33" fmla="*/ 127 h 134"/>
              <a:gd name="T34" fmla="*/ 49 w 50"/>
              <a:gd name="T35" fmla="*/ 127 h 134"/>
              <a:gd name="T36" fmla="*/ 50 w 50"/>
              <a:gd name="T37" fmla="*/ 131 h 134"/>
              <a:gd name="T38" fmla="*/ 49 w 50"/>
              <a:gd name="T39" fmla="*/ 134 h 134"/>
              <a:gd name="T40" fmla="*/ 0 w 50"/>
              <a:gd name="T41" fmla="*/ 134 h 134"/>
            </a:gdLst>
            <a:rect l="0" t="0" r="r" b="b"/>
            <a:pathLst>
              <a:path w="50" h="134">
                <a:moveTo>
                  <a:pt x="0" y="134"/>
                </a:move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9" y="126"/>
                </a:cubicBezTo>
                <a:cubicBezTo>
                  <a:pt x="13" y="125"/>
                  <a:pt x="15" y="124"/>
                  <a:pt x="16" y="119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18"/>
                  <a:pt x="16" y="16"/>
                  <a:pt x="16" y="13"/>
                </a:cubicBezTo>
                <a:cubicBezTo>
                  <a:pt x="15" y="10"/>
                  <a:pt x="13" y="8"/>
                  <a:pt x="9" y="8"/>
                </a:cubicBezTo>
                <a:cubicBezTo>
                  <a:pt x="6" y="7"/>
                  <a:pt x="4" y="7"/>
                  <a:pt x="1" y="7"/>
                </a:cubicBezTo>
                <a:cubicBezTo>
                  <a:pt x="1" y="4"/>
                  <a:pt x="1" y="2"/>
                  <a:pt x="1" y="0"/>
                </a:cubicBezTo>
                <a:cubicBezTo>
                  <a:pt x="17" y="0"/>
                  <a:pt x="33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7" y="7"/>
                  <a:pt x="44" y="7"/>
                  <a:pt x="42" y="8"/>
                </a:cubicBezTo>
                <a:cubicBezTo>
                  <a:pt x="38" y="8"/>
                  <a:pt x="35" y="10"/>
                  <a:pt x="34" y="15"/>
                </a:cubicBezTo>
                <a:cubicBezTo>
                  <a:pt x="34" y="17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6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8"/>
                  <a:pt x="50" y="129"/>
                  <a:pt x="50" y="131"/>
                </a:cubicBezTo>
                <a:cubicBezTo>
                  <a:pt x="50" y="132"/>
                  <a:pt x="49" y="133"/>
                  <a:pt x="49" y="134"/>
                </a:cubicBezTo>
                <a:cubicBezTo>
                  <a:pt x="33" y="134"/>
                  <a:pt x="17" y="134"/>
                  <a:pt x="0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4" name="Freeform 34">
            <a:extLst xmlns:a="http://schemas.openxmlformats.org/drawingml/2006/main">
              <a:ext uri="{FF2B5EF4-FFF2-40B4-BE49-F238E27FC236}">
                <a16:creationId xmlns:a16="http://schemas.microsoft.com/office/drawing/2014/main" id="{90AAF7A5-213E-4C75-8006-ED0921254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237" y="689187"/>
            <a:ext cx="24520" cy="68429"/>
          </a:xfrm>
          <a:custGeom xmlns:a="http://schemas.openxmlformats.org/drawingml/2006/main">
            <a:gdLst>
              <a:gd name="T0" fmla="*/ 0 w 49"/>
              <a:gd name="T1" fmla="*/ 7 h 135"/>
              <a:gd name="T2" fmla="*/ 0 w 49"/>
              <a:gd name="T3" fmla="*/ 0 h 135"/>
              <a:gd name="T4" fmla="*/ 49 w 49"/>
              <a:gd name="T5" fmla="*/ 0 h 135"/>
              <a:gd name="T6" fmla="*/ 49 w 49"/>
              <a:gd name="T7" fmla="*/ 7 h 135"/>
              <a:gd name="T8" fmla="*/ 42 w 49"/>
              <a:gd name="T9" fmla="*/ 8 h 135"/>
              <a:gd name="T10" fmla="*/ 34 w 49"/>
              <a:gd name="T11" fmla="*/ 15 h 135"/>
              <a:gd name="T12" fmla="*/ 33 w 49"/>
              <a:gd name="T13" fmla="*/ 23 h 135"/>
              <a:gd name="T14" fmla="*/ 33 w 49"/>
              <a:gd name="T15" fmla="*/ 113 h 135"/>
              <a:gd name="T16" fmla="*/ 46 w 49"/>
              <a:gd name="T17" fmla="*/ 127 h 135"/>
              <a:gd name="T18" fmla="*/ 49 w 49"/>
              <a:gd name="T19" fmla="*/ 127 h 135"/>
              <a:gd name="T20" fmla="*/ 49 w 49"/>
              <a:gd name="T21" fmla="*/ 134 h 135"/>
              <a:gd name="T22" fmla="*/ 0 w 49"/>
              <a:gd name="T23" fmla="*/ 134 h 135"/>
              <a:gd name="T24" fmla="*/ 0 w 49"/>
              <a:gd name="T25" fmla="*/ 127 h 135"/>
              <a:gd name="T26" fmla="*/ 7 w 49"/>
              <a:gd name="T27" fmla="*/ 126 h 135"/>
              <a:gd name="T28" fmla="*/ 16 w 49"/>
              <a:gd name="T29" fmla="*/ 118 h 135"/>
              <a:gd name="T30" fmla="*/ 16 w 49"/>
              <a:gd name="T31" fmla="*/ 113 h 135"/>
              <a:gd name="T32" fmla="*/ 16 w 49"/>
              <a:gd name="T33" fmla="*/ 20 h 135"/>
              <a:gd name="T34" fmla="*/ 15 w 49"/>
              <a:gd name="T35" fmla="*/ 13 h 135"/>
              <a:gd name="T36" fmla="*/ 9 w 49"/>
              <a:gd name="T37" fmla="*/ 8 h 135"/>
              <a:gd name="T38" fmla="*/ 0 w 49"/>
              <a:gd name="T39" fmla="*/ 7 h 135"/>
            </a:gdLst>
            <a:rect l="0" t="0" r="r" b="b"/>
            <a:pathLst>
              <a:path w="49" h="135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5" y="10"/>
                  <a:pt x="34" y="15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5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45" y="135"/>
                  <a:pt x="9" y="135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5" y="127"/>
                  <a:pt x="7" y="126"/>
                </a:cubicBezTo>
                <a:cubicBezTo>
                  <a:pt x="13" y="126"/>
                  <a:pt x="15" y="124"/>
                  <a:pt x="16" y="118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8"/>
                  <a:pt x="15" y="16"/>
                  <a:pt x="15" y="13"/>
                </a:cubicBezTo>
                <a:cubicBezTo>
                  <a:pt x="14" y="10"/>
                  <a:pt x="12" y="8"/>
                  <a:pt x="9" y="8"/>
                </a:cubicBezTo>
                <a:cubicBezTo>
                  <a:pt x="6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5" name="Freeform 35">
            <a:extLst xmlns:a="http://schemas.openxmlformats.org/drawingml/2006/main">
              <a:ext uri="{FF2B5EF4-FFF2-40B4-BE49-F238E27FC236}">
                <a16:creationId xmlns:a16="http://schemas.microsoft.com/office/drawing/2014/main" id="{6BC17524-294A-43BA-BB94-09C27C6EE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429" y="689187"/>
            <a:ext cx="24520" cy="67859"/>
          </a:xfrm>
          <a:custGeom xmlns:a="http://schemas.openxmlformats.org/drawingml/2006/main">
            <a:gdLst>
              <a:gd name="T0" fmla="*/ 0 w 49"/>
              <a:gd name="T1" fmla="*/ 7 h 134"/>
              <a:gd name="T2" fmla="*/ 0 w 49"/>
              <a:gd name="T3" fmla="*/ 0 h 134"/>
              <a:gd name="T4" fmla="*/ 49 w 49"/>
              <a:gd name="T5" fmla="*/ 0 h 134"/>
              <a:gd name="T6" fmla="*/ 49 w 49"/>
              <a:gd name="T7" fmla="*/ 7 h 134"/>
              <a:gd name="T8" fmla="*/ 42 w 49"/>
              <a:gd name="T9" fmla="*/ 8 h 134"/>
              <a:gd name="T10" fmla="*/ 34 w 49"/>
              <a:gd name="T11" fmla="*/ 15 h 134"/>
              <a:gd name="T12" fmla="*/ 33 w 49"/>
              <a:gd name="T13" fmla="*/ 23 h 134"/>
              <a:gd name="T14" fmla="*/ 33 w 49"/>
              <a:gd name="T15" fmla="*/ 112 h 134"/>
              <a:gd name="T16" fmla="*/ 34 w 49"/>
              <a:gd name="T17" fmla="*/ 120 h 134"/>
              <a:gd name="T18" fmla="*/ 40 w 49"/>
              <a:gd name="T19" fmla="*/ 126 h 134"/>
              <a:gd name="T20" fmla="*/ 49 w 49"/>
              <a:gd name="T21" fmla="*/ 127 h 134"/>
              <a:gd name="T22" fmla="*/ 49 w 49"/>
              <a:gd name="T23" fmla="*/ 134 h 134"/>
              <a:gd name="T24" fmla="*/ 0 w 49"/>
              <a:gd name="T25" fmla="*/ 134 h 134"/>
              <a:gd name="T26" fmla="*/ 0 w 49"/>
              <a:gd name="T27" fmla="*/ 127 h 134"/>
              <a:gd name="T28" fmla="*/ 8 w 49"/>
              <a:gd name="T29" fmla="*/ 126 h 134"/>
              <a:gd name="T30" fmla="*/ 15 w 49"/>
              <a:gd name="T31" fmla="*/ 119 h 134"/>
              <a:gd name="T32" fmla="*/ 16 w 49"/>
              <a:gd name="T33" fmla="*/ 110 h 134"/>
              <a:gd name="T34" fmla="*/ 16 w 49"/>
              <a:gd name="T35" fmla="*/ 25 h 134"/>
              <a:gd name="T36" fmla="*/ 15 w 49"/>
              <a:gd name="T37" fmla="*/ 15 h 134"/>
              <a:gd name="T38" fmla="*/ 8 w 49"/>
              <a:gd name="T39" fmla="*/ 8 h 134"/>
              <a:gd name="T40" fmla="*/ 0 w 49"/>
              <a:gd name="T41" fmla="*/ 7 h 134"/>
            </a:gdLst>
            <a:rect l="0" t="0" r="r" b="b"/>
            <a:pathLst>
              <a:path w="49" h="134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4" y="10"/>
                  <a:pt x="34" y="15"/>
                </a:cubicBezTo>
                <a:cubicBezTo>
                  <a:pt x="33" y="18"/>
                  <a:pt x="33" y="21"/>
                  <a:pt x="33" y="23"/>
                </a:cubicBezTo>
                <a:cubicBezTo>
                  <a:pt x="33" y="53"/>
                  <a:pt x="33" y="83"/>
                  <a:pt x="33" y="112"/>
                </a:cubicBezTo>
                <a:cubicBezTo>
                  <a:pt x="33" y="115"/>
                  <a:pt x="33" y="118"/>
                  <a:pt x="34" y="120"/>
                </a:cubicBezTo>
                <a:cubicBezTo>
                  <a:pt x="34" y="124"/>
                  <a:pt x="36" y="126"/>
                  <a:pt x="40" y="126"/>
                </a:cubicBezTo>
                <a:cubicBezTo>
                  <a:pt x="43" y="126"/>
                  <a:pt x="45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33" y="134"/>
                  <a:pt x="1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8" y="126"/>
                </a:cubicBezTo>
                <a:cubicBezTo>
                  <a:pt x="13" y="125"/>
                  <a:pt x="15" y="123"/>
                  <a:pt x="15" y="119"/>
                </a:cubicBezTo>
                <a:cubicBezTo>
                  <a:pt x="16" y="116"/>
                  <a:pt x="16" y="113"/>
                  <a:pt x="16" y="110"/>
                </a:cubicBezTo>
                <a:cubicBezTo>
                  <a:pt x="16" y="81"/>
                  <a:pt x="16" y="53"/>
                  <a:pt x="16" y="25"/>
                </a:cubicBezTo>
                <a:cubicBezTo>
                  <a:pt x="16" y="21"/>
                  <a:pt x="16" y="18"/>
                  <a:pt x="15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8" name="Freeform 9">
            <a:extLst xmlns:a="http://schemas.openxmlformats.org/drawingml/2006/main">
              <a:ext uri="{FF2B5EF4-FFF2-40B4-BE49-F238E27FC236}">
                <a16:creationId xmlns:a16="http://schemas.microsoft.com/office/drawing/2014/main" id="{4C8061EE-6A2C-4977-8F57-C6E986C76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4981" y="365289"/>
            <a:ext cx="164800" cy="184188"/>
          </a:xfrm>
          <a:custGeom xmlns:a="http://schemas.openxmlformats.org/drawingml/2006/main">
            <a:gdLst>
              <a:gd name="T0" fmla="*/ 324 w 325"/>
              <a:gd name="T1" fmla="*/ 106 h 363"/>
              <a:gd name="T2" fmla="*/ 283 w 325"/>
              <a:gd name="T3" fmla="*/ 179 h 363"/>
              <a:gd name="T4" fmla="*/ 247 w 325"/>
              <a:gd name="T5" fmla="*/ 214 h 363"/>
              <a:gd name="T6" fmla="*/ 241 w 325"/>
              <a:gd name="T7" fmla="*/ 228 h 363"/>
              <a:gd name="T8" fmla="*/ 271 w 325"/>
              <a:gd name="T9" fmla="*/ 230 h 363"/>
              <a:gd name="T10" fmla="*/ 282 w 325"/>
              <a:gd name="T11" fmla="*/ 240 h 363"/>
              <a:gd name="T12" fmla="*/ 269 w 325"/>
              <a:gd name="T13" fmla="*/ 277 h 363"/>
              <a:gd name="T14" fmla="*/ 223 w 325"/>
              <a:gd name="T15" fmla="*/ 316 h 363"/>
              <a:gd name="T16" fmla="*/ 176 w 325"/>
              <a:gd name="T17" fmla="*/ 340 h 363"/>
              <a:gd name="T18" fmla="*/ 160 w 325"/>
              <a:gd name="T19" fmla="*/ 339 h 363"/>
              <a:gd name="T20" fmla="*/ 165 w 325"/>
              <a:gd name="T21" fmla="*/ 329 h 363"/>
              <a:gd name="T22" fmla="*/ 195 w 325"/>
              <a:gd name="T23" fmla="*/ 302 h 363"/>
              <a:gd name="T24" fmla="*/ 214 w 325"/>
              <a:gd name="T25" fmla="*/ 282 h 363"/>
              <a:gd name="T26" fmla="*/ 223 w 325"/>
              <a:gd name="T27" fmla="*/ 265 h 363"/>
              <a:gd name="T28" fmla="*/ 220 w 325"/>
              <a:gd name="T29" fmla="*/ 257 h 363"/>
              <a:gd name="T30" fmla="*/ 179 w 325"/>
              <a:gd name="T31" fmla="*/ 289 h 363"/>
              <a:gd name="T32" fmla="*/ 106 w 325"/>
              <a:gd name="T33" fmla="*/ 335 h 363"/>
              <a:gd name="T34" fmla="*/ 20 w 325"/>
              <a:gd name="T35" fmla="*/ 363 h 363"/>
              <a:gd name="T36" fmla="*/ 4 w 325"/>
              <a:gd name="T37" fmla="*/ 360 h 363"/>
              <a:gd name="T38" fmla="*/ 78 w 325"/>
              <a:gd name="T39" fmla="*/ 306 h 363"/>
              <a:gd name="T40" fmla="*/ 102 w 325"/>
              <a:gd name="T41" fmla="*/ 295 h 363"/>
              <a:gd name="T42" fmla="*/ 208 w 325"/>
              <a:gd name="T43" fmla="*/ 238 h 363"/>
              <a:gd name="T44" fmla="*/ 207 w 325"/>
              <a:gd name="T45" fmla="*/ 232 h 363"/>
              <a:gd name="T46" fmla="*/ 171 w 325"/>
              <a:gd name="T47" fmla="*/ 243 h 363"/>
              <a:gd name="T48" fmla="*/ 163 w 325"/>
              <a:gd name="T49" fmla="*/ 239 h 363"/>
              <a:gd name="T50" fmla="*/ 170 w 325"/>
              <a:gd name="T51" fmla="*/ 226 h 363"/>
              <a:gd name="T52" fmla="*/ 154 w 325"/>
              <a:gd name="T53" fmla="*/ 206 h 363"/>
              <a:gd name="T54" fmla="*/ 122 w 325"/>
              <a:gd name="T55" fmla="*/ 224 h 363"/>
              <a:gd name="T56" fmla="*/ 99 w 325"/>
              <a:gd name="T57" fmla="*/ 236 h 363"/>
              <a:gd name="T58" fmla="*/ 100 w 325"/>
              <a:gd name="T59" fmla="*/ 222 h 363"/>
              <a:gd name="T60" fmla="*/ 116 w 325"/>
              <a:gd name="T61" fmla="*/ 204 h 363"/>
              <a:gd name="T62" fmla="*/ 118 w 325"/>
              <a:gd name="T63" fmla="*/ 183 h 363"/>
              <a:gd name="T64" fmla="*/ 116 w 325"/>
              <a:gd name="T65" fmla="*/ 174 h 363"/>
              <a:gd name="T66" fmla="*/ 143 w 325"/>
              <a:gd name="T67" fmla="*/ 167 h 363"/>
              <a:gd name="T68" fmla="*/ 158 w 325"/>
              <a:gd name="T69" fmla="*/ 145 h 363"/>
              <a:gd name="T70" fmla="*/ 147 w 325"/>
              <a:gd name="T71" fmla="*/ 144 h 363"/>
              <a:gd name="T72" fmla="*/ 132 w 325"/>
              <a:gd name="T73" fmla="*/ 141 h 363"/>
              <a:gd name="T74" fmla="*/ 141 w 325"/>
              <a:gd name="T75" fmla="*/ 129 h 363"/>
              <a:gd name="T76" fmla="*/ 140 w 325"/>
              <a:gd name="T77" fmla="*/ 115 h 363"/>
              <a:gd name="T78" fmla="*/ 112 w 325"/>
              <a:gd name="T79" fmla="*/ 96 h 363"/>
              <a:gd name="T80" fmla="*/ 127 w 325"/>
              <a:gd name="T81" fmla="*/ 92 h 363"/>
              <a:gd name="T82" fmla="*/ 167 w 325"/>
              <a:gd name="T83" fmla="*/ 81 h 363"/>
              <a:gd name="T84" fmla="*/ 203 w 325"/>
              <a:gd name="T85" fmla="*/ 36 h 363"/>
              <a:gd name="T86" fmla="*/ 204 w 325"/>
              <a:gd name="T87" fmla="*/ 10 h 363"/>
              <a:gd name="T88" fmla="*/ 216 w 325"/>
              <a:gd name="T89" fmla="*/ 3 h 363"/>
              <a:gd name="T90" fmla="*/ 224 w 325"/>
              <a:gd name="T91" fmla="*/ 56 h 363"/>
              <a:gd name="T92" fmla="*/ 205 w 325"/>
              <a:gd name="T93" fmla="*/ 91 h 363"/>
              <a:gd name="T94" fmla="*/ 208 w 325"/>
              <a:gd name="T95" fmla="*/ 105 h 363"/>
              <a:gd name="T96" fmla="*/ 267 w 325"/>
              <a:gd name="T97" fmla="*/ 87 h 363"/>
              <a:gd name="T98" fmla="*/ 297 w 325"/>
              <a:gd name="T99" fmla="*/ 85 h 363"/>
              <a:gd name="T100" fmla="*/ 309 w 325"/>
              <a:gd name="T101" fmla="*/ 86 h 363"/>
              <a:gd name="T102" fmla="*/ 325 w 325"/>
              <a:gd name="T103" fmla="*/ 104 h 363"/>
              <a:gd name="T104" fmla="*/ 198 w 325"/>
              <a:gd name="T105" fmla="*/ 126 h 363"/>
              <a:gd name="T106" fmla="*/ 164 w 325"/>
              <a:gd name="T107" fmla="*/ 175 h 363"/>
              <a:gd name="T108" fmla="*/ 181 w 325"/>
              <a:gd name="T109" fmla="*/ 191 h 363"/>
              <a:gd name="T110" fmla="*/ 186 w 325"/>
              <a:gd name="T111" fmla="*/ 173 h 363"/>
              <a:gd name="T112" fmla="*/ 199 w 325"/>
              <a:gd name="T113" fmla="*/ 170 h 363"/>
              <a:gd name="T114" fmla="*/ 206 w 325"/>
              <a:gd name="T115" fmla="*/ 204 h 363"/>
              <a:gd name="T116" fmla="*/ 217 w 325"/>
              <a:gd name="T117" fmla="*/ 206 h 363"/>
              <a:gd name="T118" fmla="*/ 229 w 325"/>
              <a:gd name="T119" fmla="*/ 188 h 363"/>
              <a:gd name="T120" fmla="*/ 261 w 325"/>
              <a:gd name="T121" fmla="*/ 141 h 363"/>
              <a:gd name="T122" fmla="*/ 250 w 325"/>
              <a:gd name="T123" fmla="*/ 134 h 363"/>
              <a:gd name="T124" fmla="*/ 206 w 325"/>
              <a:gd name="T125" fmla="*/ 122 h 363"/>
            </a:gdLst>
            <a:rect l="0" t="0" r="r" b="b"/>
            <a:pathLst>
              <a:path w="325" h="363">
                <a:moveTo>
                  <a:pt x="325" y="104"/>
                </a:moveTo>
                <a:cubicBezTo>
                  <a:pt x="325" y="104"/>
                  <a:pt x="324" y="105"/>
                  <a:pt x="324" y="106"/>
                </a:cubicBezTo>
                <a:cubicBezTo>
                  <a:pt x="323" y="108"/>
                  <a:pt x="323" y="111"/>
                  <a:pt x="322" y="114"/>
                </a:cubicBezTo>
                <a:cubicBezTo>
                  <a:pt x="312" y="138"/>
                  <a:pt x="300" y="160"/>
                  <a:pt x="283" y="179"/>
                </a:cubicBezTo>
                <a:cubicBezTo>
                  <a:pt x="275" y="188"/>
                  <a:pt x="267" y="197"/>
                  <a:pt x="259" y="205"/>
                </a:cubicBezTo>
                <a:cubicBezTo>
                  <a:pt x="255" y="209"/>
                  <a:pt x="251" y="211"/>
                  <a:pt x="247" y="214"/>
                </a:cubicBezTo>
                <a:cubicBezTo>
                  <a:pt x="244" y="217"/>
                  <a:pt x="241" y="219"/>
                  <a:pt x="239" y="223"/>
                </a:cubicBezTo>
                <a:cubicBezTo>
                  <a:pt x="237" y="226"/>
                  <a:pt x="238" y="227"/>
                  <a:pt x="241" y="228"/>
                </a:cubicBezTo>
                <a:cubicBezTo>
                  <a:pt x="243" y="228"/>
                  <a:pt x="245" y="228"/>
                  <a:pt x="246" y="228"/>
                </a:cubicBezTo>
                <a:cubicBezTo>
                  <a:pt x="255" y="229"/>
                  <a:pt x="263" y="230"/>
                  <a:pt x="271" y="230"/>
                </a:cubicBezTo>
                <a:cubicBezTo>
                  <a:pt x="272" y="230"/>
                  <a:pt x="274" y="231"/>
                  <a:pt x="275" y="231"/>
                </a:cubicBezTo>
                <a:cubicBezTo>
                  <a:pt x="280" y="233"/>
                  <a:pt x="282" y="235"/>
                  <a:pt x="282" y="240"/>
                </a:cubicBezTo>
                <a:cubicBezTo>
                  <a:pt x="283" y="247"/>
                  <a:pt x="282" y="253"/>
                  <a:pt x="279" y="259"/>
                </a:cubicBezTo>
                <a:cubicBezTo>
                  <a:pt x="277" y="265"/>
                  <a:pt x="273" y="271"/>
                  <a:pt x="269" y="277"/>
                </a:cubicBezTo>
                <a:cubicBezTo>
                  <a:pt x="260" y="289"/>
                  <a:pt x="248" y="298"/>
                  <a:pt x="237" y="307"/>
                </a:cubicBezTo>
                <a:cubicBezTo>
                  <a:pt x="233" y="311"/>
                  <a:pt x="228" y="314"/>
                  <a:pt x="223" y="316"/>
                </a:cubicBezTo>
                <a:cubicBezTo>
                  <a:pt x="213" y="321"/>
                  <a:pt x="203" y="327"/>
                  <a:pt x="193" y="332"/>
                </a:cubicBezTo>
                <a:cubicBezTo>
                  <a:pt x="187" y="334"/>
                  <a:pt x="182" y="337"/>
                  <a:pt x="176" y="340"/>
                </a:cubicBezTo>
                <a:cubicBezTo>
                  <a:pt x="173" y="341"/>
                  <a:pt x="169" y="341"/>
                  <a:pt x="166" y="342"/>
                </a:cubicBezTo>
                <a:cubicBezTo>
                  <a:pt x="164" y="342"/>
                  <a:pt x="161" y="341"/>
                  <a:pt x="160" y="339"/>
                </a:cubicBezTo>
                <a:cubicBezTo>
                  <a:pt x="159" y="337"/>
                  <a:pt x="160" y="335"/>
                  <a:pt x="162" y="333"/>
                </a:cubicBezTo>
                <a:cubicBezTo>
                  <a:pt x="163" y="332"/>
                  <a:pt x="164" y="330"/>
                  <a:pt x="165" y="329"/>
                </a:cubicBezTo>
                <a:cubicBezTo>
                  <a:pt x="173" y="323"/>
                  <a:pt x="181" y="316"/>
                  <a:pt x="189" y="310"/>
                </a:cubicBezTo>
                <a:cubicBezTo>
                  <a:pt x="192" y="307"/>
                  <a:pt x="194" y="305"/>
                  <a:pt x="195" y="302"/>
                </a:cubicBezTo>
                <a:cubicBezTo>
                  <a:pt x="196" y="300"/>
                  <a:pt x="198" y="297"/>
                  <a:pt x="200" y="295"/>
                </a:cubicBezTo>
                <a:cubicBezTo>
                  <a:pt x="205" y="291"/>
                  <a:pt x="210" y="287"/>
                  <a:pt x="214" y="282"/>
                </a:cubicBezTo>
                <a:cubicBezTo>
                  <a:pt x="217" y="280"/>
                  <a:pt x="218" y="278"/>
                  <a:pt x="219" y="275"/>
                </a:cubicBezTo>
                <a:cubicBezTo>
                  <a:pt x="219" y="271"/>
                  <a:pt x="221" y="268"/>
                  <a:pt x="223" y="265"/>
                </a:cubicBezTo>
                <a:cubicBezTo>
                  <a:pt x="225" y="263"/>
                  <a:pt x="227" y="261"/>
                  <a:pt x="229" y="259"/>
                </a:cubicBezTo>
                <a:cubicBezTo>
                  <a:pt x="227" y="256"/>
                  <a:pt x="224" y="256"/>
                  <a:pt x="220" y="257"/>
                </a:cubicBezTo>
                <a:cubicBezTo>
                  <a:pt x="212" y="260"/>
                  <a:pt x="205" y="264"/>
                  <a:pt x="199" y="270"/>
                </a:cubicBezTo>
                <a:cubicBezTo>
                  <a:pt x="192" y="276"/>
                  <a:pt x="186" y="282"/>
                  <a:pt x="179" y="289"/>
                </a:cubicBezTo>
                <a:cubicBezTo>
                  <a:pt x="169" y="299"/>
                  <a:pt x="157" y="307"/>
                  <a:pt x="144" y="314"/>
                </a:cubicBezTo>
                <a:cubicBezTo>
                  <a:pt x="131" y="320"/>
                  <a:pt x="119" y="328"/>
                  <a:pt x="106" y="335"/>
                </a:cubicBezTo>
                <a:cubicBezTo>
                  <a:pt x="89" y="344"/>
                  <a:pt x="72" y="352"/>
                  <a:pt x="53" y="357"/>
                </a:cubicBezTo>
                <a:cubicBezTo>
                  <a:pt x="43" y="361"/>
                  <a:pt x="32" y="363"/>
                  <a:pt x="20" y="363"/>
                </a:cubicBezTo>
                <a:cubicBezTo>
                  <a:pt x="16" y="362"/>
                  <a:pt x="12" y="361"/>
                  <a:pt x="7" y="361"/>
                </a:cubicBezTo>
                <a:cubicBezTo>
                  <a:pt x="6" y="361"/>
                  <a:pt x="5" y="360"/>
                  <a:pt x="4" y="360"/>
                </a:cubicBezTo>
                <a:cubicBezTo>
                  <a:pt x="0" y="358"/>
                  <a:pt x="0" y="355"/>
                  <a:pt x="4" y="352"/>
                </a:cubicBezTo>
                <a:cubicBezTo>
                  <a:pt x="28" y="337"/>
                  <a:pt x="53" y="321"/>
                  <a:pt x="78" y="306"/>
                </a:cubicBezTo>
                <a:cubicBezTo>
                  <a:pt x="84" y="302"/>
                  <a:pt x="91" y="298"/>
                  <a:pt x="98" y="297"/>
                </a:cubicBezTo>
                <a:cubicBezTo>
                  <a:pt x="100" y="296"/>
                  <a:pt x="101" y="295"/>
                  <a:pt x="102" y="295"/>
                </a:cubicBezTo>
                <a:cubicBezTo>
                  <a:pt x="135" y="275"/>
                  <a:pt x="169" y="257"/>
                  <a:pt x="204" y="241"/>
                </a:cubicBezTo>
                <a:cubicBezTo>
                  <a:pt x="205" y="240"/>
                  <a:pt x="207" y="239"/>
                  <a:pt x="208" y="238"/>
                </a:cubicBezTo>
                <a:cubicBezTo>
                  <a:pt x="209" y="237"/>
                  <a:pt x="210" y="235"/>
                  <a:pt x="210" y="234"/>
                </a:cubicBezTo>
                <a:cubicBezTo>
                  <a:pt x="210" y="233"/>
                  <a:pt x="208" y="232"/>
                  <a:pt x="207" y="232"/>
                </a:cubicBezTo>
                <a:cubicBezTo>
                  <a:pt x="201" y="231"/>
                  <a:pt x="196" y="233"/>
                  <a:pt x="190" y="235"/>
                </a:cubicBezTo>
                <a:cubicBezTo>
                  <a:pt x="184" y="238"/>
                  <a:pt x="178" y="240"/>
                  <a:pt x="171" y="243"/>
                </a:cubicBezTo>
                <a:cubicBezTo>
                  <a:pt x="170" y="243"/>
                  <a:pt x="169" y="244"/>
                  <a:pt x="168" y="244"/>
                </a:cubicBezTo>
                <a:cubicBezTo>
                  <a:pt x="164" y="244"/>
                  <a:pt x="163" y="244"/>
                  <a:pt x="163" y="239"/>
                </a:cubicBezTo>
                <a:cubicBezTo>
                  <a:pt x="163" y="236"/>
                  <a:pt x="164" y="233"/>
                  <a:pt x="166" y="231"/>
                </a:cubicBezTo>
                <a:cubicBezTo>
                  <a:pt x="167" y="229"/>
                  <a:pt x="169" y="228"/>
                  <a:pt x="170" y="226"/>
                </a:cubicBezTo>
                <a:cubicBezTo>
                  <a:pt x="172" y="222"/>
                  <a:pt x="172" y="218"/>
                  <a:pt x="168" y="215"/>
                </a:cubicBezTo>
                <a:cubicBezTo>
                  <a:pt x="164" y="212"/>
                  <a:pt x="159" y="209"/>
                  <a:pt x="154" y="206"/>
                </a:cubicBezTo>
                <a:cubicBezTo>
                  <a:pt x="148" y="203"/>
                  <a:pt x="143" y="205"/>
                  <a:pt x="138" y="210"/>
                </a:cubicBezTo>
                <a:cubicBezTo>
                  <a:pt x="133" y="215"/>
                  <a:pt x="128" y="219"/>
                  <a:pt x="122" y="224"/>
                </a:cubicBezTo>
                <a:cubicBezTo>
                  <a:pt x="118" y="228"/>
                  <a:pt x="112" y="231"/>
                  <a:pt x="107" y="235"/>
                </a:cubicBezTo>
                <a:cubicBezTo>
                  <a:pt x="105" y="236"/>
                  <a:pt x="102" y="238"/>
                  <a:pt x="99" y="236"/>
                </a:cubicBezTo>
                <a:cubicBezTo>
                  <a:pt x="97" y="234"/>
                  <a:pt x="97" y="231"/>
                  <a:pt x="98" y="229"/>
                </a:cubicBezTo>
                <a:cubicBezTo>
                  <a:pt x="98" y="226"/>
                  <a:pt x="99" y="224"/>
                  <a:pt x="100" y="222"/>
                </a:cubicBezTo>
                <a:cubicBezTo>
                  <a:pt x="102" y="219"/>
                  <a:pt x="105" y="217"/>
                  <a:pt x="107" y="214"/>
                </a:cubicBezTo>
                <a:cubicBezTo>
                  <a:pt x="110" y="211"/>
                  <a:pt x="113" y="208"/>
                  <a:pt x="116" y="204"/>
                </a:cubicBezTo>
                <a:cubicBezTo>
                  <a:pt x="118" y="202"/>
                  <a:pt x="119" y="198"/>
                  <a:pt x="120" y="195"/>
                </a:cubicBezTo>
                <a:cubicBezTo>
                  <a:pt x="122" y="191"/>
                  <a:pt x="122" y="187"/>
                  <a:pt x="118" y="183"/>
                </a:cubicBezTo>
                <a:cubicBezTo>
                  <a:pt x="116" y="182"/>
                  <a:pt x="115" y="181"/>
                  <a:pt x="115" y="179"/>
                </a:cubicBezTo>
                <a:cubicBezTo>
                  <a:pt x="113" y="177"/>
                  <a:pt x="113" y="175"/>
                  <a:pt x="116" y="174"/>
                </a:cubicBezTo>
                <a:cubicBezTo>
                  <a:pt x="123" y="173"/>
                  <a:pt x="130" y="171"/>
                  <a:pt x="137" y="170"/>
                </a:cubicBezTo>
                <a:cubicBezTo>
                  <a:pt x="140" y="170"/>
                  <a:pt x="141" y="169"/>
                  <a:pt x="143" y="167"/>
                </a:cubicBezTo>
                <a:cubicBezTo>
                  <a:pt x="146" y="163"/>
                  <a:pt x="150" y="159"/>
                  <a:pt x="153" y="155"/>
                </a:cubicBezTo>
                <a:cubicBezTo>
                  <a:pt x="155" y="152"/>
                  <a:pt x="157" y="149"/>
                  <a:pt x="158" y="145"/>
                </a:cubicBezTo>
                <a:cubicBezTo>
                  <a:pt x="159" y="141"/>
                  <a:pt x="157" y="140"/>
                  <a:pt x="154" y="141"/>
                </a:cubicBezTo>
                <a:cubicBezTo>
                  <a:pt x="151" y="141"/>
                  <a:pt x="149" y="142"/>
                  <a:pt x="147" y="144"/>
                </a:cubicBezTo>
                <a:cubicBezTo>
                  <a:pt x="144" y="146"/>
                  <a:pt x="140" y="146"/>
                  <a:pt x="137" y="145"/>
                </a:cubicBezTo>
                <a:cubicBezTo>
                  <a:pt x="134" y="145"/>
                  <a:pt x="133" y="144"/>
                  <a:pt x="132" y="141"/>
                </a:cubicBezTo>
                <a:cubicBezTo>
                  <a:pt x="132" y="139"/>
                  <a:pt x="132" y="137"/>
                  <a:pt x="134" y="135"/>
                </a:cubicBezTo>
                <a:cubicBezTo>
                  <a:pt x="137" y="133"/>
                  <a:pt x="139" y="131"/>
                  <a:pt x="141" y="129"/>
                </a:cubicBezTo>
                <a:cubicBezTo>
                  <a:pt x="143" y="126"/>
                  <a:pt x="144" y="123"/>
                  <a:pt x="144" y="119"/>
                </a:cubicBezTo>
                <a:cubicBezTo>
                  <a:pt x="144" y="116"/>
                  <a:pt x="143" y="115"/>
                  <a:pt x="140" y="115"/>
                </a:cubicBezTo>
                <a:cubicBezTo>
                  <a:pt x="136" y="115"/>
                  <a:pt x="132" y="115"/>
                  <a:pt x="129" y="114"/>
                </a:cubicBezTo>
                <a:cubicBezTo>
                  <a:pt x="119" y="112"/>
                  <a:pt x="114" y="106"/>
                  <a:pt x="112" y="96"/>
                </a:cubicBezTo>
                <a:cubicBezTo>
                  <a:pt x="112" y="91"/>
                  <a:pt x="113" y="90"/>
                  <a:pt x="118" y="91"/>
                </a:cubicBezTo>
                <a:cubicBezTo>
                  <a:pt x="121" y="91"/>
                  <a:pt x="124" y="91"/>
                  <a:pt x="127" y="92"/>
                </a:cubicBezTo>
                <a:cubicBezTo>
                  <a:pt x="137" y="93"/>
                  <a:pt x="146" y="92"/>
                  <a:pt x="155" y="86"/>
                </a:cubicBezTo>
                <a:cubicBezTo>
                  <a:pt x="158" y="83"/>
                  <a:pt x="163" y="82"/>
                  <a:pt x="167" y="81"/>
                </a:cubicBezTo>
                <a:cubicBezTo>
                  <a:pt x="174" y="79"/>
                  <a:pt x="180" y="76"/>
                  <a:pt x="184" y="70"/>
                </a:cubicBezTo>
                <a:cubicBezTo>
                  <a:pt x="193" y="60"/>
                  <a:pt x="200" y="49"/>
                  <a:pt x="203" y="36"/>
                </a:cubicBezTo>
                <a:cubicBezTo>
                  <a:pt x="204" y="30"/>
                  <a:pt x="205" y="23"/>
                  <a:pt x="205" y="17"/>
                </a:cubicBezTo>
                <a:cubicBezTo>
                  <a:pt x="204" y="15"/>
                  <a:pt x="204" y="13"/>
                  <a:pt x="204" y="10"/>
                </a:cubicBezTo>
                <a:cubicBezTo>
                  <a:pt x="204" y="7"/>
                  <a:pt x="204" y="4"/>
                  <a:pt x="207" y="2"/>
                </a:cubicBezTo>
                <a:cubicBezTo>
                  <a:pt x="211" y="0"/>
                  <a:pt x="213" y="2"/>
                  <a:pt x="216" y="3"/>
                </a:cubicBezTo>
                <a:cubicBezTo>
                  <a:pt x="230" y="11"/>
                  <a:pt x="236" y="28"/>
                  <a:pt x="230" y="43"/>
                </a:cubicBezTo>
                <a:cubicBezTo>
                  <a:pt x="229" y="48"/>
                  <a:pt x="226" y="52"/>
                  <a:pt x="224" y="56"/>
                </a:cubicBezTo>
                <a:cubicBezTo>
                  <a:pt x="219" y="64"/>
                  <a:pt x="214" y="72"/>
                  <a:pt x="209" y="80"/>
                </a:cubicBezTo>
                <a:cubicBezTo>
                  <a:pt x="207" y="83"/>
                  <a:pt x="206" y="87"/>
                  <a:pt x="205" y="91"/>
                </a:cubicBezTo>
                <a:cubicBezTo>
                  <a:pt x="204" y="93"/>
                  <a:pt x="203" y="95"/>
                  <a:pt x="203" y="98"/>
                </a:cubicBezTo>
                <a:cubicBezTo>
                  <a:pt x="203" y="102"/>
                  <a:pt x="205" y="104"/>
                  <a:pt x="208" y="105"/>
                </a:cubicBezTo>
                <a:cubicBezTo>
                  <a:pt x="213" y="106"/>
                  <a:pt x="217" y="105"/>
                  <a:pt x="221" y="104"/>
                </a:cubicBezTo>
                <a:cubicBezTo>
                  <a:pt x="236" y="97"/>
                  <a:pt x="251" y="91"/>
                  <a:pt x="267" y="87"/>
                </a:cubicBezTo>
                <a:cubicBezTo>
                  <a:pt x="274" y="85"/>
                  <a:pt x="280" y="84"/>
                  <a:pt x="287" y="82"/>
                </a:cubicBezTo>
                <a:cubicBezTo>
                  <a:pt x="290" y="82"/>
                  <a:pt x="294" y="82"/>
                  <a:pt x="297" y="85"/>
                </a:cubicBezTo>
                <a:cubicBezTo>
                  <a:pt x="299" y="86"/>
                  <a:pt x="301" y="86"/>
                  <a:pt x="304" y="86"/>
                </a:cubicBezTo>
                <a:cubicBezTo>
                  <a:pt x="305" y="87"/>
                  <a:pt x="307" y="86"/>
                  <a:pt x="309" y="86"/>
                </a:cubicBezTo>
                <a:cubicBezTo>
                  <a:pt x="317" y="86"/>
                  <a:pt x="323" y="89"/>
                  <a:pt x="325" y="97"/>
                </a:cubicBezTo>
                <a:cubicBezTo>
                  <a:pt x="325" y="99"/>
                  <a:pt x="325" y="101"/>
                  <a:pt x="325" y="104"/>
                </a:cubicBezTo>
                <a:close/>
                <a:moveTo>
                  <a:pt x="206" y="122"/>
                </a:moveTo>
                <a:cubicBezTo>
                  <a:pt x="203" y="122"/>
                  <a:pt x="200" y="123"/>
                  <a:pt x="198" y="126"/>
                </a:cubicBezTo>
                <a:cubicBezTo>
                  <a:pt x="189" y="138"/>
                  <a:pt x="179" y="150"/>
                  <a:pt x="169" y="162"/>
                </a:cubicBezTo>
                <a:cubicBezTo>
                  <a:pt x="166" y="166"/>
                  <a:pt x="164" y="170"/>
                  <a:pt x="164" y="175"/>
                </a:cubicBezTo>
                <a:cubicBezTo>
                  <a:pt x="162" y="184"/>
                  <a:pt x="165" y="188"/>
                  <a:pt x="173" y="193"/>
                </a:cubicBezTo>
                <a:cubicBezTo>
                  <a:pt x="176" y="195"/>
                  <a:pt x="179" y="194"/>
                  <a:pt x="181" y="191"/>
                </a:cubicBezTo>
                <a:cubicBezTo>
                  <a:pt x="183" y="188"/>
                  <a:pt x="183" y="186"/>
                  <a:pt x="184" y="183"/>
                </a:cubicBezTo>
                <a:cubicBezTo>
                  <a:pt x="185" y="180"/>
                  <a:pt x="185" y="176"/>
                  <a:pt x="186" y="173"/>
                </a:cubicBezTo>
                <a:cubicBezTo>
                  <a:pt x="187" y="171"/>
                  <a:pt x="188" y="168"/>
                  <a:pt x="190" y="167"/>
                </a:cubicBezTo>
                <a:cubicBezTo>
                  <a:pt x="194" y="164"/>
                  <a:pt x="197" y="165"/>
                  <a:pt x="199" y="170"/>
                </a:cubicBezTo>
                <a:cubicBezTo>
                  <a:pt x="199" y="171"/>
                  <a:pt x="199" y="171"/>
                  <a:pt x="199" y="172"/>
                </a:cubicBezTo>
                <a:cubicBezTo>
                  <a:pt x="202" y="183"/>
                  <a:pt x="205" y="193"/>
                  <a:pt x="206" y="204"/>
                </a:cubicBezTo>
                <a:cubicBezTo>
                  <a:pt x="206" y="206"/>
                  <a:pt x="207" y="209"/>
                  <a:pt x="210" y="210"/>
                </a:cubicBezTo>
                <a:cubicBezTo>
                  <a:pt x="214" y="210"/>
                  <a:pt x="215" y="208"/>
                  <a:pt x="217" y="206"/>
                </a:cubicBezTo>
                <a:cubicBezTo>
                  <a:pt x="217" y="205"/>
                  <a:pt x="217" y="205"/>
                  <a:pt x="218" y="204"/>
                </a:cubicBezTo>
                <a:cubicBezTo>
                  <a:pt x="221" y="199"/>
                  <a:pt x="225" y="193"/>
                  <a:pt x="229" y="188"/>
                </a:cubicBezTo>
                <a:cubicBezTo>
                  <a:pt x="237" y="177"/>
                  <a:pt x="246" y="167"/>
                  <a:pt x="255" y="157"/>
                </a:cubicBezTo>
                <a:cubicBezTo>
                  <a:pt x="259" y="152"/>
                  <a:pt x="261" y="147"/>
                  <a:pt x="261" y="141"/>
                </a:cubicBezTo>
                <a:cubicBezTo>
                  <a:pt x="261" y="137"/>
                  <a:pt x="259" y="135"/>
                  <a:pt x="255" y="134"/>
                </a:cubicBezTo>
                <a:cubicBezTo>
                  <a:pt x="253" y="134"/>
                  <a:pt x="251" y="134"/>
                  <a:pt x="250" y="134"/>
                </a:cubicBezTo>
                <a:cubicBezTo>
                  <a:pt x="240" y="131"/>
                  <a:pt x="231" y="129"/>
                  <a:pt x="221" y="126"/>
                </a:cubicBezTo>
                <a:cubicBezTo>
                  <a:pt x="216" y="125"/>
                  <a:pt x="211" y="123"/>
                  <a:pt x="206" y="1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9" name="Freeform 10">
            <a:extLst xmlns:a="http://schemas.openxmlformats.org/drawingml/2006/main">
              <a:ext uri="{FF2B5EF4-FFF2-40B4-BE49-F238E27FC236}">
                <a16:creationId xmlns:a16="http://schemas.microsoft.com/office/drawing/2014/main" id="{ED1E1F62-F99F-4253-8806-BEF0560FA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8190" y="398363"/>
            <a:ext cx="193882" cy="208139"/>
          </a:xfrm>
          <a:custGeom xmlns:a="http://schemas.openxmlformats.org/drawingml/2006/main">
            <a:gdLst>
              <a:gd name="T0" fmla="*/ 83 w 383"/>
              <a:gd name="T1" fmla="*/ 410 h 411"/>
              <a:gd name="T2" fmla="*/ 111 w 383"/>
              <a:gd name="T3" fmla="*/ 380 h 411"/>
              <a:gd name="T4" fmla="*/ 136 w 383"/>
              <a:gd name="T5" fmla="*/ 371 h 411"/>
              <a:gd name="T6" fmla="*/ 198 w 383"/>
              <a:gd name="T7" fmla="*/ 294 h 411"/>
              <a:gd name="T8" fmla="*/ 201 w 383"/>
              <a:gd name="T9" fmla="*/ 280 h 411"/>
              <a:gd name="T10" fmla="*/ 197 w 383"/>
              <a:gd name="T11" fmla="*/ 274 h 411"/>
              <a:gd name="T12" fmla="*/ 166 w 383"/>
              <a:gd name="T13" fmla="*/ 283 h 411"/>
              <a:gd name="T14" fmla="*/ 144 w 383"/>
              <a:gd name="T15" fmla="*/ 291 h 411"/>
              <a:gd name="T16" fmla="*/ 123 w 383"/>
              <a:gd name="T17" fmla="*/ 305 h 411"/>
              <a:gd name="T18" fmla="*/ 62 w 383"/>
              <a:gd name="T19" fmla="*/ 344 h 411"/>
              <a:gd name="T20" fmla="*/ 34 w 383"/>
              <a:gd name="T21" fmla="*/ 353 h 411"/>
              <a:gd name="T22" fmla="*/ 9 w 383"/>
              <a:gd name="T23" fmla="*/ 344 h 411"/>
              <a:gd name="T24" fmla="*/ 1 w 383"/>
              <a:gd name="T25" fmla="*/ 322 h 411"/>
              <a:gd name="T26" fmla="*/ 0 w 383"/>
              <a:gd name="T27" fmla="*/ 288 h 411"/>
              <a:gd name="T28" fmla="*/ 1 w 383"/>
              <a:gd name="T29" fmla="*/ 283 h 411"/>
              <a:gd name="T30" fmla="*/ 6 w 383"/>
              <a:gd name="T31" fmla="*/ 282 h 411"/>
              <a:gd name="T32" fmla="*/ 8 w 383"/>
              <a:gd name="T33" fmla="*/ 285 h 411"/>
              <a:gd name="T34" fmla="*/ 10 w 383"/>
              <a:gd name="T35" fmla="*/ 290 h 411"/>
              <a:gd name="T36" fmla="*/ 32 w 383"/>
              <a:gd name="T37" fmla="*/ 298 h 411"/>
              <a:gd name="T38" fmla="*/ 46 w 383"/>
              <a:gd name="T39" fmla="*/ 293 h 411"/>
              <a:gd name="T40" fmla="*/ 53 w 383"/>
              <a:gd name="T41" fmla="*/ 291 h 411"/>
              <a:gd name="T42" fmla="*/ 65 w 383"/>
              <a:gd name="T43" fmla="*/ 288 h 411"/>
              <a:gd name="T44" fmla="*/ 100 w 383"/>
              <a:gd name="T45" fmla="*/ 268 h 411"/>
              <a:gd name="T46" fmla="*/ 156 w 383"/>
              <a:gd name="T47" fmla="*/ 244 h 411"/>
              <a:gd name="T48" fmla="*/ 197 w 383"/>
              <a:gd name="T49" fmla="*/ 229 h 411"/>
              <a:gd name="T50" fmla="*/ 203 w 383"/>
              <a:gd name="T51" fmla="*/ 226 h 411"/>
              <a:gd name="T52" fmla="*/ 219 w 383"/>
              <a:gd name="T53" fmla="*/ 204 h 411"/>
              <a:gd name="T54" fmla="*/ 222 w 383"/>
              <a:gd name="T55" fmla="*/ 124 h 411"/>
              <a:gd name="T56" fmla="*/ 210 w 383"/>
              <a:gd name="T57" fmla="*/ 69 h 411"/>
              <a:gd name="T58" fmla="*/ 197 w 383"/>
              <a:gd name="T59" fmla="*/ 36 h 411"/>
              <a:gd name="T60" fmla="*/ 194 w 383"/>
              <a:gd name="T61" fmla="*/ 10 h 411"/>
              <a:gd name="T62" fmla="*/ 205 w 383"/>
              <a:gd name="T63" fmla="*/ 2 h 411"/>
              <a:gd name="T64" fmla="*/ 230 w 383"/>
              <a:gd name="T65" fmla="*/ 7 h 411"/>
              <a:gd name="T66" fmla="*/ 237 w 383"/>
              <a:gd name="T67" fmla="*/ 10 h 411"/>
              <a:gd name="T68" fmla="*/ 248 w 383"/>
              <a:gd name="T69" fmla="*/ 19 h 411"/>
              <a:gd name="T70" fmla="*/ 265 w 383"/>
              <a:gd name="T71" fmla="*/ 29 h 411"/>
              <a:gd name="T72" fmla="*/ 280 w 383"/>
              <a:gd name="T73" fmla="*/ 49 h 411"/>
              <a:gd name="T74" fmla="*/ 278 w 383"/>
              <a:gd name="T75" fmla="*/ 66 h 411"/>
              <a:gd name="T76" fmla="*/ 273 w 383"/>
              <a:gd name="T77" fmla="*/ 72 h 411"/>
              <a:gd name="T78" fmla="*/ 270 w 383"/>
              <a:gd name="T79" fmla="*/ 77 h 411"/>
              <a:gd name="T80" fmla="*/ 271 w 383"/>
              <a:gd name="T81" fmla="*/ 158 h 411"/>
              <a:gd name="T82" fmla="*/ 273 w 383"/>
              <a:gd name="T83" fmla="*/ 179 h 411"/>
              <a:gd name="T84" fmla="*/ 278 w 383"/>
              <a:gd name="T85" fmla="*/ 182 h 411"/>
              <a:gd name="T86" fmla="*/ 313 w 383"/>
              <a:gd name="T87" fmla="*/ 160 h 411"/>
              <a:gd name="T88" fmla="*/ 325 w 383"/>
              <a:gd name="T89" fmla="*/ 144 h 411"/>
              <a:gd name="T90" fmla="*/ 341 w 383"/>
              <a:gd name="T91" fmla="*/ 128 h 411"/>
              <a:gd name="T92" fmla="*/ 369 w 383"/>
              <a:gd name="T93" fmla="*/ 122 h 411"/>
              <a:gd name="T94" fmla="*/ 380 w 383"/>
              <a:gd name="T95" fmla="*/ 141 h 411"/>
              <a:gd name="T96" fmla="*/ 372 w 383"/>
              <a:gd name="T97" fmla="*/ 154 h 411"/>
              <a:gd name="T98" fmla="*/ 355 w 383"/>
              <a:gd name="T99" fmla="*/ 169 h 411"/>
              <a:gd name="T100" fmla="*/ 314 w 383"/>
              <a:gd name="T101" fmla="*/ 199 h 411"/>
              <a:gd name="T102" fmla="*/ 275 w 383"/>
              <a:gd name="T103" fmla="*/ 229 h 411"/>
              <a:gd name="T104" fmla="*/ 271 w 383"/>
              <a:gd name="T105" fmla="*/ 238 h 411"/>
              <a:gd name="T106" fmla="*/ 254 w 383"/>
              <a:gd name="T107" fmla="*/ 310 h 411"/>
              <a:gd name="T108" fmla="*/ 250 w 383"/>
              <a:gd name="T109" fmla="*/ 320 h 411"/>
              <a:gd name="T110" fmla="*/ 247 w 383"/>
              <a:gd name="T111" fmla="*/ 325 h 411"/>
              <a:gd name="T112" fmla="*/ 173 w 383"/>
              <a:gd name="T113" fmla="*/ 386 h 411"/>
              <a:gd name="T114" fmla="*/ 95 w 383"/>
              <a:gd name="T115" fmla="*/ 410 h 411"/>
              <a:gd name="T116" fmla="*/ 88 w 383"/>
              <a:gd name="T117" fmla="*/ 411 h 411"/>
              <a:gd name="T118" fmla="*/ 83 w 383"/>
              <a:gd name="T119" fmla="*/ 410 h 411"/>
            </a:gdLst>
            <a:rect l="0" t="0" r="r" b="b"/>
            <a:pathLst>
              <a:path w="383" h="411">
                <a:moveTo>
                  <a:pt x="83" y="410"/>
                </a:moveTo>
                <a:cubicBezTo>
                  <a:pt x="89" y="396"/>
                  <a:pt x="96" y="385"/>
                  <a:pt x="111" y="380"/>
                </a:cubicBezTo>
                <a:cubicBezTo>
                  <a:pt x="120" y="378"/>
                  <a:pt x="128" y="375"/>
                  <a:pt x="136" y="371"/>
                </a:cubicBezTo>
                <a:cubicBezTo>
                  <a:pt x="168" y="355"/>
                  <a:pt x="188" y="328"/>
                  <a:pt x="198" y="294"/>
                </a:cubicBezTo>
                <a:cubicBezTo>
                  <a:pt x="199" y="289"/>
                  <a:pt x="200" y="284"/>
                  <a:pt x="201" y="280"/>
                </a:cubicBezTo>
                <a:cubicBezTo>
                  <a:pt x="202" y="275"/>
                  <a:pt x="201" y="274"/>
                  <a:pt x="197" y="274"/>
                </a:cubicBezTo>
                <a:cubicBezTo>
                  <a:pt x="186" y="275"/>
                  <a:pt x="176" y="278"/>
                  <a:pt x="166" y="283"/>
                </a:cubicBezTo>
                <a:cubicBezTo>
                  <a:pt x="159" y="286"/>
                  <a:pt x="152" y="289"/>
                  <a:pt x="144" y="291"/>
                </a:cubicBezTo>
                <a:cubicBezTo>
                  <a:pt x="136" y="294"/>
                  <a:pt x="130" y="300"/>
                  <a:pt x="123" y="305"/>
                </a:cubicBezTo>
                <a:cubicBezTo>
                  <a:pt x="105" y="321"/>
                  <a:pt x="84" y="334"/>
                  <a:pt x="62" y="344"/>
                </a:cubicBezTo>
                <a:cubicBezTo>
                  <a:pt x="53" y="348"/>
                  <a:pt x="43" y="351"/>
                  <a:pt x="34" y="353"/>
                </a:cubicBezTo>
                <a:cubicBezTo>
                  <a:pt x="24" y="356"/>
                  <a:pt x="15" y="352"/>
                  <a:pt x="9" y="344"/>
                </a:cubicBezTo>
                <a:cubicBezTo>
                  <a:pt x="4" y="338"/>
                  <a:pt x="1" y="330"/>
                  <a:pt x="1" y="322"/>
                </a:cubicBezTo>
                <a:cubicBezTo>
                  <a:pt x="1" y="310"/>
                  <a:pt x="0" y="299"/>
                  <a:pt x="0" y="288"/>
                </a:cubicBezTo>
                <a:cubicBezTo>
                  <a:pt x="0" y="286"/>
                  <a:pt x="0" y="284"/>
                  <a:pt x="1" y="283"/>
                </a:cubicBezTo>
                <a:cubicBezTo>
                  <a:pt x="1" y="280"/>
                  <a:pt x="4" y="279"/>
                  <a:pt x="6" y="282"/>
                </a:cubicBezTo>
                <a:cubicBezTo>
                  <a:pt x="7" y="283"/>
                  <a:pt x="7" y="284"/>
                  <a:pt x="8" y="285"/>
                </a:cubicBezTo>
                <a:cubicBezTo>
                  <a:pt x="9" y="286"/>
                  <a:pt x="9" y="288"/>
                  <a:pt x="10" y="290"/>
                </a:cubicBezTo>
                <a:cubicBezTo>
                  <a:pt x="16" y="297"/>
                  <a:pt x="23" y="301"/>
                  <a:pt x="32" y="298"/>
                </a:cubicBezTo>
                <a:cubicBezTo>
                  <a:pt x="37" y="297"/>
                  <a:pt x="41" y="295"/>
                  <a:pt x="46" y="293"/>
                </a:cubicBezTo>
                <a:cubicBezTo>
                  <a:pt x="48" y="292"/>
                  <a:pt x="51" y="291"/>
                  <a:pt x="53" y="291"/>
                </a:cubicBezTo>
                <a:cubicBezTo>
                  <a:pt x="58" y="292"/>
                  <a:pt x="61" y="290"/>
                  <a:pt x="65" y="288"/>
                </a:cubicBezTo>
                <a:cubicBezTo>
                  <a:pt x="77" y="282"/>
                  <a:pt x="89" y="275"/>
                  <a:pt x="100" y="268"/>
                </a:cubicBezTo>
                <a:cubicBezTo>
                  <a:pt x="118" y="258"/>
                  <a:pt x="137" y="251"/>
                  <a:pt x="156" y="244"/>
                </a:cubicBezTo>
                <a:cubicBezTo>
                  <a:pt x="169" y="239"/>
                  <a:pt x="183" y="234"/>
                  <a:pt x="197" y="229"/>
                </a:cubicBezTo>
                <a:cubicBezTo>
                  <a:pt x="199" y="228"/>
                  <a:pt x="201" y="227"/>
                  <a:pt x="203" y="226"/>
                </a:cubicBezTo>
                <a:cubicBezTo>
                  <a:pt x="212" y="222"/>
                  <a:pt x="218" y="215"/>
                  <a:pt x="219" y="204"/>
                </a:cubicBezTo>
                <a:cubicBezTo>
                  <a:pt x="221" y="178"/>
                  <a:pt x="223" y="151"/>
                  <a:pt x="222" y="124"/>
                </a:cubicBezTo>
                <a:cubicBezTo>
                  <a:pt x="221" y="105"/>
                  <a:pt x="218" y="87"/>
                  <a:pt x="210" y="69"/>
                </a:cubicBezTo>
                <a:cubicBezTo>
                  <a:pt x="205" y="58"/>
                  <a:pt x="201" y="47"/>
                  <a:pt x="197" y="36"/>
                </a:cubicBezTo>
                <a:cubicBezTo>
                  <a:pt x="194" y="28"/>
                  <a:pt x="193" y="19"/>
                  <a:pt x="194" y="10"/>
                </a:cubicBezTo>
                <a:cubicBezTo>
                  <a:pt x="194" y="4"/>
                  <a:pt x="199" y="0"/>
                  <a:pt x="205" y="2"/>
                </a:cubicBezTo>
                <a:cubicBezTo>
                  <a:pt x="213" y="4"/>
                  <a:pt x="222" y="5"/>
                  <a:pt x="230" y="7"/>
                </a:cubicBezTo>
                <a:cubicBezTo>
                  <a:pt x="233" y="7"/>
                  <a:pt x="235" y="9"/>
                  <a:pt x="237" y="10"/>
                </a:cubicBezTo>
                <a:cubicBezTo>
                  <a:pt x="241" y="13"/>
                  <a:pt x="244" y="16"/>
                  <a:pt x="248" y="19"/>
                </a:cubicBezTo>
                <a:cubicBezTo>
                  <a:pt x="253" y="23"/>
                  <a:pt x="259" y="26"/>
                  <a:pt x="265" y="29"/>
                </a:cubicBezTo>
                <a:cubicBezTo>
                  <a:pt x="274" y="33"/>
                  <a:pt x="279" y="40"/>
                  <a:pt x="280" y="49"/>
                </a:cubicBezTo>
                <a:cubicBezTo>
                  <a:pt x="280" y="55"/>
                  <a:pt x="280" y="60"/>
                  <a:pt x="278" y="66"/>
                </a:cubicBezTo>
                <a:cubicBezTo>
                  <a:pt x="277" y="68"/>
                  <a:pt x="275" y="70"/>
                  <a:pt x="273" y="72"/>
                </a:cubicBezTo>
                <a:cubicBezTo>
                  <a:pt x="271" y="74"/>
                  <a:pt x="270" y="75"/>
                  <a:pt x="270" y="77"/>
                </a:cubicBezTo>
                <a:cubicBezTo>
                  <a:pt x="271" y="104"/>
                  <a:pt x="271" y="131"/>
                  <a:pt x="271" y="158"/>
                </a:cubicBezTo>
                <a:cubicBezTo>
                  <a:pt x="272" y="165"/>
                  <a:pt x="272" y="172"/>
                  <a:pt x="273" y="179"/>
                </a:cubicBezTo>
                <a:cubicBezTo>
                  <a:pt x="274" y="183"/>
                  <a:pt x="275" y="184"/>
                  <a:pt x="278" y="182"/>
                </a:cubicBezTo>
                <a:cubicBezTo>
                  <a:pt x="291" y="176"/>
                  <a:pt x="303" y="170"/>
                  <a:pt x="313" y="160"/>
                </a:cubicBezTo>
                <a:cubicBezTo>
                  <a:pt x="317" y="155"/>
                  <a:pt x="321" y="150"/>
                  <a:pt x="325" y="144"/>
                </a:cubicBezTo>
                <a:cubicBezTo>
                  <a:pt x="330" y="138"/>
                  <a:pt x="335" y="132"/>
                  <a:pt x="341" y="128"/>
                </a:cubicBezTo>
                <a:cubicBezTo>
                  <a:pt x="350" y="122"/>
                  <a:pt x="359" y="120"/>
                  <a:pt x="369" y="122"/>
                </a:cubicBezTo>
                <a:cubicBezTo>
                  <a:pt x="379" y="124"/>
                  <a:pt x="383" y="131"/>
                  <a:pt x="380" y="141"/>
                </a:cubicBezTo>
                <a:cubicBezTo>
                  <a:pt x="379" y="146"/>
                  <a:pt x="376" y="151"/>
                  <a:pt x="372" y="154"/>
                </a:cubicBezTo>
                <a:cubicBezTo>
                  <a:pt x="367" y="160"/>
                  <a:pt x="361" y="165"/>
                  <a:pt x="355" y="169"/>
                </a:cubicBezTo>
                <a:cubicBezTo>
                  <a:pt x="341" y="178"/>
                  <a:pt x="328" y="189"/>
                  <a:pt x="314" y="199"/>
                </a:cubicBezTo>
                <a:cubicBezTo>
                  <a:pt x="301" y="209"/>
                  <a:pt x="289" y="219"/>
                  <a:pt x="275" y="229"/>
                </a:cubicBezTo>
                <a:cubicBezTo>
                  <a:pt x="272" y="232"/>
                  <a:pt x="271" y="234"/>
                  <a:pt x="271" y="238"/>
                </a:cubicBezTo>
                <a:cubicBezTo>
                  <a:pt x="267" y="263"/>
                  <a:pt x="262" y="287"/>
                  <a:pt x="254" y="310"/>
                </a:cubicBezTo>
                <a:cubicBezTo>
                  <a:pt x="253" y="314"/>
                  <a:pt x="251" y="317"/>
                  <a:pt x="250" y="320"/>
                </a:cubicBezTo>
                <a:cubicBezTo>
                  <a:pt x="249" y="322"/>
                  <a:pt x="249" y="324"/>
                  <a:pt x="247" y="325"/>
                </a:cubicBezTo>
                <a:cubicBezTo>
                  <a:pt x="226" y="349"/>
                  <a:pt x="202" y="371"/>
                  <a:pt x="173" y="386"/>
                </a:cubicBezTo>
                <a:cubicBezTo>
                  <a:pt x="149" y="400"/>
                  <a:pt x="123" y="408"/>
                  <a:pt x="95" y="410"/>
                </a:cubicBezTo>
                <a:cubicBezTo>
                  <a:pt x="93" y="410"/>
                  <a:pt x="90" y="411"/>
                  <a:pt x="88" y="411"/>
                </a:cubicBezTo>
                <a:cubicBezTo>
                  <a:pt x="87" y="411"/>
                  <a:pt x="85" y="411"/>
                  <a:pt x="83" y="4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0" name="Freeform 11">
            <a:extLst xmlns:a="http://schemas.openxmlformats.org/drawingml/2006/main">
              <a:ext uri="{FF2B5EF4-FFF2-40B4-BE49-F238E27FC236}">
                <a16:creationId xmlns:a16="http://schemas.microsoft.com/office/drawing/2014/main" id="{A3810384-6F92-477B-A5FE-3D625892B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4135" y="400644"/>
            <a:ext cx="98081" cy="227527"/>
          </a:xfrm>
          <a:custGeom xmlns:a="http://schemas.openxmlformats.org/drawingml/2006/main">
            <a:gdLst>
              <a:gd name="T0" fmla="*/ 127 w 193"/>
              <a:gd name="T1" fmla="*/ 371 h 449"/>
              <a:gd name="T2" fmla="*/ 63 w 193"/>
              <a:gd name="T3" fmla="*/ 417 h 449"/>
              <a:gd name="T4" fmla="*/ 47 w 193"/>
              <a:gd name="T5" fmla="*/ 433 h 449"/>
              <a:gd name="T6" fmla="*/ 7 w 193"/>
              <a:gd name="T7" fmla="*/ 434 h 449"/>
              <a:gd name="T8" fmla="*/ 1 w 193"/>
              <a:gd name="T9" fmla="*/ 383 h 449"/>
              <a:gd name="T10" fmla="*/ 33 w 193"/>
              <a:gd name="T11" fmla="*/ 331 h 449"/>
              <a:gd name="T12" fmla="*/ 49 w 193"/>
              <a:gd name="T13" fmla="*/ 286 h 449"/>
              <a:gd name="T14" fmla="*/ 50 w 193"/>
              <a:gd name="T15" fmla="*/ 233 h 449"/>
              <a:gd name="T16" fmla="*/ 38 w 193"/>
              <a:gd name="T17" fmla="*/ 207 h 449"/>
              <a:gd name="T18" fmla="*/ 54 w 193"/>
              <a:gd name="T19" fmla="*/ 201 h 449"/>
              <a:gd name="T20" fmla="*/ 75 w 193"/>
              <a:gd name="T21" fmla="*/ 209 h 449"/>
              <a:gd name="T22" fmla="*/ 107 w 193"/>
              <a:gd name="T23" fmla="*/ 223 h 449"/>
              <a:gd name="T24" fmla="*/ 126 w 193"/>
              <a:gd name="T25" fmla="*/ 233 h 449"/>
              <a:gd name="T26" fmla="*/ 133 w 193"/>
              <a:gd name="T27" fmla="*/ 231 h 449"/>
              <a:gd name="T28" fmla="*/ 135 w 193"/>
              <a:gd name="T29" fmla="*/ 200 h 449"/>
              <a:gd name="T30" fmla="*/ 133 w 193"/>
              <a:gd name="T31" fmla="*/ 99 h 449"/>
              <a:gd name="T32" fmla="*/ 105 w 193"/>
              <a:gd name="T33" fmla="*/ 55 h 449"/>
              <a:gd name="T34" fmla="*/ 77 w 193"/>
              <a:gd name="T35" fmla="*/ 9 h 449"/>
              <a:gd name="T36" fmla="*/ 95 w 193"/>
              <a:gd name="T37" fmla="*/ 6 h 449"/>
              <a:gd name="T38" fmla="*/ 165 w 193"/>
              <a:gd name="T39" fmla="*/ 52 h 449"/>
              <a:gd name="T40" fmla="*/ 189 w 193"/>
              <a:gd name="T41" fmla="*/ 83 h 449"/>
              <a:gd name="T42" fmla="*/ 189 w 193"/>
              <a:gd name="T43" fmla="*/ 292 h 449"/>
              <a:gd name="T44" fmla="*/ 165 w 193"/>
              <a:gd name="T45" fmla="*/ 409 h 449"/>
              <a:gd name="T46" fmla="*/ 145 w 193"/>
              <a:gd name="T47" fmla="*/ 428 h 449"/>
              <a:gd name="T48" fmla="*/ 134 w 193"/>
              <a:gd name="T49" fmla="*/ 415 h 449"/>
              <a:gd name="T50" fmla="*/ 131 w 193"/>
              <a:gd name="T51" fmla="*/ 367 h 449"/>
              <a:gd name="T52" fmla="*/ 124 w 193"/>
              <a:gd name="T53" fmla="*/ 264 h 449"/>
              <a:gd name="T54" fmla="*/ 102 w 193"/>
              <a:gd name="T55" fmla="*/ 280 h 449"/>
              <a:gd name="T56" fmla="*/ 81 w 193"/>
              <a:gd name="T57" fmla="*/ 296 h 449"/>
              <a:gd name="T58" fmla="*/ 59 w 193"/>
              <a:gd name="T59" fmla="*/ 331 h 449"/>
              <a:gd name="T60" fmla="*/ 31 w 193"/>
              <a:gd name="T61" fmla="*/ 373 h 449"/>
              <a:gd name="T62" fmla="*/ 46 w 193"/>
              <a:gd name="T63" fmla="*/ 382 h 449"/>
              <a:gd name="T64" fmla="*/ 78 w 193"/>
              <a:gd name="T65" fmla="*/ 363 h 449"/>
              <a:gd name="T66" fmla="*/ 114 w 193"/>
              <a:gd name="T67" fmla="*/ 346 h 449"/>
              <a:gd name="T68" fmla="*/ 133 w 193"/>
              <a:gd name="T69" fmla="*/ 325 h 449"/>
              <a:gd name="T70" fmla="*/ 132 w 193"/>
              <a:gd name="T71" fmla="*/ 255 h 449"/>
            </a:gdLst>
            <a:rect l="0" t="0" r="r" b="b"/>
            <a:pathLst>
              <a:path w="193" h="449">
                <a:moveTo>
                  <a:pt x="131" y="367"/>
                </a:moveTo>
                <a:cubicBezTo>
                  <a:pt x="129" y="369"/>
                  <a:pt x="128" y="370"/>
                  <a:pt x="127" y="371"/>
                </a:cubicBezTo>
                <a:cubicBezTo>
                  <a:pt x="112" y="385"/>
                  <a:pt x="97" y="397"/>
                  <a:pt x="80" y="408"/>
                </a:cubicBezTo>
                <a:cubicBezTo>
                  <a:pt x="74" y="411"/>
                  <a:pt x="69" y="414"/>
                  <a:pt x="63" y="417"/>
                </a:cubicBezTo>
                <a:cubicBezTo>
                  <a:pt x="61" y="419"/>
                  <a:pt x="59" y="420"/>
                  <a:pt x="57" y="422"/>
                </a:cubicBezTo>
                <a:cubicBezTo>
                  <a:pt x="54" y="426"/>
                  <a:pt x="50" y="430"/>
                  <a:pt x="47" y="433"/>
                </a:cubicBezTo>
                <a:cubicBezTo>
                  <a:pt x="44" y="436"/>
                  <a:pt x="41" y="439"/>
                  <a:pt x="38" y="441"/>
                </a:cubicBezTo>
                <a:cubicBezTo>
                  <a:pt x="27" y="449"/>
                  <a:pt x="13" y="446"/>
                  <a:pt x="7" y="434"/>
                </a:cubicBezTo>
                <a:cubicBezTo>
                  <a:pt x="4" y="428"/>
                  <a:pt x="2" y="421"/>
                  <a:pt x="1" y="415"/>
                </a:cubicBezTo>
                <a:cubicBezTo>
                  <a:pt x="0" y="404"/>
                  <a:pt x="0" y="394"/>
                  <a:pt x="1" y="383"/>
                </a:cubicBezTo>
                <a:cubicBezTo>
                  <a:pt x="2" y="379"/>
                  <a:pt x="3" y="374"/>
                  <a:pt x="7" y="372"/>
                </a:cubicBezTo>
                <a:cubicBezTo>
                  <a:pt x="20" y="361"/>
                  <a:pt x="28" y="346"/>
                  <a:pt x="33" y="331"/>
                </a:cubicBezTo>
                <a:cubicBezTo>
                  <a:pt x="36" y="325"/>
                  <a:pt x="37" y="319"/>
                  <a:pt x="39" y="313"/>
                </a:cubicBezTo>
                <a:cubicBezTo>
                  <a:pt x="42" y="304"/>
                  <a:pt x="45" y="294"/>
                  <a:pt x="49" y="286"/>
                </a:cubicBezTo>
                <a:cubicBezTo>
                  <a:pt x="56" y="272"/>
                  <a:pt x="56" y="258"/>
                  <a:pt x="53" y="244"/>
                </a:cubicBezTo>
                <a:cubicBezTo>
                  <a:pt x="52" y="240"/>
                  <a:pt x="51" y="237"/>
                  <a:pt x="50" y="233"/>
                </a:cubicBezTo>
                <a:cubicBezTo>
                  <a:pt x="49" y="229"/>
                  <a:pt x="47" y="225"/>
                  <a:pt x="44" y="221"/>
                </a:cubicBezTo>
                <a:cubicBezTo>
                  <a:pt x="42" y="217"/>
                  <a:pt x="39" y="212"/>
                  <a:pt x="38" y="207"/>
                </a:cubicBezTo>
                <a:cubicBezTo>
                  <a:pt x="36" y="202"/>
                  <a:pt x="38" y="199"/>
                  <a:pt x="44" y="199"/>
                </a:cubicBezTo>
                <a:cubicBezTo>
                  <a:pt x="48" y="199"/>
                  <a:pt x="51" y="199"/>
                  <a:pt x="54" y="201"/>
                </a:cubicBezTo>
                <a:cubicBezTo>
                  <a:pt x="55" y="202"/>
                  <a:pt x="56" y="203"/>
                  <a:pt x="57" y="203"/>
                </a:cubicBezTo>
                <a:cubicBezTo>
                  <a:pt x="62" y="208"/>
                  <a:pt x="68" y="209"/>
                  <a:pt x="75" y="209"/>
                </a:cubicBezTo>
                <a:cubicBezTo>
                  <a:pt x="83" y="209"/>
                  <a:pt x="90" y="212"/>
                  <a:pt x="96" y="218"/>
                </a:cubicBezTo>
                <a:cubicBezTo>
                  <a:pt x="99" y="221"/>
                  <a:pt x="103" y="223"/>
                  <a:pt x="107" y="223"/>
                </a:cubicBezTo>
                <a:cubicBezTo>
                  <a:pt x="110" y="223"/>
                  <a:pt x="112" y="224"/>
                  <a:pt x="115" y="225"/>
                </a:cubicBezTo>
                <a:cubicBezTo>
                  <a:pt x="120" y="226"/>
                  <a:pt x="124" y="229"/>
                  <a:pt x="126" y="233"/>
                </a:cubicBezTo>
                <a:cubicBezTo>
                  <a:pt x="126" y="234"/>
                  <a:pt x="127" y="235"/>
                  <a:pt x="128" y="236"/>
                </a:cubicBezTo>
                <a:cubicBezTo>
                  <a:pt x="131" y="236"/>
                  <a:pt x="132" y="234"/>
                  <a:pt x="133" y="231"/>
                </a:cubicBezTo>
                <a:cubicBezTo>
                  <a:pt x="134" y="229"/>
                  <a:pt x="134" y="227"/>
                  <a:pt x="134" y="225"/>
                </a:cubicBezTo>
                <a:cubicBezTo>
                  <a:pt x="134" y="217"/>
                  <a:pt x="134" y="208"/>
                  <a:pt x="135" y="200"/>
                </a:cubicBezTo>
                <a:cubicBezTo>
                  <a:pt x="137" y="176"/>
                  <a:pt x="139" y="151"/>
                  <a:pt x="137" y="127"/>
                </a:cubicBezTo>
                <a:cubicBezTo>
                  <a:pt x="137" y="118"/>
                  <a:pt x="135" y="109"/>
                  <a:pt x="133" y="99"/>
                </a:cubicBezTo>
                <a:cubicBezTo>
                  <a:pt x="132" y="90"/>
                  <a:pt x="127" y="81"/>
                  <a:pt x="121" y="74"/>
                </a:cubicBezTo>
                <a:cubicBezTo>
                  <a:pt x="116" y="67"/>
                  <a:pt x="111" y="61"/>
                  <a:pt x="105" y="55"/>
                </a:cubicBezTo>
                <a:cubicBezTo>
                  <a:pt x="98" y="46"/>
                  <a:pt x="90" y="36"/>
                  <a:pt x="83" y="27"/>
                </a:cubicBezTo>
                <a:cubicBezTo>
                  <a:pt x="79" y="22"/>
                  <a:pt x="77" y="15"/>
                  <a:pt x="77" y="9"/>
                </a:cubicBezTo>
                <a:cubicBezTo>
                  <a:pt x="77" y="3"/>
                  <a:pt x="80" y="0"/>
                  <a:pt x="86" y="2"/>
                </a:cubicBezTo>
                <a:cubicBezTo>
                  <a:pt x="89" y="2"/>
                  <a:pt x="92" y="4"/>
                  <a:pt x="95" y="6"/>
                </a:cubicBezTo>
                <a:cubicBezTo>
                  <a:pt x="105" y="15"/>
                  <a:pt x="116" y="22"/>
                  <a:pt x="128" y="28"/>
                </a:cubicBezTo>
                <a:cubicBezTo>
                  <a:pt x="141" y="35"/>
                  <a:pt x="154" y="43"/>
                  <a:pt x="165" y="52"/>
                </a:cubicBezTo>
                <a:cubicBezTo>
                  <a:pt x="172" y="58"/>
                  <a:pt x="179" y="64"/>
                  <a:pt x="184" y="72"/>
                </a:cubicBezTo>
                <a:cubicBezTo>
                  <a:pt x="186" y="75"/>
                  <a:pt x="188" y="78"/>
                  <a:pt x="189" y="83"/>
                </a:cubicBezTo>
                <a:cubicBezTo>
                  <a:pt x="192" y="122"/>
                  <a:pt x="193" y="162"/>
                  <a:pt x="193" y="202"/>
                </a:cubicBezTo>
                <a:cubicBezTo>
                  <a:pt x="193" y="232"/>
                  <a:pt x="192" y="262"/>
                  <a:pt x="189" y="292"/>
                </a:cubicBezTo>
                <a:cubicBezTo>
                  <a:pt x="186" y="321"/>
                  <a:pt x="183" y="350"/>
                  <a:pt x="176" y="378"/>
                </a:cubicBezTo>
                <a:cubicBezTo>
                  <a:pt x="173" y="388"/>
                  <a:pt x="170" y="399"/>
                  <a:pt x="165" y="409"/>
                </a:cubicBezTo>
                <a:cubicBezTo>
                  <a:pt x="162" y="414"/>
                  <a:pt x="159" y="419"/>
                  <a:pt x="155" y="423"/>
                </a:cubicBezTo>
                <a:cubicBezTo>
                  <a:pt x="152" y="426"/>
                  <a:pt x="149" y="428"/>
                  <a:pt x="145" y="428"/>
                </a:cubicBezTo>
                <a:cubicBezTo>
                  <a:pt x="140" y="429"/>
                  <a:pt x="136" y="427"/>
                  <a:pt x="135" y="422"/>
                </a:cubicBezTo>
                <a:cubicBezTo>
                  <a:pt x="135" y="420"/>
                  <a:pt x="135" y="418"/>
                  <a:pt x="134" y="415"/>
                </a:cubicBezTo>
                <a:cubicBezTo>
                  <a:pt x="134" y="407"/>
                  <a:pt x="135" y="399"/>
                  <a:pt x="135" y="391"/>
                </a:cubicBezTo>
                <a:cubicBezTo>
                  <a:pt x="134" y="383"/>
                  <a:pt x="134" y="375"/>
                  <a:pt x="131" y="367"/>
                </a:cubicBezTo>
                <a:close/>
                <a:moveTo>
                  <a:pt x="132" y="255"/>
                </a:moveTo>
                <a:cubicBezTo>
                  <a:pt x="127" y="257"/>
                  <a:pt x="125" y="260"/>
                  <a:pt x="124" y="264"/>
                </a:cubicBezTo>
                <a:cubicBezTo>
                  <a:pt x="123" y="267"/>
                  <a:pt x="122" y="271"/>
                  <a:pt x="119" y="273"/>
                </a:cubicBezTo>
                <a:cubicBezTo>
                  <a:pt x="114" y="277"/>
                  <a:pt x="108" y="280"/>
                  <a:pt x="102" y="280"/>
                </a:cubicBezTo>
                <a:cubicBezTo>
                  <a:pt x="97" y="280"/>
                  <a:pt x="94" y="282"/>
                  <a:pt x="91" y="285"/>
                </a:cubicBezTo>
                <a:cubicBezTo>
                  <a:pt x="87" y="289"/>
                  <a:pt x="84" y="292"/>
                  <a:pt x="81" y="296"/>
                </a:cubicBezTo>
                <a:cubicBezTo>
                  <a:pt x="78" y="299"/>
                  <a:pt x="76" y="302"/>
                  <a:pt x="75" y="305"/>
                </a:cubicBezTo>
                <a:cubicBezTo>
                  <a:pt x="71" y="315"/>
                  <a:pt x="66" y="323"/>
                  <a:pt x="59" y="331"/>
                </a:cubicBezTo>
                <a:cubicBezTo>
                  <a:pt x="54" y="337"/>
                  <a:pt x="50" y="343"/>
                  <a:pt x="45" y="349"/>
                </a:cubicBezTo>
                <a:cubicBezTo>
                  <a:pt x="39" y="356"/>
                  <a:pt x="34" y="364"/>
                  <a:pt x="31" y="373"/>
                </a:cubicBezTo>
                <a:cubicBezTo>
                  <a:pt x="29" y="377"/>
                  <a:pt x="29" y="379"/>
                  <a:pt x="34" y="381"/>
                </a:cubicBezTo>
                <a:cubicBezTo>
                  <a:pt x="38" y="382"/>
                  <a:pt x="42" y="383"/>
                  <a:pt x="46" y="382"/>
                </a:cubicBezTo>
                <a:cubicBezTo>
                  <a:pt x="53" y="381"/>
                  <a:pt x="59" y="378"/>
                  <a:pt x="64" y="374"/>
                </a:cubicBezTo>
                <a:cubicBezTo>
                  <a:pt x="69" y="371"/>
                  <a:pt x="73" y="367"/>
                  <a:pt x="78" y="363"/>
                </a:cubicBezTo>
                <a:cubicBezTo>
                  <a:pt x="81" y="361"/>
                  <a:pt x="83" y="359"/>
                  <a:pt x="87" y="358"/>
                </a:cubicBezTo>
                <a:cubicBezTo>
                  <a:pt x="97" y="356"/>
                  <a:pt x="106" y="351"/>
                  <a:pt x="114" y="346"/>
                </a:cubicBezTo>
                <a:cubicBezTo>
                  <a:pt x="119" y="343"/>
                  <a:pt x="123" y="340"/>
                  <a:pt x="127" y="338"/>
                </a:cubicBezTo>
                <a:cubicBezTo>
                  <a:pt x="131" y="335"/>
                  <a:pt x="133" y="331"/>
                  <a:pt x="133" y="325"/>
                </a:cubicBezTo>
                <a:cubicBezTo>
                  <a:pt x="132" y="304"/>
                  <a:pt x="132" y="282"/>
                  <a:pt x="132" y="260"/>
                </a:cubicBezTo>
                <a:cubicBezTo>
                  <a:pt x="132" y="259"/>
                  <a:pt x="132" y="257"/>
                  <a:pt x="132" y="25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1" name="Freeform 12">
            <a:extLst xmlns:a="http://schemas.openxmlformats.org/drawingml/2006/main">
              <a:ext uri="{FF2B5EF4-FFF2-40B4-BE49-F238E27FC236}">
                <a16:creationId xmlns:a16="http://schemas.microsoft.com/office/drawing/2014/main" id="{0D2DBFD0-9BFA-4E90-BF14-260CC6568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0994" y="431437"/>
            <a:ext cx="115759" cy="160238"/>
          </a:xfrm>
          <a:custGeom xmlns:a="http://schemas.openxmlformats.org/drawingml/2006/main">
            <a:gdLst>
              <a:gd name="T0" fmla="*/ 34 w 229"/>
              <a:gd name="T1" fmla="*/ 0 h 316"/>
              <a:gd name="T2" fmla="*/ 37 w 229"/>
              <a:gd name="T3" fmla="*/ 2 h 316"/>
              <a:gd name="T4" fmla="*/ 69 w 229"/>
              <a:gd name="T5" fmla="*/ 32 h 316"/>
              <a:gd name="T6" fmla="*/ 73 w 229"/>
              <a:gd name="T7" fmla="*/ 38 h 316"/>
              <a:gd name="T8" fmla="*/ 99 w 229"/>
              <a:gd name="T9" fmla="*/ 117 h 316"/>
              <a:gd name="T10" fmla="*/ 101 w 229"/>
              <a:gd name="T11" fmla="*/ 128 h 316"/>
              <a:gd name="T12" fmla="*/ 112 w 229"/>
              <a:gd name="T13" fmla="*/ 132 h 316"/>
              <a:gd name="T14" fmla="*/ 120 w 229"/>
              <a:gd name="T15" fmla="*/ 127 h 316"/>
              <a:gd name="T16" fmla="*/ 145 w 229"/>
              <a:gd name="T17" fmla="*/ 109 h 316"/>
              <a:gd name="T18" fmla="*/ 148 w 229"/>
              <a:gd name="T19" fmla="*/ 103 h 316"/>
              <a:gd name="T20" fmla="*/ 148 w 229"/>
              <a:gd name="T21" fmla="*/ 80 h 316"/>
              <a:gd name="T22" fmla="*/ 159 w 229"/>
              <a:gd name="T23" fmla="*/ 69 h 316"/>
              <a:gd name="T24" fmla="*/ 162 w 229"/>
              <a:gd name="T25" fmla="*/ 71 h 316"/>
              <a:gd name="T26" fmla="*/ 164 w 229"/>
              <a:gd name="T27" fmla="*/ 75 h 316"/>
              <a:gd name="T28" fmla="*/ 171 w 229"/>
              <a:gd name="T29" fmla="*/ 86 h 316"/>
              <a:gd name="T30" fmla="*/ 204 w 229"/>
              <a:gd name="T31" fmla="*/ 104 h 316"/>
              <a:gd name="T32" fmla="*/ 209 w 229"/>
              <a:gd name="T33" fmla="*/ 112 h 316"/>
              <a:gd name="T34" fmla="*/ 169 w 229"/>
              <a:gd name="T35" fmla="*/ 170 h 316"/>
              <a:gd name="T36" fmla="*/ 128 w 229"/>
              <a:gd name="T37" fmla="*/ 175 h 316"/>
              <a:gd name="T38" fmla="*/ 114 w 229"/>
              <a:gd name="T39" fmla="*/ 190 h 316"/>
              <a:gd name="T40" fmla="*/ 115 w 229"/>
              <a:gd name="T41" fmla="*/ 196 h 316"/>
              <a:gd name="T42" fmla="*/ 115 w 229"/>
              <a:gd name="T43" fmla="*/ 219 h 316"/>
              <a:gd name="T44" fmla="*/ 109 w 229"/>
              <a:gd name="T45" fmla="*/ 226 h 316"/>
              <a:gd name="T46" fmla="*/ 89 w 229"/>
              <a:gd name="T47" fmla="*/ 246 h 316"/>
              <a:gd name="T48" fmla="*/ 95 w 229"/>
              <a:gd name="T49" fmla="*/ 260 h 316"/>
              <a:gd name="T50" fmla="*/ 113 w 229"/>
              <a:gd name="T51" fmla="*/ 259 h 316"/>
              <a:gd name="T52" fmla="*/ 148 w 229"/>
              <a:gd name="T53" fmla="*/ 248 h 316"/>
              <a:gd name="T54" fmla="*/ 170 w 229"/>
              <a:gd name="T55" fmla="*/ 243 h 316"/>
              <a:gd name="T56" fmla="*/ 187 w 229"/>
              <a:gd name="T57" fmla="*/ 237 h 316"/>
              <a:gd name="T58" fmla="*/ 212 w 229"/>
              <a:gd name="T59" fmla="*/ 229 h 316"/>
              <a:gd name="T60" fmla="*/ 220 w 229"/>
              <a:gd name="T61" fmla="*/ 229 h 316"/>
              <a:gd name="T62" fmla="*/ 227 w 229"/>
              <a:gd name="T63" fmla="*/ 241 h 316"/>
              <a:gd name="T64" fmla="*/ 214 w 229"/>
              <a:gd name="T65" fmla="*/ 267 h 316"/>
              <a:gd name="T66" fmla="*/ 203 w 229"/>
              <a:gd name="T67" fmla="*/ 277 h 316"/>
              <a:gd name="T68" fmla="*/ 174 w 229"/>
              <a:gd name="T69" fmla="*/ 289 h 316"/>
              <a:gd name="T70" fmla="*/ 140 w 229"/>
              <a:gd name="T71" fmla="*/ 298 h 316"/>
              <a:gd name="T72" fmla="*/ 127 w 229"/>
              <a:gd name="T73" fmla="*/ 298 h 316"/>
              <a:gd name="T74" fmla="*/ 116 w 229"/>
              <a:gd name="T75" fmla="*/ 301 h 316"/>
              <a:gd name="T76" fmla="*/ 55 w 229"/>
              <a:gd name="T77" fmla="*/ 304 h 316"/>
              <a:gd name="T78" fmla="*/ 44 w 229"/>
              <a:gd name="T79" fmla="*/ 292 h 316"/>
              <a:gd name="T80" fmla="*/ 27 w 229"/>
              <a:gd name="T81" fmla="*/ 257 h 316"/>
              <a:gd name="T82" fmla="*/ 25 w 229"/>
              <a:gd name="T83" fmla="*/ 252 h 316"/>
              <a:gd name="T84" fmla="*/ 18 w 229"/>
              <a:gd name="T85" fmla="*/ 217 h 316"/>
              <a:gd name="T86" fmla="*/ 18 w 229"/>
              <a:gd name="T87" fmla="*/ 210 h 316"/>
              <a:gd name="T88" fmla="*/ 1 w 229"/>
              <a:gd name="T89" fmla="*/ 140 h 316"/>
              <a:gd name="T90" fmla="*/ 0 w 229"/>
              <a:gd name="T91" fmla="*/ 134 h 316"/>
              <a:gd name="T92" fmla="*/ 18 w 229"/>
              <a:gd name="T93" fmla="*/ 50 h 316"/>
              <a:gd name="T94" fmla="*/ 32 w 229"/>
              <a:gd name="T95" fmla="*/ 4 h 316"/>
              <a:gd name="T96" fmla="*/ 34 w 229"/>
              <a:gd name="T97" fmla="*/ 0 h 316"/>
            </a:gdLst>
            <a:rect l="0" t="0" r="r" b="b"/>
            <a:pathLst>
              <a:path w="229" h="316">
                <a:moveTo>
                  <a:pt x="34" y="0"/>
                </a:moveTo>
                <a:cubicBezTo>
                  <a:pt x="35" y="1"/>
                  <a:pt x="36" y="2"/>
                  <a:pt x="37" y="2"/>
                </a:cubicBezTo>
                <a:cubicBezTo>
                  <a:pt x="48" y="12"/>
                  <a:pt x="58" y="22"/>
                  <a:pt x="69" y="32"/>
                </a:cubicBezTo>
                <a:cubicBezTo>
                  <a:pt x="71" y="34"/>
                  <a:pt x="72" y="36"/>
                  <a:pt x="73" y="38"/>
                </a:cubicBezTo>
                <a:cubicBezTo>
                  <a:pt x="86" y="63"/>
                  <a:pt x="94" y="89"/>
                  <a:pt x="99" y="117"/>
                </a:cubicBezTo>
                <a:cubicBezTo>
                  <a:pt x="99" y="120"/>
                  <a:pt x="100" y="124"/>
                  <a:pt x="101" y="128"/>
                </a:cubicBezTo>
                <a:cubicBezTo>
                  <a:pt x="103" y="133"/>
                  <a:pt x="107" y="134"/>
                  <a:pt x="112" y="132"/>
                </a:cubicBezTo>
                <a:cubicBezTo>
                  <a:pt x="115" y="130"/>
                  <a:pt x="117" y="129"/>
                  <a:pt x="120" y="127"/>
                </a:cubicBezTo>
                <a:cubicBezTo>
                  <a:pt x="128" y="121"/>
                  <a:pt x="136" y="115"/>
                  <a:pt x="145" y="109"/>
                </a:cubicBezTo>
                <a:cubicBezTo>
                  <a:pt x="147" y="108"/>
                  <a:pt x="148" y="106"/>
                  <a:pt x="148" y="103"/>
                </a:cubicBezTo>
                <a:cubicBezTo>
                  <a:pt x="148" y="95"/>
                  <a:pt x="148" y="88"/>
                  <a:pt x="148" y="80"/>
                </a:cubicBezTo>
                <a:cubicBezTo>
                  <a:pt x="148" y="75"/>
                  <a:pt x="153" y="69"/>
                  <a:pt x="159" y="69"/>
                </a:cubicBezTo>
                <a:cubicBezTo>
                  <a:pt x="160" y="69"/>
                  <a:pt x="162" y="70"/>
                  <a:pt x="162" y="71"/>
                </a:cubicBezTo>
                <a:cubicBezTo>
                  <a:pt x="163" y="72"/>
                  <a:pt x="164" y="73"/>
                  <a:pt x="164" y="75"/>
                </a:cubicBezTo>
                <a:cubicBezTo>
                  <a:pt x="164" y="79"/>
                  <a:pt x="167" y="83"/>
                  <a:pt x="171" y="86"/>
                </a:cubicBezTo>
                <a:cubicBezTo>
                  <a:pt x="181" y="94"/>
                  <a:pt x="192" y="100"/>
                  <a:pt x="204" y="104"/>
                </a:cubicBezTo>
                <a:cubicBezTo>
                  <a:pt x="208" y="106"/>
                  <a:pt x="209" y="108"/>
                  <a:pt x="209" y="112"/>
                </a:cubicBezTo>
                <a:cubicBezTo>
                  <a:pt x="210" y="140"/>
                  <a:pt x="196" y="160"/>
                  <a:pt x="169" y="170"/>
                </a:cubicBezTo>
                <a:cubicBezTo>
                  <a:pt x="156" y="175"/>
                  <a:pt x="142" y="177"/>
                  <a:pt x="128" y="175"/>
                </a:cubicBezTo>
                <a:cubicBezTo>
                  <a:pt x="119" y="173"/>
                  <a:pt x="112" y="182"/>
                  <a:pt x="114" y="190"/>
                </a:cubicBezTo>
                <a:cubicBezTo>
                  <a:pt x="114" y="192"/>
                  <a:pt x="115" y="194"/>
                  <a:pt x="115" y="196"/>
                </a:cubicBezTo>
                <a:cubicBezTo>
                  <a:pt x="118" y="203"/>
                  <a:pt x="118" y="211"/>
                  <a:pt x="115" y="219"/>
                </a:cubicBezTo>
                <a:cubicBezTo>
                  <a:pt x="114" y="222"/>
                  <a:pt x="112" y="224"/>
                  <a:pt x="109" y="226"/>
                </a:cubicBezTo>
                <a:cubicBezTo>
                  <a:pt x="101" y="231"/>
                  <a:pt x="95" y="238"/>
                  <a:pt x="89" y="246"/>
                </a:cubicBezTo>
                <a:cubicBezTo>
                  <a:pt x="84" y="254"/>
                  <a:pt x="85" y="258"/>
                  <a:pt x="95" y="260"/>
                </a:cubicBezTo>
                <a:cubicBezTo>
                  <a:pt x="101" y="261"/>
                  <a:pt x="107" y="261"/>
                  <a:pt x="113" y="259"/>
                </a:cubicBezTo>
                <a:cubicBezTo>
                  <a:pt x="125" y="256"/>
                  <a:pt x="137" y="252"/>
                  <a:pt x="148" y="248"/>
                </a:cubicBezTo>
                <a:cubicBezTo>
                  <a:pt x="155" y="245"/>
                  <a:pt x="162" y="243"/>
                  <a:pt x="170" y="243"/>
                </a:cubicBezTo>
                <a:cubicBezTo>
                  <a:pt x="176" y="242"/>
                  <a:pt x="182" y="240"/>
                  <a:pt x="187" y="237"/>
                </a:cubicBezTo>
                <a:cubicBezTo>
                  <a:pt x="195" y="234"/>
                  <a:pt x="203" y="230"/>
                  <a:pt x="212" y="229"/>
                </a:cubicBezTo>
                <a:cubicBezTo>
                  <a:pt x="214" y="229"/>
                  <a:pt x="217" y="229"/>
                  <a:pt x="220" y="229"/>
                </a:cubicBezTo>
                <a:cubicBezTo>
                  <a:pt x="226" y="230"/>
                  <a:pt x="229" y="236"/>
                  <a:pt x="227" y="241"/>
                </a:cubicBezTo>
                <a:cubicBezTo>
                  <a:pt x="223" y="250"/>
                  <a:pt x="218" y="259"/>
                  <a:pt x="214" y="267"/>
                </a:cubicBezTo>
                <a:cubicBezTo>
                  <a:pt x="211" y="271"/>
                  <a:pt x="207" y="274"/>
                  <a:pt x="203" y="277"/>
                </a:cubicBezTo>
                <a:cubicBezTo>
                  <a:pt x="194" y="282"/>
                  <a:pt x="184" y="286"/>
                  <a:pt x="174" y="289"/>
                </a:cubicBezTo>
                <a:cubicBezTo>
                  <a:pt x="163" y="292"/>
                  <a:pt x="151" y="295"/>
                  <a:pt x="140" y="298"/>
                </a:cubicBezTo>
                <a:cubicBezTo>
                  <a:pt x="136" y="299"/>
                  <a:pt x="131" y="298"/>
                  <a:pt x="127" y="298"/>
                </a:cubicBezTo>
                <a:cubicBezTo>
                  <a:pt x="122" y="298"/>
                  <a:pt x="119" y="299"/>
                  <a:pt x="116" y="301"/>
                </a:cubicBezTo>
                <a:cubicBezTo>
                  <a:pt x="97" y="315"/>
                  <a:pt x="74" y="316"/>
                  <a:pt x="55" y="304"/>
                </a:cubicBezTo>
                <a:cubicBezTo>
                  <a:pt x="51" y="301"/>
                  <a:pt x="47" y="297"/>
                  <a:pt x="44" y="292"/>
                </a:cubicBezTo>
                <a:cubicBezTo>
                  <a:pt x="37" y="281"/>
                  <a:pt x="32" y="269"/>
                  <a:pt x="27" y="257"/>
                </a:cubicBezTo>
                <a:cubicBezTo>
                  <a:pt x="26" y="255"/>
                  <a:pt x="26" y="254"/>
                  <a:pt x="25" y="252"/>
                </a:cubicBezTo>
                <a:cubicBezTo>
                  <a:pt x="20" y="241"/>
                  <a:pt x="17" y="230"/>
                  <a:pt x="18" y="217"/>
                </a:cubicBezTo>
                <a:cubicBezTo>
                  <a:pt x="19" y="215"/>
                  <a:pt x="18" y="213"/>
                  <a:pt x="18" y="210"/>
                </a:cubicBezTo>
                <a:cubicBezTo>
                  <a:pt x="12" y="187"/>
                  <a:pt x="6" y="163"/>
                  <a:pt x="1" y="140"/>
                </a:cubicBezTo>
                <a:cubicBezTo>
                  <a:pt x="0" y="138"/>
                  <a:pt x="0" y="136"/>
                  <a:pt x="0" y="134"/>
                </a:cubicBezTo>
                <a:cubicBezTo>
                  <a:pt x="6" y="106"/>
                  <a:pt x="12" y="78"/>
                  <a:pt x="18" y="50"/>
                </a:cubicBezTo>
                <a:cubicBezTo>
                  <a:pt x="22" y="35"/>
                  <a:pt x="26" y="19"/>
                  <a:pt x="32" y="4"/>
                </a:cubicBezTo>
                <a:cubicBezTo>
                  <a:pt x="33" y="2"/>
                  <a:pt x="33" y="1"/>
                  <a:pt x="3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2" name="Freeform 13">
            <a:extLst xmlns:a="http://schemas.openxmlformats.org/drawingml/2006/main">
              <a:ext uri="{FF2B5EF4-FFF2-40B4-BE49-F238E27FC236}">
                <a16:creationId xmlns:a16="http://schemas.microsoft.com/office/drawing/2014/main" id="{ACBD0B4E-4679-4070-A96F-E55A3DFDB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5489" y="493594"/>
            <a:ext cx="137428" cy="152255"/>
          </a:xfrm>
          <a:custGeom xmlns:a="http://schemas.openxmlformats.org/drawingml/2006/main">
            <a:gdLst>
              <a:gd name="T0" fmla="*/ 194 w 271"/>
              <a:gd name="T1" fmla="*/ 98 h 300"/>
              <a:gd name="T2" fmla="*/ 236 w 271"/>
              <a:gd name="T3" fmla="*/ 96 h 300"/>
              <a:gd name="T4" fmla="*/ 237 w 271"/>
              <a:gd name="T5" fmla="*/ 111 h 300"/>
              <a:gd name="T6" fmla="*/ 175 w 271"/>
              <a:gd name="T7" fmla="*/ 150 h 300"/>
              <a:gd name="T8" fmla="*/ 169 w 271"/>
              <a:gd name="T9" fmla="*/ 195 h 300"/>
              <a:gd name="T10" fmla="*/ 177 w 271"/>
              <a:gd name="T11" fmla="*/ 299 h 300"/>
              <a:gd name="T12" fmla="*/ 159 w 271"/>
              <a:gd name="T13" fmla="*/ 285 h 300"/>
              <a:gd name="T14" fmla="*/ 150 w 271"/>
              <a:gd name="T15" fmla="*/ 266 h 300"/>
              <a:gd name="T16" fmla="*/ 133 w 271"/>
              <a:gd name="T17" fmla="*/ 260 h 300"/>
              <a:gd name="T18" fmla="*/ 132 w 271"/>
              <a:gd name="T19" fmla="*/ 243 h 300"/>
              <a:gd name="T20" fmla="*/ 149 w 271"/>
              <a:gd name="T21" fmla="*/ 232 h 300"/>
              <a:gd name="T22" fmla="*/ 139 w 271"/>
              <a:gd name="T23" fmla="*/ 197 h 300"/>
              <a:gd name="T24" fmla="*/ 117 w 271"/>
              <a:gd name="T25" fmla="*/ 216 h 300"/>
              <a:gd name="T26" fmla="*/ 101 w 271"/>
              <a:gd name="T27" fmla="*/ 235 h 300"/>
              <a:gd name="T28" fmla="*/ 26 w 271"/>
              <a:gd name="T29" fmla="*/ 293 h 300"/>
              <a:gd name="T30" fmla="*/ 0 w 271"/>
              <a:gd name="T31" fmla="*/ 243 h 300"/>
              <a:gd name="T32" fmla="*/ 9 w 271"/>
              <a:gd name="T33" fmla="*/ 237 h 300"/>
              <a:gd name="T34" fmla="*/ 32 w 271"/>
              <a:gd name="T35" fmla="*/ 234 h 300"/>
              <a:gd name="T36" fmla="*/ 59 w 271"/>
              <a:gd name="T37" fmla="*/ 219 h 300"/>
              <a:gd name="T38" fmla="*/ 116 w 271"/>
              <a:gd name="T39" fmla="*/ 185 h 300"/>
              <a:gd name="T40" fmla="*/ 145 w 271"/>
              <a:gd name="T41" fmla="*/ 155 h 300"/>
              <a:gd name="T42" fmla="*/ 133 w 271"/>
              <a:gd name="T43" fmla="*/ 142 h 300"/>
              <a:gd name="T44" fmla="*/ 145 w 271"/>
              <a:gd name="T45" fmla="*/ 112 h 300"/>
              <a:gd name="T46" fmla="*/ 143 w 271"/>
              <a:gd name="T47" fmla="*/ 104 h 300"/>
              <a:gd name="T48" fmla="*/ 124 w 271"/>
              <a:gd name="T49" fmla="*/ 108 h 300"/>
              <a:gd name="T50" fmla="*/ 121 w 271"/>
              <a:gd name="T51" fmla="*/ 140 h 300"/>
              <a:gd name="T52" fmla="*/ 87 w 271"/>
              <a:gd name="T53" fmla="*/ 188 h 300"/>
              <a:gd name="T54" fmla="*/ 73 w 271"/>
              <a:gd name="T55" fmla="*/ 176 h 300"/>
              <a:gd name="T56" fmla="*/ 67 w 271"/>
              <a:gd name="T57" fmla="*/ 159 h 300"/>
              <a:gd name="T58" fmla="*/ 66 w 271"/>
              <a:gd name="T59" fmla="*/ 63 h 300"/>
              <a:gd name="T60" fmla="*/ 72 w 271"/>
              <a:gd name="T61" fmla="*/ 47 h 300"/>
              <a:gd name="T62" fmla="*/ 88 w 271"/>
              <a:gd name="T63" fmla="*/ 55 h 300"/>
              <a:gd name="T64" fmla="*/ 109 w 271"/>
              <a:gd name="T65" fmla="*/ 63 h 300"/>
              <a:gd name="T66" fmla="*/ 160 w 271"/>
              <a:gd name="T67" fmla="*/ 28 h 300"/>
              <a:gd name="T68" fmla="*/ 187 w 271"/>
              <a:gd name="T69" fmla="*/ 16 h 300"/>
              <a:gd name="T70" fmla="*/ 258 w 271"/>
              <a:gd name="T71" fmla="*/ 4 h 300"/>
              <a:gd name="T72" fmla="*/ 271 w 271"/>
              <a:gd name="T73" fmla="*/ 16 h 300"/>
              <a:gd name="T74" fmla="*/ 248 w 271"/>
              <a:gd name="T75" fmla="*/ 37 h 300"/>
              <a:gd name="T76" fmla="*/ 215 w 271"/>
              <a:gd name="T77" fmla="*/ 67 h 300"/>
              <a:gd name="T78" fmla="*/ 186 w 271"/>
              <a:gd name="T79" fmla="*/ 95 h 300"/>
            </a:gdLst>
            <a:rect l="0" t="0" r="r" b="b"/>
            <a:pathLst>
              <a:path w="271" h="300">
                <a:moveTo>
                  <a:pt x="185" y="102"/>
                </a:moveTo>
                <a:cubicBezTo>
                  <a:pt x="188" y="101"/>
                  <a:pt x="191" y="99"/>
                  <a:pt x="194" y="98"/>
                </a:cubicBezTo>
                <a:cubicBezTo>
                  <a:pt x="200" y="94"/>
                  <a:pt x="206" y="91"/>
                  <a:pt x="213" y="90"/>
                </a:cubicBezTo>
                <a:cubicBezTo>
                  <a:pt x="221" y="89"/>
                  <a:pt x="229" y="92"/>
                  <a:pt x="236" y="96"/>
                </a:cubicBezTo>
                <a:cubicBezTo>
                  <a:pt x="237" y="97"/>
                  <a:pt x="238" y="98"/>
                  <a:pt x="239" y="99"/>
                </a:cubicBezTo>
                <a:cubicBezTo>
                  <a:pt x="242" y="103"/>
                  <a:pt x="242" y="108"/>
                  <a:pt x="237" y="111"/>
                </a:cubicBezTo>
                <a:cubicBezTo>
                  <a:pt x="220" y="127"/>
                  <a:pt x="200" y="139"/>
                  <a:pt x="179" y="148"/>
                </a:cubicBezTo>
                <a:cubicBezTo>
                  <a:pt x="178" y="149"/>
                  <a:pt x="176" y="149"/>
                  <a:pt x="175" y="150"/>
                </a:cubicBezTo>
                <a:cubicBezTo>
                  <a:pt x="167" y="153"/>
                  <a:pt x="164" y="159"/>
                  <a:pt x="163" y="168"/>
                </a:cubicBezTo>
                <a:cubicBezTo>
                  <a:pt x="163" y="177"/>
                  <a:pt x="165" y="187"/>
                  <a:pt x="169" y="195"/>
                </a:cubicBezTo>
                <a:cubicBezTo>
                  <a:pt x="182" y="226"/>
                  <a:pt x="186" y="259"/>
                  <a:pt x="185" y="292"/>
                </a:cubicBezTo>
                <a:cubicBezTo>
                  <a:pt x="185" y="298"/>
                  <a:pt x="183" y="300"/>
                  <a:pt x="177" y="299"/>
                </a:cubicBezTo>
                <a:cubicBezTo>
                  <a:pt x="171" y="299"/>
                  <a:pt x="165" y="297"/>
                  <a:pt x="161" y="292"/>
                </a:cubicBezTo>
                <a:cubicBezTo>
                  <a:pt x="159" y="290"/>
                  <a:pt x="159" y="287"/>
                  <a:pt x="159" y="285"/>
                </a:cubicBezTo>
                <a:cubicBezTo>
                  <a:pt x="159" y="284"/>
                  <a:pt x="159" y="282"/>
                  <a:pt x="159" y="281"/>
                </a:cubicBezTo>
                <a:cubicBezTo>
                  <a:pt x="159" y="274"/>
                  <a:pt x="156" y="269"/>
                  <a:pt x="150" y="266"/>
                </a:cubicBezTo>
                <a:cubicBezTo>
                  <a:pt x="146" y="263"/>
                  <a:pt x="141" y="262"/>
                  <a:pt x="136" y="260"/>
                </a:cubicBezTo>
                <a:cubicBezTo>
                  <a:pt x="135" y="260"/>
                  <a:pt x="134" y="260"/>
                  <a:pt x="133" y="260"/>
                </a:cubicBezTo>
                <a:cubicBezTo>
                  <a:pt x="129" y="258"/>
                  <a:pt x="126" y="255"/>
                  <a:pt x="126" y="252"/>
                </a:cubicBezTo>
                <a:cubicBezTo>
                  <a:pt x="125" y="248"/>
                  <a:pt x="128" y="244"/>
                  <a:pt x="132" y="243"/>
                </a:cubicBezTo>
                <a:cubicBezTo>
                  <a:pt x="134" y="242"/>
                  <a:pt x="136" y="242"/>
                  <a:pt x="138" y="242"/>
                </a:cubicBezTo>
                <a:cubicBezTo>
                  <a:pt x="144" y="241"/>
                  <a:pt x="147" y="238"/>
                  <a:pt x="149" y="232"/>
                </a:cubicBezTo>
                <a:cubicBezTo>
                  <a:pt x="153" y="220"/>
                  <a:pt x="151" y="208"/>
                  <a:pt x="144" y="197"/>
                </a:cubicBezTo>
                <a:cubicBezTo>
                  <a:pt x="142" y="195"/>
                  <a:pt x="141" y="195"/>
                  <a:pt x="139" y="197"/>
                </a:cubicBezTo>
                <a:cubicBezTo>
                  <a:pt x="138" y="197"/>
                  <a:pt x="137" y="198"/>
                  <a:pt x="136" y="199"/>
                </a:cubicBezTo>
                <a:cubicBezTo>
                  <a:pt x="129" y="205"/>
                  <a:pt x="123" y="210"/>
                  <a:pt x="117" y="216"/>
                </a:cubicBezTo>
                <a:cubicBezTo>
                  <a:pt x="112" y="220"/>
                  <a:pt x="108" y="225"/>
                  <a:pt x="105" y="231"/>
                </a:cubicBezTo>
                <a:cubicBezTo>
                  <a:pt x="104" y="232"/>
                  <a:pt x="103" y="233"/>
                  <a:pt x="101" y="235"/>
                </a:cubicBezTo>
                <a:cubicBezTo>
                  <a:pt x="84" y="253"/>
                  <a:pt x="66" y="270"/>
                  <a:pt x="48" y="288"/>
                </a:cubicBezTo>
                <a:cubicBezTo>
                  <a:pt x="41" y="296"/>
                  <a:pt x="35" y="297"/>
                  <a:pt x="26" y="293"/>
                </a:cubicBezTo>
                <a:cubicBezTo>
                  <a:pt x="20" y="291"/>
                  <a:pt x="16" y="287"/>
                  <a:pt x="13" y="282"/>
                </a:cubicBezTo>
                <a:cubicBezTo>
                  <a:pt x="4" y="271"/>
                  <a:pt x="1" y="257"/>
                  <a:pt x="0" y="243"/>
                </a:cubicBezTo>
                <a:cubicBezTo>
                  <a:pt x="0" y="240"/>
                  <a:pt x="1" y="239"/>
                  <a:pt x="3" y="239"/>
                </a:cubicBezTo>
                <a:cubicBezTo>
                  <a:pt x="5" y="238"/>
                  <a:pt x="7" y="237"/>
                  <a:pt x="9" y="237"/>
                </a:cubicBezTo>
                <a:cubicBezTo>
                  <a:pt x="13" y="235"/>
                  <a:pt x="16" y="235"/>
                  <a:pt x="20" y="237"/>
                </a:cubicBezTo>
                <a:cubicBezTo>
                  <a:pt x="24" y="239"/>
                  <a:pt x="28" y="238"/>
                  <a:pt x="32" y="234"/>
                </a:cubicBezTo>
                <a:cubicBezTo>
                  <a:pt x="34" y="233"/>
                  <a:pt x="37" y="231"/>
                  <a:pt x="39" y="230"/>
                </a:cubicBezTo>
                <a:cubicBezTo>
                  <a:pt x="46" y="226"/>
                  <a:pt x="52" y="222"/>
                  <a:pt x="59" y="219"/>
                </a:cubicBezTo>
                <a:cubicBezTo>
                  <a:pt x="60" y="218"/>
                  <a:pt x="62" y="217"/>
                  <a:pt x="63" y="216"/>
                </a:cubicBezTo>
                <a:cubicBezTo>
                  <a:pt x="81" y="206"/>
                  <a:pt x="98" y="195"/>
                  <a:pt x="116" y="185"/>
                </a:cubicBezTo>
                <a:cubicBezTo>
                  <a:pt x="122" y="181"/>
                  <a:pt x="128" y="177"/>
                  <a:pt x="134" y="172"/>
                </a:cubicBezTo>
                <a:cubicBezTo>
                  <a:pt x="139" y="168"/>
                  <a:pt x="143" y="163"/>
                  <a:pt x="145" y="155"/>
                </a:cubicBezTo>
                <a:cubicBezTo>
                  <a:pt x="143" y="155"/>
                  <a:pt x="142" y="154"/>
                  <a:pt x="140" y="154"/>
                </a:cubicBezTo>
                <a:cubicBezTo>
                  <a:pt x="134" y="152"/>
                  <a:pt x="132" y="148"/>
                  <a:pt x="133" y="142"/>
                </a:cubicBezTo>
                <a:cubicBezTo>
                  <a:pt x="134" y="140"/>
                  <a:pt x="135" y="137"/>
                  <a:pt x="136" y="135"/>
                </a:cubicBezTo>
                <a:cubicBezTo>
                  <a:pt x="139" y="127"/>
                  <a:pt x="142" y="119"/>
                  <a:pt x="145" y="112"/>
                </a:cubicBezTo>
                <a:cubicBezTo>
                  <a:pt x="145" y="111"/>
                  <a:pt x="146" y="110"/>
                  <a:pt x="146" y="109"/>
                </a:cubicBezTo>
                <a:cubicBezTo>
                  <a:pt x="147" y="105"/>
                  <a:pt x="146" y="104"/>
                  <a:pt x="143" y="104"/>
                </a:cubicBezTo>
                <a:cubicBezTo>
                  <a:pt x="140" y="104"/>
                  <a:pt x="138" y="104"/>
                  <a:pt x="135" y="105"/>
                </a:cubicBezTo>
                <a:cubicBezTo>
                  <a:pt x="132" y="106"/>
                  <a:pt x="128" y="107"/>
                  <a:pt x="124" y="108"/>
                </a:cubicBezTo>
                <a:cubicBezTo>
                  <a:pt x="122" y="109"/>
                  <a:pt x="121" y="111"/>
                  <a:pt x="121" y="113"/>
                </a:cubicBezTo>
                <a:cubicBezTo>
                  <a:pt x="121" y="122"/>
                  <a:pt x="121" y="131"/>
                  <a:pt x="121" y="140"/>
                </a:cubicBezTo>
                <a:cubicBezTo>
                  <a:pt x="121" y="142"/>
                  <a:pt x="120" y="144"/>
                  <a:pt x="119" y="146"/>
                </a:cubicBezTo>
                <a:cubicBezTo>
                  <a:pt x="108" y="160"/>
                  <a:pt x="98" y="174"/>
                  <a:pt x="87" y="188"/>
                </a:cubicBezTo>
                <a:cubicBezTo>
                  <a:pt x="87" y="189"/>
                  <a:pt x="86" y="189"/>
                  <a:pt x="86" y="190"/>
                </a:cubicBezTo>
                <a:cubicBezTo>
                  <a:pt x="81" y="185"/>
                  <a:pt x="77" y="181"/>
                  <a:pt x="73" y="176"/>
                </a:cubicBezTo>
                <a:cubicBezTo>
                  <a:pt x="70" y="173"/>
                  <a:pt x="69" y="170"/>
                  <a:pt x="69" y="166"/>
                </a:cubicBezTo>
                <a:cubicBezTo>
                  <a:pt x="68" y="164"/>
                  <a:pt x="68" y="161"/>
                  <a:pt x="67" y="159"/>
                </a:cubicBezTo>
                <a:cubicBezTo>
                  <a:pt x="58" y="138"/>
                  <a:pt x="57" y="117"/>
                  <a:pt x="63" y="95"/>
                </a:cubicBezTo>
                <a:cubicBezTo>
                  <a:pt x="67" y="84"/>
                  <a:pt x="67" y="74"/>
                  <a:pt x="66" y="63"/>
                </a:cubicBezTo>
                <a:cubicBezTo>
                  <a:pt x="66" y="60"/>
                  <a:pt x="66" y="57"/>
                  <a:pt x="66" y="54"/>
                </a:cubicBezTo>
                <a:cubicBezTo>
                  <a:pt x="66" y="50"/>
                  <a:pt x="68" y="47"/>
                  <a:pt x="72" y="47"/>
                </a:cubicBezTo>
                <a:cubicBezTo>
                  <a:pt x="75" y="46"/>
                  <a:pt x="78" y="47"/>
                  <a:pt x="80" y="48"/>
                </a:cubicBezTo>
                <a:cubicBezTo>
                  <a:pt x="83" y="50"/>
                  <a:pt x="85" y="52"/>
                  <a:pt x="88" y="55"/>
                </a:cubicBezTo>
                <a:cubicBezTo>
                  <a:pt x="90" y="57"/>
                  <a:pt x="91" y="59"/>
                  <a:pt x="93" y="61"/>
                </a:cubicBezTo>
                <a:cubicBezTo>
                  <a:pt x="99" y="66"/>
                  <a:pt x="103" y="67"/>
                  <a:pt x="109" y="63"/>
                </a:cubicBezTo>
                <a:cubicBezTo>
                  <a:pt x="117" y="58"/>
                  <a:pt x="125" y="53"/>
                  <a:pt x="133" y="48"/>
                </a:cubicBezTo>
                <a:cubicBezTo>
                  <a:pt x="142" y="41"/>
                  <a:pt x="151" y="35"/>
                  <a:pt x="160" y="28"/>
                </a:cubicBezTo>
                <a:cubicBezTo>
                  <a:pt x="163" y="25"/>
                  <a:pt x="167" y="24"/>
                  <a:pt x="171" y="23"/>
                </a:cubicBezTo>
                <a:cubicBezTo>
                  <a:pt x="177" y="23"/>
                  <a:pt x="182" y="20"/>
                  <a:pt x="187" y="16"/>
                </a:cubicBezTo>
                <a:cubicBezTo>
                  <a:pt x="196" y="6"/>
                  <a:pt x="208" y="2"/>
                  <a:pt x="221" y="1"/>
                </a:cubicBezTo>
                <a:cubicBezTo>
                  <a:pt x="233" y="0"/>
                  <a:pt x="246" y="0"/>
                  <a:pt x="258" y="4"/>
                </a:cubicBezTo>
                <a:cubicBezTo>
                  <a:pt x="261" y="5"/>
                  <a:pt x="264" y="7"/>
                  <a:pt x="267" y="9"/>
                </a:cubicBezTo>
                <a:cubicBezTo>
                  <a:pt x="270" y="10"/>
                  <a:pt x="271" y="13"/>
                  <a:pt x="271" y="16"/>
                </a:cubicBezTo>
                <a:cubicBezTo>
                  <a:pt x="271" y="18"/>
                  <a:pt x="271" y="19"/>
                  <a:pt x="269" y="21"/>
                </a:cubicBezTo>
                <a:cubicBezTo>
                  <a:pt x="262" y="26"/>
                  <a:pt x="255" y="31"/>
                  <a:pt x="248" y="37"/>
                </a:cubicBezTo>
                <a:cubicBezTo>
                  <a:pt x="240" y="43"/>
                  <a:pt x="232" y="50"/>
                  <a:pt x="226" y="58"/>
                </a:cubicBezTo>
                <a:cubicBezTo>
                  <a:pt x="223" y="62"/>
                  <a:pt x="219" y="65"/>
                  <a:pt x="215" y="67"/>
                </a:cubicBezTo>
                <a:cubicBezTo>
                  <a:pt x="213" y="68"/>
                  <a:pt x="212" y="69"/>
                  <a:pt x="211" y="70"/>
                </a:cubicBezTo>
                <a:cubicBezTo>
                  <a:pt x="202" y="79"/>
                  <a:pt x="194" y="87"/>
                  <a:pt x="186" y="95"/>
                </a:cubicBezTo>
                <a:cubicBezTo>
                  <a:pt x="184" y="97"/>
                  <a:pt x="183" y="99"/>
                  <a:pt x="185" y="10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3" name="Freeform 14">
            <a:extLst xmlns:a="http://schemas.openxmlformats.org/drawingml/2006/main">
              <a:ext uri="{FF2B5EF4-FFF2-40B4-BE49-F238E27FC236}">
                <a16:creationId xmlns:a16="http://schemas.microsoft.com/office/drawing/2014/main" id="{BD855DE2-631B-4DB8-9129-CCE411224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1601" y="548337"/>
            <a:ext cx="141990" cy="90098"/>
          </a:xfrm>
          <a:custGeom xmlns:a="http://schemas.openxmlformats.org/drawingml/2006/main">
            <a:gdLst>
              <a:gd name="T0" fmla="*/ 16 w 280"/>
              <a:gd name="T1" fmla="*/ 133 h 178"/>
              <a:gd name="T2" fmla="*/ 14 w 280"/>
              <a:gd name="T3" fmla="*/ 124 h 178"/>
              <a:gd name="T4" fmla="*/ 2 w 280"/>
              <a:gd name="T5" fmla="*/ 103 h 178"/>
              <a:gd name="T6" fmla="*/ 6 w 280"/>
              <a:gd name="T7" fmla="*/ 81 h 178"/>
              <a:gd name="T8" fmla="*/ 16 w 280"/>
              <a:gd name="T9" fmla="*/ 77 h 178"/>
              <a:gd name="T10" fmla="*/ 22 w 280"/>
              <a:gd name="T11" fmla="*/ 77 h 178"/>
              <a:gd name="T12" fmla="*/ 40 w 280"/>
              <a:gd name="T13" fmla="*/ 71 h 178"/>
              <a:gd name="T14" fmla="*/ 54 w 280"/>
              <a:gd name="T15" fmla="*/ 64 h 178"/>
              <a:gd name="T16" fmla="*/ 63 w 280"/>
              <a:gd name="T17" fmla="*/ 61 h 178"/>
              <a:gd name="T18" fmla="*/ 144 w 280"/>
              <a:gd name="T19" fmla="*/ 25 h 178"/>
              <a:gd name="T20" fmla="*/ 169 w 280"/>
              <a:gd name="T21" fmla="*/ 16 h 178"/>
              <a:gd name="T22" fmla="*/ 186 w 280"/>
              <a:gd name="T23" fmla="*/ 13 h 178"/>
              <a:gd name="T24" fmla="*/ 209 w 280"/>
              <a:gd name="T25" fmla="*/ 9 h 178"/>
              <a:gd name="T26" fmla="*/ 224 w 280"/>
              <a:gd name="T27" fmla="*/ 3 h 178"/>
              <a:gd name="T28" fmla="*/ 233 w 280"/>
              <a:gd name="T29" fmla="*/ 0 h 178"/>
              <a:gd name="T30" fmla="*/ 265 w 280"/>
              <a:gd name="T31" fmla="*/ 5 h 178"/>
              <a:gd name="T32" fmla="*/ 274 w 280"/>
              <a:gd name="T33" fmla="*/ 29 h 178"/>
              <a:gd name="T34" fmla="*/ 256 w 280"/>
              <a:gd name="T35" fmla="*/ 50 h 178"/>
              <a:gd name="T36" fmla="*/ 245 w 280"/>
              <a:gd name="T37" fmla="*/ 53 h 178"/>
              <a:gd name="T38" fmla="*/ 220 w 280"/>
              <a:gd name="T39" fmla="*/ 56 h 178"/>
              <a:gd name="T40" fmla="*/ 213 w 280"/>
              <a:gd name="T41" fmla="*/ 58 h 178"/>
              <a:gd name="T42" fmla="*/ 208 w 280"/>
              <a:gd name="T43" fmla="*/ 67 h 178"/>
              <a:gd name="T44" fmla="*/ 210 w 280"/>
              <a:gd name="T45" fmla="*/ 76 h 178"/>
              <a:gd name="T46" fmla="*/ 218 w 280"/>
              <a:gd name="T47" fmla="*/ 92 h 178"/>
              <a:gd name="T48" fmla="*/ 224 w 280"/>
              <a:gd name="T49" fmla="*/ 115 h 178"/>
              <a:gd name="T50" fmla="*/ 220 w 280"/>
              <a:gd name="T51" fmla="*/ 146 h 178"/>
              <a:gd name="T52" fmla="*/ 197 w 280"/>
              <a:gd name="T53" fmla="*/ 163 h 178"/>
              <a:gd name="T54" fmla="*/ 189 w 280"/>
              <a:gd name="T55" fmla="*/ 163 h 178"/>
              <a:gd name="T56" fmla="*/ 181 w 280"/>
              <a:gd name="T57" fmla="*/ 167 h 178"/>
              <a:gd name="T58" fmla="*/ 178 w 280"/>
              <a:gd name="T59" fmla="*/ 170 h 178"/>
              <a:gd name="T60" fmla="*/ 156 w 280"/>
              <a:gd name="T61" fmla="*/ 175 h 178"/>
              <a:gd name="T62" fmla="*/ 140 w 280"/>
              <a:gd name="T63" fmla="*/ 166 h 178"/>
              <a:gd name="T64" fmla="*/ 126 w 280"/>
              <a:gd name="T65" fmla="*/ 162 h 178"/>
              <a:gd name="T66" fmla="*/ 119 w 280"/>
              <a:gd name="T67" fmla="*/ 160 h 178"/>
              <a:gd name="T68" fmla="*/ 113 w 280"/>
              <a:gd name="T69" fmla="*/ 150 h 178"/>
              <a:gd name="T70" fmla="*/ 115 w 280"/>
              <a:gd name="T71" fmla="*/ 147 h 178"/>
              <a:gd name="T72" fmla="*/ 122 w 280"/>
              <a:gd name="T73" fmla="*/ 147 h 178"/>
              <a:gd name="T74" fmla="*/ 166 w 280"/>
              <a:gd name="T75" fmla="*/ 141 h 178"/>
              <a:gd name="T76" fmla="*/ 185 w 280"/>
              <a:gd name="T77" fmla="*/ 129 h 178"/>
              <a:gd name="T78" fmla="*/ 188 w 280"/>
              <a:gd name="T79" fmla="*/ 120 h 178"/>
              <a:gd name="T80" fmla="*/ 185 w 280"/>
              <a:gd name="T81" fmla="*/ 92 h 178"/>
              <a:gd name="T82" fmla="*/ 184 w 280"/>
              <a:gd name="T83" fmla="*/ 77 h 178"/>
              <a:gd name="T84" fmla="*/ 179 w 280"/>
              <a:gd name="T85" fmla="*/ 71 h 178"/>
              <a:gd name="T86" fmla="*/ 163 w 280"/>
              <a:gd name="T87" fmla="*/ 75 h 178"/>
              <a:gd name="T88" fmla="*/ 158 w 280"/>
              <a:gd name="T89" fmla="*/ 79 h 178"/>
              <a:gd name="T90" fmla="*/ 145 w 280"/>
              <a:gd name="T91" fmla="*/ 82 h 178"/>
              <a:gd name="T92" fmla="*/ 116 w 280"/>
              <a:gd name="T93" fmla="*/ 91 h 178"/>
              <a:gd name="T94" fmla="*/ 80 w 280"/>
              <a:gd name="T95" fmla="*/ 118 h 178"/>
              <a:gd name="T96" fmla="*/ 52 w 280"/>
              <a:gd name="T97" fmla="*/ 135 h 178"/>
              <a:gd name="T98" fmla="*/ 22 w 280"/>
              <a:gd name="T99" fmla="*/ 136 h 178"/>
              <a:gd name="T100" fmla="*/ 18 w 280"/>
              <a:gd name="T101" fmla="*/ 134 h 178"/>
              <a:gd name="T102" fmla="*/ 16 w 280"/>
              <a:gd name="T103" fmla="*/ 133 h 178"/>
            </a:gdLst>
            <a:rect l="0" t="0" r="r" b="b"/>
            <a:pathLst>
              <a:path w="280" h="178">
                <a:moveTo>
                  <a:pt x="16" y="133"/>
                </a:moveTo>
                <a:cubicBezTo>
                  <a:pt x="18" y="129"/>
                  <a:pt x="16" y="127"/>
                  <a:pt x="14" y="124"/>
                </a:cubicBezTo>
                <a:cubicBezTo>
                  <a:pt x="9" y="118"/>
                  <a:pt x="5" y="111"/>
                  <a:pt x="2" y="103"/>
                </a:cubicBezTo>
                <a:cubicBezTo>
                  <a:pt x="0" y="95"/>
                  <a:pt x="1" y="88"/>
                  <a:pt x="6" y="81"/>
                </a:cubicBezTo>
                <a:cubicBezTo>
                  <a:pt x="9" y="78"/>
                  <a:pt x="12" y="76"/>
                  <a:pt x="16" y="77"/>
                </a:cubicBezTo>
                <a:cubicBezTo>
                  <a:pt x="18" y="77"/>
                  <a:pt x="20" y="76"/>
                  <a:pt x="22" y="77"/>
                </a:cubicBezTo>
                <a:cubicBezTo>
                  <a:pt x="29" y="79"/>
                  <a:pt x="36" y="76"/>
                  <a:pt x="40" y="71"/>
                </a:cubicBezTo>
                <a:cubicBezTo>
                  <a:pt x="44" y="67"/>
                  <a:pt x="49" y="65"/>
                  <a:pt x="54" y="64"/>
                </a:cubicBezTo>
                <a:cubicBezTo>
                  <a:pt x="57" y="64"/>
                  <a:pt x="60" y="62"/>
                  <a:pt x="63" y="61"/>
                </a:cubicBezTo>
                <a:cubicBezTo>
                  <a:pt x="89" y="47"/>
                  <a:pt x="116" y="35"/>
                  <a:pt x="144" y="25"/>
                </a:cubicBezTo>
                <a:cubicBezTo>
                  <a:pt x="152" y="22"/>
                  <a:pt x="161" y="19"/>
                  <a:pt x="169" y="16"/>
                </a:cubicBezTo>
                <a:cubicBezTo>
                  <a:pt x="174" y="14"/>
                  <a:pt x="180" y="14"/>
                  <a:pt x="186" y="13"/>
                </a:cubicBezTo>
                <a:cubicBezTo>
                  <a:pt x="194" y="12"/>
                  <a:pt x="201" y="11"/>
                  <a:pt x="209" y="9"/>
                </a:cubicBezTo>
                <a:cubicBezTo>
                  <a:pt x="214" y="8"/>
                  <a:pt x="219" y="5"/>
                  <a:pt x="224" y="3"/>
                </a:cubicBezTo>
                <a:cubicBezTo>
                  <a:pt x="227" y="1"/>
                  <a:pt x="230" y="0"/>
                  <a:pt x="233" y="0"/>
                </a:cubicBezTo>
                <a:cubicBezTo>
                  <a:pt x="244" y="0"/>
                  <a:pt x="255" y="1"/>
                  <a:pt x="265" y="5"/>
                </a:cubicBezTo>
                <a:cubicBezTo>
                  <a:pt x="276" y="9"/>
                  <a:pt x="280" y="19"/>
                  <a:pt x="274" y="29"/>
                </a:cubicBezTo>
                <a:cubicBezTo>
                  <a:pt x="270" y="38"/>
                  <a:pt x="263" y="45"/>
                  <a:pt x="256" y="50"/>
                </a:cubicBezTo>
                <a:cubicBezTo>
                  <a:pt x="252" y="53"/>
                  <a:pt x="249" y="53"/>
                  <a:pt x="245" y="53"/>
                </a:cubicBezTo>
                <a:cubicBezTo>
                  <a:pt x="236" y="54"/>
                  <a:pt x="228" y="55"/>
                  <a:pt x="220" y="56"/>
                </a:cubicBezTo>
                <a:cubicBezTo>
                  <a:pt x="218" y="57"/>
                  <a:pt x="215" y="57"/>
                  <a:pt x="213" y="58"/>
                </a:cubicBezTo>
                <a:cubicBezTo>
                  <a:pt x="209" y="60"/>
                  <a:pt x="208" y="63"/>
                  <a:pt x="208" y="67"/>
                </a:cubicBezTo>
                <a:cubicBezTo>
                  <a:pt x="208" y="70"/>
                  <a:pt x="209" y="73"/>
                  <a:pt x="210" y="76"/>
                </a:cubicBezTo>
                <a:cubicBezTo>
                  <a:pt x="213" y="82"/>
                  <a:pt x="215" y="87"/>
                  <a:pt x="218" y="92"/>
                </a:cubicBezTo>
                <a:cubicBezTo>
                  <a:pt x="221" y="100"/>
                  <a:pt x="224" y="107"/>
                  <a:pt x="224" y="115"/>
                </a:cubicBezTo>
                <a:cubicBezTo>
                  <a:pt x="224" y="126"/>
                  <a:pt x="223" y="136"/>
                  <a:pt x="220" y="146"/>
                </a:cubicBezTo>
                <a:cubicBezTo>
                  <a:pt x="216" y="157"/>
                  <a:pt x="209" y="162"/>
                  <a:pt x="197" y="163"/>
                </a:cubicBezTo>
                <a:cubicBezTo>
                  <a:pt x="194" y="163"/>
                  <a:pt x="192" y="163"/>
                  <a:pt x="189" y="163"/>
                </a:cubicBezTo>
                <a:cubicBezTo>
                  <a:pt x="186" y="163"/>
                  <a:pt x="183" y="163"/>
                  <a:pt x="181" y="167"/>
                </a:cubicBezTo>
                <a:cubicBezTo>
                  <a:pt x="180" y="168"/>
                  <a:pt x="179" y="169"/>
                  <a:pt x="178" y="170"/>
                </a:cubicBezTo>
                <a:cubicBezTo>
                  <a:pt x="171" y="176"/>
                  <a:pt x="164" y="178"/>
                  <a:pt x="156" y="175"/>
                </a:cubicBezTo>
                <a:cubicBezTo>
                  <a:pt x="151" y="172"/>
                  <a:pt x="145" y="169"/>
                  <a:pt x="140" y="166"/>
                </a:cubicBezTo>
                <a:cubicBezTo>
                  <a:pt x="136" y="163"/>
                  <a:pt x="132" y="162"/>
                  <a:pt x="126" y="162"/>
                </a:cubicBezTo>
                <a:cubicBezTo>
                  <a:pt x="124" y="162"/>
                  <a:pt x="121" y="163"/>
                  <a:pt x="119" y="160"/>
                </a:cubicBezTo>
                <a:cubicBezTo>
                  <a:pt x="116" y="157"/>
                  <a:pt x="114" y="154"/>
                  <a:pt x="113" y="150"/>
                </a:cubicBezTo>
                <a:cubicBezTo>
                  <a:pt x="112" y="148"/>
                  <a:pt x="113" y="147"/>
                  <a:pt x="115" y="147"/>
                </a:cubicBezTo>
                <a:cubicBezTo>
                  <a:pt x="117" y="147"/>
                  <a:pt x="120" y="147"/>
                  <a:pt x="122" y="147"/>
                </a:cubicBezTo>
                <a:cubicBezTo>
                  <a:pt x="137" y="148"/>
                  <a:pt x="152" y="146"/>
                  <a:pt x="166" y="141"/>
                </a:cubicBezTo>
                <a:cubicBezTo>
                  <a:pt x="173" y="138"/>
                  <a:pt x="179" y="134"/>
                  <a:pt x="185" y="129"/>
                </a:cubicBezTo>
                <a:cubicBezTo>
                  <a:pt x="188" y="126"/>
                  <a:pt x="189" y="123"/>
                  <a:pt x="188" y="120"/>
                </a:cubicBezTo>
                <a:cubicBezTo>
                  <a:pt x="187" y="111"/>
                  <a:pt x="186" y="102"/>
                  <a:pt x="185" y="92"/>
                </a:cubicBezTo>
                <a:cubicBezTo>
                  <a:pt x="184" y="87"/>
                  <a:pt x="184" y="82"/>
                  <a:pt x="184" y="77"/>
                </a:cubicBezTo>
                <a:cubicBezTo>
                  <a:pt x="184" y="73"/>
                  <a:pt x="183" y="71"/>
                  <a:pt x="179" y="71"/>
                </a:cubicBezTo>
                <a:cubicBezTo>
                  <a:pt x="173" y="70"/>
                  <a:pt x="168" y="70"/>
                  <a:pt x="163" y="75"/>
                </a:cubicBezTo>
                <a:cubicBezTo>
                  <a:pt x="162" y="76"/>
                  <a:pt x="160" y="77"/>
                  <a:pt x="158" y="79"/>
                </a:cubicBezTo>
                <a:cubicBezTo>
                  <a:pt x="154" y="81"/>
                  <a:pt x="150" y="83"/>
                  <a:pt x="145" y="82"/>
                </a:cubicBezTo>
                <a:cubicBezTo>
                  <a:pt x="134" y="82"/>
                  <a:pt x="124" y="85"/>
                  <a:pt x="116" y="91"/>
                </a:cubicBezTo>
                <a:cubicBezTo>
                  <a:pt x="104" y="100"/>
                  <a:pt x="92" y="109"/>
                  <a:pt x="80" y="118"/>
                </a:cubicBezTo>
                <a:cubicBezTo>
                  <a:pt x="71" y="124"/>
                  <a:pt x="62" y="131"/>
                  <a:pt x="52" y="135"/>
                </a:cubicBezTo>
                <a:cubicBezTo>
                  <a:pt x="42" y="139"/>
                  <a:pt x="32" y="140"/>
                  <a:pt x="22" y="136"/>
                </a:cubicBezTo>
                <a:cubicBezTo>
                  <a:pt x="20" y="136"/>
                  <a:pt x="19" y="135"/>
                  <a:pt x="18" y="134"/>
                </a:cubicBezTo>
                <a:cubicBezTo>
                  <a:pt x="17" y="134"/>
                  <a:pt x="17" y="134"/>
                  <a:pt x="16" y="133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4" name="Freeform 15">
            <a:extLst xmlns:a="http://schemas.openxmlformats.org/drawingml/2006/main">
              <a:ext uri="{FF2B5EF4-FFF2-40B4-BE49-F238E27FC236}">
                <a16:creationId xmlns:a16="http://schemas.microsoft.com/office/drawing/2014/main" id="{31DECD7A-6212-43A8-82EC-254386410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703" y="432578"/>
            <a:ext cx="107776" cy="57594"/>
          </a:xfrm>
          <a:custGeom xmlns:a="http://schemas.openxmlformats.org/drawingml/2006/main">
            <a:gdLst>
              <a:gd name="T0" fmla="*/ 197 w 212"/>
              <a:gd name="T1" fmla="*/ 0 h 114"/>
              <a:gd name="T2" fmla="*/ 205 w 212"/>
              <a:gd name="T3" fmla="*/ 0 h 114"/>
              <a:gd name="T4" fmla="*/ 211 w 212"/>
              <a:gd name="T5" fmla="*/ 9 h 114"/>
              <a:gd name="T6" fmla="*/ 191 w 212"/>
              <a:gd name="T7" fmla="*/ 29 h 114"/>
              <a:gd name="T8" fmla="*/ 187 w 212"/>
              <a:gd name="T9" fmla="*/ 29 h 114"/>
              <a:gd name="T10" fmla="*/ 174 w 212"/>
              <a:gd name="T11" fmla="*/ 33 h 114"/>
              <a:gd name="T12" fmla="*/ 132 w 212"/>
              <a:gd name="T13" fmla="*/ 67 h 114"/>
              <a:gd name="T14" fmla="*/ 109 w 212"/>
              <a:gd name="T15" fmla="*/ 91 h 114"/>
              <a:gd name="T16" fmla="*/ 71 w 212"/>
              <a:gd name="T17" fmla="*/ 112 h 114"/>
              <a:gd name="T18" fmla="*/ 40 w 212"/>
              <a:gd name="T19" fmla="*/ 108 h 114"/>
              <a:gd name="T20" fmla="*/ 9 w 212"/>
              <a:gd name="T21" fmla="*/ 90 h 114"/>
              <a:gd name="T22" fmla="*/ 8 w 212"/>
              <a:gd name="T23" fmla="*/ 89 h 114"/>
              <a:gd name="T24" fmla="*/ 11 w 212"/>
              <a:gd name="T25" fmla="*/ 64 h 114"/>
              <a:gd name="T26" fmla="*/ 15 w 212"/>
              <a:gd name="T27" fmla="*/ 62 h 114"/>
              <a:gd name="T28" fmla="*/ 114 w 212"/>
              <a:gd name="T29" fmla="*/ 23 h 114"/>
              <a:gd name="T30" fmla="*/ 130 w 212"/>
              <a:gd name="T31" fmla="*/ 18 h 114"/>
              <a:gd name="T32" fmla="*/ 164 w 212"/>
              <a:gd name="T33" fmla="*/ 7 h 114"/>
              <a:gd name="T34" fmla="*/ 197 w 212"/>
              <a:gd name="T35" fmla="*/ 0 h 114"/>
            </a:gdLst>
            <a:rect l="0" t="0" r="r" b="b"/>
            <a:pathLst>
              <a:path w="212" h="114">
                <a:moveTo>
                  <a:pt x="197" y="0"/>
                </a:moveTo>
                <a:cubicBezTo>
                  <a:pt x="199" y="0"/>
                  <a:pt x="202" y="0"/>
                  <a:pt x="205" y="0"/>
                </a:cubicBezTo>
                <a:cubicBezTo>
                  <a:pt x="209" y="1"/>
                  <a:pt x="212" y="5"/>
                  <a:pt x="211" y="9"/>
                </a:cubicBezTo>
                <a:cubicBezTo>
                  <a:pt x="207" y="18"/>
                  <a:pt x="200" y="25"/>
                  <a:pt x="191" y="29"/>
                </a:cubicBezTo>
                <a:cubicBezTo>
                  <a:pt x="189" y="29"/>
                  <a:pt x="188" y="29"/>
                  <a:pt x="187" y="29"/>
                </a:cubicBezTo>
                <a:cubicBezTo>
                  <a:pt x="182" y="28"/>
                  <a:pt x="178" y="30"/>
                  <a:pt x="174" y="33"/>
                </a:cubicBezTo>
                <a:cubicBezTo>
                  <a:pt x="158" y="43"/>
                  <a:pt x="144" y="54"/>
                  <a:pt x="132" y="67"/>
                </a:cubicBezTo>
                <a:cubicBezTo>
                  <a:pt x="124" y="75"/>
                  <a:pt x="116" y="83"/>
                  <a:pt x="109" y="91"/>
                </a:cubicBezTo>
                <a:cubicBezTo>
                  <a:pt x="99" y="102"/>
                  <a:pt x="86" y="110"/>
                  <a:pt x="71" y="112"/>
                </a:cubicBezTo>
                <a:cubicBezTo>
                  <a:pt x="61" y="114"/>
                  <a:pt x="50" y="112"/>
                  <a:pt x="40" y="108"/>
                </a:cubicBezTo>
                <a:cubicBezTo>
                  <a:pt x="29" y="104"/>
                  <a:pt x="19" y="98"/>
                  <a:pt x="9" y="90"/>
                </a:cubicBezTo>
                <a:cubicBezTo>
                  <a:pt x="9" y="90"/>
                  <a:pt x="9" y="89"/>
                  <a:pt x="8" y="89"/>
                </a:cubicBezTo>
                <a:cubicBezTo>
                  <a:pt x="0" y="81"/>
                  <a:pt x="2" y="70"/>
                  <a:pt x="11" y="64"/>
                </a:cubicBezTo>
                <a:cubicBezTo>
                  <a:pt x="12" y="63"/>
                  <a:pt x="14" y="63"/>
                  <a:pt x="15" y="62"/>
                </a:cubicBezTo>
                <a:cubicBezTo>
                  <a:pt x="48" y="49"/>
                  <a:pt x="81" y="36"/>
                  <a:pt x="114" y="23"/>
                </a:cubicBezTo>
                <a:cubicBezTo>
                  <a:pt x="119" y="21"/>
                  <a:pt x="125" y="19"/>
                  <a:pt x="130" y="18"/>
                </a:cubicBezTo>
                <a:cubicBezTo>
                  <a:pt x="142" y="15"/>
                  <a:pt x="153" y="12"/>
                  <a:pt x="164" y="7"/>
                </a:cubicBezTo>
                <a:cubicBezTo>
                  <a:pt x="175" y="2"/>
                  <a:pt x="186" y="0"/>
                  <a:pt x="197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5" name="Freeform 16">
            <a:extLst xmlns:a="http://schemas.openxmlformats.org/drawingml/2006/main">
              <a:ext uri="{FF2B5EF4-FFF2-40B4-BE49-F238E27FC236}">
                <a16:creationId xmlns:a16="http://schemas.microsoft.com/office/drawing/2014/main" id="{C574E2D2-52AB-40B1-A692-278B5E075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5059" y="361297"/>
            <a:ext cx="57594" cy="63867"/>
          </a:xfrm>
          <a:custGeom xmlns:a="http://schemas.openxmlformats.org/drawingml/2006/main">
            <a:gdLst>
              <a:gd name="T0" fmla="*/ 114 w 114"/>
              <a:gd name="T1" fmla="*/ 70 h 126"/>
              <a:gd name="T2" fmla="*/ 101 w 114"/>
              <a:gd name="T3" fmla="*/ 91 h 126"/>
              <a:gd name="T4" fmla="*/ 78 w 114"/>
              <a:gd name="T5" fmla="*/ 97 h 126"/>
              <a:gd name="T6" fmla="*/ 58 w 114"/>
              <a:gd name="T7" fmla="*/ 106 h 126"/>
              <a:gd name="T8" fmla="*/ 40 w 114"/>
              <a:gd name="T9" fmla="*/ 121 h 126"/>
              <a:gd name="T10" fmla="*/ 31 w 114"/>
              <a:gd name="T11" fmla="*/ 125 h 126"/>
              <a:gd name="T12" fmla="*/ 23 w 114"/>
              <a:gd name="T13" fmla="*/ 122 h 126"/>
              <a:gd name="T14" fmla="*/ 23 w 114"/>
              <a:gd name="T15" fmla="*/ 112 h 126"/>
              <a:gd name="T16" fmla="*/ 26 w 114"/>
              <a:gd name="T17" fmla="*/ 68 h 126"/>
              <a:gd name="T18" fmla="*/ 16 w 114"/>
              <a:gd name="T19" fmla="*/ 50 h 126"/>
              <a:gd name="T20" fmla="*/ 11 w 114"/>
              <a:gd name="T21" fmla="*/ 39 h 126"/>
              <a:gd name="T22" fmla="*/ 3 w 114"/>
              <a:gd name="T23" fmla="*/ 21 h 126"/>
              <a:gd name="T24" fmla="*/ 3 w 114"/>
              <a:gd name="T25" fmla="*/ 6 h 126"/>
              <a:gd name="T26" fmla="*/ 12 w 114"/>
              <a:gd name="T27" fmla="*/ 0 h 126"/>
              <a:gd name="T28" fmla="*/ 18 w 114"/>
              <a:gd name="T29" fmla="*/ 1 h 126"/>
              <a:gd name="T30" fmla="*/ 50 w 114"/>
              <a:gd name="T31" fmla="*/ 12 h 126"/>
              <a:gd name="T32" fmla="*/ 86 w 114"/>
              <a:gd name="T33" fmla="*/ 31 h 126"/>
              <a:gd name="T34" fmla="*/ 106 w 114"/>
              <a:gd name="T35" fmla="*/ 48 h 126"/>
              <a:gd name="T36" fmla="*/ 114 w 114"/>
              <a:gd name="T37" fmla="*/ 70 h 126"/>
            </a:gdLst>
            <a:rect l="0" t="0" r="r" b="b"/>
            <a:pathLst>
              <a:path w="114" h="126">
                <a:moveTo>
                  <a:pt x="114" y="70"/>
                </a:moveTo>
                <a:cubicBezTo>
                  <a:pt x="114" y="79"/>
                  <a:pt x="109" y="86"/>
                  <a:pt x="101" y="91"/>
                </a:cubicBezTo>
                <a:cubicBezTo>
                  <a:pt x="94" y="95"/>
                  <a:pt x="86" y="97"/>
                  <a:pt x="78" y="97"/>
                </a:cubicBezTo>
                <a:cubicBezTo>
                  <a:pt x="64" y="97"/>
                  <a:pt x="66" y="98"/>
                  <a:pt x="58" y="106"/>
                </a:cubicBezTo>
                <a:cubicBezTo>
                  <a:pt x="52" y="111"/>
                  <a:pt x="46" y="116"/>
                  <a:pt x="40" y="121"/>
                </a:cubicBezTo>
                <a:cubicBezTo>
                  <a:pt x="38" y="123"/>
                  <a:pt x="35" y="124"/>
                  <a:pt x="31" y="125"/>
                </a:cubicBezTo>
                <a:cubicBezTo>
                  <a:pt x="28" y="126"/>
                  <a:pt x="25" y="125"/>
                  <a:pt x="23" y="122"/>
                </a:cubicBezTo>
                <a:cubicBezTo>
                  <a:pt x="22" y="118"/>
                  <a:pt x="21" y="115"/>
                  <a:pt x="23" y="112"/>
                </a:cubicBezTo>
                <a:cubicBezTo>
                  <a:pt x="33" y="98"/>
                  <a:pt x="33" y="83"/>
                  <a:pt x="26" y="68"/>
                </a:cubicBezTo>
                <a:cubicBezTo>
                  <a:pt x="23" y="61"/>
                  <a:pt x="19" y="56"/>
                  <a:pt x="16" y="50"/>
                </a:cubicBezTo>
                <a:cubicBezTo>
                  <a:pt x="14" y="46"/>
                  <a:pt x="12" y="43"/>
                  <a:pt x="11" y="39"/>
                </a:cubicBezTo>
                <a:cubicBezTo>
                  <a:pt x="9" y="33"/>
                  <a:pt x="7" y="27"/>
                  <a:pt x="3" y="21"/>
                </a:cubicBezTo>
                <a:cubicBezTo>
                  <a:pt x="0" y="17"/>
                  <a:pt x="0" y="12"/>
                  <a:pt x="3" y="6"/>
                </a:cubicBezTo>
                <a:cubicBezTo>
                  <a:pt x="5" y="2"/>
                  <a:pt x="8" y="0"/>
                  <a:pt x="12" y="0"/>
                </a:cubicBezTo>
                <a:cubicBezTo>
                  <a:pt x="14" y="0"/>
                  <a:pt x="16" y="1"/>
                  <a:pt x="18" y="1"/>
                </a:cubicBezTo>
                <a:cubicBezTo>
                  <a:pt x="29" y="3"/>
                  <a:pt x="40" y="7"/>
                  <a:pt x="50" y="12"/>
                </a:cubicBezTo>
                <a:cubicBezTo>
                  <a:pt x="62" y="19"/>
                  <a:pt x="74" y="25"/>
                  <a:pt x="86" y="31"/>
                </a:cubicBezTo>
                <a:cubicBezTo>
                  <a:pt x="94" y="36"/>
                  <a:pt x="101" y="41"/>
                  <a:pt x="106" y="48"/>
                </a:cubicBezTo>
                <a:cubicBezTo>
                  <a:pt x="111" y="54"/>
                  <a:pt x="114" y="61"/>
                  <a:pt x="114" y="7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6" name="Freeform 24">
            <a:extLst xmlns:a="http://schemas.openxmlformats.org/drawingml/2006/main">
              <a:ext uri="{FF2B5EF4-FFF2-40B4-BE49-F238E27FC236}">
                <a16:creationId xmlns:a16="http://schemas.microsoft.com/office/drawing/2014/main" id="{853A361C-4D07-4DC9-BD5F-39BE6F540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4717" y="420032"/>
            <a:ext cx="56454" cy="76412"/>
          </a:xfrm>
          <a:custGeom xmlns:a="http://schemas.openxmlformats.org/drawingml/2006/main">
            <a:gdLst>
              <a:gd name="T0" fmla="*/ 111 w 111"/>
              <a:gd name="T1" fmla="*/ 118 h 150"/>
              <a:gd name="T2" fmla="*/ 108 w 111"/>
              <a:gd name="T3" fmla="*/ 125 h 150"/>
              <a:gd name="T4" fmla="*/ 94 w 111"/>
              <a:gd name="T5" fmla="*/ 142 h 150"/>
              <a:gd name="T6" fmla="*/ 80 w 111"/>
              <a:gd name="T7" fmla="*/ 149 h 150"/>
              <a:gd name="T8" fmla="*/ 72 w 111"/>
              <a:gd name="T9" fmla="*/ 144 h 150"/>
              <a:gd name="T10" fmla="*/ 66 w 111"/>
              <a:gd name="T11" fmla="*/ 117 h 150"/>
              <a:gd name="T12" fmla="*/ 59 w 111"/>
              <a:gd name="T13" fmla="*/ 90 h 150"/>
              <a:gd name="T14" fmla="*/ 50 w 111"/>
              <a:gd name="T15" fmla="*/ 75 h 150"/>
              <a:gd name="T16" fmla="*/ 19 w 111"/>
              <a:gd name="T17" fmla="*/ 40 h 150"/>
              <a:gd name="T18" fmla="*/ 6 w 111"/>
              <a:gd name="T19" fmla="*/ 27 h 150"/>
              <a:gd name="T20" fmla="*/ 0 w 111"/>
              <a:gd name="T21" fmla="*/ 10 h 150"/>
              <a:gd name="T22" fmla="*/ 0 w 111"/>
              <a:gd name="T23" fmla="*/ 8 h 150"/>
              <a:gd name="T24" fmla="*/ 9 w 111"/>
              <a:gd name="T25" fmla="*/ 2 h 150"/>
              <a:gd name="T26" fmla="*/ 18 w 111"/>
              <a:gd name="T27" fmla="*/ 7 h 150"/>
              <a:gd name="T28" fmla="*/ 27 w 111"/>
              <a:gd name="T29" fmla="*/ 15 h 150"/>
              <a:gd name="T30" fmla="*/ 44 w 111"/>
              <a:gd name="T31" fmla="*/ 26 h 150"/>
              <a:gd name="T32" fmla="*/ 85 w 111"/>
              <a:gd name="T33" fmla="*/ 57 h 150"/>
              <a:gd name="T34" fmla="*/ 110 w 111"/>
              <a:gd name="T35" fmla="*/ 114 h 150"/>
              <a:gd name="T36" fmla="*/ 110 w 111"/>
              <a:gd name="T37" fmla="*/ 117 h 150"/>
              <a:gd name="T38" fmla="*/ 111 w 111"/>
              <a:gd name="T39" fmla="*/ 118 h 150"/>
            </a:gdLst>
            <a:rect l="0" t="0" r="r" b="b"/>
            <a:pathLst>
              <a:path w="111" h="150">
                <a:moveTo>
                  <a:pt x="111" y="118"/>
                </a:moveTo>
                <a:cubicBezTo>
                  <a:pt x="110" y="120"/>
                  <a:pt x="109" y="123"/>
                  <a:pt x="108" y="125"/>
                </a:cubicBezTo>
                <a:cubicBezTo>
                  <a:pt x="103" y="131"/>
                  <a:pt x="99" y="136"/>
                  <a:pt x="94" y="142"/>
                </a:cubicBezTo>
                <a:cubicBezTo>
                  <a:pt x="90" y="146"/>
                  <a:pt x="86" y="148"/>
                  <a:pt x="80" y="149"/>
                </a:cubicBezTo>
                <a:cubicBezTo>
                  <a:pt x="75" y="150"/>
                  <a:pt x="73" y="149"/>
                  <a:pt x="72" y="144"/>
                </a:cubicBezTo>
                <a:cubicBezTo>
                  <a:pt x="70" y="135"/>
                  <a:pt x="68" y="126"/>
                  <a:pt x="66" y="117"/>
                </a:cubicBezTo>
                <a:cubicBezTo>
                  <a:pt x="64" y="108"/>
                  <a:pt x="63" y="99"/>
                  <a:pt x="59" y="90"/>
                </a:cubicBezTo>
                <a:cubicBezTo>
                  <a:pt x="57" y="85"/>
                  <a:pt x="54" y="80"/>
                  <a:pt x="50" y="75"/>
                </a:cubicBezTo>
                <a:cubicBezTo>
                  <a:pt x="40" y="63"/>
                  <a:pt x="29" y="51"/>
                  <a:pt x="19" y="40"/>
                </a:cubicBezTo>
                <a:cubicBezTo>
                  <a:pt x="15" y="35"/>
                  <a:pt x="11" y="31"/>
                  <a:pt x="6" y="27"/>
                </a:cubicBezTo>
                <a:cubicBezTo>
                  <a:pt x="1" y="22"/>
                  <a:pt x="0" y="17"/>
                  <a:pt x="0" y="10"/>
                </a:cubicBezTo>
                <a:cubicBezTo>
                  <a:pt x="0" y="9"/>
                  <a:pt x="0" y="9"/>
                  <a:pt x="0" y="8"/>
                </a:cubicBezTo>
                <a:cubicBezTo>
                  <a:pt x="2" y="1"/>
                  <a:pt x="3" y="0"/>
                  <a:pt x="9" y="2"/>
                </a:cubicBezTo>
                <a:cubicBezTo>
                  <a:pt x="12" y="4"/>
                  <a:pt x="15" y="5"/>
                  <a:pt x="18" y="7"/>
                </a:cubicBezTo>
                <a:cubicBezTo>
                  <a:pt x="21" y="10"/>
                  <a:pt x="24" y="12"/>
                  <a:pt x="27" y="15"/>
                </a:cubicBezTo>
                <a:cubicBezTo>
                  <a:pt x="32" y="20"/>
                  <a:pt x="38" y="24"/>
                  <a:pt x="44" y="26"/>
                </a:cubicBezTo>
                <a:cubicBezTo>
                  <a:pt x="61" y="33"/>
                  <a:pt x="74" y="43"/>
                  <a:pt x="85" y="57"/>
                </a:cubicBezTo>
                <a:cubicBezTo>
                  <a:pt x="98" y="73"/>
                  <a:pt x="107" y="92"/>
                  <a:pt x="110" y="114"/>
                </a:cubicBezTo>
                <a:cubicBezTo>
                  <a:pt x="110" y="115"/>
                  <a:pt x="110" y="116"/>
                  <a:pt x="110" y="117"/>
                </a:cubicBezTo>
                <a:cubicBezTo>
                  <a:pt x="110" y="117"/>
                  <a:pt x="110" y="118"/>
                  <a:pt x="111" y="1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7" name="Freeform 26">
            <a:extLst xmlns:a="http://schemas.openxmlformats.org/drawingml/2006/main">
              <a:ext uri="{FF2B5EF4-FFF2-40B4-BE49-F238E27FC236}">
                <a16:creationId xmlns:a16="http://schemas.microsoft.com/office/drawing/2014/main" id="{A573E5DF-FC4A-4623-9762-4959257D1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4100" y="564304"/>
            <a:ext cx="41057" cy="50181"/>
          </a:xfrm>
          <a:custGeom xmlns:a="http://schemas.openxmlformats.org/drawingml/2006/main">
            <a:gdLst>
              <a:gd name="T0" fmla="*/ 0 w 81"/>
              <a:gd name="T1" fmla="*/ 18 h 99"/>
              <a:gd name="T2" fmla="*/ 1 w 81"/>
              <a:gd name="T3" fmla="*/ 9 h 99"/>
              <a:gd name="T4" fmla="*/ 11 w 81"/>
              <a:gd name="T5" fmla="*/ 1 h 99"/>
              <a:gd name="T6" fmla="*/ 50 w 81"/>
              <a:gd name="T7" fmla="*/ 12 h 99"/>
              <a:gd name="T8" fmla="*/ 78 w 81"/>
              <a:gd name="T9" fmla="*/ 44 h 99"/>
              <a:gd name="T10" fmla="*/ 80 w 81"/>
              <a:gd name="T11" fmla="*/ 51 h 99"/>
              <a:gd name="T12" fmla="*/ 77 w 81"/>
              <a:gd name="T13" fmla="*/ 79 h 99"/>
              <a:gd name="T14" fmla="*/ 43 w 81"/>
              <a:gd name="T15" fmla="*/ 92 h 99"/>
              <a:gd name="T16" fmla="*/ 30 w 81"/>
              <a:gd name="T17" fmla="*/ 81 h 99"/>
              <a:gd name="T18" fmla="*/ 12 w 81"/>
              <a:gd name="T19" fmla="*/ 60 h 99"/>
              <a:gd name="T20" fmla="*/ 1 w 81"/>
              <a:gd name="T21" fmla="*/ 24 h 99"/>
              <a:gd name="T22" fmla="*/ 1 w 81"/>
              <a:gd name="T23" fmla="*/ 18 h 99"/>
              <a:gd name="T24" fmla="*/ 0 w 81"/>
              <a:gd name="T25" fmla="*/ 18 h 99"/>
            </a:gdLst>
            <a:rect l="0" t="0" r="r" b="b"/>
            <a:pathLst>
              <a:path w="81" h="99">
                <a:moveTo>
                  <a:pt x="0" y="18"/>
                </a:moveTo>
                <a:cubicBezTo>
                  <a:pt x="1" y="15"/>
                  <a:pt x="1" y="12"/>
                  <a:pt x="1" y="9"/>
                </a:cubicBezTo>
                <a:cubicBezTo>
                  <a:pt x="2" y="4"/>
                  <a:pt x="5" y="1"/>
                  <a:pt x="11" y="1"/>
                </a:cubicBezTo>
                <a:cubicBezTo>
                  <a:pt x="25" y="0"/>
                  <a:pt x="39" y="2"/>
                  <a:pt x="50" y="12"/>
                </a:cubicBezTo>
                <a:cubicBezTo>
                  <a:pt x="62" y="21"/>
                  <a:pt x="70" y="32"/>
                  <a:pt x="78" y="44"/>
                </a:cubicBezTo>
                <a:cubicBezTo>
                  <a:pt x="79" y="46"/>
                  <a:pt x="80" y="49"/>
                  <a:pt x="80" y="51"/>
                </a:cubicBezTo>
                <a:cubicBezTo>
                  <a:pt x="81" y="61"/>
                  <a:pt x="80" y="70"/>
                  <a:pt x="77" y="79"/>
                </a:cubicBezTo>
                <a:cubicBezTo>
                  <a:pt x="74" y="89"/>
                  <a:pt x="57" y="99"/>
                  <a:pt x="43" y="92"/>
                </a:cubicBezTo>
                <a:cubicBezTo>
                  <a:pt x="38" y="89"/>
                  <a:pt x="33" y="86"/>
                  <a:pt x="30" y="81"/>
                </a:cubicBezTo>
                <a:cubicBezTo>
                  <a:pt x="24" y="74"/>
                  <a:pt x="18" y="67"/>
                  <a:pt x="12" y="60"/>
                </a:cubicBezTo>
                <a:cubicBezTo>
                  <a:pt x="4" y="49"/>
                  <a:pt x="2" y="37"/>
                  <a:pt x="1" y="24"/>
                </a:cubicBezTo>
                <a:cubicBezTo>
                  <a:pt x="1" y="22"/>
                  <a:pt x="1" y="20"/>
                  <a:pt x="1" y="18"/>
                </a:cubicBezTo>
                <a:cubicBezTo>
                  <a:pt x="1" y="18"/>
                  <a:pt x="1" y="18"/>
                  <a:pt x="0" y="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F1651539-0998-4E46-909E-E7E949DD7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7552" y="552329"/>
            <a:ext cx="43908" cy="50751"/>
          </a:xfrm>
          <a:custGeom xmlns:a="http://schemas.openxmlformats.org/drawingml/2006/main">
            <a:gdLst>
              <a:gd name="T0" fmla="*/ 38 w 87"/>
              <a:gd name="T1" fmla="*/ 100 h 100"/>
              <a:gd name="T2" fmla="*/ 27 w 87"/>
              <a:gd name="T3" fmla="*/ 98 h 100"/>
              <a:gd name="T4" fmla="*/ 22 w 87"/>
              <a:gd name="T5" fmla="*/ 91 h 100"/>
              <a:gd name="T6" fmla="*/ 17 w 87"/>
              <a:gd name="T7" fmla="*/ 65 h 100"/>
              <a:gd name="T8" fmla="*/ 1 w 87"/>
              <a:gd name="T9" fmla="*/ 16 h 100"/>
              <a:gd name="T10" fmla="*/ 0 w 87"/>
              <a:gd name="T11" fmla="*/ 4 h 100"/>
              <a:gd name="T12" fmla="*/ 4 w 87"/>
              <a:gd name="T13" fmla="*/ 0 h 100"/>
              <a:gd name="T14" fmla="*/ 12 w 87"/>
              <a:gd name="T15" fmla="*/ 0 h 100"/>
              <a:gd name="T16" fmla="*/ 20 w 87"/>
              <a:gd name="T17" fmla="*/ 4 h 100"/>
              <a:gd name="T18" fmla="*/ 31 w 87"/>
              <a:gd name="T19" fmla="*/ 12 h 100"/>
              <a:gd name="T20" fmla="*/ 65 w 87"/>
              <a:gd name="T21" fmla="*/ 41 h 100"/>
              <a:gd name="T22" fmla="*/ 78 w 87"/>
              <a:gd name="T23" fmla="*/ 56 h 100"/>
              <a:gd name="T24" fmla="*/ 73 w 87"/>
              <a:gd name="T25" fmla="*/ 87 h 100"/>
              <a:gd name="T26" fmla="*/ 38 w 87"/>
              <a:gd name="T27" fmla="*/ 100 h 100"/>
            </a:gdLst>
            <a:rect l="0" t="0" r="r" b="b"/>
            <a:pathLst>
              <a:path w="87" h="100">
                <a:moveTo>
                  <a:pt x="38" y="100"/>
                </a:moveTo>
                <a:cubicBezTo>
                  <a:pt x="34" y="99"/>
                  <a:pt x="31" y="99"/>
                  <a:pt x="27" y="98"/>
                </a:cubicBezTo>
                <a:cubicBezTo>
                  <a:pt x="24" y="97"/>
                  <a:pt x="22" y="94"/>
                  <a:pt x="22" y="91"/>
                </a:cubicBezTo>
                <a:cubicBezTo>
                  <a:pt x="23" y="81"/>
                  <a:pt x="20" y="73"/>
                  <a:pt x="17" y="65"/>
                </a:cubicBezTo>
                <a:cubicBezTo>
                  <a:pt x="11" y="49"/>
                  <a:pt x="4" y="33"/>
                  <a:pt x="1" y="16"/>
                </a:cubicBezTo>
                <a:cubicBezTo>
                  <a:pt x="0" y="12"/>
                  <a:pt x="0" y="8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7" y="0"/>
                  <a:pt x="10" y="0"/>
                  <a:pt x="12" y="0"/>
                </a:cubicBezTo>
                <a:cubicBezTo>
                  <a:pt x="15" y="1"/>
                  <a:pt x="18" y="2"/>
                  <a:pt x="20" y="4"/>
                </a:cubicBezTo>
                <a:cubicBezTo>
                  <a:pt x="24" y="7"/>
                  <a:pt x="28" y="9"/>
                  <a:pt x="31" y="12"/>
                </a:cubicBezTo>
                <a:cubicBezTo>
                  <a:pt x="42" y="22"/>
                  <a:pt x="54" y="31"/>
                  <a:pt x="65" y="41"/>
                </a:cubicBezTo>
                <a:cubicBezTo>
                  <a:pt x="70" y="45"/>
                  <a:pt x="74" y="51"/>
                  <a:pt x="78" y="56"/>
                </a:cubicBezTo>
                <a:cubicBezTo>
                  <a:pt x="87" y="69"/>
                  <a:pt x="85" y="78"/>
                  <a:pt x="73" y="87"/>
                </a:cubicBezTo>
                <a:cubicBezTo>
                  <a:pt x="64" y="95"/>
                  <a:pt x="50" y="100"/>
                  <a:pt x="38" y="1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9" name="Freeform 36">
            <a:extLst xmlns:a="http://schemas.openxmlformats.org/drawingml/2006/main">
              <a:ext uri="{FF2B5EF4-FFF2-40B4-BE49-F238E27FC236}">
                <a16:creationId xmlns:a16="http://schemas.microsoft.com/office/drawing/2014/main" id="{8BCEB67E-407E-4B50-ACD8-087E3A860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3006" y="481619"/>
            <a:ext cx="22809" cy="43908"/>
          </a:xfrm>
          <a:custGeom xmlns:a="http://schemas.openxmlformats.org/drawingml/2006/main">
            <a:gdLst>
              <a:gd name="T0" fmla="*/ 6 w 44"/>
              <a:gd name="T1" fmla="*/ 57 h 87"/>
              <a:gd name="T2" fmla="*/ 2 w 44"/>
              <a:gd name="T3" fmla="*/ 8 h 87"/>
              <a:gd name="T4" fmla="*/ 3 w 44"/>
              <a:gd name="T5" fmla="*/ 2 h 87"/>
              <a:gd name="T6" fmla="*/ 10 w 44"/>
              <a:gd name="T7" fmla="*/ 2 h 87"/>
              <a:gd name="T8" fmla="*/ 15 w 44"/>
              <a:gd name="T9" fmla="*/ 6 h 87"/>
              <a:gd name="T10" fmla="*/ 29 w 44"/>
              <a:gd name="T11" fmla="*/ 22 h 87"/>
              <a:gd name="T12" fmla="*/ 39 w 44"/>
              <a:gd name="T13" fmla="*/ 36 h 87"/>
              <a:gd name="T14" fmla="*/ 43 w 44"/>
              <a:gd name="T15" fmla="*/ 52 h 87"/>
              <a:gd name="T16" fmla="*/ 38 w 44"/>
              <a:gd name="T17" fmla="*/ 74 h 87"/>
              <a:gd name="T18" fmla="*/ 16 w 44"/>
              <a:gd name="T19" fmla="*/ 87 h 87"/>
              <a:gd name="T20" fmla="*/ 8 w 44"/>
              <a:gd name="T21" fmla="*/ 81 h 87"/>
              <a:gd name="T22" fmla="*/ 6 w 44"/>
              <a:gd name="T23" fmla="*/ 65 h 87"/>
              <a:gd name="T24" fmla="*/ 6 w 44"/>
              <a:gd name="T25" fmla="*/ 57 h 87"/>
            </a:gdLst>
            <a:rect l="0" t="0" r="r" b="b"/>
            <a:pathLst>
              <a:path w="44" h="87">
                <a:moveTo>
                  <a:pt x="6" y="57"/>
                </a:moveTo>
                <a:cubicBezTo>
                  <a:pt x="7" y="39"/>
                  <a:pt x="5" y="23"/>
                  <a:pt x="2" y="8"/>
                </a:cubicBezTo>
                <a:cubicBezTo>
                  <a:pt x="1" y="6"/>
                  <a:pt x="0" y="3"/>
                  <a:pt x="3" y="2"/>
                </a:cubicBezTo>
                <a:cubicBezTo>
                  <a:pt x="5" y="0"/>
                  <a:pt x="7" y="0"/>
                  <a:pt x="10" y="2"/>
                </a:cubicBezTo>
                <a:cubicBezTo>
                  <a:pt x="12" y="3"/>
                  <a:pt x="14" y="4"/>
                  <a:pt x="15" y="6"/>
                </a:cubicBezTo>
                <a:cubicBezTo>
                  <a:pt x="20" y="11"/>
                  <a:pt x="25" y="17"/>
                  <a:pt x="29" y="22"/>
                </a:cubicBezTo>
                <a:cubicBezTo>
                  <a:pt x="33" y="27"/>
                  <a:pt x="36" y="32"/>
                  <a:pt x="39" y="36"/>
                </a:cubicBezTo>
                <a:cubicBezTo>
                  <a:pt x="42" y="41"/>
                  <a:pt x="44" y="46"/>
                  <a:pt x="43" y="52"/>
                </a:cubicBezTo>
                <a:cubicBezTo>
                  <a:pt x="42" y="59"/>
                  <a:pt x="41" y="67"/>
                  <a:pt x="38" y="74"/>
                </a:cubicBezTo>
                <a:cubicBezTo>
                  <a:pt x="33" y="83"/>
                  <a:pt x="27" y="87"/>
                  <a:pt x="16" y="87"/>
                </a:cubicBezTo>
                <a:cubicBezTo>
                  <a:pt x="12" y="87"/>
                  <a:pt x="10" y="85"/>
                  <a:pt x="8" y="81"/>
                </a:cubicBezTo>
                <a:cubicBezTo>
                  <a:pt x="6" y="76"/>
                  <a:pt x="6" y="71"/>
                  <a:pt x="6" y="65"/>
                </a:cubicBezTo>
                <a:cubicBezTo>
                  <a:pt x="6" y="62"/>
                  <a:pt x="6" y="59"/>
                  <a:pt x="6" y="5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5" name="Freeform 8">
            <a:extLst xmlns:a="http://schemas.openxmlformats.org/drawingml/2006/main">
              <a:ext uri="{FF2B5EF4-FFF2-40B4-BE49-F238E27FC236}">
                <a16:creationId xmlns:a16="http://schemas.microsoft.com/office/drawing/2014/main" id="{B5E7B50F-4AA6-4900-907E-24ED436B3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7780" y="329883"/>
            <a:ext cx="445930" cy="444892"/>
          </a:xfrm>
          <a:custGeom xmlns:a="http://schemas.openxmlformats.org/drawingml/2006/main"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Freeform 42">
            <a:extLst xmlns:a="http://schemas.openxmlformats.org/drawingml/2006/main">
              <a:ext uri="{FF2B5EF4-FFF2-40B4-BE49-F238E27FC236}">
                <a16:creationId xmlns:a16="http://schemas.microsoft.com/office/drawing/2014/main" id="{E69597E5-5B1B-4421-B895-65095CA55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5990" y="387574"/>
            <a:ext cx="328990" cy="328471"/>
          </a:xfrm>
          <a:custGeom xmlns:a="http://schemas.openxmlformats.org/drawingml/2006/main"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7" name="Freeform 43">
            <a:extLst xmlns:a="http://schemas.openxmlformats.org/drawingml/2006/main">
              <a:ext uri="{FF2B5EF4-FFF2-40B4-BE49-F238E27FC236}">
                <a16:creationId xmlns:a16="http://schemas.microsoft.com/office/drawing/2014/main" id="{9FD69A1F-498F-471F-8997-00582EDA3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836" y="420317"/>
            <a:ext cx="36381" cy="43657"/>
          </a:xfrm>
          <a:custGeom xmlns:a="http://schemas.openxmlformats.org/drawingml/2006/main"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8" name="Freeform 44">
            <a:extLst xmlns:a="http://schemas.openxmlformats.org/drawingml/2006/main">
              <a:ext uri="{FF2B5EF4-FFF2-40B4-BE49-F238E27FC236}">
                <a16:creationId xmlns:a16="http://schemas.microsoft.com/office/drawing/2014/main" id="{D32670CD-6961-43AC-99D0-6920F73BD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451" y="502955"/>
            <a:ext cx="34822" cy="37420"/>
          </a:xfrm>
          <a:custGeom xmlns:a="http://schemas.openxmlformats.org/drawingml/2006/main"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9" name="Freeform 45">
            <a:extLst xmlns:a="http://schemas.openxmlformats.org/drawingml/2006/main">
              <a:ext uri="{FF2B5EF4-FFF2-40B4-BE49-F238E27FC236}">
                <a16:creationId xmlns:a16="http://schemas.microsoft.com/office/drawing/2014/main" id="{8FDE102E-5D83-4609-97BE-335BF6CD1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0534" y="383416"/>
            <a:ext cx="37940" cy="40539"/>
          </a:xfrm>
          <a:custGeom xmlns:a="http://schemas.openxmlformats.org/drawingml/2006/main"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0" name="Freeform 46">
            <a:extLst xmlns:a="http://schemas.openxmlformats.org/drawingml/2006/main">
              <a:ext uri="{FF2B5EF4-FFF2-40B4-BE49-F238E27FC236}">
                <a16:creationId xmlns:a16="http://schemas.microsoft.com/office/drawing/2014/main" id="{E68C75D1-F7D8-4DFF-97FC-124B9B23C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451" y="561165"/>
            <a:ext cx="32743" cy="31184"/>
          </a:xfrm>
          <a:custGeom xmlns:a="http://schemas.openxmlformats.org/drawingml/2006/main"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1" name="Freeform 47">
            <a:extLst xmlns:a="http://schemas.openxmlformats.org/drawingml/2006/main">
              <a:ext uri="{FF2B5EF4-FFF2-40B4-BE49-F238E27FC236}">
                <a16:creationId xmlns:a16="http://schemas.microsoft.com/office/drawing/2014/main" id="{DEFA0466-2584-42FD-9D7A-DB44A431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2285" y="723322"/>
            <a:ext cx="22868" cy="32743"/>
          </a:xfrm>
          <a:custGeom xmlns:a="http://schemas.openxmlformats.org/drawingml/2006/main"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2" name="Freeform 48">
            <a:extLst xmlns:a="http://schemas.openxmlformats.org/drawingml/2006/main">
              <a:ext uri="{FF2B5EF4-FFF2-40B4-BE49-F238E27FC236}">
                <a16:creationId xmlns:a16="http://schemas.microsoft.com/office/drawing/2014/main" id="{0ACED4C5-D370-4026-9ABD-24C8BD3B0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8444" y="613138"/>
            <a:ext cx="33782" cy="29105"/>
          </a:xfrm>
          <a:custGeom xmlns:a="http://schemas.openxmlformats.org/drawingml/2006/main"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3" name="Freeform 49">
            <a:extLst xmlns:a="http://schemas.openxmlformats.org/drawingml/2006/main">
              <a:ext uri="{FF2B5EF4-FFF2-40B4-BE49-F238E27FC236}">
                <a16:creationId xmlns:a16="http://schemas.microsoft.com/office/drawing/2014/main" id="{56D263D1-E6CD-4CDE-A2F1-AF34F3006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8194" y="415639"/>
            <a:ext cx="40019" cy="43657"/>
          </a:xfrm>
          <a:custGeom xmlns:a="http://schemas.openxmlformats.org/drawingml/2006/main"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4" name="Freeform 50">
            <a:extLst xmlns:a="http://schemas.openxmlformats.org/drawingml/2006/main">
              <a:ext uri="{FF2B5EF4-FFF2-40B4-BE49-F238E27FC236}">
                <a16:creationId xmlns:a16="http://schemas.microsoft.com/office/drawing/2014/main" id="{E320F083-A685-42E2-BD4A-56ACBE625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3113" y="709289"/>
            <a:ext cx="28065" cy="32223"/>
          </a:xfrm>
          <a:custGeom xmlns:a="http://schemas.openxmlformats.org/drawingml/2006/main"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5" name="Freeform 51">
            <a:extLst xmlns:a="http://schemas.openxmlformats.org/drawingml/2006/main">
              <a:ext uri="{FF2B5EF4-FFF2-40B4-BE49-F238E27FC236}">
                <a16:creationId xmlns:a16="http://schemas.microsoft.com/office/drawing/2014/main" id="{85C8D32D-A197-4F83-A975-7DFF73570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6135" y="379258"/>
            <a:ext cx="37940" cy="36901"/>
          </a:xfrm>
          <a:custGeom xmlns:a="http://schemas.openxmlformats.org/drawingml/2006/main"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6" name="Freeform 52">
            <a:extLst xmlns:a="http://schemas.openxmlformats.org/drawingml/2006/main">
              <a:ext uri="{FF2B5EF4-FFF2-40B4-BE49-F238E27FC236}">
                <a16:creationId xmlns:a16="http://schemas.microsoft.com/office/drawing/2014/main" id="{36A4AF10-1F2B-4B28-A0AB-6439F29B1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8397" y="345475"/>
            <a:ext cx="30144" cy="32743"/>
          </a:xfrm>
          <a:custGeom xmlns:a="http://schemas.openxmlformats.org/drawingml/2006/main"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7" name="Freeform 53">
            <a:extLst xmlns:a="http://schemas.openxmlformats.org/drawingml/2006/main">
              <a:ext uri="{FF2B5EF4-FFF2-40B4-BE49-F238E27FC236}">
                <a16:creationId xmlns:a16="http://schemas.microsoft.com/office/drawing/2014/main" id="{AB7D3CE0-336D-45D5-AB3F-D26E25C9D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5298" y="723322"/>
            <a:ext cx="23387" cy="33262"/>
          </a:xfrm>
          <a:custGeom xmlns:a="http://schemas.openxmlformats.org/drawingml/2006/main"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8" name="Freeform 54">
            <a:extLst xmlns:a="http://schemas.openxmlformats.org/drawingml/2006/main">
              <a:ext uri="{FF2B5EF4-FFF2-40B4-BE49-F238E27FC236}">
                <a16:creationId xmlns:a16="http://schemas.microsoft.com/office/drawing/2014/main" id="{C8C12BD0-2292-4B67-8690-06E014D5A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5" y="351712"/>
            <a:ext cx="31183" cy="35341"/>
          </a:xfrm>
          <a:custGeom xmlns:a="http://schemas.openxmlformats.org/drawingml/2006/main"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9" name="Freeform 55">
            <a:extLst xmlns:a="http://schemas.openxmlformats.org/drawingml/2006/main">
              <a:ext uri="{FF2B5EF4-FFF2-40B4-BE49-F238E27FC236}">
                <a16:creationId xmlns:a16="http://schemas.microsoft.com/office/drawing/2014/main" id="{1867254F-6917-4AAD-8860-C1B4ADF2D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303" y="471251"/>
            <a:ext cx="36381" cy="29105"/>
          </a:xfrm>
          <a:custGeom xmlns:a="http://schemas.openxmlformats.org/drawingml/2006/main"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0" name="Freeform 56">
            <a:extLst xmlns:a="http://schemas.openxmlformats.org/drawingml/2006/main">
              <a:ext uri="{FF2B5EF4-FFF2-40B4-BE49-F238E27FC236}">
                <a16:creationId xmlns:a16="http://schemas.microsoft.com/office/drawing/2014/main" id="{822042B1-0326-4C2C-8BE7-D2A337461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823" y="607941"/>
            <a:ext cx="35861" cy="33262"/>
          </a:xfrm>
          <a:custGeom xmlns:a="http://schemas.openxmlformats.org/drawingml/2006/main"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1" name="Freeform 57">
            <a:extLst xmlns:a="http://schemas.openxmlformats.org/drawingml/2006/main">
              <a:ext uri="{FF2B5EF4-FFF2-40B4-BE49-F238E27FC236}">
                <a16:creationId xmlns:a16="http://schemas.microsoft.com/office/drawing/2014/main" id="{A4838F8B-E85D-4AC8-88EF-8A361E20E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816" y="556487"/>
            <a:ext cx="31703" cy="28065"/>
          </a:xfrm>
          <a:custGeom xmlns:a="http://schemas.openxmlformats.org/drawingml/2006/main"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2" name="Freeform 58">
            <a:extLst xmlns:a="http://schemas.openxmlformats.org/drawingml/2006/main">
              <a:ext uri="{FF2B5EF4-FFF2-40B4-BE49-F238E27FC236}">
                <a16:creationId xmlns:a16="http://schemas.microsoft.com/office/drawing/2014/main" id="{06447227-A29F-4D8C-ABBE-B42E4E166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8830" y="357949"/>
            <a:ext cx="28585" cy="35861"/>
          </a:xfrm>
          <a:custGeom xmlns:a="http://schemas.openxmlformats.org/drawingml/2006/main"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3" name="Freeform 59">
            <a:extLst xmlns:a="http://schemas.openxmlformats.org/drawingml/2006/main">
              <a:ext uri="{FF2B5EF4-FFF2-40B4-BE49-F238E27FC236}">
                <a16:creationId xmlns:a16="http://schemas.microsoft.com/office/drawing/2014/main" id="{7A86A6E5-05AD-404A-850A-21D90EF3D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9484" y="461896"/>
            <a:ext cx="32743" cy="28585"/>
          </a:xfrm>
          <a:custGeom xmlns:a="http://schemas.openxmlformats.org/drawingml/2006/main"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4" name="Freeform 60">
            <a:extLst xmlns:a="http://schemas.openxmlformats.org/drawingml/2006/main">
              <a:ext uri="{FF2B5EF4-FFF2-40B4-BE49-F238E27FC236}">
                <a16:creationId xmlns:a16="http://schemas.microsoft.com/office/drawing/2014/main" id="{B1BE95F7-5A95-4D05-8F33-8309D95A9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297" y="515428"/>
            <a:ext cx="31703" cy="20789"/>
          </a:xfrm>
          <a:custGeom xmlns:a="http://schemas.openxmlformats.org/drawingml/2006/main"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5" name="Freeform 61">
            <a:extLst xmlns:a="http://schemas.openxmlformats.org/drawingml/2006/main">
              <a:ext uri="{FF2B5EF4-FFF2-40B4-BE49-F238E27FC236}">
                <a16:creationId xmlns:a16="http://schemas.microsoft.com/office/drawing/2014/main" id="{721C0520-6687-4F92-8740-1F5377CFC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6212" y="349113"/>
            <a:ext cx="19230" cy="32223"/>
          </a:xfrm>
          <a:custGeom xmlns:a="http://schemas.openxmlformats.org/drawingml/2006/main"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6" name="Freeform 62">
            <a:extLst xmlns:a="http://schemas.openxmlformats.org/drawingml/2006/main">
              <a:ext uri="{FF2B5EF4-FFF2-40B4-BE49-F238E27FC236}">
                <a16:creationId xmlns:a16="http://schemas.microsoft.com/office/drawing/2014/main" id="{B966971B-53DA-46E3-8382-921DA6903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8753" y="711368"/>
            <a:ext cx="23907" cy="31184"/>
          </a:xfrm>
          <a:custGeom xmlns:a="http://schemas.openxmlformats.org/drawingml/2006/main"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7" name="Freeform 71">
            <a:extLst xmlns:a="http://schemas.openxmlformats.org/drawingml/2006/main">
              <a:ext uri="{FF2B5EF4-FFF2-40B4-BE49-F238E27FC236}">
                <a16:creationId xmlns:a16="http://schemas.microsoft.com/office/drawing/2014/main" id="{80B575B4-6591-466E-B3EF-5E8A77FC1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0023" y="401606"/>
            <a:ext cx="301445" cy="300925"/>
          </a:xfrm>
          <a:custGeom xmlns:a="http://schemas.openxmlformats.org/drawingml/2006/main"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6" name="标题 1">
            <a:extLst xmlns:a="http://schemas.openxmlformats.org/drawingml/2006/main">
              <a:ext uri="{FF2B5EF4-FFF2-40B4-BE49-F238E27FC236}">
                <a16:creationId xmlns:a16="http://schemas.microsoft.com/office/drawing/2014/main" id="{A5DCAD4E-EC7C-49A9-93E5-1A3AF2678B20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42913" y="243569"/>
            <a:ext cx="9056851" cy="61751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400" b="1" kern="1200" baseline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/>
        </p:txBody>
      </p:sp>
      <p:sp>
        <p:nvSpPr>
          <p:cNvPr id="178" name="直接连接符 177">
            <a:extLst xmlns:a="http://schemas.openxmlformats.org/drawingml/2006/main">
              <a:ext uri="{FF2B5EF4-FFF2-40B4-BE49-F238E27FC236}">
                <a16:creationId xmlns:a16="http://schemas.microsoft.com/office/drawing/2014/main" id="{99B340B4-1CB0-496A-B3B8-EF4F7B361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06" y="867990"/>
            <a:ext cx="2433027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6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79" name="直接连接符 178">
            <a:extLst xmlns:a="http://schemas.openxmlformats.org/drawingml/2006/main">
              <a:ext uri="{FF2B5EF4-FFF2-40B4-BE49-F238E27FC236}">
                <a16:creationId xmlns:a16="http://schemas.microsoft.com/office/drawing/2014/main" id="{11064C1A-4857-499D-9F5D-C35109930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06" y="867990"/>
            <a:ext cx="589713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1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4395C137-7209-44D1-AED3-9724B4448A7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9005791" y="6394353"/>
            <a:ext cx="2743200" cy="2921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3" name="文本框 62">
            <a:extLst xmlns:a="http://schemas.openxmlformats.org/drawingml/2006/main">
              <a:ext uri="{FF2B5EF4-FFF2-40B4-BE49-F238E27FC236}">
                <a16:creationId xmlns:a16="http://schemas.microsoft.com/office/drawing/2014/main" id="{4ED31B8E-8A9C-4A5C-B35B-E2995DED9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3" y="6394353"/>
            <a:ext cx="1545907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" name="图片占位符 1">
            <a:extLst xmlns:a="http://schemas.openxmlformats.org/drawingml/2006/main">
              <a:ext uri="{FF2B5EF4-FFF2-40B4-BE49-F238E27FC236}">
                <a16:creationId xmlns:a16="http://schemas.microsoft.com/office/drawing/2014/main" id="{7F798B7E-4631-4A59-B342-96A28B0057AC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977935" y="1396022"/>
            <a:ext cx="1960330" cy="1957820"/>
          </a:xfr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>
              <a:buNone/>
              <a:defRPr sz="2000"/>
            </a:lvl1pPr>
          </a:lstStyle>
          <a:p xmlns:a="http://schemas.openxmlformats.org/drawingml/2006/main">
            <a:pPr lvl="0" algn="ctr">
              <a:buNone/>
            </a:pP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07073D7A-DE6B-4FB2-8E42-FD091B8C1596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3741006" y="1396022"/>
            <a:ext cx="1951941" cy="19578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>
              <a:buNone/>
              <a:defRPr sz="2000"/>
            </a:lvl1pPr>
          </a:lstStyle>
          <a:p xmlns:a="http://schemas.openxmlformats.org/drawingml/2006/main">
            <a:pPr lvl="0" algn="ctr">
              <a:buNone/>
            </a:pPr>
          </a:p>
        </p:txBody>
      </p:sp>
      <p:sp>
        <p:nvSpPr>
          <p:cNvPr id="4" name="图片占位符 3">
            <a:extLst xmlns:a="http://schemas.openxmlformats.org/drawingml/2006/main">
              <a:ext uri="{FF2B5EF4-FFF2-40B4-BE49-F238E27FC236}">
                <a16:creationId xmlns:a16="http://schemas.microsoft.com/office/drawing/2014/main" id="{576FDB6C-9A49-4AAA-9E3F-FFFA7DE2A6BF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6495686" y="1396022"/>
            <a:ext cx="1957818" cy="19578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>
              <a:buNone/>
              <a:defRPr sz="2000"/>
            </a:lvl1pPr>
          </a:lstStyle>
          <a:p xmlns:a="http://schemas.openxmlformats.org/drawingml/2006/main">
            <a:pPr lvl="0" algn="ctr">
              <a:buNone/>
            </a:pPr>
          </a:p>
        </p:txBody>
      </p:sp>
      <p:sp>
        <p:nvSpPr>
          <p:cNvPr id="5" name="图片占位符 4">
            <a:extLst xmlns:a="http://schemas.openxmlformats.org/drawingml/2006/main">
              <a:ext uri="{FF2B5EF4-FFF2-40B4-BE49-F238E27FC236}">
                <a16:creationId xmlns:a16="http://schemas.microsoft.com/office/drawing/2014/main" id="{CD866CA4-4F4A-4DC9-ADA1-770CE8710789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9256243" y="1396022"/>
            <a:ext cx="1957820" cy="19578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>
              <a:buNone/>
              <a:defRPr sz="2000"/>
            </a:lvl1pPr>
          </a:lstStyle>
          <a:p xmlns:a="http://schemas.openxmlformats.org/drawingml/2006/main">
            <a:pPr lvl="0" algn="ctr">
              <a:buNone/>
            </a:pPr>
          </a:p>
        </p:txBody>
      </p:sp>
    </p:spTree>
  </p:cSld>
</p:sldLayout>
</file>

<file path=ppt/slideLayouts/slideLayout38.xml><?xml version="1.0" encoding="utf-8"?>
<p:sldLayout xmlns:p="http://schemas.openxmlformats.org/presentationml/2006/main" preserve="1" userDrawn="1">
  <p:cSld name="图片占位6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0" name="Freeform 17">
            <a:extLst xmlns:a="http://schemas.openxmlformats.org/drawingml/2006/main">
              <a:ext uri="{FF2B5EF4-FFF2-40B4-BE49-F238E27FC236}">
                <a16:creationId xmlns:a16="http://schemas.microsoft.com/office/drawing/2014/main" id="{8564650A-60E9-44C9-B1D0-4EE48771E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8081" y="688617"/>
            <a:ext cx="64437" cy="68999"/>
          </a:xfrm>
          <a:custGeom xmlns:a="http://schemas.openxmlformats.org/drawingml/2006/main">
            <a:gdLst>
              <a:gd name="T0" fmla="*/ 34 w 127"/>
              <a:gd name="T1" fmla="*/ 71 h 136"/>
              <a:gd name="T2" fmla="*/ 34 w 127"/>
              <a:gd name="T3" fmla="*/ 81 h 136"/>
              <a:gd name="T4" fmla="*/ 34 w 127"/>
              <a:gd name="T5" fmla="*/ 114 h 136"/>
              <a:gd name="T6" fmla="*/ 35 w 127"/>
              <a:gd name="T7" fmla="*/ 122 h 136"/>
              <a:gd name="T8" fmla="*/ 40 w 127"/>
              <a:gd name="T9" fmla="*/ 127 h 136"/>
              <a:gd name="T10" fmla="*/ 49 w 127"/>
              <a:gd name="T11" fmla="*/ 128 h 136"/>
              <a:gd name="T12" fmla="*/ 49 w 127"/>
              <a:gd name="T13" fmla="*/ 135 h 136"/>
              <a:gd name="T14" fmla="*/ 1 w 127"/>
              <a:gd name="T15" fmla="*/ 135 h 136"/>
              <a:gd name="T16" fmla="*/ 0 w 127"/>
              <a:gd name="T17" fmla="*/ 132 h 136"/>
              <a:gd name="T18" fmla="*/ 0 w 127"/>
              <a:gd name="T19" fmla="*/ 128 h 136"/>
              <a:gd name="T20" fmla="*/ 9 w 127"/>
              <a:gd name="T21" fmla="*/ 127 h 136"/>
              <a:gd name="T22" fmla="*/ 16 w 127"/>
              <a:gd name="T23" fmla="*/ 120 h 136"/>
              <a:gd name="T24" fmla="*/ 17 w 127"/>
              <a:gd name="T25" fmla="*/ 111 h 136"/>
              <a:gd name="T26" fmla="*/ 17 w 127"/>
              <a:gd name="T27" fmla="*/ 22 h 136"/>
              <a:gd name="T28" fmla="*/ 16 w 127"/>
              <a:gd name="T29" fmla="*/ 15 h 136"/>
              <a:gd name="T30" fmla="*/ 9 w 127"/>
              <a:gd name="T31" fmla="*/ 9 h 136"/>
              <a:gd name="T32" fmla="*/ 0 w 127"/>
              <a:gd name="T33" fmla="*/ 8 h 136"/>
              <a:gd name="T34" fmla="*/ 0 w 127"/>
              <a:gd name="T35" fmla="*/ 1 h 136"/>
              <a:gd name="T36" fmla="*/ 4 w 127"/>
              <a:gd name="T37" fmla="*/ 0 h 136"/>
              <a:gd name="T38" fmla="*/ 71 w 127"/>
              <a:gd name="T39" fmla="*/ 0 h 136"/>
              <a:gd name="T40" fmla="*/ 94 w 127"/>
              <a:gd name="T41" fmla="*/ 4 h 136"/>
              <a:gd name="T42" fmla="*/ 116 w 127"/>
              <a:gd name="T43" fmla="*/ 32 h 136"/>
              <a:gd name="T44" fmla="*/ 97 w 127"/>
              <a:gd name="T45" fmla="*/ 66 h 136"/>
              <a:gd name="T46" fmla="*/ 80 w 127"/>
              <a:gd name="T47" fmla="*/ 70 h 136"/>
              <a:gd name="T48" fmla="*/ 71 w 127"/>
              <a:gd name="T49" fmla="*/ 71 h 136"/>
              <a:gd name="T50" fmla="*/ 73 w 127"/>
              <a:gd name="T51" fmla="*/ 75 h 136"/>
              <a:gd name="T52" fmla="*/ 104 w 127"/>
              <a:gd name="T53" fmla="*/ 114 h 136"/>
              <a:gd name="T54" fmla="*/ 105 w 127"/>
              <a:gd name="T55" fmla="*/ 116 h 136"/>
              <a:gd name="T56" fmla="*/ 127 w 127"/>
              <a:gd name="T57" fmla="*/ 128 h 136"/>
              <a:gd name="T58" fmla="*/ 127 w 127"/>
              <a:gd name="T59" fmla="*/ 135 h 136"/>
              <a:gd name="T60" fmla="*/ 116 w 127"/>
              <a:gd name="T61" fmla="*/ 135 h 136"/>
              <a:gd name="T62" fmla="*/ 102 w 127"/>
              <a:gd name="T63" fmla="*/ 136 h 136"/>
              <a:gd name="T64" fmla="*/ 96 w 127"/>
              <a:gd name="T65" fmla="*/ 132 h 136"/>
              <a:gd name="T66" fmla="*/ 59 w 127"/>
              <a:gd name="T67" fmla="*/ 82 h 136"/>
              <a:gd name="T68" fmla="*/ 52 w 127"/>
              <a:gd name="T69" fmla="*/ 73 h 136"/>
              <a:gd name="T70" fmla="*/ 49 w 127"/>
              <a:gd name="T71" fmla="*/ 71 h 136"/>
              <a:gd name="T72" fmla="*/ 34 w 127"/>
              <a:gd name="T73" fmla="*/ 71 h 136"/>
              <a:gd name="T74" fmla="*/ 34 w 127"/>
              <a:gd name="T75" fmla="*/ 61 h 136"/>
              <a:gd name="T76" fmla="*/ 36 w 127"/>
              <a:gd name="T77" fmla="*/ 62 h 136"/>
              <a:gd name="T78" fmla="*/ 66 w 127"/>
              <a:gd name="T79" fmla="*/ 62 h 136"/>
              <a:gd name="T80" fmla="*/ 82 w 127"/>
              <a:gd name="T81" fmla="*/ 59 h 136"/>
              <a:gd name="T82" fmla="*/ 96 w 127"/>
              <a:gd name="T83" fmla="*/ 44 h 136"/>
              <a:gd name="T84" fmla="*/ 96 w 127"/>
              <a:gd name="T85" fmla="*/ 29 h 136"/>
              <a:gd name="T86" fmla="*/ 81 w 127"/>
              <a:gd name="T87" fmla="*/ 12 h 136"/>
              <a:gd name="T88" fmla="*/ 70 w 127"/>
              <a:gd name="T89" fmla="*/ 11 h 136"/>
              <a:gd name="T90" fmla="*/ 37 w 127"/>
              <a:gd name="T91" fmla="*/ 11 h 136"/>
              <a:gd name="T92" fmla="*/ 34 w 127"/>
              <a:gd name="T93" fmla="*/ 11 h 136"/>
              <a:gd name="T94" fmla="*/ 34 w 127"/>
              <a:gd name="T95" fmla="*/ 61 h 136"/>
            </a:gdLst>
            <a:rect l="0" t="0" r="r" b="b"/>
            <a:pathLst>
              <a:path w="127" h="136">
                <a:moveTo>
                  <a:pt x="34" y="71"/>
                </a:moveTo>
                <a:cubicBezTo>
                  <a:pt x="34" y="75"/>
                  <a:pt x="34" y="78"/>
                  <a:pt x="34" y="81"/>
                </a:cubicBezTo>
                <a:cubicBezTo>
                  <a:pt x="34" y="92"/>
                  <a:pt x="34" y="103"/>
                  <a:pt x="34" y="114"/>
                </a:cubicBezTo>
                <a:cubicBezTo>
                  <a:pt x="34" y="117"/>
                  <a:pt x="34" y="119"/>
                  <a:pt x="35" y="122"/>
                </a:cubicBezTo>
                <a:cubicBezTo>
                  <a:pt x="35" y="125"/>
                  <a:pt x="37" y="127"/>
                  <a:pt x="40" y="127"/>
                </a:cubicBezTo>
                <a:cubicBezTo>
                  <a:pt x="43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1" y="135"/>
                </a:cubicBezTo>
                <a:cubicBezTo>
                  <a:pt x="0" y="134"/>
                  <a:pt x="0" y="133"/>
                  <a:pt x="0" y="132"/>
                </a:cubicBezTo>
                <a:cubicBezTo>
                  <a:pt x="0" y="131"/>
                  <a:pt x="0" y="130"/>
                  <a:pt x="0" y="128"/>
                </a:cubicBezTo>
                <a:cubicBezTo>
                  <a:pt x="3" y="128"/>
                  <a:pt x="6" y="128"/>
                  <a:pt x="9" y="127"/>
                </a:cubicBezTo>
                <a:cubicBezTo>
                  <a:pt x="14" y="126"/>
                  <a:pt x="15" y="125"/>
                  <a:pt x="16" y="120"/>
                </a:cubicBezTo>
                <a:cubicBezTo>
                  <a:pt x="16" y="117"/>
                  <a:pt x="17" y="114"/>
                  <a:pt x="17" y="111"/>
                </a:cubicBezTo>
                <a:cubicBezTo>
                  <a:pt x="17" y="81"/>
                  <a:pt x="17" y="52"/>
                  <a:pt x="17" y="22"/>
                </a:cubicBezTo>
                <a:cubicBezTo>
                  <a:pt x="17" y="20"/>
                  <a:pt x="16" y="17"/>
                  <a:pt x="16" y="15"/>
                </a:cubicBezTo>
                <a:cubicBezTo>
                  <a:pt x="15" y="11"/>
                  <a:pt x="13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2" y="1"/>
                  <a:pt x="3" y="0"/>
                  <a:pt x="4" y="0"/>
                </a:cubicBezTo>
                <a:cubicBezTo>
                  <a:pt x="26" y="0"/>
                  <a:pt x="49" y="0"/>
                  <a:pt x="71" y="0"/>
                </a:cubicBezTo>
                <a:cubicBezTo>
                  <a:pt x="79" y="0"/>
                  <a:pt x="86" y="1"/>
                  <a:pt x="94" y="4"/>
                </a:cubicBezTo>
                <a:cubicBezTo>
                  <a:pt x="108" y="9"/>
                  <a:pt x="115" y="18"/>
                  <a:pt x="116" y="32"/>
                </a:cubicBezTo>
                <a:cubicBezTo>
                  <a:pt x="117" y="48"/>
                  <a:pt x="110" y="60"/>
                  <a:pt x="97" y="66"/>
                </a:cubicBezTo>
                <a:cubicBezTo>
                  <a:pt x="91" y="68"/>
                  <a:pt x="86" y="70"/>
                  <a:pt x="80" y="70"/>
                </a:cubicBezTo>
                <a:cubicBezTo>
                  <a:pt x="77" y="70"/>
                  <a:pt x="74" y="71"/>
                  <a:pt x="71" y="71"/>
                </a:cubicBezTo>
                <a:cubicBezTo>
                  <a:pt x="72" y="73"/>
                  <a:pt x="73" y="74"/>
                  <a:pt x="73" y="75"/>
                </a:cubicBezTo>
                <a:cubicBezTo>
                  <a:pt x="84" y="88"/>
                  <a:pt x="94" y="101"/>
                  <a:pt x="104" y="114"/>
                </a:cubicBezTo>
                <a:cubicBezTo>
                  <a:pt x="105" y="115"/>
                  <a:pt x="105" y="115"/>
                  <a:pt x="105" y="116"/>
                </a:cubicBezTo>
                <a:cubicBezTo>
                  <a:pt x="111" y="122"/>
                  <a:pt x="117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24" y="135"/>
                  <a:pt x="120" y="135"/>
                  <a:pt x="116" y="135"/>
                </a:cubicBezTo>
                <a:cubicBezTo>
                  <a:pt x="111" y="135"/>
                  <a:pt x="107" y="135"/>
                  <a:pt x="102" y="136"/>
                </a:cubicBezTo>
                <a:cubicBezTo>
                  <a:pt x="99" y="136"/>
                  <a:pt x="97" y="134"/>
                  <a:pt x="96" y="132"/>
                </a:cubicBezTo>
                <a:cubicBezTo>
                  <a:pt x="83" y="115"/>
                  <a:pt x="71" y="99"/>
                  <a:pt x="59" y="82"/>
                </a:cubicBezTo>
                <a:cubicBezTo>
                  <a:pt x="57" y="79"/>
                  <a:pt x="54" y="76"/>
                  <a:pt x="52" y="73"/>
                </a:cubicBezTo>
                <a:cubicBezTo>
                  <a:pt x="51" y="72"/>
                  <a:pt x="50" y="71"/>
                  <a:pt x="49" y="71"/>
                </a:cubicBezTo>
                <a:cubicBezTo>
                  <a:pt x="44" y="71"/>
                  <a:pt x="39" y="71"/>
                  <a:pt x="34" y="71"/>
                </a:cubicBezTo>
                <a:close/>
                <a:moveTo>
                  <a:pt x="34" y="61"/>
                </a:moveTo>
                <a:cubicBezTo>
                  <a:pt x="35" y="62"/>
                  <a:pt x="36" y="62"/>
                  <a:pt x="36" y="62"/>
                </a:cubicBezTo>
                <a:cubicBezTo>
                  <a:pt x="46" y="62"/>
                  <a:pt x="56" y="62"/>
                  <a:pt x="66" y="62"/>
                </a:cubicBezTo>
                <a:cubicBezTo>
                  <a:pt x="72" y="61"/>
                  <a:pt x="77" y="60"/>
                  <a:pt x="82" y="59"/>
                </a:cubicBezTo>
                <a:cubicBezTo>
                  <a:pt x="90" y="56"/>
                  <a:pt x="94" y="51"/>
                  <a:pt x="96" y="44"/>
                </a:cubicBezTo>
                <a:cubicBezTo>
                  <a:pt x="96" y="39"/>
                  <a:pt x="97" y="34"/>
                  <a:pt x="96" y="29"/>
                </a:cubicBezTo>
                <a:cubicBezTo>
                  <a:pt x="95" y="20"/>
                  <a:pt x="90" y="15"/>
                  <a:pt x="81" y="12"/>
                </a:cubicBezTo>
                <a:cubicBezTo>
                  <a:pt x="77" y="11"/>
                  <a:pt x="74" y="11"/>
                  <a:pt x="70" y="11"/>
                </a:cubicBezTo>
                <a:cubicBezTo>
                  <a:pt x="59" y="10"/>
                  <a:pt x="48" y="11"/>
                  <a:pt x="37" y="11"/>
                </a:cubicBezTo>
                <a:cubicBezTo>
                  <a:pt x="36" y="11"/>
                  <a:pt x="35" y="11"/>
                  <a:pt x="34" y="11"/>
                </a:cubicBezTo>
                <a:cubicBezTo>
                  <a:pt x="34" y="28"/>
                  <a:pt x="34" y="44"/>
                  <a:pt x="34" y="61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1" name="Freeform 18">
            <a:extLst xmlns:a="http://schemas.openxmlformats.org/drawingml/2006/main">
              <a:ext uri="{FF2B5EF4-FFF2-40B4-BE49-F238E27FC236}">
                <a16:creationId xmlns:a16="http://schemas.microsoft.com/office/drawing/2014/main" id="{AFAB1276-B0D2-467A-B55B-8F70DE8FD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3581" y="688617"/>
            <a:ext cx="64437" cy="68429"/>
          </a:xfrm>
          <a:custGeom xmlns:a="http://schemas.openxmlformats.org/drawingml/2006/main">
            <a:gdLst>
              <a:gd name="T0" fmla="*/ 50 w 127"/>
              <a:gd name="T1" fmla="*/ 70 h 135"/>
              <a:gd name="T2" fmla="*/ 34 w 127"/>
              <a:gd name="T3" fmla="*/ 87 h 135"/>
              <a:gd name="T4" fmla="*/ 33 w 127"/>
              <a:gd name="T5" fmla="*/ 90 h 135"/>
              <a:gd name="T6" fmla="*/ 33 w 127"/>
              <a:gd name="T7" fmla="*/ 116 h 135"/>
              <a:gd name="T8" fmla="*/ 34 w 127"/>
              <a:gd name="T9" fmla="*/ 120 h 135"/>
              <a:gd name="T10" fmla="*/ 41 w 127"/>
              <a:gd name="T11" fmla="*/ 127 h 135"/>
              <a:gd name="T12" fmla="*/ 49 w 127"/>
              <a:gd name="T13" fmla="*/ 128 h 135"/>
              <a:gd name="T14" fmla="*/ 49 w 127"/>
              <a:gd name="T15" fmla="*/ 135 h 135"/>
              <a:gd name="T16" fmla="*/ 0 w 127"/>
              <a:gd name="T17" fmla="*/ 135 h 135"/>
              <a:gd name="T18" fmla="*/ 0 w 127"/>
              <a:gd name="T19" fmla="*/ 128 h 135"/>
              <a:gd name="T20" fmla="*/ 7 w 127"/>
              <a:gd name="T21" fmla="*/ 128 h 135"/>
              <a:gd name="T22" fmla="*/ 16 w 127"/>
              <a:gd name="T23" fmla="*/ 118 h 135"/>
              <a:gd name="T24" fmla="*/ 16 w 127"/>
              <a:gd name="T25" fmla="*/ 111 h 135"/>
              <a:gd name="T26" fmla="*/ 16 w 127"/>
              <a:gd name="T27" fmla="*/ 24 h 135"/>
              <a:gd name="T28" fmla="*/ 16 w 127"/>
              <a:gd name="T29" fmla="*/ 16 h 135"/>
              <a:gd name="T30" fmla="*/ 8 w 127"/>
              <a:gd name="T31" fmla="*/ 9 h 135"/>
              <a:gd name="T32" fmla="*/ 0 w 127"/>
              <a:gd name="T33" fmla="*/ 8 h 135"/>
              <a:gd name="T34" fmla="*/ 0 w 127"/>
              <a:gd name="T35" fmla="*/ 1 h 135"/>
              <a:gd name="T36" fmla="*/ 49 w 127"/>
              <a:gd name="T37" fmla="*/ 1 h 135"/>
              <a:gd name="T38" fmla="*/ 50 w 127"/>
              <a:gd name="T39" fmla="*/ 8 h 135"/>
              <a:gd name="T40" fmla="*/ 41 w 127"/>
              <a:gd name="T41" fmla="*/ 9 h 135"/>
              <a:gd name="T42" fmla="*/ 34 w 127"/>
              <a:gd name="T43" fmla="*/ 16 h 135"/>
              <a:gd name="T44" fmla="*/ 33 w 127"/>
              <a:gd name="T45" fmla="*/ 23 h 135"/>
              <a:gd name="T46" fmla="*/ 33 w 127"/>
              <a:gd name="T47" fmla="*/ 70 h 135"/>
              <a:gd name="T48" fmla="*/ 33 w 127"/>
              <a:gd name="T49" fmla="*/ 73 h 135"/>
              <a:gd name="T50" fmla="*/ 36 w 127"/>
              <a:gd name="T51" fmla="*/ 71 h 135"/>
              <a:gd name="T52" fmla="*/ 83 w 127"/>
              <a:gd name="T53" fmla="*/ 19 h 135"/>
              <a:gd name="T54" fmla="*/ 86 w 127"/>
              <a:gd name="T55" fmla="*/ 14 h 135"/>
              <a:gd name="T56" fmla="*/ 84 w 127"/>
              <a:gd name="T57" fmla="*/ 9 h 135"/>
              <a:gd name="T58" fmla="*/ 76 w 127"/>
              <a:gd name="T59" fmla="*/ 8 h 135"/>
              <a:gd name="T60" fmla="*/ 76 w 127"/>
              <a:gd name="T61" fmla="*/ 1 h 135"/>
              <a:gd name="T62" fmla="*/ 122 w 127"/>
              <a:gd name="T63" fmla="*/ 1 h 135"/>
              <a:gd name="T64" fmla="*/ 122 w 127"/>
              <a:gd name="T65" fmla="*/ 8 h 135"/>
              <a:gd name="T66" fmla="*/ 118 w 127"/>
              <a:gd name="T67" fmla="*/ 8 h 135"/>
              <a:gd name="T68" fmla="*/ 99 w 127"/>
              <a:gd name="T69" fmla="*/ 18 h 135"/>
              <a:gd name="T70" fmla="*/ 77 w 127"/>
              <a:gd name="T71" fmla="*/ 41 h 135"/>
              <a:gd name="T72" fmla="*/ 62 w 127"/>
              <a:gd name="T73" fmla="*/ 57 h 135"/>
              <a:gd name="T74" fmla="*/ 64 w 127"/>
              <a:gd name="T75" fmla="*/ 61 h 135"/>
              <a:gd name="T76" fmla="*/ 102 w 127"/>
              <a:gd name="T77" fmla="*/ 113 h 135"/>
              <a:gd name="T78" fmla="*/ 108 w 127"/>
              <a:gd name="T79" fmla="*/ 120 h 135"/>
              <a:gd name="T80" fmla="*/ 123 w 127"/>
              <a:gd name="T81" fmla="*/ 127 h 135"/>
              <a:gd name="T82" fmla="*/ 127 w 127"/>
              <a:gd name="T83" fmla="*/ 128 h 135"/>
              <a:gd name="T84" fmla="*/ 127 w 127"/>
              <a:gd name="T85" fmla="*/ 135 h 135"/>
              <a:gd name="T86" fmla="*/ 73 w 127"/>
              <a:gd name="T87" fmla="*/ 135 h 135"/>
              <a:gd name="T88" fmla="*/ 73 w 127"/>
              <a:gd name="T89" fmla="*/ 128 h 135"/>
              <a:gd name="T90" fmla="*/ 80 w 127"/>
              <a:gd name="T91" fmla="*/ 127 h 135"/>
              <a:gd name="T92" fmla="*/ 84 w 127"/>
              <a:gd name="T93" fmla="*/ 120 h 135"/>
              <a:gd name="T94" fmla="*/ 82 w 127"/>
              <a:gd name="T95" fmla="*/ 115 h 135"/>
              <a:gd name="T96" fmla="*/ 51 w 127"/>
              <a:gd name="T97" fmla="*/ 72 h 135"/>
              <a:gd name="T98" fmla="*/ 50 w 127"/>
              <a:gd name="T99" fmla="*/ 70 h 135"/>
            </a:gdLst>
            <a:rect l="0" t="0" r="r" b="b"/>
            <a:pathLst>
              <a:path w="127" h="135">
                <a:moveTo>
                  <a:pt x="50" y="70"/>
                </a:moveTo>
                <a:cubicBezTo>
                  <a:pt x="44" y="76"/>
                  <a:pt x="39" y="81"/>
                  <a:pt x="34" y="87"/>
                </a:cubicBezTo>
                <a:cubicBezTo>
                  <a:pt x="33" y="88"/>
                  <a:pt x="33" y="89"/>
                  <a:pt x="33" y="90"/>
                </a:cubicBezTo>
                <a:cubicBezTo>
                  <a:pt x="33" y="99"/>
                  <a:pt x="33" y="107"/>
                  <a:pt x="33" y="116"/>
                </a:cubicBezTo>
                <a:cubicBezTo>
                  <a:pt x="33" y="117"/>
                  <a:pt x="33" y="118"/>
                  <a:pt x="34" y="120"/>
                </a:cubicBezTo>
                <a:cubicBezTo>
                  <a:pt x="35" y="125"/>
                  <a:pt x="36" y="126"/>
                  <a:pt x="41" y="127"/>
                </a:cubicBezTo>
                <a:cubicBezTo>
                  <a:pt x="44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7" y="128"/>
                </a:cubicBezTo>
                <a:cubicBezTo>
                  <a:pt x="14" y="127"/>
                  <a:pt x="16" y="125"/>
                  <a:pt x="16" y="118"/>
                </a:cubicBezTo>
                <a:cubicBezTo>
                  <a:pt x="16" y="115"/>
                  <a:pt x="16" y="113"/>
                  <a:pt x="16" y="111"/>
                </a:cubicBezTo>
                <a:cubicBezTo>
                  <a:pt x="16" y="82"/>
                  <a:pt x="16" y="53"/>
                  <a:pt x="16" y="24"/>
                </a:cubicBezTo>
                <a:cubicBezTo>
                  <a:pt x="16" y="21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5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4" y="0"/>
                  <a:pt x="40" y="0"/>
                  <a:pt x="49" y="1"/>
                </a:cubicBezTo>
                <a:cubicBezTo>
                  <a:pt x="49" y="3"/>
                  <a:pt x="50" y="5"/>
                  <a:pt x="50" y="8"/>
                </a:cubicBezTo>
                <a:cubicBezTo>
                  <a:pt x="47" y="8"/>
                  <a:pt x="44" y="8"/>
                  <a:pt x="41" y="9"/>
                </a:cubicBezTo>
                <a:cubicBezTo>
                  <a:pt x="37" y="9"/>
                  <a:pt x="34" y="11"/>
                  <a:pt x="34" y="16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39"/>
                  <a:pt x="33" y="54"/>
                  <a:pt x="33" y="70"/>
                </a:cubicBezTo>
                <a:cubicBezTo>
                  <a:pt x="33" y="71"/>
                  <a:pt x="33" y="72"/>
                  <a:pt x="33" y="73"/>
                </a:cubicBezTo>
                <a:cubicBezTo>
                  <a:pt x="35" y="72"/>
                  <a:pt x="36" y="72"/>
                  <a:pt x="36" y="71"/>
                </a:cubicBezTo>
                <a:cubicBezTo>
                  <a:pt x="52" y="54"/>
                  <a:pt x="67" y="37"/>
                  <a:pt x="83" y="19"/>
                </a:cubicBezTo>
                <a:cubicBezTo>
                  <a:pt x="84" y="18"/>
                  <a:pt x="85" y="16"/>
                  <a:pt x="86" y="14"/>
                </a:cubicBezTo>
                <a:cubicBezTo>
                  <a:pt x="88" y="12"/>
                  <a:pt x="87" y="10"/>
                  <a:pt x="84" y="9"/>
                </a:cubicBezTo>
                <a:cubicBezTo>
                  <a:pt x="81" y="8"/>
                  <a:pt x="79" y="8"/>
                  <a:pt x="76" y="8"/>
                </a:cubicBezTo>
                <a:cubicBezTo>
                  <a:pt x="76" y="5"/>
                  <a:pt x="76" y="3"/>
                  <a:pt x="76" y="1"/>
                </a:cubicBezTo>
                <a:cubicBezTo>
                  <a:pt x="79" y="0"/>
                  <a:pt x="114" y="0"/>
                  <a:pt x="122" y="1"/>
                </a:cubicBezTo>
                <a:cubicBezTo>
                  <a:pt x="122" y="3"/>
                  <a:pt x="122" y="5"/>
                  <a:pt x="122" y="8"/>
                </a:cubicBezTo>
                <a:cubicBezTo>
                  <a:pt x="121" y="8"/>
                  <a:pt x="120" y="8"/>
                  <a:pt x="118" y="8"/>
                </a:cubicBezTo>
                <a:cubicBezTo>
                  <a:pt x="111" y="9"/>
                  <a:pt x="104" y="12"/>
                  <a:pt x="99" y="18"/>
                </a:cubicBezTo>
                <a:cubicBezTo>
                  <a:pt x="92" y="25"/>
                  <a:pt x="85" y="33"/>
                  <a:pt x="77" y="41"/>
                </a:cubicBezTo>
                <a:cubicBezTo>
                  <a:pt x="72" y="46"/>
                  <a:pt x="67" y="52"/>
                  <a:pt x="62" y="57"/>
                </a:cubicBezTo>
                <a:cubicBezTo>
                  <a:pt x="63" y="58"/>
                  <a:pt x="64" y="59"/>
                  <a:pt x="64" y="61"/>
                </a:cubicBezTo>
                <a:cubicBezTo>
                  <a:pt x="77" y="78"/>
                  <a:pt x="90" y="95"/>
                  <a:pt x="102" y="113"/>
                </a:cubicBezTo>
                <a:cubicBezTo>
                  <a:pt x="104" y="115"/>
                  <a:pt x="106" y="118"/>
                  <a:pt x="108" y="120"/>
                </a:cubicBezTo>
                <a:cubicBezTo>
                  <a:pt x="112" y="124"/>
                  <a:pt x="117" y="127"/>
                  <a:pt x="123" y="127"/>
                </a:cubicBezTo>
                <a:cubicBezTo>
                  <a:pt x="124" y="128"/>
                  <a:pt x="125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09" y="135"/>
                  <a:pt x="91" y="135"/>
                  <a:pt x="73" y="135"/>
                </a:cubicBezTo>
                <a:cubicBezTo>
                  <a:pt x="73" y="133"/>
                  <a:pt x="73" y="131"/>
                  <a:pt x="73" y="128"/>
                </a:cubicBezTo>
                <a:cubicBezTo>
                  <a:pt x="75" y="128"/>
                  <a:pt x="78" y="128"/>
                  <a:pt x="80" y="127"/>
                </a:cubicBezTo>
                <a:cubicBezTo>
                  <a:pt x="85" y="127"/>
                  <a:pt x="86" y="125"/>
                  <a:pt x="84" y="120"/>
                </a:cubicBezTo>
                <a:cubicBezTo>
                  <a:pt x="84" y="118"/>
                  <a:pt x="83" y="117"/>
                  <a:pt x="82" y="115"/>
                </a:cubicBezTo>
                <a:cubicBezTo>
                  <a:pt x="72" y="101"/>
                  <a:pt x="61" y="86"/>
                  <a:pt x="51" y="72"/>
                </a:cubicBezTo>
                <a:cubicBezTo>
                  <a:pt x="51" y="71"/>
                  <a:pt x="50" y="71"/>
                  <a:pt x="50" y="7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2" name="Freeform 19">
            <a:extLst xmlns:a="http://schemas.openxmlformats.org/drawingml/2006/main">
              <a:ext uri="{FF2B5EF4-FFF2-40B4-BE49-F238E27FC236}">
                <a16:creationId xmlns:a16="http://schemas.microsoft.com/office/drawing/2014/main" id="{D2489DAB-7BFC-4967-85B4-AB087B7D0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9719" y="688617"/>
            <a:ext cx="63867" cy="68429"/>
          </a:xfrm>
          <a:custGeom xmlns:a="http://schemas.openxmlformats.org/drawingml/2006/main">
            <a:gdLst>
              <a:gd name="T0" fmla="*/ 28 w 126"/>
              <a:gd name="T1" fmla="*/ 16 h 135"/>
              <a:gd name="T2" fmla="*/ 28 w 126"/>
              <a:gd name="T3" fmla="*/ 20 h 135"/>
              <a:gd name="T4" fmla="*/ 28 w 126"/>
              <a:gd name="T5" fmla="*/ 109 h 135"/>
              <a:gd name="T6" fmla="*/ 28 w 126"/>
              <a:gd name="T7" fmla="*/ 119 h 135"/>
              <a:gd name="T8" fmla="*/ 37 w 126"/>
              <a:gd name="T9" fmla="*/ 127 h 135"/>
              <a:gd name="T10" fmla="*/ 44 w 126"/>
              <a:gd name="T11" fmla="*/ 128 h 135"/>
              <a:gd name="T12" fmla="*/ 44 w 126"/>
              <a:gd name="T13" fmla="*/ 135 h 135"/>
              <a:gd name="T14" fmla="*/ 0 w 126"/>
              <a:gd name="T15" fmla="*/ 135 h 135"/>
              <a:gd name="T16" fmla="*/ 0 w 126"/>
              <a:gd name="T17" fmla="*/ 128 h 135"/>
              <a:gd name="T18" fmla="*/ 8 w 126"/>
              <a:gd name="T19" fmla="*/ 127 h 135"/>
              <a:gd name="T20" fmla="*/ 16 w 126"/>
              <a:gd name="T21" fmla="*/ 120 h 135"/>
              <a:gd name="T22" fmla="*/ 16 w 126"/>
              <a:gd name="T23" fmla="*/ 113 h 135"/>
              <a:gd name="T24" fmla="*/ 16 w 126"/>
              <a:gd name="T25" fmla="*/ 19 h 135"/>
              <a:gd name="T26" fmla="*/ 16 w 126"/>
              <a:gd name="T27" fmla="*/ 15 h 135"/>
              <a:gd name="T28" fmla="*/ 9 w 126"/>
              <a:gd name="T29" fmla="*/ 9 h 135"/>
              <a:gd name="T30" fmla="*/ 5 w 126"/>
              <a:gd name="T31" fmla="*/ 8 h 135"/>
              <a:gd name="T32" fmla="*/ 1 w 126"/>
              <a:gd name="T33" fmla="*/ 8 h 135"/>
              <a:gd name="T34" fmla="*/ 1 w 126"/>
              <a:gd name="T35" fmla="*/ 1 h 135"/>
              <a:gd name="T36" fmla="*/ 40 w 126"/>
              <a:gd name="T37" fmla="*/ 1 h 135"/>
              <a:gd name="T38" fmla="*/ 98 w 126"/>
              <a:gd name="T39" fmla="*/ 100 h 135"/>
              <a:gd name="T40" fmla="*/ 99 w 126"/>
              <a:gd name="T41" fmla="*/ 100 h 135"/>
              <a:gd name="T42" fmla="*/ 99 w 126"/>
              <a:gd name="T43" fmla="*/ 96 h 135"/>
              <a:gd name="T44" fmla="*/ 99 w 126"/>
              <a:gd name="T45" fmla="*/ 24 h 135"/>
              <a:gd name="T46" fmla="*/ 98 w 126"/>
              <a:gd name="T47" fmla="*/ 16 h 135"/>
              <a:gd name="T48" fmla="*/ 90 w 126"/>
              <a:gd name="T49" fmla="*/ 9 h 135"/>
              <a:gd name="T50" fmla="*/ 83 w 126"/>
              <a:gd name="T51" fmla="*/ 8 h 135"/>
              <a:gd name="T52" fmla="*/ 83 w 126"/>
              <a:gd name="T53" fmla="*/ 1 h 135"/>
              <a:gd name="T54" fmla="*/ 126 w 126"/>
              <a:gd name="T55" fmla="*/ 1 h 135"/>
              <a:gd name="T56" fmla="*/ 126 w 126"/>
              <a:gd name="T57" fmla="*/ 8 h 135"/>
              <a:gd name="T58" fmla="*/ 119 w 126"/>
              <a:gd name="T59" fmla="*/ 9 h 135"/>
              <a:gd name="T60" fmla="*/ 111 w 126"/>
              <a:gd name="T61" fmla="*/ 16 h 135"/>
              <a:gd name="T62" fmla="*/ 110 w 126"/>
              <a:gd name="T63" fmla="*/ 27 h 135"/>
              <a:gd name="T64" fmla="*/ 110 w 126"/>
              <a:gd name="T65" fmla="*/ 129 h 135"/>
              <a:gd name="T66" fmla="*/ 110 w 126"/>
              <a:gd name="T67" fmla="*/ 135 h 135"/>
              <a:gd name="T68" fmla="*/ 99 w 126"/>
              <a:gd name="T69" fmla="*/ 135 h 135"/>
              <a:gd name="T70" fmla="*/ 29 w 126"/>
              <a:gd name="T71" fmla="*/ 15 h 135"/>
              <a:gd name="T72" fmla="*/ 28 w 126"/>
              <a:gd name="T73" fmla="*/ 16 h 135"/>
            </a:gdLst>
            <a:rect l="0" t="0" r="r" b="b"/>
            <a:pathLst>
              <a:path w="126" h="135">
                <a:moveTo>
                  <a:pt x="28" y="16"/>
                </a:moveTo>
                <a:cubicBezTo>
                  <a:pt x="28" y="17"/>
                  <a:pt x="28" y="19"/>
                  <a:pt x="28" y="20"/>
                </a:cubicBezTo>
                <a:cubicBezTo>
                  <a:pt x="28" y="50"/>
                  <a:pt x="28" y="79"/>
                  <a:pt x="28" y="109"/>
                </a:cubicBezTo>
                <a:cubicBezTo>
                  <a:pt x="28" y="112"/>
                  <a:pt x="28" y="115"/>
                  <a:pt x="28" y="119"/>
                </a:cubicBezTo>
                <a:cubicBezTo>
                  <a:pt x="29" y="124"/>
                  <a:pt x="31" y="126"/>
                  <a:pt x="37" y="127"/>
                </a:cubicBezTo>
                <a:cubicBezTo>
                  <a:pt x="39" y="127"/>
                  <a:pt x="41" y="128"/>
                  <a:pt x="44" y="128"/>
                </a:cubicBezTo>
                <a:cubicBezTo>
                  <a:pt x="44" y="130"/>
                  <a:pt x="44" y="133"/>
                  <a:pt x="44" y="135"/>
                </a:cubicBezTo>
                <a:cubicBezTo>
                  <a:pt x="29" y="135"/>
                  <a:pt x="15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5" y="127"/>
                  <a:pt x="8" y="127"/>
                </a:cubicBezTo>
                <a:cubicBezTo>
                  <a:pt x="12" y="127"/>
                  <a:pt x="15" y="124"/>
                  <a:pt x="16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0"/>
                  <a:pt x="16" y="19"/>
                </a:cubicBezTo>
                <a:cubicBezTo>
                  <a:pt x="16" y="18"/>
                  <a:pt x="16" y="17"/>
                  <a:pt x="16" y="15"/>
                </a:cubicBezTo>
                <a:cubicBezTo>
                  <a:pt x="16" y="11"/>
                  <a:pt x="14" y="9"/>
                  <a:pt x="9" y="9"/>
                </a:cubicBezTo>
                <a:cubicBezTo>
                  <a:pt x="8" y="8"/>
                  <a:pt x="7" y="8"/>
                  <a:pt x="5" y="8"/>
                </a:cubicBezTo>
                <a:cubicBezTo>
                  <a:pt x="4" y="8"/>
                  <a:pt x="2" y="8"/>
                  <a:pt x="1" y="8"/>
                </a:cubicBezTo>
                <a:cubicBezTo>
                  <a:pt x="1" y="5"/>
                  <a:pt x="1" y="3"/>
                  <a:pt x="1" y="1"/>
                </a:cubicBezTo>
                <a:cubicBezTo>
                  <a:pt x="14" y="1"/>
                  <a:pt x="27" y="1"/>
                  <a:pt x="40" y="1"/>
                </a:cubicBezTo>
                <a:cubicBezTo>
                  <a:pt x="59" y="34"/>
                  <a:pt x="79" y="67"/>
                  <a:pt x="98" y="100"/>
                </a:cubicBezTo>
                <a:cubicBezTo>
                  <a:pt x="98" y="100"/>
                  <a:pt x="99" y="100"/>
                  <a:pt x="99" y="100"/>
                </a:cubicBezTo>
                <a:cubicBezTo>
                  <a:pt x="99" y="99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1"/>
                  <a:pt x="99" y="19"/>
                  <a:pt x="98" y="16"/>
                </a:cubicBezTo>
                <a:cubicBezTo>
                  <a:pt x="97" y="12"/>
                  <a:pt x="94" y="9"/>
                  <a:pt x="90" y="9"/>
                </a:cubicBezTo>
                <a:cubicBezTo>
                  <a:pt x="88" y="8"/>
                  <a:pt x="86" y="8"/>
                  <a:pt x="83" y="8"/>
                </a:cubicBezTo>
                <a:cubicBezTo>
                  <a:pt x="83" y="5"/>
                  <a:pt x="83" y="3"/>
                  <a:pt x="83" y="1"/>
                </a:cubicBezTo>
                <a:cubicBezTo>
                  <a:pt x="87" y="0"/>
                  <a:pt x="115" y="0"/>
                  <a:pt x="126" y="1"/>
                </a:cubicBezTo>
                <a:cubicBezTo>
                  <a:pt x="126" y="3"/>
                  <a:pt x="126" y="5"/>
                  <a:pt x="126" y="8"/>
                </a:cubicBezTo>
                <a:cubicBezTo>
                  <a:pt x="124" y="8"/>
                  <a:pt x="122" y="8"/>
                  <a:pt x="119" y="9"/>
                </a:cubicBezTo>
                <a:cubicBezTo>
                  <a:pt x="115" y="9"/>
                  <a:pt x="112" y="12"/>
                  <a:pt x="111" y="16"/>
                </a:cubicBezTo>
                <a:cubicBezTo>
                  <a:pt x="111" y="20"/>
                  <a:pt x="110" y="23"/>
                  <a:pt x="110" y="27"/>
                </a:cubicBezTo>
                <a:cubicBezTo>
                  <a:pt x="110" y="61"/>
                  <a:pt x="110" y="95"/>
                  <a:pt x="110" y="129"/>
                </a:cubicBezTo>
                <a:cubicBezTo>
                  <a:pt x="110" y="131"/>
                  <a:pt x="110" y="133"/>
                  <a:pt x="110" y="135"/>
                </a:cubicBezTo>
                <a:cubicBezTo>
                  <a:pt x="106" y="135"/>
                  <a:pt x="103" y="135"/>
                  <a:pt x="99" y="135"/>
                </a:cubicBezTo>
                <a:cubicBezTo>
                  <a:pt x="76" y="95"/>
                  <a:pt x="52" y="55"/>
                  <a:pt x="29" y="15"/>
                </a:cubicBezTo>
                <a:cubicBezTo>
                  <a:pt x="28" y="15"/>
                  <a:pt x="28" y="15"/>
                  <a:pt x="28" y="16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3" name="Freeform 20">
            <a:extLst xmlns:a="http://schemas.openxmlformats.org/drawingml/2006/main">
              <a:ext uri="{FF2B5EF4-FFF2-40B4-BE49-F238E27FC236}">
                <a16:creationId xmlns:a16="http://schemas.microsoft.com/office/drawing/2014/main" id="{5877BFAD-5414-4B2E-BF06-2C0ECA83A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9652" y="688617"/>
            <a:ext cx="62726" cy="68429"/>
          </a:xfrm>
          <a:custGeom xmlns:a="http://schemas.openxmlformats.org/drawingml/2006/main">
            <a:gdLst>
              <a:gd name="T0" fmla="*/ 0 w 124"/>
              <a:gd name="T1" fmla="*/ 8 h 135"/>
              <a:gd name="T2" fmla="*/ 0 w 124"/>
              <a:gd name="T3" fmla="*/ 1 h 135"/>
              <a:gd name="T4" fmla="*/ 105 w 124"/>
              <a:gd name="T5" fmla="*/ 1 h 135"/>
              <a:gd name="T6" fmla="*/ 117 w 124"/>
              <a:gd name="T7" fmla="*/ 35 h 135"/>
              <a:gd name="T8" fmla="*/ 110 w 124"/>
              <a:gd name="T9" fmla="*/ 39 h 135"/>
              <a:gd name="T10" fmla="*/ 107 w 124"/>
              <a:gd name="T11" fmla="*/ 33 h 135"/>
              <a:gd name="T12" fmla="*/ 78 w 124"/>
              <a:gd name="T13" fmla="*/ 11 h 135"/>
              <a:gd name="T14" fmla="*/ 34 w 124"/>
              <a:gd name="T15" fmla="*/ 11 h 135"/>
              <a:gd name="T16" fmla="*/ 34 w 124"/>
              <a:gd name="T17" fmla="*/ 61 h 135"/>
              <a:gd name="T18" fmla="*/ 55 w 124"/>
              <a:gd name="T19" fmla="*/ 60 h 135"/>
              <a:gd name="T20" fmla="*/ 69 w 124"/>
              <a:gd name="T21" fmla="*/ 45 h 135"/>
              <a:gd name="T22" fmla="*/ 70 w 124"/>
              <a:gd name="T23" fmla="*/ 36 h 135"/>
              <a:gd name="T24" fmla="*/ 78 w 124"/>
              <a:gd name="T25" fmla="*/ 36 h 135"/>
              <a:gd name="T26" fmla="*/ 78 w 124"/>
              <a:gd name="T27" fmla="*/ 95 h 135"/>
              <a:gd name="T28" fmla="*/ 74 w 124"/>
              <a:gd name="T29" fmla="*/ 95 h 135"/>
              <a:gd name="T30" fmla="*/ 70 w 124"/>
              <a:gd name="T31" fmla="*/ 95 h 135"/>
              <a:gd name="T32" fmla="*/ 70 w 124"/>
              <a:gd name="T33" fmla="*/ 88 h 135"/>
              <a:gd name="T34" fmla="*/ 68 w 124"/>
              <a:gd name="T35" fmla="*/ 81 h 135"/>
              <a:gd name="T36" fmla="*/ 58 w 124"/>
              <a:gd name="T37" fmla="*/ 71 h 135"/>
              <a:gd name="T38" fmla="*/ 34 w 124"/>
              <a:gd name="T39" fmla="*/ 70 h 135"/>
              <a:gd name="T40" fmla="*/ 33 w 124"/>
              <a:gd name="T41" fmla="*/ 74 h 135"/>
              <a:gd name="T42" fmla="*/ 33 w 124"/>
              <a:gd name="T43" fmla="*/ 115 h 135"/>
              <a:gd name="T44" fmla="*/ 43 w 124"/>
              <a:gd name="T45" fmla="*/ 125 h 135"/>
              <a:gd name="T46" fmla="*/ 69 w 124"/>
              <a:gd name="T47" fmla="*/ 125 h 135"/>
              <a:gd name="T48" fmla="*/ 112 w 124"/>
              <a:gd name="T49" fmla="*/ 97 h 135"/>
              <a:gd name="T50" fmla="*/ 115 w 124"/>
              <a:gd name="T51" fmla="*/ 90 h 135"/>
              <a:gd name="T52" fmla="*/ 124 w 124"/>
              <a:gd name="T53" fmla="*/ 93 h 135"/>
              <a:gd name="T54" fmla="*/ 109 w 124"/>
              <a:gd name="T55" fmla="*/ 135 h 135"/>
              <a:gd name="T56" fmla="*/ 0 w 124"/>
              <a:gd name="T57" fmla="*/ 135 h 135"/>
              <a:gd name="T58" fmla="*/ 0 w 124"/>
              <a:gd name="T59" fmla="*/ 128 h 135"/>
              <a:gd name="T60" fmla="*/ 8 w 124"/>
              <a:gd name="T61" fmla="*/ 127 h 135"/>
              <a:gd name="T62" fmla="*/ 15 w 124"/>
              <a:gd name="T63" fmla="*/ 120 h 135"/>
              <a:gd name="T64" fmla="*/ 16 w 124"/>
              <a:gd name="T65" fmla="*/ 113 h 135"/>
              <a:gd name="T66" fmla="*/ 16 w 124"/>
              <a:gd name="T67" fmla="*/ 21 h 135"/>
              <a:gd name="T68" fmla="*/ 16 w 124"/>
              <a:gd name="T69" fmla="*/ 16 h 135"/>
              <a:gd name="T70" fmla="*/ 8 w 124"/>
              <a:gd name="T71" fmla="*/ 9 h 135"/>
              <a:gd name="T72" fmla="*/ 4 w 124"/>
              <a:gd name="T73" fmla="*/ 8 h 135"/>
              <a:gd name="T74" fmla="*/ 0 w 124"/>
              <a:gd name="T75" fmla="*/ 8 h 135"/>
            </a:gdLst>
            <a:rect l="0" t="0" r="r" b="b"/>
            <a:pathLst>
              <a:path w="124" h="135">
                <a:moveTo>
                  <a:pt x="0" y="8"/>
                </a:moveTo>
                <a:cubicBezTo>
                  <a:pt x="0" y="5"/>
                  <a:pt x="0" y="3"/>
                  <a:pt x="0" y="1"/>
                </a:cubicBezTo>
                <a:cubicBezTo>
                  <a:pt x="3" y="0"/>
                  <a:pt x="98" y="0"/>
                  <a:pt x="105" y="1"/>
                </a:cubicBezTo>
                <a:cubicBezTo>
                  <a:pt x="109" y="12"/>
                  <a:pt x="113" y="24"/>
                  <a:pt x="117" y="35"/>
                </a:cubicBezTo>
                <a:cubicBezTo>
                  <a:pt x="115" y="37"/>
                  <a:pt x="112" y="38"/>
                  <a:pt x="110" y="39"/>
                </a:cubicBezTo>
                <a:cubicBezTo>
                  <a:pt x="109" y="36"/>
                  <a:pt x="108" y="35"/>
                  <a:pt x="107" y="33"/>
                </a:cubicBezTo>
                <a:cubicBezTo>
                  <a:pt x="101" y="20"/>
                  <a:pt x="92" y="13"/>
                  <a:pt x="78" y="11"/>
                </a:cubicBezTo>
                <a:cubicBezTo>
                  <a:pt x="63" y="10"/>
                  <a:pt x="48" y="11"/>
                  <a:pt x="34" y="11"/>
                </a:cubicBezTo>
                <a:cubicBezTo>
                  <a:pt x="33" y="15"/>
                  <a:pt x="33" y="55"/>
                  <a:pt x="34" y="61"/>
                </a:cubicBezTo>
                <a:cubicBezTo>
                  <a:pt x="41" y="61"/>
                  <a:pt x="48" y="61"/>
                  <a:pt x="55" y="60"/>
                </a:cubicBezTo>
                <a:cubicBezTo>
                  <a:pt x="64" y="59"/>
                  <a:pt x="68" y="54"/>
                  <a:pt x="69" y="45"/>
                </a:cubicBezTo>
                <a:cubicBezTo>
                  <a:pt x="70" y="42"/>
                  <a:pt x="70" y="39"/>
                  <a:pt x="70" y="36"/>
                </a:cubicBezTo>
                <a:cubicBezTo>
                  <a:pt x="73" y="36"/>
                  <a:pt x="75" y="36"/>
                  <a:pt x="78" y="36"/>
                </a:cubicBezTo>
                <a:cubicBezTo>
                  <a:pt x="78" y="56"/>
                  <a:pt x="78" y="75"/>
                  <a:pt x="78" y="95"/>
                </a:cubicBezTo>
                <a:cubicBezTo>
                  <a:pt x="77" y="95"/>
                  <a:pt x="76" y="95"/>
                  <a:pt x="74" y="95"/>
                </a:cubicBezTo>
                <a:cubicBezTo>
                  <a:pt x="73" y="95"/>
                  <a:pt x="72" y="95"/>
                  <a:pt x="70" y="95"/>
                </a:cubicBezTo>
                <a:cubicBezTo>
                  <a:pt x="70" y="93"/>
                  <a:pt x="70" y="90"/>
                  <a:pt x="70" y="88"/>
                </a:cubicBezTo>
                <a:cubicBezTo>
                  <a:pt x="69" y="86"/>
                  <a:pt x="69" y="83"/>
                  <a:pt x="68" y="81"/>
                </a:cubicBezTo>
                <a:cubicBezTo>
                  <a:pt x="67" y="75"/>
                  <a:pt x="64" y="72"/>
                  <a:pt x="58" y="71"/>
                </a:cubicBezTo>
                <a:cubicBezTo>
                  <a:pt x="50" y="69"/>
                  <a:pt x="42" y="70"/>
                  <a:pt x="34" y="70"/>
                </a:cubicBezTo>
                <a:cubicBezTo>
                  <a:pt x="33" y="72"/>
                  <a:pt x="33" y="73"/>
                  <a:pt x="33" y="74"/>
                </a:cubicBezTo>
                <a:cubicBezTo>
                  <a:pt x="33" y="88"/>
                  <a:pt x="33" y="102"/>
                  <a:pt x="33" y="115"/>
                </a:cubicBezTo>
                <a:cubicBezTo>
                  <a:pt x="33" y="124"/>
                  <a:pt x="34" y="125"/>
                  <a:pt x="43" y="125"/>
                </a:cubicBezTo>
                <a:cubicBezTo>
                  <a:pt x="52" y="125"/>
                  <a:pt x="60" y="125"/>
                  <a:pt x="69" y="125"/>
                </a:cubicBezTo>
                <a:cubicBezTo>
                  <a:pt x="89" y="125"/>
                  <a:pt x="104" y="115"/>
                  <a:pt x="112" y="97"/>
                </a:cubicBezTo>
                <a:cubicBezTo>
                  <a:pt x="113" y="95"/>
                  <a:pt x="114" y="93"/>
                  <a:pt x="115" y="90"/>
                </a:cubicBezTo>
                <a:cubicBezTo>
                  <a:pt x="118" y="91"/>
                  <a:pt x="121" y="92"/>
                  <a:pt x="124" y="93"/>
                </a:cubicBezTo>
                <a:cubicBezTo>
                  <a:pt x="119" y="108"/>
                  <a:pt x="114" y="121"/>
                  <a:pt x="109" y="135"/>
                </a:cubicBezTo>
                <a:cubicBezTo>
                  <a:pt x="73" y="135"/>
                  <a:pt x="3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6" y="128"/>
                  <a:pt x="8" y="127"/>
                </a:cubicBezTo>
                <a:cubicBezTo>
                  <a:pt x="13" y="126"/>
                  <a:pt x="15" y="125"/>
                  <a:pt x="15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20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7" y="9"/>
                  <a:pt x="6" y="8"/>
                  <a:pt x="4" y="8"/>
                </a:cubicBezTo>
                <a:cubicBezTo>
                  <a:pt x="3" y="8"/>
                  <a:pt x="2" y="8"/>
                  <a:pt x="0" y="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4" name="Freeform 21">
            <a:extLst xmlns:a="http://schemas.openxmlformats.org/drawingml/2006/main">
              <a:ext uri="{FF2B5EF4-FFF2-40B4-BE49-F238E27FC236}">
                <a16:creationId xmlns:a16="http://schemas.microsoft.com/office/drawing/2014/main" id="{409B8B37-496A-46BA-855E-BC2430F3E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5152" y="689187"/>
            <a:ext cx="62726" cy="67859"/>
          </a:xfrm>
          <a:custGeom xmlns:a="http://schemas.openxmlformats.org/drawingml/2006/main">
            <a:gdLst>
              <a:gd name="T0" fmla="*/ 33 w 123"/>
              <a:gd name="T1" fmla="*/ 60 h 134"/>
              <a:gd name="T2" fmla="*/ 55 w 123"/>
              <a:gd name="T3" fmla="*/ 59 h 134"/>
              <a:gd name="T4" fmla="*/ 68 w 123"/>
              <a:gd name="T5" fmla="*/ 45 h 134"/>
              <a:gd name="T6" fmla="*/ 70 w 123"/>
              <a:gd name="T7" fmla="*/ 35 h 134"/>
              <a:gd name="T8" fmla="*/ 77 w 123"/>
              <a:gd name="T9" fmla="*/ 35 h 134"/>
              <a:gd name="T10" fmla="*/ 77 w 123"/>
              <a:gd name="T11" fmla="*/ 94 h 134"/>
              <a:gd name="T12" fmla="*/ 75 w 123"/>
              <a:gd name="T13" fmla="*/ 94 h 134"/>
              <a:gd name="T14" fmla="*/ 70 w 123"/>
              <a:gd name="T15" fmla="*/ 94 h 134"/>
              <a:gd name="T16" fmla="*/ 69 w 123"/>
              <a:gd name="T17" fmla="*/ 83 h 134"/>
              <a:gd name="T18" fmla="*/ 54 w 123"/>
              <a:gd name="T19" fmla="*/ 69 h 134"/>
              <a:gd name="T20" fmla="*/ 33 w 123"/>
              <a:gd name="T21" fmla="*/ 69 h 134"/>
              <a:gd name="T22" fmla="*/ 33 w 123"/>
              <a:gd name="T23" fmla="*/ 73 h 134"/>
              <a:gd name="T24" fmla="*/ 33 w 123"/>
              <a:gd name="T25" fmla="*/ 114 h 134"/>
              <a:gd name="T26" fmla="*/ 43 w 123"/>
              <a:gd name="T27" fmla="*/ 124 h 134"/>
              <a:gd name="T28" fmla="*/ 68 w 123"/>
              <a:gd name="T29" fmla="*/ 124 h 134"/>
              <a:gd name="T30" fmla="*/ 112 w 123"/>
              <a:gd name="T31" fmla="*/ 96 h 134"/>
              <a:gd name="T32" fmla="*/ 115 w 123"/>
              <a:gd name="T33" fmla="*/ 90 h 134"/>
              <a:gd name="T34" fmla="*/ 115 w 123"/>
              <a:gd name="T35" fmla="*/ 90 h 134"/>
              <a:gd name="T36" fmla="*/ 123 w 123"/>
              <a:gd name="T37" fmla="*/ 92 h 134"/>
              <a:gd name="T38" fmla="*/ 109 w 123"/>
              <a:gd name="T39" fmla="*/ 134 h 134"/>
              <a:gd name="T40" fmla="*/ 0 w 123"/>
              <a:gd name="T41" fmla="*/ 134 h 134"/>
              <a:gd name="T42" fmla="*/ 0 w 123"/>
              <a:gd name="T43" fmla="*/ 127 h 134"/>
              <a:gd name="T44" fmla="*/ 8 w 123"/>
              <a:gd name="T45" fmla="*/ 126 h 134"/>
              <a:gd name="T46" fmla="*/ 15 w 123"/>
              <a:gd name="T47" fmla="*/ 120 h 134"/>
              <a:gd name="T48" fmla="*/ 16 w 123"/>
              <a:gd name="T49" fmla="*/ 113 h 134"/>
              <a:gd name="T50" fmla="*/ 16 w 123"/>
              <a:gd name="T51" fmla="*/ 20 h 134"/>
              <a:gd name="T52" fmla="*/ 5 w 123"/>
              <a:gd name="T53" fmla="*/ 7 h 134"/>
              <a:gd name="T54" fmla="*/ 0 w 123"/>
              <a:gd name="T55" fmla="*/ 7 h 134"/>
              <a:gd name="T56" fmla="*/ 0 w 123"/>
              <a:gd name="T57" fmla="*/ 0 h 134"/>
              <a:gd name="T58" fmla="*/ 105 w 123"/>
              <a:gd name="T59" fmla="*/ 0 h 134"/>
              <a:gd name="T60" fmla="*/ 117 w 123"/>
              <a:gd name="T61" fmla="*/ 35 h 134"/>
              <a:gd name="T62" fmla="*/ 109 w 123"/>
              <a:gd name="T63" fmla="*/ 38 h 134"/>
              <a:gd name="T64" fmla="*/ 107 w 123"/>
              <a:gd name="T65" fmla="*/ 34 h 134"/>
              <a:gd name="T66" fmla="*/ 105 w 123"/>
              <a:gd name="T67" fmla="*/ 29 h 134"/>
              <a:gd name="T68" fmla="*/ 78 w 123"/>
              <a:gd name="T69" fmla="*/ 11 h 134"/>
              <a:gd name="T70" fmla="*/ 42 w 123"/>
              <a:gd name="T71" fmla="*/ 10 h 134"/>
              <a:gd name="T72" fmla="*/ 33 w 123"/>
              <a:gd name="T73" fmla="*/ 10 h 134"/>
              <a:gd name="T74" fmla="*/ 33 w 123"/>
              <a:gd name="T75" fmla="*/ 60 h 134"/>
            </a:gdLst>
            <a:rect l="0" t="0" r="r" b="b"/>
            <a:pathLst>
              <a:path w="123" h="134">
                <a:moveTo>
                  <a:pt x="33" y="60"/>
                </a:moveTo>
                <a:cubicBezTo>
                  <a:pt x="41" y="60"/>
                  <a:pt x="48" y="61"/>
                  <a:pt x="55" y="59"/>
                </a:cubicBezTo>
                <a:cubicBezTo>
                  <a:pt x="63" y="57"/>
                  <a:pt x="67" y="53"/>
                  <a:pt x="68" y="45"/>
                </a:cubicBezTo>
                <a:cubicBezTo>
                  <a:pt x="69" y="42"/>
                  <a:pt x="69" y="39"/>
                  <a:pt x="70" y="35"/>
                </a:cubicBezTo>
                <a:cubicBezTo>
                  <a:pt x="72" y="35"/>
                  <a:pt x="75" y="35"/>
                  <a:pt x="77" y="35"/>
                </a:cubicBezTo>
                <a:cubicBezTo>
                  <a:pt x="77" y="55"/>
                  <a:pt x="77" y="74"/>
                  <a:pt x="77" y="94"/>
                </a:cubicBezTo>
                <a:cubicBezTo>
                  <a:pt x="76" y="94"/>
                  <a:pt x="75" y="94"/>
                  <a:pt x="75" y="94"/>
                </a:cubicBezTo>
                <a:cubicBezTo>
                  <a:pt x="73" y="94"/>
                  <a:pt x="71" y="94"/>
                  <a:pt x="70" y="94"/>
                </a:cubicBezTo>
                <a:cubicBezTo>
                  <a:pt x="69" y="90"/>
                  <a:pt x="69" y="86"/>
                  <a:pt x="69" y="83"/>
                </a:cubicBezTo>
                <a:cubicBezTo>
                  <a:pt x="67" y="74"/>
                  <a:pt x="63" y="70"/>
                  <a:pt x="54" y="69"/>
                </a:cubicBezTo>
                <a:cubicBezTo>
                  <a:pt x="47" y="69"/>
                  <a:pt x="40" y="69"/>
                  <a:pt x="33" y="69"/>
                </a:cubicBezTo>
                <a:cubicBezTo>
                  <a:pt x="33" y="71"/>
                  <a:pt x="33" y="72"/>
                  <a:pt x="33" y="73"/>
                </a:cubicBezTo>
                <a:cubicBezTo>
                  <a:pt x="33" y="87"/>
                  <a:pt x="33" y="101"/>
                  <a:pt x="33" y="114"/>
                </a:cubicBezTo>
                <a:cubicBezTo>
                  <a:pt x="33" y="123"/>
                  <a:pt x="34" y="124"/>
                  <a:pt x="43" y="124"/>
                </a:cubicBezTo>
                <a:cubicBezTo>
                  <a:pt x="51" y="124"/>
                  <a:pt x="60" y="124"/>
                  <a:pt x="68" y="124"/>
                </a:cubicBezTo>
                <a:cubicBezTo>
                  <a:pt x="89" y="124"/>
                  <a:pt x="103" y="114"/>
                  <a:pt x="112" y="96"/>
                </a:cubicBezTo>
                <a:cubicBezTo>
                  <a:pt x="113" y="94"/>
                  <a:pt x="114" y="92"/>
                  <a:pt x="115" y="90"/>
                </a:cubicBezTo>
                <a:cubicBezTo>
                  <a:pt x="115" y="90"/>
                  <a:pt x="115" y="90"/>
                  <a:pt x="115" y="90"/>
                </a:cubicBezTo>
                <a:cubicBezTo>
                  <a:pt x="118" y="90"/>
                  <a:pt x="120" y="91"/>
                  <a:pt x="123" y="92"/>
                </a:cubicBezTo>
                <a:cubicBezTo>
                  <a:pt x="118" y="107"/>
                  <a:pt x="113" y="120"/>
                  <a:pt x="109" y="134"/>
                </a:cubicBezTo>
                <a:cubicBezTo>
                  <a:pt x="72" y="134"/>
                  <a:pt x="3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6"/>
                  <a:pt x="8" y="126"/>
                </a:cubicBezTo>
                <a:cubicBezTo>
                  <a:pt x="12" y="126"/>
                  <a:pt x="14" y="124"/>
                  <a:pt x="15" y="120"/>
                </a:cubicBezTo>
                <a:cubicBezTo>
                  <a:pt x="15" y="118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0"/>
                  <a:pt x="14" y="8"/>
                  <a:pt x="5" y="7"/>
                </a:cubicBezTo>
                <a:cubicBezTo>
                  <a:pt x="3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34" y="0"/>
                  <a:pt x="69" y="0"/>
                  <a:pt x="105" y="0"/>
                </a:cubicBezTo>
                <a:cubicBezTo>
                  <a:pt x="109" y="11"/>
                  <a:pt x="112" y="22"/>
                  <a:pt x="117" y="35"/>
                </a:cubicBezTo>
                <a:cubicBezTo>
                  <a:pt x="114" y="36"/>
                  <a:pt x="112" y="37"/>
                  <a:pt x="109" y="38"/>
                </a:cubicBezTo>
                <a:cubicBezTo>
                  <a:pt x="108" y="36"/>
                  <a:pt x="108" y="35"/>
                  <a:pt x="107" y="34"/>
                </a:cubicBezTo>
                <a:cubicBezTo>
                  <a:pt x="107" y="32"/>
                  <a:pt x="106" y="31"/>
                  <a:pt x="105" y="29"/>
                </a:cubicBezTo>
                <a:cubicBezTo>
                  <a:pt x="100" y="18"/>
                  <a:pt x="90" y="11"/>
                  <a:pt x="78" y="11"/>
                </a:cubicBezTo>
                <a:cubicBezTo>
                  <a:pt x="66" y="10"/>
                  <a:pt x="54" y="10"/>
                  <a:pt x="42" y="10"/>
                </a:cubicBezTo>
                <a:cubicBezTo>
                  <a:pt x="39" y="10"/>
                  <a:pt x="36" y="10"/>
                  <a:pt x="33" y="10"/>
                </a:cubicBezTo>
                <a:cubicBezTo>
                  <a:pt x="33" y="26"/>
                  <a:pt x="33" y="43"/>
                  <a:pt x="33" y="6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5" name="Freeform 22">
            <a:extLst xmlns:a="http://schemas.openxmlformats.org/drawingml/2006/main">
              <a:ext uri="{FF2B5EF4-FFF2-40B4-BE49-F238E27FC236}">
                <a16:creationId xmlns:a16="http://schemas.microsoft.com/office/drawing/2014/main" id="{2D2B21C3-243E-4138-B4EB-E14BF1267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3944" y="689187"/>
            <a:ext cx="63867" cy="67859"/>
          </a:xfrm>
          <a:custGeom xmlns:a="http://schemas.openxmlformats.org/drawingml/2006/main">
            <a:gdLst>
              <a:gd name="T0" fmla="*/ 43 w 126"/>
              <a:gd name="T1" fmla="*/ 134 h 134"/>
              <a:gd name="T2" fmla="*/ 0 w 126"/>
              <a:gd name="T3" fmla="*/ 134 h 134"/>
              <a:gd name="T4" fmla="*/ 0 w 126"/>
              <a:gd name="T5" fmla="*/ 127 h 134"/>
              <a:gd name="T6" fmla="*/ 7 w 126"/>
              <a:gd name="T7" fmla="*/ 126 h 134"/>
              <a:gd name="T8" fmla="*/ 16 w 126"/>
              <a:gd name="T9" fmla="*/ 118 h 134"/>
              <a:gd name="T10" fmla="*/ 16 w 126"/>
              <a:gd name="T11" fmla="*/ 110 h 134"/>
              <a:gd name="T12" fmla="*/ 16 w 126"/>
              <a:gd name="T13" fmla="*/ 18 h 134"/>
              <a:gd name="T14" fmla="*/ 5 w 126"/>
              <a:gd name="T15" fmla="*/ 7 h 134"/>
              <a:gd name="T16" fmla="*/ 0 w 126"/>
              <a:gd name="T17" fmla="*/ 7 h 134"/>
              <a:gd name="T18" fmla="*/ 0 w 126"/>
              <a:gd name="T19" fmla="*/ 0 h 134"/>
              <a:gd name="T20" fmla="*/ 40 w 126"/>
              <a:gd name="T21" fmla="*/ 0 h 134"/>
              <a:gd name="T22" fmla="*/ 98 w 126"/>
              <a:gd name="T23" fmla="*/ 100 h 134"/>
              <a:gd name="T24" fmla="*/ 99 w 126"/>
              <a:gd name="T25" fmla="*/ 96 h 134"/>
              <a:gd name="T26" fmla="*/ 99 w 126"/>
              <a:gd name="T27" fmla="*/ 24 h 134"/>
              <a:gd name="T28" fmla="*/ 98 w 126"/>
              <a:gd name="T29" fmla="*/ 17 h 134"/>
              <a:gd name="T30" fmla="*/ 89 w 126"/>
              <a:gd name="T31" fmla="*/ 7 h 134"/>
              <a:gd name="T32" fmla="*/ 83 w 126"/>
              <a:gd name="T33" fmla="*/ 7 h 134"/>
              <a:gd name="T34" fmla="*/ 83 w 126"/>
              <a:gd name="T35" fmla="*/ 4 h 134"/>
              <a:gd name="T36" fmla="*/ 83 w 126"/>
              <a:gd name="T37" fmla="*/ 0 h 134"/>
              <a:gd name="T38" fmla="*/ 125 w 126"/>
              <a:gd name="T39" fmla="*/ 0 h 134"/>
              <a:gd name="T40" fmla="*/ 126 w 126"/>
              <a:gd name="T41" fmla="*/ 3 h 134"/>
              <a:gd name="T42" fmla="*/ 126 w 126"/>
              <a:gd name="T43" fmla="*/ 7 h 134"/>
              <a:gd name="T44" fmla="*/ 120 w 126"/>
              <a:gd name="T45" fmla="*/ 7 h 134"/>
              <a:gd name="T46" fmla="*/ 110 w 126"/>
              <a:gd name="T47" fmla="*/ 16 h 134"/>
              <a:gd name="T48" fmla="*/ 110 w 126"/>
              <a:gd name="T49" fmla="*/ 26 h 134"/>
              <a:gd name="T50" fmla="*/ 110 w 126"/>
              <a:gd name="T51" fmla="*/ 128 h 134"/>
              <a:gd name="T52" fmla="*/ 110 w 126"/>
              <a:gd name="T53" fmla="*/ 134 h 134"/>
              <a:gd name="T54" fmla="*/ 98 w 126"/>
              <a:gd name="T55" fmla="*/ 134 h 134"/>
              <a:gd name="T56" fmla="*/ 28 w 126"/>
              <a:gd name="T57" fmla="*/ 14 h 134"/>
              <a:gd name="T58" fmla="*/ 28 w 126"/>
              <a:gd name="T59" fmla="*/ 14 h 134"/>
              <a:gd name="T60" fmla="*/ 27 w 126"/>
              <a:gd name="T61" fmla="*/ 17 h 134"/>
              <a:gd name="T62" fmla="*/ 27 w 126"/>
              <a:gd name="T63" fmla="*/ 110 h 134"/>
              <a:gd name="T64" fmla="*/ 28 w 126"/>
              <a:gd name="T65" fmla="*/ 118 h 134"/>
              <a:gd name="T66" fmla="*/ 36 w 126"/>
              <a:gd name="T67" fmla="*/ 126 h 134"/>
              <a:gd name="T68" fmla="*/ 43 w 126"/>
              <a:gd name="T69" fmla="*/ 127 h 134"/>
              <a:gd name="T70" fmla="*/ 43 w 126"/>
              <a:gd name="T71" fmla="*/ 134 h 134"/>
            </a:gdLst>
            <a:rect l="0" t="0" r="r" b="b"/>
            <a:pathLst>
              <a:path w="126" h="134">
                <a:moveTo>
                  <a:pt x="43" y="134"/>
                </a:moveTo>
                <a:cubicBezTo>
                  <a:pt x="29" y="134"/>
                  <a:pt x="14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7"/>
                  <a:pt x="7" y="126"/>
                </a:cubicBezTo>
                <a:cubicBezTo>
                  <a:pt x="13" y="125"/>
                  <a:pt x="15" y="123"/>
                  <a:pt x="16" y="118"/>
                </a:cubicBezTo>
                <a:cubicBezTo>
                  <a:pt x="16" y="115"/>
                  <a:pt x="16" y="113"/>
                  <a:pt x="16" y="110"/>
                </a:cubicBezTo>
                <a:cubicBezTo>
                  <a:pt x="16" y="80"/>
                  <a:pt x="16" y="49"/>
                  <a:pt x="16" y="18"/>
                </a:cubicBezTo>
                <a:cubicBezTo>
                  <a:pt x="16" y="9"/>
                  <a:pt x="14" y="8"/>
                  <a:pt x="5" y="7"/>
                </a:cubicBezTo>
                <a:cubicBezTo>
                  <a:pt x="4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3" y="0"/>
                  <a:pt x="26" y="0"/>
                  <a:pt x="40" y="0"/>
                </a:cubicBezTo>
                <a:cubicBezTo>
                  <a:pt x="59" y="33"/>
                  <a:pt x="78" y="66"/>
                  <a:pt x="98" y="100"/>
                </a:cubicBezTo>
                <a:cubicBezTo>
                  <a:pt x="98" y="98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2"/>
                  <a:pt x="99" y="19"/>
                  <a:pt x="98" y="17"/>
                </a:cubicBezTo>
                <a:cubicBezTo>
                  <a:pt x="97" y="11"/>
                  <a:pt x="95" y="8"/>
                  <a:pt x="89" y="7"/>
                </a:cubicBezTo>
                <a:cubicBezTo>
                  <a:pt x="87" y="7"/>
                  <a:pt x="85" y="7"/>
                  <a:pt x="83" y="7"/>
                </a:cubicBezTo>
                <a:cubicBezTo>
                  <a:pt x="83" y="6"/>
                  <a:pt x="83" y="5"/>
                  <a:pt x="83" y="4"/>
                </a:cubicBezTo>
                <a:cubicBezTo>
                  <a:pt x="83" y="2"/>
                  <a:pt x="83" y="1"/>
                  <a:pt x="83" y="0"/>
                </a:cubicBezTo>
                <a:cubicBezTo>
                  <a:pt x="97" y="0"/>
                  <a:pt x="111" y="0"/>
                  <a:pt x="125" y="0"/>
                </a:cubicBezTo>
                <a:cubicBezTo>
                  <a:pt x="125" y="1"/>
                  <a:pt x="126" y="2"/>
                  <a:pt x="126" y="3"/>
                </a:cubicBezTo>
                <a:cubicBezTo>
                  <a:pt x="126" y="4"/>
                  <a:pt x="126" y="5"/>
                  <a:pt x="126" y="7"/>
                </a:cubicBezTo>
                <a:cubicBezTo>
                  <a:pt x="124" y="7"/>
                  <a:pt x="122" y="7"/>
                  <a:pt x="120" y="7"/>
                </a:cubicBezTo>
                <a:cubicBezTo>
                  <a:pt x="114" y="8"/>
                  <a:pt x="111" y="11"/>
                  <a:pt x="110" y="16"/>
                </a:cubicBezTo>
                <a:cubicBezTo>
                  <a:pt x="110" y="20"/>
                  <a:pt x="110" y="23"/>
                  <a:pt x="110" y="26"/>
                </a:cubicBezTo>
                <a:cubicBezTo>
                  <a:pt x="110" y="60"/>
                  <a:pt x="110" y="94"/>
                  <a:pt x="110" y="128"/>
                </a:cubicBezTo>
                <a:cubicBezTo>
                  <a:pt x="110" y="130"/>
                  <a:pt x="110" y="132"/>
                  <a:pt x="110" y="134"/>
                </a:cubicBezTo>
                <a:cubicBezTo>
                  <a:pt x="106" y="134"/>
                  <a:pt x="102" y="134"/>
                  <a:pt x="98" y="134"/>
                </a:cubicBezTo>
                <a:cubicBezTo>
                  <a:pt x="75" y="94"/>
                  <a:pt x="52" y="54"/>
                  <a:pt x="28" y="14"/>
                </a:cubicBezTo>
                <a:cubicBezTo>
                  <a:pt x="28" y="14"/>
                  <a:pt x="28" y="14"/>
                  <a:pt x="28" y="14"/>
                </a:cubicBezTo>
                <a:cubicBezTo>
                  <a:pt x="27" y="15"/>
                  <a:pt x="27" y="16"/>
                  <a:pt x="27" y="17"/>
                </a:cubicBezTo>
                <a:cubicBezTo>
                  <a:pt x="27" y="48"/>
                  <a:pt x="27" y="79"/>
                  <a:pt x="27" y="110"/>
                </a:cubicBezTo>
                <a:cubicBezTo>
                  <a:pt x="27" y="113"/>
                  <a:pt x="27" y="116"/>
                  <a:pt x="28" y="118"/>
                </a:cubicBezTo>
                <a:cubicBezTo>
                  <a:pt x="29" y="123"/>
                  <a:pt x="31" y="125"/>
                  <a:pt x="36" y="126"/>
                </a:cubicBezTo>
                <a:cubicBezTo>
                  <a:pt x="38" y="126"/>
                  <a:pt x="41" y="127"/>
                  <a:pt x="43" y="127"/>
                </a:cubicBezTo>
                <a:cubicBezTo>
                  <a:pt x="43" y="129"/>
                  <a:pt x="43" y="132"/>
                  <a:pt x="43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6" name="Freeform 23">
            <a:extLst xmlns:a="http://schemas.openxmlformats.org/drawingml/2006/main">
              <a:ext uri="{FF2B5EF4-FFF2-40B4-BE49-F238E27FC236}">
                <a16:creationId xmlns:a16="http://schemas.microsoft.com/office/drawing/2014/main" id="{E5E5DF53-6798-41E0-85A4-D7DEE9FC0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2943" y="686906"/>
            <a:ext cx="70710" cy="72991"/>
          </a:xfrm>
          <a:custGeom xmlns:a="http://schemas.openxmlformats.org/drawingml/2006/main">
            <a:gdLst>
              <a:gd name="T0" fmla="*/ 87 w 139"/>
              <a:gd name="T1" fmla="*/ 79 h 144"/>
              <a:gd name="T2" fmla="*/ 87 w 139"/>
              <a:gd name="T3" fmla="*/ 71 h 144"/>
              <a:gd name="T4" fmla="*/ 139 w 139"/>
              <a:gd name="T5" fmla="*/ 71 h 144"/>
              <a:gd name="T6" fmla="*/ 139 w 139"/>
              <a:gd name="T7" fmla="*/ 79 h 144"/>
              <a:gd name="T8" fmla="*/ 133 w 139"/>
              <a:gd name="T9" fmla="*/ 79 h 144"/>
              <a:gd name="T10" fmla="*/ 124 w 139"/>
              <a:gd name="T11" fmla="*/ 88 h 144"/>
              <a:gd name="T12" fmla="*/ 124 w 139"/>
              <a:gd name="T13" fmla="*/ 95 h 144"/>
              <a:gd name="T14" fmla="*/ 124 w 139"/>
              <a:gd name="T15" fmla="*/ 134 h 144"/>
              <a:gd name="T16" fmla="*/ 124 w 139"/>
              <a:gd name="T17" fmla="*/ 139 h 144"/>
              <a:gd name="T18" fmla="*/ 115 w 139"/>
              <a:gd name="T19" fmla="*/ 139 h 144"/>
              <a:gd name="T20" fmla="*/ 110 w 139"/>
              <a:gd name="T21" fmla="*/ 128 h 144"/>
              <a:gd name="T22" fmla="*/ 105 w 139"/>
              <a:gd name="T23" fmla="*/ 131 h 144"/>
              <a:gd name="T24" fmla="*/ 56 w 139"/>
              <a:gd name="T25" fmla="*/ 141 h 144"/>
              <a:gd name="T26" fmla="*/ 10 w 139"/>
              <a:gd name="T27" fmla="*/ 103 h 144"/>
              <a:gd name="T28" fmla="*/ 15 w 139"/>
              <a:gd name="T29" fmla="*/ 33 h 144"/>
              <a:gd name="T30" fmla="*/ 56 w 139"/>
              <a:gd name="T31" fmla="*/ 3 h 144"/>
              <a:gd name="T32" fmla="*/ 99 w 139"/>
              <a:gd name="T33" fmla="*/ 11 h 144"/>
              <a:gd name="T34" fmla="*/ 102 w 139"/>
              <a:gd name="T35" fmla="*/ 13 h 144"/>
              <a:gd name="T36" fmla="*/ 105 w 139"/>
              <a:gd name="T37" fmla="*/ 5 h 144"/>
              <a:gd name="T38" fmla="*/ 112 w 139"/>
              <a:gd name="T39" fmla="*/ 5 h 144"/>
              <a:gd name="T40" fmla="*/ 122 w 139"/>
              <a:gd name="T41" fmla="*/ 46 h 144"/>
              <a:gd name="T42" fmla="*/ 114 w 139"/>
              <a:gd name="T43" fmla="*/ 49 h 144"/>
              <a:gd name="T44" fmla="*/ 112 w 139"/>
              <a:gd name="T45" fmla="*/ 44 h 144"/>
              <a:gd name="T46" fmla="*/ 100 w 139"/>
              <a:gd name="T47" fmla="*/ 25 h 144"/>
              <a:gd name="T48" fmla="*/ 42 w 139"/>
              <a:gd name="T49" fmla="*/ 23 h 144"/>
              <a:gd name="T50" fmla="*/ 24 w 139"/>
              <a:gd name="T51" fmla="*/ 62 h 144"/>
              <a:gd name="T52" fmla="*/ 34 w 139"/>
              <a:gd name="T53" fmla="*/ 109 h 144"/>
              <a:gd name="T54" fmla="*/ 77 w 139"/>
              <a:gd name="T55" fmla="*/ 131 h 144"/>
              <a:gd name="T56" fmla="*/ 101 w 139"/>
              <a:gd name="T57" fmla="*/ 120 h 144"/>
              <a:gd name="T58" fmla="*/ 106 w 139"/>
              <a:gd name="T59" fmla="*/ 109 h 144"/>
              <a:gd name="T60" fmla="*/ 106 w 139"/>
              <a:gd name="T61" fmla="*/ 90 h 144"/>
              <a:gd name="T62" fmla="*/ 96 w 139"/>
              <a:gd name="T63" fmla="*/ 79 h 144"/>
              <a:gd name="T64" fmla="*/ 87 w 139"/>
              <a:gd name="T65" fmla="*/ 79 h 144"/>
            </a:gdLst>
            <a:rect l="0" t="0" r="r" b="b"/>
            <a:pathLst>
              <a:path w="139" h="144">
                <a:moveTo>
                  <a:pt x="87" y="79"/>
                </a:moveTo>
                <a:cubicBezTo>
                  <a:pt x="87" y="76"/>
                  <a:pt x="87" y="74"/>
                  <a:pt x="87" y="71"/>
                </a:cubicBezTo>
                <a:cubicBezTo>
                  <a:pt x="105" y="71"/>
                  <a:pt x="122" y="71"/>
                  <a:pt x="139" y="71"/>
                </a:cubicBezTo>
                <a:cubicBezTo>
                  <a:pt x="139" y="74"/>
                  <a:pt x="139" y="76"/>
                  <a:pt x="139" y="79"/>
                </a:cubicBezTo>
                <a:cubicBezTo>
                  <a:pt x="137" y="79"/>
                  <a:pt x="135" y="79"/>
                  <a:pt x="133" y="79"/>
                </a:cubicBezTo>
                <a:cubicBezTo>
                  <a:pt x="127" y="79"/>
                  <a:pt x="125" y="81"/>
                  <a:pt x="124" y="88"/>
                </a:cubicBezTo>
                <a:cubicBezTo>
                  <a:pt x="124" y="90"/>
                  <a:pt x="124" y="93"/>
                  <a:pt x="124" y="95"/>
                </a:cubicBezTo>
                <a:cubicBezTo>
                  <a:pt x="124" y="108"/>
                  <a:pt x="124" y="121"/>
                  <a:pt x="124" y="134"/>
                </a:cubicBezTo>
                <a:cubicBezTo>
                  <a:pt x="124" y="135"/>
                  <a:pt x="124" y="137"/>
                  <a:pt x="124" y="139"/>
                </a:cubicBezTo>
                <a:cubicBezTo>
                  <a:pt x="121" y="139"/>
                  <a:pt x="118" y="139"/>
                  <a:pt x="115" y="139"/>
                </a:cubicBezTo>
                <a:cubicBezTo>
                  <a:pt x="113" y="136"/>
                  <a:pt x="112" y="132"/>
                  <a:pt x="110" y="128"/>
                </a:cubicBezTo>
                <a:cubicBezTo>
                  <a:pt x="108" y="129"/>
                  <a:pt x="107" y="130"/>
                  <a:pt x="105" y="131"/>
                </a:cubicBezTo>
                <a:cubicBezTo>
                  <a:pt x="90" y="140"/>
                  <a:pt x="74" y="144"/>
                  <a:pt x="56" y="141"/>
                </a:cubicBezTo>
                <a:cubicBezTo>
                  <a:pt x="34" y="137"/>
                  <a:pt x="18" y="124"/>
                  <a:pt x="10" y="103"/>
                </a:cubicBezTo>
                <a:cubicBezTo>
                  <a:pt x="0" y="79"/>
                  <a:pt x="1" y="55"/>
                  <a:pt x="15" y="33"/>
                </a:cubicBezTo>
                <a:cubicBezTo>
                  <a:pt x="24" y="17"/>
                  <a:pt x="38" y="6"/>
                  <a:pt x="56" y="3"/>
                </a:cubicBezTo>
                <a:cubicBezTo>
                  <a:pt x="71" y="0"/>
                  <a:pt x="86" y="2"/>
                  <a:pt x="99" y="11"/>
                </a:cubicBezTo>
                <a:cubicBezTo>
                  <a:pt x="100" y="12"/>
                  <a:pt x="101" y="12"/>
                  <a:pt x="102" y="13"/>
                </a:cubicBezTo>
                <a:cubicBezTo>
                  <a:pt x="103" y="10"/>
                  <a:pt x="104" y="7"/>
                  <a:pt x="105" y="5"/>
                </a:cubicBezTo>
                <a:cubicBezTo>
                  <a:pt x="107" y="5"/>
                  <a:pt x="109" y="5"/>
                  <a:pt x="112" y="5"/>
                </a:cubicBezTo>
                <a:cubicBezTo>
                  <a:pt x="115" y="18"/>
                  <a:pt x="119" y="32"/>
                  <a:pt x="122" y="46"/>
                </a:cubicBezTo>
                <a:cubicBezTo>
                  <a:pt x="120" y="47"/>
                  <a:pt x="117" y="48"/>
                  <a:pt x="114" y="49"/>
                </a:cubicBezTo>
                <a:cubicBezTo>
                  <a:pt x="114" y="47"/>
                  <a:pt x="113" y="45"/>
                  <a:pt x="112" y="44"/>
                </a:cubicBezTo>
                <a:cubicBezTo>
                  <a:pt x="109" y="37"/>
                  <a:pt x="105" y="30"/>
                  <a:pt x="100" y="25"/>
                </a:cubicBezTo>
                <a:cubicBezTo>
                  <a:pt x="84" y="8"/>
                  <a:pt x="59" y="7"/>
                  <a:pt x="42" y="23"/>
                </a:cubicBezTo>
                <a:cubicBezTo>
                  <a:pt x="31" y="34"/>
                  <a:pt x="25" y="47"/>
                  <a:pt x="24" y="62"/>
                </a:cubicBezTo>
                <a:cubicBezTo>
                  <a:pt x="22" y="79"/>
                  <a:pt x="25" y="95"/>
                  <a:pt x="34" y="109"/>
                </a:cubicBezTo>
                <a:cubicBezTo>
                  <a:pt x="44" y="125"/>
                  <a:pt x="59" y="132"/>
                  <a:pt x="77" y="131"/>
                </a:cubicBezTo>
                <a:cubicBezTo>
                  <a:pt x="86" y="130"/>
                  <a:pt x="94" y="127"/>
                  <a:pt x="101" y="120"/>
                </a:cubicBezTo>
                <a:cubicBezTo>
                  <a:pt x="104" y="117"/>
                  <a:pt x="106" y="114"/>
                  <a:pt x="106" y="109"/>
                </a:cubicBezTo>
                <a:cubicBezTo>
                  <a:pt x="106" y="103"/>
                  <a:pt x="107" y="96"/>
                  <a:pt x="106" y="90"/>
                </a:cubicBezTo>
                <a:cubicBezTo>
                  <a:pt x="106" y="82"/>
                  <a:pt x="104" y="81"/>
                  <a:pt x="96" y="79"/>
                </a:cubicBezTo>
                <a:cubicBezTo>
                  <a:pt x="94" y="79"/>
                  <a:pt x="91" y="79"/>
                  <a:pt x="87" y="79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7" name="Freeform 25">
            <a:extLst xmlns:a="http://schemas.openxmlformats.org/drawingml/2006/main">
              <a:ext uri="{FF2B5EF4-FFF2-40B4-BE49-F238E27FC236}">
                <a16:creationId xmlns:a16="http://schemas.microsoft.com/office/drawing/2014/main" id="{233984BA-B6A6-4AFF-A24B-849820D64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081" y="688046"/>
            <a:ext cx="57594" cy="70710"/>
          </a:xfrm>
          <a:custGeom xmlns:a="http://schemas.openxmlformats.org/drawingml/2006/main">
            <a:gdLst>
              <a:gd name="T0" fmla="*/ 103 w 113"/>
              <a:gd name="T1" fmla="*/ 44 h 140"/>
              <a:gd name="T2" fmla="*/ 95 w 113"/>
              <a:gd name="T3" fmla="*/ 46 h 140"/>
              <a:gd name="T4" fmla="*/ 92 w 113"/>
              <a:gd name="T5" fmla="*/ 41 h 140"/>
              <a:gd name="T6" fmla="*/ 72 w 113"/>
              <a:gd name="T7" fmla="*/ 18 h 140"/>
              <a:gd name="T8" fmla="*/ 38 w 113"/>
              <a:gd name="T9" fmla="*/ 12 h 140"/>
              <a:gd name="T10" fmla="*/ 25 w 113"/>
              <a:gd name="T11" fmla="*/ 19 h 140"/>
              <a:gd name="T12" fmla="*/ 26 w 113"/>
              <a:gd name="T13" fmla="*/ 44 h 140"/>
              <a:gd name="T14" fmla="*/ 42 w 113"/>
              <a:gd name="T15" fmla="*/ 53 h 140"/>
              <a:gd name="T16" fmla="*/ 70 w 113"/>
              <a:gd name="T17" fmla="*/ 62 h 140"/>
              <a:gd name="T18" fmla="*/ 90 w 113"/>
              <a:gd name="T19" fmla="*/ 70 h 140"/>
              <a:gd name="T20" fmla="*/ 97 w 113"/>
              <a:gd name="T21" fmla="*/ 125 h 140"/>
              <a:gd name="T22" fmla="*/ 56 w 113"/>
              <a:gd name="T23" fmla="*/ 140 h 140"/>
              <a:gd name="T24" fmla="*/ 25 w 113"/>
              <a:gd name="T25" fmla="*/ 128 h 140"/>
              <a:gd name="T26" fmla="*/ 21 w 113"/>
              <a:gd name="T27" fmla="*/ 125 h 140"/>
              <a:gd name="T28" fmla="*/ 16 w 113"/>
              <a:gd name="T29" fmla="*/ 137 h 140"/>
              <a:gd name="T30" fmla="*/ 10 w 113"/>
              <a:gd name="T31" fmla="*/ 137 h 140"/>
              <a:gd name="T32" fmla="*/ 1 w 113"/>
              <a:gd name="T33" fmla="*/ 89 h 140"/>
              <a:gd name="T34" fmla="*/ 10 w 113"/>
              <a:gd name="T35" fmla="*/ 87 h 140"/>
              <a:gd name="T36" fmla="*/ 13 w 113"/>
              <a:gd name="T37" fmla="*/ 95 h 140"/>
              <a:gd name="T38" fmla="*/ 36 w 113"/>
              <a:gd name="T39" fmla="*/ 122 h 140"/>
              <a:gd name="T40" fmla="*/ 69 w 113"/>
              <a:gd name="T41" fmla="*/ 128 h 140"/>
              <a:gd name="T42" fmla="*/ 85 w 113"/>
              <a:gd name="T43" fmla="*/ 119 h 140"/>
              <a:gd name="T44" fmla="*/ 81 w 113"/>
              <a:gd name="T45" fmla="*/ 86 h 140"/>
              <a:gd name="T46" fmla="*/ 63 w 113"/>
              <a:gd name="T47" fmla="*/ 79 h 140"/>
              <a:gd name="T48" fmla="*/ 38 w 113"/>
              <a:gd name="T49" fmla="*/ 71 h 140"/>
              <a:gd name="T50" fmla="*/ 19 w 113"/>
              <a:gd name="T51" fmla="*/ 62 h 140"/>
              <a:gd name="T52" fmla="*/ 15 w 113"/>
              <a:gd name="T53" fmla="*/ 13 h 140"/>
              <a:gd name="T54" fmla="*/ 51 w 113"/>
              <a:gd name="T55" fmla="*/ 0 h 140"/>
              <a:gd name="T56" fmla="*/ 81 w 113"/>
              <a:gd name="T57" fmla="*/ 10 h 140"/>
              <a:gd name="T58" fmla="*/ 82 w 113"/>
              <a:gd name="T59" fmla="*/ 11 h 140"/>
              <a:gd name="T60" fmla="*/ 83 w 113"/>
              <a:gd name="T61" fmla="*/ 11 h 140"/>
              <a:gd name="T62" fmla="*/ 87 w 113"/>
              <a:gd name="T63" fmla="*/ 2 h 140"/>
              <a:gd name="T64" fmla="*/ 93 w 113"/>
              <a:gd name="T65" fmla="*/ 2 h 140"/>
              <a:gd name="T66" fmla="*/ 103 w 113"/>
              <a:gd name="T67" fmla="*/ 44 h 140"/>
            </a:gdLst>
            <a:rect l="0" t="0" r="r" b="b"/>
            <a:pathLst>
              <a:path w="113" h="140">
                <a:moveTo>
                  <a:pt x="103" y="44"/>
                </a:moveTo>
                <a:cubicBezTo>
                  <a:pt x="100" y="45"/>
                  <a:pt x="98" y="45"/>
                  <a:pt x="95" y="46"/>
                </a:cubicBezTo>
                <a:cubicBezTo>
                  <a:pt x="94" y="44"/>
                  <a:pt x="93" y="43"/>
                  <a:pt x="92" y="41"/>
                </a:cubicBezTo>
                <a:cubicBezTo>
                  <a:pt x="87" y="32"/>
                  <a:pt x="81" y="24"/>
                  <a:pt x="72" y="18"/>
                </a:cubicBezTo>
                <a:cubicBezTo>
                  <a:pt x="61" y="11"/>
                  <a:pt x="50" y="9"/>
                  <a:pt x="38" y="12"/>
                </a:cubicBezTo>
                <a:cubicBezTo>
                  <a:pt x="33" y="13"/>
                  <a:pt x="28" y="16"/>
                  <a:pt x="25" y="19"/>
                </a:cubicBezTo>
                <a:cubicBezTo>
                  <a:pt x="18" y="27"/>
                  <a:pt x="19" y="38"/>
                  <a:pt x="26" y="44"/>
                </a:cubicBezTo>
                <a:cubicBezTo>
                  <a:pt x="31" y="49"/>
                  <a:pt x="36" y="51"/>
                  <a:pt x="42" y="53"/>
                </a:cubicBezTo>
                <a:cubicBezTo>
                  <a:pt x="51" y="56"/>
                  <a:pt x="61" y="59"/>
                  <a:pt x="70" y="62"/>
                </a:cubicBezTo>
                <a:cubicBezTo>
                  <a:pt x="77" y="64"/>
                  <a:pt x="84" y="67"/>
                  <a:pt x="90" y="70"/>
                </a:cubicBezTo>
                <a:cubicBezTo>
                  <a:pt x="113" y="83"/>
                  <a:pt x="112" y="111"/>
                  <a:pt x="97" y="125"/>
                </a:cubicBezTo>
                <a:cubicBezTo>
                  <a:pt x="85" y="137"/>
                  <a:pt x="71" y="140"/>
                  <a:pt x="56" y="140"/>
                </a:cubicBezTo>
                <a:cubicBezTo>
                  <a:pt x="44" y="139"/>
                  <a:pt x="34" y="135"/>
                  <a:pt x="25" y="128"/>
                </a:cubicBezTo>
                <a:cubicBezTo>
                  <a:pt x="24" y="127"/>
                  <a:pt x="23" y="126"/>
                  <a:pt x="21" y="125"/>
                </a:cubicBezTo>
                <a:cubicBezTo>
                  <a:pt x="19" y="129"/>
                  <a:pt x="18" y="133"/>
                  <a:pt x="16" y="137"/>
                </a:cubicBezTo>
                <a:cubicBezTo>
                  <a:pt x="14" y="137"/>
                  <a:pt x="12" y="137"/>
                  <a:pt x="10" y="137"/>
                </a:cubicBezTo>
                <a:cubicBezTo>
                  <a:pt x="7" y="121"/>
                  <a:pt x="4" y="105"/>
                  <a:pt x="1" y="89"/>
                </a:cubicBezTo>
                <a:cubicBezTo>
                  <a:pt x="4" y="88"/>
                  <a:pt x="7" y="88"/>
                  <a:pt x="10" y="87"/>
                </a:cubicBezTo>
                <a:cubicBezTo>
                  <a:pt x="11" y="90"/>
                  <a:pt x="12" y="93"/>
                  <a:pt x="13" y="95"/>
                </a:cubicBezTo>
                <a:cubicBezTo>
                  <a:pt x="18" y="106"/>
                  <a:pt x="26" y="116"/>
                  <a:pt x="36" y="122"/>
                </a:cubicBezTo>
                <a:cubicBezTo>
                  <a:pt x="46" y="129"/>
                  <a:pt x="57" y="131"/>
                  <a:pt x="69" y="128"/>
                </a:cubicBezTo>
                <a:cubicBezTo>
                  <a:pt x="75" y="127"/>
                  <a:pt x="80" y="123"/>
                  <a:pt x="85" y="119"/>
                </a:cubicBezTo>
                <a:cubicBezTo>
                  <a:pt x="94" y="110"/>
                  <a:pt x="94" y="93"/>
                  <a:pt x="81" y="86"/>
                </a:cubicBezTo>
                <a:cubicBezTo>
                  <a:pt x="75" y="83"/>
                  <a:pt x="69" y="81"/>
                  <a:pt x="63" y="79"/>
                </a:cubicBezTo>
                <a:cubicBezTo>
                  <a:pt x="55" y="76"/>
                  <a:pt x="46" y="74"/>
                  <a:pt x="38" y="71"/>
                </a:cubicBezTo>
                <a:cubicBezTo>
                  <a:pt x="31" y="69"/>
                  <a:pt x="25" y="66"/>
                  <a:pt x="19" y="62"/>
                </a:cubicBezTo>
                <a:cubicBezTo>
                  <a:pt x="1" y="51"/>
                  <a:pt x="0" y="27"/>
                  <a:pt x="15" y="13"/>
                </a:cubicBezTo>
                <a:cubicBezTo>
                  <a:pt x="25" y="3"/>
                  <a:pt x="37" y="0"/>
                  <a:pt x="51" y="0"/>
                </a:cubicBezTo>
                <a:cubicBezTo>
                  <a:pt x="62" y="0"/>
                  <a:pt x="72" y="3"/>
                  <a:pt x="81" y="10"/>
                </a:cubicBezTo>
                <a:cubicBezTo>
                  <a:pt x="81" y="10"/>
                  <a:pt x="81" y="11"/>
                  <a:pt x="82" y="11"/>
                </a:cubicBezTo>
                <a:cubicBezTo>
                  <a:pt x="82" y="11"/>
                  <a:pt x="82" y="11"/>
                  <a:pt x="83" y="11"/>
                </a:cubicBezTo>
                <a:cubicBezTo>
                  <a:pt x="84" y="8"/>
                  <a:pt x="85" y="5"/>
                  <a:pt x="87" y="2"/>
                </a:cubicBezTo>
                <a:cubicBezTo>
                  <a:pt x="89" y="2"/>
                  <a:pt x="91" y="2"/>
                  <a:pt x="93" y="2"/>
                </a:cubicBezTo>
                <a:cubicBezTo>
                  <a:pt x="96" y="16"/>
                  <a:pt x="100" y="30"/>
                  <a:pt x="103" y="4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8" name="Freeform 27">
            <a:extLst xmlns:a="http://schemas.openxmlformats.org/drawingml/2006/main">
              <a:ext uri="{FF2B5EF4-FFF2-40B4-BE49-F238E27FC236}">
                <a16:creationId xmlns:a16="http://schemas.microsoft.com/office/drawing/2014/main" id="{5410233B-6D81-4FB9-B765-EE49A931C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5846" y="688617"/>
            <a:ext cx="57594" cy="68429"/>
          </a:xfrm>
          <a:custGeom xmlns:a="http://schemas.openxmlformats.org/drawingml/2006/main">
            <a:gdLst>
              <a:gd name="T0" fmla="*/ 33 w 113"/>
              <a:gd name="T1" fmla="*/ 78 h 135"/>
              <a:gd name="T2" fmla="*/ 33 w 113"/>
              <a:gd name="T3" fmla="*/ 82 h 135"/>
              <a:gd name="T4" fmla="*/ 33 w 113"/>
              <a:gd name="T5" fmla="*/ 114 h 135"/>
              <a:gd name="T6" fmla="*/ 33 w 113"/>
              <a:gd name="T7" fmla="*/ 118 h 135"/>
              <a:gd name="T8" fmla="*/ 43 w 113"/>
              <a:gd name="T9" fmla="*/ 128 h 135"/>
              <a:gd name="T10" fmla="*/ 49 w 113"/>
              <a:gd name="T11" fmla="*/ 128 h 135"/>
              <a:gd name="T12" fmla="*/ 49 w 113"/>
              <a:gd name="T13" fmla="*/ 135 h 135"/>
              <a:gd name="T14" fmla="*/ 0 w 113"/>
              <a:gd name="T15" fmla="*/ 135 h 135"/>
              <a:gd name="T16" fmla="*/ 0 w 113"/>
              <a:gd name="T17" fmla="*/ 128 h 135"/>
              <a:gd name="T18" fmla="*/ 8 w 113"/>
              <a:gd name="T19" fmla="*/ 127 h 135"/>
              <a:gd name="T20" fmla="*/ 15 w 113"/>
              <a:gd name="T21" fmla="*/ 120 h 135"/>
              <a:gd name="T22" fmla="*/ 15 w 113"/>
              <a:gd name="T23" fmla="*/ 114 h 135"/>
              <a:gd name="T24" fmla="*/ 15 w 113"/>
              <a:gd name="T25" fmla="*/ 21 h 135"/>
              <a:gd name="T26" fmla="*/ 15 w 113"/>
              <a:gd name="T27" fmla="*/ 14 h 135"/>
              <a:gd name="T28" fmla="*/ 9 w 113"/>
              <a:gd name="T29" fmla="*/ 9 h 135"/>
              <a:gd name="T30" fmla="*/ 0 w 113"/>
              <a:gd name="T31" fmla="*/ 8 h 135"/>
              <a:gd name="T32" fmla="*/ 0 w 113"/>
              <a:gd name="T33" fmla="*/ 1 h 135"/>
              <a:gd name="T34" fmla="*/ 4 w 113"/>
              <a:gd name="T35" fmla="*/ 0 h 135"/>
              <a:gd name="T36" fmla="*/ 56 w 113"/>
              <a:gd name="T37" fmla="*/ 0 h 135"/>
              <a:gd name="T38" fmla="*/ 73 w 113"/>
              <a:gd name="T39" fmla="*/ 1 h 135"/>
              <a:gd name="T40" fmla="*/ 106 w 113"/>
              <a:gd name="T41" fmla="*/ 50 h 135"/>
              <a:gd name="T42" fmla="*/ 78 w 113"/>
              <a:gd name="T43" fmla="*/ 76 h 135"/>
              <a:gd name="T44" fmla="*/ 55 w 113"/>
              <a:gd name="T45" fmla="*/ 78 h 135"/>
              <a:gd name="T46" fmla="*/ 33 w 113"/>
              <a:gd name="T47" fmla="*/ 78 h 135"/>
              <a:gd name="T48" fmla="*/ 33 w 113"/>
              <a:gd name="T49" fmla="*/ 68 h 135"/>
              <a:gd name="T50" fmla="*/ 67 w 113"/>
              <a:gd name="T51" fmla="*/ 67 h 135"/>
              <a:gd name="T52" fmla="*/ 85 w 113"/>
              <a:gd name="T53" fmla="*/ 52 h 135"/>
              <a:gd name="T54" fmla="*/ 87 w 113"/>
              <a:gd name="T55" fmla="*/ 29 h 135"/>
              <a:gd name="T56" fmla="*/ 66 w 113"/>
              <a:gd name="T57" fmla="*/ 11 h 135"/>
              <a:gd name="T58" fmla="*/ 34 w 113"/>
              <a:gd name="T59" fmla="*/ 11 h 135"/>
              <a:gd name="T60" fmla="*/ 33 w 113"/>
              <a:gd name="T61" fmla="*/ 11 h 135"/>
              <a:gd name="T62" fmla="*/ 33 w 113"/>
              <a:gd name="T63" fmla="*/ 68 h 135"/>
            </a:gdLst>
            <a:rect l="0" t="0" r="r" b="b"/>
            <a:pathLst>
              <a:path w="113" h="135">
                <a:moveTo>
                  <a:pt x="33" y="78"/>
                </a:moveTo>
                <a:cubicBezTo>
                  <a:pt x="33" y="80"/>
                  <a:pt x="33" y="81"/>
                  <a:pt x="33" y="82"/>
                </a:cubicBezTo>
                <a:cubicBezTo>
                  <a:pt x="33" y="93"/>
                  <a:pt x="33" y="103"/>
                  <a:pt x="33" y="114"/>
                </a:cubicBezTo>
                <a:cubicBezTo>
                  <a:pt x="33" y="115"/>
                  <a:pt x="33" y="117"/>
                  <a:pt x="33" y="118"/>
                </a:cubicBezTo>
                <a:cubicBezTo>
                  <a:pt x="34" y="125"/>
                  <a:pt x="35" y="127"/>
                  <a:pt x="43" y="128"/>
                </a:cubicBezTo>
                <a:cubicBezTo>
                  <a:pt x="45" y="128"/>
                  <a:pt x="47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6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8" y="127"/>
                </a:cubicBezTo>
                <a:cubicBezTo>
                  <a:pt x="13" y="126"/>
                  <a:pt x="14" y="125"/>
                  <a:pt x="15" y="120"/>
                </a:cubicBezTo>
                <a:cubicBezTo>
                  <a:pt x="15" y="118"/>
                  <a:pt x="15" y="116"/>
                  <a:pt x="15" y="114"/>
                </a:cubicBezTo>
                <a:cubicBezTo>
                  <a:pt x="16" y="83"/>
                  <a:pt x="16" y="52"/>
                  <a:pt x="15" y="21"/>
                </a:cubicBezTo>
                <a:cubicBezTo>
                  <a:pt x="15" y="19"/>
                  <a:pt x="15" y="16"/>
                  <a:pt x="15" y="14"/>
                </a:cubicBezTo>
                <a:cubicBezTo>
                  <a:pt x="14" y="11"/>
                  <a:pt x="12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1" y="0"/>
                  <a:pt x="3" y="0"/>
                  <a:pt x="4" y="0"/>
                </a:cubicBezTo>
                <a:cubicBezTo>
                  <a:pt x="21" y="0"/>
                  <a:pt x="39" y="0"/>
                  <a:pt x="56" y="0"/>
                </a:cubicBezTo>
                <a:cubicBezTo>
                  <a:pt x="62" y="0"/>
                  <a:pt x="68" y="1"/>
                  <a:pt x="73" y="1"/>
                </a:cubicBezTo>
                <a:cubicBezTo>
                  <a:pt x="98" y="4"/>
                  <a:pt x="113" y="26"/>
                  <a:pt x="106" y="50"/>
                </a:cubicBezTo>
                <a:cubicBezTo>
                  <a:pt x="102" y="64"/>
                  <a:pt x="93" y="73"/>
                  <a:pt x="78" y="76"/>
                </a:cubicBezTo>
                <a:cubicBezTo>
                  <a:pt x="70" y="77"/>
                  <a:pt x="63" y="77"/>
                  <a:pt x="55" y="78"/>
                </a:cubicBezTo>
                <a:cubicBezTo>
                  <a:pt x="48" y="78"/>
                  <a:pt x="41" y="78"/>
                  <a:pt x="33" y="78"/>
                </a:cubicBezTo>
                <a:close/>
                <a:moveTo>
                  <a:pt x="33" y="68"/>
                </a:moveTo>
                <a:cubicBezTo>
                  <a:pt x="45" y="67"/>
                  <a:pt x="56" y="68"/>
                  <a:pt x="67" y="67"/>
                </a:cubicBezTo>
                <a:cubicBezTo>
                  <a:pt x="76" y="66"/>
                  <a:pt x="82" y="60"/>
                  <a:pt x="85" y="52"/>
                </a:cubicBezTo>
                <a:cubicBezTo>
                  <a:pt x="89" y="45"/>
                  <a:pt x="89" y="37"/>
                  <a:pt x="87" y="29"/>
                </a:cubicBezTo>
                <a:cubicBezTo>
                  <a:pt x="84" y="19"/>
                  <a:pt x="78" y="12"/>
                  <a:pt x="66" y="11"/>
                </a:cubicBezTo>
                <a:cubicBezTo>
                  <a:pt x="56" y="11"/>
                  <a:pt x="45" y="11"/>
                  <a:pt x="34" y="11"/>
                </a:cubicBezTo>
                <a:cubicBezTo>
                  <a:pt x="34" y="11"/>
                  <a:pt x="34" y="11"/>
                  <a:pt x="33" y="11"/>
                </a:cubicBezTo>
                <a:cubicBezTo>
                  <a:pt x="33" y="30"/>
                  <a:pt x="33" y="48"/>
                  <a:pt x="33" y="6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F6388F6D-1B7F-4585-8739-3EB61B8B4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5017" y="689187"/>
            <a:ext cx="67859" cy="70140"/>
          </a:xfrm>
          <a:custGeom xmlns:a="http://schemas.openxmlformats.org/drawingml/2006/main">
            <a:gdLst>
              <a:gd name="T0" fmla="*/ 49 w 133"/>
              <a:gd name="T1" fmla="*/ 0 h 138"/>
              <a:gd name="T2" fmla="*/ 49 w 133"/>
              <a:gd name="T3" fmla="*/ 7 h 138"/>
              <a:gd name="T4" fmla="*/ 41 w 133"/>
              <a:gd name="T5" fmla="*/ 8 h 138"/>
              <a:gd name="T6" fmla="*/ 34 w 133"/>
              <a:gd name="T7" fmla="*/ 15 h 138"/>
              <a:gd name="T8" fmla="*/ 33 w 133"/>
              <a:gd name="T9" fmla="*/ 23 h 138"/>
              <a:gd name="T10" fmla="*/ 33 w 133"/>
              <a:gd name="T11" fmla="*/ 83 h 138"/>
              <a:gd name="T12" fmla="*/ 34 w 133"/>
              <a:gd name="T13" fmla="*/ 96 h 138"/>
              <a:gd name="T14" fmla="*/ 60 w 133"/>
              <a:gd name="T15" fmla="*/ 124 h 138"/>
              <a:gd name="T16" fmla="*/ 100 w 133"/>
              <a:gd name="T17" fmla="*/ 110 h 138"/>
              <a:gd name="T18" fmla="*/ 106 w 133"/>
              <a:gd name="T19" fmla="*/ 94 h 138"/>
              <a:gd name="T20" fmla="*/ 107 w 133"/>
              <a:gd name="T21" fmla="*/ 80 h 138"/>
              <a:gd name="T22" fmla="*/ 107 w 133"/>
              <a:gd name="T23" fmla="*/ 24 h 138"/>
              <a:gd name="T24" fmla="*/ 106 w 133"/>
              <a:gd name="T25" fmla="*/ 15 h 138"/>
              <a:gd name="T26" fmla="*/ 97 w 133"/>
              <a:gd name="T27" fmla="*/ 8 h 138"/>
              <a:gd name="T28" fmla="*/ 91 w 133"/>
              <a:gd name="T29" fmla="*/ 7 h 138"/>
              <a:gd name="T30" fmla="*/ 91 w 133"/>
              <a:gd name="T31" fmla="*/ 0 h 138"/>
              <a:gd name="T32" fmla="*/ 133 w 133"/>
              <a:gd name="T33" fmla="*/ 0 h 138"/>
              <a:gd name="T34" fmla="*/ 133 w 133"/>
              <a:gd name="T35" fmla="*/ 7 h 138"/>
              <a:gd name="T36" fmla="*/ 126 w 133"/>
              <a:gd name="T37" fmla="*/ 8 h 138"/>
              <a:gd name="T38" fmla="*/ 118 w 133"/>
              <a:gd name="T39" fmla="*/ 15 h 138"/>
              <a:gd name="T40" fmla="*/ 118 w 133"/>
              <a:gd name="T41" fmla="*/ 25 h 138"/>
              <a:gd name="T42" fmla="*/ 117 w 133"/>
              <a:gd name="T43" fmla="*/ 88 h 138"/>
              <a:gd name="T44" fmla="*/ 114 w 133"/>
              <a:gd name="T45" fmla="*/ 105 h 138"/>
              <a:gd name="T46" fmla="*/ 74 w 133"/>
              <a:gd name="T47" fmla="*/ 136 h 138"/>
              <a:gd name="T48" fmla="*/ 35 w 133"/>
              <a:gd name="T49" fmla="*/ 127 h 138"/>
              <a:gd name="T50" fmla="*/ 17 w 133"/>
              <a:gd name="T51" fmla="*/ 96 h 138"/>
              <a:gd name="T52" fmla="*/ 16 w 133"/>
              <a:gd name="T53" fmla="*/ 83 h 138"/>
              <a:gd name="T54" fmla="*/ 16 w 133"/>
              <a:gd name="T55" fmla="*/ 25 h 138"/>
              <a:gd name="T56" fmla="*/ 16 w 133"/>
              <a:gd name="T57" fmla="*/ 15 h 138"/>
              <a:gd name="T58" fmla="*/ 8 w 133"/>
              <a:gd name="T59" fmla="*/ 8 h 138"/>
              <a:gd name="T60" fmla="*/ 0 w 133"/>
              <a:gd name="T61" fmla="*/ 7 h 138"/>
              <a:gd name="T62" fmla="*/ 0 w 133"/>
              <a:gd name="T63" fmla="*/ 0 h 138"/>
              <a:gd name="T64" fmla="*/ 49 w 133"/>
              <a:gd name="T65" fmla="*/ 0 h 138"/>
            </a:gdLst>
            <a:rect l="0" t="0" r="r" b="b"/>
            <a:pathLst>
              <a:path w="133" h="138">
                <a:moveTo>
                  <a:pt x="49" y="0"/>
                </a:move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1" y="8"/>
                </a:cubicBezTo>
                <a:cubicBezTo>
                  <a:pt x="36" y="8"/>
                  <a:pt x="34" y="10"/>
                  <a:pt x="34" y="15"/>
                </a:cubicBezTo>
                <a:cubicBezTo>
                  <a:pt x="33" y="17"/>
                  <a:pt x="33" y="20"/>
                  <a:pt x="33" y="23"/>
                </a:cubicBezTo>
                <a:cubicBezTo>
                  <a:pt x="33" y="43"/>
                  <a:pt x="33" y="63"/>
                  <a:pt x="33" y="83"/>
                </a:cubicBezTo>
                <a:cubicBezTo>
                  <a:pt x="33" y="87"/>
                  <a:pt x="33" y="92"/>
                  <a:pt x="34" y="96"/>
                </a:cubicBezTo>
                <a:cubicBezTo>
                  <a:pt x="36" y="112"/>
                  <a:pt x="46" y="120"/>
                  <a:pt x="60" y="124"/>
                </a:cubicBezTo>
                <a:cubicBezTo>
                  <a:pt x="76" y="128"/>
                  <a:pt x="89" y="123"/>
                  <a:pt x="100" y="110"/>
                </a:cubicBezTo>
                <a:cubicBezTo>
                  <a:pt x="104" y="106"/>
                  <a:pt x="105" y="100"/>
                  <a:pt x="106" y="94"/>
                </a:cubicBezTo>
                <a:cubicBezTo>
                  <a:pt x="106" y="90"/>
                  <a:pt x="106" y="85"/>
                  <a:pt x="107" y="80"/>
                </a:cubicBezTo>
                <a:cubicBezTo>
                  <a:pt x="107" y="62"/>
                  <a:pt x="107" y="43"/>
                  <a:pt x="107" y="24"/>
                </a:cubicBezTo>
                <a:cubicBezTo>
                  <a:pt x="107" y="21"/>
                  <a:pt x="106" y="18"/>
                  <a:pt x="106" y="15"/>
                </a:cubicBezTo>
                <a:cubicBezTo>
                  <a:pt x="105" y="10"/>
                  <a:pt x="103" y="8"/>
                  <a:pt x="97" y="8"/>
                </a:cubicBezTo>
                <a:cubicBezTo>
                  <a:pt x="95" y="7"/>
                  <a:pt x="93" y="7"/>
                  <a:pt x="91" y="7"/>
                </a:cubicBezTo>
                <a:cubicBezTo>
                  <a:pt x="91" y="4"/>
                  <a:pt x="91" y="2"/>
                  <a:pt x="91" y="0"/>
                </a:cubicBezTo>
                <a:cubicBezTo>
                  <a:pt x="105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1" y="7"/>
                  <a:pt x="128" y="7"/>
                  <a:pt x="126" y="8"/>
                </a:cubicBezTo>
                <a:cubicBezTo>
                  <a:pt x="121" y="8"/>
                  <a:pt x="119" y="11"/>
                  <a:pt x="118" y="15"/>
                </a:cubicBezTo>
                <a:cubicBezTo>
                  <a:pt x="118" y="18"/>
                  <a:pt x="118" y="22"/>
                  <a:pt x="118" y="25"/>
                </a:cubicBezTo>
                <a:cubicBezTo>
                  <a:pt x="117" y="46"/>
                  <a:pt x="118" y="67"/>
                  <a:pt x="117" y="88"/>
                </a:cubicBezTo>
                <a:cubicBezTo>
                  <a:pt x="117" y="94"/>
                  <a:pt x="116" y="99"/>
                  <a:pt x="114" y="105"/>
                </a:cubicBezTo>
                <a:cubicBezTo>
                  <a:pt x="108" y="124"/>
                  <a:pt x="94" y="134"/>
                  <a:pt x="74" y="136"/>
                </a:cubicBezTo>
                <a:cubicBezTo>
                  <a:pt x="60" y="138"/>
                  <a:pt x="47" y="135"/>
                  <a:pt x="35" y="127"/>
                </a:cubicBezTo>
                <a:cubicBezTo>
                  <a:pt x="24" y="120"/>
                  <a:pt x="18" y="109"/>
                  <a:pt x="17" y="96"/>
                </a:cubicBezTo>
                <a:cubicBezTo>
                  <a:pt x="16" y="92"/>
                  <a:pt x="16" y="87"/>
                  <a:pt x="16" y="83"/>
                </a:cubicBezTo>
                <a:cubicBezTo>
                  <a:pt x="16" y="64"/>
                  <a:pt x="16" y="45"/>
                  <a:pt x="16" y="25"/>
                </a:cubicBezTo>
                <a:cubicBezTo>
                  <a:pt x="16" y="22"/>
                  <a:pt x="16" y="18"/>
                  <a:pt x="16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4EABAFF3-3839-4117-892C-DAC5D7F34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371" y="689187"/>
            <a:ext cx="67288" cy="69569"/>
          </a:xfrm>
          <a:custGeom xmlns:a="http://schemas.openxmlformats.org/drawingml/2006/main">
            <a:gdLst>
              <a:gd name="T0" fmla="*/ 73 w 133"/>
              <a:gd name="T1" fmla="*/ 137 h 137"/>
              <a:gd name="T2" fmla="*/ 64 w 133"/>
              <a:gd name="T3" fmla="*/ 137 h 137"/>
              <a:gd name="T4" fmla="*/ 58 w 133"/>
              <a:gd name="T5" fmla="*/ 133 h 137"/>
              <a:gd name="T6" fmla="*/ 39 w 133"/>
              <a:gd name="T7" fmla="*/ 80 h 137"/>
              <a:gd name="T8" fmla="*/ 17 w 133"/>
              <a:gd name="T9" fmla="*/ 23 h 137"/>
              <a:gd name="T10" fmla="*/ 13 w 133"/>
              <a:gd name="T11" fmla="*/ 14 h 137"/>
              <a:gd name="T12" fmla="*/ 4 w 133"/>
              <a:gd name="T13" fmla="*/ 7 h 137"/>
              <a:gd name="T14" fmla="*/ 0 w 133"/>
              <a:gd name="T15" fmla="*/ 7 h 137"/>
              <a:gd name="T16" fmla="*/ 0 w 133"/>
              <a:gd name="T17" fmla="*/ 0 h 137"/>
              <a:gd name="T18" fmla="*/ 47 w 133"/>
              <a:gd name="T19" fmla="*/ 0 h 137"/>
              <a:gd name="T20" fmla="*/ 47 w 133"/>
              <a:gd name="T21" fmla="*/ 7 h 137"/>
              <a:gd name="T22" fmla="*/ 39 w 133"/>
              <a:gd name="T23" fmla="*/ 8 h 137"/>
              <a:gd name="T24" fmla="*/ 34 w 133"/>
              <a:gd name="T25" fmla="*/ 15 h 137"/>
              <a:gd name="T26" fmla="*/ 35 w 133"/>
              <a:gd name="T27" fmla="*/ 20 h 137"/>
              <a:gd name="T28" fmla="*/ 68 w 133"/>
              <a:gd name="T29" fmla="*/ 112 h 137"/>
              <a:gd name="T30" fmla="*/ 70 w 133"/>
              <a:gd name="T31" fmla="*/ 116 h 137"/>
              <a:gd name="T32" fmla="*/ 72 w 133"/>
              <a:gd name="T33" fmla="*/ 113 h 137"/>
              <a:gd name="T34" fmla="*/ 106 w 133"/>
              <a:gd name="T35" fmla="*/ 18 h 137"/>
              <a:gd name="T36" fmla="*/ 106 w 133"/>
              <a:gd name="T37" fmla="*/ 16 h 137"/>
              <a:gd name="T38" fmla="*/ 101 w 133"/>
              <a:gd name="T39" fmla="*/ 7 h 137"/>
              <a:gd name="T40" fmla="*/ 94 w 133"/>
              <a:gd name="T41" fmla="*/ 7 h 137"/>
              <a:gd name="T42" fmla="*/ 94 w 133"/>
              <a:gd name="T43" fmla="*/ 0 h 137"/>
              <a:gd name="T44" fmla="*/ 133 w 133"/>
              <a:gd name="T45" fmla="*/ 0 h 137"/>
              <a:gd name="T46" fmla="*/ 133 w 133"/>
              <a:gd name="T47" fmla="*/ 7 h 137"/>
              <a:gd name="T48" fmla="*/ 130 w 133"/>
              <a:gd name="T49" fmla="*/ 7 h 137"/>
              <a:gd name="T50" fmla="*/ 119 w 133"/>
              <a:gd name="T51" fmla="*/ 16 h 137"/>
              <a:gd name="T52" fmla="*/ 110 w 133"/>
              <a:gd name="T53" fmla="*/ 38 h 137"/>
              <a:gd name="T54" fmla="*/ 74 w 133"/>
              <a:gd name="T55" fmla="*/ 133 h 137"/>
              <a:gd name="T56" fmla="*/ 73 w 133"/>
              <a:gd name="T57" fmla="*/ 137 h 137"/>
            </a:gdLst>
            <a:rect l="0" t="0" r="r" b="b"/>
            <a:pathLst>
              <a:path w="133" h="137">
                <a:moveTo>
                  <a:pt x="73" y="137"/>
                </a:moveTo>
                <a:cubicBezTo>
                  <a:pt x="69" y="137"/>
                  <a:pt x="66" y="137"/>
                  <a:pt x="64" y="137"/>
                </a:cubicBezTo>
                <a:cubicBezTo>
                  <a:pt x="61" y="137"/>
                  <a:pt x="59" y="136"/>
                  <a:pt x="58" y="133"/>
                </a:cubicBezTo>
                <a:cubicBezTo>
                  <a:pt x="52" y="115"/>
                  <a:pt x="45" y="98"/>
                  <a:pt x="39" y="80"/>
                </a:cubicBezTo>
                <a:cubicBezTo>
                  <a:pt x="31" y="61"/>
                  <a:pt x="24" y="42"/>
                  <a:pt x="17" y="23"/>
                </a:cubicBezTo>
                <a:cubicBezTo>
                  <a:pt x="16" y="20"/>
                  <a:pt x="15" y="17"/>
                  <a:pt x="13" y="14"/>
                </a:cubicBezTo>
                <a:cubicBezTo>
                  <a:pt x="11" y="10"/>
                  <a:pt x="8" y="8"/>
                  <a:pt x="4" y="7"/>
                </a:cubicBezTo>
                <a:cubicBezTo>
                  <a:pt x="3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7" y="0"/>
                </a:cubicBezTo>
                <a:cubicBezTo>
                  <a:pt x="47" y="2"/>
                  <a:pt x="47" y="4"/>
                  <a:pt x="47" y="7"/>
                </a:cubicBezTo>
                <a:cubicBezTo>
                  <a:pt x="44" y="7"/>
                  <a:pt x="42" y="7"/>
                  <a:pt x="39" y="8"/>
                </a:cubicBezTo>
                <a:cubicBezTo>
                  <a:pt x="34" y="8"/>
                  <a:pt x="33" y="10"/>
                  <a:pt x="34" y="15"/>
                </a:cubicBezTo>
                <a:cubicBezTo>
                  <a:pt x="34" y="17"/>
                  <a:pt x="35" y="19"/>
                  <a:pt x="35" y="20"/>
                </a:cubicBezTo>
                <a:cubicBezTo>
                  <a:pt x="46" y="51"/>
                  <a:pt x="57" y="81"/>
                  <a:pt x="68" y="112"/>
                </a:cubicBezTo>
                <a:cubicBezTo>
                  <a:pt x="69" y="113"/>
                  <a:pt x="69" y="114"/>
                  <a:pt x="70" y="116"/>
                </a:cubicBezTo>
                <a:cubicBezTo>
                  <a:pt x="71" y="114"/>
                  <a:pt x="71" y="113"/>
                  <a:pt x="72" y="113"/>
                </a:cubicBezTo>
                <a:cubicBezTo>
                  <a:pt x="83" y="81"/>
                  <a:pt x="94" y="50"/>
                  <a:pt x="106" y="18"/>
                </a:cubicBezTo>
                <a:cubicBezTo>
                  <a:pt x="106" y="17"/>
                  <a:pt x="106" y="17"/>
                  <a:pt x="106" y="16"/>
                </a:cubicBezTo>
                <a:cubicBezTo>
                  <a:pt x="107" y="10"/>
                  <a:pt x="106" y="8"/>
                  <a:pt x="101" y="7"/>
                </a:cubicBezTo>
                <a:cubicBezTo>
                  <a:pt x="98" y="7"/>
                  <a:pt x="96" y="7"/>
                  <a:pt x="94" y="7"/>
                </a:cubicBezTo>
                <a:cubicBezTo>
                  <a:pt x="94" y="4"/>
                  <a:pt x="94" y="2"/>
                  <a:pt x="94" y="0"/>
                </a:cubicBezTo>
                <a:cubicBezTo>
                  <a:pt x="106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2" y="7"/>
                  <a:pt x="131" y="7"/>
                  <a:pt x="130" y="7"/>
                </a:cubicBezTo>
                <a:cubicBezTo>
                  <a:pt x="124" y="8"/>
                  <a:pt x="121" y="11"/>
                  <a:pt x="119" y="16"/>
                </a:cubicBezTo>
                <a:cubicBezTo>
                  <a:pt x="116" y="24"/>
                  <a:pt x="113" y="31"/>
                  <a:pt x="110" y="38"/>
                </a:cubicBezTo>
                <a:cubicBezTo>
                  <a:pt x="98" y="70"/>
                  <a:pt x="86" y="101"/>
                  <a:pt x="74" y="133"/>
                </a:cubicBezTo>
                <a:cubicBezTo>
                  <a:pt x="74" y="134"/>
                  <a:pt x="73" y="135"/>
                  <a:pt x="73" y="13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F606AD8C-67EA-4CF9-95E2-7BCEA0210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6484" y="689187"/>
            <a:ext cx="61016" cy="68429"/>
          </a:xfrm>
          <a:custGeom xmlns:a="http://schemas.openxmlformats.org/drawingml/2006/main">
            <a:gdLst>
              <a:gd name="T0" fmla="*/ 85 w 120"/>
              <a:gd name="T1" fmla="*/ 127 h 135"/>
              <a:gd name="T2" fmla="*/ 85 w 120"/>
              <a:gd name="T3" fmla="*/ 134 h 135"/>
              <a:gd name="T4" fmla="*/ 35 w 120"/>
              <a:gd name="T5" fmla="*/ 134 h 135"/>
              <a:gd name="T6" fmla="*/ 35 w 120"/>
              <a:gd name="T7" fmla="*/ 127 h 135"/>
              <a:gd name="T8" fmla="*/ 44 w 120"/>
              <a:gd name="T9" fmla="*/ 126 h 135"/>
              <a:gd name="T10" fmla="*/ 50 w 120"/>
              <a:gd name="T11" fmla="*/ 120 h 135"/>
              <a:gd name="T12" fmla="*/ 51 w 120"/>
              <a:gd name="T13" fmla="*/ 113 h 135"/>
              <a:gd name="T14" fmla="*/ 51 w 120"/>
              <a:gd name="T15" fmla="*/ 85 h 135"/>
              <a:gd name="T16" fmla="*/ 50 w 120"/>
              <a:gd name="T17" fmla="*/ 79 h 135"/>
              <a:gd name="T18" fmla="*/ 17 w 120"/>
              <a:gd name="T19" fmla="*/ 19 h 135"/>
              <a:gd name="T20" fmla="*/ 15 w 120"/>
              <a:gd name="T21" fmla="*/ 15 h 135"/>
              <a:gd name="T22" fmla="*/ 3 w 120"/>
              <a:gd name="T23" fmla="*/ 7 h 135"/>
              <a:gd name="T24" fmla="*/ 0 w 120"/>
              <a:gd name="T25" fmla="*/ 7 h 135"/>
              <a:gd name="T26" fmla="*/ 0 w 120"/>
              <a:gd name="T27" fmla="*/ 0 h 135"/>
              <a:gd name="T28" fmla="*/ 48 w 120"/>
              <a:gd name="T29" fmla="*/ 0 h 135"/>
              <a:gd name="T30" fmla="*/ 48 w 120"/>
              <a:gd name="T31" fmla="*/ 7 h 135"/>
              <a:gd name="T32" fmla="*/ 40 w 120"/>
              <a:gd name="T33" fmla="*/ 7 h 135"/>
              <a:gd name="T34" fmla="*/ 36 w 120"/>
              <a:gd name="T35" fmla="*/ 14 h 135"/>
              <a:gd name="T36" fmla="*/ 37 w 120"/>
              <a:gd name="T37" fmla="*/ 18 h 135"/>
              <a:gd name="T38" fmla="*/ 61 w 120"/>
              <a:gd name="T39" fmla="*/ 64 h 135"/>
              <a:gd name="T40" fmla="*/ 63 w 120"/>
              <a:gd name="T41" fmla="*/ 68 h 135"/>
              <a:gd name="T42" fmla="*/ 66 w 120"/>
              <a:gd name="T43" fmla="*/ 64 h 135"/>
              <a:gd name="T44" fmla="*/ 91 w 120"/>
              <a:gd name="T45" fmla="*/ 18 h 135"/>
              <a:gd name="T46" fmla="*/ 93 w 120"/>
              <a:gd name="T47" fmla="*/ 12 h 135"/>
              <a:gd name="T48" fmla="*/ 90 w 120"/>
              <a:gd name="T49" fmla="*/ 8 h 135"/>
              <a:gd name="T50" fmla="*/ 81 w 120"/>
              <a:gd name="T51" fmla="*/ 7 h 135"/>
              <a:gd name="T52" fmla="*/ 81 w 120"/>
              <a:gd name="T53" fmla="*/ 0 h 135"/>
              <a:gd name="T54" fmla="*/ 120 w 120"/>
              <a:gd name="T55" fmla="*/ 0 h 135"/>
              <a:gd name="T56" fmla="*/ 120 w 120"/>
              <a:gd name="T57" fmla="*/ 7 h 135"/>
              <a:gd name="T58" fmla="*/ 115 w 120"/>
              <a:gd name="T59" fmla="*/ 8 h 135"/>
              <a:gd name="T60" fmla="*/ 108 w 120"/>
              <a:gd name="T61" fmla="*/ 12 h 135"/>
              <a:gd name="T62" fmla="*/ 103 w 120"/>
              <a:gd name="T63" fmla="*/ 19 h 135"/>
              <a:gd name="T64" fmla="*/ 71 w 120"/>
              <a:gd name="T65" fmla="*/ 75 h 135"/>
              <a:gd name="T66" fmla="*/ 69 w 120"/>
              <a:gd name="T67" fmla="*/ 82 h 135"/>
              <a:gd name="T68" fmla="*/ 69 w 120"/>
              <a:gd name="T69" fmla="*/ 111 h 135"/>
              <a:gd name="T70" fmla="*/ 69 w 120"/>
              <a:gd name="T71" fmla="*/ 118 h 135"/>
              <a:gd name="T72" fmla="*/ 77 w 120"/>
              <a:gd name="T73" fmla="*/ 126 h 135"/>
              <a:gd name="T74" fmla="*/ 85 w 120"/>
              <a:gd name="T75" fmla="*/ 127 h 135"/>
            </a:gdLst>
            <a:rect l="0" t="0" r="r" b="b"/>
            <a:pathLst>
              <a:path w="120" h="135">
                <a:moveTo>
                  <a:pt x="85" y="127"/>
                </a:moveTo>
                <a:cubicBezTo>
                  <a:pt x="85" y="130"/>
                  <a:pt x="85" y="132"/>
                  <a:pt x="85" y="134"/>
                </a:cubicBezTo>
                <a:cubicBezTo>
                  <a:pt x="81" y="135"/>
                  <a:pt x="44" y="135"/>
                  <a:pt x="35" y="134"/>
                </a:cubicBezTo>
                <a:cubicBezTo>
                  <a:pt x="35" y="132"/>
                  <a:pt x="35" y="130"/>
                  <a:pt x="35" y="127"/>
                </a:cubicBezTo>
                <a:cubicBezTo>
                  <a:pt x="38" y="127"/>
                  <a:pt x="41" y="126"/>
                  <a:pt x="44" y="126"/>
                </a:cubicBezTo>
                <a:cubicBezTo>
                  <a:pt x="48" y="126"/>
                  <a:pt x="50" y="124"/>
                  <a:pt x="50" y="120"/>
                </a:cubicBezTo>
                <a:cubicBezTo>
                  <a:pt x="51" y="118"/>
                  <a:pt x="51" y="115"/>
                  <a:pt x="51" y="113"/>
                </a:cubicBezTo>
                <a:cubicBezTo>
                  <a:pt x="51" y="104"/>
                  <a:pt x="51" y="95"/>
                  <a:pt x="51" y="85"/>
                </a:cubicBezTo>
                <a:cubicBezTo>
                  <a:pt x="51" y="83"/>
                  <a:pt x="51" y="81"/>
                  <a:pt x="50" y="79"/>
                </a:cubicBezTo>
                <a:cubicBezTo>
                  <a:pt x="39" y="59"/>
                  <a:pt x="28" y="39"/>
                  <a:pt x="17" y="19"/>
                </a:cubicBezTo>
                <a:cubicBezTo>
                  <a:pt x="16" y="17"/>
                  <a:pt x="15" y="16"/>
                  <a:pt x="15" y="15"/>
                </a:cubicBezTo>
                <a:cubicBezTo>
                  <a:pt x="12" y="10"/>
                  <a:pt x="9" y="7"/>
                  <a:pt x="3" y="7"/>
                </a:cubicBezTo>
                <a:cubicBezTo>
                  <a:pt x="2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8" y="0"/>
                </a:cubicBezTo>
                <a:cubicBezTo>
                  <a:pt x="48" y="2"/>
                  <a:pt x="48" y="4"/>
                  <a:pt x="48" y="7"/>
                </a:cubicBezTo>
                <a:cubicBezTo>
                  <a:pt x="45" y="7"/>
                  <a:pt x="42" y="7"/>
                  <a:pt x="40" y="7"/>
                </a:cubicBezTo>
                <a:cubicBezTo>
                  <a:pt x="35" y="8"/>
                  <a:pt x="34" y="10"/>
                  <a:pt x="36" y="14"/>
                </a:cubicBezTo>
                <a:cubicBezTo>
                  <a:pt x="36" y="15"/>
                  <a:pt x="37" y="17"/>
                  <a:pt x="37" y="18"/>
                </a:cubicBezTo>
                <a:cubicBezTo>
                  <a:pt x="45" y="33"/>
                  <a:pt x="53" y="49"/>
                  <a:pt x="61" y="64"/>
                </a:cubicBezTo>
                <a:cubicBezTo>
                  <a:pt x="61" y="65"/>
                  <a:pt x="62" y="66"/>
                  <a:pt x="63" y="68"/>
                </a:cubicBezTo>
                <a:cubicBezTo>
                  <a:pt x="64" y="66"/>
                  <a:pt x="65" y="65"/>
                  <a:pt x="66" y="64"/>
                </a:cubicBezTo>
                <a:cubicBezTo>
                  <a:pt x="74" y="49"/>
                  <a:pt x="82" y="34"/>
                  <a:pt x="91" y="18"/>
                </a:cubicBezTo>
                <a:cubicBezTo>
                  <a:pt x="92" y="16"/>
                  <a:pt x="93" y="14"/>
                  <a:pt x="93" y="12"/>
                </a:cubicBezTo>
                <a:cubicBezTo>
                  <a:pt x="94" y="9"/>
                  <a:pt x="93" y="8"/>
                  <a:pt x="90" y="8"/>
                </a:cubicBezTo>
                <a:cubicBezTo>
                  <a:pt x="87" y="7"/>
                  <a:pt x="85" y="7"/>
                  <a:pt x="81" y="7"/>
                </a:cubicBezTo>
                <a:cubicBezTo>
                  <a:pt x="81" y="4"/>
                  <a:pt x="81" y="2"/>
                  <a:pt x="81" y="0"/>
                </a:cubicBezTo>
                <a:cubicBezTo>
                  <a:pt x="94" y="0"/>
                  <a:pt x="107" y="0"/>
                  <a:pt x="120" y="0"/>
                </a:cubicBezTo>
                <a:cubicBezTo>
                  <a:pt x="120" y="2"/>
                  <a:pt x="120" y="4"/>
                  <a:pt x="120" y="7"/>
                </a:cubicBezTo>
                <a:cubicBezTo>
                  <a:pt x="119" y="7"/>
                  <a:pt x="117" y="7"/>
                  <a:pt x="115" y="8"/>
                </a:cubicBezTo>
                <a:cubicBezTo>
                  <a:pt x="112" y="8"/>
                  <a:pt x="109" y="9"/>
                  <a:pt x="108" y="12"/>
                </a:cubicBezTo>
                <a:cubicBezTo>
                  <a:pt x="106" y="14"/>
                  <a:pt x="104" y="17"/>
                  <a:pt x="103" y="19"/>
                </a:cubicBezTo>
                <a:cubicBezTo>
                  <a:pt x="92" y="38"/>
                  <a:pt x="81" y="56"/>
                  <a:pt x="71" y="75"/>
                </a:cubicBezTo>
                <a:cubicBezTo>
                  <a:pt x="69" y="77"/>
                  <a:pt x="68" y="80"/>
                  <a:pt x="69" y="82"/>
                </a:cubicBezTo>
                <a:cubicBezTo>
                  <a:pt x="69" y="92"/>
                  <a:pt x="69" y="102"/>
                  <a:pt x="69" y="111"/>
                </a:cubicBezTo>
                <a:cubicBezTo>
                  <a:pt x="69" y="114"/>
                  <a:pt x="69" y="116"/>
                  <a:pt x="69" y="118"/>
                </a:cubicBezTo>
                <a:cubicBezTo>
                  <a:pt x="70" y="124"/>
                  <a:pt x="71" y="125"/>
                  <a:pt x="77" y="126"/>
                </a:cubicBezTo>
                <a:cubicBezTo>
                  <a:pt x="80" y="126"/>
                  <a:pt x="82" y="127"/>
                  <a:pt x="85" y="12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C1F100F6-C469-4654-BC1B-433F63C66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749" y="686906"/>
            <a:ext cx="58735" cy="70140"/>
          </a:xfrm>
          <a:custGeom xmlns:a="http://schemas.openxmlformats.org/drawingml/2006/main">
            <a:gdLst>
              <a:gd name="T0" fmla="*/ 108 w 116"/>
              <a:gd name="T1" fmla="*/ 42 h 139"/>
              <a:gd name="T2" fmla="*/ 102 w 116"/>
              <a:gd name="T3" fmla="*/ 29 h 139"/>
              <a:gd name="T4" fmla="*/ 72 w 116"/>
              <a:gd name="T5" fmla="*/ 14 h 139"/>
              <a:gd name="T6" fmla="*/ 67 w 116"/>
              <a:gd name="T7" fmla="*/ 18 h 139"/>
              <a:gd name="T8" fmla="*/ 66 w 116"/>
              <a:gd name="T9" fmla="*/ 24 h 139"/>
              <a:gd name="T10" fmla="*/ 66 w 116"/>
              <a:gd name="T11" fmla="*/ 115 h 139"/>
              <a:gd name="T12" fmla="*/ 67 w 116"/>
              <a:gd name="T13" fmla="*/ 123 h 139"/>
              <a:gd name="T14" fmla="*/ 75 w 116"/>
              <a:gd name="T15" fmla="*/ 131 h 139"/>
              <a:gd name="T16" fmla="*/ 83 w 116"/>
              <a:gd name="T17" fmla="*/ 132 h 139"/>
              <a:gd name="T18" fmla="*/ 83 w 116"/>
              <a:gd name="T19" fmla="*/ 139 h 139"/>
              <a:gd name="T20" fmla="*/ 33 w 116"/>
              <a:gd name="T21" fmla="*/ 139 h 139"/>
              <a:gd name="T22" fmla="*/ 33 w 116"/>
              <a:gd name="T23" fmla="*/ 132 h 139"/>
              <a:gd name="T24" fmla="*/ 41 w 116"/>
              <a:gd name="T25" fmla="*/ 131 h 139"/>
              <a:gd name="T26" fmla="*/ 49 w 116"/>
              <a:gd name="T27" fmla="*/ 123 h 139"/>
              <a:gd name="T28" fmla="*/ 49 w 116"/>
              <a:gd name="T29" fmla="*/ 118 h 139"/>
              <a:gd name="T30" fmla="*/ 49 w 116"/>
              <a:gd name="T31" fmla="*/ 22 h 139"/>
              <a:gd name="T32" fmla="*/ 41 w 116"/>
              <a:gd name="T33" fmla="*/ 14 h 139"/>
              <a:gd name="T34" fmla="*/ 32 w 116"/>
              <a:gd name="T35" fmla="*/ 15 h 139"/>
              <a:gd name="T36" fmla="*/ 18 w 116"/>
              <a:gd name="T37" fmla="*/ 23 h 139"/>
              <a:gd name="T38" fmla="*/ 11 w 116"/>
              <a:gd name="T39" fmla="*/ 36 h 139"/>
              <a:gd name="T40" fmla="*/ 8 w 116"/>
              <a:gd name="T41" fmla="*/ 42 h 139"/>
              <a:gd name="T42" fmla="*/ 0 w 116"/>
              <a:gd name="T43" fmla="*/ 39 h 139"/>
              <a:gd name="T44" fmla="*/ 13 w 116"/>
              <a:gd name="T45" fmla="*/ 0 h 139"/>
              <a:gd name="T46" fmla="*/ 19 w 116"/>
              <a:gd name="T47" fmla="*/ 0 h 139"/>
              <a:gd name="T48" fmla="*/ 21 w 116"/>
              <a:gd name="T49" fmla="*/ 4 h 139"/>
              <a:gd name="T50" fmla="*/ 95 w 116"/>
              <a:gd name="T51" fmla="*/ 4 h 139"/>
              <a:gd name="T52" fmla="*/ 97 w 116"/>
              <a:gd name="T53" fmla="*/ 0 h 139"/>
              <a:gd name="T54" fmla="*/ 103 w 116"/>
              <a:gd name="T55" fmla="*/ 0 h 139"/>
              <a:gd name="T56" fmla="*/ 116 w 116"/>
              <a:gd name="T57" fmla="*/ 39 h 139"/>
              <a:gd name="T58" fmla="*/ 108 w 116"/>
              <a:gd name="T59" fmla="*/ 42 h 139"/>
            </a:gdLst>
            <a:rect l="0" t="0" r="r" b="b"/>
            <a:pathLst>
              <a:path w="116" h="139">
                <a:moveTo>
                  <a:pt x="108" y="42"/>
                </a:moveTo>
                <a:cubicBezTo>
                  <a:pt x="106" y="37"/>
                  <a:pt x="104" y="33"/>
                  <a:pt x="102" y="29"/>
                </a:cubicBezTo>
                <a:cubicBezTo>
                  <a:pt x="96" y="17"/>
                  <a:pt x="85" y="13"/>
                  <a:pt x="72" y="14"/>
                </a:cubicBezTo>
                <a:cubicBezTo>
                  <a:pt x="68" y="14"/>
                  <a:pt x="67" y="15"/>
                  <a:pt x="67" y="18"/>
                </a:cubicBezTo>
                <a:cubicBezTo>
                  <a:pt x="66" y="20"/>
                  <a:pt x="66" y="22"/>
                  <a:pt x="66" y="24"/>
                </a:cubicBezTo>
                <a:cubicBezTo>
                  <a:pt x="66" y="54"/>
                  <a:pt x="66" y="85"/>
                  <a:pt x="66" y="115"/>
                </a:cubicBezTo>
                <a:cubicBezTo>
                  <a:pt x="66" y="118"/>
                  <a:pt x="67" y="120"/>
                  <a:pt x="67" y="123"/>
                </a:cubicBezTo>
                <a:cubicBezTo>
                  <a:pt x="68" y="128"/>
                  <a:pt x="70" y="130"/>
                  <a:pt x="75" y="131"/>
                </a:cubicBezTo>
                <a:cubicBezTo>
                  <a:pt x="78" y="131"/>
                  <a:pt x="80" y="132"/>
                  <a:pt x="83" y="132"/>
                </a:cubicBezTo>
                <a:cubicBezTo>
                  <a:pt x="83" y="134"/>
                  <a:pt x="83" y="137"/>
                  <a:pt x="83" y="139"/>
                </a:cubicBezTo>
                <a:cubicBezTo>
                  <a:pt x="66" y="139"/>
                  <a:pt x="50" y="139"/>
                  <a:pt x="33" y="139"/>
                </a:cubicBezTo>
                <a:cubicBezTo>
                  <a:pt x="33" y="137"/>
                  <a:pt x="33" y="135"/>
                  <a:pt x="33" y="132"/>
                </a:cubicBezTo>
                <a:cubicBezTo>
                  <a:pt x="36" y="132"/>
                  <a:pt x="39" y="131"/>
                  <a:pt x="41" y="131"/>
                </a:cubicBezTo>
                <a:cubicBezTo>
                  <a:pt x="47" y="130"/>
                  <a:pt x="49" y="128"/>
                  <a:pt x="49" y="123"/>
                </a:cubicBezTo>
                <a:cubicBezTo>
                  <a:pt x="49" y="121"/>
                  <a:pt x="49" y="120"/>
                  <a:pt x="49" y="118"/>
                </a:cubicBezTo>
                <a:cubicBezTo>
                  <a:pt x="49" y="86"/>
                  <a:pt x="49" y="54"/>
                  <a:pt x="49" y="22"/>
                </a:cubicBezTo>
                <a:cubicBezTo>
                  <a:pt x="49" y="14"/>
                  <a:pt x="49" y="13"/>
                  <a:pt x="41" y="14"/>
                </a:cubicBezTo>
                <a:cubicBezTo>
                  <a:pt x="38" y="14"/>
                  <a:pt x="35" y="14"/>
                  <a:pt x="32" y="15"/>
                </a:cubicBezTo>
                <a:cubicBezTo>
                  <a:pt x="26" y="16"/>
                  <a:pt x="21" y="18"/>
                  <a:pt x="18" y="23"/>
                </a:cubicBezTo>
                <a:cubicBezTo>
                  <a:pt x="15" y="27"/>
                  <a:pt x="13" y="32"/>
                  <a:pt x="11" y="36"/>
                </a:cubicBezTo>
                <a:cubicBezTo>
                  <a:pt x="10" y="38"/>
                  <a:pt x="9" y="40"/>
                  <a:pt x="8" y="42"/>
                </a:cubicBezTo>
                <a:cubicBezTo>
                  <a:pt x="5" y="41"/>
                  <a:pt x="3" y="40"/>
                  <a:pt x="0" y="39"/>
                </a:cubicBezTo>
                <a:cubicBezTo>
                  <a:pt x="5" y="26"/>
                  <a:pt x="9" y="13"/>
                  <a:pt x="13" y="0"/>
                </a:cubicBezTo>
                <a:cubicBezTo>
                  <a:pt x="15" y="0"/>
                  <a:pt x="17" y="0"/>
                  <a:pt x="19" y="0"/>
                </a:cubicBezTo>
                <a:cubicBezTo>
                  <a:pt x="20" y="1"/>
                  <a:pt x="20" y="3"/>
                  <a:pt x="21" y="4"/>
                </a:cubicBezTo>
                <a:cubicBezTo>
                  <a:pt x="46" y="4"/>
                  <a:pt x="70" y="4"/>
                  <a:pt x="95" y="4"/>
                </a:cubicBezTo>
                <a:cubicBezTo>
                  <a:pt x="95" y="3"/>
                  <a:pt x="96" y="1"/>
                  <a:pt x="97" y="0"/>
                </a:cubicBezTo>
                <a:cubicBezTo>
                  <a:pt x="98" y="0"/>
                  <a:pt x="100" y="0"/>
                  <a:pt x="103" y="0"/>
                </a:cubicBezTo>
                <a:cubicBezTo>
                  <a:pt x="107" y="13"/>
                  <a:pt x="112" y="26"/>
                  <a:pt x="116" y="39"/>
                </a:cubicBezTo>
                <a:cubicBezTo>
                  <a:pt x="113" y="40"/>
                  <a:pt x="111" y="41"/>
                  <a:pt x="108" y="42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3" name="Freeform 33">
            <a:extLst xmlns:a="http://schemas.openxmlformats.org/drawingml/2006/main">
              <a:ext uri="{FF2B5EF4-FFF2-40B4-BE49-F238E27FC236}">
                <a16:creationId xmlns:a16="http://schemas.microsoft.com/office/drawing/2014/main" id="{CC2D1162-CCB3-4D7E-A464-1EE786217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1440" y="689187"/>
            <a:ext cx="25090" cy="67859"/>
          </a:xfrm>
          <a:custGeom xmlns:a="http://schemas.openxmlformats.org/drawingml/2006/main">
            <a:gdLst>
              <a:gd name="T0" fmla="*/ 0 w 50"/>
              <a:gd name="T1" fmla="*/ 134 h 134"/>
              <a:gd name="T2" fmla="*/ 0 w 50"/>
              <a:gd name="T3" fmla="*/ 127 h 134"/>
              <a:gd name="T4" fmla="*/ 9 w 50"/>
              <a:gd name="T5" fmla="*/ 126 h 134"/>
              <a:gd name="T6" fmla="*/ 16 w 50"/>
              <a:gd name="T7" fmla="*/ 119 h 134"/>
              <a:gd name="T8" fmla="*/ 16 w 50"/>
              <a:gd name="T9" fmla="*/ 113 h 134"/>
              <a:gd name="T10" fmla="*/ 16 w 50"/>
              <a:gd name="T11" fmla="*/ 21 h 134"/>
              <a:gd name="T12" fmla="*/ 16 w 50"/>
              <a:gd name="T13" fmla="*/ 13 h 134"/>
              <a:gd name="T14" fmla="*/ 9 w 50"/>
              <a:gd name="T15" fmla="*/ 8 h 134"/>
              <a:gd name="T16" fmla="*/ 1 w 50"/>
              <a:gd name="T17" fmla="*/ 7 h 134"/>
              <a:gd name="T18" fmla="*/ 1 w 50"/>
              <a:gd name="T19" fmla="*/ 0 h 134"/>
              <a:gd name="T20" fmla="*/ 49 w 50"/>
              <a:gd name="T21" fmla="*/ 0 h 134"/>
              <a:gd name="T22" fmla="*/ 49 w 50"/>
              <a:gd name="T23" fmla="*/ 7 h 134"/>
              <a:gd name="T24" fmla="*/ 42 w 50"/>
              <a:gd name="T25" fmla="*/ 8 h 134"/>
              <a:gd name="T26" fmla="*/ 34 w 50"/>
              <a:gd name="T27" fmla="*/ 15 h 134"/>
              <a:gd name="T28" fmla="*/ 33 w 50"/>
              <a:gd name="T29" fmla="*/ 23 h 134"/>
              <a:gd name="T30" fmla="*/ 33 w 50"/>
              <a:gd name="T31" fmla="*/ 113 h 134"/>
              <a:gd name="T32" fmla="*/ 46 w 50"/>
              <a:gd name="T33" fmla="*/ 127 h 134"/>
              <a:gd name="T34" fmla="*/ 49 w 50"/>
              <a:gd name="T35" fmla="*/ 127 h 134"/>
              <a:gd name="T36" fmla="*/ 50 w 50"/>
              <a:gd name="T37" fmla="*/ 131 h 134"/>
              <a:gd name="T38" fmla="*/ 49 w 50"/>
              <a:gd name="T39" fmla="*/ 134 h 134"/>
              <a:gd name="T40" fmla="*/ 0 w 50"/>
              <a:gd name="T41" fmla="*/ 134 h 134"/>
            </a:gdLst>
            <a:rect l="0" t="0" r="r" b="b"/>
            <a:pathLst>
              <a:path w="50" h="134">
                <a:moveTo>
                  <a:pt x="0" y="134"/>
                </a:move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9" y="126"/>
                </a:cubicBezTo>
                <a:cubicBezTo>
                  <a:pt x="13" y="125"/>
                  <a:pt x="15" y="124"/>
                  <a:pt x="16" y="119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18"/>
                  <a:pt x="16" y="16"/>
                  <a:pt x="16" y="13"/>
                </a:cubicBezTo>
                <a:cubicBezTo>
                  <a:pt x="15" y="10"/>
                  <a:pt x="13" y="8"/>
                  <a:pt x="9" y="8"/>
                </a:cubicBezTo>
                <a:cubicBezTo>
                  <a:pt x="6" y="7"/>
                  <a:pt x="4" y="7"/>
                  <a:pt x="1" y="7"/>
                </a:cubicBezTo>
                <a:cubicBezTo>
                  <a:pt x="1" y="4"/>
                  <a:pt x="1" y="2"/>
                  <a:pt x="1" y="0"/>
                </a:cubicBezTo>
                <a:cubicBezTo>
                  <a:pt x="17" y="0"/>
                  <a:pt x="33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7" y="7"/>
                  <a:pt x="44" y="7"/>
                  <a:pt x="42" y="8"/>
                </a:cubicBezTo>
                <a:cubicBezTo>
                  <a:pt x="38" y="8"/>
                  <a:pt x="35" y="10"/>
                  <a:pt x="34" y="15"/>
                </a:cubicBezTo>
                <a:cubicBezTo>
                  <a:pt x="34" y="17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6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8"/>
                  <a:pt x="50" y="129"/>
                  <a:pt x="50" y="131"/>
                </a:cubicBezTo>
                <a:cubicBezTo>
                  <a:pt x="50" y="132"/>
                  <a:pt x="49" y="133"/>
                  <a:pt x="49" y="134"/>
                </a:cubicBezTo>
                <a:cubicBezTo>
                  <a:pt x="33" y="134"/>
                  <a:pt x="17" y="134"/>
                  <a:pt x="0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4" name="Freeform 34">
            <a:extLst xmlns:a="http://schemas.openxmlformats.org/drawingml/2006/main">
              <a:ext uri="{FF2B5EF4-FFF2-40B4-BE49-F238E27FC236}">
                <a16:creationId xmlns:a16="http://schemas.microsoft.com/office/drawing/2014/main" id="{30F529A2-C9F1-4715-A6DD-2002F0172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237" y="689187"/>
            <a:ext cx="24520" cy="68429"/>
          </a:xfrm>
          <a:custGeom xmlns:a="http://schemas.openxmlformats.org/drawingml/2006/main">
            <a:gdLst>
              <a:gd name="T0" fmla="*/ 0 w 49"/>
              <a:gd name="T1" fmla="*/ 7 h 135"/>
              <a:gd name="T2" fmla="*/ 0 w 49"/>
              <a:gd name="T3" fmla="*/ 0 h 135"/>
              <a:gd name="T4" fmla="*/ 49 w 49"/>
              <a:gd name="T5" fmla="*/ 0 h 135"/>
              <a:gd name="T6" fmla="*/ 49 w 49"/>
              <a:gd name="T7" fmla="*/ 7 h 135"/>
              <a:gd name="T8" fmla="*/ 42 w 49"/>
              <a:gd name="T9" fmla="*/ 8 h 135"/>
              <a:gd name="T10" fmla="*/ 34 w 49"/>
              <a:gd name="T11" fmla="*/ 15 h 135"/>
              <a:gd name="T12" fmla="*/ 33 w 49"/>
              <a:gd name="T13" fmla="*/ 23 h 135"/>
              <a:gd name="T14" fmla="*/ 33 w 49"/>
              <a:gd name="T15" fmla="*/ 113 h 135"/>
              <a:gd name="T16" fmla="*/ 46 w 49"/>
              <a:gd name="T17" fmla="*/ 127 h 135"/>
              <a:gd name="T18" fmla="*/ 49 w 49"/>
              <a:gd name="T19" fmla="*/ 127 h 135"/>
              <a:gd name="T20" fmla="*/ 49 w 49"/>
              <a:gd name="T21" fmla="*/ 134 h 135"/>
              <a:gd name="T22" fmla="*/ 0 w 49"/>
              <a:gd name="T23" fmla="*/ 134 h 135"/>
              <a:gd name="T24" fmla="*/ 0 w 49"/>
              <a:gd name="T25" fmla="*/ 127 h 135"/>
              <a:gd name="T26" fmla="*/ 7 w 49"/>
              <a:gd name="T27" fmla="*/ 126 h 135"/>
              <a:gd name="T28" fmla="*/ 16 w 49"/>
              <a:gd name="T29" fmla="*/ 118 h 135"/>
              <a:gd name="T30" fmla="*/ 16 w 49"/>
              <a:gd name="T31" fmla="*/ 113 h 135"/>
              <a:gd name="T32" fmla="*/ 16 w 49"/>
              <a:gd name="T33" fmla="*/ 20 h 135"/>
              <a:gd name="T34" fmla="*/ 15 w 49"/>
              <a:gd name="T35" fmla="*/ 13 h 135"/>
              <a:gd name="T36" fmla="*/ 9 w 49"/>
              <a:gd name="T37" fmla="*/ 8 h 135"/>
              <a:gd name="T38" fmla="*/ 0 w 49"/>
              <a:gd name="T39" fmla="*/ 7 h 135"/>
            </a:gdLst>
            <a:rect l="0" t="0" r="r" b="b"/>
            <a:pathLst>
              <a:path w="49" h="135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5" y="10"/>
                  <a:pt x="34" y="15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5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45" y="135"/>
                  <a:pt x="9" y="135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5" y="127"/>
                  <a:pt x="7" y="126"/>
                </a:cubicBezTo>
                <a:cubicBezTo>
                  <a:pt x="13" y="126"/>
                  <a:pt x="15" y="124"/>
                  <a:pt x="16" y="118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8"/>
                  <a:pt x="15" y="16"/>
                  <a:pt x="15" y="13"/>
                </a:cubicBezTo>
                <a:cubicBezTo>
                  <a:pt x="14" y="10"/>
                  <a:pt x="12" y="8"/>
                  <a:pt x="9" y="8"/>
                </a:cubicBezTo>
                <a:cubicBezTo>
                  <a:pt x="6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5" name="Freeform 35">
            <a:extLst xmlns:a="http://schemas.openxmlformats.org/drawingml/2006/main">
              <a:ext uri="{FF2B5EF4-FFF2-40B4-BE49-F238E27FC236}">
                <a16:creationId xmlns:a16="http://schemas.microsoft.com/office/drawing/2014/main" id="{012B3D2C-1E39-4697-ADDB-D30F9C4FE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429" y="689187"/>
            <a:ext cx="24520" cy="67859"/>
          </a:xfrm>
          <a:custGeom xmlns:a="http://schemas.openxmlformats.org/drawingml/2006/main">
            <a:gdLst>
              <a:gd name="T0" fmla="*/ 0 w 49"/>
              <a:gd name="T1" fmla="*/ 7 h 134"/>
              <a:gd name="T2" fmla="*/ 0 w 49"/>
              <a:gd name="T3" fmla="*/ 0 h 134"/>
              <a:gd name="T4" fmla="*/ 49 w 49"/>
              <a:gd name="T5" fmla="*/ 0 h 134"/>
              <a:gd name="T6" fmla="*/ 49 w 49"/>
              <a:gd name="T7" fmla="*/ 7 h 134"/>
              <a:gd name="T8" fmla="*/ 42 w 49"/>
              <a:gd name="T9" fmla="*/ 8 h 134"/>
              <a:gd name="T10" fmla="*/ 34 w 49"/>
              <a:gd name="T11" fmla="*/ 15 h 134"/>
              <a:gd name="T12" fmla="*/ 33 w 49"/>
              <a:gd name="T13" fmla="*/ 23 h 134"/>
              <a:gd name="T14" fmla="*/ 33 w 49"/>
              <a:gd name="T15" fmla="*/ 112 h 134"/>
              <a:gd name="T16" fmla="*/ 34 w 49"/>
              <a:gd name="T17" fmla="*/ 120 h 134"/>
              <a:gd name="T18" fmla="*/ 40 w 49"/>
              <a:gd name="T19" fmla="*/ 126 h 134"/>
              <a:gd name="T20" fmla="*/ 49 w 49"/>
              <a:gd name="T21" fmla="*/ 127 h 134"/>
              <a:gd name="T22" fmla="*/ 49 w 49"/>
              <a:gd name="T23" fmla="*/ 134 h 134"/>
              <a:gd name="T24" fmla="*/ 0 w 49"/>
              <a:gd name="T25" fmla="*/ 134 h 134"/>
              <a:gd name="T26" fmla="*/ 0 w 49"/>
              <a:gd name="T27" fmla="*/ 127 h 134"/>
              <a:gd name="T28" fmla="*/ 8 w 49"/>
              <a:gd name="T29" fmla="*/ 126 h 134"/>
              <a:gd name="T30" fmla="*/ 15 w 49"/>
              <a:gd name="T31" fmla="*/ 119 h 134"/>
              <a:gd name="T32" fmla="*/ 16 w 49"/>
              <a:gd name="T33" fmla="*/ 110 h 134"/>
              <a:gd name="T34" fmla="*/ 16 w 49"/>
              <a:gd name="T35" fmla="*/ 25 h 134"/>
              <a:gd name="T36" fmla="*/ 15 w 49"/>
              <a:gd name="T37" fmla="*/ 15 h 134"/>
              <a:gd name="T38" fmla="*/ 8 w 49"/>
              <a:gd name="T39" fmla="*/ 8 h 134"/>
              <a:gd name="T40" fmla="*/ 0 w 49"/>
              <a:gd name="T41" fmla="*/ 7 h 134"/>
            </a:gdLst>
            <a:rect l="0" t="0" r="r" b="b"/>
            <a:pathLst>
              <a:path w="49" h="134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4" y="10"/>
                  <a:pt x="34" y="15"/>
                </a:cubicBezTo>
                <a:cubicBezTo>
                  <a:pt x="33" y="18"/>
                  <a:pt x="33" y="21"/>
                  <a:pt x="33" y="23"/>
                </a:cubicBezTo>
                <a:cubicBezTo>
                  <a:pt x="33" y="53"/>
                  <a:pt x="33" y="83"/>
                  <a:pt x="33" y="112"/>
                </a:cubicBezTo>
                <a:cubicBezTo>
                  <a:pt x="33" y="115"/>
                  <a:pt x="33" y="118"/>
                  <a:pt x="34" y="120"/>
                </a:cubicBezTo>
                <a:cubicBezTo>
                  <a:pt x="34" y="124"/>
                  <a:pt x="36" y="126"/>
                  <a:pt x="40" y="126"/>
                </a:cubicBezTo>
                <a:cubicBezTo>
                  <a:pt x="43" y="126"/>
                  <a:pt x="45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33" y="134"/>
                  <a:pt x="1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8" y="126"/>
                </a:cubicBezTo>
                <a:cubicBezTo>
                  <a:pt x="13" y="125"/>
                  <a:pt x="15" y="123"/>
                  <a:pt x="15" y="119"/>
                </a:cubicBezTo>
                <a:cubicBezTo>
                  <a:pt x="16" y="116"/>
                  <a:pt x="16" y="113"/>
                  <a:pt x="16" y="110"/>
                </a:cubicBezTo>
                <a:cubicBezTo>
                  <a:pt x="16" y="81"/>
                  <a:pt x="16" y="53"/>
                  <a:pt x="16" y="25"/>
                </a:cubicBezTo>
                <a:cubicBezTo>
                  <a:pt x="16" y="21"/>
                  <a:pt x="16" y="18"/>
                  <a:pt x="15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8" name="Freeform 9">
            <a:extLst xmlns:a="http://schemas.openxmlformats.org/drawingml/2006/main">
              <a:ext uri="{FF2B5EF4-FFF2-40B4-BE49-F238E27FC236}">
                <a16:creationId xmlns:a16="http://schemas.microsoft.com/office/drawing/2014/main" id="{1EE66B05-1523-44C6-8CBF-4A5C3ED2D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4981" y="365289"/>
            <a:ext cx="164800" cy="184188"/>
          </a:xfrm>
          <a:custGeom xmlns:a="http://schemas.openxmlformats.org/drawingml/2006/main">
            <a:gdLst>
              <a:gd name="T0" fmla="*/ 324 w 325"/>
              <a:gd name="T1" fmla="*/ 106 h 363"/>
              <a:gd name="T2" fmla="*/ 283 w 325"/>
              <a:gd name="T3" fmla="*/ 179 h 363"/>
              <a:gd name="T4" fmla="*/ 247 w 325"/>
              <a:gd name="T5" fmla="*/ 214 h 363"/>
              <a:gd name="T6" fmla="*/ 241 w 325"/>
              <a:gd name="T7" fmla="*/ 228 h 363"/>
              <a:gd name="T8" fmla="*/ 271 w 325"/>
              <a:gd name="T9" fmla="*/ 230 h 363"/>
              <a:gd name="T10" fmla="*/ 282 w 325"/>
              <a:gd name="T11" fmla="*/ 240 h 363"/>
              <a:gd name="T12" fmla="*/ 269 w 325"/>
              <a:gd name="T13" fmla="*/ 277 h 363"/>
              <a:gd name="T14" fmla="*/ 223 w 325"/>
              <a:gd name="T15" fmla="*/ 316 h 363"/>
              <a:gd name="T16" fmla="*/ 176 w 325"/>
              <a:gd name="T17" fmla="*/ 340 h 363"/>
              <a:gd name="T18" fmla="*/ 160 w 325"/>
              <a:gd name="T19" fmla="*/ 339 h 363"/>
              <a:gd name="T20" fmla="*/ 165 w 325"/>
              <a:gd name="T21" fmla="*/ 329 h 363"/>
              <a:gd name="T22" fmla="*/ 195 w 325"/>
              <a:gd name="T23" fmla="*/ 302 h 363"/>
              <a:gd name="T24" fmla="*/ 214 w 325"/>
              <a:gd name="T25" fmla="*/ 282 h 363"/>
              <a:gd name="T26" fmla="*/ 223 w 325"/>
              <a:gd name="T27" fmla="*/ 265 h 363"/>
              <a:gd name="T28" fmla="*/ 220 w 325"/>
              <a:gd name="T29" fmla="*/ 257 h 363"/>
              <a:gd name="T30" fmla="*/ 179 w 325"/>
              <a:gd name="T31" fmla="*/ 289 h 363"/>
              <a:gd name="T32" fmla="*/ 106 w 325"/>
              <a:gd name="T33" fmla="*/ 335 h 363"/>
              <a:gd name="T34" fmla="*/ 20 w 325"/>
              <a:gd name="T35" fmla="*/ 363 h 363"/>
              <a:gd name="T36" fmla="*/ 4 w 325"/>
              <a:gd name="T37" fmla="*/ 360 h 363"/>
              <a:gd name="T38" fmla="*/ 78 w 325"/>
              <a:gd name="T39" fmla="*/ 306 h 363"/>
              <a:gd name="T40" fmla="*/ 102 w 325"/>
              <a:gd name="T41" fmla="*/ 295 h 363"/>
              <a:gd name="T42" fmla="*/ 208 w 325"/>
              <a:gd name="T43" fmla="*/ 238 h 363"/>
              <a:gd name="T44" fmla="*/ 207 w 325"/>
              <a:gd name="T45" fmla="*/ 232 h 363"/>
              <a:gd name="T46" fmla="*/ 171 w 325"/>
              <a:gd name="T47" fmla="*/ 243 h 363"/>
              <a:gd name="T48" fmla="*/ 163 w 325"/>
              <a:gd name="T49" fmla="*/ 239 h 363"/>
              <a:gd name="T50" fmla="*/ 170 w 325"/>
              <a:gd name="T51" fmla="*/ 226 h 363"/>
              <a:gd name="T52" fmla="*/ 154 w 325"/>
              <a:gd name="T53" fmla="*/ 206 h 363"/>
              <a:gd name="T54" fmla="*/ 122 w 325"/>
              <a:gd name="T55" fmla="*/ 224 h 363"/>
              <a:gd name="T56" fmla="*/ 99 w 325"/>
              <a:gd name="T57" fmla="*/ 236 h 363"/>
              <a:gd name="T58" fmla="*/ 100 w 325"/>
              <a:gd name="T59" fmla="*/ 222 h 363"/>
              <a:gd name="T60" fmla="*/ 116 w 325"/>
              <a:gd name="T61" fmla="*/ 204 h 363"/>
              <a:gd name="T62" fmla="*/ 118 w 325"/>
              <a:gd name="T63" fmla="*/ 183 h 363"/>
              <a:gd name="T64" fmla="*/ 116 w 325"/>
              <a:gd name="T65" fmla="*/ 174 h 363"/>
              <a:gd name="T66" fmla="*/ 143 w 325"/>
              <a:gd name="T67" fmla="*/ 167 h 363"/>
              <a:gd name="T68" fmla="*/ 158 w 325"/>
              <a:gd name="T69" fmla="*/ 145 h 363"/>
              <a:gd name="T70" fmla="*/ 147 w 325"/>
              <a:gd name="T71" fmla="*/ 144 h 363"/>
              <a:gd name="T72" fmla="*/ 132 w 325"/>
              <a:gd name="T73" fmla="*/ 141 h 363"/>
              <a:gd name="T74" fmla="*/ 141 w 325"/>
              <a:gd name="T75" fmla="*/ 129 h 363"/>
              <a:gd name="T76" fmla="*/ 140 w 325"/>
              <a:gd name="T77" fmla="*/ 115 h 363"/>
              <a:gd name="T78" fmla="*/ 112 w 325"/>
              <a:gd name="T79" fmla="*/ 96 h 363"/>
              <a:gd name="T80" fmla="*/ 127 w 325"/>
              <a:gd name="T81" fmla="*/ 92 h 363"/>
              <a:gd name="T82" fmla="*/ 167 w 325"/>
              <a:gd name="T83" fmla="*/ 81 h 363"/>
              <a:gd name="T84" fmla="*/ 203 w 325"/>
              <a:gd name="T85" fmla="*/ 36 h 363"/>
              <a:gd name="T86" fmla="*/ 204 w 325"/>
              <a:gd name="T87" fmla="*/ 10 h 363"/>
              <a:gd name="T88" fmla="*/ 216 w 325"/>
              <a:gd name="T89" fmla="*/ 3 h 363"/>
              <a:gd name="T90" fmla="*/ 224 w 325"/>
              <a:gd name="T91" fmla="*/ 56 h 363"/>
              <a:gd name="T92" fmla="*/ 205 w 325"/>
              <a:gd name="T93" fmla="*/ 91 h 363"/>
              <a:gd name="T94" fmla="*/ 208 w 325"/>
              <a:gd name="T95" fmla="*/ 105 h 363"/>
              <a:gd name="T96" fmla="*/ 267 w 325"/>
              <a:gd name="T97" fmla="*/ 87 h 363"/>
              <a:gd name="T98" fmla="*/ 297 w 325"/>
              <a:gd name="T99" fmla="*/ 85 h 363"/>
              <a:gd name="T100" fmla="*/ 309 w 325"/>
              <a:gd name="T101" fmla="*/ 86 h 363"/>
              <a:gd name="T102" fmla="*/ 325 w 325"/>
              <a:gd name="T103" fmla="*/ 104 h 363"/>
              <a:gd name="T104" fmla="*/ 198 w 325"/>
              <a:gd name="T105" fmla="*/ 126 h 363"/>
              <a:gd name="T106" fmla="*/ 164 w 325"/>
              <a:gd name="T107" fmla="*/ 175 h 363"/>
              <a:gd name="T108" fmla="*/ 181 w 325"/>
              <a:gd name="T109" fmla="*/ 191 h 363"/>
              <a:gd name="T110" fmla="*/ 186 w 325"/>
              <a:gd name="T111" fmla="*/ 173 h 363"/>
              <a:gd name="T112" fmla="*/ 199 w 325"/>
              <a:gd name="T113" fmla="*/ 170 h 363"/>
              <a:gd name="T114" fmla="*/ 206 w 325"/>
              <a:gd name="T115" fmla="*/ 204 h 363"/>
              <a:gd name="T116" fmla="*/ 217 w 325"/>
              <a:gd name="T117" fmla="*/ 206 h 363"/>
              <a:gd name="T118" fmla="*/ 229 w 325"/>
              <a:gd name="T119" fmla="*/ 188 h 363"/>
              <a:gd name="T120" fmla="*/ 261 w 325"/>
              <a:gd name="T121" fmla="*/ 141 h 363"/>
              <a:gd name="T122" fmla="*/ 250 w 325"/>
              <a:gd name="T123" fmla="*/ 134 h 363"/>
              <a:gd name="T124" fmla="*/ 206 w 325"/>
              <a:gd name="T125" fmla="*/ 122 h 363"/>
            </a:gdLst>
            <a:rect l="0" t="0" r="r" b="b"/>
            <a:pathLst>
              <a:path w="325" h="363">
                <a:moveTo>
                  <a:pt x="325" y="104"/>
                </a:moveTo>
                <a:cubicBezTo>
                  <a:pt x="325" y="104"/>
                  <a:pt x="324" y="105"/>
                  <a:pt x="324" y="106"/>
                </a:cubicBezTo>
                <a:cubicBezTo>
                  <a:pt x="323" y="108"/>
                  <a:pt x="323" y="111"/>
                  <a:pt x="322" y="114"/>
                </a:cubicBezTo>
                <a:cubicBezTo>
                  <a:pt x="312" y="138"/>
                  <a:pt x="300" y="160"/>
                  <a:pt x="283" y="179"/>
                </a:cubicBezTo>
                <a:cubicBezTo>
                  <a:pt x="275" y="188"/>
                  <a:pt x="267" y="197"/>
                  <a:pt x="259" y="205"/>
                </a:cubicBezTo>
                <a:cubicBezTo>
                  <a:pt x="255" y="209"/>
                  <a:pt x="251" y="211"/>
                  <a:pt x="247" y="214"/>
                </a:cubicBezTo>
                <a:cubicBezTo>
                  <a:pt x="244" y="217"/>
                  <a:pt x="241" y="219"/>
                  <a:pt x="239" y="223"/>
                </a:cubicBezTo>
                <a:cubicBezTo>
                  <a:pt x="237" y="226"/>
                  <a:pt x="238" y="227"/>
                  <a:pt x="241" y="228"/>
                </a:cubicBezTo>
                <a:cubicBezTo>
                  <a:pt x="243" y="228"/>
                  <a:pt x="245" y="228"/>
                  <a:pt x="246" y="228"/>
                </a:cubicBezTo>
                <a:cubicBezTo>
                  <a:pt x="255" y="229"/>
                  <a:pt x="263" y="230"/>
                  <a:pt x="271" y="230"/>
                </a:cubicBezTo>
                <a:cubicBezTo>
                  <a:pt x="272" y="230"/>
                  <a:pt x="274" y="231"/>
                  <a:pt x="275" y="231"/>
                </a:cubicBezTo>
                <a:cubicBezTo>
                  <a:pt x="280" y="233"/>
                  <a:pt x="282" y="235"/>
                  <a:pt x="282" y="240"/>
                </a:cubicBezTo>
                <a:cubicBezTo>
                  <a:pt x="283" y="247"/>
                  <a:pt x="282" y="253"/>
                  <a:pt x="279" y="259"/>
                </a:cubicBezTo>
                <a:cubicBezTo>
                  <a:pt x="277" y="265"/>
                  <a:pt x="273" y="271"/>
                  <a:pt x="269" y="277"/>
                </a:cubicBezTo>
                <a:cubicBezTo>
                  <a:pt x="260" y="289"/>
                  <a:pt x="248" y="298"/>
                  <a:pt x="237" y="307"/>
                </a:cubicBezTo>
                <a:cubicBezTo>
                  <a:pt x="233" y="311"/>
                  <a:pt x="228" y="314"/>
                  <a:pt x="223" y="316"/>
                </a:cubicBezTo>
                <a:cubicBezTo>
                  <a:pt x="213" y="321"/>
                  <a:pt x="203" y="327"/>
                  <a:pt x="193" y="332"/>
                </a:cubicBezTo>
                <a:cubicBezTo>
                  <a:pt x="187" y="334"/>
                  <a:pt x="182" y="337"/>
                  <a:pt x="176" y="340"/>
                </a:cubicBezTo>
                <a:cubicBezTo>
                  <a:pt x="173" y="341"/>
                  <a:pt x="169" y="341"/>
                  <a:pt x="166" y="342"/>
                </a:cubicBezTo>
                <a:cubicBezTo>
                  <a:pt x="164" y="342"/>
                  <a:pt x="161" y="341"/>
                  <a:pt x="160" y="339"/>
                </a:cubicBezTo>
                <a:cubicBezTo>
                  <a:pt x="159" y="337"/>
                  <a:pt x="160" y="335"/>
                  <a:pt x="162" y="333"/>
                </a:cubicBezTo>
                <a:cubicBezTo>
                  <a:pt x="163" y="332"/>
                  <a:pt x="164" y="330"/>
                  <a:pt x="165" y="329"/>
                </a:cubicBezTo>
                <a:cubicBezTo>
                  <a:pt x="173" y="323"/>
                  <a:pt x="181" y="316"/>
                  <a:pt x="189" y="310"/>
                </a:cubicBezTo>
                <a:cubicBezTo>
                  <a:pt x="192" y="307"/>
                  <a:pt x="194" y="305"/>
                  <a:pt x="195" y="302"/>
                </a:cubicBezTo>
                <a:cubicBezTo>
                  <a:pt x="196" y="300"/>
                  <a:pt x="198" y="297"/>
                  <a:pt x="200" y="295"/>
                </a:cubicBezTo>
                <a:cubicBezTo>
                  <a:pt x="205" y="291"/>
                  <a:pt x="210" y="287"/>
                  <a:pt x="214" y="282"/>
                </a:cubicBezTo>
                <a:cubicBezTo>
                  <a:pt x="217" y="280"/>
                  <a:pt x="218" y="278"/>
                  <a:pt x="219" y="275"/>
                </a:cubicBezTo>
                <a:cubicBezTo>
                  <a:pt x="219" y="271"/>
                  <a:pt x="221" y="268"/>
                  <a:pt x="223" y="265"/>
                </a:cubicBezTo>
                <a:cubicBezTo>
                  <a:pt x="225" y="263"/>
                  <a:pt x="227" y="261"/>
                  <a:pt x="229" y="259"/>
                </a:cubicBezTo>
                <a:cubicBezTo>
                  <a:pt x="227" y="256"/>
                  <a:pt x="224" y="256"/>
                  <a:pt x="220" y="257"/>
                </a:cubicBezTo>
                <a:cubicBezTo>
                  <a:pt x="212" y="260"/>
                  <a:pt x="205" y="264"/>
                  <a:pt x="199" y="270"/>
                </a:cubicBezTo>
                <a:cubicBezTo>
                  <a:pt x="192" y="276"/>
                  <a:pt x="186" y="282"/>
                  <a:pt x="179" y="289"/>
                </a:cubicBezTo>
                <a:cubicBezTo>
                  <a:pt x="169" y="299"/>
                  <a:pt x="157" y="307"/>
                  <a:pt x="144" y="314"/>
                </a:cubicBezTo>
                <a:cubicBezTo>
                  <a:pt x="131" y="320"/>
                  <a:pt x="119" y="328"/>
                  <a:pt x="106" y="335"/>
                </a:cubicBezTo>
                <a:cubicBezTo>
                  <a:pt x="89" y="344"/>
                  <a:pt x="72" y="352"/>
                  <a:pt x="53" y="357"/>
                </a:cubicBezTo>
                <a:cubicBezTo>
                  <a:pt x="43" y="361"/>
                  <a:pt x="32" y="363"/>
                  <a:pt x="20" y="363"/>
                </a:cubicBezTo>
                <a:cubicBezTo>
                  <a:pt x="16" y="362"/>
                  <a:pt x="12" y="361"/>
                  <a:pt x="7" y="361"/>
                </a:cubicBezTo>
                <a:cubicBezTo>
                  <a:pt x="6" y="361"/>
                  <a:pt x="5" y="360"/>
                  <a:pt x="4" y="360"/>
                </a:cubicBezTo>
                <a:cubicBezTo>
                  <a:pt x="0" y="358"/>
                  <a:pt x="0" y="355"/>
                  <a:pt x="4" y="352"/>
                </a:cubicBezTo>
                <a:cubicBezTo>
                  <a:pt x="28" y="337"/>
                  <a:pt x="53" y="321"/>
                  <a:pt x="78" y="306"/>
                </a:cubicBezTo>
                <a:cubicBezTo>
                  <a:pt x="84" y="302"/>
                  <a:pt x="91" y="298"/>
                  <a:pt x="98" y="297"/>
                </a:cubicBezTo>
                <a:cubicBezTo>
                  <a:pt x="100" y="296"/>
                  <a:pt x="101" y="295"/>
                  <a:pt x="102" y="295"/>
                </a:cubicBezTo>
                <a:cubicBezTo>
                  <a:pt x="135" y="275"/>
                  <a:pt x="169" y="257"/>
                  <a:pt x="204" y="241"/>
                </a:cubicBezTo>
                <a:cubicBezTo>
                  <a:pt x="205" y="240"/>
                  <a:pt x="207" y="239"/>
                  <a:pt x="208" y="238"/>
                </a:cubicBezTo>
                <a:cubicBezTo>
                  <a:pt x="209" y="237"/>
                  <a:pt x="210" y="235"/>
                  <a:pt x="210" y="234"/>
                </a:cubicBezTo>
                <a:cubicBezTo>
                  <a:pt x="210" y="233"/>
                  <a:pt x="208" y="232"/>
                  <a:pt x="207" y="232"/>
                </a:cubicBezTo>
                <a:cubicBezTo>
                  <a:pt x="201" y="231"/>
                  <a:pt x="196" y="233"/>
                  <a:pt x="190" y="235"/>
                </a:cubicBezTo>
                <a:cubicBezTo>
                  <a:pt x="184" y="238"/>
                  <a:pt x="178" y="240"/>
                  <a:pt x="171" y="243"/>
                </a:cubicBezTo>
                <a:cubicBezTo>
                  <a:pt x="170" y="243"/>
                  <a:pt x="169" y="244"/>
                  <a:pt x="168" y="244"/>
                </a:cubicBezTo>
                <a:cubicBezTo>
                  <a:pt x="164" y="244"/>
                  <a:pt x="163" y="244"/>
                  <a:pt x="163" y="239"/>
                </a:cubicBezTo>
                <a:cubicBezTo>
                  <a:pt x="163" y="236"/>
                  <a:pt x="164" y="233"/>
                  <a:pt x="166" y="231"/>
                </a:cubicBezTo>
                <a:cubicBezTo>
                  <a:pt x="167" y="229"/>
                  <a:pt x="169" y="228"/>
                  <a:pt x="170" y="226"/>
                </a:cubicBezTo>
                <a:cubicBezTo>
                  <a:pt x="172" y="222"/>
                  <a:pt x="172" y="218"/>
                  <a:pt x="168" y="215"/>
                </a:cubicBezTo>
                <a:cubicBezTo>
                  <a:pt x="164" y="212"/>
                  <a:pt x="159" y="209"/>
                  <a:pt x="154" y="206"/>
                </a:cubicBezTo>
                <a:cubicBezTo>
                  <a:pt x="148" y="203"/>
                  <a:pt x="143" y="205"/>
                  <a:pt x="138" y="210"/>
                </a:cubicBezTo>
                <a:cubicBezTo>
                  <a:pt x="133" y="215"/>
                  <a:pt x="128" y="219"/>
                  <a:pt x="122" y="224"/>
                </a:cubicBezTo>
                <a:cubicBezTo>
                  <a:pt x="118" y="228"/>
                  <a:pt x="112" y="231"/>
                  <a:pt x="107" y="235"/>
                </a:cubicBezTo>
                <a:cubicBezTo>
                  <a:pt x="105" y="236"/>
                  <a:pt x="102" y="238"/>
                  <a:pt x="99" y="236"/>
                </a:cubicBezTo>
                <a:cubicBezTo>
                  <a:pt x="97" y="234"/>
                  <a:pt x="97" y="231"/>
                  <a:pt x="98" y="229"/>
                </a:cubicBezTo>
                <a:cubicBezTo>
                  <a:pt x="98" y="226"/>
                  <a:pt x="99" y="224"/>
                  <a:pt x="100" y="222"/>
                </a:cubicBezTo>
                <a:cubicBezTo>
                  <a:pt x="102" y="219"/>
                  <a:pt x="105" y="217"/>
                  <a:pt x="107" y="214"/>
                </a:cubicBezTo>
                <a:cubicBezTo>
                  <a:pt x="110" y="211"/>
                  <a:pt x="113" y="208"/>
                  <a:pt x="116" y="204"/>
                </a:cubicBezTo>
                <a:cubicBezTo>
                  <a:pt x="118" y="202"/>
                  <a:pt x="119" y="198"/>
                  <a:pt x="120" y="195"/>
                </a:cubicBezTo>
                <a:cubicBezTo>
                  <a:pt x="122" y="191"/>
                  <a:pt x="122" y="187"/>
                  <a:pt x="118" y="183"/>
                </a:cubicBezTo>
                <a:cubicBezTo>
                  <a:pt x="116" y="182"/>
                  <a:pt x="115" y="181"/>
                  <a:pt x="115" y="179"/>
                </a:cubicBezTo>
                <a:cubicBezTo>
                  <a:pt x="113" y="177"/>
                  <a:pt x="113" y="175"/>
                  <a:pt x="116" y="174"/>
                </a:cubicBezTo>
                <a:cubicBezTo>
                  <a:pt x="123" y="173"/>
                  <a:pt x="130" y="171"/>
                  <a:pt x="137" y="170"/>
                </a:cubicBezTo>
                <a:cubicBezTo>
                  <a:pt x="140" y="170"/>
                  <a:pt x="141" y="169"/>
                  <a:pt x="143" y="167"/>
                </a:cubicBezTo>
                <a:cubicBezTo>
                  <a:pt x="146" y="163"/>
                  <a:pt x="150" y="159"/>
                  <a:pt x="153" y="155"/>
                </a:cubicBezTo>
                <a:cubicBezTo>
                  <a:pt x="155" y="152"/>
                  <a:pt x="157" y="149"/>
                  <a:pt x="158" y="145"/>
                </a:cubicBezTo>
                <a:cubicBezTo>
                  <a:pt x="159" y="141"/>
                  <a:pt x="157" y="140"/>
                  <a:pt x="154" y="141"/>
                </a:cubicBezTo>
                <a:cubicBezTo>
                  <a:pt x="151" y="141"/>
                  <a:pt x="149" y="142"/>
                  <a:pt x="147" y="144"/>
                </a:cubicBezTo>
                <a:cubicBezTo>
                  <a:pt x="144" y="146"/>
                  <a:pt x="140" y="146"/>
                  <a:pt x="137" y="145"/>
                </a:cubicBezTo>
                <a:cubicBezTo>
                  <a:pt x="134" y="145"/>
                  <a:pt x="133" y="144"/>
                  <a:pt x="132" y="141"/>
                </a:cubicBezTo>
                <a:cubicBezTo>
                  <a:pt x="132" y="139"/>
                  <a:pt x="132" y="137"/>
                  <a:pt x="134" y="135"/>
                </a:cubicBezTo>
                <a:cubicBezTo>
                  <a:pt x="137" y="133"/>
                  <a:pt x="139" y="131"/>
                  <a:pt x="141" y="129"/>
                </a:cubicBezTo>
                <a:cubicBezTo>
                  <a:pt x="143" y="126"/>
                  <a:pt x="144" y="123"/>
                  <a:pt x="144" y="119"/>
                </a:cubicBezTo>
                <a:cubicBezTo>
                  <a:pt x="144" y="116"/>
                  <a:pt x="143" y="115"/>
                  <a:pt x="140" y="115"/>
                </a:cubicBezTo>
                <a:cubicBezTo>
                  <a:pt x="136" y="115"/>
                  <a:pt x="132" y="115"/>
                  <a:pt x="129" y="114"/>
                </a:cubicBezTo>
                <a:cubicBezTo>
                  <a:pt x="119" y="112"/>
                  <a:pt x="114" y="106"/>
                  <a:pt x="112" y="96"/>
                </a:cubicBezTo>
                <a:cubicBezTo>
                  <a:pt x="112" y="91"/>
                  <a:pt x="113" y="90"/>
                  <a:pt x="118" y="91"/>
                </a:cubicBezTo>
                <a:cubicBezTo>
                  <a:pt x="121" y="91"/>
                  <a:pt x="124" y="91"/>
                  <a:pt x="127" y="92"/>
                </a:cubicBezTo>
                <a:cubicBezTo>
                  <a:pt x="137" y="93"/>
                  <a:pt x="146" y="92"/>
                  <a:pt x="155" y="86"/>
                </a:cubicBezTo>
                <a:cubicBezTo>
                  <a:pt x="158" y="83"/>
                  <a:pt x="163" y="82"/>
                  <a:pt x="167" y="81"/>
                </a:cubicBezTo>
                <a:cubicBezTo>
                  <a:pt x="174" y="79"/>
                  <a:pt x="180" y="76"/>
                  <a:pt x="184" y="70"/>
                </a:cubicBezTo>
                <a:cubicBezTo>
                  <a:pt x="193" y="60"/>
                  <a:pt x="200" y="49"/>
                  <a:pt x="203" y="36"/>
                </a:cubicBezTo>
                <a:cubicBezTo>
                  <a:pt x="204" y="30"/>
                  <a:pt x="205" y="23"/>
                  <a:pt x="205" y="17"/>
                </a:cubicBezTo>
                <a:cubicBezTo>
                  <a:pt x="204" y="15"/>
                  <a:pt x="204" y="13"/>
                  <a:pt x="204" y="10"/>
                </a:cubicBezTo>
                <a:cubicBezTo>
                  <a:pt x="204" y="7"/>
                  <a:pt x="204" y="4"/>
                  <a:pt x="207" y="2"/>
                </a:cubicBezTo>
                <a:cubicBezTo>
                  <a:pt x="211" y="0"/>
                  <a:pt x="213" y="2"/>
                  <a:pt x="216" y="3"/>
                </a:cubicBezTo>
                <a:cubicBezTo>
                  <a:pt x="230" y="11"/>
                  <a:pt x="236" y="28"/>
                  <a:pt x="230" y="43"/>
                </a:cubicBezTo>
                <a:cubicBezTo>
                  <a:pt x="229" y="48"/>
                  <a:pt x="226" y="52"/>
                  <a:pt x="224" y="56"/>
                </a:cubicBezTo>
                <a:cubicBezTo>
                  <a:pt x="219" y="64"/>
                  <a:pt x="214" y="72"/>
                  <a:pt x="209" y="80"/>
                </a:cubicBezTo>
                <a:cubicBezTo>
                  <a:pt x="207" y="83"/>
                  <a:pt x="206" y="87"/>
                  <a:pt x="205" y="91"/>
                </a:cubicBezTo>
                <a:cubicBezTo>
                  <a:pt x="204" y="93"/>
                  <a:pt x="203" y="95"/>
                  <a:pt x="203" y="98"/>
                </a:cubicBezTo>
                <a:cubicBezTo>
                  <a:pt x="203" y="102"/>
                  <a:pt x="205" y="104"/>
                  <a:pt x="208" y="105"/>
                </a:cubicBezTo>
                <a:cubicBezTo>
                  <a:pt x="213" y="106"/>
                  <a:pt x="217" y="105"/>
                  <a:pt x="221" y="104"/>
                </a:cubicBezTo>
                <a:cubicBezTo>
                  <a:pt x="236" y="97"/>
                  <a:pt x="251" y="91"/>
                  <a:pt x="267" y="87"/>
                </a:cubicBezTo>
                <a:cubicBezTo>
                  <a:pt x="274" y="85"/>
                  <a:pt x="280" y="84"/>
                  <a:pt x="287" y="82"/>
                </a:cubicBezTo>
                <a:cubicBezTo>
                  <a:pt x="290" y="82"/>
                  <a:pt x="294" y="82"/>
                  <a:pt x="297" y="85"/>
                </a:cubicBezTo>
                <a:cubicBezTo>
                  <a:pt x="299" y="86"/>
                  <a:pt x="301" y="86"/>
                  <a:pt x="304" y="86"/>
                </a:cubicBezTo>
                <a:cubicBezTo>
                  <a:pt x="305" y="87"/>
                  <a:pt x="307" y="86"/>
                  <a:pt x="309" y="86"/>
                </a:cubicBezTo>
                <a:cubicBezTo>
                  <a:pt x="317" y="86"/>
                  <a:pt x="323" y="89"/>
                  <a:pt x="325" y="97"/>
                </a:cubicBezTo>
                <a:cubicBezTo>
                  <a:pt x="325" y="99"/>
                  <a:pt x="325" y="101"/>
                  <a:pt x="325" y="104"/>
                </a:cubicBezTo>
                <a:close/>
                <a:moveTo>
                  <a:pt x="206" y="122"/>
                </a:moveTo>
                <a:cubicBezTo>
                  <a:pt x="203" y="122"/>
                  <a:pt x="200" y="123"/>
                  <a:pt x="198" y="126"/>
                </a:cubicBezTo>
                <a:cubicBezTo>
                  <a:pt x="189" y="138"/>
                  <a:pt x="179" y="150"/>
                  <a:pt x="169" y="162"/>
                </a:cubicBezTo>
                <a:cubicBezTo>
                  <a:pt x="166" y="166"/>
                  <a:pt x="164" y="170"/>
                  <a:pt x="164" y="175"/>
                </a:cubicBezTo>
                <a:cubicBezTo>
                  <a:pt x="162" y="184"/>
                  <a:pt x="165" y="188"/>
                  <a:pt x="173" y="193"/>
                </a:cubicBezTo>
                <a:cubicBezTo>
                  <a:pt x="176" y="195"/>
                  <a:pt x="179" y="194"/>
                  <a:pt x="181" y="191"/>
                </a:cubicBezTo>
                <a:cubicBezTo>
                  <a:pt x="183" y="188"/>
                  <a:pt x="183" y="186"/>
                  <a:pt x="184" y="183"/>
                </a:cubicBezTo>
                <a:cubicBezTo>
                  <a:pt x="185" y="180"/>
                  <a:pt x="185" y="176"/>
                  <a:pt x="186" y="173"/>
                </a:cubicBezTo>
                <a:cubicBezTo>
                  <a:pt x="187" y="171"/>
                  <a:pt x="188" y="168"/>
                  <a:pt x="190" y="167"/>
                </a:cubicBezTo>
                <a:cubicBezTo>
                  <a:pt x="194" y="164"/>
                  <a:pt x="197" y="165"/>
                  <a:pt x="199" y="170"/>
                </a:cubicBezTo>
                <a:cubicBezTo>
                  <a:pt x="199" y="171"/>
                  <a:pt x="199" y="171"/>
                  <a:pt x="199" y="172"/>
                </a:cubicBezTo>
                <a:cubicBezTo>
                  <a:pt x="202" y="183"/>
                  <a:pt x="205" y="193"/>
                  <a:pt x="206" y="204"/>
                </a:cubicBezTo>
                <a:cubicBezTo>
                  <a:pt x="206" y="206"/>
                  <a:pt x="207" y="209"/>
                  <a:pt x="210" y="210"/>
                </a:cubicBezTo>
                <a:cubicBezTo>
                  <a:pt x="214" y="210"/>
                  <a:pt x="215" y="208"/>
                  <a:pt x="217" y="206"/>
                </a:cubicBezTo>
                <a:cubicBezTo>
                  <a:pt x="217" y="205"/>
                  <a:pt x="217" y="205"/>
                  <a:pt x="218" y="204"/>
                </a:cubicBezTo>
                <a:cubicBezTo>
                  <a:pt x="221" y="199"/>
                  <a:pt x="225" y="193"/>
                  <a:pt x="229" y="188"/>
                </a:cubicBezTo>
                <a:cubicBezTo>
                  <a:pt x="237" y="177"/>
                  <a:pt x="246" y="167"/>
                  <a:pt x="255" y="157"/>
                </a:cubicBezTo>
                <a:cubicBezTo>
                  <a:pt x="259" y="152"/>
                  <a:pt x="261" y="147"/>
                  <a:pt x="261" y="141"/>
                </a:cubicBezTo>
                <a:cubicBezTo>
                  <a:pt x="261" y="137"/>
                  <a:pt x="259" y="135"/>
                  <a:pt x="255" y="134"/>
                </a:cubicBezTo>
                <a:cubicBezTo>
                  <a:pt x="253" y="134"/>
                  <a:pt x="251" y="134"/>
                  <a:pt x="250" y="134"/>
                </a:cubicBezTo>
                <a:cubicBezTo>
                  <a:pt x="240" y="131"/>
                  <a:pt x="231" y="129"/>
                  <a:pt x="221" y="126"/>
                </a:cubicBezTo>
                <a:cubicBezTo>
                  <a:pt x="216" y="125"/>
                  <a:pt x="211" y="123"/>
                  <a:pt x="206" y="1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9" name="Freeform 10">
            <a:extLst xmlns:a="http://schemas.openxmlformats.org/drawingml/2006/main">
              <a:ext uri="{FF2B5EF4-FFF2-40B4-BE49-F238E27FC236}">
                <a16:creationId xmlns:a16="http://schemas.microsoft.com/office/drawing/2014/main" id="{BD3605C5-DAD5-4013-833E-0B72EBA72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8190" y="398363"/>
            <a:ext cx="193882" cy="208139"/>
          </a:xfrm>
          <a:custGeom xmlns:a="http://schemas.openxmlformats.org/drawingml/2006/main">
            <a:gdLst>
              <a:gd name="T0" fmla="*/ 83 w 383"/>
              <a:gd name="T1" fmla="*/ 410 h 411"/>
              <a:gd name="T2" fmla="*/ 111 w 383"/>
              <a:gd name="T3" fmla="*/ 380 h 411"/>
              <a:gd name="T4" fmla="*/ 136 w 383"/>
              <a:gd name="T5" fmla="*/ 371 h 411"/>
              <a:gd name="T6" fmla="*/ 198 w 383"/>
              <a:gd name="T7" fmla="*/ 294 h 411"/>
              <a:gd name="T8" fmla="*/ 201 w 383"/>
              <a:gd name="T9" fmla="*/ 280 h 411"/>
              <a:gd name="T10" fmla="*/ 197 w 383"/>
              <a:gd name="T11" fmla="*/ 274 h 411"/>
              <a:gd name="T12" fmla="*/ 166 w 383"/>
              <a:gd name="T13" fmla="*/ 283 h 411"/>
              <a:gd name="T14" fmla="*/ 144 w 383"/>
              <a:gd name="T15" fmla="*/ 291 h 411"/>
              <a:gd name="T16" fmla="*/ 123 w 383"/>
              <a:gd name="T17" fmla="*/ 305 h 411"/>
              <a:gd name="T18" fmla="*/ 62 w 383"/>
              <a:gd name="T19" fmla="*/ 344 h 411"/>
              <a:gd name="T20" fmla="*/ 34 w 383"/>
              <a:gd name="T21" fmla="*/ 353 h 411"/>
              <a:gd name="T22" fmla="*/ 9 w 383"/>
              <a:gd name="T23" fmla="*/ 344 h 411"/>
              <a:gd name="T24" fmla="*/ 1 w 383"/>
              <a:gd name="T25" fmla="*/ 322 h 411"/>
              <a:gd name="T26" fmla="*/ 0 w 383"/>
              <a:gd name="T27" fmla="*/ 288 h 411"/>
              <a:gd name="T28" fmla="*/ 1 w 383"/>
              <a:gd name="T29" fmla="*/ 283 h 411"/>
              <a:gd name="T30" fmla="*/ 6 w 383"/>
              <a:gd name="T31" fmla="*/ 282 h 411"/>
              <a:gd name="T32" fmla="*/ 8 w 383"/>
              <a:gd name="T33" fmla="*/ 285 h 411"/>
              <a:gd name="T34" fmla="*/ 10 w 383"/>
              <a:gd name="T35" fmla="*/ 290 h 411"/>
              <a:gd name="T36" fmla="*/ 32 w 383"/>
              <a:gd name="T37" fmla="*/ 298 h 411"/>
              <a:gd name="T38" fmla="*/ 46 w 383"/>
              <a:gd name="T39" fmla="*/ 293 h 411"/>
              <a:gd name="T40" fmla="*/ 53 w 383"/>
              <a:gd name="T41" fmla="*/ 291 h 411"/>
              <a:gd name="T42" fmla="*/ 65 w 383"/>
              <a:gd name="T43" fmla="*/ 288 h 411"/>
              <a:gd name="T44" fmla="*/ 100 w 383"/>
              <a:gd name="T45" fmla="*/ 268 h 411"/>
              <a:gd name="T46" fmla="*/ 156 w 383"/>
              <a:gd name="T47" fmla="*/ 244 h 411"/>
              <a:gd name="T48" fmla="*/ 197 w 383"/>
              <a:gd name="T49" fmla="*/ 229 h 411"/>
              <a:gd name="T50" fmla="*/ 203 w 383"/>
              <a:gd name="T51" fmla="*/ 226 h 411"/>
              <a:gd name="T52" fmla="*/ 219 w 383"/>
              <a:gd name="T53" fmla="*/ 204 h 411"/>
              <a:gd name="T54" fmla="*/ 222 w 383"/>
              <a:gd name="T55" fmla="*/ 124 h 411"/>
              <a:gd name="T56" fmla="*/ 210 w 383"/>
              <a:gd name="T57" fmla="*/ 69 h 411"/>
              <a:gd name="T58" fmla="*/ 197 w 383"/>
              <a:gd name="T59" fmla="*/ 36 h 411"/>
              <a:gd name="T60" fmla="*/ 194 w 383"/>
              <a:gd name="T61" fmla="*/ 10 h 411"/>
              <a:gd name="T62" fmla="*/ 205 w 383"/>
              <a:gd name="T63" fmla="*/ 2 h 411"/>
              <a:gd name="T64" fmla="*/ 230 w 383"/>
              <a:gd name="T65" fmla="*/ 7 h 411"/>
              <a:gd name="T66" fmla="*/ 237 w 383"/>
              <a:gd name="T67" fmla="*/ 10 h 411"/>
              <a:gd name="T68" fmla="*/ 248 w 383"/>
              <a:gd name="T69" fmla="*/ 19 h 411"/>
              <a:gd name="T70" fmla="*/ 265 w 383"/>
              <a:gd name="T71" fmla="*/ 29 h 411"/>
              <a:gd name="T72" fmla="*/ 280 w 383"/>
              <a:gd name="T73" fmla="*/ 49 h 411"/>
              <a:gd name="T74" fmla="*/ 278 w 383"/>
              <a:gd name="T75" fmla="*/ 66 h 411"/>
              <a:gd name="T76" fmla="*/ 273 w 383"/>
              <a:gd name="T77" fmla="*/ 72 h 411"/>
              <a:gd name="T78" fmla="*/ 270 w 383"/>
              <a:gd name="T79" fmla="*/ 77 h 411"/>
              <a:gd name="T80" fmla="*/ 271 w 383"/>
              <a:gd name="T81" fmla="*/ 158 h 411"/>
              <a:gd name="T82" fmla="*/ 273 w 383"/>
              <a:gd name="T83" fmla="*/ 179 h 411"/>
              <a:gd name="T84" fmla="*/ 278 w 383"/>
              <a:gd name="T85" fmla="*/ 182 h 411"/>
              <a:gd name="T86" fmla="*/ 313 w 383"/>
              <a:gd name="T87" fmla="*/ 160 h 411"/>
              <a:gd name="T88" fmla="*/ 325 w 383"/>
              <a:gd name="T89" fmla="*/ 144 h 411"/>
              <a:gd name="T90" fmla="*/ 341 w 383"/>
              <a:gd name="T91" fmla="*/ 128 h 411"/>
              <a:gd name="T92" fmla="*/ 369 w 383"/>
              <a:gd name="T93" fmla="*/ 122 h 411"/>
              <a:gd name="T94" fmla="*/ 380 w 383"/>
              <a:gd name="T95" fmla="*/ 141 h 411"/>
              <a:gd name="T96" fmla="*/ 372 w 383"/>
              <a:gd name="T97" fmla="*/ 154 h 411"/>
              <a:gd name="T98" fmla="*/ 355 w 383"/>
              <a:gd name="T99" fmla="*/ 169 h 411"/>
              <a:gd name="T100" fmla="*/ 314 w 383"/>
              <a:gd name="T101" fmla="*/ 199 h 411"/>
              <a:gd name="T102" fmla="*/ 275 w 383"/>
              <a:gd name="T103" fmla="*/ 229 h 411"/>
              <a:gd name="T104" fmla="*/ 271 w 383"/>
              <a:gd name="T105" fmla="*/ 238 h 411"/>
              <a:gd name="T106" fmla="*/ 254 w 383"/>
              <a:gd name="T107" fmla="*/ 310 h 411"/>
              <a:gd name="T108" fmla="*/ 250 w 383"/>
              <a:gd name="T109" fmla="*/ 320 h 411"/>
              <a:gd name="T110" fmla="*/ 247 w 383"/>
              <a:gd name="T111" fmla="*/ 325 h 411"/>
              <a:gd name="T112" fmla="*/ 173 w 383"/>
              <a:gd name="T113" fmla="*/ 386 h 411"/>
              <a:gd name="T114" fmla="*/ 95 w 383"/>
              <a:gd name="T115" fmla="*/ 410 h 411"/>
              <a:gd name="T116" fmla="*/ 88 w 383"/>
              <a:gd name="T117" fmla="*/ 411 h 411"/>
              <a:gd name="T118" fmla="*/ 83 w 383"/>
              <a:gd name="T119" fmla="*/ 410 h 411"/>
            </a:gdLst>
            <a:rect l="0" t="0" r="r" b="b"/>
            <a:pathLst>
              <a:path w="383" h="411">
                <a:moveTo>
                  <a:pt x="83" y="410"/>
                </a:moveTo>
                <a:cubicBezTo>
                  <a:pt x="89" y="396"/>
                  <a:pt x="96" y="385"/>
                  <a:pt x="111" y="380"/>
                </a:cubicBezTo>
                <a:cubicBezTo>
                  <a:pt x="120" y="378"/>
                  <a:pt x="128" y="375"/>
                  <a:pt x="136" y="371"/>
                </a:cubicBezTo>
                <a:cubicBezTo>
                  <a:pt x="168" y="355"/>
                  <a:pt x="188" y="328"/>
                  <a:pt x="198" y="294"/>
                </a:cubicBezTo>
                <a:cubicBezTo>
                  <a:pt x="199" y="289"/>
                  <a:pt x="200" y="284"/>
                  <a:pt x="201" y="280"/>
                </a:cubicBezTo>
                <a:cubicBezTo>
                  <a:pt x="202" y="275"/>
                  <a:pt x="201" y="274"/>
                  <a:pt x="197" y="274"/>
                </a:cubicBezTo>
                <a:cubicBezTo>
                  <a:pt x="186" y="275"/>
                  <a:pt x="176" y="278"/>
                  <a:pt x="166" y="283"/>
                </a:cubicBezTo>
                <a:cubicBezTo>
                  <a:pt x="159" y="286"/>
                  <a:pt x="152" y="289"/>
                  <a:pt x="144" y="291"/>
                </a:cubicBezTo>
                <a:cubicBezTo>
                  <a:pt x="136" y="294"/>
                  <a:pt x="130" y="300"/>
                  <a:pt x="123" y="305"/>
                </a:cubicBezTo>
                <a:cubicBezTo>
                  <a:pt x="105" y="321"/>
                  <a:pt x="84" y="334"/>
                  <a:pt x="62" y="344"/>
                </a:cubicBezTo>
                <a:cubicBezTo>
                  <a:pt x="53" y="348"/>
                  <a:pt x="43" y="351"/>
                  <a:pt x="34" y="353"/>
                </a:cubicBezTo>
                <a:cubicBezTo>
                  <a:pt x="24" y="356"/>
                  <a:pt x="15" y="352"/>
                  <a:pt x="9" y="344"/>
                </a:cubicBezTo>
                <a:cubicBezTo>
                  <a:pt x="4" y="338"/>
                  <a:pt x="1" y="330"/>
                  <a:pt x="1" y="322"/>
                </a:cubicBezTo>
                <a:cubicBezTo>
                  <a:pt x="1" y="310"/>
                  <a:pt x="0" y="299"/>
                  <a:pt x="0" y="288"/>
                </a:cubicBezTo>
                <a:cubicBezTo>
                  <a:pt x="0" y="286"/>
                  <a:pt x="0" y="284"/>
                  <a:pt x="1" y="283"/>
                </a:cubicBezTo>
                <a:cubicBezTo>
                  <a:pt x="1" y="280"/>
                  <a:pt x="4" y="279"/>
                  <a:pt x="6" y="282"/>
                </a:cubicBezTo>
                <a:cubicBezTo>
                  <a:pt x="7" y="283"/>
                  <a:pt x="7" y="284"/>
                  <a:pt x="8" y="285"/>
                </a:cubicBezTo>
                <a:cubicBezTo>
                  <a:pt x="9" y="286"/>
                  <a:pt x="9" y="288"/>
                  <a:pt x="10" y="290"/>
                </a:cubicBezTo>
                <a:cubicBezTo>
                  <a:pt x="16" y="297"/>
                  <a:pt x="23" y="301"/>
                  <a:pt x="32" y="298"/>
                </a:cubicBezTo>
                <a:cubicBezTo>
                  <a:pt x="37" y="297"/>
                  <a:pt x="41" y="295"/>
                  <a:pt x="46" y="293"/>
                </a:cubicBezTo>
                <a:cubicBezTo>
                  <a:pt x="48" y="292"/>
                  <a:pt x="51" y="291"/>
                  <a:pt x="53" y="291"/>
                </a:cubicBezTo>
                <a:cubicBezTo>
                  <a:pt x="58" y="292"/>
                  <a:pt x="61" y="290"/>
                  <a:pt x="65" y="288"/>
                </a:cubicBezTo>
                <a:cubicBezTo>
                  <a:pt x="77" y="282"/>
                  <a:pt x="89" y="275"/>
                  <a:pt x="100" y="268"/>
                </a:cubicBezTo>
                <a:cubicBezTo>
                  <a:pt x="118" y="258"/>
                  <a:pt x="137" y="251"/>
                  <a:pt x="156" y="244"/>
                </a:cubicBezTo>
                <a:cubicBezTo>
                  <a:pt x="169" y="239"/>
                  <a:pt x="183" y="234"/>
                  <a:pt x="197" y="229"/>
                </a:cubicBezTo>
                <a:cubicBezTo>
                  <a:pt x="199" y="228"/>
                  <a:pt x="201" y="227"/>
                  <a:pt x="203" y="226"/>
                </a:cubicBezTo>
                <a:cubicBezTo>
                  <a:pt x="212" y="222"/>
                  <a:pt x="218" y="215"/>
                  <a:pt x="219" y="204"/>
                </a:cubicBezTo>
                <a:cubicBezTo>
                  <a:pt x="221" y="178"/>
                  <a:pt x="223" y="151"/>
                  <a:pt x="222" y="124"/>
                </a:cubicBezTo>
                <a:cubicBezTo>
                  <a:pt x="221" y="105"/>
                  <a:pt x="218" y="87"/>
                  <a:pt x="210" y="69"/>
                </a:cubicBezTo>
                <a:cubicBezTo>
                  <a:pt x="205" y="58"/>
                  <a:pt x="201" y="47"/>
                  <a:pt x="197" y="36"/>
                </a:cubicBezTo>
                <a:cubicBezTo>
                  <a:pt x="194" y="28"/>
                  <a:pt x="193" y="19"/>
                  <a:pt x="194" y="10"/>
                </a:cubicBezTo>
                <a:cubicBezTo>
                  <a:pt x="194" y="4"/>
                  <a:pt x="199" y="0"/>
                  <a:pt x="205" y="2"/>
                </a:cubicBezTo>
                <a:cubicBezTo>
                  <a:pt x="213" y="4"/>
                  <a:pt x="222" y="5"/>
                  <a:pt x="230" y="7"/>
                </a:cubicBezTo>
                <a:cubicBezTo>
                  <a:pt x="233" y="7"/>
                  <a:pt x="235" y="9"/>
                  <a:pt x="237" y="10"/>
                </a:cubicBezTo>
                <a:cubicBezTo>
                  <a:pt x="241" y="13"/>
                  <a:pt x="244" y="16"/>
                  <a:pt x="248" y="19"/>
                </a:cubicBezTo>
                <a:cubicBezTo>
                  <a:pt x="253" y="23"/>
                  <a:pt x="259" y="26"/>
                  <a:pt x="265" y="29"/>
                </a:cubicBezTo>
                <a:cubicBezTo>
                  <a:pt x="274" y="33"/>
                  <a:pt x="279" y="40"/>
                  <a:pt x="280" y="49"/>
                </a:cubicBezTo>
                <a:cubicBezTo>
                  <a:pt x="280" y="55"/>
                  <a:pt x="280" y="60"/>
                  <a:pt x="278" y="66"/>
                </a:cubicBezTo>
                <a:cubicBezTo>
                  <a:pt x="277" y="68"/>
                  <a:pt x="275" y="70"/>
                  <a:pt x="273" y="72"/>
                </a:cubicBezTo>
                <a:cubicBezTo>
                  <a:pt x="271" y="74"/>
                  <a:pt x="270" y="75"/>
                  <a:pt x="270" y="77"/>
                </a:cubicBezTo>
                <a:cubicBezTo>
                  <a:pt x="271" y="104"/>
                  <a:pt x="271" y="131"/>
                  <a:pt x="271" y="158"/>
                </a:cubicBezTo>
                <a:cubicBezTo>
                  <a:pt x="272" y="165"/>
                  <a:pt x="272" y="172"/>
                  <a:pt x="273" y="179"/>
                </a:cubicBezTo>
                <a:cubicBezTo>
                  <a:pt x="274" y="183"/>
                  <a:pt x="275" y="184"/>
                  <a:pt x="278" y="182"/>
                </a:cubicBezTo>
                <a:cubicBezTo>
                  <a:pt x="291" y="176"/>
                  <a:pt x="303" y="170"/>
                  <a:pt x="313" y="160"/>
                </a:cubicBezTo>
                <a:cubicBezTo>
                  <a:pt x="317" y="155"/>
                  <a:pt x="321" y="150"/>
                  <a:pt x="325" y="144"/>
                </a:cubicBezTo>
                <a:cubicBezTo>
                  <a:pt x="330" y="138"/>
                  <a:pt x="335" y="132"/>
                  <a:pt x="341" y="128"/>
                </a:cubicBezTo>
                <a:cubicBezTo>
                  <a:pt x="350" y="122"/>
                  <a:pt x="359" y="120"/>
                  <a:pt x="369" y="122"/>
                </a:cubicBezTo>
                <a:cubicBezTo>
                  <a:pt x="379" y="124"/>
                  <a:pt x="383" y="131"/>
                  <a:pt x="380" y="141"/>
                </a:cubicBezTo>
                <a:cubicBezTo>
                  <a:pt x="379" y="146"/>
                  <a:pt x="376" y="151"/>
                  <a:pt x="372" y="154"/>
                </a:cubicBezTo>
                <a:cubicBezTo>
                  <a:pt x="367" y="160"/>
                  <a:pt x="361" y="165"/>
                  <a:pt x="355" y="169"/>
                </a:cubicBezTo>
                <a:cubicBezTo>
                  <a:pt x="341" y="178"/>
                  <a:pt x="328" y="189"/>
                  <a:pt x="314" y="199"/>
                </a:cubicBezTo>
                <a:cubicBezTo>
                  <a:pt x="301" y="209"/>
                  <a:pt x="289" y="219"/>
                  <a:pt x="275" y="229"/>
                </a:cubicBezTo>
                <a:cubicBezTo>
                  <a:pt x="272" y="232"/>
                  <a:pt x="271" y="234"/>
                  <a:pt x="271" y="238"/>
                </a:cubicBezTo>
                <a:cubicBezTo>
                  <a:pt x="267" y="263"/>
                  <a:pt x="262" y="287"/>
                  <a:pt x="254" y="310"/>
                </a:cubicBezTo>
                <a:cubicBezTo>
                  <a:pt x="253" y="314"/>
                  <a:pt x="251" y="317"/>
                  <a:pt x="250" y="320"/>
                </a:cubicBezTo>
                <a:cubicBezTo>
                  <a:pt x="249" y="322"/>
                  <a:pt x="249" y="324"/>
                  <a:pt x="247" y="325"/>
                </a:cubicBezTo>
                <a:cubicBezTo>
                  <a:pt x="226" y="349"/>
                  <a:pt x="202" y="371"/>
                  <a:pt x="173" y="386"/>
                </a:cubicBezTo>
                <a:cubicBezTo>
                  <a:pt x="149" y="400"/>
                  <a:pt x="123" y="408"/>
                  <a:pt x="95" y="410"/>
                </a:cubicBezTo>
                <a:cubicBezTo>
                  <a:pt x="93" y="410"/>
                  <a:pt x="90" y="411"/>
                  <a:pt x="88" y="411"/>
                </a:cubicBezTo>
                <a:cubicBezTo>
                  <a:pt x="87" y="411"/>
                  <a:pt x="85" y="411"/>
                  <a:pt x="83" y="4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0" name="Freeform 11">
            <a:extLst xmlns:a="http://schemas.openxmlformats.org/drawingml/2006/main">
              <a:ext uri="{FF2B5EF4-FFF2-40B4-BE49-F238E27FC236}">
                <a16:creationId xmlns:a16="http://schemas.microsoft.com/office/drawing/2014/main" id="{4AB123F2-7784-4487-8F87-5C51882EB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4135" y="400644"/>
            <a:ext cx="98081" cy="227527"/>
          </a:xfrm>
          <a:custGeom xmlns:a="http://schemas.openxmlformats.org/drawingml/2006/main">
            <a:gdLst>
              <a:gd name="T0" fmla="*/ 127 w 193"/>
              <a:gd name="T1" fmla="*/ 371 h 449"/>
              <a:gd name="T2" fmla="*/ 63 w 193"/>
              <a:gd name="T3" fmla="*/ 417 h 449"/>
              <a:gd name="T4" fmla="*/ 47 w 193"/>
              <a:gd name="T5" fmla="*/ 433 h 449"/>
              <a:gd name="T6" fmla="*/ 7 w 193"/>
              <a:gd name="T7" fmla="*/ 434 h 449"/>
              <a:gd name="T8" fmla="*/ 1 w 193"/>
              <a:gd name="T9" fmla="*/ 383 h 449"/>
              <a:gd name="T10" fmla="*/ 33 w 193"/>
              <a:gd name="T11" fmla="*/ 331 h 449"/>
              <a:gd name="T12" fmla="*/ 49 w 193"/>
              <a:gd name="T13" fmla="*/ 286 h 449"/>
              <a:gd name="T14" fmla="*/ 50 w 193"/>
              <a:gd name="T15" fmla="*/ 233 h 449"/>
              <a:gd name="T16" fmla="*/ 38 w 193"/>
              <a:gd name="T17" fmla="*/ 207 h 449"/>
              <a:gd name="T18" fmla="*/ 54 w 193"/>
              <a:gd name="T19" fmla="*/ 201 h 449"/>
              <a:gd name="T20" fmla="*/ 75 w 193"/>
              <a:gd name="T21" fmla="*/ 209 h 449"/>
              <a:gd name="T22" fmla="*/ 107 w 193"/>
              <a:gd name="T23" fmla="*/ 223 h 449"/>
              <a:gd name="T24" fmla="*/ 126 w 193"/>
              <a:gd name="T25" fmla="*/ 233 h 449"/>
              <a:gd name="T26" fmla="*/ 133 w 193"/>
              <a:gd name="T27" fmla="*/ 231 h 449"/>
              <a:gd name="T28" fmla="*/ 135 w 193"/>
              <a:gd name="T29" fmla="*/ 200 h 449"/>
              <a:gd name="T30" fmla="*/ 133 w 193"/>
              <a:gd name="T31" fmla="*/ 99 h 449"/>
              <a:gd name="T32" fmla="*/ 105 w 193"/>
              <a:gd name="T33" fmla="*/ 55 h 449"/>
              <a:gd name="T34" fmla="*/ 77 w 193"/>
              <a:gd name="T35" fmla="*/ 9 h 449"/>
              <a:gd name="T36" fmla="*/ 95 w 193"/>
              <a:gd name="T37" fmla="*/ 6 h 449"/>
              <a:gd name="T38" fmla="*/ 165 w 193"/>
              <a:gd name="T39" fmla="*/ 52 h 449"/>
              <a:gd name="T40" fmla="*/ 189 w 193"/>
              <a:gd name="T41" fmla="*/ 83 h 449"/>
              <a:gd name="T42" fmla="*/ 189 w 193"/>
              <a:gd name="T43" fmla="*/ 292 h 449"/>
              <a:gd name="T44" fmla="*/ 165 w 193"/>
              <a:gd name="T45" fmla="*/ 409 h 449"/>
              <a:gd name="T46" fmla="*/ 145 w 193"/>
              <a:gd name="T47" fmla="*/ 428 h 449"/>
              <a:gd name="T48" fmla="*/ 134 w 193"/>
              <a:gd name="T49" fmla="*/ 415 h 449"/>
              <a:gd name="T50" fmla="*/ 131 w 193"/>
              <a:gd name="T51" fmla="*/ 367 h 449"/>
              <a:gd name="T52" fmla="*/ 124 w 193"/>
              <a:gd name="T53" fmla="*/ 264 h 449"/>
              <a:gd name="T54" fmla="*/ 102 w 193"/>
              <a:gd name="T55" fmla="*/ 280 h 449"/>
              <a:gd name="T56" fmla="*/ 81 w 193"/>
              <a:gd name="T57" fmla="*/ 296 h 449"/>
              <a:gd name="T58" fmla="*/ 59 w 193"/>
              <a:gd name="T59" fmla="*/ 331 h 449"/>
              <a:gd name="T60" fmla="*/ 31 w 193"/>
              <a:gd name="T61" fmla="*/ 373 h 449"/>
              <a:gd name="T62" fmla="*/ 46 w 193"/>
              <a:gd name="T63" fmla="*/ 382 h 449"/>
              <a:gd name="T64" fmla="*/ 78 w 193"/>
              <a:gd name="T65" fmla="*/ 363 h 449"/>
              <a:gd name="T66" fmla="*/ 114 w 193"/>
              <a:gd name="T67" fmla="*/ 346 h 449"/>
              <a:gd name="T68" fmla="*/ 133 w 193"/>
              <a:gd name="T69" fmla="*/ 325 h 449"/>
              <a:gd name="T70" fmla="*/ 132 w 193"/>
              <a:gd name="T71" fmla="*/ 255 h 449"/>
            </a:gdLst>
            <a:rect l="0" t="0" r="r" b="b"/>
            <a:pathLst>
              <a:path w="193" h="449">
                <a:moveTo>
                  <a:pt x="131" y="367"/>
                </a:moveTo>
                <a:cubicBezTo>
                  <a:pt x="129" y="369"/>
                  <a:pt x="128" y="370"/>
                  <a:pt x="127" y="371"/>
                </a:cubicBezTo>
                <a:cubicBezTo>
                  <a:pt x="112" y="385"/>
                  <a:pt x="97" y="397"/>
                  <a:pt x="80" y="408"/>
                </a:cubicBezTo>
                <a:cubicBezTo>
                  <a:pt x="74" y="411"/>
                  <a:pt x="69" y="414"/>
                  <a:pt x="63" y="417"/>
                </a:cubicBezTo>
                <a:cubicBezTo>
                  <a:pt x="61" y="419"/>
                  <a:pt x="59" y="420"/>
                  <a:pt x="57" y="422"/>
                </a:cubicBezTo>
                <a:cubicBezTo>
                  <a:pt x="54" y="426"/>
                  <a:pt x="50" y="430"/>
                  <a:pt x="47" y="433"/>
                </a:cubicBezTo>
                <a:cubicBezTo>
                  <a:pt x="44" y="436"/>
                  <a:pt x="41" y="439"/>
                  <a:pt x="38" y="441"/>
                </a:cubicBezTo>
                <a:cubicBezTo>
                  <a:pt x="27" y="449"/>
                  <a:pt x="13" y="446"/>
                  <a:pt x="7" y="434"/>
                </a:cubicBezTo>
                <a:cubicBezTo>
                  <a:pt x="4" y="428"/>
                  <a:pt x="2" y="421"/>
                  <a:pt x="1" y="415"/>
                </a:cubicBezTo>
                <a:cubicBezTo>
                  <a:pt x="0" y="404"/>
                  <a:pt x="0" y="394"/>
                  <a:pt x="1" y="383"/>
                </a:cubicBezTo>
                <a:cubicBezTo>
                  <a:pt x="2" y="379"/>
                  <a:pt x="3" y="374"/>
                  <a:pt x="7" y="372"/>
                </a:cubicBezTo>
                <a:cubicBezTo>
                  <a:pt x="20" y="361"/>
                  <a:pt x="28" y="346"/>
                  <a:pt x="33" y="331"/>
                </a:cubicBezTo>
                <a:cubicBezTo>
                  <a:pt x="36" y="325"/>
                  <a:pt x="37" y="319"/>
                  <a:pt x="39" y="313"/>
                </a:cubicBezTo>
                <a:cubicBezTo>
                  <a:pt x="42" y="304"/>
                  <a:pt x="45" y="294"/>
                  <a:pt x="49" y="286"/>
                </a:cubicBezTo>
                <a:cubicBezTo>
                  <a:pt x="56" y="272"/>
                  <a:pt x="56" y="258"/>
                  <a:pt x="53" y="244"/>
                </a:cubicBezTo>
                <a:cubicBezTo>
                  <a:pt x="52" y="240"/>
                  <a:pt x="51" y="237"/>
                  <a:pt x="50" y="233"/>
                </a:cubicBezTo>
                <a:cubicBezTo>
                  <a:pt x="49" y="229"/>
                  <a:pt x="47" y="225"/>
                  <a:pt x="44" y="221"/>
                </a:cubicBezTo>
                <a:cubicBezTo>
                  <a:pt x="42" y="217"/>
                  <a:pt x="39" y="212"/>
                  <a:pt x="38" y="207"/>
                </a:cubicBezTo>
                <a:cubicBezTo>
                  <a:pt x="36" y="202"/>
                  <a:pt x="38" y="199"/>
                  <a:pt x="44" y="199"/>
                </a:cubicBezTo>
                <a:cubicBezTo>
                  <a:pt x="48" y="199"/>
                  <a:pt x="51" y="199"/>
                  <a:pt x="54" y="201"/>
                </a:cubicBezTo>
                <a:cubicBezTo>
                  <a:pt x="55" y="202"/>
                  <a:pt x="56" y="203"/>
                  <a:pt x="57" y="203"/>
                </a:cubicBezTo>
                <a:cubicBezTo>
                  <a:pt x="62" y="208"/>
                  <a:pt x="68" y="209"/>
                  <a:pt x="75" y="209"/>
                </a:cubicBezTo>
                <a:cubicBezTo>
                  <a:pt x="83" y="209"/>
                  <a:pt x="90" y="212"/>
                  <a:pt x="96" y="218"/>
                </a:cubicBezTo>
                <a:cubicBezTo>
                  <a:pt x="99" y="221"/>
                  <a:pt x="103" y="223"/>
                  <a:pt x="107" y="223"/>
                </a:cubicBezTo>
                <a:cubicBezTo>
                  <a:pt x="110" y="223"/>
                  <a:pt x="112" y="224"/>
                  <a:pt x="115" y="225"/>
                </a:cubicBezTo>
                <a:cubicBezTo>
                  <a:pt x="120" y="226"/>
                  <a:pt x="124" y="229"/>
                  <a:pt x="126" y="233"/>
                </a:cubicBezTo>
                <a:cubicBezTo>
                  <a:pt x="126" y="234"/>
                  <a:pt x="127" y="235"/>
                  <a:pt x="128" y="236"/>
                </a:cubicBezTo>
                <a:cubicBezTo>
                  <a:pt x="131" y="236"/>
                  <a:pt x="132" y="234"/>
                  <a:pt x="133" y="231"/>
                </a:cubicBezTo>
                <a:cubicBezTo>
                  <a:pt x="134" y="229"/>
                  <a:pt x="134" y="227"/>
                  <a:pt x="134" y="225"/>
                </a:cubicBezTo>
                <a:cubicBezTo>
                  <a:pt x="134" y="217"/>
                  <a:pt x="134" y="208"/>
                  <a:pt x="135" y="200"/>
                </a:cubicBezTo>
                <a:cubicBezTo>
                  <a:pt x="137" y="176"/>
                  <a:pt x="139" y="151"/>
                  <a:pt x="137" y="127"/>
                </a:cubicBezTo>
                <a:cubicBezTo>
                  <a:pt x="137" y="118"/>
                  <a:pt x="135" y="109"/>
                  <a:pt x="133" y="99"/>
                </a:cubicBezTo>
                <a:cubicBezTo>
                  <a:pt x="132" y="90"/>
                  <a:pt x="127" y="81"/>
                  <a:pt x="121" y="74"/>
                </a:cubicBezTo>
                <a:cubicBezTo>
                  <a:pt x="116" y="67"/>
                  <a:pt x="111" y="61"/>
                  <a:pt x="105" y="55"/>
                </a:cubicBezTo>
                <a:cubicBezTo>
                  <a:pt x="98" y="46"/>
                  <a:pt x="90" y="36"/>
                  <a:pt x="83" y="27"/>
                </a:cubicBezTo>
                <a:cubicBezTo>
                  <a:pt x="79" y="22"/>
                  <a:pt x="77" y="15"/>
                  <a:pt x="77" y="9"/>
                </a:cubicBezTo>
                <a:cubicBezTo>
                  <a:pt x="77" y="3"/>
                  <a:pt x="80" y="0"/>
                  <a:pt x="86" y="2"/>
                </a:cubicBezTo>
                <a:cubicBezTo>
                  <a:pt x="89" y="2"/>
                  <a:pt x="92" y="4"/>
                  <a:pt x="95" y="6"/>
                </a:cubicBezTo>
                <a:cubicBezTo>
                  <a:pt x="105" y="15"/>
                  <a:pt x="116" y="22"/>
                  <a:pt x="128" y="28"/>
                </a:cubicBezTo>
                <a:cubicBezTo>
                  <a:pt x="141" y="35"/>
                  <a:pt x="154" y="43"/>
                  <a:pt x="165" y="52"/>
                </a:cubicBezTo>
                <a:cubicBezTo>
                  <a:pt x="172" y="58"/>
                  <a:pt x="179" y="64"/>
                  <a:pt x="184" y="72"/>
                </a:cubicBezTo>
                <a:cubicBezTo>
                  <a:pt x="186" y="75"/>
                  <a:pt x="188" y="78"/>
                  <a:pt x="189" y="83"/>
                </a:cubicBezTo>
                <a:cubicBezTo>
                  <a:pt x="192" y="122"/>
                  <a:pt x="193" y="162"/>
                  <a:pt x="193" y="202"/>
                </a:cubicBezTo>
                <a:cubicBezTo>
                  <a:pt x="193" y="232"/>
                  <a:pt x="192" y="262"/>
                  <a:pt x="189" y="292"/>
                </a:cubicBezTo>
                <a:cubicBezTo>
                  <a:pt x="186" y="321"/>
                  <a:pt x="183" y="350"/>
                  <a:pt x="176" y="378"/>
                </a:cubicBezTo>
                <a:cubicBezTo>
                  <a:pt x="173" y="388"/>
                  <a:pt x="170" y="399"/>
                  <a:pt x="165" y="409"/>
                </a:cubicBezTo>
                <a:cubicBezTo>
                  <a:pt x="162" y="414"/>
                  <a:pt x="159" y="419"/>
                  <a:pt x="155" y="423"/>
                </a:cubicBezTo>
                <a:cubicBezTo>
                  <a:pt x="152" y="426"/>
                  <a:pt x="149" y="428"/>
                  <a:pt x="145" y="428"/>
                </a:cubicBezTo>
                <a:cubicBezTo>
                  <a:pt x="140" y="429"/>
                  <a:pt x="136" y="427"/>
                  <a:pt x="135" y="422"/>
                </a:cubicBezTo>
                <a:cubicBezTo>
                  <a:pt x="135" y="420"/>
                  <a:pt x="135" y="418"/>
                  <a:pt x="134" y="415"/>
                </a:cubicBezTo>
                <a:cubicBezTo>
                  <a:pt x="134" y="407"/>
                  <a:pt x="135" y="399"/>
                  <a:pt x="135" y="391"/>
                </a:cubicBezTo>
                <a:cubicBezTo>
                  <a:pt x="134" y="383"/>
                  <a:pt x="134" y="375"/>
                  <a:pt x="131" y="367"/>
                </a:cubicBezTo>
                <a:close/>
                <a:moveTo>
                  <a:pt x="132" y="255"/>
                </a:moveTo>
                <a:cubicBezTo>
                  <a:pt x="127" y="257"/>
                  <a:pt x="125" y="260"/>
                  <a:pt x="124" y="264"/>
                </a:cubicBezTo>
                <a:cubicBezTo>
                  <a:pt x="123" y="267"/>
                  <a:pt x="122" y="271"/>
                  <a:pt x="119" y="273"/>
                </a:cubicBezTo>
                <a:cubicBezTo>
                  <a:pt x="114" y="277"/>
                  <a:pt x="108" y="280"/>
                  <a:pt x="102" y="280"/>
                </a:cubicBezTo>
                <a:cubicBezTo>
                  <a:pt x="97" y="280"/>
                  <a:pt x="94" y="282"/>
                  <a:pt x="91" y="285"/>
                </a:cubicBezTo>
                <a:cubicBezTo>
                  <a:pt x="87" y="289"/>
                  <a:pt x="84" y="292"/>
                  <a:pt x="81" y="296"/>
                </a:cubicBezTo>
                <a:cubicBezTo>
                  <a:pt x="78" y="299"/>
                  <a:pt x="76" y="302"/>
                  <a:pt x="75" y="305"/>
                </a:cubicBezTo>
                <a:cubicBezTo>
                  <a:pt x="71" y="315"/>
                  <a:pt x="66" y="323"/>
                  <a:pt x="59" y="331"/>
                </a:cubicBezTo>
                <a:cubicBezTo>
                  <a:pt x="54" y="337"/>
                  <a:pt x="50" y="343"/>
                  <a:pt x="45" y="349"/>
                </a:cubicBezTo>
                <a:cubicBezTo>
                  <a:pt x="39" y="356"/>
                  <a:pt x="34" y="364"/>
                  <a:pt x="31" y="373"/>
                </a:cubicBezTo>
                <a:cubicBezTo>
                  <a:pt x="29" y="377"/>
                  <a:pt x="29" y="379"/>
                  <a:pt x="34" y="381"/>
                </a:cubicBezTo>
                <a:cubicBezTo>
                  <a:pt x="38" y="382"/>
                  <a:pt x="42" y="383"/>
                  <a:pt x="46" y="382"/>
                </a:cubicBezTo>
                <a:cubicBezTo>
                  <a:pt x="53" y="381"/>
                  <a:pt x="59" y="378"/>
                  <a:pt x="64" y="374"/>
                </a:cubicBezTo>
                <a:cubicBezTo>
                  <a:pt x="69" y="371"/>
                  <a:pt x="73" y="367"/>
                  <a:pt x="78" y="363"/>
                </a:cubicBezTo>
                <a:cubicBezTo>
                  <a:pt x="81" y="361"/>
                  <a:pt x="83" y="359"/>
                  <a:pt x="87" y="358"/>
                </a:cubicBezTo>
                <a:cubicBezTo>
                  <a:pt x="97" y="356"/>
                  <a:pt x="106" y="351"/>
                  <a:pt x="114" y="346"/>
                </a:cubicBezTo>
                <a:cubicBezTo>
                  <a:pt x="119" y="343"/>
                  <a:pt x="123" y="340"/>
                  <a:pt x="127" y="338"/>
                </a:cubicBezTo>
                <a:cubicBezTo>
                  <a:pt x="131" y="335"/>
                  <a:pt x="133" y="331"/>
                  <a:pt x="133" y="325"/>
                </a:cubicBezTo>
                <a:cubicBezTo>
                  <a:pt x="132" y="304"/>
                  <a:pt x="132" y="282"/>
                  <a:pt x="132" y="260"/>
                </a:cubicBezTo>
                <a:cubicBezTo>
                  <a:pt x="132" y="259"/>
                  <a:pt x="132" y="257"/>
                  <a:pt x="132" y="25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1" name="Freeform 12">
            <a:extLst xmlns:a="http://schemas.openxmlformats.org/drawingml/2006/main">
              <a:ext uri="{FF2B5EF4-FFF2-40B4-BE49-F238E27FC236}">
                <a16:creationId xmlns:a16="http://schemas.microsoft.com/office/drawing/2014/main" id="{D3E6CCCE-0348-4373-91CA-EE8CBC238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0994" y="431437"/>
            <a:ext cx="115759" cy="160238"/>
          </a:xfrm>
          <a:custGeom xmlns:a="http://schemas.openxmlformats.org/drawingml/2006/main">
            <a:gdLst>
              <a:gd name="T0" fmla="*/ 34 w 229"/>
              <a:gd name="T1" fmla="*/ 0 h 316"/>
              <a:gd name="T2" fmla="*/ 37 w 229"/>
              <a:gd name="T3" fmla="*/ 2 h 316"/>
              <a:gd name="T4" fmla="*/ 69 w 229"/>
              <a:gd name="T5" fmla="*/ 32 h 316"/>
              <a:gd name="T6" fmla="*/ 73 w 229"/>
              <a:gd name="T7" fmla="*/ 38 h 316"/>
              <a:gd name="T8" fmla="*/ 99 w 229"/>
              <a:gd name="T9" fmla="*/ 117 h 316"/>
              <a:gd name="T10" fmla="*/ 101 w 229"/>
              <a:gd name="T11" fmla="*/ 128 h 316"/>
              <a:gd name="T12" fmla="*/ 112 w 229"/>
              <a:gd name="T13" fmla="*/ 132 h 316"/>
              <a:gd name="T14" fmla="*/ 120 w 229"/>
              <a:gd name="T15" fmla="*/ 127 h 316"/>
              <a:gd name="T16" fmla="*/ 145 w 229"/>
              <a:gd name="T17" fmla="*/ 109 h 316"/>
              <a:gd name="T18" fmla="*/ 148 w 229"/>
              <a:gd name="T19" fmla="*/ 103 h 316"/>
              <a:gd name="T20" fmla="*/ 148 w 229"/>
              <a:gd name="T21" fmla="*/ 80 h 316"/>
              <a:gd name="T22" fmla="*/ 159 w 229"/>
              <a:gd name="T23" fmla="*/ 69 h 316"/>
              <a:gd name="T24" fmla="*/ 162 w 229"/>
              <a:gd name="T25" fmla="*/ 71 h 316"/>
              <a:gd name="T26" fmla="*/ 164 w 229"/>
              <a:gd name="T27" fmla="*/ 75 h 316"/>
              <a:gd name="T28" fmla="*/ 171 w 229"/>
              <a:gd name="T29" fmla="*/ 86 h 316"/>
              <a:gd name="T30" fmla="*/ 204 w 229"/>
              <a:gd name="T31" fmla="*/ 104 h 316"/>
              <a:gd name="T32" fmla="*/ 209 w 229"/>
              <a:gd name="T33" fmla="*/ 112 h 316"/>
              <a:gd name="T34" fmla="*/ 169 w 229"/>
              <a:gd name="T35" fmla="*/ 170 h 316"/>
              <a:gd name="T36" fmla="*/ 128 w 229"/>
              <a:gd name="T37" fmla="*/ 175 h 316"/>
              <a:gd name="T38" fmla="*/ 114 w 229"/>
              <a:gd name="T39" fmla="*/ 190 h 316"/>
              <a:gd name="T40" fmla="*/ 115 w 229"/>
              <a:gd name="T41" fmla="*/ 196 h 316"/>
              <a:gd name="T42" fmla="*/ 115 w 229"/>
              <a:gd name="T43" fmla="*/ 219 h 316"/>
              <a:gd name="T44" fmla="*/ 109 w 229"/>
              <a:gd name="T45" fmla="*/ 226 h 316"/>
              <a:gd name="T46" fmla="*/ 89 w 229"/>
              <a:gd name="T47" fmla="*/ 246 h 316"/>
              <a:gd name="T48" fmla="*/ 95 w 229"/>
              <a:gd name="T49" fmla="*/ 260 h 316"/>
              <a:gd name="T50" fmla="*/ 113 w 229"/>
              <a:gd name="T51" fmla="*/ 259 h 316"/>
              <a:gd name="T52" fmla="*/ 148 w 229"/>
              <a:gd name="T53" fmla="*/ 248 h 316"/>
              <a:gd name="T54" fmla="*/ 170 w 229"/>
              <a:gd name="T55" fmla="*/ 243 h 316"/>
              <a:gd name="T56" fmla="*/ 187 w 229"/>
              <a:gd name="T57" fmla="*/ 237 h 316"/>
              <a:gd name="T58" fmla="*/ 212 w 229"/>
              <a:gd name="T59" fmla="*/ 229 h 316"/>
              <a:gd name="T60" fmla="*/ 220 w 229"/>
              <a:gd name="T61" fmla="*/ 229 h 316"/>
              <a:gd name="T62" fmla="*/ 227 w 229"/>
              <a:gd name="T63" fmla="*/ 241 h 316"/>
              <a:gd name="T64" fmla="*/ 214 w 229"/>
              <a:gd name="T65" fmla="*/ 267 h 316"/>
              <a:gd name="T66" fmla="*/ 203 w 229"/>
              <a:gd name="T67" fmla="*/ 277 h 316"/>
              <a:gd name="T68" fmla="*/ 174 w 229"/>
              <a:gd name="T69" fmla="*/ 289 h 316"/>
              <a:gd name="T70" fmla="*/ 140 w 229"/>
              <a:gd name="T71" fmla="*/ 298 h 316"/>
              <a:gd name="T72" fmla="*/ 127 w 229"/>
              <a:gd name="T73" fmla="*/ 298 h 316"/>
              <a:gd name="T74" fmla="*/ 116 w 229"/>
              <a:gd name="T75" fmla="*/ 301 h 316"/>
              <a:gd name="T76" fmla="*/ 55 w 229"/>
              <a:gd name="T77" fmla="*/ 304 h 316"/>
              <a:gd name="T78" fmla="*/ 44 w 229"/>
              <a:gd name="T79" fmla="*/ 292 h 316"/>
              <a:gd name="T80" fmla="*/ 27 w 229"/>
              <a:gd name="T81" fmla="*/ 257 h 316"/>
              <a:gd name="T82" fmla="*/ 25 w 229"/>
              <a:gd name="T83" fmla="*/ 252 h 316"/>
              <a:gd name="T84" fmla="*/ 18 w 229"/>
              <a:gd name="T85" fmla="*/ 217 h 316"/>
              <a:gd name="T86" fmla="*/ 18 w 229"/>
              <a:gd name="T87" fmla="*/ 210 h 316"/>
              <a:gd name="T88" fmla="*/ 1 w 229"/>
              <a:gd name="T89" fmla="*/ 140 h 316"/>
              <a:gd name="T90" fmla="*/ 0 w 229"/>
              <a:gd name="T91" fmla="*/ 134 h 316"/>
              <a:gd name="T92" fmla="*/ 18 w 229"/>
              <a:gd name="T93" fmla="*/ 50 h 316"/>
              <a:gd name="T94" fmla="*/ 32 w 229"/>
              <a:gd name="T95" fmla="*/ 4 h 316"/>
              <a:gd name="T96" fmla="*/ 34 w 229"/>
              <a:gd name="T97" fmla="*/ 0 h 316"/>
            </a:gdLst>
            <a:rect l="0" t="0" r="r" b="b"/>
            <a:pathLst>
              <a:path w="229" h="316">
                <a:moveTo>
                  <a:pt x="34" y="0"/>
                </a:moveTo>
                <a:cubicBezTo>
                  <a:pt x="35" y="1"/>
                  <a:pt x="36" y="2"/>
                  <a:pt x="37" y="2"/>
                </a:cubicBezTo>
                <a:cubicBezTo>
                  <a:pt x="48" y="12"/>
                  <a:pt x="58" y="22"/>
                  <a:pt x="69" y="32"/>
                </a:cubicBezTo>
                <a:cubicBezTo>
                  <a:pt x="71" y="34"/>
                  <a:pt x="72" y="36"/>
                  <a:pt x="73" y="38"/>
                </a:cubicBezTo>
                <a:cubicBezTo>
                  <a:pt x="86" y="63"/>
                  <a:pt x="94" y="89"/>
                  <a:pt x="99" y="117"/>
                </a:cubicBezTo>
                <a:cubicBezTo>
                  <a:pt x="99" y="120"/>
                  <a:pt x="100" y="124"/>
                  <a:pt x="101" y="128"/>
                </a:cubicBezTo>
                <a:cubicBezTo>
                  <a:pt x="103" y="133"/>
                  <a:pt x="107" y="134"/>
                  <a:pt x="112" y="132"/>
                </a:cubicBezTo>
                <a:cubicBezTo>
                  <a:pt x="115" y="130"/>
                  <a:pt x="117" y="129"/>
                  <a:pt x="120" y="127"/>
                </a:cubicBezTo>
                <a:cubicBezTo>
                  <a:pt x="128" y="121"/>
                  <a:pt x="136" y="115"/>
                  <a:pt x="145" y="109"/>
                </a:cubicBezTo>
                <a:cubicBezTo>
                  <a:pt x="147" y="108"/>
                  <a:pt x="148" y="106"/>
                  <a:pt x="148" y="103"/>
                </a:cubicBezTo>
                <a:cubicBezTo>
                  <a:pt x="148" y="95"/>
                  <a:pt x="148" y="88"/>
                  <a:pt x="148" y="80"/>
                </a:cubicBezTo>
                <a:cubicBezTo>
                  <a:pt x="148" y="75"/>
                  <a:pt x="153" y="69"/>
                  <a:pt x="159" y="69"/>
                </a:cubicBezTo>
                <a:cubicBezTo>
                  <a:pt x="160" y="69"/>
                  <a:pt x="162" y="70"/>
                  <a:pt x="162" y="71"/>
                </a:cubicBezTo>
                <a:cubicBezTo>
                  <a:pt x="163" y="72"/>
                  <a:pt x="164" y="73"/>
                  <a:pt x="164" y="75"/>
                </a:cubicBezTo>
                <a:cubicBezTo>
                  <a:pt x="164" y="79"/>
                  <a:pt x="167" y="83"/>
                  <a:pt x="171" y="86"/>
                </a:cubicBezTo>
                <a:cubicBezTo>
                  <a:pt x="181" y="94"/>
                  <a:pt x="192" y="100"/>
                  <a:pt x="204" y="104"/>
                </a:cubicBezTo>
                <a:cubicBezTo>
                  <a:pt x="208" y="106"/>
                  <a:pt x="209" y="108"/>
                  <a:pt x="209" y="112"/>
                </a:cubicBezTo>
                <a:cubicBezTo>
                  <a:pt x="210" y="140"/>
                  <a:pt x="196" y="160"/>
                  <a:pt x="169" y="170"/>
                </a:cubicBezTo>
                <a:cubicBezTo>
                  <a:pt x="156" y="175"/>
                  <a:pt x="142" y="177"/>
                  <a:pt x="128" y="175"/>
                </a:cubicBezTo>
                <a:cubicBezTo>
                  <a:pt x="119" y="173"/>
                  <a:pt x="112" y="182"/>
                  <a:pt x="114" y="190"/>
                </a:cubicBezTo>
                <a:cubicBezTo>
                  <a:pt x="114" y="192"/>
                  <a:pt x="115" y="194"/>
                  <a:pt x="115" y="196"/>
                </a:cubicBezTo>
                <a:cubicBezTo>
                  <a:pt x="118" y="203"/>
                  <a:pt x="118" y="211"/>
                  <a:pt x="115" y="219"/>
                </a:cubicBezTo>
                <a:cubicBezTo>
                  <a:pt x="114" y="222"/>
                  <a:pt x="112" y="224"/>
                  <a:pt x="109" y="226"/>
                </a:cubicBezTo>
                <a:cubicBezTo>
                  <a:pt x="101" y="231"/>
                  <a:pt x="95" y="238"/>
                  <a:pt x="89" y="246"/>
                </a:cubicBezTo>
                <a:cubicBezTo>
                  <a:pt x="84" y="254"/>
                  <a:pt x="85" y="258"/>
                  <a:pt x="95" y="260"/>
                </a:cubicBezTo>
                <a:cubicBezTo>
                  <a:pt x="101" y="261"/>
                  <a:pt x="107" y="261"/>
                  <a:pt x="113" y="259"/>
                </a:cubicBezTo>
                <a:cubicBezTo>
                  <a:pt x="125" y="256"/>
                  <a:pt x="137" y="252"/>
                  <a:pt x="148" y="248"/>
                </a:cubicBezTo>
                <a:cubicBezTo>
                  <a:pt x="155" y="245"/>
                  <a:pt x="162" y="243"/>
                  <a:pt x="170" y="243"/>
                </a:cubicBezTo>
                <a:cubicBezTo>
                  <a:pt x="176" y="242"/>
                  <a:pt x="182" y="240"/>
                  <a:pt x="187" y="237"/>
                </a:cubicBezTo>
                <a:cubicBezTo>
                  <a:pt x="195" y="234"/>
                  <a:pt x="203" y="230"/>
                  <a:pt x="212" y="229"/>
                </a:cubicBezTo>
                <a:cubicBezTo>
                  <a:pt x="214" y="229"/>
                  <a:pt x="217" y="229"/>
                  <a:pt x="220" y="229"/>
                </a:cubicBezTo>
                <a:cubicBezTo>
                  <a:pt x="226" y="230"/>
                  <a:pt x="229" y="236"/>
                  <a:pt x="227" y="241"/>
                </a:cubicBezTo>
                <a:cubicBezTo>
                  <a:pt x="223" y="250"/>
                  <a:pt x="218" y="259"/>
                  <a:pt x="214" y="267"/>
                </a:cubicBezTo>
                <a:cubicBezTo>
                  <a:pt x="211" y="271"/>
                  <a:pt x="207" y="274"/>
                  <a:pt x="203" y="277"/>
                </a:cubicBezTo>
                <a:cubicBezTo>
                  <a:pt x="194" y="282"/>
                  <a:pt x="184" y="286"/>
                  <a:pt x="174" y="289"/>
                </a:cubicBezTo>
                <a:cubicBezTo>
                  <a:pt x="163" y="292"/>
                  <a:pt x="151" y="295"/>
                  <a:pt x="140" y="298"/>
                </a:cubicBezTo>
                <a:cubicBezTo>
                  <a:pt x="136" y="299"/>
                  <a:pt x="131" y="298"/>
                  <a:pt x="127" y="298"/>
                </a:cubicBezTo>
                <a:cubicBezTo>
                  <a:pt x="122" y="298"/>
                  <a:pt x="119" y="299"/>
                  <a:pt x="116" y="301"/>
                </a:cubicBezTo>
                <a:cubicBezTo>
                  <a:pt x="97" y="315"/>
                  <a:pt x="74" y="316"/>
                  <a:pt x="55" y="304"/>
                </a:cubicBezTo>
                <a:cubicBezTo>
                  <a:pt x="51" y="301"/>
                  <a:pt x="47" y="297"/>
                  <a:pt x="44" y="292"/>
                </a:cubicBezTo>
                <a:cubicBezTo>
                  <a:pt x="37" y="281"/>
                  <a:pt x="32" y="269"/>
                  <a:pt x="27" y="257"/>
                </a:cubicBezTo>
                <a:cubicBezTo>
                  <a:pt x="26" y="255"/>
                  <a:pt x="26" y="254"/>
                  <a:pt x="25" y="252"/>
                </a:cubicBezTo>
                <a:cubicBezTo>
                  <a:pt x="20" y="241"/>
                  <a:pt x="17" y="230"/>
                  <a:pt x="18" y="217"/>
                </a:cubicBezTo>
                <a:cubicBezTo>
                  <a:pt x="19" y="215"/>
                  <a:pt x="18" y="213"/>
                  <a:pt x="18" y="210"/>
                </a:cubicBezTo>
                <a:cubicBezTo>
                  <a:pt x="12" y="187"/>
                  <a:pt x="6" y="163"/>
                  <a:pt x="1" y="140"/>
                </a:cubicBezTo>
                <a:cubicBezTo>
                  <a:pt x="0" y="138"/>
                  <a:pt x="0" y="136"/>
                  <a:pt x="0" y="134"/>
                </a:cubicBezTo>
                <a:cubicBezTo>
                  <a:pt x="6" y="106"/>
                  <a:pt x="12" y="78"/>
                  <a:pt x="18" y="50"/>
                </a:cubicBezTo>
                <a:cubicBezTo>
                  <a:pt x="22" y="35"/>
                  <a:pt x="26" y="19"/>
                  <a:pt x="32" y="4"/>
                </a:cubicBezTo>
                <a:cubicBezTo>
                  <a:pt x="33" y="2"/>
                  <a:pt x="33" y="1"/>
                  <a:pt x="3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2" name="Freeform 13">
            <a:extLst xmlns:a="http://schemas.openxmlformats.org/drawingml/2006/main">
              <a:ext uri="{FF2B5EF4-FFF2-40B4-BE49-F238E27FC236}">
                <a16:creationId xmlns:a16="http://schemas.microsoft.com/office/drawing/2014/main" id="{7016864E-12AB-4B65-BE46-A820CBE4C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5489" y="493594"/>
            <a:ext cx="137428" cy="152255"/>
          </a:xfrm>
          <a:custGeom xmlns:a="http://schemas.openxmlformats.org/drawingml/2006/main">
            <a:gdLst>
              <a:gd name="T0" fmla="*/ 194 w 271"/>
              <a:gd name="T1" fmla="*/ 98 h 300"/>
              <a:gd name="T2" fmla="*/ 236 w 271"/>
              <a:gd name="T3" fmla="*/ 96 h 300"/>
              <a:gd name="T4" fmla="*/ 237 w 271"/>
              <a:gd name="T5" fmla="*/ 111 h 300"/>
              <a:gd name="T6" fmla="*/ 175 w 271"/>
              <a:gd name="T7" fmla="*/ 150 h 300"/>
              <a:gd name="T8" fmla="*/ 169 w 271"/>
              <a:gd name="T9" fmla="*/ 195 h 300"/>
              <a:gd name="T10" fmla="*/ 177 w 271"/>
              <a:gd name="T11" fmla="*/ 299 h 300"/>
              <a:gd name="T12" fmla="*/ 159 w 271"/>
              <a:gd name="T13" fmla="*/ 285 h 300"/>
              <a:gd name="T14" fmla="*/ 150 w 271"/>
              <a:gd name="T15" fmla="*/ 266 h 300"/>
              <a:gd name="T16" fmla="*/ 133 w 271"/>
              <a:gd name="T17" fmla="*/ 260 h 300"/>
              <a:gd name="T18" fmla="*/ 132 w 271"/>
              <a:gd name="T19" fmla="*/ 243 h 300"/>
              <a:gd name="T20" fmla="*/ 149 w 271"/>
              <a:gd name="T21" fmla="*/ 232 h 300"/>
              <a:gd name="T22" fmla="*/ 139 w 271"/>
              <a:gd name="T23" fmla="*/ 197 h 300"/>
              <a:gd name="T24" fmla="*/ 117 w 271"/>
              <a:gd name="T25" fmla="*/ 216 h 300"/>
              <a:gd name="T26" fmla="*/ 101 w 271"/>
              <a:gd name="T27" fmla="*/ 235 h 300"/>
              <a:gd name="T28" fmla="*/ 26 w 271"/>
              <a:gd name="T29" fmla="*/ 293 h 300"/>
              <a:gd name="T30" fmla="*/ 0 w 271"/>
              <a:gd name="T31" fmla="*/ 243 h 300"/>
              <a:gd name="T32" fmla="*/ 9 w 271"/>
              <a:gd name="T33" fmla="*/ 237 h 300"/>
              <a:gd name="T34" fmla="*/ 32 w 271"/>
              <a:gd name="T35" fmla="*/ 234 h 300"/>
              <a:gd name="T36" fmla="*/ 59 w 271"/>
              <a:gd name="T37" fmla="*/ 219 h 300"/>
              <a:gd name="T38" fmla="*/ 116 w 271"/>
              <a:gd name="T39" fmla="*/ 185 h 300"/>
              <a:gd name="T40" fmla="*/ 145 w 271"/>
              <a:gd name="T41" fmla="*/ 155 h 300"/>
              <a:gd name="T42" fmla="*/ 133 w 271"/>
              <a:gd name="T43" fmla="*/ 142 h 300"/>
              <a:gd name="T44" fmla="*/ 145 w 271"/>
              <a:gd name="T45" fmla="*/ 112 h 300"/>
              <a:gd name="T46" fmla="*/ 143 w 271"/>
              <a:gd name="T47" fmla="*/ 104 h 300"/>
              <a:gd name="T48" fmla="*/ 124 w 271"/>
              <a:gd name="T49" fmla="*/ 108 h 300"/>
              <a:gd name="T50" fmla="*/ 121 w 271"/>
              <a:gd name="T51" fmla="*/ 140 h 300"/>
              <a:gd name="T52" fmla="*/ 87 w 271"/>
              <a:gd name="T53" fmla="*/ 188 h 300"/>
              <a:gd name="T54" fmla="*/ 73 w 271"/>
              <a:gd name="T55" fmla="*/ 176 h 300"/>
              <a:gd name="T56" fmla="*/ 67 w 271"/>
              <a:gd name="T57" fmla="*/ 159 h 300"/>
              <a:gd name="T58" fmla="*/ 66 w 271"/>
              <a:gd name="T59" fmla="*/ 63 h 300"/>
              <a:gd name="T60" fmla="*/ 72 w 271"/>
              <a:gd name="T61" fmla="*/ 47 h 300"/>
              <a:gd name="T62" fmla="*/ 88 w 271"/>
              <a:gd name="T63" fmla="*/ 55 h 300"/>
              <a:gd name="T64" fmla="*/ 109 w 271"/>
              <a:gd name="T65" fmla="*/ 63 h 300"/>
              <a:gd name="T66" fmla="*/ 160 w 271"/>
              <a:gd name="T67" fmla="*/ 28 h 300"/>
              <a:gd name="T68" fmla="*/ 187 w 271"/>
              <a:gd name="T69" fmla="*/ 16 h 300"/>
              <a:gd name="T70" fmla="*/ 258 w 271"/>
              <a:gd name="T71" fmla="*/ 4 h 300"/>
              <a:gd name="T72" fmla="*/ 271 w 271"/>
              <a:gd name="T73" fmla="*/ 16 h 300"/>
              <a:gd name="T74" fmla="*/ 248 w 271"/>
              <a:gd name="T75" fmla="*/ 37 h 300"/>
              <a:gd name="T76" fmla="*/ 215 w 271"/>
              <a:gd name="T77" fmla="*/ 67 h 300"/>
              <a:gd name="T78" fmla="*/ 186 w 271"/>
              <a:gd name="T79" fmla="*/ 95 h 300"/>
            </a:gdLst>
            <a:rect l="0" t="0" r="r" b="b"/>
            <a:pathLst>
              <a:path w="271" h="300">
                <a:moveTo>
                  <a:pt x="185" y="102"/>
                </a:moveTo>
                <a:cubicBezTo>
                  <a:pt x="188" y="101"/>
                  <a:pt x="191" y="99"/>
                  <a:pt x="194" y="98"/>
                </a:cubicBezTo>
                <a:cubicBezTo>
                  <a:pt x="200" y="94"/>
                  <a:pt x="206" y="91"/>
                  <a:pt x="213" y="90"/>
                </a:cubicBezTo>
                <a:cubicBezTo>
                  <a:pt x="221" y="89"/>
                  <a:pt x="229" y="92"/>
                  <a:pt x="236" y="96"/>
                </a:cubicBezTo>
                <a:cubicBezTo>
                  <a:pt x="237" y="97"/>
                  <a:pt x="238" y="98"/>
                  <a:pt x="239" y="99"/>
                </a:cubicBezTo>
                <a:cubicBezTo>
                  <a:pt x="242" y="103"/>
                  <a:pt x="242" y="108"/>
                  <a:pt x="237" y="111"/>
                </a:cubicBezTo>
                <a:cubicBezTo>
                  <a:pt x="220" y="127"/>
                  <a:pt x="200" y="139"/>
                  <a:pt x="179" y="148"/>
                </a:cubicBezTo>
                <a:cubicBezTo>
                  <a:pt x="178" y="149"/>
                  <a:pt x="176" y="149"/>
                  <a:pt x="175" y="150"/>
                </a:cubicBezTo>
                <a:cubicBezTo>
                  <a:pt x="167" y="153"/>
                  <a:pt x="164" y="159"/>
                  <a:pt x="163" y="168"/>
                </a:cubicBezTo>
                <a:cubicBezTo>
                  <a:pt x="163" y="177"/>
                  <a:pt x="165" y="187"/>
                  <a:pt x="169" y="195"/>
                </a:cubicBezTo>
                <a:cubicBezTo>
                  <a:pt x="182" y="226"/>
                  <a:pt x="186" y="259"/>
                  <a:pt x="185" y="292"/>
                </a:cubicBezTo>
                <a:cubicBezTo>
                  <a:pt x="185" y="298"/>
                  <a:pt x="183" y="300"/>
                  <a:pt x="177" y="299"/>
                </a:cubicBezTo>
                <a:cubicBezTo>
                  <a:pt x="171" y="299"/>
                  <a:pt x="165" y="297"/>
                  <a:pt x="161" y="292"/>
                </a:cubicBezTo>
                <a:cubicBezTo>
                  <a:pt x="159" y="290"/>
                  <a:pt x="159" y="287"/>
                  <a:pt x="159" y="285"/>
                </a:cubicBezTo>
                <a:cubicBezTo>
                  <a:pt x="159" y="284"/>
                  <a:pt x="159" y="282"/>
                  <a:pt x="159" y="281"/>
                </a:cubicBezTo>
                <a:cubicBezTo>
                  <a:pt x="159" y="274"/>
                  <a:pt x="156" y="269"/>
                  <a:pt x="150" y="266"/>
                </a:cubicBezTo>
                <a:cubicBezTo>
                  <a:pt x="146" y="263"/>
                  <a:pt x="141" y="262"/>
                  <a:pt x="136" y="260"/>
                </a:cubicBezTo>
                <a:cubicBezTo>
                  <a:pt x="135" y="260"/>
                  <a:pt x="134" y="260"/>
                  <a:pt x="133" y="260"/>
                </a:cubicBezTo>
                <a:cubicBezTo>
                  <a:pt x="129" y="258"/>
                  <a:pt x="126" y="255"/>
                  <a:pt x="126" y="252"/>
                </a:cubicBezTo>
                <a:cubicBezTo>
                  <a:pt x="125" y="248"/>
                  <a:pt x="128" y="244"/>
                  <a:pt x="132" y="243"/>
                </a:cubicBezTo>
                <a:cubicBezTo>
                  <a:pt x="134" y="242"/>
                  <a:pt x="136" y="242"/>
                  <a:pt x="138" y="242"/>
                </a:cubicBezTo>
                <a:cubicBezTo>
                  <a:pt x="144" y="241"/>
                  <a:pt x="147" y="238"/>
                  <a:pt x="149" y="232"/>
                </a:cubicBezTo>
                <a:cubicBezTo>
                  <a:pt x="153" y="220"/>
                  <a:pt x="151" y="208"/>
                  <a:pt x="144" y="197"/>
                </a:cubicBezTo>
                <a:cubicBezTo>
                  <a:pt x="142" y="195"/>
                  <a:pt x="141" y="195"/>
                  <a:pt x="139" y="197"/>
                </a:cubicBezTo>
                <a:cubicBezTo>
                  <a:pt x="138" y="197"/>
                  <a:pt x="137" y="198"/>
                  <a:pt x="136" y="199"/>
                </a:cubicBezTo>
                <a:cubicBezTo>
                  <a:pt x="129" y="205"/>
                  <a:pt x="123" y="210"/>
                  <a:pt x="117" y="216"/>
                </a:cubicBezTo>
                <a:cubicBezTo>
                  <a:pt x="112" y="220"/>
                  <a:pt x="108" y="225"/>
                  <a:pt x="105" y="231"/>
                </a:cubicBezTo>
                <a:cubicBezTo>
                  <a:pt x="104" y="232"/>
                  <a:pt x="103" y="233"/>
                  <a:pt x="101" y="235"/>
                </a:cubicBezTo>
                <a:cubicBezTo>
                  <a:pt x="84" y="253"/>
                  <a:pt x="66" y="270"/>
                  <a:pt x="48" y="288"/>
                </a:cubicBezTo>
                <a:cubicBezTo>
                  <a:pt x="41" y="296"/>
                  <a:pt x="35" y="297"/>
                  <a:pt x="26" y="293"/>
                </a:cubicBezTo>
                <a:cubicBezTo>
                  <a:pt x="20" y="291"/>
                  <a:pt x="16" y="287"/>
                  <a:pt x="13" y="282"/>
                </a:cubicBezTo>
                <a:cubicBezTo>
                  <a:pt x="4" y="271"/>
                  <a:pt x="1" y="257"/>
                  <a:pt x="0" y="243"/>
                </a:cubicBezTo>
                <a:cubicBezTo>
                  <a:pt x="0" y="240"/>
                  <a:pt x="1" y="239"/>
                  <a:pt x="3" y="239"/>
                </a:cubicBezTo>
                <a:cubicBezTo>
                  <a:pt x="5" y="238"/>
                  <a:pt x="7" y="237"/>
                  <a:pt x="9" y="237"/>
                </a:cubicBezTo>
                <a:cubicBezTo>
                  <a:pt x="13" y="235"/>
                  <a:pt x="16" y="235"/>
                  <a:pt x="20" y="237"/>
                </a:cubicBezTo>
                <a:cubicBezTo>
                  <a:pt x="24" y="239"/>
                  <a:pt x="28" y="238"/>
                  <a:pt x="32" y="234"/>
                </a:cubicBezTo>
                <a:cubicBezTo>
                  <a:pt x="34" y="233"/>
                  <a:pt x="37" y="231"/>
                  <a:pt x="39" y="230"/>
                </a:cubicBezTo>
                <a:cubicBezTo>
                  <a:pt x="46" y="226"/>
                  <a:pt x="52" y="222"/>
                  <a:pt x="59" y="219"/>
                </a:cubicBezTo>
                <a:cubicBezTo>
                  <a:pt x="60" y="218"/>
                  <a:pt x="62" y="217"/>
                  <a:pt x="63" y="216"/>
                </a:cubicBezTo>
                <a:cubicBezTo>
                  <a:pt x="81" y="206"/>
                  <a:pt x="98" y="195"/>
                  <a:pt x="116" y="185"/>
                </a:cubicBezTo>
                <a:cubicBezTo>
                  <a:pt x="122" y="181"/>
                  <a:pt x="128" y="177"/>
                  <a:pt x="134" y="172"/>
                </a:cubicBezTo>
                <a:cubicBezTo>
                  <a:pt x="139" y="168"/>
                  <a:pt x="143" y="163"/>
                  <a:pt x="145" y="155"/>
                </a:cubicBezTo>
                <a:cubicBezTo>
                  <a:pt x="143" y="155"/>
                  <a:pt x="142" y="154"/>
                  <a:pt x="140" y="154"/>
                </a:cubicBezTo>
                <a:cubicBezTo>
                  <a:pt x="134" y="152"/>
                  <a:pt x="132" y="148"/>
                  <a:pt x="133" y="142"/>
                </a:cubicBezTo>
                <a:cubicBezTo>
                  <a:pt x="134" y="140"/>
                  <a:pt x="135" y="137"/>
                  <a:pt x="136" y="135"/>
                </a:cubicBezTo>
                <a:cubicBezTo>
                  <a:pt x="139" y="127"/>
                  <a:pt x="142" y="119"/>
                  <a:pt x="145" y="112"/>
                </a:cubicBezTo>
                <a:cubicBezTo>
                  <a:pt x="145" y="111"/>
                  <a:pt x="146" y="110"/>
                  <a:pt x="146" y="109"/>
                </a:cubicBezTo>
                <a:cubicBezTo>
                  <a:pt x="147" y="105"/>
                  <a:pt x="146" y="104"/>
                  <a:pt x="143" y="104"/>
                </a:cubicBezTo>
                <a:cubicBezTo>
                  <a:pt x="140" y="104"/>
                  <a:pt x="138" y="104"/>
                  <a:pt x="135" y="105"/>
                </a:cubicBezTo>
                <a:cubicBezTo>
                  <a:pt x="132" y="106"/>
                  <a:pt x="128" y="107"/>
                  <a:pt x="124" y="108"/>
                </a:cubicBezTo>
                <a:cubicBezTo>
                  <a:pt x="122" y="109"/>
                  <a:pt x="121" y="111"/>
                  <a:pt x="121" y="113"/>
                </a:cubicBezTo>
                <a:cubicBezTo>
                  <a:pt x="121" y="122"/>
                  <a:pt x="121" y="131"/>
                  <a:pt x="121" y="140"/>
                </a:cubicBezTo>
                <a:cubicBezTo>
                  <a:pt x="121" y="142"/>
                  <a:pt x="120" y="144"/>
                  <a:pt x="119" y="146"/>
                </a:cubicBezTo>
                <a:cubicBezTo>
                  <a:pt x="108" y="160"/>
                  <a:pt x="98" y="174"/>
                  <a:pt x="87" y="188"/>
                </a:cubicBezTo>
                <a:cubicBezTo>
                  <a:pt x="87" y="189"/>
                  <a:pt x="86" y="189"/>
                  <a:pt x="86" y="190"/>
                </a:cubicBezTo>
                <a:cubicBezTo>
                  <a:pt x="81" y="185"/>
                  <a:pt x="77" y="181"/>
                  <a:pt x="73" y="176"/>
                </a:cubicBezTo>
                <a:cubicBezTo>
                  <a:pt x="70" y="173"/>
                  <a:pt x="69" y="170"/>
                  <a:pt x="69" y="166"/>
                </a:cubicBezTo>
                <a:cubicBezTo>
                  <a:pt x="68" y="164"/>
                  <a:pt x="68" y="161"/>
                  <a:pt x="67" y="159"/>
                </a:cubicBezTo>
                <a:cubicBezTo>
                  <a:pt x="58" y="138"/>
                  <a:pt x="57" y="117"/>
                  <a:pt x="63" y="95"/>
                </a:cubicBezTo>
                <a:cubicBezTo>
                  <a:pt x="67" y="84"/>
                  <a:pt x="67" y="74"/>
                  <a:pt x="66" y="63"/>
                </a:cubicBezTo>
                <a:cubicBezTo>
                  <a:pt x="66" y="60"/>
                  <a:pt x="66" y="57"/>
                  <a:pt x="66" y="54"/>
                </a:cubicBezTo>
                <a:cubicBezTo>
                  <a:pt x="66" y="50"/>
                  <a:pt x="68" y="47"/>
                  <a:pt x="72" y="47"/>
                </a:cubicBezTo>
                <a:cubicBezTo>
                  <a:pt x="75" y="46"/>
                  <a:pt x="78" y="47"/>
                  <a:pt x="80" y="48"/>
                </a:cubicBezTo>
                <a:cubicBezTo>
                  <a:pt x="83" y="50"/>
                  <a:pt x="85" y="52"/>
                  <a:pt x="88" y="55"/>
                </a:cubicBezTo>
                <a:cubicBezTo>
                  <a:pt x="90" y="57"/>
                  <a:pt x="91" y="59"/>
                  <a:pt x="93" y="61"/>
                </a:cubicBezTo>
                <a:cubicBezTo>
                  <a:pt x="99" y="66"/>
                  <a:pt x="103" y="67"/>
                  <a:pt x="109" y="63"/>
                </a:cubicBezTo>
                <a:cubicBezTo>
                  <a:pt x="117" y="58"/>
                  <a:pt x="125" y="53"/>
                  <a:pt x="133" y="48"/>
                </a:cubicBezTo>
                <a:cubicBezTo>
                  <a:pt x="142" y="41"/>
                  <a:pt x="151" y="35"/>
                  <a:pt x="160" y="28"/>
                </a:cubicBezTo>
                <a:cubicBezTo>
                  <a:pt x="163" y="25"/>
                  <a:pt x="167" y="24"/>
                  <a:pt x="171" y="23"/>
                </a:cubicBezTo>
                <a:cubicBezTo>
                  <a:pt x="177" y="23"/>
                  <a:pt x="182" y="20"/>
                  <a:pt x="187" y="16"/>
                </a:cubicBezTo>
                <a:cubicBezTo>
                  <a:pt x="196" y="6"/>
                  <a:pt x="208" y="2"/>
                  <a:pt x="221" y="1"/>
                </a:cubicBezTo>
                <a:cubicBezTo>
                  <a:pt x="233" y="0"/>
                  <a:pt x="246" y="0"/>
                  <a:pt x="258" y="4"/>
                </a:cubicBezTo>
                <a:cubicBezTo>
                  <a:pt x="261" y="5"/>
                  <a:pt x="264" y="7"/>
                  <a:pt x="267" y="9"/>
                </a:cubicBezTo>
                <a:cubicBezTo>
                  <a:pt x="270" y="10"/>
                  <a:pt x="271" y="13"/>
                  <a:pt x="271" y="16"/>
                </a:cubicBezTo>
                <a:cubicBezTo>
                  <a:pt x="271" y="18"/>
                  <a:pt x="271" y="19"/>
                  <a:pt x="269" y="21"/>
                </a:cubicBezTo>
                <a:cubicBezTo>
                  <a:pt x="262" y="26"/>
                  <a:pt x="255" y="31"/>
                  <a:pt x="248" y="37"/>
                </a:cubicBezTo>
                <a:cubicBezTo>
                  <a:pt x="240" y="43"/>
                  <a:pt x="232" y="50"/>
                  <a:pt x="226" y="58"/>
                </a:cubicBezTo>
                <a:cubicBezTo>
                  <a:pt x="223" y="62"/>
                  <a:pt x="219" y="65"/>
                  <a:pt x="215" y="67"/>
                </a:cubicBezTo>
                <a:cubicBezTo>
                  <a:pt x="213" y="68"/>
                  <a:pt x="212" y="69"/>
                  <a:pt x="211" y="70"/>
                </a:cubicBezTo>
                <a:cubicBezTo>
                  <a:pt x="202" y="79"/>
                  <a:pt x="194" y="87"/>
                  <a:pt x="186" y="95"/>
                </a:cubicBezTo>
                <a:cubicBezTo>
                  <a:pt x="184" y="97"/>
                  <a:pt x="183" y="99"/>
                  <a:pt x="185" y="10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3" name="Freeform 14">
            <a:extLst xmlns:a="http://schemas.openxmlformats.org/drawingml/2006/main">
              <a:ext uri="{FF2B5EF4-FFF2-40B4-BE49-F238E27FC236}">
                <a16:creationId xmlns:a16="http://schemas.microsoft.com/office/drawing/2014/main" id="{F7E30737-46B8-4D68-AAB9-DC159A351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1601" y="548337"/>
            <a:ext cx="141990" cy="90098"/>
          </a:xfrm>
          <a:custGeom xmlns:a="http://schemas.openxmlformats.org/drawingml/2006/main">
            <a:gdLst>
              <a:gd name="T0" fmla="*/ 16 w 280"/>
              <a:gd name="T1" fmla="*/ 133 h 178"/>
              <a:gd name="T2" fmla="*/ 14 w 280"/>
              <a:gd name="T3" fmla="*/ 124 h 178"/>
              <a:gd name="T4" fmla="*/ 2 w 280"/>
              <a:gd name="T5" fmla="*/ 103 h 178"/>
              <a:gd name="T6" fmla="*/ 6 w 280"/>
              <a:gd name="T7" fmla="*/ 81 h 178"/>
              <a:gd name="T8" fmla="*/ 16 w 280"/>
              <a:gd name="T9" fmla="*/ 77 h 178"/>
              <a:gd name="T10" fmla="*/ 22 w 280"/>
              <a:gd name="T11" fmla="*/ 77 h 178"/>
              <a:gd name="T12" fmla="*/ 40 w 280"/>
              <a:gd name="T13" fmla="*/ 71 h 178"/>
              <a:gd name="T14" fmla="*/ 54 w 280"/>
              <a:gd name="T15" fmla="*/ 64 h 178"/>
              <a:gd name="T16" fmla="*/ 63 w 280"/>
              <a:gd name="T17" fmla="*/ 61 h 178"/>
              <a:gd name="T18" fmla="*/ 144 w 280"/>
              <a:gd name="T19" fmla="*/ 25 h 178"/>
              <a:gd name="T20" fmla="*/ 169 w 280"/>
              <a:gd name="T21" fmla="*/ 16 h 178"/>
              <a:gd name="T22" fmla="*/ 186 w 280"/>
              <a:gd name="T23" fmla="*/ 13 h 178"/>
              <a:gd name="T24" fmla="*/ 209 w 280"/>
              <a:gd name="T25" fmla="*/ 9 h 178"/>
              <a:gd name="T26" fmla="*/ 224 w 280"/>
              <a:gd name="T27" fmla="*/ 3 h 178"/>
              <a:gd name="T28" fmla="*/ 233 w 280"/>
              <a:gd name="T29" fmla="*/ 0 h 178"/>
              <a:gd name="T30" fmla="*/ 265 w 280"/>
              <a:gd name="T31" fmla="*/ 5 h 178"/>
              <a:gd name="T32" fmla="*/ 274 w 280"/>
              <a:gd name="T33" fmla="*/ 29 h 178"/>
              <a:gd name="T34" fmla="*/ 256 w 280"/>
              <a:gd name="T35" fmla="*/ 50 h 178"/>
              <a:gd name="T36" fmla="*/ 245 w 280"/>
              <a:gd name="T37" fmla="*/ 53 h 178"/>
              <a:gd name="T38" fmla="*/ 220 w 280"/>
              <a:gd name="T39" fmla="*/ 56 h 178"/>
              <a:gd name="T40" fmla="*/ 213 w 280"/>
              <a:gd name="T41" fmla="*/ 58 h 178"/>
              <a:gd name="T42" fmla="*/ 208 w 280"/>
              <a:gd name="T43" fmla="*/ 67 h 178"/>
              <a:gd name="T44" fmla="*/ 210 w 280"/>
              <a:gd name="T45" fmla="*/ 76 h 178"/>
              <a:gd name="T46" fmla="*/ 218 w 280"/>
              <a:gd name="T47" fmla="*/ 92 h 178"/>
              <a:gd name="T48" fmla="*/ 224 w 280"/>
              <a:gd name="T49" fmla="*/ 115 h 178"/>
              <a:gd name="T50" fmla="*/ 220 w 280"/>
              <a:gd name="T51" fmla="*/ 146 h 178"/>
              <a:gd name="T52" fmla="*/ 197 w 280"/>
              <a:gd name="T53" fmla="*/ 163 h 178"/>
              <a:gd name="T54" fmla="*/ 189 w 280"/>
              <a:gd name="T55" fmla="*/ 163 h 178"/>
              <a:gd name="T56" fmla="*/ 181 w 280"/>
              <a:gd name="T57" fmla="*/ 167 h 178"/>
              <a:gd name="T58" fmla="*/ 178 w 280"/>
              <a:gd name="T59" fmla="*/ 170 h 178"/>
              <a:gd name="T60" fmla="*/ 156 w 280"/>
              <a:gd name="T61" fmla="*/ 175 h 178"/>
              <a:gd name="T62" fmla="*/ 140 w 280"/>
              <a:gd name="T63" fmla="*/ 166 h 178"/>
              <a:gd name="T64" fmla="*/ 126 w 280"/>
              <a:gd name="T65" fmla="*/ 162 h 178"/>
              <a:gd name="T66" fmla="*/ 119 w 280"/>
              <a:gd name="T67" fmla="*/ 160 h 178"/>
              <a:gd name="T68" fmla="*/ 113 w 280"/>
              <a:gd name="T69" fmla="*/ 150 h 178"/>
              <a:gd name="T70" fmla="*/ 115 w 280"/>
              <a:gd name="T71" fmla="*/ 147 h 178"/>
              <a:gd name="T72" fmla="*/ 122 w 280"/>
              <a:gd name="T73" fmla="*/ 147 h 178"/>
              <a:gd name="T74" fmla="*/ 166 w 280"/>
              <a:gd name="T75" fmla="*/ 141 h 178"/>
              <a:gd name="T76" fmla="*/ 185 w 280"/>
              <a:gd name="T77" fmla="*/ 129 h 178"/>
              <a:gd name="T78" fmla="*/ 188 w 280"/>
              <a:gd name="T79" fmla="*/ 120 h 178"/>
              <a:gd name="T80" fmla="*/ 185 w 280"/>
              <a:gd name="T81" fmla="*/ 92 h 178"/>
              <a:gd name="T82" fmla="*/ 184 w 280"/>
              <a:gd name="T83" fmla="*/ 77 h 178"/>
              <a:gd name="T84" fmla="*/ 179 w 280"/>
              <a:gd name="T85" fmla="*/ 71 h 178"/>
              <a:gd name="T86" fmla="*/ 163 w 280"/>
              <a:gd name="T87" fmla="*/ 75 h 178"/>
              <a:gd name="T88" fmla="*/ 158 w 280"/>
              <a:gd name="T89" fmla="*/ 79 h 178"/>
              <a:gd name="T90" fmla="*/ 145 w 280"/>
              <a:gd name="T91" fmla="*/ 82 h 178"/>
              <a:gd name="T92" fmla="*/ 116 w 280"/>
              <a:gd name="T93" fmla="*/ 91 h 178"/>
              <a:gd name="T94" fmla="*/ 80 w 280"/>
              <a:gd name="T95" fmla="*/ 118 h 178"/>
              <a:gd name="T96" fmla="*/ 52 w 280"/>
              <a:gd name="T97" fmla="*/ 135 h 178"/>
              <a:gd name="T98" fmla="*/ 22 w 280"/>
              <a:gd name="T99" fmla="*/ 136 h 178"/>
              <a:gd name="T100" fmla="*/ 18 w 280"/>
              <a:gd name="T101" fmla="*/ 134 h 178"/>
              <a:gd name="T102" fmla="*/ 16 w 280"/>
              <a:gd name="T103" fmla="*/ 133 h 178"/>
            </a:gdLst>
            <a:rect l="0" t="0" r="r" b="b"/>
            <a:pathLst>
              <a:path w="280" h="178">
                <a:moveTo>
                  <a:pt x="16" y="133"/>
                </a:moveTo>
                <a:cubicBezTo>
                  <a:pt x="18" y="129"/>
                  <a:pt x="16" y="127"/>
                  <a:pt x="14" y="124"/>
                </a:cubicBezTo>
                <a:cubicBezTo>
                  <a:pt x="9" y="118"/>
                  <a:pt x="5" y="111"/>
                  <a:pt x="2" y="103"/>
                </a:cubicBezTo>
                <a:cubicBezTo>
                  <a:pt x="0" y="95"/>
                  <a:pt x="1" y="88"/>
                  <a:pt x="6" y="81"/>
                </a:cubicBezTo>
                <a:cubicBezTo>
                  <a:pt x="9" y="78"/>
                  <a:pt x="12" y="76"/>
                  <a:pt x="16" y="77"/>
                </a:cubicBezTo>
                <a:cubicBezTo>
                  <a:pt x="18" y="77"/>
                  <a:pt x="20" y="76"/>
                  <a:pt x="22" y="77"/>
                </a:cubicBezTo>
                <a:cubicBezTo>
                  <a:pt x="29" y="79"/>
                  <a:pt x="36" y="76"/>
                  <a:pt x="40" y="71"/>
                </a:cubicBezTo>
                <a:cubicBezTo>
                  <a:pt x="44" y="67"/>
                  <a:pt x="49" y="65"/>
                  <a:pt x="54" y="64"/>
                </a:cubicBezTo>
                <a:cubicBezTo>
                  <a:pt x="57" y="64"/>
                  <a:pt x="60" y="62"/>
                  <a:pt x="63" y="61"/>
                </a:cubicBezTo>
                <a:cubicBezTo>
                  <a:pt x="89" y="47"/>
                  <a:pt x="116" y="35"/>
                  <a:pt x="144" y="25"/>
                </a:cubicBezTo>
                <a:cubicBezTo>
                  <a:pt x="152" y="22"/>
                  <a:pt x="161" y="19"/>
                  <a:pt x="169" y="16"/>
                </a:cubicBezTo>
                <a:cubicBezTo>
                  <a:pt x="174" y="14"/>
                  <a:pt x="180" y="14"/>
                  <a:pt x="186" y="13"/>
                </a:cubicBezTo>
                <a:cubicBezTo>
                  <a:pt x="194" y="12"/>
                  <a:pt x="201" y="11"/>
                  <a:pt x="209" y="9"/>
                </a:cubicBezTo>
                <a:cubicBezTo>
                  <a:pt x="214" y="8"/>
                  <a:pt x="219" y="5"/>
                  <a:pt x="224" y="3"/>
                </a:cubicBezTo>
                <a:cubicBezTo>
                  <a:pt x="227" y="1"/>
                  <a:pt x="230" y="0"/>
                  <a:pt x="233" y="0"/>
                </a:cubicBezTo>
                <a:cubicBezTo>
                  <a:pt x="244" y="0"/>
                  <a:pt x="255" y="1"/>
                  <a:pt x="265" y="5"/>
                </a:cubicBezTo>
                <a:cubicBezTo>
                  <a:pt x="276" y="9"/>
                  <a:pt x="280" y="19"/>
                  <a:pt x="274" y="29"/>
                </a:cubicBezTo>
                <a:cubicBezTo>
                  <a:pt x="270" y="38"/>
                  <a:pt x="263" y="45"/>
                  <a:pt x="256" y="50"/>
                </a:cubicBezTo>
                <a:cubicBezTo>
                  <a:pt x="252" y="53"/>
                  <a:pt x="249" y="53"/>
                  <a:pt x="245" y="53"/>
                </a:cubicBezTo>
                <a:cubicBezTo>
                  <a:pt x="236" y="54"/>
                  <a:pt x="228" y="55"/>
                  <a:pt x="220" y="56"/>
                </a:cubicBezTo>
                <a:cubicBezTo>
                  <a:pt x="218" y="57"/>
                  <a:pt x="215" y="57"/>
                  <a:pt x="213" y="58"/>
                </a:cubicBezTo>
                <a:cubicBezTo>
                  <a:pt x="209" y="60"/>
                  <a:pt x="208" y="63"/>
                  <a:pt x="208" y="67"/>
                </a:cubicBezTo>
                <a:cubicBezTo>
                  <a:pt x="208" y="70"/>
                  <a:pt x="209" y="73"/>
                  <a:pt x="210" y="76"/>
                </a:cubicBezTo>
                <a:cubicBezTo>
                  <a:pt x="213" y="82"/>
                  <a:pt x="215" y="87"/>
                  <a:pt x="218" y="92"/>
                </a:cubicBezTo>
                <a:cubicBezTo>
                  <a:pt x="221" y="100"/>
                  <a:pt x="224" y="107"/>
                  <a:pt x="224" y="115"/>
                </a:cubicBezTo>
                <a:cubicBezTo>
                  <a:pt x="224" y="126"/>
                  <a:pt x="223" y="136"/>
                  <a:pt x="220" y="146"/>
                </a:cubicBezTo>
                <a:cubicBezTo>
                  <a:pt x="216" y="157"/>
                  <a:pt x="209" y="162"/>
                  <a:pt x="197" y="163"/>
                </a:cubicBezTo>
                <a:cubicBezTo>
                  <a:pt x="194" y="163"/>
                  <a:pt x="192" y="163"/>
                  <a:pt x="189" y="163"/>
                </a:cubicBezTo>
                <a:cubicBezTo>
                  <a:pt x="186" y="163"/>
                  <a:pt x="183" y="163"/>
                  <a:pt x="181" y="167"/>
                </a:cubicBezTo>
                <a:cubicBezTo>
                  <a:pt x="180" y="168"/>
                  <a:pt x="179" y="169"/>
                  <a:pt x="178" y="170"/>
                </a:cubicBezTo>
                <a:cubicBezTo>
                  <a:pt x="171" y="176"/>
                  <a:pt x="164" y="178"/>
                  <a:pt x="156" y="175"/>
                </a:cubicBezTo>
                <a:cubicBezTo>
                  <a:pt x="151" y="172"/>
                  <a:pt x="145" y="169"/>
                  <a:pt x="140" y="166"/>
                </a:cubicBezTo>
                <a:cubicBezTo>
                  <a:pt x="136" y="163"/>
                  <a:pt x="132" y="162"/>
                  <a:pt x="126" y="162"/>
                </a:cubicBezTo>
                <a:cubicBezTo>
                  <a:pt x="124" y="162"/>
                  <a:pt x="121" y="163"/>
                  <a:pt x="119" y="160"/>
                </a:cubicBezTo>
                <a:cubicBezTo>
                  <a:pt x="116" y="157"/>
                  <a:pt x="114" y="154"/>
                  <a:pt x="113" y="150"/>
                </a:cubicBezTo>
                <a:cubicBezTo>
                  <a:pt x="112" y="148"/>
                  <a:pt x="113" y="147"/>
                  <a:pt x="115" y="147"/>
                </a:cubicBezTo>
                <a:cubicBezTo>
                  <a:pt x="117" y="147"/>
                  <a:pt x="120" y="147"/>
                  <a:pt x="122" y="147"/>
                </a:cubicBezTo>
                <a:cubicBezTo>
                  <a:pt x="137" y="148"/>
                  <a:pt x="152" y="146"/>
                  <a:pt x="166" y="141"/>
                </a:cubicBezTo>
                <a:cubicBezTo>
                  <a:pt x="173" y="138"/>
                  <a:pt x="179" y="134"/>
                  <a:pt x="185" y="129"/>
                </a:cubicBezTo>
                <a:cubicBezTo>
                  <a:pt x="188" y="126"/>
                  <a:pt x="189" y="123"/>
                  <a:pt x="188" y="120"/>
                </a:cubicBezTo>
                <a:cubicBezTo>
                  <a:pt x="187" y="111"/>
                  <a:pt x="186" y="102"/>
                  <a:pt x="185" y="92"/>
                </a:cubicBezTo>
                <a:cubicBezTo>
                  <a:pt x="184" y="87"/>
                  <a:pt x="184" y="82"/>
                  <a:pt x="184" y="77"/>
                </a:cubicBezTo>
                <a:cubicBezTo>
                  <a:pt x="184" y="73"/>
                  <a:pt x="183" y="71"/>
                  <a:pt x="179" y="71"/>
                </a:cubicBezTo>
                <a:cubicBezTo>
                  <a:pt x="173" y="70"/>
                  <a:pt x="168" y="70"/>
                  <a:pt x="163" y="75"/>
                </a:cubicBezTo>
                <a:cubicBezTo>
                  <a:pt x="162" y="76"/>
                  <a:pt x="160" y="77"/>
                  <a:pt x="158" y="79"/>
                </a:cubicBezTo>
                <a:cubicBezTo>
                  <a:pt x="154" y="81"/>
                  <a:pt x="150" y="83"/>
                  <a:pt x="145" y="82"/>
                </a:cubicBezTo>
                <a:cubicBezTo>
                  <a:pt x="134" y="82"/>
                  <a:pt x="124" y="85"/>
                  <a:pt x="116" y="91"/>
                </a:cubicBezTo>
                <a:cubicBezTo>
                  <a:pt x="104" y="100"/>
                  <a:pt x="92" y="109"/>
                  <a:pt x="80" y="118"/>
                </a:cubicBezTo>
                <a:cubicBezTo>
                  <a:pt x="71" y="124"/>
                  <a:pt x="62" y="131"/>
                  <a:pt x="52" y="135"/>
                </a:cubicBezTo>
                <a:cubicBezTo>
                  <a:pt x="42" y="139"/>
                  <a:pt x="32" y="140"/>
                  <a:pt x="22" y="136"/>
                </a:cubicBezTo>
                <a:cubicBezTo>
                  <a:pt x="20" y="136"/>
                  <a:pt x="19" y="135"/>
                  <a:pt x="18" y="134"/>
                </a:cubicBezTo>
                <a:cubicBezTo>
                  <a:pt x="17" y="134"/>
                  <a:pt x="17" y="134"/>
                  <a:pt x="16" y="133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4" name="Freeform 15">
            <a:extLst xmlns:a="http://schemas.openxmlformats.org/drawingml/2006/main">
              <a:ext uri="{FF2B5EF4-FFF2-40B4-BE49-F238E27FC236}">
                <a16:creationId xmlns:a16="http://schemas.microsoft.com/office/drawing/2014/main" id="{6ADD4384-0556-46E7-A8A8-5C6C3E334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703" y="432578"/>
            <a:ext cx="107776" cy="57594"/>
          </a:xfrm>
          <a:custGeom xmlns:a="http://schemas.openxmlformats.org/drawingml/2006/main">
            <a:gdLst>
              <a:gd name="T0" fmla="*/ 197 w 212"/>
              <a:gd name="T1" fmla="*/ 0 h 114"/>
              <a:gd name="T2" fmla="*/ 205 w 212"/>
              <a:gd name="T3" fmla="*/ 0 h 114"/>
              <a:gd name="T4" fmla="*/ 211 w 212"/>
              <a:gd name="T5" fmla="*/ 9 h 114"/>
              <a:gd name="T6" fmla="*/ 191 w 212"/>
              <a:gd name="T7" fmla="*/ 29 h 114"/>
              <a:gd name="T8" fmla="*/ 187 w 212"/>
              <a:gd name="T9" fmla="*/ 29 h 114"/>
              <a:gd name="T10" fmla="*/ 174 w 212"/>
              <a:gd name="T11" fmla="*/ 33 h 114"/>
              <a:gd name="T12" fmla="*/ 132 w 212"/>
              <a:gd name="T13" fmla="*/ 67 h 114"/>
              <a:gd name="T14" fmla="*/ 109 w 212"/>
              <a:gd name="T15" fmla="*/ 91 h 114"/>
              <a:gd name="T16" fmla="*/ 71 w 212"/>
              <a:gd name="T17" fmla="*/ 112 h 114"/>
              <a:gd name="T18" fmla="*/ 40 w 212"/>
              <a:gd name="T19" fmla="*/ 108 h 114"/>
              <a:gd name="T20" fmla="*/ 9 w 212"/>
              <a:gd name="T21" fmla="*/ 90 h 114"/>
              <a:gd name="T22" fmla="*/ 8 w 212"/>
              <a:gd name="T23" fmla="*/ 89 h 114"/>
              <a:gd name="T24" fmla="*/ 11 w 212"/>
              <a:gd name="T25" fmla="*/ 64 h 114"/>
              <a:gd name="T26" fmla="*/ 15 w 212"/>
              <a:gd name="T27" fmla="*/ 62 h 114"/>
              <a:gd name="T28" fmla="*/ 114 w 212"/>
              <a:gd name="T29" fmla="*/ 23 h 114"/>
              <a:gd name="T30" fmla="*/ 130 w 212"/>
              <a:gd name="T31" fmla="*/ 18 h 114"/>
              <a:gd name="T32" fmla="*/ 164 w 212"/>
              <a:gd name="T33" fmla="*/ 7 h 114"/>
              <a:gd name="T34" fmla="*/ 197 w 212"/>
              <a:gd name="T35" fmla="*/ 0 h 114"/>
            </a:gdLst>
            <a:rect l="0" t="0" r="r" b="b"/>
            <a:pathLst>
              <a:path w="212" h="114">
                <a:moveTo>
                  <a:pt x="197" y="0"/>
                </a:moveTo>
                <a:cubicBezTo>
                  <a:pt x="199" y="0"/>
                  <a:pt x="202" y="0"/>
                  <a:pt x="205" y="0"/>
                </a:cubicBezTo>
                <a:cubicBezTo>
                  <a:pt x="209" y="1"/>
                  <a:pt x="212" y="5"/>
                  <a:pt x="211" y="9"/>
                </a:cubicBezTo>
                <a:cubicBezTo>
                  <a:pt x="207" y="18"/>
                  <a:pt x="200" y="25"/>
                  <a:pt x="191" y="29"/>
                </a:cubicBezTo>
                <a:cubicBezTo>
                  <a:pt x="189" y="29"/>
                  <a:pt x="188" y="29"/>
                  <a:pt x="187" y="29"/>
                </a:cubicBezTo>
                <a:cubicBezTo>
                  <a:pt x="182" y="28"/>
                  <a:pt x="178" y="30"/>
                  <a:pt x="174" y="33"/>
                </a:cubicBezTo>
                <a:cubicBezTo>
                  <a:pt x="158" y="43"/>
                  <a:pt x="144" y="54"/>
                  <a:pt x="132" y="67"/>
                </a:cubicBezTo>
                <a:cubicBezTo>
                  <a:pt x="124" y="75"/>
                  <a:pt x="116" y="83"/>
                  <a:pt x="109" y="91"/>
                </a:cubicBezTo>
                <a:cubicBezTo>
                  <a:pt x="99" y="102"/>
                  <a:pt x="86" y="110"/>
                  <a:pt x="71" y="112"/>
                </a:cubicBezTo>
                <a:cubicBezTo>
                  <a:pt x="61" y="114"/>
                  <a:pt x="50" y="112"/>
                  <a:pt x="40" y="108"/>
                </a:cubicBezTo>
                <a:cubicBezTo>
                  <a:pt x="29" y="104"/>
                  <a:pt x="19" y="98"/>
                  <a:pt x="9" y="90"/>
                </a:cubicBezTo>
                <a:cubicBezTo>
                  <a:pt x="9" y="90"/>
                  <a:pt x="9" y="89"/>
                  <a:pt x="8" y="89"/>
                </a:cubicBezTo>
                <a:cubicBezTo>
                  <a:pt x="0" y="81"/>
                  <a:pt x="2" y="70"/>
                  <a:pt x="11" y="64"/>
                </a:cubicBezTo>
                <a:cubicBezTo>
                  <a:pt x="12" y="63"/>
                  <a:pt x="14" y="63"/>
                  <a:pt x="15" y="62"/>
                </a:cubicBezTo>
                <a:cubicBezTo>
                  <a:pt x="48" y="49"/>
                  <a:pt x="81" y="36"/>
                  <a:pt x="114" y="23"/>
                </a:cubicBezTo>
                <a:cubicBezTo>
                  <a:pt x="119" y="21"/>
                  <a:pt x="125" y="19"/>
                  <a:pt x="130" y="18"/>
                </a:cubicBezTo>
                <a:cubicBezTo>
                  <a:pt x="142" y="15"/>
                  <a:pt x="153" y="12"/>
                  <a:pt x="164" y="7"/>
                </a:cubicBezTo>
                <a:cubicBezTo>
                  <a:pt x="175" y="2"/>
                  <a:pt x="186" y="0"/>
                  <a:pt x="197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5" name="Freeform 16">
            <a:extLst xmlns:a="http://schemas.openxmlformats.org/drawingml/2006/main">
              <a:ext uri="{FF2B5EF4-FFF2-40B4-BE49-F238E27FC236}">
                <a16:creationId xmlns:a16="http://schemas.microsoft.com/office/drawing/2014/main" id="{33F57892-F3A8-4735-B629-B1C367E2A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5059" y="361297"/>
            <a:ext cx="57594" cy="63867"/>
          </a:xfrm>
          <a:custGeom xmlns:a="http://schemas.openxmlformats.org/drawingml/2006/main">
            <a:gdLst>
              <a:gd name="T0" fmla="*/ 114 w 114"/>
              <a:gd name="T1" fmla="*/ 70 h 126"/>
              <a:gd name="T2" fmla="*/ 101 w 114"/>
              <a:gd name="T3" fmla="*/ 91 h 126"/>
              <a:gd name="T4" fmla="*/ 78 w 114"/>
              <a:gd name="T5" fmla="*/ 97 h 126"/>
              <a:gd name="T6" fmla="*/ 58 w 114"/>
              <a:gd name="T7" fmla="*/ 106 h 126"/>
              <a:gd name="T8" fmla="*/ 40 w 114"/>
              <a:gd name="T9" fmla="*/ 121 h 126"/>
              <a:gd name="T10" fmla="*/ 31 w 114"/>
              <a:gd name="T11" fmla="*/ 125 h 126"/>
              <a:gd name="T12" fmla="*/ 23 w 114"/>
              <a:gd name="T13" fmla="*/ 122 h 126"/>
              <a:gd name="T14" fmla="*/ 23 w 114"/>
              <a:gd name="T15" fmla="*/ 112 h 126"/>
              <a:gd name="T16" fmla="*/ 26 w 114"/>
              <a:gd name="T17" fmla="*/ 68 h 126"/>
              <a:gd name="T18" fmla="*/ 16 w 114"/>
              <a:gd name="T19" fmla="*/ 50 h 126"/>
              <a:gd name="T20" fmla="*/ 11 w 114"/>
              <a:gd name="T21" fmla="*/ 39 h 126"/>
              <a:gd name="T22" fmla="*/ 3 w 114"/>
              <a:gd name="T23" fmla="*/ 21 h 126"/>
              <a:gd name="T24" fmla="*/ 3 w 114"/>
              <a:gd name="T25" fmla="*/ 6 h 126"/>
              <a:gd name="T26" fmla="*/ 12 w 114"/>
              <a:gd name="T27" fmla="*/ 0 h 126"/>
              <a:gd name="T28" fmla="*/ 18 w 114"/>
              <a:gd name="T29" fmla="*/ 1 h 126"/>
              <a:gd name="T30" fmla="*/ 50 w 114"/>
              <a:gd name="T31" fmla="*/ 12 h 126"/>
              <a:gd name="T32" fmla="*/ 86 w 114"/>
              <a:gd name="T33" fmla="*/ 31 h 126"/>
              <a:gd name="T34" fmla="*/ 106 w 114"/>
              <a:gd name="T35" fmla="*/ 48 h 126"/>
              <a:gd name="T36" fmla="*/ 114 w 114"/>
              <a:gd name="T37" fmla="*/ 70 h 126"/>
            </a:gdLst>
            <a:rect l="0" t="0" r="r" b="b"/>
            <a:pathLst>
              <a:path w="114" h="126">
                <a:moveTo>
                  <a:pt x="114" y="70"/>
                </a:moveTo>
                <a:cubicBezTo>
                  <a:pt x="114" y="79"/>
                  <a:pt x="109" y="86"/>
                  <a:pt x="101" y="91"/>
                </a:cubicBezTo>
                <a:cubicBezTo>
                  <a:pt x="94" y="95"/>
                  <a:pt x="86" y="97"/>
                  <a:pt x="78" y="97"/>
                </a:cubicBezTo>
                <a:cubicBezTo>
                  <a:pt x="64" y="97"/>
                  <a:pt x="66" y="98"/>
                  <a:pt x="58" y="106"/>
                </a:cubicBezTo>
                <a:cubicBezTo>
                  <a:pt x="52" y="111"/>
                  <a:pt x="46" y="116"/>
                  <a:pt x="40" y="121"/>
                </a:cubicBezTo>
                <a:cubicBezTo>
                  <a:pt x="38" y="123"/>
                  <a:pt x="35" y="124"/>
                  <a:pt x="31" y="125"/>
                </a:cubicBezTo>
                <a:cubicBezTo>
                  <a:pt x="28" y="126"/>
                  <a:pt x="25" y="125"/>
                  <a:pt x="23" y="122"/>
                </a:cubicBezTo>
                <a:cubicBezTo>
                  <a:pt x="22" y="118"/>
                  <a:pt x="21" y="115"/>
                  <a:pt x="23" y="112"/>
                </a:cubicBezTo>
                <a:cubicBezTo>
                  <a:pt x="33" y="98"/>
                  <a:pt x="33" y="83"/>
                  <a:pt x="26" y="68"/>
                </a:cubicBezTo>
                <a:cubicBezTo>
                  <a:pt x="23" y="61"/>
                  <a:pt x="19" y="56"/>
                  <a:pt x="16" y="50"/>
                </a:cubicBezTo>
                <a:cubicBezTo>
                  <a:pt x="14" y="46"/>
                  <a:pt x="12" y="43"/>
                  <a:pt x="11" y="39"/>
                </a:cubicBezTo>
                <a:cubicBezTo>
                  <a:pt x="9" y="33"/>
                  <a:pt x="7" y="27"/>
                  <a:pt x="3" y="21"/>
                </a:cubicBezTo>
                <a:cubicBezTo>
                  <a:pt x="0" y="17"/>
                  <a:pt x="0" y="12"/>
                  <a:pt x="3" y="6"/>
                </a:cubicBezTo>
                <a:cubicBezTo>
                  <a:pt x="5" y="2"/>
                  <a:pt x="8" y="0"/>
                  <a:pt x="12" y="0"/>
                </a:cubicBezTo>
                <a:cubicBezTo>
                  <a:pt x="14" y="0"/>
                  <a:pt x="16" y="1"/>
                  <a:pt x="18" y="1"/>
                </a:cubicBezTo>
                <a:cubicBezTo>
                  <a:pt x="29" y="3"/>
                  <a:pt x="40" y="7"/>
                  <a:pt x="50" y="12"/>
                </a:cubicBezTo>
                <a:cubicBezTo>
                  <a:pt x="62" y="19"/>
                  <a:pt x="74" y="25"/>
                  <a:pt x="86" y="31"/>
                </a:cubicBezTo>
                <a:cubicBezTo>
                  <a:pt x="94" y="36"/>
                  <a:pt x="101" y="41"/>
                  <a:pt x="106" y="48"/>
                </a:cubicBezTo>
                <a:cubicBezTo>
                  <a:pt x="111" y="54"/>
                  <a:pt x="114" y="61"/>
                  <a:pt x="114" y="7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6" name="Freeform 24">
            <a:extLst xmlns:a="http://schemas.openxmlformats.org/drawingml/2006/main">
              <a:ext uri="{FF2B5EF4-FFF2-40B4-BE49-F238E27FC236}">
                <a16:creationId xmlns:a16="http://schemas.microsoft.com/office/drawing/2014/main" id="{78599D4E-2DEF-4973-9100-2BAA39725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4717" y="420032"/>
            <a:ext cx="56454" cy="76412"/>
          </a:xfrm>
          <a:custGeom xmlns:a="http://schemas.openxmlformats.org/drawingml/2006/main">
            <a:gdLst>
              <a:gd name="T0" fmla="*/ 111 w 111"/>
              <a:gd name="T1" fmla="*/ 118 h 150"/>
              <a:gd name="T2" fmla="*/ 108 w 111"/>
              <a:gd name="T3" fmla="*/ 125 h 150"/>
              <a:gd name="T4" fmla="*/ 94 w 111"/>
              <a:gd name="T5" fmla="*/ 142 h 150"/>
              <a:gd name="T6" fmla="*/ 80 w 111"/>
              <a:gd name="T7" fmla="*/ 149 h 150"/>
              <a:gd name="T8" fmla="*/ 72 w 111"/>
              <a:gd name="T9" fmla="*/ 144 h 150"/>
              <a:gd name="T10" fmla="*/ 66 w 111"/>
              <a:gd name="T11" fmla="*/ 117 h 150"/>
              <a:gd name="T12" fmla="*/ 59 w 111"/>
              <a:gd name="T13" fmla="*/ 90 h 150"/>
              <a:gd name="T14" fmla="*/ 50 w 111"/>
              <a:gd name="T15" fmla="*/ 75 h 150"/>
              <a:gd name="T16" fmla="*/ 19 w 111"/>
              <a:gd name="T17" fmla="*/ 40 h 150"/>
              <a:gd name="T18" fmla="*/ 6 w 111"/>
              <a:gd name="T19" fmla="*/ 27 h 150"/>
              <a:gd name="T20" fmla="*/ 0 w 111"/>
              <a:gd name="T21" fmla="*/ 10 h 150"/>
              <a:gd name="T22" fmla="*/ 0 w 111"/>
              <a:gd name="T23" fmla="*/ 8 h 150"/>
              <a:gd name="T24" fmla="*/ 9 w 111"/>
              <a:gd name="T25" fmla="*/ 2 h 150"/>
              <a:gd name="T26" fmla="*/ 18 w 111"/>
              <a:gd name="T27" fmla="*/ 7 h 150"/>
              <a:gd name="T28" fmla="*/ 27 w 111"/>
              <a:gd name="T29" fmla="*/ 15 h 150"/>
              <a:gd name="T30" fmla="*/ 44 w 111"/>
              <a:gd name="T31" fmla="*/ 26 h 150"/>
              <a:gd name="T32" fmla="*/ 85 w 111"/>
              <a:gd name="T33" fmla="*/ 57 h 150"/>
              <a:gd name="T34" fmla="*/ 110 w 111"/>
              <a:gd name="T35" fmla="*/ 114 h 150"/>
              <a:gd name="T36" fmla="*/ 110 w 111"/>
              <a:gd name="T37" fmla="*/ 117 h 150"/>
              <a:gd name="T38" fmla="*/ 111 w 111"/>
              <a:gd name="T39" fmla="*/ 118 h 150"/>
            </a:gdLst>
            <a:rect l="0" t="0" r="r" b="b"/>
            <a:pathLst>
              <a:path w="111" h="150">
                <a:moveTo>
                  <a:pt x="111" y="118"/>
                </a:moveTo>
                <a:cubicBezTo>
                  <a:pt x="110" y="120"/>
                  <a:pt x="109" y="123"/>
                  <a:pt x="108" y="125"/>
                </a:cubicBezTo>
                <a:cubicBezTo>
                  <a:pt x="103" y="131"/>
                  <a:pt x="99" y="136"/>
                  <a:pt x="94" y="142"/>
                </a:cubicBezTo>
                <a:cubicBezTo>
                  <a:pt x="90" y="146"/>
                  <a:pt x="86" y="148"/>
                  <a:pt x="80" y="149"/>
                </a:cubicBezTo>
                <a:cubicBezTo>
                  <a:pt x="75" y="150"/>
                  <a:pt x="73" y="149"/>
                  <a:pt x="72" y="144"/>
                </a:cubicBezTo>
                <a:cubicBezTo>
                  <a:pt x="70" y="135"/>
                  <a:pt x="68" y="126"/>
                  <a:pt x="66" y="117"/>
                </a:cubicBezTo>
                <a:cubicBezTo>
                  <a:pt x="64" y="108"/>
                  <a:pt x="63" y="99"/>
                  <a:pt x="59" y="90"/>
                </a:cubicBezTo>
                <a:cubicBezTo>
                  <a:pt x="57" y="85"/>
                  <a:pt x="54" y="80"/>
                  <a:pt x="50" y="75"/>
                </a:cubicBezTo>
                <a:cubicBezTo>
                  <a:pt x="40" y="63"/>
                  <a:pt x="29" y="51"/>
                  <a:pt x="19" y="40"/>
                </a:cubicBezTo>
                <a:cubicBezTo>
                  <a:pt x="15" y="35"/>
                  <a:pt x="11" y="31"/>
                  <a:pt x="6" y="27"/>
                </a:cubicBezTo>
                <a:cubicBezTo>
                  <a:pt x="1" y="22"/>
                  <a:pt x="0" y="17"/>
                  <a:pt x="0" y="10"/>
                </a:cubicBezTo>
                <a:cubicBezTo>
                  <a:pt x="0" y="9"/>
                  <a:pt x="0" y="9"/>
                  <a:pt x="0" y="8"/>
                </a:cubicBezTo>
                <a:cubicBezTo>
                  <a:pt x="2" y="1"/>
                  <a:pt x="3" y="0"/>
                  <a:pt x="9" y="2"/>
                </a:cubicBezTo>
                <a:cubicBezTo>
                  <a:pt x="12" y="4"/>
                  <a:pt x="15" y="5"/>
                  <a:pt x="18" y="7"/>
                </a:cubicBezTo>
                <a:cubicBezTo>
                  <a:pt x="21" y="10"/>
                  <a:pt x="24" y="12"/>
                  <a:pt x="27" y="15"/>
                </a:cubicBezTo>
                <a:cubicBezTo>
                  <a:pt x="32" y="20"/>
                  <a:pt x="38" y="24"/>
                  <a:pt x="44" y="26"/>
                </a:cubicBezTo>
                <a:cubicBezTo>
                  <a:pt x="61" y="33"/>
                  <a:pt x="74" y="43"/>
                  <a:pt x="85" y="57"/>
                </a:cubicBezTo>
                <a:cubicBezTo>
                  <a:pt x="98" y="73"/>
                  <a:pt x="107" y="92"/>
                  <a:pt x="110" y="114"/>
                </a:cubicBezTo>
                <a:cubicBezTo>
                  <a:pt x="110" y="115"/>
                  <a:pt x="110" y="116"/>
                  <a:pt x="110" y="117"/>
                </a:cubicBezTo>
                <a:cubicBezTo>
                  <a:pt x="110" y="117"/>
                  <a:pt x="110" y="118"/>
                  <a:pt x="111" y="1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7" name="Freeform 26">
            <a:extLst xmlns:a="http://schemas.openxmlformats.org/drawingml/2006/main">
              <a:ext uri="{FF2B5EF4-FFF2-40B4-BE49-F238E27FC236}">
                <a16:creationId xmlns:a16="http://schemas.microsoft.com/office/drawing/2014/main" id="{169514F3-9B6F-4CF1-9EB5-1133F7F0E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4100" y="564304"/>
            <a:ext cx="41057" cy="50181"/>
          </a:xfrm>
          <a:custGeom xmlns:a="http://schemas.openxmlformats.org/drawingml/2006/main">
            <a:gdLst>
              <a:gd name="T0" fmla="*/ 0 w 81"/>
              <a:gd name="T1" fmla="*/ 18 h 99"/>
              <a:gd name="T2" fmla="*/ 1 w 81"/>
              <a:gd name="T3" fmla="*/ 9 h 99"/>
              <a:gd name="T4" fmla="*/ 11 w 81"/>
              <a:gd name="T5" fmla="*/ 1 h 99"/>
              <a:gd name="T6" fmla="*/ 50 w 81"/>
              <a:gd name="T7" fmla="*/ 12 h 99"/>
              <a:gd name="T8" fmla="*/ 78 w 81"/>
              <a:gd name="T9" fmla="*/ 44 h 99"/>
              <a:gd name="T10" fmla="*/ 80 w 81"/>
              <a:gd name="T11" fmla="*/ 51 h 99"/>
              <a:gd name="T12" fmla="*/ 77 w 81"/>
              <a:gd name="T13" fmla="*/ 79 h 99"/>
              <a:gd name="T14" fmla="*/ 43 w 81"/>
              <a:gd name="T15" fmla="*/ 92 h 99"/>
              <a:gd name="T16" fmla="*/ 30 w 81"/>
              <a:gd name="T17" fmla="*/ 81 h 99"/>
              <a:gd name="T18" fmla="*/ 12 w 81"/>
              <a:gd name="T19" fmla="*/ 60 h 99"/>
              <a:gd name="T20" fmla="*/ 1 w 81"/>
              <a:gd name="T21" fmla="*/ 24 h 99"/>
              <a:gd name="T22" fmla="*/ 1 w 81"/>
              <a:gd name="T23" fmla="*/ 18 h 99"/>
              <a:gd name="T24" fmla="*/ 0 w 81"/>
              <a:gd name="T25" fmla="*/ 18 h 99"/>
            </a:gdLst>
            <a:rect l="0" t="0" r="r" b="b"/>
            <a:pathLst>
              <a:path w="81" h="99">
                <a:moveTo>
                  <a:pt x="0" y="18"/>
                </a:moveTo>
                <a:cubicBezTo>
                  <a:pt x="1" y="15"/>
                  <a:pt x="1" y="12"/>
                  <a:pt x="1" y="9"/>
                </a:cubicBezTo>
                <a:cubicBezTo>
                  <a:pt x="2" y="4"/>
                  <a:pt x="5" y="1"/>
                  <a:pt x="11" y="1"/>
                </a:cubicBezTo>
                <a:cubicBezTo>
                  <a:pt x="25" y="0"/>
                  <a:pt x="39" y="2"/>
                  <a:pt x="50" y="12"/>
                </a:cubicBezTo>
                <a:cubicBezTo>
                  <a:pt x="62" y="21"/>
                  <a:pt x="70" y="32"/>
                  <a:pt x="78" y="44"/>
                </a:cubicBezTo>
                <a:cubicBezTo>
                  <a:pt x="79" y="46"/>
                  <a:pt x="80" y="49"/>
                  <a:pt x="80" y="51"/>
                </a:cubicBezTo>
                <a:cubicBezTo>
                  <a:pt x="81" y="61"/>
                  <a:pt x="80" y="70"/>
                  <a:pt x="77" y="79"/>
                </a:cubicBezTo>
                <a:cubicBezTo>
                  <a:pt x="74" y="89"/>
                  <a:pt x="57" y="99"/>
                  <a:pt x="43" y="92"/>
                </a:cubicBezTo>
                <a:cubicBezTo>
                  <a:pt x="38" y="89"/>
                  <a:pt x="33" y="86"/>
                  <a:pt x="30" y="81"/>
                </a:cubicBezTo>
                <a:cubicBezTo>
                  <a:pt x="24" y="74"/>
                  <a:pt x="18" y="67"/>
                  <a:pt x="12" y="60"/>
                </a:cubicBezTo>
                <a:cubicBezTo>
                  <a:pt x="4" y="49"/>
                  <a:pt x="2" y="37"/>
                  <a:pt x="1" y="24"/>
                </a:cubicBezTo>
                <a:cubicBezTo>
                  <a:pt x="1" y="22"/>
                  <a:pt x="1" y="20"/>
                  <a:pt x="1" y="18"/>
                </a:cubicBezTo>
                <a:cubicBezTo>
                  <a:pt x="1" y="18"/>
                  <a:pt x="1" y="18"/>
                  <a:pt x="0" y="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98C1A8C7-EFCF-4E34-83BE-04C5701FF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7552" y="552329"/>
            <a:ext cx="43908" cy="50751"/>
          </a:xfrm>
          <a:custGeom xmlns:a="http://schemas.openxmlformats.org/drawingml/2006/main">
            <a:gdLst>
              <a:gd name="T0" fmla="*/ 38 w 87"/>
              <a:gd name="T1" fmla="*/ 100 h 100"/>
              <a:gd name="T2" fmla="*/ 27 w 87"/>
              <a:gd name="T3" fmla="*/ 98 h 100"/>
              <a:gd name="T4" fmla="*/ 22 w 87"/>
              <a:gd name="T5" fmla="*/ 91 h 100"/>
              <a:gd name="T6" fmla="*/ 17 w 87"/>
              <a:gd name="T7" fmla="*/ 65 h 100"/>
              <a:gd name="T8" fmla="*/ 1 w 87"/>
              <a:gd name="T9" fmla="*/ 16 h 100"/>
              <a:gd name="T10" fmla="*/ 0 w 87"/>
              <a:gd name="T11" fmla="*/ 4 h 100"/>
              <a:gd name="T12" fmla="*/ 4 w 87"/>
              <a:gd name="T13" fmla="*/ 0 h 100"/>
              <a:gd name="T14" fmla="*/ 12 w 87"/>
              <a:gd name="T15" fmla="*/ 0 h 100"/>
              <a:gd name="T16" fmla="*/ 20 w 87"/>
              <a:gd name="T17" fmla="*/ 4 h 100"/>
              <a:gd name="T18" fmla="*/ 31 w 87"/>
              <a:gd name="T19" fmla="*/ 12 h 100"/>
              <a:gd name="T20" fmla="*/ 65 w 87"/>
              <a:gd name="T21" fmla="*/ 41 h 100"/>
              <a:gd name="T22" fmla="*/ 78 w 87"/>
              <a:gd name="T23" fmla="*/ 56 h 100"/>
              <a:gd name="T24" fmla="*/ 73 w 87"/>
              <a:gd name="T25" fmla="*/ 87 h 100"/>
              <a:gd name="T26" fmla="*/ 38 w 87"/>
              <a:gd name="T27" fmla="*/ 100 h 100"/>
            </a:gdLst>
            <a:rect l="0" t="0" r="r" b="b"/>
            <a:pathLst>
              <a:path w="87" h="100">
                <a:moveTo>
                  <a:pt x="38" y="100"/>
                </a:moveTo>
                <a:cubicBezTo>
                  <a:pt x="34" y="99"/>
                  <a:pt x="31" y="99"/>
                  <a:pt x="27" y="98"/>
                </a:cubicBezTo>
                <a:cubicBezTo>
                  <a:pt x="24" y="97"/>
                  <a:pt x="22" y="94"/>
                  <a:pt x="22" y="91"/>
                </a:cubicBezTo>
                <a:cubicBezTo>
                  <a:pt x="23" y="81"/>
                  <a:pt x="20" y="73"/>
                  <a:pt x="17" y="65"/>
                </a:cubicBezTo>
                <a:cubicBezTo>
                  <a:pt x="11" y="49"/>
                  <a:pt x="4" y="33"/>
                  <a:pt x="1" y="16"/>
                </a:cubicBezTo>
                <a:cubicBezTo>
                  <a:pt x="0" y="12"/>
                  <a:pt x="0" y="8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7" y="0"/>
                  <a:pt x="10" y="0"/>
                  <a:pt x="12" y="0"/>
                </a:cubicBezTo>
                <a:cubicBezTo>
                  <a:pt x="15" y="1"/>
                  <a:pt x="18" y="2"/>
                  <a:pt x="20" y="4"/>
                </a:cubicBezTo>
                <a:cubicBezTo>
                  <a:pt x="24" y="7"/>
                  <a:pt x="28" y="9"/>
                  <a:pt x="31" y="12"/>
                </a:cubicBezTo>
                <a:cubicBezTo>
                  <a:pt x="42" y="22"/>
                  <a:pt x="54" y="31"/>
                  <a:pt x="65" y="41"/>
                </a:cubicBezTo>
                <a:cubicBezTo>
                  <a:pt x="70" y="45"/>
                  <a:pt x="74" y="51"/>
                  <a:pt x="78" y="56"/>
                </a:cubicBezTo>
                <a:cubicBezTo>
                  <a:pt x="87" y="69"/>
                  <a:pt x="85" y="78"/>
                  <a:pt x="73" y="87"/>
                </a:cubicBezTo>
                <a:cubicBezTo>
                  <a:pt x="64" y="95"/>
                  <a:pt x="50" y="100"/>
                  <a:pt x="38" y="1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9" name="Freeform 36">
            <a:extLst xmlns:a="http://schemas.openxmlformats.org/drawingml/2006/main">
              <a:ext uri="{FF2B5EF4-FFF2-40B4-BE49-F238E27FC236}">
                <a16:creationId xmlns:a16="http://schemas.microsoft.com/office/drawing/2014/main" id="{FCDD792C-247C-49C2-A716-7A0A225C5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3006" y="481619"/>
            <a:ext cx="22809" cy="43908"/>
          </a:xfrm>
          <a:custGeom xmlns:a="http://schemas.openxmlformats.org/drawingml/2006/main">
            <a:gdLst>
              <a:gd name="T0" fmla="*/ 6 w 44"/>
              <a:gd name="T1" fmla="*/ 57 h 87"/>
              <a:gd name="T2" fmla="*/ 2 w 44"/>
              <a:gd name="T3" fmla="*/ 8 h 87"/>
              <a:gd name="T4" fmla="*/ 3 w 44"/>
              <a:gd name="T5" fmla="*/ 2 h 87"/>
              <a:gd name="T6" fmla="*/ 10 w 44"/>
              <a:gd name="T7" fmla="*/ 2 h 87"/>
              <a:gd name="T8" fmla="*/ 15 w 44"/>
              <a:gd name="T9" fmla="*/ 6 h 87"/>
              <a:gd name="T10" fmla="*/ 29 w 44"/>
              <a:gd name="T11" fmla="*/ 22 h 87"/>
              <a:gd name="T12" fmla="*/ 39 w 44"/>
              <a:gd name="T13" fmla="*/ 36 h 87"/>
              <a:gd name="T14" fmla="*/ 43 w 44"/>
              <a:gd name="T15" fmla="*/ 52 h 87"/>
              <a:gd name="T16" fmla="*/ 38 w 44"/>
              <a:gd name="T17" fmla="*/ 74 h 87"/>
              <a:gd name="T18" fmla="*/ 16 w 44"/>
              <a:gd name="T19" fmla="*/ 87 h 87"/>
              <a:gd name="T20" fmla="*/ 8 w 44"/>
              <a:gd name="T21" fmla="*/ 81 h 87"/>
              <a:gd name="T22" fmla="*/ 6 w 44"/>
              <a:gd name="T23" fmla="*/ 65 h 87"/>
              <a:gd name="T24" fmla="*/ 6 w 44"/>
              <a:gd name="T25" fmla="*/ 57 h 87"/>
            </a:gdLst>
            <a:rect l="0" t="0" r="r" b="b"/>
            <a:pathLst>
              <a:path w="44" h="87">
                <a:moveTo>
                  <a:pt x="6" y="57"/>
                </a:moveTo>
                <a:cubicBezTo>
                  <a:pt x="7" y="39"/>
                  <a:pt x="5" y="23"/>
                  <a:pt x="2" y="8"/>
                </a:cubicBezTo>
                <a:cubicBezTo>
                  <a:pt x="1" y="6"/>
                  <a:pt x="0" y="3"/>
                  <a:pt x="3" y="2"/>
                </a:cubicBezTo>
                <a:cubicBezTo>
                  <a:pt x="5" y="0"/>
                  <a:pt x="7" y="0"/>
                  <a:pt x="10" y="2"/>
                </a:cubicBezTo>
                <a:cubicBezTo>
                  <a:pt x="12" y="3"/>
                  <a:pt x="14" y="4"/>
                  <a:pt x="15" y="6"/>
                </a:cubicBezTo>
                <a:cubicBezTo>
                  <a:pt x="20" y="11"/>
                  <a:pt x="25" y="17"/>
                  <a:pt x="29" y="22"/>
                </a:cubicBezTo>
                <a:cubicBezTo>
                  <a:pt x="33" y="27"/>
                  <a:pt x="36" y="32"/>
                  <a:pt x="39" y="36"/>
                </a:cubicBezTo>
                <a:cubicBezTo>
                  <a:pt x="42" y="41"/>
                  <a:pt x="44" y="46"/>
                  <a:pt x="43" y="52"/>
                </a:cubicBezTo>
                <a:cubicBezTo>
                  <a:pt x="42" y="59"/>
                  <a:pt x="41" y="67"/>
                  <a:pt x="38" y="74"/>
                </a:cubicBezTo>
                <a:cubicBezTo>
                  <a:pt x="33" y="83"/>
                  <a:pt x="27" y="87"/>
                  <a:pt x="16" y="87"/>
                </a:cubicBezTo>
                <a:cubicBezTo>
                  <a:pt x="12" y="87"/>
                  <a:pt x="10" y="85"/>
                  <a:pt x="8" y="81"/>
                </a:cubicBezTo>
                <a:cubicBezTo>
                  <a:pt x="6" y="76"/>
                  <a:pt x="6" y="71"/>
                  <a:pt x="6" y="65"/>
                </a:cubicBezTo>
                <a:cubicBezTo>
                  <a:pt x="6" y="62"/>
                  <a:pt x="6" y="59"/>
                  <a:pt x="6" y="5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5" name="Freeform 8">
            <a:extLst xmlns:a="http://schemas.openxmlformats.org/drawingml/2006/main">
              <a:ext uri="{FF2B5EF4-FFF2-40B4-BE49-F238E27FC236}">
                <a16:creationId xmlns:a16="http://schemas.microsoft.com/office/drawing/2014/main" id="{1D5B755F-C4AC-4637-886C-24A3C3E6E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7780" y="329883"/>
            <a:ext cx="445930" cy="444892"/>
          </a:xfrm>
          <a:custGeom xmlns:a="http://schemas.openxmlformats.org/drawingml/2006/main"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Freeform 42">
            <a:extLst xmlns:a="http://schemas.openxmlformats.org/drawingml/2006/main">
              <a:ext uri="{FF2B5EF4-FFF2-40B4-BE49-F238E27FC236}">
                <a16:creationId xmlns:a16="http://schemas.microsoft.com/office/drawing/2014/main" id="{E89AD8CD-85D6-4FF0-B973-999A4625D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5990" y="387574"/>
            <a:ext cx="328990" cy="328471"/>
          </a:xfrm>
          <a:custGeom xmlns:a="http://schemas.openxmlformats.org/drawingml/2006/main"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7" name="Freeform 43">
            <a:extLst xmlns:a="http://schemas.openxmlformats.org/drawingml/2006/main">
              <a:ext uri="{FF2B5EF4-FFF2-40B4-BE49-F238E27FC236}">
                <a16:creationId xmlns:a16="http://schemas.microsoft.com/office/drawing/2014/main" id="{42F61090-4C7D-43BE-B9FD-50CC1E340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836" y="420317"/>
            <a:ext cx="36381" cy="43657"/>
          </a:xfrm>
          <a:custGeom xmlns:a="http://schemas.openxmlformats.org/drawingml/2006/main"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8" name="Freeform 44">
            <a:extLst xmlns:a="http://schemas.openxmlformats.org/drawingml/2006/main">
              <a:ext uri="{FF2B5EF4-FFF2-40B4-BE49-F238E27FC236}">
                <a16:creationId xmlns:a16="http://schemas.microsoft.com/office/drawing/2014/main" id="{A8D5C7F8-97AA-4CB5-9109-09ADEAD78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451" y="502955"/>
            <a:ext cx="34822" cy="37420"/>
          </a:xfrm>
          <a:custGeom xmlns:a="http://schemas.openxmlformats.org/drawingml/2006/main"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9" name="Freeform 45">
            <a:extLst xmlns:a="http://schemas.openxmlformats.org/drawingml/2006/main">
              <a:ext uri="{FF2B5EF4-FFF2-40B4-BE49-F238E27FC236}">
                <a16:creationId xmlns:a16="http://schemas.microsoft.com/office/drawing/2014/main" id="{6FE7A386-475A-4BE9-967C-7E6B78169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0534" y="383416"/>
            <a:ext cx="37940" cy="40539"/>
          </a:xfrm>
          <a:custGeom xmlns:a="http://schemas.openxmlformats.org/drawingml/2006/main"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0" name="Freeform 46">
            <a:extLst xmlns:a="http://schemas.openxmlformats.org/drawingml/2006/main">
              <a:ext uri="{FF2B5EF4-FFF2-40B4-BE49-F238E27FC236}">
                <a16:creationId xmlns:a16="http://schemas.microsoft.com/office/drawing/2014/main" id="{55B3E55B-1CC2-41FB-981D-01563F5CB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451" y="561165"/>
            <a:ext cx="32743" cy="31184"/>
          </a:xfrm>
          <a:custGeom xmlns:a="http://schemas.openxmlformats.org/drawingml/2006/main"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1" name="Freeform 47">
            <a:extLst xmlns:a="http://schemas.openxmlformats.org/drawingml/2006/main">
              <a:ext uri="{FF2B5EF4-FFF2-40B4-BE49-F238E27FC236}">
                <a16:creationId xmlns:a16="http://schemas.microsoft.com/office/drawing/2014/main" id="{BBBDBB31-92D5-4268-A66D-66A8B85D5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2285" y="723322"/>
            <a:ext cx="22868" cy="32743"/>
          </a:xfrm>
          <a:custGeom xmlns:a="http://schemas.openxmlformats.org/drawingml/2006/main"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2" name="Freeform 48">
            <a:extLst xmlns:a="http://schemas.openxmlformats.org/drawingml/2006/main">
              <a:ext uri="{FF2B5EF4-FFF2-40B4-BE49-F238E27FC236}">
                <a16:creationId xmlns:a16="http://schemas.microsoft.com/office/drawing/2014/main" id="{43A0A91A-E000-419D-A47E-1BE8B1D20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8444" y="613138"/>
            <a:ext cx="33782" cy="29105"/>
          </a:xfrm>
          <a:custGeom xmlns:a="http://schemas.openxmlformats.org/drawingml/2006/main"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3" name="Freeform 49">
            <a:extLst xmlns:a="http://schemas.openxmlformats.org/drawingml/2006/main">
              <a:ext uri="{FF2B5EF4-FFF2-40B4-BE49-F238E27FC236}">
                <a16:creationId xmlns:a16="http://schemas.microsoft.com/office/drawing/2014/main" id="{0DF91DE4-D542-4786-B103-0226205FF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8194" y="415639"/>
            <a:ext cx="40019" cy="43657"/>
          </a:xfrm>
          <a:custGeom xmlns:a="http://schemas.openxmlformats.org/drawingml/2006/main"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4" name="Freeform 50">
            <a:extLst xmlns:a="http://schemas.openxmlformats.org/drawingml/2006/main">
              <a:ext uri="{FF2B5EF4-FFF2-40B4-BE49-F238E27FC236}">
                <a16:creationId xmlns:a16="http://schemas.microsoft.com/office/drawing/2014/main" id="{8A59B399-AEC3-4E83-BADF-6B05D579A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3113" y="709289"/>
            <a:ext cx="28065" cy="32223"/>
          </a:xfrm>
          <a:custGeom xmlns:a="http://schemas.openxmlformats.org/drawingml/2006/main"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5" name="Freeform 51">
            <a:extLst xmlns:a="http://schemas.openxmlformats.org/drawingml/2006/main">
              <a:ext uri="{FF2B5EF4-FFF2-40B4-BE49-F238E27FC236}">
                <a16:creationId xmlns:a16="http://schemas.microsoft.com/office/drawing/2014/main" id="{5FCBC0DA-2352-469B-A2C1-CB73A1670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6135" y="379258"/>
            <a:ext cx="37940" cy="36901"/>
          </a:xfrm>
          <a:custGeom xmlns:a="http://schemas.openxmlformats.org/drawingml/2006/main"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6" name="Freeform 52">
            <a:extLst xmlns:a="http://schemas.openxmlformats.org/drawingml/2006/main">
              <a:ext uri="{FF2B5EF4-FFF2-40B4-BE49-F238E27FC236}">
                <a16:creationId xmlns:a16="http://schemas.microsoft.com/office/drawing/2014/main" id="{9B1ED38C-5509-427D-AEA7-EA989EC2F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8397" y="345475"/>
            <a:ext cx="30144" cy="32743"/>
          </a:xfrm>
          <a:custGeom xmlns:a="http://schemas.openxmlformats.org/drawingml/2006/main"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7" name="Freeform 53">
            <a:extLst xmlns:a="http://schemas.openxmlformats.org/drawingml/2006/main">
              <a:ext uri="{FF2B5EF4-FFF2-40B4-BE49-F238E27FC236}">
                <a16:creationId xmlns:a16="http://schemas.microsoft.com/office/drawing/2014/main" id="{72C36738-5283-42E1-B2A0-F516BAB03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5298" y="723322"/>
            <a:ext cx="23387" cy="33262"/>
          </a:xfrm>
          <a:custGeom xmlns:a="http://schemas.openxmlformats.org/drawingml/2006/main"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8" name="Freeform 54">
            <a:extLst xmlns:a="http://schemas.openxmlformats.org/drawingml/2006/main">
              <a:ext uri="{FF2B5EF4-FFF2-40B4-BE49-F238E27FC236}">
                <a16:creationId xmlns:a16="http://schemas.microsoft.com/office/drawing/2014/main" id="{67F5686E-C7C8-4657-93B0-B979E61C9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5" y="351712"/>
            <a:ext cx="31183" cy="35341"/>
          </a:xfrm>
          <a:custGeom xmlns:a="http://schemas.openxmlformats.org/drawingml/2006/main"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9" name="Freeform 55">
            <a:extLst xmlns:a="http://schemas.openxmlformats.org/drawingml/2006/main">
              <a:ext uri="{FF2B5EF4-FFF2-40B4-BE49-F238E27FC236}">
                <a16:creationId xmlns:a16="http://schemas.microsoft.com/office/drawing/2014/main" id="{350E31C6-2219-493D-80A0-B74A1A07F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303" y="471251"/>
            <a:ext cx="36381" cy="29105"/>
          </a:xfrm>
          <a:custGeom xmlns:a="http://schemas.openxmlformats.org/drawingml/2006/main"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0" name="Freeform 56">
            <a:extLst xmlns:a="http://schemas.openxmlformats.org/drawingml/2006/main">
              <a:ext uri="{FF2B5EF4-FFF2-40B4-BE49-F238E27FC236}">
                <a16:creationId xmlns:a16="http://schemas.microsoft.com/office/drawing/2014/main" id="{9307FD9F-7208-4B23-8BBF-321D25DA1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823" y="607941"/>
            <a:ext cx="35861" cy="33262"/>
          </a:xfrm>
          <a:custGeom xmlns:a="http://schemas.openxmlformats.org/drawingml/2006/main"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1" name="Freeform 57">
            <a:extLst xmlns:a="http://schemas.openxmlformats.org/drawingml/2006/main">
              <a:ext uri="{FF2B5EF4-FFF2-40B4-BE49-F238E27FC236}">
                <a16:creationId xmlns:a16="http://schemas.microsoft.com/office/drawing/2014/main" id="{9FF8880E-B6E6-4220-9A5F-36BA7E0CD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816" y="556487"/>
            <a:ext cx="31703" cy="28065"/>
          </a:xfrm>
          <a:custGeom xmlns:a="http://schemas.openxmlformats.org/drawingml/2006/main"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2" name="Freeform 58">
            <a:extLst xmlns:a="http://schemas.openxmlformats.org/drawingml/2006/main">
              <a:ext uri="{FF2B5EF4-FFF2-40B4-BE49-F238E27FC236}">
                <a16:creationId xmlns:a16="http://schemas.microsoft.com/office/drawing/2014/main" id="{A5DDDC71-C879-403E-999A-E7481BC2D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8830" y="357949"/>
            <a:ext cx="28585" cy="35861"/>
          </a:xfrm>
          <a:custGeom xmlns:a="http://schemas.openxmlformats.org/drawingml/2006/main"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3" name="Freeform 59">
            <a:extLst xmlns:a="http://schemas.openxmlformats.org/drawingml/2006/main">
              <a:ext uri="{FF2B5EF4-FFF2-40B4-BE49-F238E27FC236}">
                <a16:creationId xmlns:a16="http://schemas.microsoft.com/office/drawing/2014/main" id="{18A64B2B-9B6E-4712-B819-A9C122627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9484" y="461896"/>
            <a:ext cx="32743" cy="28585"/>
          </a:xfrm>
          <a:custGeom xmlns:a="http://schemas.openxmlformats.org/drawingml/2006/main"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4" name="Freeform 60">
            <a:extLst xmlns:a="http://schemas.openxmlformats.org/drawingml/2006/main">
              <a:ext uri="{FF2B5EF4-FFF2-40B4-BE49-F238E27FC236}">
                <a16:creationId xmlns:a16="http://schemas.microsoft.com/office/drawing/2014/main" id="{E0235CEA-6494-40BC-ACE2-73CA4D506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297" y="515428"/>
            <a:ext cx="31703" cy="20789"/>
          </a:xfrm>
          <a:custGeom xmlns:a="http://schemas.openxmlformats.org/drawingml/2006/main"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5" name="Freeform 61">
            <a:extLst xmlns:a="http://schemas.openxmlformats.org/drawingml/2006/main">
              <a:ext uri="{FF2B5EF4-FFF2-40B4-BE49-F238E27FC236}">
                <a16:creationId xmlns:a16="http://schemas.microsoft.com/office/drawing/2014/main" id="{A0EDF705-7C49-4B19-A549-720B444F7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6212" y="349113"/>
            <a:ext cx="19230" cy="32223"/>
          </a:xfrm>
          <a:custGeom xmlns:a="http://schemas.openxmlformats.org/drawingml/2006/main"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6" name="Freeform 62">
            <a:extLst xmlns:a="http://schemas.openxmlformats.org/drawingml/2006/main">
              <a:ext uri="{FF2B5EF4-FFF2-40B4-BE49-F238E27FC236}">
                <a16:creationId xmlns:a16="http://schemas.microsoft.com/office/drawing/2014/main" id="{8AC02786-779D-4D25-ACD3-DF22ADC7F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8753" y="711368"/>
            <a:ext cx="23907" cy="31184"/>
          </a:xfrm>
          <a:custGeom xmlns:a="http://schemas.openxmlformats.org/drawingml/2006/main"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7" name="Freeform 71">
            <a:extLst xmlns:a="http://schemas.openxmlformats.org/drawingml/2006/main">
              <a:ext uri="{FF2B5EF4-FFF2-40B4-BE49-F238E27FC236}">
                <a16:creationId xmlns:a16="http://schemas.microsoft.com/office/drawing/2014/main" id="{ADDAAD2F-2688-4894-973A-7F3E3EAA0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0023" y="401606"/>
            <a:ext cx="301445" cy="300925"/>
          </a:xfrm>
          <a:custGeom xmlns:a="http://schemas.openxmlformats.org/drawingml/2006/main"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8" name="直接连接符 177">
            <a:extLst xmlns:a="http://schemas.openxmlformats.org/drawingml/2006/main">
              <a:ext uri="{FF2B5EF4-FFF2-40B4-BE49-F238E27FC236}">
                <a16:creationId xmlns:a16="http://schemas.microsoft.com/office/drawing/2014/main" id="{22BE26AD-B677-4CFF-AEC6-414714D75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06" y="867990"/>
            <a:ext cx="2433027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6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79" name="直接连接符 178">
            <a:extLst xmlns:a="http://schemas.openxmlformats.org/drawingml/2006/main">
              <a:ext uri="{FF2B5EF4-FFF2-40B4-BE49-F238E27FC236}">
                <a16:creationId xmlns:a16="http://schemas.microsoft.com/office/drawing/2014/main" id="{83C34046-7BB3-4A68-9D14-9E5AE1A86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06" y="867990"/>
            <a:ext cx="589713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1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BE1F6894-D2F2-4A32-8DAA-82D41CA5DF5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9005791" y="6394353"/>
            <a:ext cx="2743200" cy="2921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3" name="标题 1">
            <a:extLst xmlns:a="http://schemas.openxmlformats.org/drawingml/2006/main">
              <a:ext uri="{FF2B5EF4-FFF2-40B4-BE49-F238E27FC236}">
                <a16:creationId xmlns:a16="http://schemas.microsoft.com/office/drawing/2014/main" id="{C916D22E-A19D-4CCC-BFEA-9E1F13F2D06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42913" y="243569"/>
            <a:ext cx="9056851" cy="61751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400" b="1" kern="1200" baseline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1A29C017-FCC9-4C16-B6CD-6B4F86CCFE8E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442913" y="944610"/>
            <a:ext cx="9056687" cy="381629"/>
          </a:xfr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marL="342900" marR="0" lvl="0" indent="-342900">
              <a:spcBef>
                <a:spcPct val="0"/>
              </a:spcBef>
              <a:spcAft>
                <a:spcPts val="0"/>
              </a:spcAft>
              <a:buClrTx/>
              <a:buSzTx/>
              <a:buNone/>
            </a:pPr>
          </a:p>
        </p:txBody>
      </p:sp>
      <p:sp>
        <p:nvSpPr>
          <p:cNvPr id="64" name="文本框 63">
            <a:extLst xmlns:a="http://schemas.openxmlformats.org/drawingml/2006/main">
              <a:ext uri="{FF2B5EF4-FFF2-40B4-BE49-F238E27FC236}">
                <a16:creationId xmlns:a16="http://schemas.microsoft.com/office/drawing/2014/main" id="{1260A041-6C71-4210-B305-40CD55D53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3" y="6394353"/>
            <a:ext cx="1545907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" name="图片占位符 1">
            <a:extLst xmlns:a="http://schemas.openxmlformats.org/drawingml/2006/main">
              <a:ext uri="{FF2B5EF4-FFF2-40B4-BE49-F238E27FC236}">
                <a16:creationId xmlns:a16="http://schemas.microsoft.com/office/drawing/2014/main" id="{D6E41147-061A-4C63-A944-D87A183953CC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6291124" y="1821181"/>
            <a:ext cx="3733535" cy="37335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 lvl="0" algn="ctr">
              <a:buNone/>
            </a:pPr>
          </a:p>
        </p:txBody>
      </p:sp>
    </p:spTree>
  </p:cSld>
</p:sldLayout>
</file>

<file path=ppt/slideLayouts/slideLayout39.xml><?xml version="1.0" encoding="utf-8"?>
<p:sldLayout xmlns:p="http://schemas.openxmlformats.org/presentationml/2006/main" preserve="1" userDrawn="1">
  <p:cSld name="图片占位7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0" name="Freeform 17">
            <a:extLst xmlns:a="http://schemas.openxmlformats.org/drawingml/2006/main">
              <a:ext uri="{FF2B5EF4-FFF2-40B4-BE49-F238E27FC236}">
                <a16:creationId xmlns:a16="http://schemas.microsoft.com/office/drawing/2014/main" id="{21D746FF-33AD-4D6F-98A7-23FDDA23C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8081" y="688617"/>
            <a:ext cx="64437" cy="68999"/>
          </a:xfrm>
          <a:custGeom xmlns:a="http://schemas.openxmlformats.org/drawingml/2006/main">
            <a:gdLst>
              <a:gd name="T0" fmla="*/ 34 w 127"/>
              <a:gd name="T1" fmla="*/ 71 h 136"/>
              <a:gd name="T2" fmla="*/ 34 w 127"/>
              <a:gd name="T3" fmla="*/ 81 h 136"/>
              <a:gd name="T4" fmla="*/ 34 w 127"/>
              <a:gd name="T5" fmla="*/ 114 h 136"/>
              <a:gd name="T6" fmla="*/ 35 w 127"/>
              <a:gd name="T7" fmla="*/ 122 h 136"/>
              <a:gd name="T8" fmla="*/ 40 w 127"/>
              <a:gd name="T9" fmla="*/ 127 h 136"/>
              <a:gd name="T10" fmla="*/ 49 w 127"/>
              <a:gd name="T11" fmla="*/ 128 h 136"/>
              <a:gd name="T12" fmla="*/ 49 w 127"/>
              <a:gd name="T13" fmla="*/ 135 h 136"/>
              <a:gd name="T14" fmla="*/ 1 w 127"/>
              <a:gd name="T15" fmla="*/ 135 h 136"/>
              <a:gd name="T16" fmla="*/ 0 w 127"/>
              <a:gd name="T17" fmla="*/ 132 h 136"/>
              <a:gd name="T18" fmla="*/ 0 w 127"/>
              <a:gd name="T19" fmla="*/ 128 h 136"/>
              <a:gd name="T20" fmla="*/ 9 w 127"/>
              <a:gd name="T21" fmla="*/ 127 h 136"/>
              <a:gd name="T22" fmla="*/ 16 w 127"/>
              <a:gd name="T23" fmla="*/ 120 h 136"/>
              <a:gd name="T24" fmla="*/ 17 w 127"/>
              <a:gd name="T25" fmla="*/ 111 h 136"/>
              <a:gd name="T26" fmla="*/ 17 w 127"/>
              <a:gd name="T27" fmla="*/ 22 h 136"/>
              <a:gd name="T28" fmla="*/ 16 w 127"/>
              <a:gd name="T29" fmla="*/ 15 h 136"/>
              <a:gd name="T30" fmla="*/ 9 w 127"/>
              <a:gd name="T31" fmla="*/ 9 h 136"/>
              <a:gd name="T32" fmla="*/ 0 w 127"/>
              <a:gd name="T33" fmla="*/ 8 h 136"/>
              <a:gd name="T34" fmla="*/ 0 w 127"/>
              <a:gd name="T35" fmla="*/ 1 h 136"/>
              <a:gd name="T36" fmla="*/ 4 w 127"/>
              <a:gd name="T37" fmla="*/ 0 h 136"/>
              <a:gd name="T38" fmla="*/ 71 w 127"/>
              <a:gd name="T39" fmla="*/ 0 h 136"/>
              <a:gd name="T40" fmla="*/ 94 w 127"/>
              <a:gd name="T41" fmla="*/ 4 h 136"/>
              <a:gd name="T42" fmla="*/ 116 w 127"/>
              <a:gd name="T43" fmla="*/ 32 h 136"/>
              <a:gd name="T44" fmla="*/ 97 w 127"/>
              <a:gd name="T45" fmla="*/ 66 h 136"/>
              <a:gd name="T46" fmla="*/ 80 w 127"/>
              <a:gd name="T47" fmla="*/ 70 h 136"/>
              <a:gd name="T48" fmla="*/ 71 w 127"/>
              <a:gd name="T49" fmla="*/ 71 h 136"/>
              <a:gd name="T50" fmla="*/ 73 w 127"/>
              <a:gd name="T51" fmla="*/ 75 h 136"/>
              <a:gd name="T52" fmla="*/ 104 w 127"/>
              <a:gd name="T53" fmla="*/ 114 h 136"/>
              <a:gd name="T54" fmla="*/ 105 w 127"/>
              <a:gd name="T55" fmla="*/ 116 h 136"/>
              <a:gd name="T56" fmla="*/ 127 w 127"/>
              <a:gd name="T57" fmla="*/ 128 h 136"/>
              <a:gd name="T58" fmla="*/ 127 w 127"/>
              <a:gd name="T59" fmla="*/ 135 h 136"/>
              <a:gd name="T60" fmla="*/ 116 w 127"/>
              <a:gd name="T61" fmla="*/ 135 h 136"/>
              <a:gd name="T62" fmla="*/ 102 w 127"/>
              <a:gd name="T63" fmla="*/ 136 h 136"/>
              <a:gd name="T64" fmla="*/ 96 w 127"/>
              <a:gd name="T65" fmla="*/ 132 h 136"/>
              <a:gd name="T66" fmla="*/ 59 w 127"/>
              <a:gd name="T67" fmla="*/ 82 h 136"/>
              <a:gd name="T68" fmla="*/ 52 w 127"/>
              <a:gd name="T69" fmla="*/ 73 h 136"/>
              <a:gd name="T70" fmla="*/ 49 w 127"/>
              <a:gd name="T71" fmla="*/ 71 h 136"/>
              <a:gd name="T72" fmla="*/ 34 w 127"/>
              <a:gd name="T73" fmla="*/ 71 h 136"/>
              <a:gd name="T74" fmla="*/ 34 w 127"/>
              <a:gd name="T75" fmla="*/ 61 h 136"/>
              <a:gd name="T76" fmla="*/ 36 w 127"/>
              <a:gd name="T77" fmla="*/ 62 h 136"/>
              <a:gd name="T78" fmla="*/ 66 w 127"/>
              <a:gd name="T79" fmla="*/ 62 h 136"/>
              <a:gd name="T80" fmla="*/ 82 w 127"/>
              <a:gd name="T81" fmla="*/ 59 h 136"/>
              <a:gd name="T82" fmla="*/ 96 w 127"/>
              <a:gd name="T83" fmla="*/ 44 h 136"/>
              <a:gd name="T84" fmla="*/ 96 w 127"/>
              <a:gd name="T85" fmla="*/ 29 h 136"/>
              <a:gd name="T86" fmla="*/ 81 w 127"/>
              <a:gd name="T87" fmla="*/ 12 h 136"/>
              <a:gd name="T88" fmla="*/ 70 w 127"/>
              <a:gd name="T89" fmla="*/ 11 h 136"/>
              <a:gd name="T90" fmla="*/ 37 w 127"/>
              <a:gd name="T91" fmla="*/ 11 h 136"/>
              <a:gd name="T92" fmla="*/ 34 w 127"/>
              <a:gd name="T93" fmla="*/ 11 h 136"/>
              <a:gd name="T94" fmla="*/ 34 w 127"/>
              <a:gd name="T95" fmla="*/ 61 h 136"/>
            </a:gdLst>
            <a:rect l="0" t="0" r="r" b="b"/>
            <a:pathLst>
              <a:path w="127" h="136">
                <a:moveTo>
                  <a:pt x="34" y="71"/>
                </a:moveTo>
                <a:cubicBezTo>
                  <a:pt x="34" y="75"/>
                  <a:pt x="34" y="78"/>
                  <a:pt x="34" y="81"/>
                </a:cubicBezTo>
                <a:cubicBezTo>
                  <a:pt x="34" y="92"/>
                  <a:pt x="34" y="103"/>
                  <a:pt x="34" y="114"/>
                </a:cubicBezTo>
                <a:cubicBezTo>
                  <a:pt x="34" y="117"/>
                  <a:pt x="34" y="119"/>
                  <a:pt x="35" y="122"/>
                </a:cubicBezTo>
                <a:cubicBezTo>
                  <a:pt x="35" y="125"/>
                  <a:pt x="37" y="127"/>
                  <a:pt x="40" y="127"/>
                </a:cubicBezTo>
                <a:cubicBezTo>
                  <a:pt x="43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1" y="135"/>
                </a:cubicBezTo>
                <a:cubicBezTo>
                  <a:pt x="0" y="134"/>
                  <a:pt x="0" y="133"/>
                  <a:pt x="0" y="132"/>
                </a:cubicBezTo>
                <a:cubicBezTo>
                  <a:pt x="0" y="131"/>
                  <a:pt x="0" y="130"/>
                  <a:pt x="0" y="128"/>
                </a:cubicBezTo>
                <a:cubicBezTo>
                  <a:pt x="3" y="128"/>
                  <a:pt x="6" y="128"/>
                  <a:pt x="9" y="127"/>
                </a:cubicBezTo>
                <a:cubicBezTo>
                  <a:pt x="14" y="126"/>
                  <a:pt x="15" y="125"/>
                  <a:pt x="16" y="120"/>
                </a:cubicBezTo>
                <a:cubicBezTo>
                  <a:pt x="16" y="117"/>
                  <a:pt x="17" y="114"/>
                  <a:pt x="17" y="111"/>
                </a:cubicBezTo>
                <a:cubicBezTo>
                  <a:pt x="17" y="81"/>
                  <a:pt x="17" y="52"/>
                  <a:pt x="17" y="22"/>
                </a:cubicBezTo>
                <a:cubicBezTo>
                  <a:pt x="17" y="20"/>
                  <a:pt x="16" y="17"/>
                  <a:pt x="16" y="15"/>
                </a:cubicBezTo>
                <a:cubicBezTo>
                  <a:pt x="15" y="11"/>
                  <a:pt x="13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2" y="1"/>
                  <a:pt x="3" y="0"/>
                  <a:pt x="4" y="0"/>
                </a:cubicBezTo>
                <a:cubicBezTo>
                  <a:pt x="26" y="0"/>
                  <a:pt x="49" y="0"/>
                  <a:pt x="71" y="0"/>
                </a:cubicBezTo>
                <a:cubicBezTo>
                  <a:pt x="79" y="0"/>
                  <a:pt x="86" y="1"/>
                  <a:pt x="94" y="4"/>
                </a:cubicBezTo>
                <a:cubicBezTo>
                  <a:pt x="108" y="9"/>
                  <a:pt x="115" y="18"/>
                  <a:pt x="116" y="32"/>
                </a:cubicBezTo>
                <a:cubicBezTo>
                  <a:pt x="117" y="48"/>
                  <a:pt x="110" y="60"/>
                  <a:pt x="97" y="66"/>
                </a:cubicBezTo>
                <a:cubicBezTo>
                  <a:pt x="91" y="68"/>
                  <a:pt x="86" y="70"/>
                  <a:pt x="80" y="70"/>
                </a:cubicBezTo>
                <a:cubicBezTo>
                  <a:pt x="77" y="70"/>
                  <a:pt x="74" y="71"/>
                  <a:pt x="71" y="71"/>
                </a:cubicBezTo>
                <a:cubicBezTo>
                  <a:pt x="72" y="73"/>
                  <a:pt x="73" y="74"/>
                  <a:pt x="73" y="75"/>
                </a:cubicBezTo>
                <a:cubicBezTo>
                  <a:pt x="84" y="88"/>
                  <a:pt x="94" y="101"/>
                  <a:pt x="104" y="114"/>
                </a:cubicBezTo>
                <a:cubicBezTo>
                  <a:pt x="105" y="115"/>
                  <a:pt x="105" y="115"/>
                  <a:pt x="105" y="116"/>
                </a:cubicBezTo>
                <a:cubicBezTo>
                  <a:pt x="111" y="122"/>
                  <a:pt x="117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24" y="135"/>
                  <a:pt x="120" y="135"/>
                  <a:pt x="116" y="135"/>
                </a:cubicBezTo>
                <a:cubicBezTo>
                  <a:pt x="111" y="135"/>
                  <a:pt x="107" y="135"/>
                  <a:pt x="102" y="136"/>
                </a:cubicBezTo>
                <a:cubicBezTo>
                  <a:pt x="99" y="136"/>
                  <a:pt x="97" y="134"/>
                  <a:pt x="96" y="132"/>
                </a:cubicBezTo>
                <a:cubicBezTo>
                  <a:pt x="83" y="115"/>
                  <a:pt x="71" y="99"/>
                  <a:pt x="59" y="82"/>
                </a:cubicBezTo>
                <a:cubicBezTo>
                  <a:pt x="57" y="79"/>
                  <a:pt x="54" y="76"/>
                  <a:pt x="52" y="73"/>
                </a:cubicBezTo>
                <a:cubicBezTo>
                  <a:pt x="51" y="72"/>
                  <a:pt x="50" y="71"/>
                  <a:pt x="49" y="71"/>
                </a:cubicBezTo>
                <a:cubicBezTo>
                  <a:pt x="44" y="71"/>
                  <a:pt x="39" y="71"/>
                  <a:pt x="34" y="71"/>
                </a:cubicBezTo>
                <a:close/>
                <a:moveTo>
                  <a:pt x="34" y="61"/>
                </a:moveTo>
                <a:cubicBezTo>
                  <a:pt x="35" y="62"/>
                  <a:pt x="36" y="62"/>
                  <a:pt x="36" y="62"/>
                </a:cubicBezTo>
                <a:cubicBezTo>
                  <a:pt x="46" y="62"/>
                  <a:pt x="56" y="62"/>
                  <a:pt x="66" y="62"/>
                </a:cubicBezTo>
                <a:cubicBezTo>
                  <a:pt x="72" y="61"/>
                  <a:pt x="77" y="60"/>
                  <a:pt x="82" y="59"/>
                </a:cubicBezTo>
                <a:cubicBezTo>
                  <a:pt x="90" y="56"/>
                  <a:pt x="94" y="51"/>
                  <a:pt x="96" y="44"/>
                </a:cubicBezTo>
                <a:cubicBezTo>
                  <a:pt x="96" y="39"/>
                  <a:pt x="97" y="34"/>
                  <a:pt x="96" y="29"/>
                </a:cubicBezTo>
                <a:cubicBezTo>
                  <a:pt x="95" y="20"/>
                  <a:pt x="90" y="15"/>
                  <a:pt x="81" y="12"/>
                </a:cubicBezTo>
                <a:cubicBezTo>
                  <a:pt x="77" y="11"/>
                  <a:pt x="74" y="11"/>
                  <a:pt x="70" y="11"/>
                </a:cubicBezTo>
                <a:cubicBezTo>
                  <a:pt x="59" y="10"/>
                  <a:pt x="48" y="11"/>
                  <a:pt x="37" y="11"/>
                </a:cubicBezTo>
                <a:cubicBezTo>
                  <a:pt x="36" y="11"/>
                  <a:pt x="35" y="11"/>
                  <a:pt x="34" y="11"/>
                </a:cubicBezTo>
                <a:cubicBezTo>
                  <a:pt x="34" y="28"/>
                  <a:pt x="34" y="44"/>
                  <a:pt x="34" y="61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1" name="Freeform 18">
            <a:extLst xmlns:a="http://schemas.openxmlformats.org/drawingml/2006/main">
              <a:ext uri="{FF2B5EF4-FFF2-40B4-BE49-F238E27FC236}">
                <a16:creationId xmlns:a16="http://schemas.microsoft.com/office/drawing/2014/main" id="{127B4580-D99E-4CD4-A33B-6D724184D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3581" y="688617"/>
            <a:ext cx="64437" cy="68429"/>
          </a:xfrm>
          <a:custGeom xmlns:a="http://schemas.openxmlformats.org/drawingml/2006/main">
            <a:gdLst>
              <a:gd name="T0" fmla="*/ 50 w 127"/>
              <a:gd name="T1" fmla="*/ 70 h 135"/>
              <a:gd name="T2" fmla="*/ 34 w 127"/>
              <a:gd name="T3" fmla="*/ 87 h 135"/>
              <a:gd name="T4" fmla="*/ 33 w 127"/>
              <a:gd name="T5" fmla="*/ 90 h 135"/>
              <a:gd name="T6" fmla="*/ 33 w 127"/>
              <a:gd name="T7" fmla="*/ 116 h 135"/>
              <a:gd name="T8" fmla="*/ 34 w 127"/>
              <a:gd name="T9" fmla="*/ 120 h 135"/>
              <a:gd name="T10" fmla="*/ 41 w 127"/>
              <a:gd name="T11" fmla="*/ 127 h 135"/>
              <a:gd name="T12" fmla="*/ 49 w 127"/>
              <a:gd name="T13" fmla="*/ 128 h 135"/>
              <a:gd name="T14" fmla="*/ 49 w 127"/>
              <a:gd name="T15" fmla="*/ 135 h 135"/>
              <a:gd name="T16" fmla="*/ 0 w 127"/>
              <a:gd name="T17" fmla="*/ 135 h 135"/>
              <a:gd name="T18" fmla="*/ 0 w 127"/>
              <a:gd name="T19" fmla="*/ 128 h 135"/>
              <a:gd name="T20" fmla="*/ 7 w 127"/>
              <a:gd name="T21" fmla="*/ 128 h 135"/>
              <a:gd name="T22" fmla="*/ 16 w 127"/>
              <a:gd name="T23" fmla="*/ 118 h 135"/>
              <a:gd name="T24" fmla="*/ 16 w 127"/>
              <a:gd name="T25" fmla="*/ 111 h 135"/>
              <a:gd name="T26" fmla="*/ 16 w 127"/>
              <a:gd name="T27" fmla="*/ 24 h 135"/>
              <a:gd name="T28" fmla="*/ 16 w 127"/>
              <a:gd name="T29" fmla="*/ 16 h 135"/>
              <a:gd name="T30" fmla="*/ 8 w 127"/>
              <a:gd name="T31" fmla="*/ 9 h 135"/>
              <a:gd name="T32" fmla="*/ 0 w 127"/>
              <a:gd name="T33" fmla="*/ 8 h 135"/>
              <a:gd name="T34" fmla="*/ 0 w 127"/>
              <a:gd name="T35" fmla="*/ 1 h 135"/>
              <a:gd name="T36" fmla="*/ 49 w 127"/>
              <a:gd name="T37" fmla="*/ 1 h 135"/>
              <a:gd name="T38" fmla="*/ 50 w 127"/>
              <a:gd name="T39" fmla="*/ 8 h 135"/>
              <a:gd name="T40" fmla="*/ 41 w 127"/>
              <a:gd name="T41" fmla="*/ 9 h 135"/>
              <a:gd name="T42" fmla="*/ 34 w 127"/>
              <a:gd name="T43" fmla="*/ 16 h 135"/>
              <a:gd name="T44" fmla="*/ 33 w 127"/>
              <a:gd name="T45" fmla="*/ 23 h 135"/>
              <a:gd name="T46" fmla="*/ 33 w 127"/>
              <a:gd name="T47" fmla="*/ 70 h 135"/>
              <a:gd name="T48" fmla="*/ 33 w 127"/>
              <a:gd name="T49" fmla="*/ 73 h 135"/>
              <a:gd name="T50" fmla="*/ 36 w 127"/>
              <a:gd name="T51" fmla="*/ 71 h 135"/>
              <a:gd name="T52" fmla="*/ 83 w 127"/>
              <a:gd name="T53" fmla="*/ 19 h 135"/>
              <a:gd name="T54" fmla="*/ 86 w 127"/>
              <a:gd name="T55" fmla="*/ 14 h 135"/>
              <a:gd name="T56" fmla="*/ 84 w 127"/>
              <a:gd name="T57" fmla="*/ 9 h 135"/>
              <a:gd name="T58" fmla="*/ 76 w 127"/>
              <a:gd name="T59" fmla="*/ 8 h 135"/>
              <a:gd name="T60" fmla="*/ 76 w 127"/>
              <a:gd name="T61" fmla="*/ 1 h 135"/>
              <a:gd name="T62" fmla="*/ 122 w 127"/>
              <a:gd name="T63" fmla="*/ 1 h 135"/>
              <a:gd name="T64" fmla="*/ 122 w 127"/>
              <a:gd name="T65" fmla="*/ 8 h 135"/>
              <a:gd name="T66" fmla="*/ 118 w 127"/>
              <a:gd name="T67" fmla="*/ 8 h 135"/>
              <a:gd name="T68" fmla="*/ 99 w 127"/>
              <a:gd name="T69" fmla="*/ 18 h 135"/>
              <a:gd name="T70" fmla="*/ 77 w 127"/>
              <a:gd name="T71" fmla="*/ 41 h 135"/>
              <a:gd name="T72" fmla="*/ 62 w 127"/>
              <a:gd name="T73" fmla="*/ 57 h 135"/>
              <a:gd name="T74" fmla="*/ 64 w 127"/>
              <a:gd name="T75" fmla="*/ 61 h 135"/>
              <a:gd name="T76" fmla="*/ 102 w 127"/>
              <a:gd name="T77" fmla="*/ 113 h 135"/>
              <a:gd name="T78" fmla="*/ 108 w 127"/>
              <a:gd name="T79" fmla="*/ 120 h 135"/>
              <a:gd name="T80" fmla="*/ 123 w 127"/>
              <a:gd name="T81" fmla="*/ 127 h 135"/>
              <a:gd name="T82" fmla="*/ 127 w 127"/>
              <a:gd name="T83" fmla="*/ 128 h 135"/>
              <a:gd name="T84" fmla="*/ 127 w 127"/>
              <a:gd name="T85" fmla="*/ 135 h 135"/>
              <a:gd name="T86" fmla="*/ 73 w 127"/>
              <a:gd name="T87" fmla="*/ 135 h 135"/>
              <a:gd name="T88" fmla="*/ 73 w 127"/>
              <a:gd name="T89" fmla="*/ 128 h 135"/>
              <a:gd name="T90" fmla="*/ 80 w 127"/>
              <a:gd name="T91" fmla="*/ 127 h 135"/>
              <a:gd name="T92" fmla="*/ 84 w 127"/>
              <a:gd name="T93" fmla="*/ 120 h 135"/>
              <a:gd name="T94" fmla="*/ 82 w 127"/>
              <a:gd name="T95" fmla="*/ 115 h 135"/>
              <a:gd name="T96" fmla="*/ 51 w 127"/>
              <a:gd name="T97" fmla="*/ 72 h 135"/>
              <a:gd name="T98" fmla="*/ 50 w 127"/>
              <a:gd name="T99" fmla="*/ 70 h 135"/>
            </a:gdLst>
            <a:rect l="0" t="0" r="r" b="b"/>
            <a:pathLst>
              <a:path w="127" h="135">
                <a:moveTo>
                  <a:pt x="50" y="70"/>
                </a:moveTo>
                <a:cubicBezTo>
                  <a:pt x="44" y="76"/>
                  <a:pt x="39" y="81"/>
                  <a:pt x="34" y="87"/>
                </a:cubicBezTo>
                <a:cubicBezTo>
                  <a:pt x="33" y="88"/>
                  <a:pt x="33" y="89"/>
                  <a:pt x="33" y="90"/>
                </a:cubicBezTo>
                <a:cubicBezTo>
                  <a:pt x="33" y="99"/>
                  <a:pt x="33" y="107"/>
                  <a:pt x="33" y="116"/>
                </a:cubicBezTo>
                <a:cubicBezTo>
                  <a:pt x="33" y="117"/>
                  <a:pt x="33" y="118"/>
                  <a:pt x="34" y="120"/>
                </a:cubicBezTo>
                <a:cubicBezTo>
                  <a:pt x="35" y="125"/>
                  <a:pt x="36" y="126"/>
                  <a:pt x="41" y="127"/>
                </a:cubicBezTo>
                <a:cubicBezTo>
                  <a:pt x="44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7" y="128"/>
                </a:cubicBezTo>
                <a:cubicBezTo>
                  <a:pt x="14" y="127"/>
                  <a:pt x="16" y="125"/>
                  <a:pt x="16" y="118"/>
                </a:cubicBezTo>
                <a:cubicBezTo>
                  <a:pt x="16" y="115"/>
                  <a:pt x="16" y="113"/>
                  <a:pt x="16" y="111"/>
                </a:cubicBezTo>
                <a:cubicBezTo>
                  <a:pt x="16" y="82"/>
                  <a:pt x="16" y="53"/>
                  <a:pt x="16" y="24"/>
                </a:cubicBezTo>
                <a:cubicBezTo>
                  <a:pt x="16" y="21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5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4" y="0"/>
                  <a:pt x="40" y="0"/>
                  <a:pt x="49" y="1"/>
                </a:cubicBezTo>
                <a:cubicBezTo>
                  <a:pt x="49" y="3"/>
                  <a:pt x="50" y="5"/>
                  <a:pt x="50" y="8"/>
                </a:cubicBezTo>
                <a:cubicBezTo>
                  <a:pt x="47" y="8"/>
                  <a:pt x="44" y="8"/>
                  <a:pt x="41" y="9"/>
                </a:cubicBezTo>
                <a:cubicBezTo>
                  <a:pt x="37" y="9"/>
                  <a:pt x="34" y="11"/>
                  <a:pt x="34" y="16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39"/>
                  <a:pt x="33" y="54"/>
                  <a:pt x="33" y="70"/>
                </a:cubicBezTo>
                <a:cubicBezTo>
                  <a:pt x="33" y="71"/>
                  <a:pt x="33" y="72"/>
                  <a:pt x="33" y="73"/>
                </a:cubicBezTo>
                <a:cubicBezTo>
                  <a:pt x="35" y="72"/>
                  <a:pt x="36" y="72"/>
                  <a:pt x="36" y="71"/>
                </a:cubicBezTo>
                <a:cubicBezTo>
                  <a:pt x="52" y="54"/>
                  <a:pt x="67" y="37"/>
                  <a:pt x="83" y="19"/>
                </a:cubicBezTo>
                <a:cubicBezTo>
                  <a:pt x="84" y="18"/>
                  <a:pt x="85" y="16"/>
                  <a:pt x="86" y="14"/>
                </a:cubicBezTo>
                <a:cubicBezTo>
                  <a:pt x="88" y="12"/>
                  <a:pt x="87" y="10"/>
                  <a:pt x="84" y="9"/>
                </a:cubicBezTo>
                <a:cubicBezTo>
                  <a:pt x="81" y="8"/>
                  <a:pt x="79" y="8"/>
                  <a:pt x="76" y="8"/>
                </a:cubicBezTo>
                <a:cubicBezTo>
                  <a:pt x="76" y="5"/>
                  <a:pt x="76" y="3"/>
                  <a:pt x="76" y="1"/>
                </a:cubicBezTo>
                <a:cubicBezTo>
                  <a:pt x="79" y="0"/>
                  <a:pt x="114" y="0"/>
                  <a:pt x="122" y="1"/>
                </a:cubicBezTo>
                <a:cubicBezTo>
                  <a:pt x="122" y="3"/>
                  <a:pt x="122" y="5"/>
                  <a:pt x="122" y="8"/>
                </a:cubicBezTo>
                <a:cubicBezTo>
                  <a:pt x="121" y="8"/>
                  <a:pt x="120" y="8"/>
                  <a:pt x="118" y="8"/>
                </a:cubicBezTo>
                <a:cubicBezTo>
                  <a:pt x="111" y="9"/>
                  <a:pt x="104" y="12"/>
                  <a:pt x="99" y="18"/>
                </a:cubicBezTo>
                <a:cubicBezTo>
                  <a:pt x="92" y="25"/>
                  <a:pt x="85" y="33"/>
                  <a:pt x="77" y="41"/>
                </a:cubicBezTo>
                <a:cubicBezTo>
                  <a:pt x="72" y="46"/>
                  <a:pt x="67" y="52"/>
                  <a:pt x="62" y="57"/>
                </a:cubicBezTo>
                <a:cubicBezTo>
                  <a:pt x="63" y="58"/>
                  <a:pt x="64" y="59"/>
                  <a:pt x="64" y="61"/>
                </a:cubicBezTo>
                <a:cubicBezTo>
                  <a:pt x="77" y="78"/>
                  <a:pt x="90" y="95"/>
                  <a:pt x="102" y="113"/>
                </a:cubicBezTo>
                <a:cubicBezTo>
                  <a:pt x="104" y="115"/>
                  <a:pt x="106" y="118"/>
                  <a:pt x="108" y="120"/>
                </a:cubicBezTo>
                <a:cubicBezTo>
                  <a:pt x="112" y="124"/>
                  <a:pt x="117" y="127"/>
                  <a:pt x="123" y="127"/>
                </a:cubicBezTo>
                <a:cubicBezTo>
                  <a:pt x="124" y="128"/>
                  <a:pt x="125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09" y="135"/>
                  <a:pt x="91" y="135"/>
                  <a:pt x="73" y="135"/>
                </a:cubicBezTo>
                <a:cubicBezTo>
                  <a:pt x="73" y="133"/>
                  <a:pt x="73" y="131"/>
                  <a:pt x="73" y="128"/>
                </a:cubicBezTo>
                <a:cubicBezTo>
                  <a:pt x="75" y="128"/>
                  <a:pt x="78" y="128"/>
                  <a:pt x="80" y="127"/>
                </a:cubicBezTo>
                <a:cubicBezTo>
                  <a:pt x="85" y="127"/>
                  <a:pt x="86" y="125"/>
                  <a:pt x="84" y="120"/>
                </a:cubicBezTo>
                <a:cubicBezTo>
                  <a:pt x="84" y="118"/>
                  <a:pt x="83" y="117"/>
                  <a:pt x="82" y="115"/>
                </a:cubicBezTo>
                <a:cubicBezTo>
                  <a:pt x="72" y="101"/>
                  <a:pt x="61" y="86"/>
                  <a:pt x="51" y="72"/>
                </a:cubicBezTo>
                <a:cubicBezTo>
                  <a:pt x="51" y="71"/>
                  <a:pt x="50" y="71"/>
                  <a:pt x="50" y="7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2" name="Freeform 19">
            <a:extLst xmlns:a="http://schemas.openxmlformats.org/drawingml/2006/main">
              <a:ext uri="{FF2B5EF4-FFF2-40B4-BE49-F238E27FC236}">
                <a16:creationId xmlns:a16="http://schemas.microsoft.com/office/drawing/2014/main" id="{AA666124-E95D-428F-9EF0-5057D176D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9719" y="688617"/>
            <a:ext cx="63867" cy="68429"/>
          </a:xfrm>
          <a:custGeom xmlns:a="http://schemas.openxmlformats.org/drawingml/2006/main">
            <a:gdLst>
              <a:gd name="T0" fmla="*/ 28 w 126"/>
              <a:gd name="T1" fmla="*/ 16 h 135"/>
              <a:gd name="T2" fmla="*/ 28 w 126"/>
              <a:gd name="T3" fmla="*/ 20 h 135"/>
              <a:gd name="T4" fmla="*/ 28 w 126"/>
              <a:gd name="T5" fmla="*/ 109 h 135"/>
              <a:gd name="T6" fmla="*/ 28 w 126"/>
              <a:gd name="T7" fmla="*/ 119 h 135"/>
              <a:gd name="T8" fmla="*/ 37 w 126"/>
              <a:gd name="T9" fmla="*/ 127 h 135"/>
              <a:gd name="T10" fmla="*/ 44 w 126"/>
              <a:gd name="T11" fmla="*/ 128 h 135"/>
              <a:gd name="T12" fmla="*/ 44 w 126"/>
              <a:gd name="T13" fmla="*/ 135 h 135"/>
              <a:gd name="T14" fmla="*/ 0 w 126"/>
              <a:gd name="T15" fmla="*/ 135 h 135"/>
              <a:gd name="T16" fmla="*/ 0 w 126"/>
              <a:gd name="T17" fmla="*/ 128 h 135"/>
              <a:gd name="T18" fmla="*/ 8 w 126"/>
              <a:gd name="T19" fmla="*/ 127 h 135"/>
              <a:gd name="T20" fmla="*/ 16 w 126"/>
              <a:gd name="T21" fmla="*/ 120 h 135"/>
              <a:gd name="T22" fmla="*/ 16 w 126"/>
              <a:gd name="T23" fmla="*/ 113 h 135"/>
              <a:gd name="T24" fmla="*/ 16 w 126"/>
              <a:gd name="T25" fmla="*/ 19 h 135"/>
              <a:gd name="T26" fmla="*/ 16 w 126"/>
              <a:gd name="T27" fmla="*/ 15 h 135"/>
              <a:gd name="T28" fmla="*/ 9 w 126"/>
              <a:gd name="T29" fmla="*/ 9 h 135"/>
              <a:gd name="T30" fmla="*/ 5 w 126"/>
              <a:gd name="T31" fmla="*/ 8 h 135"/>
              <a:gd name="T32" fmla="*/ 1 w 126"/>
              <a:gd name="T33" fmla="*/ 8 h 135"/>
              <a:gd name="T34" fmla="*/ 1 w 126"/>
              <a:gd name="T35" fmla="*/ 1 h 135"/>
              <a:gd name="T36" fmla="*/ 40 w 126"/>
              <a:gd name="T37" fmla="*/ 1 h 135"/>
              <a:gd name="T38" fmla="*/ 98 w 126"/>
              <a:gd name="T39" fmla="*/ 100 h 135"/>
              <a:gd name="T40" fmla="*/ 99 w 126"/>
              <a:gd name="T41" fmla="*/ 100 h 135"/>
              <a:gd name="T42" fmla="*/ 99 w 126"/>
              <a:gd name="T43" fmla="*/ 96 h 135"/>
              <a:gd name="T44" fmla="*/ 99 w 126"/>
              <a:gd name="T45" fmla="*/ 24 h 135"/>
              <a:gd name="T46" fmla="*/ 98 w 126"/>
              <a:gd name="T47" fmla="*/ 16 h 135"/>
              <a:gd name="T48" fmla="*/ 90 w 126"/>
              <a:gd name="T49" fmla="*/ 9 h 135"/>
              <a:gd name="T50" fmla="*/ 83 w 126"/>
              <a:gd name="T51" fmla="*/ 8 h 135"/>
              <a:gd name="T52" fmla="*/ 83 w 126"/>
              <a:gd name="T53" fmla="*/ 1 h 135"/>
              <a:gd name="T54" fmla="*/ 126 w 126"/>
              <a:gd name="T55" fmla="*/ 1 h 135"/>
              <a:gd name="T56" fmla="*/ 126 w 126"/>
              <a:gd name="T57" fmla="*/ 8 h 135"/>
              <a:gd name="T58" fmla="*/ 119 w 126"/>
              <a:gd name="T59" fmla="*/ 9 h 135"/>
              <a:gd name="T60" fmla="*/ 111 w 126"/>
              <a:gd name="T61" fmla="*/ 16 h 135"/>
              <a:gd name="T62" fmla="*/ 110 w 126"/>
              <a:gd name="T63" fmla="*/ 27 h 135"/>
              <a:gd name="T64" fmla="*/ 110 w 126"/>
              <a:gd name="T65" fmla="*/ 129 h 135"/>
              <a:gd name="T66" fmla="*/ 110 w 126"/>
              <a:gd name="T67" fmla="*/ 135 h 135"/>
              <a:gd name="T68" fmla="*/ 99 w 126"/>
              <a:gd name="T69" fmla="*/ 135 h 135"/>
              <a:gd name="T70" fmla="*/ 29 w 126"/>
              <a:gd name="T71" fmla="*/ 15 h 135"/>
              <a:gd name="T72" fmla="*/ 28 w 126"/>
              <a:gd name="T73" fmla="*/ 16 h 135"/>
            </a:gdLst>
            <a:rect l="0" t="0" r="r" b="b"/>
            <a:pathLst>
              <a:path w="126" h="135">
                <a:moveTo>
                  <a:pt x="28" y="16"/>
                </a:moveTo>
                <a:cubicBezTo>
                  <a:pt x="28" y="17"/>
                  <a:pt x="28" y="19"/>
                  <a:pt x="28" y="20"/>
                </a:cubicBezTo>
                <a:cubicBezTo>
                  <a:pt x="28" y="50"/>
                  <a:pt x="28" y="79"/>
                  <a:pt x="28" y="109"/>
                </a:cubicBezTo>
                <a:cubicBezTo>
                  <a:pt x="28" y="112"/>
                  <a:pt x="28" y="115"/>
                  <a:pt x="28" y="119"/>
                </a:cubicBezTo>
                <a:cubicBezTo>
                  <a:pt x="29" y="124"/>
                  <a:pt x="31" y="126"/>
                  <a:pt x="37" y="127"/>
                </a:cubicBezTo>
                <a:cubicBezTo>
                  <a:pt x="39" y="127"/>
                  <a:pt x="41" y="128"/>
                  <a:pt x="44" y="128"/>
                </a:cubicBezTo>
                <a:cubicBezTo>
                  <a:pt x="44" y="130"/>
                  <a:pt x="44" y="133"/>
                  <a:pt x="44" y="135"/>
                </a:cubicBezTo>
                <a:cubicBezTo>
                  <a:pt x="29" y="135"/>
                  <a:pt x="15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5" y="127"/>
                  <a:pt x="8" y="127"/>
                </a:cubicBezTo>
                <a:cubicBezTo>
                  <a:pt x="12" y="127"/>
                  <a:pt x="15" y="124"/>
                  <a:pt x="16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0"/>
                  <a:pt x="16" y="19"/>
                </a:cubicBezTo>
                <a:cubicBezTo>
                  <a:pt x="16" y="18"/>
                  <a:pt x="16" y="17"/>
                  <a:pt x="16" y="15"/>
                </a:cubicBezTo>
                <a:cubicBezTo>
                  <a:pt x="16" y="11"/>
                  <a:pt x="14" y="9"/>
                  <a:pt x="9" y="9"/>
                </a:cubicBezTo>
                <a:cubicBezTo>
                  <a:pt x="8" y="8"/>
                  <a:pt x="7" y="8"/>
                  <a:pt x="5" y="8"/>
                </a:cubicBezTo>
                <a:cubicBezTo>
                  <a:pt x="4" y="8"/>
                  <a:pt x="2" y="8"/>
                  <a:pt x="1" y="8"/>
                </a:cubicBezTo>
                <a:cubicBezTo>
                  <a:pt x="1" y="5"/>
                  <a:pt x="1" y="3"/>
                  <a:pt x="1" y="1"/>
                </a:cubicBezTo>
                <a:cubicBezTo>
                  <a:pt x="14" y="1"/>
                  <a:pt x="27" y="1"/>
                  <a:pt x="40" y="1"/>
                </a:cubicBezTo>
                <a:cubicBezTo>
                  <a:pt x="59" y="34"/>
                  <a:pt x="79" y="67"/>
                  <a:pt x="98" y="100"/>
                </a:cubicBezTo>
                <a:cubicBezTo>
                  <a:pt x="98" y="100"/>
                  <a:pt x="99" y="100"/>
                  <a:pt x="99" y="100"/>
                </a:cubicBezTo>
                <a:cubicBezTo>
                  <a:pt x="99" y="99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1"/>
                  <a:pt x="99" y="19"/>
                  <a:pt x="98" y="16"/>
                </a:cubicBezTo>
                <a:cubicBezTo>
                  <a:pt x="97" y="12"/>
                  <a:pt x="94" y="9"/>
                  <a:pt x="90" y="9"/>
                </a:cubicBezTo>
                <a:cubicBezTo>
                  <a:pt x="88" y="8"/>
                  <a:pt x="86" y="8"/>
                  <a:pt x="83" y="8"/>
                </a:cubicBezTo>
                <a:cubicBezTo>
                  <a:pt x="83" y="5"/>
                  <a:pt x="83" y="3"/>
                  <a:pt x="83" y="1"/>
                </a:cubicBezTo>
                <a:cubicBezTo>
                  <a:pt x="87" y="0"/>
                  <a:pt x="115" y="0"/>
                  <a:pt x="126" y="1"/>
                </a:cubicBezTo>
                <a:cubicBezTo>
                  <a:pt x="126" y="3"/>
                  <a:pt x="126" y="5"/>
                  <a:pt x="126" y="8"/>
                </a:cubicBezTo>
                <a:cubicBezTo>
                  <a:pt x="124" y="8"/>
                  <a:pt x="122" y="8"/>
                  <a:pt x="119" y="9"/>
                </a:cubicBezTo>
                <a:cubicBezTo>
                  <a:pt x="115" y="9"/>
                  <a:pt x="112" y="12"/>
                  <a:pt x="111" y="16"/>
                </a:cubicBezTo>
                <a:cubicBezTo>
                  <a:pt x="111" y="20"/>
                  <a:pt x="110" y="23"/>
                  <a:pt x="110" y="27"/>
                </a:cubicBezTo>
                <a:cubicBezTo>
                  <a:pt x="110" y="61"/>
                  <a:pt x="110" y="95"/>
                  <a:pt x="110" y="129"/>
                </a:cubicBezTo>
                <a:cubicBezTo>
                  <a:pt x="110" y="131"/>
                  <a:pt x="110" y="133"/>
                  <a:pt x="110" y="135"/>
                </a:cubicBezTo>
                <a:cubicBezTo>
                  <a:pt x="106" y="135"/>
                  <a:pt x="103" y="135"/>
                  <a:pt x="99" y="135"/>
                </a:cubicBezTo>
                <a:cubicBezTo>
                  <a:pt x="76" y="95"/>
                  <a:pt x="52" y="55"/>
                  <a:pt x="29" y="15"/>
                </a:cubicBezTo>
                <a:cubicBezTo>
                  <a:pt x="28" y="15"/>
                  <a:pt x="28" y="15"/>
                  <a:pt x="28" y="16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3" name="Freeform 20">
            <a:extLst xmlns:a="http://schemas.openxmlformats.org/drawingml/2006/main">
              <a:ext uri="{FF2B5EF4-FFF2-40B4-BE49-F238E27FC236}">
                <a16:creationId xmlns:a16="http://schemas.microsoft.com/office/drawing/2014/main" id="{D10D4F74-86D1-4E56-BDC9-24105DA4C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9652" y="688617"/>
            <a:ext cx="62726" cy="68429"/>
          </a:xfrm>
          <a:custGeom xmlns:a="http://schemas.openxmlformats.org/drawingml/2006/main">
            <a:gdLst>
              <a:gd name="T0" fmla="*/ 0 w 124"/>
              <a:gd name="T1" fmla="*/ 8 h 135"/>
              <a:gd name="T2" fmla="*/ 0 w 124"/>
              <a:gd name="T3" fmla="*/ 1 h 135"/>
              <a:gd name="T4" fmla="*/ 105 w 124"/>
              <a:gd name="T5" fmla="*/ 1 h 135"/>
              <a:gd name="T6" fmla="*/ 117 w 124"/>
              <a:gd name="T7" fmla="*/ 35 h 135"/>
              <a:gd name="T8" fmla="*/ 110 w 124"/>
              <a:gd name="T9" fmla="*/ 39 h 135"/>
              <a:gd name="T10" fmla="*/ 107 w 124"/>
              <a:gd name="T11" fmla="*/ 33 h 135"/>
              <a:gd name="T12" fmla="*/ 78 w 124"/>
              <a:gd name="T13" fmla="*/ 11 h 135"/>
              <a:gd name="T14" fmla="*/ 34 w 124"/>
              <a:gd name="T15" fmla="*/ 11 h 135"/>
              <a:gd name="T16" fmla="*/ 34 w 124"/>
              <a:gd name="T17" fmla="*/ 61 h 135"/>
              <a:gd name="T18" fmla="*/ 55 w 124"/>
              <a:gd name="T19" fmla="*/ 60 h 135"/>
              <a:gd name="T20" fmla="*/ 69 w 124"/>
              <a:gd name="T21" fmla="*/ 45 h 135"/>
              <a:gd name="T22" fmla="*/ 70 w 124"/>
              <a:gd name="T23" fmla="*/ 36 h 135"/>
              <a:gd name="T24" fmla="*/ 78 w 124"/>
              <a:gd name="T25" fmla="*/ 36 h 135"/>
              <a:gd name="T26" fmla="*/ 78 w 124"/>
              <a:gd name="T27" fmla="*/ 95 h 135"/>
              <a:gd name="T28" fmla="*/ 74 w 124"/>
              <a:gd name="T29" fmla="*/ 95 h 135"/>
              <a:gd name="T30" fmla="*/ 70 w 124"/>
              <a:gd name="T31" fmla="*/ 95 h 135"/>
              <a:gd name="T32" fmla="*/ 70 w 124"/>
              <a:gd name="T33" fmla="*/ 88 h 135"/>
              <a:gd name="T34" fmla="*/ 68 w 124"/>
              <a:gd name="T35" fmla="*/ 81 h 135"/>
              <a:gd name="T36" fmla="*/ 58 w 124"/>
              <a:gd name="T37" fmla="*/ 71 h 135"/>
              <a:gd name="T38" fmla="*/ 34 w 124"/>
              <a:gd name="T39" fmla="*/ 70 h 135"/>
              <a:gd name="T40" fmla="*/ 33 w 124"/>
              <a:gd name="T41" fmla="*/ 74 h 135"/>
              <a:gd name="T42" fmla="*/ 33 w 124"/>
              <a:gd name="T43" fmla="*/ 115 h 135"/>
              <a:gd name="T44" fmla="*/ 43 w 124"/>
              <a:gd name="T45" fmla="*/ 125 h 135"/>
              <a:gd name="T46" fmla="*/ 69 w 124"/>
              <a:gd name="T47" fmla="*/ 125 h 135"/>
              <a:gd name="T48" fmla="*/ 112 w 124"/>
              <a:gd name="T49" fmla="*/ 97 h 135"/>
              <a:gd name="T50" fmla="*/ 115 w 124"/>
              <a:gd name="T51" fmla="*/ 90 h 135"/>
              <a:gd name="T52" fmla="*/ 124 w 124"/>
              <a:gd name="T53" fmla="*/ 93 h 135"/>
              <a:gd name="T54" fmla="*/ 109 w 124"/>
              <a:gd name="T55" fmla="*/ 135 h 135"/>
              <a:gd name="T56" fmla="*/ 0 w 124"/>
              <a:gd name="T57" fmla="*/ 135 h 135"/>
              <a:gd name="T58" fmla="*/ 0 w 124"/>
              <a:gd name="T59" fmla="*/ 128 h 135"/>
              <a:gd name="T60" fmla="*/ 8 w 124"/>
              <a:gd name="T61" fmla="*/ 127 h 135"/>
              <a:gd name="T62" fmla="*/ 15 w 124"/>
              <a:gd name="T63" fmla="*/ 120 h 135"/>
              <a:gd name="T64" fmla="*/ 16 w 124"/>
              <a:gd name="T65" fmla="*/ 113 h 135"/>
              <a:gd name="T66" fmla="*/ 16 w 124"/>
              <a:gd name="T67" fmla="*/ 21 h 135"/>
              <a:gd name="T68" fmla="*/ 16 w 124"/>
              <a:gd name="T69" fmla="*/ 16 h 135"/>
              <a:gd name="T70" fmla="*/ 8 w 124"/>
              <a:gd name="T71" fmla="*/ 9 h 135"/>
              <a:gd name="T72" fmla="*/ 4 w 124"/>
              <a:gd name="T73" fmla="*/ 8 h 135"/>
              <a:gd name="T74" fmla="*/ 0 w 124"/>
              <a:gd name="T75" fmla="*/ 8 h 135"/>
            </a:gdLst>
            <a:rect l="0" t="0" r="r" b="b"/>
            <a:pathLst>
              <a:path w="124" h="135">
                <a:moveTo>
                  <a:pt x="0" y="8"/>
                </a:moveTo>
                <a:cubicBezTo>
                  <a:pt x="0" y="5"/>
                  <a:pt x="0" y="3"/>
                  <a:pt x="0" y="1"/>
                </a:cubicBezTo>
                <a:cubicBezTo>
                  <a:pt x="3" y="0"/>
                  <a:pt x="98" y="0"/>
                  <a:pt x="105" y="1"/>
                </a:cubicBezTo>
                <a:cubicBezTo>
                  <a:pt x="109" y="12"/>
                  <a:pt x="113" y="24"/>
                  <a:pt x="117" y="35"/>
                </a:cubicBezTo>
                <a:cubicBezTo>
                  <a:pt x="115" y="37"/>
                  <a:pt x="112" y="38"/>
                  <a:pt x="110" y="39"/>
                </a:cubicBezTo>
                <a:cubicBezTo>
                  <a:pt x="109" y="36"/>
                  <a:pt x="108" y="35"/>
                  <a:pt x="107" y="33"/>
                </a:cubicBezTo>
                <a:cubicBezTo>
                  <a:pt x="101" y="20"/>
                  <a:pt x="92" y="13"/>
                  <a:pt x="78" y="11"/>
                </a:cubicBezTo>
                <a:cubicBezTo>
                  <a:pt x="63" y="10"/>
                  <a:pt x="48" y="11"/>
                  <a:pt x="34" y="11"/>
                </a:cubicBezTo>
                <a:cubicBezTo>
                  <a:pt x="33" y="15"/>
                  <a:pt x="33" y="55"/>
                  <a:pt x="34" y="61"/>
                </a:cubicBezTo>
                <a:cubicBezTo>
                  <a:pt x="41" y="61"/>
                  <a:pt x="48" y="61"/>
                  <a:pt x="55" y="60"/>
                </a:cubicBezTo>
                <a:cubicBezTo>
                  <a:pt x="64" y="59"/>
                  <a:pt x="68" y="54"/>
                  <a:pt x="69" y="45"/>
                </a:cubicBezTo>
                <a:cubicBezTo>
                  <a:pt x="70" y="42"/>
                  <a:pt x="70" y="39"/>
                  <a:pt x="70" y="36"/>
                </a:cubicBezTo>
                <a:cubicBezTo>
                  <a:pt x="73" y="36"/>
                  <a:pt x="75" y="36"/>
                  <a:pt x="78" y="36"/>
                </a:cubicBezTo>
                <a:cubicBezTo>
                  <a:pt x="78" y="56"/>
                  <a:pt x="78" y="75"/>
                  <a:pt x="78" y="95"/>
                </a:cubicBezTo>
                <a:cubicBezTo>
                  <a:pt x="77" y="95"/>
                  <a:pt x="76" y="95"/>
                  <a:pt x="74" y="95"/>
                </a:cubicBezTo>
                <a:cubicBezTo>
                  <a:pt x="73" y="95"/>
                  <a:pt x="72" y="95"/>
                  <a:pt x="70" y="95"/>
                </a:cubicBezTo>
                <a:cubicBezTo>
                  <a:pt x="70" y="93"/>
                  <a:pt x="70" y="90"/>
                  <a:pt x="70" y="88"/>
                </a:cubicBezTo>
                <a:cubicBezTo>
                  <a:pt x="69" y="86"/>
                  <a:pt x="69" y="83"/>
                  <a:pt x="68" y="81"/>
                </a:cubicBezTo>
                <a:cubicBezTo>
                  <a:pt x="67" y="75"/>
                  <a:pt x="64" y="72"/>
                  <a:pt x="58" y="71"/>
                </a:cubicBezTo>
                <a:cubicBezTo>
                  <a:pt x="50" y="69"/>
                  <a:pt x="42" y="70"/>
                  <a:pt x="34" y="70"/>
                </a:cubicBezTo>
                <a:cubicBezTo>
                  <a:pt x="33" y="72"/>
                  <a:pt x="33" y="73"/>
                  <a:pt x="33" y="74"/>
                </a:cubicBezTo>
                <a:cubicBezTo>
                  <a:pt x="33" y="88"/>
                  <a:pt x="33" y="102"/>
                  <a:pt x="33" y="115"/>
                </a:cubicBezTo>
                <a:cubicBezTo>
                  <a:pt x="33" y="124"/>
                  <a:pt x="34" y="125"/>
                  <a:pt x="43" y="125"/>
                </a:cubicBezTo>
                <a:cubicBezTo>
                  <a:pt x="52" y="125"/>
                  <a:pt x="60" y="125"/>
                  <a:pt x="69" y="125"/>
                </a:cubicBezTo>
                <a:cubicBezTo>
                  <a:pt x="89" y="125"/>
                  <a:pt x="104" y="115"/>
                  <a:pt x="112" y="97"/>
                </a:cubicBezTo>
                <a:cubicBezTo>
                  <a:pt x="113" y="95"/>
                  <a:pt x="114" y="93"/>
                  <a:pt x="115" y="90"/>
                </a:cubicBezTo>
                <a:cubicBezTo>
                  <a:pt x="118" y="91"/>
                  <a:pt x="121" y="92"/>
                  <a:pt x="124" y="93"/>
                </a:cubicBezTo>
                <a:cubicBezTo>
                  <a:pt x="119" y="108"/>
                  <a:pt x="114" y="121"/>
                  <a:pt x="109" y="135"/>
                </a:cubicBezTo>
                <a:cubicBezTo>
                  <a:pt x="73" y="135"/>
                  <a:pt x="3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6" y="128"/>
                  <a:pt x="8" y="127"/>
                </a:cubicBezTo>
                <a:cubicBezTo>
                  <a:pt x="13" y="126"/>
                  <a:pt x="15" y="125"/>
                  <a:pt x="15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20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7" y="9"/>
                  <a:pt x="6" y="8"/>
                  <a:pt x="4" y="8"/>
                </a:cubicBezTo>
                <a:cubicBezTo>
                  <a:pt x="3" y="8"/>
                  <a:pt x="2" y="8"/>
                  <a:pt x="0" y="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4" name="Freeform 21">
            <a:extLst xmlns:a="http://schemas.openxmlformats.org/drawingml/2006/main">
              <a:ext uri="{FF2B5EF4-FFF2-40B4-BE49-F238E27FC236}">
                <a16:creationId xmlns:a16="http://schemas.microsoft.com/office/drawing/2014/main" id="{E2087702-2498-44D8-8AAF-8D7BEFD76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5152" y="689187"/>
            <a:ext cx="62726" cy="67859"/>
          </a:xfrm>
          <a:custGeom xmlns:a="http://schemas.openxmlformats.org/drawingml/2006/main">
            <a:gdLst>
              <a:gd name="T0" fmla="*/ 33 w 123"/>
              <a:gd name="T1" fmla="*/ 60 h 134"/>
              <a:gd name="T2" fmla="*/ 55 w 123"/>
              <a:gd name="T3" fmla="*/ 59 h 134"/>
              <a:gd name="T4" fmla="*/ 68 w 123"/>
              <a:gd name="T5" fmla="*/ 45 h 134"/>
              <a:gd name="T6" fmla="*/ 70 w 123"/>
              <a:gd name="T7" fmla="*/ 35 h 134"/>
              <a:gd name="T8" fmla="*/ 77 w 123"/>
              <a:gd name="T9" fmla="*/ 35 h 134"/>
              <a:gd name="T10" fmla="*/ 77 w 123"/>
              <a:gd name="T11" fmla="*/ 94 h 134"/>
              <a:gd name="T12" fmla="*/ 75 w 123"/>
              <a:gd name="T13" fmla="*/ 94 h 134"/>
              <a:gd name="T14" fmla="*/ 70 w 123"/>
              <a:gd name="T15" fmla="*/ 94 h 134"/>
              <a:gd name="T16" fmla="*/ 69 w 123"/>
              <a:gd name="T17" fmla="*/ 83 h 134"/>
              <a:gd name="T18" fmla="*/ 54 w 123"/>
              <a:gd name="T19" fmla="*/ 69 h 134"/>
              <a:gd name="T20" fmla="*/ 33 w 123"/>
              <a:gd name="T21" fmla="*/ 69 h 134"/>
              <a:gd name="T22" fmla="*/ 33 w 123"/>
              <a:gd name="T23" fmla="*/ 73 h 134"/>
              <a:gd name="T24" fmla="*/ 33 w 123"/>
              <a:gd name="T25" fmla="*/ 114 h 134"/>
              <a:gd name="T26" fmla="*/ 43 w 123"/>
              <a:gd name="T27" fmla="*/ 124 h 134"/>
              <a:gd name="T28" fmla="*/ 68 w 123"/>
              <a:gd name="T29" fmla="*/ 124 h 134"/>
              <a:gd name="T30" fmla="*/ 112 w 123"/>
              <a:gd name="T31" fmla="*/ 96 h 134"/>
              <a:gd name="T32" fmla="*/ 115 w 123"/>
              <a:gd name="T33" fmla="*/ 90 h 134"/>
              <a:gd name="T34" fmla="*/ 115 w 123"/>
              <a:gd name="T35" fmla="*/ 90 h 134"/>
              <a:gd name="T36" fmla="*/ 123 w 123"/>
              <a:gd name="T37" fmla="*/ 92 h 134"/>
              <a:gd name="T38" fmla="*/ 109 w 123"/>
              <a:gd name="T39" fmla="*/ 134 h 134"/>
              <a:gd name="T40" fmla="*/ 0 w 123"/>
              <a:gd name="T41" fmla="*/ 134 h 134"/>
              <a:gd name="T42" fmla="*/ 0 w 123"/>
              <a:gd name="T43" fmla="*/ 127 h 134"/>
              <a:gd name="T44" fmla="*/ 8 w 123"/>
              <a:gd name="T45" fmla="*/ 126 h 134"/>
              <a:gd name="T46" fmla="*/ 15 w 123"/>
              <a:gd name="T47" fmla="*/ 120 h 134"/>
              <a:gd name="T48" fmla="*/ 16 w 123"/>
              <a:gd name="T49" fmla="*/ 113 h 134"/>
              <a:gd name="T50" fmla="*/ 16 w 123"/>
              <a:gd name="T51" fmla="*/ 20 h 134"/>
              <a:gd name="T52" fmla="*/ 5 w 123"/>
              <a:gd name="T53" fmla="*/ 7 h 134"/>
              <a:gd name="T54" fmla="*/ 0 w 123"/>
              <a:gd name="T55" fmla="*/ 7 h 134"/>
              <a:gd name="T56" fmla="*/ 0 w 123"/>
              <a:gd name="T57" fmla="*/ 0 h 134"/>
              <a:gd name="T58" fmla="*/ 105 w 123"/>
              <a:gd name="T59" fmla="*/ 0 h 134"/>
              <a:gd name="T60" fmla="*/ 117 w 123"/>
              <a:gd name="T61" fmla="*/ 35 h 134"/>
              <a:gd name="T62" fmla="*/ 109 w 123"/>
              <a:gd name="T63" fmla="*/ 38 h 134"/>
              <a:gd name="T64" fmla="*/ 107 w 123"/>
              <a:gd name="T65" fmla="*/ 34 h 134"/>
              <a:gd name="T66" fmla="*/ 105 w 123"/>
              <a:gd name="T67" fmla="*/ 29 h 134"/>
              <a:gd name="T68" fmla="*/ 78 w 123"/>
              <a:gd name="T69" fmla="*/ 11 h 134"/>
              <a:gd name="T70" fmla="*/ 42 w 123"/>
              <a:gd name="T71" fmla="*/ 10 h 134"/>
              <a:gd name="T72" fmla="*/ 33 w 123"/>
              <a:gd name="T73" fmla="*/ 10 h 134"/>
              <a:gd name="T74" fmla="*/ 33 w 123"/>
              <a:gd name="T75" fmla="*/ 60 h 134"/>
            </a:gdLst>
            <a:rect l="0" t="0" r="r" b="b"/>
            <a:pathLst>
              <a:path w="123" h="134">
                <a:moveTo>
                  <a:pt x="33" y="60"/>
                </a:moveTo>
                <a:cubicBezTo>
                  <a:pt x="41" y="60"/>
                  <a:pt x="48" y="61"/>
                  <a:pt x="55" y="59"/>
                </a:cubicBezTo>
                <a:cubicBezTo>
                  <a:pt x="63" y="57"/>
                  <a:pt x="67" y="53"/>
                  <a:pt x="68" y="45"/>
                </a:cubicBezTo>
                <a:cubicBezTo>
                  <a:pt x="69" y="42"/>
                  <a:pt x="69" y="39"/>
                  <a:pt x="70" y="35"/>
                </a:cubicBezTo>
                <a:cubicBezTo>
                  <a:pt x="72" y="35"/>
                  <a:pt x="75" y="35"/>
                  <a:pt x="77" y="35"/>
                </a:cubicBezTo>
                <a:cubicBezTo>
                  <a:pt x="77" y="55"/>
                  <a:pt x="77" y="74"/>
                  <a:pt x="77" y="94"/>
                </a:cubicBezTo>
                <a:cubicBezTo>
                  <a:pt x="76" y="94"/>
                  <a:pt x="75" y="94"/>
                  <a:pt x="75" y="94"/>
                </a:cubicBezTo>
                <a:cubicBezTo>
                  <a:pt x="73" y="94"/>
                  <a:pt x="71" y="94"/>
                  <a:pt x="70" y="94"/>
                </a:cubicBezTo>
                <a:cubicBezTo>
                  <a:pt x="69" y="90"/>
                  <a:pt x="69" y="86"/>
                  <a:pt x="69" y="83"/>
                </a:cubicBezTo>
                <a:cubicBezTo>
                  <a:pt x="67" y="74"/>
                  <a:pt x="63" y="70"/>
                  <a:pt x="54" y="69"/>
                </a:cubicBezTo>
                <a:cubicBezTo>
                  <a:pt x="47" y="69"/>
                  <a:pt x="40" y="69"/>
                  <a:pt x="33" y="69"/>
                </a:cubicBezTo>
                <a:cubicBezTo>
                  <a:pt x="33" y="71"/>
                  <a:pt x="33" y="72"/>
                  <a:pt x="33" y="73"/>
                </a:cubicBezTo>
                <a:cubicBezTo>
                  <a:pt x="33" y="87"/>
                  <a:pt x="33" y="101"/>
                  <a:pt x="33" y="114"/>
                </a:cubicBezTo>
                <a:cubicBezTo>
                  <a:pt x="33" y="123"/>
                  <a:pt x="34" y="124"/>
                  <a:pt x="43" y="124"/>
                </a:cubicBezTo>
                <a:cubicBezTo>
                  <a:pt x="51" y="124"/>
                  <a:pt x="60" y="124"/>
                  <a:pt x="68" y="124"/>
                </a:cubicBezTo>
                <a:cubicBezTo>
                  <a:pt x="89" y="124"/>
                  <a:pt x="103" y="114"/>
                  <a:pt x="112" y="96"/>
                </a:cubicBezTo>
                <a:cubicBezTo>
                  <a:pt x="113" y="94"/>
                  <a:pt x="114" y="92"/>
                  <a:pt x="115" y="90"/>
                </a:cubicBezTo>
                <a:cubicBezTo>
                  <a:pt x="115" y="90"/>
                  <a:pt x="115" y="90"/>
                  <a:pt x="115" y="90"/>
                </a:cubicBezTo>
                <a:cubicBezTo>
                  <a:pt x="118" y="90"/>
                  <a:pt x="120" y="91"/>
                  <a:pt x="123" y="92"/>
                </a:cubicBezTo>
                <a:cubicBezTo>
                  <a:pt x="118" y="107"/>
                  <a:pt x="113" y="120"/>
                  <a:pt x="109" y="134"/>
                </a:cubicBezTo>
                <a:cubicBezTo>
                  <a:pt x="72" y="134"/>
                  <a:pt x="3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6"/>
                  <a:pt x="8" y="126"/>
                </a:cubicBezTo>
                <a:cubicBezTo>
                  <a:pt x="12" y="126"/>
                  <a:pt x="14" y="124"/>
                  <a:pt x="15" y="120"/>
                </a:cubicBezTo>
                <a:cubicBezTo>
                  <a:pt x="15" y="118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0"/>
                  <a:pt x="14" y="8"/>
                  <a:pt x="5" y="7"/>
                </a:cubicBezTo>
                <a:cubicBezTo>
                  <a:pt x="3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34" y="0"/>
                  <a:pt x="69" y="0"/>
                  <a:pt x="105" y="0"/>
                </a:cubicBezTo>
                <a:cubicBezTo>
                  <a:pt x="109" y="11"/>
                  <a:pt x="112" y="22"/>
                  <a:pt x="117" y="35"/>
                </a:cubicBezTo>
                <a:cubicBezTo>
                  <a:pt x="114" y="36"/>
                  <a:pt x="112" y="37"/>
                  <a:pt x="109" y="38"/>
                </a:cubicBezTo>
                <a:cubicBezTo>
                  <a:pt x="108" y="36"/>
                  <a:pt x="108" y="35"/>
                  <a:pt x="107" y="34"/>
                </a:cubicBezTo>
                <a:cubicBezTo>
                  <a:pt x="107" y="32"/>
                  <a:pt x="106" y="31"/>
                  <a:pt x="105" y="29"/>
                </a:cubicBezTo>
                <a:cubicBezTo>
                  <a:pt x="100" y="18"/>
                  <a:pt x="90" y="11"/>
                  <a:pt x="78" y="11"/>
                </a:cubicBezTo>
                <a:cubicBezTo>
                  <a:pt x="66" y="10"/>
                  <a:pt x="54" y="10"/>
                  <a:pt x="42" y="10"/>
                </a:cubicBezTo>
                <a:cubicBezTo>
                  <a:pt x="39" y="10"/>
                  <a:pt x="36" y="10"/>
                  <a:pt x="33" y="10"/>
                </a:cubicBezTo>
                <a:cubicBezTo>
                  <a:pt x="33" y="26"/>
                  <a:pt x="33" y="43"/>
                  <a:pt x="33" y="6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5" name="Freeform 22">
            <a:extLst xmlns:a="http://schemas.openxmlformats.org/drawingml/2006/main">
              <a:ext uri="{FF2B5EF4-FFF2-40B4-BE49-F238E27FC236}">
                <a16:creationId xmlns:a16="http://schemas.microsoft.com/office/drawing/2014/main" id="{5D7C6091-690F-4404-8366-14F3D4C8D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3944" y="689187"/>
            <a:ext cx="63867" cy="67859"/>
          </a:xfrm>
          <a:custGeom xmlns:a="http://schemas.openxmlformats.org/drawingml/2006/main">
            <a:gdLst>
              <a:gd name="T0" fmla="*/ 43 w 126"/>
              <a:gd name="T1" fmla="*/ 134 h 134"/>
              <a:gd name="T2" fmla="*/ 0 w 126"/>
              <a:gd name="T3" fmla="*/ 134 h 134"/>
              <a:gd name="T4" fmla="*/ 0 w 126"/>
              <a:gd name="T5" fmla="*/ 127 h 134"/>
              <a:gd name="T6" fmla="*/ 7 w 126"/>
              <a:gd name="T7" fmla="*/ 126 h 134"/>
              <a:gd name="T8" fmla="*/ 16 w 126"/>
              <a:gd name="T9" fmla="*/ 118 h 134"/>
              <a:gd name="T10" fmla="*/ 16 w 126"/>
              <a:gd name="T11" fmla="*/ 110 h 134"/>
              <a:gd name="T12" fmla="*/ 16 w 126"/>
              <a:gd name="T13" fmla="*/ 18 h 134"/>
              <a:gd name="T14" fmla="*/ 5 w 126"/>
              <a:gd name="T15" fmla="*/ 7 h 134"/>
              <a:gd name="T16" fmla="*/ 0 w 126"/>
              <a:gd name="T17" fmla="*/ 7 h 134"/>
              <a:gd name="T18" fmla="*/ 0 w 126"/>
              <a:gd name="T19" fmla="*/ 0 h 134"/>
              <a:gd name="T20" fmla="*/ 40 w 126"/>
              <a:gd name="T21" fmla="*/ 0 h 134"/>
              <a:gd name="T22" fmla="*/ 98 w 126"/>
              <a:gd name="T23" fmla="*/ 100 h 134"/>
              <a:gd name="T24" fmla="*/ 99 w 126"/>
              <a:gd name="T25" fmla="*/ 96 h 134"/>
              <a:gd name="T26" fmla="*/ 99 w 126"/>
              <a:gd name="T27" fmla="*/ 24 h 134"/>
              <a:gd name="T28" fmla="*/ 98 w 126"/>
              <a:gd name="T29" fmla="*/ 17 h 134"/>
              <a:gd name="T30" fmla="*/ 89 w 126"/>
              <a:gd name="T31" fmla="*/ 7 h 134"/>
              <a:gd name="T32" fmla="*/ 83 w 126"/>
              <a:gd name="T33" fmla="*/ 7 h 134"/>
              <a:gd name="T34" fmla="*/ 83 w 126"/>
              <a:gd name="T35" fmla="*/ 4 h 134"/>
              <a:gd name="T36" fmla="*/ 83 w 126"/>
              <a:gd name="T37" fmla="*/ 0 h 134"/>
              <a:gd name="T38" fmla="*/ 125 w 126"/>
              <a:gd name="T39" fmla="*/ 0 h 134"/>
              <a:gd name="T40" fmla="*/ 126 w 126"/>
              <a:gd name="T41" fmla="*/ 3 h 134"/>
              <a:gd name="T42" fmla="*/ 126 w 126"/>
              <a:gd name="T43" fmla="*/ 7 h 134"/>
              <a:gd name="T44" fmla="*/ 120 w 126"/>
              <a:gd name="T45" fmla="*/ 7 h 134"/>
              <a:gd name="T46" fmla="*/ 110 w 126"/>
              <a:gd name="T47" fmla="*/ 16 h 134"/>
              <a:gd name="T48" fmla="*/ 110 w 126"/>
              <a:gd name="T49" fmla="*/ 26 h 134"/>
              <a:gd name="T50" fmla="*/ 110 w 126"/>
              <a:gd name="T51" fmla="*/ 128 h 134"/>
              <a:gd name="T52" fmla="*/ 110 w 126"/>
              <a:gd name="T53" fmla="*/ 134 h 134"/>
              <a:gd name="T54" fmla="*/ 98 w 126"/>
              <a:gd name="T55" fmla="*/ 134 h 134"/>
              <a:gd name="T56" fmla="*/ 28 w 126"/>
              <a:gd name="T57" fmla="*/ 14 h 134"/>
              <a:gd name="T58" fmla="*/ 28 w 126"/>
              <a:gd name="T59" fmla="*/ 14 h 134"/>
              <a:gd name="T60" fmla="*/ 27 w 126"/>
              <a:gd name="T61" fmla="*/ 17 h 134"/>
              <a:gd name="T62" fmla="*/ 27 w 126"/>
              <a:gd name="T63" fmla="*/ 110 h 134"/>
              <a:gd name="T64" fmla="*/ 28 w 126"/>
              <a:gd name="T65" fmla="*/ 118 h 134"/>
              <a:gd name="T66" fmla="*/ 36 w 126"/>
              <a:gd name="T67" fmla="*/ 126 h 134"/>
              <a:gd name="T68" fmla="*/ 43 w 126"/>
              <a:gd name="T69" fmla="*/ 127 h 134"/>
              <a:gd name="T70" fmla="*/ 43 w 126"/>
              <a:gd name="T71" fmla="*/ 134 h 134"/>
            </a:gdLst>
            <a:rect l="0" t="0" r="r" b="b"/>
            <a:pathLst>
              <a:path w="126" h="134">
                <a:moveTo>
                  <a:pt x="43" y="134"/>
                </a:moveTo>
                <a:cubicBezTo>
                  <a:pt x="29" y="134"/>
                  <a:pt x="14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7"/>
                  <a:pt x="7" y="126"/>
                </a:cubicBezTo>
                <a:cubicBezTo>
                  <a:pt x="13" y="125"/>
                  <a:pt x="15" y="123"/>
                  <a:pt x="16" y="118"/>
                </a:cubicBezTo>
                <a:cubicBezTo>
                  <a:pt x="16" y="115"/>
                  <a:pt x="16" y="113"/>
                  <a:pt x="16" y="110"/>
                </a:cubicBezTo>
                <a:cubicBezTo>
                  <a:pt x="16" y="80"/>
                  <a:pt x="16" y="49"/>
                  <a:pt x="16" y="18"/>
                </a:cubicBezTo>
                <a:cubicBezTo>
                  <a:pt x="16" y="9"/>
                  <a:pt x="14" y="8"/>
                  <a:pt x="5" y="7"/>
                </a:cubicBezTo>
                <a:cubicBezTo>
                  <a:pt x="4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3" y="0"/>
                  <a:pt x="26" y="0"/>
                  <a:pt x="40" y="0"/>
                </a:cubicBezTo>
                <a:cubicBezTo>
                  <a:pt x="59" y="33"/>
                  <a:pt x="78" y="66"/>
                  <a:pt x="98" y="100"/>
                </a:cubicBezTo>
                <a:cubicBezTo>
                  <a:pt x="98" y="98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2"/>
                  <a:pt x="99" y="19"/>
                  <a:pt x="98" y="17"/>
                </a:cubicBezTo>
                <a:cubicBezTo>
                  <a:pt x="97" y="11"/>
                  <a:pt x="95" y="8"/>
                  <a:pt x="89" y="7"/>
                </a:cubicBezTo>
                <a:cubicBezTo>
                  <a:pt x="87" y="7"/>
                  <a:pt x="85" y="7"/>
                  <a:pt x="83" y="7"/>
                </a:cubicBezTo>
                <a:cubicBezTo>
                  <a:pt x="83" y="6"/>
                  <a:pt x="83" y="5"/>
                  <a:pt x="83" y="4"/>
                </a:cubicBezTo>
                <a:cubicBezTo>
                  <a:pt x="83" y="2"/>
                  <a:pt x="83" y="1"/>
                  <a:pt x="83" y="0"/>
                </a:cubicBezTo>
                <a:cubicBezTo>
                  <a:pt x="97" y="0"/>
                  <a:pt x="111" y="0"/>
                  <a:pt x="125" y="0"/>
                </a:cubicBezTo>
                <a:cubicBezTo>
                  <a:pt x="125" y="1"/>
                  <a:pt x="126" y="2"/>
                  <a:pt x="126" y="3"/>
                </a:cubicBezTo>
                <a:cubicBezTo>
                  <a:pt x="126" y="4"/>
                  <a:pt x="126" y="5"/>
                  <a:pt x="126" y="7"/>
                </a:cubicBezTo>
                <a:cubicBezTo>
                  <a:pt x="124" y="7"/>
                  <a:pt x="122" y="7"/>
                  <a:pt x="120" y="7"/>
                </a:cubicBezTo>
                <a:cubicBezTo>
                  <a:pt x="114" y="8"/>
                  <a:pt x="111" y="11"/>
                  <a:pt x="110" y="16"/>
                </a:cubicBezTo>
                <a:cubicBezTo>
                  <a:pt x="110" y="20"/>
                  <a:pt x="110" y="23"/>
                  <a:pt x="110" y="26"/>
                </a:cubicBezTo>
                <a:cubicBezTo>
                  <a:pt x="110" y="60"/>
                  <a:pt x="110" y="94"/>
                  <a:pt x="110" y="128"/>
                </a:cubicBezTo>
                <a:cubicBezTo>
                  <a:pt x="110" y="130"/>
                  <a:pt x="110" y="132"/>
                  <a:pt x="110" y="134"/>
                </a:cubicBezTo>
                <a:cubicBezTo>
                  <a:pt x="106" y="134"/>
                  <a:pt x="102" y="134"/>
                  <a:pt x="98" y="134"/>
                </a:cubicBezTo>
                <a:cubicBezTo>
                  <a:pt x="75" y="94"/>
                  <a:pt x="52" y="54"/>
                  <a:pt x="28" y="14"/>
                </a:cubicBezTo>
                <a:cubicBezTo>
                  <a:pt x="28" y="14"/>
                  <a:pt x="28" y="14"/>
                  <a:pt x="28" y="14"/>
                </a:cubicBezTo>
                <a:cubicBezTo>
                  <a:pt x="27" y="15"/>
                  <a:pt x="27" y="16"/>
                  <a:pt x="27" y="17"/>
                </a:cubicBezTo>
                <a:cubicBezTo>
                  <a:pt x="27" y="48"/>
                  <a:pt x="27" y="79"/>
                  <a:pt x="27" y="110"/>
                </a:cubicBezTo>
                <a:cubicBezTo>
                  <a:pt x="27" y="113"/>
                  <a:pt x="27" y="116"/>
                  <a:pt x="28" y="118"/>
                </a:cubicBezTo>
                <a:cubicBezTo>
                  <a:pt x="29" y="123"/>
                  <a:pt x="31" y="125"/>
                  <a:pt x="36" y="126"/>
                </a:cubicBezTo>
                <a:cubicBezTo>
                  <a:pt x="38" y="126"/>
                  <a:pt x="41" y="127"/>
                  <a:pt x="43" y="127"/>
                </a:cubicBezTo>
                <a:cubicBezTo>
                  <a:pt x="43" y="129"/>
                  <a:pt x="43" y="132"/>
                  <a:pt x="43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6" name="Freeform 23">
            <a:extLst xmlns:a="http://schemas.openxmlformats.org/drawingml/2006/main">
              <a:ext uri="{FF2B5EF4-FFF2-40B4-BE49-F238E27FC236}">
                <a16:creationId xmlns:a16="http://schemas.microsoft.com/office/drawing/2014/main" id="{AA4DE8FF-9BAF-484B-95D0-66D82BAA6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2943" y="686906"/>
            <a:ext cx="70710" cy="72991"/>
          </a:xfrm>
          <a:custGeom xmlns:a="http://schemas.openxmlformats.org/drawingml/2006/main">
            <a:gdLst>
              <a:gd name="T0" fmla="*/ 87 w 139"/>
              <a:gd name="T1" fmla="*/ 79 h 144"/>
              <a:gd name="T2" fmla="*/ 87 w 139"/>
              <a:gd name="T3" fmla="*/ 71 h 144"/>
              <a:gd name="T4" fmla="*/ 139 w 139"/>
              <a:gd name="T5" fmla="*/ 71 h 144"/>
              <a:gd name="T6" fmla="*/ 139 w 139"/>
              <a:gd name="T7" fmla="*/ 79 h 144"/>
              <a:gd name="T8" fmla="*/ 133 w 139"/>
              <a:gd name="T9" fmla="*/ 79 h 144"/>
              <a:gd name="T10" fmla="*/ 124 w 139"/>
              <a:gd name="T11" fmla="*/ 88 h 144"/>
              <a:gd name="T12" fmla="*/ 124 w 139"/>
              <a:gd name="T13" fmla="*/ 95 h 144"/>
              <a:gd name="T14" fmla="*/ 124 w 139"/>
              <a:gd name="T15" fmla="*/ 134 h 144"/>
              <a:gd name="T16" fmla="*/ 124 w 139"/>
              <a:gd name="T17" fmla="*/ 139 h 144"/>
              <a:gd name="T18" fmla="*/ 115 w 139"/>
              <a:gd name="T19" fmla="*/ 139 h 144"/>
              <a:gd name="T20" fmla="*/ 110 w 139"/>
              <a:gd name="T21" fmla="*/ 128 h 144"/>
              <a:gd name="T22" fmla="*/ 105 w 139"/>
              <a:gd name="T23" fmla="*/ 131 h 144"/>
              <a:gd name="T24" fmla="*/ 56 w 139"/>
              <a:gd name="T25" fmla="*/ 141 h 144"/>
              <a:gd name="T26" fmla="*/ 10 w 139"/>
              <a:gd name="T27" fmla="*/ 103 h 144"/>
              <a:gd name="T28" fmla="*/ 15 w 139"/>
              <a:gd name="T29" fmla="*/ 33 h 144"/>
              <a:gd name="T30" fmla="*/ 56 w 139"/>
              <a:gd name="T31" fmla="*/ 3 h 144"/>
              <a:gd name="T32" fmla="*/ 99 w 139"/>
              <a:gd name="T33" fmla="*/ 11 h 144"/>
              <a:gd name="T34" fmla="*/ 102 w 139"/>
              <a:gd name="T35" fmla="*/ 13 h 144"/>
              <a:gd name="T36" fmla="*/ 105 w 139"/>
              <a:gd name="T37" fmla="*/ 5 h 144"/>
              <a:gd name="T38" fmla="*/ 112 w 139"/>
              <a:gd name="T39" fmla="*/ 5 h 144"/>
              <a:gd name="T40" fmla="*/ 122 w 139"/>
              <a:gd name="T41" fmla="*/ 46 h 144"/>
              <a:gd name="T42" fmla="*/ 114 w 139"/>
              <a:gd name="T43" fmla="*/ 49 h 144"/>
              <a:gd name="T44" fmla="*/ 112 w 139"/>
              <a:gd name="T45" fmla="*/ 44 h 144"/>
              <a:gd name="T46" fmla="*/ 100 w 139"/>
              <a:gd name="T47" fmla="*/ 25 h 144"/>
              <a:gd name="T48" fmla="*/ 42 w 139"/>
              <a:gd name="T49" fmla="*/ 23 h 144"/>
              <a:gd name="T50" fmla="*/ 24 w 139"/>
              <a:gd name="T51" fmla="*/ 62 h 144"/>
              <a:gd name="T52" fmla="*/ 34 w 139"/>
              <a:gd name="T53" fmla="*/ 109 h 144"/>
              <a:gd name="T54" fmla="*/ 77 w 139"/>
              <a:gd name="T55" fmla="*/ 131 h 144"/>
              <a:gd name="T56" fmla="*/ 101 w 139"/>
              <a:gd name="T57" fmla="*/ 120 h 144"/>
              <a:gd name="T58" fmla="*/ 106 w 139"/>
              <a:gd name="T59" fmla="*/ 109 h 144"/>
              <a:gd name="T60" fmla="*/ 106 w 139"/>
              <a:gd name="T61" fmla="*/ 90 h 144"/>
              <a:gd name="T62" fmla="*/ 96 w 139"/>
              <a:gd name="T63" fmla="*/ 79 h 144"/>
              <a:gd name="T64" fmla="*/ 87 w 139"/>
              <a:gd name="T65" fmla="*/ 79 h 144"/>
            </a:gdLst>
            <a:rect l="0" t="0" r="r" b="b"/>
            <a:pathLst>
              <a:path w="139" h="144">
                <a:moveTo>
                  <a:pt x="87" y="79"/>
                </a:moveTo>
                <a:cubicBezTo>
                  <a:pt x="87" y="76"/>
                  <a:pt x="87" y="74"/>
                  <a:pt x="87" y="71"/>
                </a:cubicBezTo>
                <a:cubicBezTo>
                  <a:pt x="105" y="71"/>
                  <a:pt x="122" y="71"/>
                  <a:pt x="139" y="71"/>
                </a:cubicBezTo>
                <a:cubicBezTo>
                  <a:pt x="139" y="74"/>
                  <a:pt x="139" y="76"/>
                  <a:pt x="139" y="79"/>
                </a:cubicBezTo>
                <a:cubicBezTo>
                  <a:pt x="137" y="79"/>
                  <a:pt x="135" y="79"/>
                  <a:pt x="133" y="79"/>
                </a:cubicBezTo>
                <a:cubicBezTo>
                  <a:pt x="127" y="79"/>
                  <a:pt x="125" y="81"/>
                  <a:pt x="124" y="88"/>
                </a:cubicBezTo>
                <a:cubicBezTo>
                  <a:pt x="124" y="90"/>
                  <a:pt x="124" y="93"/>
                  <a:pt x="124" y="95"/>
                </a:cubicBezTo>
                <a:cubicBezTo>
                  <a:pt x="124" y="108"/>
                  <a:pt x="124" y="121"/>
                  <a:pt x="124" y="134"/>
                </a:cubicBezTo>
                <a:cubicBezTo>
                  <a:pt x="124" y="135"/>
                  <a:pt x="124" y="137"/>
                  <a:pt x="124" y="139"/>
                </a:cubicBezTo>
                <a:cubicBezTo>
                  <a:pt x="121" y="139"/>
                  <a:pt x="118" y="139"/>
                  <a:pt x="115" y="139"/>
                </a:cubicBezTo>
                <a:cubicBezTo>
                  <a:pt x="113" y="136"/>
                  <a:pt x="112" y="132"/>
                  <a:pt x="110" y="128"/>
                </a:cubicBezTo>
                <a:cubicBezTo>
                  <a:pt x="108" y="129"/>
                  <a:pt x="107" y="130"/>
                  <a:pt x="105" y="131"/>
                </a:cubicBezTo>
                <a:cubicBezTo>
                  <a:pt x="90" y="140"/>
                  <a:pt x="74" y="144"/>
                  <a:pt x="56" y="141"/>
                </a:cubicBezTo>
                <a:cubicBezTo>
                  <a:pt x="34" y="137"/>
                  <a:pt x="18" y="124"/>
                  <a:pt x="10" y="103"/>
                </a:cubicBezTo>
                <a:cubicBezTo>
                  <a:pt x="0" y="79"/>
                  <a:pt x="1" y="55"/>
                  <a:pt x="15" y="33"/>
                </a:cubicBezTo>
                <a:cubicBezTo>
                  <a:pt x="24" y="17"/>
                  <a:pt x="38" y="6"/>
                  <a:pt x="56" y="3"/>
                </a:cubicBezTo>
                <a:cubicBezTo>
                  <a:pt x="71" y="0"/>
                  <a:pt x="86" y="2"/>
                  <a:pt x="99" y="11"/>
                </a:cubicBezTo>
                <a:cubicBezTo>
                  <a:pt x="100" y="12"/>
                  <a:pt x="101" y="12"/>
                  <a:pt x="102" y="13"/>
                </a:cubicBezTo>
                <a:cubicBezTo>
                  <a:pt x="103" y="10"/>
                  <a:pt x="104" y="7"/>
                  <a:pt x="105" y="5"/>
                </a:cubicBezTo>
                <a:cubicBezTo>
                  <a:pt x="107" y="5"/>
                  <a:pt x="109" y="5"/>
                  <a:pt x="112" y="5"/>
                </a:cubicBezTo>
                <a:cubicBezTo>
                  <a:pt x="115" y="18"/>
                  <a:pt x="119" y="32"/>
                  <a:pt x="122" y="46"/>
                </a:cubicBezTo>
                <a:cubicBezTo>
                  <a:pt x="120" y="47"/>
                  <a:pt x="117" y="48"/>
                  <a:pt x="114" y="49"/>
                </a:cubicBezTo>
                <a:cubicBezTo>
                  <a:pt x="114" y="47"/>
                  <a:pt x="113" y="45"/>
                  <a:pt x="112" y="44"/>
                </a:cubicBezTo>
                <a:cubicBezTo>
                  <a:pt x="109" y="37"/>
                  <a:pt x="105" y="30"/>
                  <a:pt x="100" y="25"/>
                </a:cubicBezTo>
                <a:cubicBezTo>
                  <a:pt x="84" y="8"/>
                  <a:pt x="59" y="7"/>
                  <a:pt x="42" y="23"/>
                </a:cubicBezTo>
                <a:cubicBezTo>
                  <a:pt x="31" y="34"/>
                  <a:pt x="25" y="47"/>
                  <a:pt x="24" y="62"/>
                </a:cubicBezTo>
                <a:cubicBezTo>
                  <a:pt x="22" y="79"/>
                  <a:pt x="25" y="95"/>
                  <a:pt x="34" y="109"/>
                </a:cubicBezTo>
                <a:cubicBezTo>
                  <a:pt x="44" y="125"/>
                  <a:pt x="59" y="132"/>
                  <a:pt x="77" y="131"/>
                </a:cubicBezTo>
                <a:cubicBezTo>
                  <a:pt x="86" y="130"/>
                  <a:pt x="94" y="127"/>
                  <a:pt x="101" y="120"/>
                </a:cubicBezTo>
                <a:cubicBezTo>
                  <a:pt x="104" y="117"/>
                  <a:pt x="106" y="114"/>
                  <a:pt x="106" y="109"/>
                </a:cubicBezTo>
                <a:cubicBezTo>
                  <a:pt x="106" y="103"/>
                  <a:pt x="107" y="96"/>
                  <a:pt x="106" y="90"/>
                </a:cubicBezTo>
                <a:cubicBezTo>
                  <a:pt x="106" y="82"/>
                  <a:pt x="104" y="81"/>
                  <a:pt x="96" y="79"/>
                </a:cubicBezTo>
                <a:cubicBezTo>
                  <a:pt x="94" y="79"/>
                  <a:pt x="91" y="79"/>
                  <a:pt x="87" y="79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7" name="Freeform 25">
            <a:extLst xmlns:a="http://schemas.openxmlformats.org/drawingml/2006/main">
              <a:ext uri="{FF2B5EF4-FFF2-40B4-BE49-F238E27FC236}">
                <a16:creationId xmlns:a16="http://schemas.microsoft.com/office/drawing/2014/main" id="{B3128CA7-39FB-43D5-83E2-D191B1418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081" y="688046"/>
            <a:ext cx="57594" cy="70710"/>
          </a:xfrm>
          <a:custGeom xmlns:a="http://schemas.openxmlformats.org/drawingml/2006/main">
            <a:gdLst>
              <a:gd name="T0" fmla="*/ 103 w 113"/>
              <a:gd name="T1" fmla="*/ 44 h 140"/>
              <a:gd name="T2" fmla="*/ 95 w 113"/>
              <a:gd name="T3" fmla="*/ 46 h 140"/>
              <a:gd name="T4" fmla="*/ 92 w 113"/>
              <a:gd name="T5" fmla="*/ 41 h 140"/>
              <a:gd name="T6" fmla="*/ 72 w 113"/>
              <a:gd name="T7" fmla="*/ 18 h 140"/>
              <a:gd name="T8" fmla="*/ 38 w 113"/>
              <a:gd name="T9" fmla="*/ 12 h 140"/>
              <a:gd name="T10" fmla="*/ 25 w 113"/>
              <a:gd name="T11" fmla="*/ 19 h 140"/>
              <a:gd name="T12" fmla="*/ 26 w 113"/>
              <a:gd name="T13" fmla="*/ 44 h 140"/>
              <a:gd name="T14" fmla="*/ 42 w 113"/>
              <a:gd name="T15" fmla="*/ 53 h 140"/>
              <a:gd name="T16" fmla="*/ 70 w 113"/>
              <a:gd name="T17" fmla="*/ 62 h 140"/>
              <a:gd name="T18" fmla="*/ 90 w 113"/>
              <a:gd name="T19" fmla="*/ 70 h 140"/>
              <a:gd name="T20" fmla="*/ 97 w 113"/>
              <a:gd name="T21" fmla="*/ 125 h 140"/>
              <a:gd name="T22" fmla="*/ 56 w 113"/>
              <a:gd name="T23" fmla="*/ 140 h 140"/>
              <a:gd name="T24" fmla="*/ 25 w 113"/>
              <a:gd name="T25" fmla="*/ 128 h 140"/>
              <a:gd name="T26" fmla="*/ 21 w 113"/>
              <a:gd name="T27" fmla="*/ 125 h 140"/>
              <a:gd name="T28" fmla="*/ 16 w 113"/>
              <a:gd name="T29" fmla="*/ 137 h 140"/>
              <a:gd name="T30" fmla="*/ 10 w 113"/>
              <a:gd name="T31" fmla="*/ 137 h 140"/>
              <a:gd name="T32" fmla="*/ 1 w 113"/>
              <a:gd name="T33" fmla="*/ 89 h 140"/>
              <a:gd name="T34" fmla="*/ 10 w 113"/>
              <a:gd name="T35" fmla="*/ 87 h 140"/>
              <a:gd name="T36" fmla="*/ 13 w 113"/>
              <a:gd name="T37" fmla="*/ 95 h 140"/>
              <a:gd name="T38" fmla="*/ 36 w 113"/>
              <a:gd name="T39" fmla="*/ 122 h 140"/>
              <a:gd name="T40" fmla="*/ 69 w 113"/>
              <a:gd name="T41" fmla="*/ 128 h 140"/>
              <a:gd name="T42" fmla="*/ 85 w 113"/>
              <a:gd name="T43" fmla="*/ 119 h 140"/>
              <a:gd name="T44" fmla="*/ 81 w 113"/>
              <a:gd name="T45" fmla="*/ 86 h 140"/>
              <a:gd name="T46" fmla="*/ 63 w 113"/>
              <a:gd name="T47" fmla="*/ 79 h 140"/>
              <a:gd name="T48" fmla="*/ 38 w 113"/>
              <a:gd name="T49" fmla="*/ 71 h 140"/>
              <a:gd name="T50" fmla="*/ 19 w 113"/>
              <a:gd name="T51" fmla="*/ 62 h 140"/>
              <a:gd name="T52" fmla="*/ 15 w 113"/>
              <a:gd name="T53" fmla="*/ 13 h 140"/>
              <a:gd name="T54" fmla="*/ 51 w 113"/>
              <a:gd name="T55" fmla="*/ 0 h 140"/>
              <a:gd name="T56" fmla="*/ 81 w 113"/>
              <a:gd name="T57" fmla="*/ 10 h 140"/>
              <a:gd name="T58" fmla="*/ 82 w 113"/>
              <a:gd name="T59" fmla="*/ 11 h 140"/>
              <a:gd name="T60" fmla="*/ 83 w 113"/>
              <a:gd name="T61" fmla="*/ 11 h 140"/>
              <a:gd name="T62" fmla="*/ 87 w 113"/>
              <a:gd name="T63" fmla="*/ 2 h 140"/>
              <a:gd name="T64" fmla="*/ 93 w 113"/>
              <a:gd name="T65" fmla="*/ 2 h 140"/>
              <a:gd name="T66" fmla="*/ 103 w 113"/>
              <a:gd name="T67" fmla="*/ 44 h 140"/>
            </a:gdLst>
            <a:rect l="0" t="0" r="r" b="b"/>
            <a:pathLst>
              <a:path w="113" h="140">
                <a:moveTo>
                  <a:pt x="103" y="44"/>
                </a:moveTo>
                <a:cubicBezTo>
                  <a:pt x="100" y="45"/>
                  <a:pt x="98" y="45"/>
                  <a:pt x="95" y="46"/>
                </a:cubicBezTo>
                <a:cubicBezTo>
                  <a:pt x="94" y="44"/>
                  <a:pt x="93" y="43"/>
                  <a:pt x="92" y="41"/>
                </a:cubicBezTo>
                <a:cubicBezTo>
                  <a:pt x="87" y="32"/>
                  <a:pt x="81" y="24"/>
                  <a:pt x="72" y="18"/>
                </a:cubicBezTo>
                <a:cubicBezTo>
                  <a:pt x="61" y="11"/>
                  <a:pt x="50" y="9"/>
                  <a:pt x="38" y="12"/>
                </a:cubicBezTo>
                <a:cubicBezTo>
                  <a:pt x="33" y="13"/>
                  <a:pt x="28" y="16"/>
                  <a:pt x="25" y="19"/>
                </a:cubicBezTo>
                <a:cubicBezTo>
                  <a:pt x="18" y="27"/>
                  <a:pt x="19" y="38"/>
                  <a:pt x="26" y="44"/>
                </a:cubicBezTo>
                <a:cubicBezTo>
                  <a:pt x="31" y="49"/>
                  <a:pt x="36" y="51"/>
                  <a:pt x="42" y="53"/>
                </a:cubicBezTo>
                <a:cubicBezTo>
                  <a:pt x="51" y="56"/>
                  <a:pt x="61" y="59"/>
                  <a:pt x="70" y="62"/>
                </a:cubicBezTo>
                <a:cubicBezTo>
                  <a:pt x="77" y="64"/>
                  <a:pt x="84" y="67"/>
                  <a:pt x="90" y="70"/>
                </a:cubicBezTo>
                <a:cubicBezTo>
                  <a:pt x="113" y="83"/>
                  <a:pt x="112" y="111"/>
                  <a:pt x="97" y="125"/>
                </a:cubicBezTo>
                <a:cubicBezTo>
                  <a:pt x="85" y="137"/>
                  <a:pt x="71" y="140"/>
                  <a:pt x="56" y="140"/>
                </a:cubicBezTo>
                <a:cubicBezTo>
                  <a:pt x="44" y="139"/>
                  <a:pt x="34" y="135"/>
                  <a:pt x="25" y="128"/>
                </a:cubicBezTo>
                <a:cubicBezTo>
                  <a:pt x="24" y="127"/>
                  <a:pt x="23" y="126"/>
                  <a:pt x="21" y="125"/>
                </a:cubicBezTo>
                <a:cubicBezTo>
                  <a:pt x="19" y="129"/>
                  <a:pt x="18" y="133"/>
                  <a:pt x="16" y="137"/>
                </a:cubicBezTo>
                <a:cubicBezTo>
                  <a:pt x="14" y="137"/>
                  <a:pt x="12" y="137"/>
                  <a:pt x="10" y="137"/>
                </a:cubicBezTo>
                <a:cubicBezTo>
                  <a:pt x="7" y="121"/>
                  <a:pt x="4" y="105"/>
                  <a:pt x="1" y="89"/>
                </a:cubicBezTo>
                <a:cubicBezTo>
                  <a:pt x="4" y="88"/>
                  <a:pt x="7" y="88"/>
                  <a:pt x="10" y="87"/>
                </a:cubicBezTo>
                <a:cubicBezTo>
                  <a:pt x="11" y="90"/>
                  <a:pt x="12" y="93"/>
                  <a:pt x="13" y="95"/>
                </a:cubicBezTo>
                <a:cubicBezTo>
                  <a:pt x="18" y="106"/>
                  <a:pt x="26" y="116"/>
                  <a:pt x="36" y="122"/>
                </a:cubicBezTo>
                <a:cubicBezTo>
                  <a:pt x="46" y="129"/>
                  <a:pt x="57" y="131"/>
                  <a:pt x="69" y="128"/>
                </a:cubicBezTo>
                <a:cubicBezTo>
                  <a:pt x="75" y="127"/>
                  <a:pt x="80" y="123"/>
                  <a:pt x="85" y="119"/>
                </a:cubicBezTo>
                <a:cubicBezTo>
                  <a:pt x="94" y="110"/>
                  <a:pt x="94" y="93"/>
                  <a:pt x="81" y="86"/>
                </a:cubicBezTo>
                <a:cubicBezTo>
                  <a:pt x="75" y="83"/>
                  <a:pt x="69" y="81"/>
                  <a:pt x="63" y="79"/>
                </a:cubicBezTo>
                <a:cubicBezTo>
                  <a:pt x="55" y="76"/>
                  <a:pt x="46" y="74"/>
                  <a:pt x="38" y="71"/>
                </a:cubicBezTo>
                <a:cubicBezTo>
                  <a:pt x="31" y="69"/>
                  <a:pt x="25" y="66"/>
                  <a:pt x="19" y="62"/>
                </a:cubicBezTo>
                <a:cubicBezTo>
                  <a:pt x="1" y="51"/>
                  <a:pt x="0" y="27"/>
                  <a:pt x="15" y="13"/>
                </a:cubicBezTo>
                <a:cubicBezTo>
                  <a:pt x="25" y="3"/>
                  <a:pt x="37" y="0"/>
                  <a:pt x="51" y="0"/>
                </a:cubicBezTo>
                <a:cubicBezTo>
                  <a:pt x="62" y="0"/>
                  <a:pt x="72" y="3"/>
                  <a:pt x="81" y="10"/>
                </a:cubicBezTo>
                <a:cubicBezTo>
                  <a:pt x="81" y="10"/>
                  <a:pt x="81" y="11"/>
                  <a:pt x="82" y="11"/>
                </a:cubicBezTo>
                <a:cubicBezTo>
                  <a:pt x="82" y="11"/>
                  <a:pt x="82" y="11"/>
                  <a:pt x="83" y="11"/>
                </a:cubicBezTo>
                <a:cubicBezTo>
                  <a:pt x="84" y="8"/>
                  <a:pt x="85" y="5"/>
                  <a:pt x="87" y="2"/>
                </a:cubicBezTo>
                <a:cubicBezTo>
                  <a:pt x="89" y="2"/>
                  <a:pt x="91" y="2"/>
                  <a:pt x="93" y="2"/>
                </a:cubicBezTo>
                <a:cubicBezTo>
                  <a:pt x="96" y="16"/>
                  <a:pt x="100" y="30"/>
                  <a:pt x="103" y="4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8" name="Freeform 27">
            <a:extLst xmlns:a="http://schemas.openxmlformats.org/drawingml/2006/main">
              <a:ext uri="{FF2B5EF4-FFF2-40B4-BE49-F238E27FC236}">
                <a16:creationId xmlns:a16="http://schemas.microsoft.com/office/drawing/2014/main" id="{57F8C624-C321-49D4-AA85-1216FDC86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5846" y="688617"/>
            <a:ext cx="57594" cy="68429"/>
          </a:xfrm>
          <a:custGeom xmlns:a="http://schemas.openxmlformats.org/drawingml/2006/main">
            <a:gdLst>
              <a:gd name="T0" fmla="*/ 33 w 113"/>
              <a:gd name="T1" fmla="*/ 78 h 135"/>
              <a:gd name="T2" fmla="*/ 33 w 113"/>
              <a:gd name="T3" fmla="*/ 82 h 135"/>
              <a:gd name="T4" fmla="*/ 33 w 113"/>
              <a:gd name="T5" fmla="*/ 114 h 135"/>
              <a:gd name="T6" fmla="*/ 33 w 113"/>
              <a:gd name="T7" fmla="*/ 118 h 135"/>
              <a:gd name="T8" fmla="*/ 43 w 113"/>
              <a:gd name="T9" fmla="*/ 128 h 135"/>
              <a:gd name="T10" fmla="*/ 49 w 113"/>
              <a:gd name="T11" fmla="*/ 128 h 135"/>
              <a:gd name="T12" fmla="*/ 49 w 113"/>
              <a:gd name="T13" fmla="*/ 135 h 135"/>
              <a:gd name="T14" fmla="*/ 0 w 113"/>
              <a:gd name="T15" fmla="*/ 135 h 135"/>
              <a:gd name="T16" fmla="*/ 0 w 113"/>
              <a:gd name="T17" fmla="*/ 128 h 135"/>
              <a:gd name="T18" fmla="*/ 8 w 113"/>
              <a:gd name="T19" fmla="*/ 127 h 135"/>
              <a:gd name="T20" fmla="*/ 15 w 113"/>
              <a:gd name="T21" fmla="*/ 120 h 135"/>
              <a:gd name="T22" fmla="*/ 15 w 113"/>
              <a:gd name="T23" fmla="*/ 114 h 135"/>
              <a:gd name="T24" fmla="*/ 15 w 113"/>
              <a:gd name="T25" fmla="*/ 21 h 135"/>
              <a:gd name="T26" fmla="*/ 15 w 113"/>
              <a:gd name="T27" fmla="*/ 14 h 135"/>
              <a:gd name="T28" fmla="*/ 9 w 113"/>
              <a:gd name="T29" fmla="*/ 9 h 135"/>
              <a:gd name="T30" fmla="*/ 0 w 113"/>
              <a:gd name="T31" fmla="*/ 8 h 135"/>
              <a:gd name="T32" fmla="*/ 0 w 113"/>
              <a:gd name="T33" fmla="*/ 1 h 135"/>
              <a:gd name="T34" fmla="*/ 4 w 113"/>
              <a:gd name="T35" fmla="*/ 0 h 135"/>
              <a:gd name="T36" fmla="*/ 56 w 113"/>
              <a:gd name="T37" fmla="*/ 0 h 135"/>
              <a:gd name="T38" fmla="*/ 73 w 113"/>
              <a:gd name="T39" fmla="*/ 1 h 135"/>
              <a:gd name="T40" fmla="*/ 106 w 113"/>
              <a:gd name="T41" fmla="*/ 50 h 135"/>
              <a:gd name="T42" fmla="*/ 78 w 113"/>
              <a:gd name="T43" fmla="*/ 76 h 135"/>
              <a:gd name="T44" fmla="*/ 55 w 113"/>
              <a:gd name="T45" fmla="*/ 78 h 135"/>
              <a:gd name="T46" fmla="*/ 33 w 113"/>
              <a:gd name="T47" fmla="*/ 78 h 135"/>
              <a:gd name="T48" fmla="*/ 33 w 113"/>
              <a:gd name="T49" fmla="*/ 68 h 135"/>
              <a:gd name="T50" fmla="*/ 67 w 113"/>
              <a:gd name="T51" fmla="*/ 67 h 135"/>
              <a:gd name="T52" fmla="*/ 85 w 113"/>
              <a:gd name="T53" fmla="*/ 52 h 135"/>
              <a:gd name="T54" fmla="*/ 87 w 113"/>
              <a:gd name="T55" fmla="*/ 29 h 135"/>
              <a:gd name="T56" fmla="*/ 66 w 113"/>
              <a:gd name="T57" fmla="*/ 11 h 135"/>
              <a:gd name="T58" fmla="*/ 34 w 113"/>
              <a:gd name="T59" fmla="*/ 11 h 135"/>
              <a:gd name="T60" fmla="*/ 33 w 113"/>
              <a:gd name="T61" fmla="*/ 11 h 135"/>
              <a:gd name="T62" fmla="*/ 33 w 113"/>
              <a:gd name="T63" fmla="*/ 68 h 135"/>
            </a:gdLst>
            <a:rect l="0" t="0" r="r" b="b"/>
            <a:pathLst>
              <a:path w="113" h="135">
                <a:moveTo>
                  <a:pt x="33" y="78"/>
                </a:moveTo>
                <a:cubicBezTo>
                  <a:pt x="33" y="80"/>
                  <a:pt x="33" y="81"/>
                  <a:pt x="33" y="82"/>
                </a:cubicBezTo>
                <a:cubicBezTo>
                  <a:pt x="33" y="93"/>
                  <a:pt x="33" y="103"/>
                  <a:pt x="33" y="114"/>
                </a:cubicBezTo>
                <a:cubicBezTo>
                  <a:pt x="33" y="115"/>
                  <a:pt x="33" y="117"/>
                  <a:pt x="33" y="118"/>
                </a:cubicBezTo>
                <a:cubicBezTo>
                  <a:pt x="34" y="125"/>
                  <a:pt x="35" y="127"/>
                  <a:pt x="43" y="128"/>
                </a:cubicBezTo>
                <a:cubicBezTo>
                  <a:pt x="45" y="128"/>
                  <a:pt x="47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6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8" y="127"/>
                </a:cubicBezTo>
                <a:cubicBezTo>
                  <a:pt x="13" y="126"/>
                  <a:pt x="14" y="125"/>
                  <a:pt x="15" y="120"/>
                </a:cubicBezTo>
                <a:cubicBezTo>
                  <a:pt x="15" y="118"/>
                  <a:pt x="15" y="116"/>
                  <a:pt x="15" y="114"/>
                </a:cubicBezTo>
                <a:cubicBezTo>
                  <a:pt x="16" y="83"/>
                  <a:pt x="16" y="52"/>
                  <a:pt x="15" y="21"/>
                </a:cubicBezTo>
                <a:cubicBezTo>
                  <a:pt x="15" y="19"/>
                  <a:pt x="15" y="16"/>
                  <a:pt x="15" y="14"/>
                </a:cubicBezTo>
                <a:cubicBezTo>
                  <a:pt x="14" y="11"/>
                  <a:pt x="12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1" y="0"/>
                  <a:pt x="3" y="0"/>
                  <a:pt x="4" y="0"/>
                </a:cubicBezTo>
                <a:cubicBezTo>
                  <a:pt x="21" y="0"/>
                  <a:pt x="39" y="0"/>
                  <a:pt x="56" y="0"/>
                </a:cubicBezTo>
                <a:cubicBezTo>
                  <a:pt x="62" y="0"/>
                  <a:pt x="68" y="1"/>
                  <a:pt x="73" y="1"/>
                </a:cubicBezTo>
                <a:cubicBezTo>
                  <a:pt x="98" y="4"/>
                  <a:pt x="113" y="26"/>
                  <a:pt x="106" y="50"/>
                </a:cubicBezTo>
                <a:cubicBezTo>
                  <a:pt x="102" y="64"/>
                  <a:pt x="93" y="73"/>
                  <a:pt x="78" y="76"/>
                </a:cubicBezTo>
                <a:cubicBezTo>
                  <a:pt x="70" y="77"/>
                  <a:pt x="63" y="77"/>
                  <a:pt x="55" y="78"/>
                </a:cubicBezTo>
                <a:cubicBezTo>
                  <a:pt x="48" y="78"/>
                  <a:pt x="41" y="78"/>
                  <a:pt x="33" y="78"/>
                </a:cubicBezTo>
                <a:close/>
                <a:moveTo>
                  <a:pt x="33" y="68"/>
                </a:moveTo>
                <a:cubicBezTo>
                  <a:pt x="45" y="67"/>
                  <a:pt x="56" y="68"/>
                  <a:pt x="67" y="67"/>
                </a:cubicBezTo>
                <a:cubicBezTo>
                  <a:pt x="76" y="66"/>
                  <a:pt x="82" y="60"/>
                  <a:pt x="85" y="52"/>
                </a:cubicBezTo>
                <a:cubicBezTo>
                  <a:pt x="89" y="45"/>
                  <a:pt x="89" y="37"/>
                  <a:pt x="87" y="29"/>
                </a:cubicBezTo>
                <a:cubicBezTo>
                  <a:pt x="84" y="19"/>
                  <a:pt x="78" y="12"/>
                  <a:pt x="66" y="11"/>
                </a:cubicBezTo>
                <a:cubicBezTo>
                  <a:pt x="56" y="11"/>
                  <a:pt x="45" y="11"/>
                  <a:pt x="34" y="11"/>
                </a:cubicBezTo>
                <a:cubicBezTo>
                  <a:pt x="34" y="11"/>
                  <a:pt x="34" y="11"/>
                  <a:pt x="33" y="11"/>
                </a:cubicBezTo>
                <a:cubicBezTo>
                  <a:pt x="33" y="30"/>
                  <a:pt x="33" y="48"/>
                  <a:pt x="33" y="6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54B0B9B1-5ECA-4390-BE8A-D5BFC8D64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5017" y="689187"/>
            <a:ext cx="67859" cy="70140"/>
          </a:xfrm>
          <a:custGeom xmlns:a="http://schemas.openxmlformats.org/drawingml/2006/main">
            <a:gdLst>
              <a:gd name="T0" fmla="*/ 49 w 133"/>
              <a:gd name="T1" fmla="*/ 0 h 138"/>
              <a:gd name="T2" fmla="*/ 49 w 133"/>
              <a:gd name="T3" fmla="*/ 7 h 138"/>
              <a:gd name="T4" fmla="*/ 41 w 133"/>
              <a:gd name="T5" fmla="*/ 8 h 138"/>
              <a:gd name="T6" fmla="*/ 34 w 133"/>
              <a:gd name="T7" fmla="*/ 15 h 138"/>
              <a:gd name="T8" fmla="*/ 33 w 133"/>
              <a:gd name="T9" fmla="*/ 23 h 138"/>
              <a:gd name="T10" fmla="*/ 33 w 133"/>
              <a:gd name="T11" fmla="*/ 83 h 138"/>
              <a:gd name="T12" fmla="*/ 34 w 133"/>
              <a:gd name="T13" fmla="*/ 96 h 138"/>
              <a:gd name="T14" fmla="*/ 60 w 133"/>
              <a:gd name="T15" fmla="*/ 124 h 138"/>
              <a:gd name="T16" fmla="*/ 100 w 133"/>
              <a:gd name="T17" fmla="*/ 110 h 138"/>
              <a:gd name="T18" fmla="*/ 106 w 133"/>
              <a:gd name="T19" fmla="*/ 94 h 138"/>
              <a:gd name="T20" fmla="*/ 107 w 133"/>
              <a:gd name="T21" fmla="*/ 80 h 138"/>
              <a:gd name="T22" fmla="*/ 107 w 133"/>
              <a:gd name="T23" fmla="*/ 24 h 138"/>
              <a:gd name="T24" fmla="*/ 106 w 133"/>
              <a:gd name="T25" fmla="*/ 15 h 138"/>
              <a:gd name="T26" fmla="*/ 97 w 133"/>
              <a:gd name="T27" fmla="*/ 8 h 138"/>
              <a:gd name="T28" fmla="*/ 91 w 133"/>
              <a:gd name="T29" fmla="*/ 7 h 138"/>
              <a:gd name="T30" fmla="*/ 91 w 133"/>
              <a:gd name="T31" fmla="*/ 0 h 138"/>
              <a:gd name="T32" fmla="*/ 133 w 133"/>
              <a:gd name="T33" fmla="*/ 0 h 138"/>
              <a:gd name="T34" fmla="*/ 133 w 133"/>
              <a:gd name="T35" fmla="*/ 7 h 138"/>
              <a:gd name="T36" fmla="*/ 126 w 133"/>
              <a:gd name="T37" fmla="*/ 8 h 138"/>
              <a:gd name="T38" fmla="*/ 118 w 133"/>
              <a:gd name="T39" fmla="*/ 15 h 138"/>
              <a:gd name="T40" fmla="*/ 118 w 133"/>
              <a:gd name="T41" fmla="*/ 25 h 138"/>
              <a:gd name="T42" fmla="*/ 117 w 133"/>
              <a:gd name="T43" fmla="*/ 88 h 138"/>
              <a:gd name="T44" fmla="*/ 114 w 133"/>
              <a:gd name="T45" fmla="*/ 105 h 138"/>
              <a:gd name="T46" fmla="*/ 74 w 133"/>
              <a:gd name="T47" fmla="*/ 136 h 138"/>
              <a:gd name="T48" fmla="*/ 35 w 133"/>
              <a:gd name="T49" fmla="*/ 127 h 138"/>
              <a:gd name="T50" fmla="*/ 17 w 133"/>
              <a:gd name="T51" fmla="*/ 96 h 138"/>
              <a:gd name="T52" fmla="*/ 16 w 133"/>
              <a:gd name="T53" fmla="*/ 83 h 138"/>
              <a:gd name="T54" fmla="*/ 16 w 133"/>
              <a:gd name="T55" fmla="*/ 25 h 138"/>
              <a:gd name="T56" fmla="*/ 16 w 133"/>
              <a:gd name="T57" fmla="*/ 15 h 138"/>
              <a:gd name="T58" fmla="*/ 8 w 133"/>
              <a:gd name="T59" fmla="*/ 8 h 138"/>
              <a:gd name="T60" fmla="*/ 0 w 133"/>
              <a:gd name="T61" fmla="*/ 7 h 138"/>
              <a:gd name="T62" fmla="*/ 0 w 133"/>
              <a:gd name="T63" fmla="*/ 0 h 138"/>
              <a:gd name="T64" fmla="*/ 49 w 133"/>
              <a:gd name="T65" fmla="*/ 0 h 138"/>
            </a:gdLst>
            <a:rect l="0" t="0" r="r" b="b"/>
            <a:pathLst>
              <a:path w="133" h="138">
                <a:moveTo>
                  <a:pt x="49" y="0"/>
                </a:move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1" y="8"/>
                </a:cubicBezTo>
                <a:cubicBezTo>
                  <a:pt x="36" y="8"/>
                  <a:pt x="34" y="10"/>
                  <a:pt x="34" y="15"/>
                </a:cubicBezTo>
                <a:cubicBezTo>
                  <a:pt x="33" y="17"/>
                  <a:pt x="33" y="20"/>
                  <a:pt x="33" y="23"/>
                </a:cubicBezTo>
                <a:cubicBezTo>
                  <a:pt x="33" y="43"/>
                  <a:pt x="33" y="63"/>
                  <a:pt x="33" y="83"/>
                </a:cubicBezTo>
                <a:cubicBezTo>
                  <a:pt x="33" y="87"/>
                  <a:pt x="33" y="92"/>
                  <a:pt x="34" y="96"/>
                </a:cubicBezTo>
                <a:cubicBezTo>
                  <a:pt x="36" y="112"/>
                  <a:pt x="46" y="120"/>
                  <a:pt x="60" y="124"/>
                </a:cubicBezTo>
                <a:cubicBezTo>
                  <a:pt x="76" y="128"/>
                  <a:pt x="89" y="123"/>
                  <a:pt x="100" y="110"/>
                </a:cubicBezTo>
                <a:cubicBezTo>
                  <a:pt x="104" y="106"/>
                  <a:pt x="105" y="100"/>
                  <a:pt x="106" y="94"/>
                </a:cubicBezTo>
                <a:cubicBezTo>
                  <a:pt x="106" y="90"/>
                  <a:pt x="106" y="85"/>
                  <a:pt x="107" y="80"/>
                </a:cubicBezTo>
                <a:cubicBezTo>
                  <a:pt x="107" y="62"/>
                  <a:pt x="107" y="43"/>
                  <a:pt x="107" y="24"/>
                </a:cubicBezTo>
                <a:cubicBezTo>
                  <a:pt x="107" y="21"/>
                  <a:pt x="106" y="18"/>
                  <a:pt x="106" y="15"/>
                </a:cubicBezTo>
                <a:cubicBezTo>
                  <a:pt x="105" y="10"/>
                  <a:pt x="103" y="8"/>
                  <a:pt x="97" y="8"/>
                </a:cubicBezTo>
                <a:cubicBezTo>
                  <a:pt x="95" y="7"/>
                  <a:pt x="93" y="7"/>
                  <a:pt x="91" y="7"/>
                </a:cubicBezTo>
                <a:cubicBezTo>
                  <a:pt x="91" y="4"/>
                  <a:pt x="91" y="2"/>
                  <a:pt x="91" y="0"/>
                </a:cubicBezTo>
                <a:cubicBezTo>
                  <a:pt x="105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1" y="7"/>
                  <a:pt x="128" y="7"/>
                  <a:pt x="126" y="8"/>
                </a:cubicBezTo>
                <a:cubicBezTo>
                  <a:pt x="121" y="8"/>
                  <a:pt x="119" y="11"/>
                  <a:pt x="118" y="15"/>
                </a:cubicBezTo>
                <a:cubicBezTo>
                  <a:pt x="118" y="18"/>
                  <a:pt x="118" y="22"/>
                  <a:pt x="118" y="25"/>
                </a:cubicBezTo>
                <a:cubicBezTo>
                  <a:pt x="117" y="46"/>
                  <a:pt x="118" y="67"/>
                  <a:pt x="117" y="88"/>
                </a:cubicBezTo>
                <a:cubicBezTo>
                  <a:pt x="117" y="94"/>
                  <a:pt x="116" y="99"/>
                  <a:pt x="114" y="105"/>
                </a:cubicBezTo>
                <a:cubicBezTo>
                  <a:pt x="108" y="124"/>
                  <a:pt x="94" y="134"/>
                  <a:pt x="74" y="136"/>
                </a:cubicBezTo>
                <a:cubicBezTo>
                  <a:pt x="60" y="138"/>
                  <a:pt x="47" y="135"/>
                  <a:pt x="35" y="127"/>
                </a:cubicBezTo>
                <a:cubicBezTo>
                  <a:pt x="24" y="120"/>
                  <a:pt x="18" y="109"/>
                  <a:pt x="17" y="96"/>
                </a:cubicBezTo>
                <a:cubicBezTo>
                  <a:pt x="16" y="92"/>
                  <a:pt x="16" y="87"/>
                  <a:pt x="16" y="83"/>
                </a:cubicBezTo>
                <a:cubicBezTo>
                  <a:pt x="16" y="64"/>
                  <a:pt x="16" y="45"/>
                  <a:pt x="16" y="25"/>
                </a:cubicBezTo>
                <a:cubicBezTo>
                  <a:pt x="16" y="22"/>
                  <a:pt x="16" y="18"/>
                  <a:pt x="16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5D26F7B5-4AD9-4B54-8B27-435C573B0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371" y="689187"/>
            <a:ext cx="67288" cy="69569"/>
          </a:xfrm>
          <a:custGeom xmlns:a="http://schemas.openxmlformats.org/drawingml/2006/main">
            <a:gdLst>
              <a:gd name="T0" fmla="*/ 73 w 133"/>
              <a:gd name="T1" fmla="*/ 137 h 137"/>
              <a:gd name="T2" fmla="*/ 64 w 133"/>
              <a:gd name="T3" fmla="*/ 137 h 137"/>
              <a:gd name="T4" fmla="*/ 58 w 133"/>
              <a:gd name="T5" fmla="*/ 133 h 137"/>
              <a:gd name="T6" fmla="*/ 39 w 133"/>
              <a:gd name="T7" fmla="*/ 80 h 137"/>
              <a:gd name="T8" fmla="*/ 17 w 133"/>
              <a:gd name="T9" fmla="*/ 23 h 137"/>
              <a:gd name="T10" fmla="*/ 13 w 133"/>
              <a:gd name="T11" fmla="*/ 14 h 137"/>
              <a:gd name="T12" fmla="*/ 4 w 133"/>
              <a:gd name="T13" fmla="*/ 7 h 137"/>
              <a:gd name="T14" fmla="*/ 0 w 133"/>
              <a:gd name="T15" fmla="*/ 7 h 137"/>
              <a:gd name="T16" fmla="*/ 0 w 133"/>
              <a:gd name="T17" fmla="*/ 0 h 137"/>
              <a:gd name="T18" fmla="*/ 47 w 133"/>
              <a:gd name="T19" fmla="*/ 0 h 137"/>
              <a:gd name="T20" fmla="*/ 47 w 133"/>
              <a:gd name="T21" fmla="*/ 7 h 137"/>
              <a:gd name="T22" fmla="*/ 39 w 133"/>
              <a:gd name="T23" fmla="*/ 8 h 137"/>
              <a:gd name="T24" fmla="*/ 34 w 133"/>
              <a:gd name="T25" fmla="*/ 15 h 137"/>
              <a:gd name="T26" fmla="*/ 35 w 133"/>
              <a:gd name="T27" fmla="*/ 20 h 137"/>
              <a:gd name="T28" fmla="*/ 68 w 133"/>
              <a:gd name="T29" fmla="*/ 112 h 137"/>
              <a:gd name="T30" fmla="*/ 70 w 133"/>
              <a:gd name="T31" fmla="*/ 116 h 137"/>
              <a:gd name="T32" fmla="*/ 72 w 133"/>
              <a:gd name="T33" fmla="*/ 113 h 137"/>
              <a:gd name="T34" fmla="*/ 106 w 133"/>
              <a:gd name="T35" fmla="*/ 18 h 137"/>
              <a:gd name="T36" fmla="*/ 106 w 133"/>
              <a:gd name="T37" fmla="*/ 16 h 137"/>
              <a:gd name="T38" fmla="*/ 101 w 133"/>
              <a:gd name="T39" fmla="*/ 7 h 137"/>
              <a:gd name="T40" fmla="*/ 94 w 133"/>
              <a:gd name="T41" fmla="*/ 7 h 137"/>
              <a:gd name="T42" fmla="*/ 94 w 133"/>
              <a:gd name="T43" fmla="*/ 0 h 137"/>
              <a:gd name="T44" fmla="*/ 133 w 133"/>
              <a:gd name="T45" fmla="*/ 0 h 137"/>
              <a:gd name="T46" fmla="*/ 133 w 133"/>
              <a:gd name="T47" fmla="*/ 7 h 137"/>
              <a:gd name="T48" fmla="*/ 130 w 133"/>
              <a:gd name="T49" fmla="*/ 7 h 137"/>
              <a:gd name="T50" fmla="*/ 119 w 133"/>
              <a:gd name="T51" fmla="*/ 16 h 137"/>
              <a:gd name="T52" fmla="*/ 110 w 133"/>
              <a:gd name="T53" fmla="*/ 38 h 137"/>
              <a:gd name="T54" fmla="*/ 74 w 133"/>
              <a:gd name="T55" fmla="*/ 133 h 137"/>
              <a:gd name="T56" fmla="*/ 73 w 133"/>
              <a:gd name="T57" fmla="*/ 137 h 137"/>
            </a:gdLst>
            <a:rect l="0" t="0" r="r" b="b"/>
            <a:pathLst>
              <a:path w="133" h="137">
                <a:moveTo>
                  <a:pt x="73" y="137"/>
                </a:moveTo>
                <a:cubicBezTo>
                  <a:pt x="69" y="137"/>
                  <a:pt x="66" y="137"/>
                  <a:pt x="64" y="137"/>
                </a:cubicBezTo>
                <a:cubicBezTo>
                  <a:pt x="61" y="137"/>
                  <a:pt x="59" y="136"/>
                  <a:pt x="58" y="133"/>
                </a:cubicBezTo>
                <a:cubicBezTo>
                  <a:pt x="52" y="115"/>
                  <a:pt x="45" y="98"/>
                  <a:pt x="39" y="80"/>
                </a:cubicBezTo>
                <a:cubicBezTo>
                  <a:pt x="31" y="61"/>
                  <a:pt x="24" y="42"/>
                  <a:pt x="17" y="23"/>
                </a:cubicBezTo>
                <a:cubicBezTo>
                  <a:pt x="16" y="20"/>
                  <a:pt x="15" y="17"/>
                  <a:pt x="13" y="14"/>
                </a:cubicBezTo>
                <a:cubicBezTo>
                  <a:pt x="11" y="10"/>
                  <a:pt x="8" y="8"/>
                  <a:pt x="4" y="7"/>
                </a:cubicBezTo>
                <a:cubicBezTo>
                  <a:pt x="3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7" y="0"/>
                </a:cubicBezTo>
                <a:cubicBezTo>
                  <a:pt x="47" y="2"/>
                  <a:pt x="47" y="4"/>
                  <a:pt x="47" y="7"/>
                </a:cubicBezTo>
                <a:cubicBezTo>
                  <a:pt x="44" y="7"/>
                  <a:pt x="42" y="7"/>
                  <a:pt x="39" y="8"/>
                </a:cubicBezTo>
                <a:cubicBezTo>
                  <a:pt x="34" y="8"/>
                  <a:pt x="33" y="10"/>
                  <a:pt x="34" y="15"/>
                </a:cubicBezTo>
                <a:cubicBezTo>
                  <a:pt x="34" y="17"/>
                  <a:pt x="35" y="19"/>
                  <a:pt x="35" y="20"/>
                </a:cubicBezTo>
                <a:cubicBezTo>
                  <a:pt x="46" y="51"/>
                  <a:pt x="57" y="81"/>
                  <a:pt x="68" y="112"/>
                </a:cubicBezTo>
                <a:cubicBezTo>
                  <a:pt x="69" y="113"/>
                  <a:pt x="69" y="114"/>
                  <a:pt x="70" y="116"/>
                </a:cubicBezTo>
                <a:cubicBezTo>
                  <a:pt x="71" y="114"/>
                  <a:pt x="71" y="113"/>
                  <a:pt x="72" y="113"/>
                </a:cubicBezTo>
                <a:cubicBezTo>
                  <a:pt x="83" y="81"/>
                  <a:pt x="94" y="50"/>
                  <a:pt x="106" y="18"/>
                </a:cubicBezTo>
                <a:cubicBezTo>
                  <a:pt x="106" y="17"/>
                  <a:pt x="106" y="17"/>
                  <a:pt x="106" y="16"/>
                </a:cubicBezTo>
                <a:cubicBezTo>
                  <a:pt x="107" y="10"/>
                  <a:pt x="106" y="8"/>
                  <a:pt x="101" y="7"/>
                </a:cubicBezTo>
                <a:cubicBezTo>
                  <a:pt x="98" y="7"/>
                  <a:pt x="96" y="7"/>
                  <a:pt x="94" y="7"/>
                </a:cubicBezTo>
                <a:cubicBezTo>
                  <a:pt x="94" y="4"/>
                  <a:pt x="94" y="2"/>
                  <a:pt x="94" y="0"/>
                </a:cubicBezTo>
                <a:cubicBezTo>
                  <a:pt x="106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2" y="7"/>
                  <a:pt x="131" y="7"/>
                  <a:pt x="130" y="7"/>
                </a:cubicBezTo>
                <a:cubicBezTo>
                  <a:pt x="124" y="8"/>
                  <a:pt x="121" y="11"/>
                  <a:pt x="119" y="16"/>
                </a:cubicBezTo>
                <a:cubicBezTo>
                  <a:pt x="116" y="24"/>
                  <a:pt x="113" y="31"/>
                  <a:pt x="110" y="38"/>
                </a:cubicBezTo>
                <a:cubicBezTo>
                  <a:pt x="98" y="70"/>
                  <a:pt x="86" y="101"/>
                  <a:pt x="74" y="133"/>
                </a:cubicBezTo>
                <a:cubicBezTo>
                  <a:pt x="74" y="134"/>
                  <a:pt x="73" y="135"/>
                  <a:pt x="73" y="13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59E1A314-C61C-40AB-8E32-0079E59E4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6484" y="689187"/>
            <a:ext cx="61016" cy="68429"/>
          </a:xfrm>
          <a:custGeom xmlns:a="http://schemas.openxmlformats.org/drawingml/2006/main">
            <a:gdLst>
              <a:gd name="T0" fmla="*/ 85 w 120"/>
              <a:gd name="T1" fmla="*/ 127 h 135"/>
              <a:gd name="T2" fmla="*/ 85 w 120"/>
              <a:gd name="T3" fmla="*/ 134 h 135"/>
              <a:gd name="T4" fmla="*/ 35 w 120"/>
              <a:gd name="T5" fmla="*/ 134 h 135"/>
              <a:gd name="T6" fmla="*/ 35 w 120"/>
              <a:gd name="T7" fmla="*/ 127 h 135"/>
              <a:gd name="T8" fmla="*/ 44 w 120"/>
              <a:gd name="T9" fmla="*/ 126 h 135"/>
              <a:gd name="T10" fmla="*/ 50 w 120"/>
              <a:gd name="T11" fmla="*/ 120 h 135"/>
              <a:gd name="T12" fmla="*/ 51 w 120"/>
              <a:gd name="T13" fmla="*/ 113 h 135"/>
              <a:gd name="T14" fmla="*/ 51 w 120"/>
              <a:gd name="T15" fmla="*/ 85 h 135"/>
              <a:gd name="T16" fmla="*/ 50 w 120"/>
              <a:gd name="T17" fmla="*/ 79 h 135"/>
              <a:gd name="T18" fmla="*/ 17 w 120"/>
              <a:gd name="T19" fmla="*/ 19 h 135"/>
              <a:gd name="T20" fmla="*/ 15 w 120"/>
              <a:gd name="T21" fmla="*/ 15 h 135"/>
              <a:gd name="T22" fmla="*/ 3 w 120"/>
              <a:gd name="T23" fmla="*/ 7 h 135"/>
              <a:gd name="T24" fmla="*/ 0 w 120"/>
              <a:gd name="T25" fmla="*/ 7 h 135"/>
              <a:gd name="T26" fmla="*/ 0 w 120"/>
              <a:gd name="T27" fmla="*/ 0 h 135"/>
              <a:gd name="T28" fmla="*/ 48 w 120"/>
              <a:gd name="T29" fmla="*/ 0 h 135"/>
              <a:gd name="T30" fmla="*/ 48 w 120"/>
              <a:gd name="T31" fmla="*/ 7 h 135"/>
              <a:gd name="T32" fmla="*/ 40 w 120"/>
              <a:gd name="T33" fmla="*/ 7 h 135"/>
              <a:gd name="T34" fmla="*/ 36 w 120"/>
              <a:gd name="T35" fmla="*/ 14 h 135"/>
              <a:gd name="T36" fmla="*/ 37 w 120"/>
              <a:gd name="T37" fmla="*/ 18 h 135"/>
              <a:gd name="T38" fmla="*/ 61 w 120"/>
              <a:gd name="T39" fmla="*/ 64 h 135"/>
              <a:gd name="T40" fmla="*/ 63 w 120"/>
              <a:gd name="T41" fmla="*/ 68 h 135"/>
              <a:gd name="T42" fmla="*/ 66 w 120"/>
              <a:gd name="T43" fmla="*/ 64 h 135"/>
              <a:gd name="T44" fmla="*/ 91 w 120"/>
              <a:gd name="T45" fmla="*/ 18 h 135"/>
              <a:gd name="T46" fmla="*/ 93 w 120"/>
              <a:gd name="T47" fmla="*/ 12 h 135"/>
              <a:gd name="T48" fmla="*/ 90 w 120"/>
              <a:gd name="T49" fmla="*/ 8 h 135"/>
              <a:gd name="T50" fmla="*/ 81 w 120"/>
              <a:gd name="T51" fmla="*/ 7 h 135"/>
              <a:gd name="T52" fmla="*/ 81 w 120"/>
              <a:gd name="T53" fmla="*/ 0 h 135"/>
              <a:gd name="T54" fmla="*/ 120 w 120"/>
              <a:gd name="T55" fmla="*/ 0 h 135"/>
              <a:gd name="T56" fmla="*/ 120 w 120"/>
              <a:gd name="T57" fmla="*/ 7 h 135"/>
              <a:gd name="T58" fmla="*/ 115 w 120"/>
              <a:gd name="T59" fmla="*/ 8 h 135"/>
              <a:gd name="T60" fmla="*/ 108 w 120"/>
              <a:gd name="T61" fmla="*/ 12 h 135"/>
              <a:gd name="T62" fmla="*/ 103 w 120"/>
              <a:gd name="T63" fmla="*/ 19 h 135"/>
              <a:gd name="T64" fmla="*/ 71 w 120"/>
              <a:gd name="T65" fmla="*/ 75 h 135"/>
              <a:gd name="T66" fmla="*/ 69 w 120"/>
              <a:gd name="T67" fmla="*/ 82 h 135"/>
              <a:gd name="T68" fmla="*/ 69 w 120"/>
              <a:gd name="T69" fmla="*/ 111 h 135"/>
              <a:gd name="T70" fmla="*/ 69 w 120"/>
              <a:gd name="T71" fmla="*/ 118 h 135"/>
              <a:gd name="T72" fmla="*/ 77 w 120"/>
              <a:gd name="T73" fmla="*/ 126 h 135"/>
              <a:gd name="T74" fmla="*/ 85 w 120"/>
              <a:gd name="T75" fmla="*/ 127 h 135"/>
            </a:gdLst>
            <a:rect l="0" t="0" r="r" b="b"/>
            <a:pathLst>
              <a:path w="120" h="135">
                <a:moveTo>
                  <a:pt x="85" y="127"/>
                </a:moveTo>
                <a:cubicBezTo>
                  <a:pt x="85" y="130"/>
                  <a:pt x="85" y="132"/>
                  <a:pt x="85" y="134"/>
                </a:cubicBezTo>
                <a:cubicBezTo>
                  <a:pt x="81" y="135"/>
                  <a:pt x="44" y="135"/>
                  <a:pt x="35" y="134"/>
                </a:cubicBezTo>
                <a:cubicBezTo>
                  <a:pt x="35" y="132"/>
                  <a:pt x="35" y="130"/>
                  <a:pt x="35" y="127"/>
                </a:cubicBezTo>
                <a:cubicBezTo>
                  <a:pt x="38" y="127"/>
                  <a:pt x="41" y="126"/>
                  <a:pt x="44" y="126"/>
                </a:cubicBezTo>
                <a:cubicBezTo>
                  <a:pt x="48" y="126"/>
                  <a:pt x="50" y="124"/>
                  <a:pt x="50" y="120"/>
                </a:cubicBezTo>
                <a:cubicBezTo>
                  <a:pt x="51" y="118"/>
                  <a:pt x="51" y="115"/>
                  <a:pt x="51" y="113"/>
                </a:cubicBezTo>
                <a:cubicBezTo>
                  <a:pt x="51" y="104"/>
                  <a:pt x="51" y="95"/>
                  <a:pt x="51" y="85"/>
                </a:cubicBezTo>
                <a:cubicBezTo>
                  <a:pt x="51" y="83"/>
                  <a:pt x="51" y="81"/>
                  <a:pt x="50" y="79"/>
                </a:cubicBezTo>
                <a:cubicBezTo>
                  <a:pt x="39" y="59"/>
                  <a:pt x="28" y="39"/>
                  <a:pt x="17" y="19"/>
                </a:cubicBezTo>
                <a:cubicBezTo>
                  <a:pt x="16" y="17"/>
                  <a:pt x="15" y="16"/>
                  <a:pt x="15" y="15"/>
                </a:cubicBezTo>
                <a:cubicBezTo>
                  <a:pt x="12" y="10"/>
                  <a:pt x="9" y="7"/>
                  <a:pt x="3" y="7"/>
                </a:cubicBezTo>
                <a:cubicBezTo>
                  <a:pt x="2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8" y="0"/>
                </a:cubicBezTo>
                <a:cubicBezTo>
                  <a:pt x="48" y="2"/>
                  <a:pt x="48" y="4"/>
                  <a:pt x="48" y="7"/>
                </a:cubicBezTo>
                <a:cubicBezTo>
                  <a:pt x="45" y="7"/>
                  <a:pt x="42" y="7"/>
                  <a:pt x="40" y="7"/>
                </a:cubicBezTo>
                <a:cubicBezTo>
                  <a:pt x="35" y="8"/>
                  <a:pt x="34" y="10"/>
                  <a:pt x="36" y="14"/>
                </a:cubicBezTo>
                <a:cubicBezTo>
                  <a:pt x="36" y="15"/>
                  <a:pt x="37" y="17"/>
                  <a:pt x="37" y="18"/>
                </a:cubicBezTo>
                <a:cubicBezTo>
                  <a:pt x="45" y="33"/>
                  <a:pt x="53" y="49"/>
                  <a:pt x="61" y="64"/>
                </a:cubicBezTo>
                <a:cubicBezTo>
                  <a:pt x="61" y="65"/>
                  <a:pt x="62" y="66"/>
                  <a:pt x="63" y="68"/>
                </a:cubicBezTo>
                <a:cubicBezTo>
                  <a:pt x="64" y="66"/>
                  <a:pt x="65" y="65"/>
                  <a:pt x="66" y="64"/>
                </a:cubicBezTo>
                <a:cubicBezTo>
                  <a:pt x="74" y="49"/>
                  <a:pt x="82" y="34"/>
                  <a:pt x="91" y="18"/>
                </a:cubicBezTo>
                <a:cubicBezTo>
                  <a:pt x="92" y="16"/>
                  <a:pt x="93" y="14"/>
                  <a:pt x="93" y="12"/>
                </a:cubicBezTo>
                <a:cubicBezTo>
                  <a:pt x="94" y="9"/>
                  <a:pt x="93" y="8"/>
                  <a:pt x="90" y="8"/>
                </a:cubicBezTo>
                <a:cubicBezTo>
                  <a:pt x="87" y="7"/>
                  <a:pt x="85" y="7"/>
                  <a:pt x="81" y="7"/>
                </a:cubicBezTo>
                <a:cubicBezTo>
                  <a:pt x="81" y="4"/>
                  <a:pt x="81" y="2"/>
                  <a:pt x="81" y="0"/>
                </a:cubicBezTo>
                <a:cubicBezTo>
                  <a:pt x="94" y="0"/>
                  <a:pt x="107" y="0"/>
                  <a:pt x="120" y="0"/>
                </a:cubicBezTo>
                <a:cubicBezTo>
                  <a:pt x="120" y="2"/>
                  <a:pt x="120" y="4"/>
                  <a:pt x="120" y="7"/>
                </a:cubicBezTo>
                <a:cubicBezTo>
                  <a:pt x="119" y="7"/>
                  <a:pt x="117" y="7"/>
                  <a:pt x="115" y="8"/>
                </a:cubicBezTo>
                <a:cubicBezTo>
                  <a:pt x="112" y="8"/>
                  <a:pt x="109" y="9"/>
                  <a:pt x="108" y="12"/>
                </a:cubicBezTo>
                <a:cubicBezTo>
                  <a:pt x="106" y="14"/>
                  <a:pt x="104" y="17"/>
                  <a:pt x="103" y="19"/>
                </a:cubicBezTo>
                <a:cubicBezTo>
                  <a:pt x="92" y="38"/>
                  <a:pt x="81" y="56"/>
                  <a:pt x="71" y="75"/>
                </a:cubicBezTo>
                <a:cubicBezTo>
                  <a:pt x="69" y="77"/>
                  <a:pt x="68" y="80"/>
                  <a:pt x="69" y="82"/>
                </a:cubicBezTo>
                <a:cubicBezTo>
                  <a:pt x="69" y="92"/>
                  <a:pt x="69" y="102"/>
                  <a:pt x="69" y="111"/>
                </a:cubicBezTo>
                <a:cubicBezTo>
                  <a:pt x="69" y="114"/>
                  <a:pt x="69" y="116"/>
                  <a:pt x="69" y="118"/>
                </a:cubicBezTo>
                <a:cubicBezTo>
                  <a:pt x="70" y="124"/>
                  <a:pt x="71" y="125"/>
                  <a:pt x="77" y="126"/>
                </a:cubicBezTo>
                <a:cubicBezTo>
                  <a:pt x="80" y="126"/>
                  <a:pt x="82" y="127"/>
                  <a:pt x="85" y="12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76C442E6-854A-4CA7-98FD-E89D9EA93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749" y="686906"/>
            <a:ext cx="58735" cy="70140"/>
          </a:xfrm>
          <a:custGeom xmlns:a="http://schemas.openxmlformats.org/drawingml/2006/main">
            <a:gdLst>
              <a:gd name="T0" fmla="*/ 108 w 116"/>
              <a:gd name="T1" fmla="*/ 42 h 139"/>
              <a:gd name="T2" fmla="*/ 102 w 116"/>
              <a:gd name="T3" fmla="*/ 29 h 139"/>
              <a:gd name="T4" fmla="*/ 72 w 116"/>
              <a:gd name="T5" fmla="*/ 14 h 139"/>
              <a:gd name="T6" fmla="*/ 67 w 116"/>
              <a:gd name="T7" fmla="*/ 18 h 139"/>
              <a:gd name="T8" fmla="*/ 66 w 116"/>
              <a:gd name="T9" fmla="*/ 24 h 139"/>
              <a:gd name="T10" fmla="*/ 66 w 116"/>
              <a:gd name="T11" fmla="*/ 115 h 139"/>
              <a:gd name="T12" fmla="*/ 67 w 116"/>
              <a:gd name="T13" fmla="*/ 123 h 139"/>
              <a:gd name="T14" fmla="*/ 75 w 116"/>
              <a:gd name="T15" fmla="*/ 131 h 139"/>
              <a:gd name="T16" fmla="*/ 83 w 116"/>
              <a:gd name="T17" fmla="*/ 132 h 139"/>
              <a:gd name="T18" fmla="*/ 83 w 116"/>
              <a:gd name="T19" fmla="*/ 139 h 139"/>
              <a:gd name="T20" fmla="*/ 33 w 116"/>
              <a:gd name="T21" fmla="*/ 139 h 139"/>
              <a:gd name="T22" fmla="*/ 33 w 116"/>
              <a:gd name="T23" fmla="*/ 132 h 139"/>
              <a:gd name="T24" fmla="*/ 41 w 116"/>
              <a:gd name="T25" fmla="*/ 131 h 139"/>
              <a:gd name="T26" fmla="*/ 49 w 116"/>
              <a:gd name="T27" fmla="*/ 123 h 139"/>
              <a:gd name="T28" fmla="*/ 49 w 116"/>
              <a:gd name="T29" fmla="*/ 118 h 139"/>
              <a:gd name="T30" fmla="*/ 49 w 116"/>
              <a:gd name="T31" fmla="*/ 22 h 139"/>
              <a:gd name="T32" fmla="*/ 41 w 116"/>
              <a:gd name="T33" fmla="*/ 14 h 139"/>
              <a:gd name="T34" fmla="*/ 32 w 116"/>
              <a:gd name="T35" fmla="*/ 15 h 139"/>
              <a:gd name="T36" fmla="*/ 18 w 116"/>
              <a:gd name="T37" fmla="*/ 23 h 139"/>
              <a:gd name="T38" fmla="*/ 11 w 116"/>
              <a:gd name="T39" fmla="*/ 36 h 139"/>
              <a:gd name="T40" fmla="*/ 8 w 116"/>
              <a:gd name="T41" fmla="*/ 42 h 139"/>
              <a:gd name="T42" fmla="*/ 0 w 116"/>
              <a:gd name="T43" fmla="*/ 39 h 139"/>
              <a:gd name="T44" fmla="*/ 13 w 116"/>
              <a:gd name="T45" fmla="*/ 0 h 139"/>
              <a:gd name="T46" fmla="*/ 19 w 116"/>
              <a:gd name="T47" fmla="*/ 0 h 139"/>
              <a:gd name="T48" fmla="*/ 21 w 116"/>
              <a:gd name="T49" fmla="*/ 4 h 139"/>
              <a:gd name="T50" fmla="*/ 95 w 116"/>
              <a:gd name="T51" fmla="*/ 4 h 139"/>
              <a:gd name="T52" fmla="*/ 97 w 116"/>
              <a:gd name="T53" fmla="*/ 0 h 139"/>
              <a:gd name="T54" fmla="*/ 103 w 116"/>
              <a:gd name="T55" fmla="*/ 0 h 139"/>
              <a:gd name="T56" fmla="*/ 116 w 116"/>
              <a:gd name="T57" fmla="*/ 39 h 139"/>
              <a:gd name="T58" fmla="*/ 108 w 116"/>
              <a:gd name="T59" fmla="*/ 42 h 139"/>
            </a:gdLst>
            <a:rect l="0" t="0" r="r" b="b"/>
            <a:pathLst>
              <a:path w="116" h="139">
                <a:moveTo>
                  <a:pt x="108" y="42"/>
                </a:moveTo>
                <a:cubicBezTo>
                  <a:pt x="106" y="37"/>
                  <a:pt x="104" y="33"/>
                  <a:pt x="102" y="29"/>
                </a:cubicBezTo>
                <a:cubicBezTo>
                  <a:pt x="96" y="17"/>
                  <a:pt x="85" y="13"/>
                  <a:pt x="72" y="14"/>
                </a:cubicBezTo>
                <a:cubicBezTo>
                  <a:pt x="68" y="14"/>
                  <a:pt x="67" y="15"/>
                  <a:pt x="67" y="18"/>
                </a:cubicBezTo>
                <a:cubicBezTo>
                  <a:pt x="66" y="20"/>
                  <a:pt x="66" y="22"/>
                  <a:pt x="66" y="24"/>
                </a:cubicBezTo>
                <a:cubicBezTo>
                  <a:pt x="66" y="54"/>
                  <a:pt x="66" y="85"/>
                  <a:pt x="66" y="115"/>
                </a:cubicBezTo>
                <a:cubicBezTo>
                  <a:pt x="66" y="118"/>
                  <a:pt x="67" y="120"/>
                  <a:pt x="67" y="123"/>
                </a:cubicBezTo>
                <a:cubicBezTo>
                  <a:pt x="68" y="128"/>
                  <a:pt x="70" y="130"/>
                  <a:pt x="75" y="131"/>
                </a:cubicBezTo>
                <a:cubicBezTo>
                  <a:pt x="78" y="131"/>
                  <a:pt x="80" y="132"/>
                  <a:pt x="83" y="132"/>
                </a:cubicBezTo>
                <a:cubicBezTo>
                  <a:pt x="83" y="134"/>
                  <a:pt x="83" y="137"/>
                  <a:pt x="83" y="139"/>
                </a:cubicBezTo>
                <a:cubicBezTo>
                  <a:pt x="66" y="139"/>
                  <a:pt x="50" y="139"/>
                  <a:pt x="33" y="139"/>
                </a:cubicBezTo>
                <a:cubicBezTo>
                  <a:pt x="33" y="137"/>
                  <a:pt x="33" y="135"/>
                  <a:pt x="33" y="132"/>
                </a:cubicBezTo>
                <a:cubicBezTo>
                  <a:pt x="36" y="132"/>
                  <a:pt x="39" y="131"/>
                  <a:pt x="41" y="131"/>
                </a:cubicBezTo>
                <a:cubicBezTo>
                  <a:pt x="47" y="130"/>
                  <a:pt x="49" y="128"/>
                  <a:pt x="49" y="123"/>
                </a:cubicBezTo>
                <a:cubicBezTo>
                  <a:pt x="49" y="121"/>
                  <a:pt x="49" y="120"/>
                  <a:pt x="49" y="118"/>
                </a:cubicBezTo>
                <a:cubicBezTo>
                  <a:pt x="49" y="86"/>
                  <a:pt x="49" y="54"/>
                  <a:pt x="49" y="22"/>
                </a:cubicBezTo>
                <a:cubicBezTo>
                  <a:pt x="49" y="14"/>
                  <a:pt x="49" y="13"/>
                  <a:pt x="41" y="14"/>
                </a:cubicBezTo>
                <a:cubicBezTo>
                  <a:pt x="38" y="14"/>
                  <a:pt x="35" y="14"/>
                  <a:pt x="32" y="15"/>
                </a:cubicBezTo>
                <a:cubicBezTo>
                  <a:pt x="26" y="16"/>
                  <a:pt x="21" y="18"/>
                  <a:pt x="18" y="23"/>
                </a:cubicBezTo>
                <a:cubicBezTo>
                  <a:pt x="15" y="27"/>
                  <a:pt x="13" y="32"/>
                  <a:pt x="11" y="36"/>
                </a:cubicBezTo>
                <a:cubicBezTo>
                  <a:pt x="10" y="38"/>
                  <a:pt x="9" y="40"/>
                  <a:pt x="8" y="42"/>
                </a:cubicBezTo>
                <a:cubicBezTo>
                  <a:pt x="5" y="41"/>
                  <a:pt x="3" y="40"/>
                  <a:pt x="0" y="39"/>
                </a:cubicBezTo>
                <a:cubicBezTo>
                  <a:pt x="5" y="26"/>
                  <a:pt x="9" y="13"/>
                  <a:pt x="13" y="0"/>
                </a:cubicBezTo>
                <a:cubicBezTo>
                  <a:pt x="15" y="0"/>
                  <a:pt x="17" y="0"/>
                  <a:pt x="19" y="0"/>
                </a:cubicBezTo>
                <a:cubicBezTo>
                  <a:pt x="20" y="1"/>
                  <a:pt x="20" y="3"/>
                  <a:pt x="21" y="4"/>
                </a:cubicBezTo>
                <a:cubicBezTo>
                  <a:pt x="46" y="4"/>
                  <a:pt x="70" y="4"/>
                  <a:pt x="95" y="4"/>
                </a:cubicBezTo>
                <a:cubicBezTo>
                  <a:pt x="95" y="3"/>
                  <a:pt x="96" y="1"/>
                  <a:pt x="97" y="0"/>
                </a:cubicBezTo>
                <a:cubicBezTo>
                  <a:pt x="98" y="0"/>
                  <a:pt x="100" y="0"/>
                  <a:pt x="103" y="0"/>
                </a:cubicBezTo>
                <a:cubicBezTo>
                  <a:pt x="107" y="13"/>
                  <a:pt x="112" y="26"/>
                  <a:pt x="116" y="39"/>
                </a:cubicBezTo>
                <a:cubicBezTo>
                  <a:pt x="113" y="40"/>
                  <a:pt x="111" y="41"/>
                  <a:pt x="108" y="42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3" name="Freeform 33">
            <a:extLst xmlns:a="http://schemas.openxmlformats.org/drawingml/2006/main">
              <a:ext uri="{FF2B5EF4-FFF2-40B4-BE49-F238E27FC236}">
                <a16:creationId xmlns:a16="http://schemas.microsoft.com/office/drawing/2014/main" id="{CF84BAC6-A8E0-44D7-AB5D-0F67649B5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1440" y="689187"/>
            <a:ext cx="25090" cy="67859"/>
          </a:xfrm>
          <a:custGeom xmlns:a="http://schemas.openxmlformats.org/drawingml/2006/main">
            <a:gdLst>
              <a:gd name="T0" fmla="*/ 0 w 50"/>
              <a:gd name="T1" fmla="*/ 134 h 134"/>
              <a:gd name="T2" fmla="*/ 0 w 50"/>
              <a:gd name="T3" fmla="*/ 127 h 134"/>
              <a:gd name="T4" fmla="*/ 9 w 50"/>
              <a:gd name="T5" fmla="*/ 126 h 134"/>
              <a:gd name="T6" fmla="*/ 16 w 50"/>
              <a:gd name="T7" fmla="*/ 119 h 134"/>
              <a:gd name="T8" fmla="*/ 16 w 50"/>
              <a:gd name="T9" fmla="*/ 113 h 134"/>
              <a:gd name="T10" fmla="*/ 16 w 50"/>
              <a:gd name="T11" fmla="*/ 21 h 134"/>
              <a:gd name="T12" fmla="*/ 16 w 50"/>
              <a:gd name="T13" fmla="*/ 13 h 134"/>
              <a:gd name="T14" fmla="*/ 9 w 50"/>
              <a:gd name="T15" fmla="*/ 8 h 134"/>
              <a:gd name="T16" fmla="*/ 1 w 50"/>
              <a:gd name="T17" fmla="*/ 7 h 134"/>
              <a:gd name="T18" fmla="*/ 1 w 50"/>
              <a:gd name="T19" fmla="*/ 0 h 134"/>
              <a:gd name="T20" fmla="*/ 49 w 50"/>
              <a:gd name="T21" fmla="*/ 0 h 134"/>
              <a:gd name="T22" fmla="*/ 49 w 50"/>
              <a:gd name="T23" fmla="*/ 7 h 134"/>
              <a:gd name="T24" fmla="*/ 42 w 50"/>
              <a:gd name="T25" fmla="*/ 8 h 134"/>
              <a:gd name="T26" fmla="*/ 34 w 50"/>
              <a:gd name="T27" fmla="*/ 15 h 134"/>
              <a:gd name="T28" fmla="*/ 33 w 50"/>
              <a:gd name="T29" fmla="*/ 23 h 134"/>
              <a:gd name="T30" fmla="*/ 33 w 50"/>
              <a:gd name="T31" fmla="*/ 113 h 134"/>
              <a:gd name="T32" fmla="*/ 46 w 50"/>
              <a:gd name="T33" fmla="*/ 127 h 134"/>
              <a:gd name="T34" fmla="*/ 49 w 50"/>
              <a:gd name="T35" fmla="*/ 127 h 134"/>
              <a:gd name="T36" fmla="*/ 50 w 50"/>
              <a:gd name="T37" fmla="*/ 131 h 134"/>
              <a:gd name="T38" fmla="*/ 49 w 50"/>
              <a:gd name="T39" fmla="*/ 134 h 134"/>
              <a:gd name="T40" fmla="*/ 0 w 50"/>
              <a:gd name="T41" fmla="*/ 134 h 134"/>
            </a:gdLst>
            <a:rect l="0" t="0" r="r" b="b"/>
            <a:pathLst>
              <a:path w="50" h="134">
                <a:moveTo>
                  <a:pt x="0" y="134"/>
                </a:move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9" y="126"/>
                </a:cubicBezTo>
                <a:cubicBezTo>
                  <a:pt x="13" y="125"/>
                  <a:pt x="15" y="124"/>
                  <a:pt x="16" y="119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18"/>
                  <a:pt x="16" y="16"/>
                  <a:pt x="16" y="13"/>
                </a:cubicBezTo>
                <a:cubicBezTo>
                  <a:pt x="15" y="10"/>
                  <a:pt x="13" y="8"/>
                  <a:pt x="9" y="8"/>
                </a:cubicBezTo>
                <a:cubicBezTo>
                  <a:pt x="6" y="7"/>
                  <a:pt x="4" y="7"/>
                  <a:pt x="1" y="7"/>
                </a:cubicBezTo>
                <a:cubicBezTo>
                  <a:pt x="1" y="4"/>
                  <a:pt x="1" y="2"/>
                  <a:pt x="1" y="0"/>
                </a:cubicBezTo>
                <a:cubicBezTo>
                  <a:pt x="17" y="0"/>
                  <a:pt x="33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7" y="7"/>
                  <a:pt x="44" y="7"/>
                  <a:pt x="42" y="8"/>
                </a:cubicBezTo>
                <a:cubicBezTo>
                  <a:pt x="38" y="8"/>
                  <a:pt x="35" y="10"/>
                  <a:pt x="34" y="15"/>
                </a:cubicBezTo>
                <a:cubicBezTo>
                  <a:pt x="34" y="17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6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8"/>
                  <a:pt x="50" y="129"/>
                  <a:pt x="50" y="131"/>
                </a:cubicBezTo>
                <a:cubicBezTo>
                  <a:pt x="50" y="132"/>
                  <a:pt x="49" y="133"/>
                  <a:pt x="49" y="134"/>
                </a:cubicBezTo>
                <a:cubicBezTo>
                  <a:pt x="33" y="134"/>
                  <a:pt x="17" y="134"/>
                  <a:pt x="0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4" name="Freeform 34">
            <a:extLst xmlns:a="http://schemas.openxmlformats.org/drawingml/2006/main">
              <a:ext uri="{FF2B5EF4-FFF2-40B4-BE49-F238E27FC236}">
                <a16:creationId xmlns:a16="http://schemas.microsoft.com/office/drawing/2014/main" id="{5064BA6D-6FC5-40D5-92DD-CBBD8EB5D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237" y="689187"/>
            <a:ext cx="24520" cy="68429"/>
          </a:xfrm>
          <a:custGeom xmlns:a="http://schemas.openxmlformats.org/drawingml/2006/main">
            <a:gdLst>
              <a:gd name="T0" fmla="*/ 0 w 49"/>
              <a:gd name="T1" fmla="*/ 7 h 135"/>
              <a:gd name="T2" fmla="*/ 0 w 49"/>
              <a:gd name="T3" fmla="*/ 0 h 135"/>
              <a:gd name="T4" fmla="*/ 49 w 49"/>
              <a:gd name="T5" fmla="*/ 0 h 135"/>
              <a:gd name="T6" fmla="*/ 49 w 49"/>
              <a:gd name="T7" fmla="*/ 7 h 135"/>
              <a:gd name="T8" fmla="*/ 42 w 49"/>
              <a:gd name="T9" fmla="*/ 8 h 135"/>
              <a:gd name="T10" fmla="*/ 34 w 49"/>
              <a:gd name="T11" fmla="*/ 15 h 135"/>
              <a:gd name="T12" fmla="*/ 33 w 49"/>
              <a:gd name="T13" fmla="*/ 23 h 135"/>
              <a:gd name="T14" fmla="*/ 33 w 49"/>
              <a:gd name="T15" fmla="*/ 113 h 135"/>
              <a:gd name="T16" fmla="*/ 46 w 49"/>
              <a:gd name="T17" fmla="*/ 127 h 135"/>
              <a:gd name="T18" fmla="*/ 49 w 49"/>
              <a:gd name="T19" fmla="*/ 127 h 135"/>
              <a:gd name="T20" fmla="*/ 49 w 49"/>
              <a:gd name="T21" fmla="*/ 134 h 135"/>
              <a:gd name="T22" fmla="*/ 0 w 49"/>
              <a:gd name="T23" fmla="*/ 134 h 135"/>
              <a:gd name="T24" fmla="*/ 0 w 49"/>
              <a:gd name="T25" fmla="*/ 127 h 135"/>
              <a:gd name="T26" fmla="*/ 7 w 49"/>
              <a:gd name="T27" fmla="*/ 126 h 135"/>
              <a:gd name="T28" fmla="*/ 16 w 49"/>
              <a:gd name="T29" fmla="*/ 118 h 135"/>
              <a:gd name="T30" fmla="*/ 16 w 49"/>
              <a:gd name="T31" fmla="*/ 113 h 135"/>
              <a:gd name="T32" fmla="*/ 16 w 49"/>
              <a:gd name="T33" fmla="*/ 20 h 135"/>
              <a:gd name="T34" fmla="*/ 15 w 49"/>
              <a:gd name="T35" fmla="*/ 13 h 135"/>
              <a:gd name="T36" fmla="*/ 9 w 49"/>
              <a:gd name="T37" fmla="*/ 8 h 135"/>
              <a:gd name="T38" fmla="*/ 0 w 49"/>
              <a:gd name="T39" fmla="*/ 7 h 135"/>
            </a:gdLst>
            <a:rect l="0" t="0" r="r" b="b"/>
            <a:pathLst>
              <a:path w="49" h="135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5" y="10"/>
                  <a:pt x="34" y="15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5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45" y="135"/>
                  <a:pt x="9" y="135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5" y="127"/>
                  <a:pt x="7" y="126"/>
                </a:cubicBezTo>
                <a:cubicBezTo>
                  <a:pt x="13" y="126"/>
                  <a:pt x="15" y="124"/>
                  <a:pt x="16" y="118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8"/>
                  <a:pt x="15" y="16"/>
                  <a:pt x="15" y="13"/>
                </a:cubicBezTo>
                <a:cubicBezTo>
                  <a:pt x="14" y="10"/>
                  <a:pt x="12" y="8"/>
                  <a:pt x="9" y="8"/>
                </a:cubicBezTo>
                <a:cubicBezTo>
                  <a:pt x="6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5" name="Freeform 35">
            <a:extLst xmlns:a="http://schemas.openxmlformats.org/drawingml/2006/main">
              <a:ext uri="{FF2B5EF4-FFF2-40B4-BE49-F238E27FC236}">
                <a16:creationId xmlns:a16="http://schemas.microsoft.com/office/drawing/2014/main" id="{F5B5ABCD-27CB-44F5-A627-25ECF1F3E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429" y="689187"/>
            <a:ext cx="24520" cy="67859"/>
          </a:xfrm>
          <a:custGeom xmlns:a="http://schemas.openxmlformats.org/drawingml/2006/main">
            <a:gdLst>
              <a:gd name="T0" fmla="*/ 0 w 49"/>
              <a:gd name="T1" fmla="*/ 7 h 134"/>
              <a:gd name="T2" fmla="*/ 0 w 49"/>
              <a:gd name="T3" fmla="*/ 0 h 134"/>
              <a:gd name="T4" fmla="*/ 49 w 49"/>
              <a:gd name="T5" fmla="*/ 0 h 134"/>
              <a:gd name="T6" fmla="*/ 49 w 49"/>
              <a:gd name="T7" fmla="*/ 7 h 134"/>
              <a:gd name="T8" fmla="*/ 42 w 49"/>
              <a:gd name="T9" fmla="*/ 8 h 134"/>
              <a:gd name="T10" fmla="*/ 34 w 49"/>
              <a:gd name="T11" fmla="*/ 15 h 134"/>
              <a:gd name="T12" fmla="*/ 33 w 49"/>
              <a:gd name="T13" fmla="*/ 23 h 134"/>
              <a:gd name="T14" fmla="*/ 33 w 49"/>
              <a:gd name="T15" fmla="*/ 112 h 134"/>
              <a:gd name="T16" fmla="*/ 34 w 49"/>
              <a:gd name="T17" fmla="*/ 120 h 134"/>
              <a:gd name="T18" fmla="*/ 40 w 49"/>
              <a:gd name="T19" fmla="*/ 126 h 134"/>
              <a:gd name="T20" fmla="*/ 49 w 49"/>
              <a:gd name="T21" fmla="*/ 127 h 134"/>
              <a:gd name="T22" fmla="*/ 49 w 49"/>
              <a:gd name="T23" fmla="*/ 134 h 134"/>
              <a:gd name="T24" fmla="*/ 0 w 49"/>
              <a:gd name="T25" fmla="*/ 134 h 134"/>
              <a:gd name="T26" fmla="*/ 0 w 49"/>
              <a:gd name="T27" fmla="*/ 127 h 134"/>
              <a:gd name="T28" fmla="*/ 8 w 49"/>
              <a:gd name="T29" fmla="*/ 126 h 134"/>
              <a:gd name="T30" fmla="*/ 15 w 49"/>
              <a:gd name="T31" fmla="*/ 119 h 134"/>
              <a:gd name="T32" fmla="*/ 16 w 49"/>
              <a:gd name="T33" fmla="*/ 110 h 134"/>
              <a:gd name="T34" fmla="*/ 16 w 49"/>
              <a:gd name="T35" fmla="*/ 25 h 134"/>
              <a:gd name="T36" fmla="*/ 15 w 49"/>
              <a:gd name="T37" fmla="*/ 15 h 134"/>
              <a:gd name="T38" fmla="*/ 8 w 49"/>
              <a:gd name="T39" fmla="*/ 8 h 134"/>
              <a:gd name="T40" fmla="*/ 0 w 49"/>
              <a:gd name="T41" fmla="*/ 7 h 134"/>
            </a:gdLst>
            <a:rect l="0" t="0" r="r" b="b"/>
            <a:pathLst>
              <a:path w="49" h="134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4" y="10"/>
                  <a:pt x="34" y="15"/>
                </a:cubicBezTo>
                <a:cubicBezTo>
                  <a:pt x="33" y="18"/>
                  <a:pt x="33" y="21"/>
                  <a:pt x="33" y="23"/>
                </a:cubicBezTo>
                <a:cubicBezTo>
                  <a:pt x="33" y="53"/>
                  <a:pt x="33" y="83"/>
                  <a:pt x="33" y="112"/>
                </a:cubicBezTo>
                <a:cubicBezTo>
                  <a:pt x="33" y="115"/>
                  <a:pt x="33" y="118"/>
                  <a:pt x="34" y="120"/>
                </a:cubicBezTo>
                <a:cubicBezTo>
                  <a:pt x="34" y="124"/>
                  <a:pt x="36" y="126"/>
                  <a:pt x="40" y="126"/>
                </a:cubicBezTo>
                <a:cubicBezTo>
                  <a:pt x="43" y="126"/>
                  <a:pt x="45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33" y="134"/>
                  <a:pt x="1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8" y="126"/>
                </a:cubicBezTo>
                <a:cubicBezTo>
                  <a:pt x="13" y="125"/>
                  <a:pt x="15" y="123"/>
                  <a:pt x="15" y="119"/>
                </a:cubicBezTo>
                <a:cubicBezTo>
                  <a:pt x="16" y="116"/>
                  <a:pt x="16" y="113"/>
                  <a:pt x="16" y="110"/>
                </a:cubicBezTo>
                <a:cubicBezTo>
                  <a:pt x="16" y="81"/>
                  <a:pt x="16" y="53"/>
                  <a:pt x="16" y="25"/>
                </a:cubicBezTo>
                <a:cubicBezTo>
                  <a:pt x="16" y="21"/>
                  <a:pt x="16" y="18"/>
                  <a:pt x="15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8" name="Freeform 9">
            <a:extLst xmlns:a="http://schemas.openxmlformats.org/drawingml/2006/main">
              <a:ext uri="{FF2B5EF4-FFF2-40B4-BE49-F238E27FC236}">
                <a16:creationId xmlns:a16="http://schemas.microsoft.com/office/drawing/2014/main" id="{CBFAAD2D-5264-4CAC-8F70-E11EF8954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4981" y="365289"/>
            <a:ext cx="164800" cy="184188"/>
          </a:xfrm>
          <a:custGeom xmlns:a="http://schemas.openxmlformats.org/drawingml/2006/main">
            <a:gdLst>
              <a:gd name="T0" fmla="*/ 324 w 325"/>
              <a:gd name="T1" fmla="*/ 106 h 363"/>
              <a:gd name="T2" fmla="*/ 283 w 325"/>
              <a:gd name="T3" fmla="*/ 179 h 363"/>
              <a:gd name="T4" fmla="*/ 247 w 325"/>
              <a:gd name="T5" fmla="*/ 214 h 363"/>
              <a:gd name="T6" fmla="*/ 241 w 325"/>
              <a:gd name="T7" fmla="*/ 228 h 363"/>
              <a:gd name="T8" fmla="*/ 271 w 325"/>
              <a:gd name="T9" fmla="*/ 230 h 363"/>
              <a:gd name="T10" fmla="*/ 282 w 325"/>
              <a:gd name="T11" fmla="*/ 240 h 363"/>
              <a:gd name="T12" fmla="*/ 269 w 325"/>
              <a:gd name="T13" fmla="*/ 277 h 363"/>
              <a:gd name="T14" fmla="*/ 223 w 325"/>
              <a:gd name="T15" fmla="*/ 316 h 363"/>
              <a:gd name="T16" fmla="*/ 176 w 325"/>
              <a:gd name="T17" fmla="*/ 340 h 363"/>
              <a:gd name="T18" fmla="*/ 160 w 325"/>
              <a:gd name="T19" fmla="*/ 339 h 363"/>
              <a:gd name="T20" fmla="*/ 165 w 325"/>
              <a:gd name="T21" fmla="*/ 329 h 363"/>
              <a:gd name="T22" fmla="*/ 195 w 325"/>
              <a:gd name="T23" fmla="*/ 302 h 363"/>
              <a:gd name="T24" fmla="*/ 214 w 325"/>
              <a:gd name="T25" fmla="*/ 282 h 363"/>
              <a:gd name="T26" fmla="*/ 223 w 325"/>
              <a:gd name="T27" fmla="*/ 265 h 363"/>
              <a:gd name="T28" fmla="*/ 220 w 325"/>
              <a:gd name="T29" fmla="*/ 257 h 363"/>
              <a:gd name="T30" fmla="*/ 179 w 325"/>
              <a:gd name="T31" fmla="*/ 289 h 363"/>
              <a:gd name="T32" fmla="*/ 106 w 325"/>
              <a:gd name="T33" fmla="*/ 335 h 363"/>
              <a:gd name="T34" fmla="*/ 20 w 325"/>
              <a:gd name="T35" fmla="*/ 363 h 363"/>
              <a:gd name="T36" fmla="*/ 4 w 325"/>
              <a:gd name="T37" fmla="*/ 360 h 363"/>
              <a:gd name="T38" fmla="*/ 78 w 325"/>
              <a:gd name="T39" fmla="*/ 306 h 363"/>
              <a:gd name="T40" fmla="*/ 102 w 325"/>
              <a:gd name="T41" fmla="*/ 295 h 363"/>
              <a:gd name="T42" fmla="*/ 208 w 325"/>
              <a:gd name="T43" fmla="*/ 238 h 363"/>
              <a:gd name="T44" fmla="*/ 207 w 325"/>
              <a:gd name="T45" fmla="*/ 232 h 363"/>
              <a:gd name="T46" fmla="*/ 171 w 325"/>
              <a:gd name="T47" fmla="*/ 243 h 363"/>
              <a:gd name="T48" fmla="*/ 163 w 325"/>
              <a:gd name="T49" fmla="*/ 239 h 363"/>
              <a:gd name="T50" fmla="*/ 170 w 325"/>
              <a:gd name="T51" fmla="*/ 226 h 363"/>
              <a:gd name="T52" fmla="*/ 154 w 325"/>
              <a:gd name="T53" fmla="*/ 206 h 363"/>
              <a:gd name="T54" fmla="*/ 122 w 325"/>
              <a:gd name="T55" fmla="*/ 224 h 363"/>
              <a:gd name="T56" fmla="*/ 99 w 325"/>
              <a:gd name="T57" fmla="*/ 236 h 363"/>
              <a:gd name="T58" fmla="*/ 100 w 325"/>
              <a:gd name="T59" fmla="*/ 222 h 363"/>
              <a:gd name="T60" fmla="*/ 116 w 325"/>
              <a:gd name="T61" fmla="*/ 204 h 363"/>
              <a:gd name="T62" fmla="*/ 118 w 325"/>
              <a:gd name="T63" fmla="*/ 183 h 363"/>
              <a:gd name="T64" fmla="*/ 116 w 325"/>
              <a:gd name="T65" fmla="*/ 174 h 363"/>
              <a:gd name="T66" fmla="*/ 143 w 325"/>
              <a:gd name="T67" fmla="*/ 167 h 363"/>
              <a:gd name="T68" fmla="*/ 158 w 325"/>
              <a:gd name="T69" fmla="*/ 145 h 363"/>
              <a:gd name="T70" fmla="*/ 147 w 325"/>
              <a:gd name="T71" fmla="*/ 144 h 363"/>
              <a:gd name="T72" fmla="*/ 132 w 325"/>
              <a:gd name="T73" fmla="*/ 141 h 363"/>
              <a:gd name="T74" fmla="*/ 141 w 325"/>
              <a:gd name="T75" fmla="*/ 129 h 363"/>
              <a:gd name="T76" fmla="*/ 140 w 325"/>
              <a:gd name="T77" fmla="*/ 115 h 363"/>
              <a:gd name="T78" fmla="*/ 112 w 325"/>
              <a:gd name="T79" fmla="*/ 96 h 363"/>
              <a:gd name="T80" fmla="*/ 127 w 325"/>
              <a:gd name="T81" fmla="*/ 92 h 363"/>
              <a:gd name="T82" fmla="*/ 167 w 325"/>
              <a:gd name="T83" fmla="*/ 81 h 363"/>
              <a:gd name="T84" fmla="*/ 203 w 325"/>
              <a:gd name="T85" fmla="*/ 36 h 363"/>
              <a:gd name="T86" fmla="*/ 204 w 325"/>
              <a:gd name="T87" fmla="*/ 10 h 363"/>
              <a:gd name="T88" fmla="*/ 216 w 325"/>
              <a:gd name="T89" fmla="*/ 3 h 363"/>
              <a:gd name="T90" fmla="*/ 224 w 325"/>
              <a:gd name="T91" fmla="*/ 56 h 363"/>
              <a:gd name="T92" fmla="*/ 205 w 325"/>
              <a:gd name="T93" fmla="*/ 91 h 363"/>
              <a:gd name="T94" fmla="*/ 208 w 325"/>
              <a:gd name="T95" fmla="*/ 105 h 363"/>
              <a:gd name="T96" fmla="*/ 267 w 325"/>
              <a:gd name="T97" fmla="*/ 87 h 363"/>
              <a:gd name="T98" fmla="*/ 297 w 325"/>
              <a:gd name="T99" fmla="*/ 85 h 363"/>
              <a:gd name="T100" fmla="*/ 309 w 325"/>
              <a:gd name="T101" fmla="*/ 86 h 363"/>
              <a:gd name="T102" fmla="*/ 325 w 325"/>
              <a:gd name="T103" fmla="*/ 104 h 363"/>
              <a:gd name="T104" fmla="*/ 198 w 325"/>
              <a:gd name="T105" fmla="*/ 126 h 363"/>
              <a:gd name="T106" fmla="*/ 164 w 325"/>
              <a:gd name="T107" fmla="*/ 175 h 363"/>
              <a:gd name="T108" fmla="*/ 181 w 325"/>
              <a:gd name="T109" fmla="*/ 191 h 363"/>
              <a:gd name="T110" fmla="*/ 186 w 325"/>
              <a:gd name="T111" fmla="*/ 173 h 363"/>
              <a:gd name="T112" fmla="*/ 199 w 325"/>
              <a:gd name="T113" fmla="*/ 170 h 363"/>
              <a:gd name="T114" fmla="*/ 206 w 325"/>
              <a:gd name="T115" fmla="*/ 204 h 363"/>
              <a:gd name="T116" fmla="*/ 217 w 325"/>
              <a:gd name="T117" fmla="*/ 206 h 363"/>
              <a:gd name="T118" fmla="*/ 229 w 325"/>
              <a:gd name="T119" fmla="*/ 188 h 363"/>
              <a:gd name="T120" fmla="*/ 261 w 325"/>
              <a:gd name="T121" fmla="*/ 141 h 363"/>
              <a:gd name="T122" fmla="*/ 250 w 325"/>
              <a:gd name="T123" fmla="*/ 134 h 363"/>
              <a:gd name="T124" fmla="*/ 206 w 325"/>
              <a:gd name="T125" fmla="*/ 122 h 363"/>
            </a:gdLst>
            <a:rect l="0" t="0" r="r" b="b"/>
            <a:pathLst>
              <a:path w="325" h="363">
                <a:moveTo>
                  <a:pt x="325" y="104"/>
                </a:moveTo>
                <a:cubicBezTo>
                  <a:pt x="325" y="104"/>
                  <a:pt x="324" y="105"/>
                  <a:pt x="324" y="106"/>
                </a:cubicBezTo>
                <a:cubicBezTo>
                  <a:pt x="323" y="108"/>
                  <a:pt x="323" y="111"/>
                  <a:pt x="322" y="114"/>
                </a:cubicBezTo>
                <a:cubicBezTo>
                  <a:pt x="312" y="138"/>
                  <a:pt x="300" y="160"/>
                  <a:pt x="283" y="179"/>
                </a:cubicBezTo>
                <a:cubicBezTo>
                  <a:pt x="275" y="188"/>
                  <a:pt x="267" y="197"/>
                  <a:pt x="259" y="205"/>
                </a:cubicBezTo>
                <a:cubicBezTo>
                  <a:pt x="255" y="209"/>
                  <a:pt x="251" y="211"/>
                  <a:pt x="247" y="214"/>
                </a:cubicBezTo>
                <a:cubicBezTo>
                  <a:pt x="244" y="217"/>
                  <a:pt x="241" y="219"/>
                  <a:pt x="239" y="223"/>
                </a:cubicBezTo>
                <a:cubicBezTo>
                  <a:pt x="237" y="226"/>
                  <a:pt x="238" y="227"/>
                  <a:pt x="241" y="228"/>
                </a:cubicBezTo>
                <a:cubicBezTo>
                  <a:pt x="243" y="228"/>
                  <a:pt x="245" y="228"/>
                  <a:pt x="246" y="228"/>
                </a:cubicBezTo>
                <a:cubicBezTo>
                  <a:pt x="255" y="229"/>
                  <a:pt x="263" y="230"/>
                  <a:pt x="271" y="230"/>
                </a:cubicBezTo>
                <a:cubicBezTo>
                  <a:pt x="272" y="230"/>
                  <a:pt x="274" y="231"/>
                  <a:pt x="275" y="231"/>
                </a:cubicBezTo>
                <a:cubicBezTo>
                  <a:pt x="280" y="233"/>
                  <a:pt x="282" y="235"/>
                  <a:pt x="282" y="240"/>
                </a:cubicBezTo>
                <a:cubicBezTo>
                  <a:pt x="283" y="247"/>
                  <a:pt x="282" y="253"/>
                  <a:pt x="279" y="259"/>
                </a:cubicBezTo>
                <a:cubicBezTo>
                  <a:pt x="277" y="265"/>
                  <a:pt x="273" y="271"/>
                  <a:pt x="269" y="277"/>
                </a:cubicBezTo>
                <a:cubicBezTo>
                  <a:pt x="260" y="289"/>
                  <a:pt x="248" y="298"/>
                  <a:pt x="237" y="307"/>
                </a:cubicBezTo>
                <a:cubicBezTo>
                  <a:pt x="233" y="311"/>
                  <a:pt x="228" y="314"/>
                  <a:pt x="223" y="316"/>
                </a:cubicBezTo>
                <a:cubicBezTo>
                  <a:pt x="213" y="321"/>
                  <a:pt x="203" y="327"/>
                  <a:pt x="193" y="332"/>
                </a:cubicBezTo>
                <a:cubicBezTo>
                  <a:pt x="187" y="334"/>
                  <a:pt x="182" y="337"/>
                  <a:pt x="176" y="340"/>
                </a:cubicBezTo>
                <a:cubicBezTo>
                  <a:pt x="173" y="341"/>
                  <a:pt x="169" y="341"/>
                  <a:pt x="166" y="342"/>
                </a:cubicBezTo>
                <a:cubicBezTo>
                  <a:pt x="164" y="342"/>
                  <a:pt x="161" y="341"/>
                  <a:pt x="160" y="339"/>
                </a:cubicBezTo>
                <a:cubicBezTo>
                  <a:pt x="159" y="337"/>
                  <a:pt x="160" y="335"/>
                  <a:pt x="162" y="333"/>
                </a:cubicBezTo>
                <a:cubicBezTo>
                  <a:pt x="163" y="332"/>
                  <a:pt x="164" y="330"/>
                  <a:pt x="165" y="329"/>
                </a:cubicBezTo>
                <a:cubicBezTo>
                  <a:pt x="173" y="323"/>
                  <a:pt x="181" y="316"/>
                  <a:pt x="189" y="310"/>
                </a:cubicBezTo>
                <a:cubicBezTo>
                  <a:pt x="192" y="307"/>
                  <a:pt x="194" y="305"/>
                  <a:pt x="195" y="302"/>
                </a:cubicBezTo>
                <a:cubicBezTo>
                  <a:pt x="196" y="300"/>
                  <a:pt x="198" y="297"/>
                  <a:pt x="200" y="295"/>
                </a:cubicBezTo>
                <a:cubicBezTo>
                  <a:pt x="205" y="291"/>
                  <a:pt x="210" y="287"/>
                  <a:pt x="214" y="282"/>
                </a:cubicBezTo>
                <a:cubicBezTo>
                  <a:pt x="217" y="280"/>
                  <a:pt x="218" y="278"/>
                  <a:pt x="219" y="275"/>
                </a:cubicBezTo>
                <a:cubicBezTo>
                  <a:pt x="219" y="271"/>
                  <a:pt x="221" y="268"/>
                  <a:pt x="223" y="265"/>
                </a:cubicBezTo>
                <a:cubicBezTo>
                  <a:pt x="225" y="263"/>
                  <a:pt x="227" y="261"/>
                  <a:pt x="229" y="259"/>
                </a:cubicBezTo>
                <a:cubicBezTo>
                  <a:pt x="227" y="256"/>
                  <a:pt x="224" y="256"/>
                  <a:pt x="220" y="257"/>
                </a:cubicBezTo>
                <a:cubicBezTo>
                  <a:pt x="212" y="260"/>
                  <a:pt x="205" y="264"/>
                  <a:pt x="199" y="270"/>
                </a:cubicBezTo>
                <a:cubicBezTo>
                  <a:pt x="192" y="276"/>
                  <a:pt x="186" y="282"/>
                  <a:pt x="179" y="289"/>
                </a:cubicBezTo>
                <a:cubicBezTo>
                  <a:pt x="169" y="299"/>
                  <a:pt x="157" y="307"/>
                  <a:pt x="144" y="314"/>
                </a:cubicBezTo>
                <a:cubicBezTo>
                  <a:pt x="131" y="320"/>
                  <a:pt x="119" y="328"/>
                  <a:pt x="106" y="335"/>
                </a:cubicBezTo>
                <a:cubicBezTo>
                  <a:pt x="89" y="344"/>
                  <a:pt x="72" y="352"/>
                  <a:pt x="53" y="357"/>
                </a:cubicBezTo>
                <a:cubicBezTo>
                  <a:pt x="43" y="361"/>
                  <a:pt x="32" y="363"/>
                  <a:pt x="20" y="363"/>
                </a:cubicBezTo>
                <a:cubicBezTo>
                  <a:pt x="16" y="362"/>
                  <a:pt x="12" y="361"/>
                  <a:pt x="7" y="361"/>
                </a:cubicBezTo>
                <a:cubicBezTo>
                  <a:pt x="6" y="361"/>
                  <a:pt x="5" y="360"/>
                  <a:pt x="4" y="360"/>
                </a:cubicBezTo>
                <a:cubicBezTo>
                  <a:pt x="0" y="358"/>
                  <a:pt x="0" y="355"/>
                  <a:pt x="4" y="352"/>
                </a:cubicBezTo>
                <a:cubicBezTo>
                  <a:pt x="28" y="337"/>
                  <a:pt x="53" y="321"/>
                  <a:pt x="78" y="306"/>
                </a:cubicBezTo>
                <a:cubicBezTo>
                  <a:pt x="84" y="302"/>
                  <a:pt x="91" y="298"/>
                  <a:pt x="98" y="297"/>
                </a:cubicBezTo>
                <a:cubicBezTo>
                  <a:pt x="100" y="296"/>
                  <a:pt x="101" y="295"/>
                  <a:pt x="102" y="295"/>
                </a:cubicBezTo>
                <a:cubicBezTo>
                  <a:pt x="135" y="275"/>
                  <a:pt x="169" y="257"/>
                  <a:pt x="204" y="241"/>
                </a:cubicBezTo>
                <a:cubicBezTo>
                  <a:pt x="205" y="240"/>
                  <a:pt x="207" y="239"/>
                  <a:pt x="208" y="238"/>
                </a:cubicBezTo>
                <a:cubicBezTo>
                  <a:pt x="209" y="237"/>
                  <a:pt x="210" y="235"/>
                  <a:pt x="210" y="234"/>
                </a:cubicBezTo>
                <a:cubicBezTo>
                  <a:pt x="210" y="233"/>
                  <a:pt x="208" y="232"/>
                  <a:pt x="207" y="232"/>
                </a:cubicBezTo>
                <a:cubicBezTo>
                  <a:pt x="201" y="231"/>
                  <a:pt x="196" y="233"/>
                  <a:pt x="190" y="235"/>
                </a:cubicBezTo>
                <a:cubicBezTo>
                  <a:pt x="184" y="238"/>
                  <a:pt x="178" y="240"/>
                  <a:pt x="171" y="243"/>
                </a:cubicBezTo>
                <a:cubicBezTo>
                  <a:pt x="170" y="243"/>
                  <a:pt x="169" y="244"/>
                  <a:pt x="168" y="244"/>
                </a:cubicBezTo>
                <a:cubicBezTo>
                  <a:pt x="164" y="244"/>
                  <a:pt x="163" y="244"/>
                  <a:pt x="163" y="239"/>
                </a:cubicBezTo>
                <a:cubicBezTo>
                  <a:pt x="163" y="236"/>
                  <a:pt x="164" y="233"/>
                  <a:pt x="166" y="231"/>
                </a:cubicBezTo>
                <a:cubicBezTo>
                  <a:pt x="167" y="229"/>
                  <a:pt x="169" y="228"/>
                  <a:pt x="170" y="226"/>
                </a:cubicBezTo>
                <a:cubicBezTo>
                  <a:pt x="172" y="222"/>
                  <a:pt x="172" y="218"/>
                  <a:pt x="168" y="215"/>
                </a:cubicBezTo>
                <a:cubicBezTo>
                  <a:pt x="164" y="212"/>
                  <a:pt x="159" y="209"/>
                  <a:pt x="154" y="206"/>
                </a:cubicBezTo>
                <a:cubicBezTo>
                  <a:pt x="148" y="203"/>
                  <a:pt x="143" y="205"/>
                  <a:pt x="138" y="210"/>
                </a:cubicBezTo>
                <a:cubicBezTo>
                  <a:pt x="133" y="215"/>
                  <a:pt x="128" y="219"/>
                  <a:pt x="122" y="224"/>
                </a:cubicBezTo>
                <a:cubicBezTo>
                  <a:pt x="118" y="228"/>
                  <a:pt x="112" y="231"/>
                  <a:pt x="107" y="235"/>
                </a:cubicBezTo>
                <a:cubicBezTo>
                  <a:pt x="105" y="236"/>
                  <a:pt x="102" y="238"/>
                  <a:pt x="99" y="236"/>
                </a:cubicBezTo>
                <a:cubicBezTo>
                  <a:pt x="97" y="234"/>
                  <a:pt x="97" y="231"/>
                  <a:pt x="98" y="229"/>
                </a:cubicBezTo>
                <a:cubicBezTo>
                  <a:pt x="98" y="226"/>
                  <a:pt x="99" y="224"/>
                  <a:pt x="100" y="222"/>
                </a:cubicBezTo>
                <a:cubicBezTo>
                  <a:pt x="102" y="219"/>
                  <a:pt x="105" y="217"/>
                  <a:pt x="107" y="214"/>
                </a:cubicBezTo>
                <a:cubicBezTo>
                  <a:pt x="110" y="211"/>
                  <a:pt x="113" y="208"/>
                  <a:pt x="116" y="204"/>
                </a:cubicBezTo>
                <a:cubicBezTo>
                  <a:pt x="118" y="202"/>
                  <a:pt x="119" y="198"/>
                  <a:pt x="120" y="195"/>
                </a:cubicBezTo>
                <a:cubicBezTo>
                  <a:pt x="122" y="191"/>
                  <a:pt x="122" y="187"/>
                  <a:pt x="118" y="183"/>
                </a:cubicBezTo>
                <a:cubicBezTo>
                  <a:pt x="116" y="182"/>
                  <a:pt x="115" y="181"/>
                  <a:pt x="115" y="179"/>
                </a:cubicBezTo>
                <a:cubicBezTo>
                  <a:pt x="113" y="177"/>
                  <a:pt x="113" y="175"/>
                  <a:pt x="116" y="174"/>
                </a:cubicBezTo>
                <a:cubicBezTo>
                  <a:pt x="123" y="173"/>
                  <a:pt x="130" y="171"/>
                  <a:pt x="137" y="170"/>
                </a:cubicBezTo>
                <a:cubicBezTo>
                  <a:pt x="140" y="170"/>
                  <a:pt x="141" y="169"/>
                  <a:pt x="143" y="167"/>
                </a:cubicBezTo>
                <a:cubicBezTo>
                  <a:pt x="146" y="163"/>
                  <a:pt x="150" y="159"/>
                  <a:pt x="153" y="155"/>
                </a:cubicBezTo>
                <a:cubicBezTo>
                  <a:pt x="155" y="152"/>
                  <a:pt x="157" y="149"/>
                  <a:pt x="158" y="145"/>
                </a:cubicBezTo>
                <a:cubicBezTo>
                  <a:pt x="159" y="141"/>
                  <a:pt x="157" y="140"/>
                  <a:pt x="154" y="141"/>
                </a:cubicBezTo>
                <a:cubicBezTo>
                  <a:pt x="151" y="141"/>
                  <a:pt x="149" y="142"/>
                  <a:pt x="147" y="144"/>
                </a:cubicBezTo>
                <a:cubicBezTo>
                  <a:pt x="144" y="146"/>
                  <a:pt x="140" y="146"/>
                  <a:pt x="137" y="145"/>
                </a:cubicBezTo>
                <a:cubicBezTo>
                  <a:pt x="134" y="145"/>
                  <a:pt x="133" y="144"/>
                  <a:pt x="132" y="141"/>
                </a:cubicBezTo>
                <a:cubicBezTo>
                  <a:pt x="132" y="139"/>
                  <a:pt x="132" y="137"/>
                  <a:pt x="134" y="135"/>
                </a:cubicBezTo>
                <a:cubicBezTo>
                  <a:pt x="137" y="133"/>
                  <a:pt x="139" y="131"/>
                  <a:pt x="141" y="129"/>
                </a:cubicBezTo>
                <a:cubicBezTo>
                  <a:pt x="143" y="126"/>
                  <a:pt x="144" y="123"/>
                  <a:pt x="144" y="119"/>
                </a:cubicBezTo>
                <a:cubicBezTo>
                  <a:pt x="144" y="116"/>
                  <a:pt x="143" y="115"/>
                  <a:pt x="140" y="115"/>
                </a:cubicBezTo>
                <a:cubicBezTo>
                  <a:pt x="136" y="115"/>
                  <a:pt x="132" y="115"/>
                  <a:pt x="129" y="114"/>
                </a:cubicBezTo>
                <a:cubicBezTo>
                  <a:pt x="119" y="112"/>
                  <a:pt x="114" y="106"/>
                  <a:pt x="112" y="96"/>
                </a:cubicBezTo>
                <a:cubicBezTo>
                  <a:pt x="112" y="91"/>
                  <a:pt x="113" y="90"/>
                  <a:pt x="118" y="91"/>
                </a:cubicBezTo>
                <a:cubicBezTo>
                  <a:pt x="121" y="91"/>
                  <a:pt x="124" y="91"/>
                  <a:pt x="127" y="92"/>
                </a:cubicBezTo>
                <a:cubicBezTo>
                  <a:pt x="137" y="93"/>
                  <a:pt x="146" y="92"/>
                  <a:pt x="155" y="86"/>
                </a:cubicBezTo>
                <a:cubicBezTo>
                  <a:pt x="158" y="83"/>
                  <a:pt x="163" y="82"/>
                  <a:pt x="167" y="81"/>
                </a:cubicBezTo>
                <a:cubicBezTo>
                  <a:pt x="174" y="79"/>
                  <a:pt x="180" y="76"/>
                  <a:pt x="184" y="70"/>
                </a:cubicBezTo>
                <a:cubicBezTo>
                  <a:pt x="193" y="60"/>
                  <a:pt x="200" y="49"/>
                  <a:pt x="203" y="36"/>
                </a:cubicBezTo>
                <a:cubicBezTo>
                  <a:pt x="204" y="30"/>
                  <a:pt x="205" y="23"/>
                  <a:pt x="205" y="17"/>
                </a:cubicBezTo>
                <a:cubicBezTo>
                  <a:pt x="204" y="15"/>
                  <a:pt x="204" y="13"/>
                  <a:pt x="204" y="10"/>
                </a:cubicBezTo>
                <a:cubicBezTo>
                  <a:pt x="204" y="7"/>
                  <a:pt x="204" y="4"/>
                  <a:pt x="207" y="2"/>
                </a:cubicBezTo>
                <a:cubicBezTo>
                  <a:pt x="211" y="0"/>
                  <a:pt x="213" y="2"/>
                  <a:pt x="216" y="3"/>
                </a:cubicBezTo>
                <a:cubicBezTo>
                  <a:pt x="230" y="11"/>
                  <a:pt x="236" y="28"/>
                  <a:pt x="230" y="43"/>
                </a:cubicBezTo>
                <a:cubicBezTo>
                  <a:pt x="229" y="48"/>
                  <a:pt x="226" y="52"/>
                  <a:pt x="224" y="56"/>
                </a:cubicBezTo>
                <a:cubicBezTo>
                  <a:pt x="219" y="64"/>
                  <a:pt x="214" y="72"/>
                  <a:pt x="209" y="80"/>
                </a:cubicBezTo>
                <a:cubicBezTo>
                  <a:pt x="207" y="83"/>
                  <a:pt x="206" y="87"/>
                  <a:pt x="205" y="91"/>
                </a:cubicBezTo>
                <a:cubicBezTo>
                  <a:pt x="204" y="93"/>
                  <a:pt x="203" y="95"/>
                  <a:pt x="203" y="98"/>
                </a:cubicBezTo>
                <a:cubicBezTo>
                  <a:pt x="203" y="102"/>
                  <a:pt x="205" y="104"/>
                  <a:pt x="208" y="105"/>
                </a:cubicBezTo>
                <a:cubicBezTo>
                  <a:pt x="213" y="106"/>
                  <a:pt x="217" y="105"/>
                  <a:pt x="221" y="104"/>
                </a:cubicBezTo>
                <a:cubicBezTo>
                  <a:pt x="236" y="97"/>
                  <a:pt x="251" y="91"/>
                  <a:pt x="267" y="87"/>
                </a:cubicBezTo>
                <a:cubicBezTo>
                  <a:pt x="274" y="85"/>
                  <a:pt x="280" y="84"/>
                  <a:pt x="287" y="82"/>
                </a:cubicBezTo>
                <a:cubicBezTo>
                  <a:pt x="290" y="82"/>
                  <a:pt x="294" y="82"/>
                  <a:pt x="297" y="85"/>
                </a:cubicBezTo>
                <a:cubicBezTo>
                  <a:pt x="299" y="86"/>
                  <a:pt x="301" y="86"/>
                  <a:pt x="304" y="86"/>
                </a:cubicBezTo>
                <a:cubicBezTo>
                  <a:pt x="305" y="87"/>
                  <a:pt x="307" y="86"/>
                  <a:pt x="309" y="86"/>
                </a:cubicBezTo>
                <a:cubicBezTo>
                  <a:pt x="317" y="86"/>
                  <a:pt x="323" y="89"/>
                  <a:pt x="325" y="97"/>
                </a:cubicBezTo>
                <a:cubicBezTo>
                  <a:pt x="325" y="99"/>
                  <a:pt x="325" y="101"/>
                  <a:pt x="325" y="104"/>
                </a:cubicBezTo>
                <a:close/>
                <a:moveTo>
                  <a:pt x="206" y="122"/>
                </a:moveTo>
                <a:cubicBezTo>
                  <a:pt x="203" y="122"/>
                  <a:pt x="200" y="123"/>
                  <a:pt x="198" y="126"/>
                </a:cubicBezTo>
                <a:cubicBezTo>
                  <a:pt x="189" y="138"/>
                  <a:pt x="179" y="150"/>
                  <a:pt x="169" y="162"/>
                </a:cubicBezTo>
                <a:cubicBezTo>
                  <a:pt x="166" y="166"/>
                  <a:pt x="164" y="170"/>
                  <a:pt x="164" y="175"/>
                </a:cubicBezTo>
                <a:cubicBezTo>
                  <a:pt x="162" y="184"/>
                  <a:pt x="165" y="188"/>
                  <a:pt x="173" y="193"/>
                </a:cubicBezTo>
                <a:cubicBezTo>
                  <a:pt x="176" y="195"/>
                  <a:pt x="179" y="194"/>
                  <a:pt x="181" y="191"/>
                </a:cubicBezTo>
                <a:cubicBezTo>
                  <a:pt x="183" y="188"/>
                  <a:pt x="183" y="186"/>
                  <a:pt x="184" y="183"/>
                </a:cubicBezTo>
                <a:cubicBezTo>
                  <a:pt x="185" y="180"/>
                  <a:pt x="185" y="176"/>
                  <a:pt x="186" y="173"/>
                </a:cubicBezTo>
                <a:cubicBezTo>
                  <a:pt x="187" y="171"/>
                  <a:pt x="188" y="168"/>
                  <a:pt x="190" y="167"/>
                </a:cubicBezTo>
                <a:cubicBezTo>
                  <a:pt x="194" y="164"/>
                  <a:pt x="197" y="165"/>
                  <a:pt x="199" y="170"/>
                </a:cubicBezTo>
                <a:cubicBezTo>
                  <a:pt x="199" y="171"/>
                  <a:pt x="199" y="171"/>
                  <a:pt x="199" y="172"/>
                </a:cubicBezTo>
                <a:cubicBezTo>
                  <a:pt x="202" y="183"/>
                  <a:pt x="205" y="193"/>
                  <a:pt x="206" y="204"/>
                </a:cubicBezTo>
                <a:cubicBezTo>
                  <a:pt x="206" y="206"/>
                  <a:pt x="207" y="209"/>
                  <a:pt x="210" y="210"/>
                </a:cubicBezTo>
                <a:cubicBezTo>
                  <a:pt x="214" y="210"/>
                  <a:pt x="215" y="208"/>
                  <a:pt x="217" y="206"/>
                </a:cubicBezTo>
                <a:cubicBezTo>
                  <a:pt x="217" y="205"/>
                  <a:pt x="217" y="205"/>
                  <a:pt x="218" y="204"/>
                </a:cubicBezTo>
                <a:cubicBezTo>
                  <a:pt x="221" y="199"/>
                  <a:pt x="225" y="193"/>
                  <a:pt x="229" y="188"/>
                </a:cubicBezTo>
                <a:cubicBezTo>
                  <a:pt x="237" y="177"/>
                  <a:pt x="246" y="167"/>
                  <a:pt x="255" y="157"/>
                </a:cubicBezTo>
                <a:cubicBezTo>
                  <a:pt x="259" y="152"/>
                  <a:pt x="261" y="147"/>
                  <a:pt x="261" y="141"/>
                </a:cubicBezTo>
                <a:cubicBezTo>
                  <a:pt x="261" y="137"/>
                  <a:pt x="259" y="135"/>
                  <a:pt x="255" y="134"/>
                </a:cubicBezTo>
                <a:cubicBezTo>
                  <a:pt x="253" y="134"/>
                  <a:pt x="251" y="134"/>
                  <a:pt x="250" y="134"/>
                </a:cubicBezTo>
                <a:cubicBezTo>
                  <a:pt x="240" y="131"/>
                  <a:pt x="231" y="129"/>
                  <a:pt x="221" y="126"/>
                </a:cubicBezTo>
                <a:cubicBezTo>
                  <a:pt x="216" y="125"/>
                  <a:pt x="211" y="123"/>
                  <a:pt x="206" y="1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9" name="Freeform 10">
            <a:extLst xmlns:a="http://schemas.openxmlformats.org/drawingml/2006/main">
              <a:ext uri="{FF2B5EF4-FFF2-40B4-BE49-F238E27FC236}">
                <a16:creationId xmlns:a16="http://schemas.microsoft.com/office/drawing/2014/main" id="{1E2369D8-47E3-4B81-828F-890672786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8190" y="398363"/>
            <a:ext cx="193882" cy="208139"/>
          </a:xfrm>
          <a:custGeom xmlns:a="http://schemas.openxmlformats.org/drawingml/2006/main">
            <a:gdLst>
              <a:gd name="T0" fmla="*/ 83 w 383"/>
              <a:gd name="T1" fmla="*/ 410 h 411"/>
              <a:gd name="T2" fmla="*/ 111 w 383"/>
              <a:gd name="T3" fmla="*/ 380 h 411"/>
              <a:gd name="T4" fmla="*/ 136 w 383"/>
              <a:gd name="T5" fmla="*/ 371 h 411"/>
              <a:gd name="T6" fmla="*/ 198 w 383"/>
              <a:gd name="T7" fmla="*/ 294 h 411"/>
              <a:gd name="T8" fmla="*/ 201 w 383"/>
              <a:gd name="T9" fmla="*/ 280 h 411"/>
              <a:gd name="T10" fmla="*/ 197 w 383"/>
              <a:gd name="T11" fmla="*/ 274 h 411"/>
              <a:gd name="T12" fmla="*/ 166 w 383"/>
              <a:gd name="T13" fmla="*/ 283 h 411"/>
              <a:gd name="T14" fmla="*/ 144 w 383"/>
              <a:gd name="T15" fmla="*/ 291 h 411"/>
              <a:gd name="T16" fmla="*/ 123 w 383"/>
              <a:gd name="T17" fmla="*/ 305 h 411"/>
              <a:gd name="T18" fmla="*/ 62 w 383"/>
              <a:gd name="T19" fmla="*/ 344 h 411"/>
              <a:gd name="T20" fmla="*/ 34 w 383"/>
              <a:gd name="T21" fmla="*/ 353 h 411"/>
              <a:gd name="T22" fmla="*/ 9 w 383"/>
              <a:gd name="T23" fmla="*/ 344 h 411"/>
              <a:gd name="T24" fmla="*/ 1 w 383"/>
              <a:gd name="T25" fmla="*/ 322 h 411"/>
              <a:gd name="T26" fmla="*/ 0 w 383"/>
              <a:gd name="T27" fmla="*/ 288 h 411"/>
              <a:gd name="T28" fmla="*/ 1 w 383"/>
              <a:gd name="T29" fmla="*/ 283 h 411"/>
              <a:gd name="T30" fmla="*/ 6 w 383"/>
              <a:gd name="T31" fmla="*/ 282 h 411"/>
              <a:gd name="T32" fmla="*/ 8 w 383"/>
              <a:gd name="T33" fmla="*/ 285 h 411"/>
              <a:gd name="T34" fmla="*/ 10 w 383"/>
              <a:gd name="T35" fmla="*/ 290 h 411"/>
              <a:gd name="T36" fmla="*/ 32 w 383"/>
              <a:gd name="T37" fmla="*/ 298 h 411"/>
              <a:gd name="T38" fmla="*/ 46 w 383"/>
              <a:gd name="T39" fmla="*/ 293 h 411"/>
              <a:gd name="T40" fmla="*/ 53 w 383"/>
              <a:gd name="T41" fmla="*/ 291 h 411"/>
              <a:gd name="T42" fmla="*/ 65 w 383"/>
              <a:gd name="T43" fmla="*/ 288 h 411"/>
              <a:gd name="T44" fmla="*/ 100 w 383"/>
              <a:gd name="T45" fmla="*/ 268 h 411"/>
              <a:gd name="T46" fmla="*/ 156 w 383"/>
              <a:gd name="T47" fmla="*/ 244 h 411"/>
              <a:gd name="T48" fmla="*/ 197 w 383"/>
              <a:gd name="T49" fmla="*/ 229 h 411"/>
              <a:gd name="T50" fmla="*/ 203 w 383"/>
              <a:gd name="T51" fmla="*/ 226 h 411"/>
              <a:gd name="T52" fmla="*/ 219 w 383"/>
              <a:gd name="T53" fmla="*/ 204 h 411"/>
              <a:gd name="T54" fmla="*/ 222 w 383"/>
              <a:gd name="T55" fmla="*/ 124 h 411"/>
              <a:gd name="T56" fmla="*/ 210 w 383"/>
              <a:gd name="T57" fmla="*/ 69 h 411"/>
              <a:gd name="T58" fmla="*/ 197 w 383"/>
              <a:gd name="T59" fmla="*/ 36 h 411"/>
              <a:gd name="T60" fmla="*/ 194 w 383"/>
              <a:gd name="T61" fmla="*/ 10 h 411"/>
              <a:gd name="T62" fmla="*/ 205 w 383"/>
              <a:gd name="T63" fmla="*/ 2 h 411"/>
              <a:gd name="T64" fmla="*/ 230 w 383"/>
              <a:gd name="T65" fmla="*/ 7 h 411"/>
              <a:gd name="T66" fmla="*/ 237 w 383"/>
              <a:gd name="T67" fmla="*/ 10 h 411"/>
              <a:gd name="T68" fmla="*/ 248 w 383"/>
              <a:gd name="T69" fmla="*/ 19 h 411"/>
              <a:gd name="T70" fmla="*/ 265 w 383"/>
              <a:gd name="T71" fmla="*/ 29 h 411"/>
              <a:gd name="T72" fmla="*/ 280 w 383"/>
              <a:gd name="T73" fmla="*/ 49 h 411"/>
              <a:gd name="T74" fmla="*/ 278 w 383"/>
              <a:gd name="T75" fmla="*/ 66 h 411"/>
              <a:gd name="T76" fmla="*/ 273 w 383"/>
              <a:gd name="T77" fmla="*/ 72 h 411"/>
              <a:gd name="T78" fmla="*/ 270 w 383"/>
              <a:gd name="T79" fmla="*/ 77 h 411"/>
              <a:gd name="T80" fmla="*/ 271 w 383"/>
              <a:gd name="T81" fmla="*/ 158 h 411"/>
              <a:gd name="T82" fmla="*/ 273 w 383"/>
              <a:gd name="T83" fmla="*/ 179 h 411"/>
              <a:gd name="T84" fmla="*/ 278 w 383"/>
              <a:gd name="T85" fmla="*/ 182 h 411"/>
              <a:gd name="T86" fmla="*/ 313 w 383"/>
              <a:gd name="T87" fmla="*/ 160 h 411"/>
              <a:gd name="T88" fmla="*/ 325 w 383"/>
              <a:gd name="T89" fmla="*/ 144 h 411"/>
              <a:gd name="T90" fmla="*/ 341 w 383"/>
              <a:gd name="T91" fmla="*/ 128 h 411"/>
              <a:gd name="T92" fmla="*/ 369 w 383"/>
              <a:gd name="T93" fmla="*/ 122 h 411"/>
              <a:gd name="T94" fmla="*/ 380 w 383"/>
              <a:gd name="T95" fmla="*/ 141 h 411"/>
              <a:gd name="T96" fmla="*/ 372 w 383"/>
              <a:gd name="T97" fmla="*/ 154 h 411"/>
              <a:gd name="T98" fmla="*/ 355 w 383"/>
              <a:gd name="T99" fmla="*/ 169 h 411"/>
              <a:gd name="T100" fmla="*/ 314 w 383"/>
              <a:gd name="T101" fmla="*/ 199 h 411"/>
              <a:gd name="T102" fmla="*/ 275 w 383"/>
              <a:gd name="T103" fmla="*/ 229 h 411"/>
              <a:gd name="T104" fmla="*/ 271 w 383"/>
              <a:gd name="T105" fmla="*/ 238 h 411"/>
              <a:gd name="T106" fmla="*/ 254 w 383"/>
              <a:gd name="T107" fmla="*/ 310 h 411"/>
              <a:gd name="T108" fmla="*/ 250 w 383"/>
              <a:gd name="T109" fmla="*/ 320 h 411"/>
              <a:gd name="T110" fmla="*/ 247 w 383"/>
              <a:gd name="T111" fmla="*/ 325 h 411"/>
              <a:gd name="T112" fmla="*/ 173 w 383"/>
              <a:gd name="T113" fmla="*/ 386 h 411"/>
              <a:gd name="T114" fmla="*/ 95 w 383"/>
              <a:gd name="T115" fmla="*/ 410 h 411"/>
              <a:gd name="T116" fmla="*/ 88 w 383"/>
              <a:gd name="T117" fmla="*/ 411 h 411"/>
              <a:gd name="T118" fmla="*/ 83 w 383"/>
              <a:gd name="T119" fmla="*/ 410 h 411"/>
            </a:gdLst>
            <a:rect l="0" t="0" r="r" b="b"/>
            <a:pathLst>
              <a:path w="383" h="411">
                <a:moveTo>
                  <a:pt x="83" y="410"/>
                </a:moveTo>
                <a:cubicBezTo>
                  <a:pt x="89" y="396"/>
                  <a:pt x="96" y="385"/>
                  <a:pt x="111" y="380"/>
                </a:cubicBezTo>
                <a:cubicBezTo>
                  <a:pt x="120" y="378"/>
                  <a:pt x="128" y="375"/>
                  <a:pt x="136" y="371"/>
                </a:cubicBezTo>
                <a:cubicBezTo>
                  <a:pt x="168" y="355"/>
                  <a:pt x="188" y="328"/>
                  <a:pt x="198" y="294"/>
                </a:cubicBezTo>
                <a:cubicBezTo>
                  <a:pt x="199" y="289"/>
                  <a:pt x="200" y="284"/>
                  <a:pt x="201" y="280"/>
                </a:cubicBezTo>
                <a:cubicBezTo>
                  <a:pt x="202" y="275"/>
                  <a:pt x="201" y="274"/>
                  <a:pt x="197" y="274"/>
                </a:cubicBezTo>
                <a:cubicBezTo>
                  <a:pt x="186" y="275"/>
                  <a:pt x="176" y="278"/>
                  <a:pt x="166" y="283"/>
                </a:cubicBezTo>
                <a:cubicBezTo>
                  <a:pt x="159" y="286"/>
                  <a:pt x="152" y="289"/>
                  <a:pt x="144" y="291"/>
                </a:cubicBezTo>
                <a:cubicBezTo>
                  <a:pt x="136" y="294"/>
                  <a:pt x="130" y="300"/>
                  <a:pt x="123" y="305"/>
                </a:cubicBezTo>
                <a:cubicBezTo>
                  <a:pt x="105" y="321"/>
                  <a:pt x="84" y="334"/>
                  <a:pt x="62" y="344"/>
                </a:cubicBezTo>
                <a:cubicBezTo>
                  <a:pt x="53" y="348"/>
                  <a:pt x="43" y="351"/>
                  <a:pt x="34" y="353"/>
                </a:cubicBezTo>
                <a:cubicBezTo>
                  <a:pt x="24" y="356"/>
                  <a:pt x="15" y="352"/>
                  <a:pt x="9" y="344"/>
                </a:cubicBezTo>
                <a:cubicBezTo>
                  <a:pt x="4" y="338"/>
                  <a:pt x="1" y="330"/>
                  <a:pt x="1" y="322"/>
                </a:cubicBezTo>
                <a:cubicBezTo>
                  <a:pt x="1" y="310"/>
                  <a:pt x="0" y="299"/>
                  <a:pt x="0" y="288"/>
                </a:cubicBezTo>
                <a:cubicBezTo>
                  <a:pt x="0" y="286"/>
                  <a:pt x="0" y="284"/>
                  <a:pt x="1" y="283"/>
                </a:cubicBezTo>
                <a:cubicBezTo>
                  <a:pt x="1" y="280"/>
                  <a:pt x="4" y="279"/>
                  <a:pt x="6" y="282"/>
                </a:cubicBezTo>
                <a:cubicBezTo>
                  <a:pt x="7" y="283"/>
                  <a:pt x="7" y="284"/>
                  <a:pt x="8" y="285"/>
                </a:cubicBezTo>
                <a:cubicBezTo>
                  <a:pt x="9" y="286"/>
                  <a:pt x="9" y="288"/>
                  <a:pt x="10" y="290"/>
                </a:cubicBezTo>
                <a:cubicBezTo>
                  <a:pt x="16" y="297"/>
                  <a:pt x="23" y="301"/>
                  <a:pt x="32" y="298"/>
                </a:cubicBezTo>
                <a:cubicBezTo>
                  <a:pt x="37" y="297"/>
                  <a:pt x="41" y="295"/>
                  <a:pt x="46" y="293"/>
                </a:cubicBezTo>
                <a:cubicBezTo>
                  <a:pt x="48" y="292"/>
                  <a:pt x="51" y="291"/>
                  <a:pt x="53" y="291"/>
                </a:cubicBezTo>
                <a:cubicBezTo>
                  <a:pt x="58" y="292"/>
                  <a:pt x="61" y="290"/>
                  <a:pt x="65" y="288"/>
                </a:cubicBezTo>
                <a:cubicBezTo>
                  <a:pt x="77" y="282"/>
                  <a:pt x="89" y="275"/>
                  <a:pt x="100" y="268"/>
                </a:cubicBezTo>
                <a:cubicBezTo>
                  <a:pt x="118" y="258"/>
                  <a:pt x="137" y="251"/>
                  <a:pt x="156" y="244"/>
                </a:cubicBezTo>
                <a:cubicBezTo>
                  <a:pt x="169" y="239"/>
                  <a:pt x="183" y="234"/>
                  <a:pt x="197" y="229"/>
                </a:cubicBezTo>
                <a:cubicBezTo>
                  <a:pt x="199" y="228"/>
                  <a:pt x="201" y="227"/>
                  <a:pt x="203" y="226"/>
                </a:cubicBezTo>
                <a:cubicBezTo>
                  <a:pt x="212" y="222"/>
                  <a:pt x="218" y="215"/>
                  <a:pt x="219" y="204"/>
                </a:cubicBezTo>
                <a:cubicBezTo>
                  <a:pt x="221" y="178"/>
                  <a:pt x="223" y="151"/>
                  <a:pt x="222" y="124"/>
                </a:cubicBezTo>
                <a:cubicBezTo>
                  <a:pt x="221" y="105"/>
                  <a:pt x="218" y="87"/>
                  <a:pt x="210" y="69"/>
                </a:cubicBezTo>
                <a:cubicBezTo>
                  <a:pt x="205" y="58"/>
                  <a:pt x="201" y="47"/>
                  <a:pt x="197" y="36"/>
                </a:cubicBezTo>
                <a:cubicBezTo>
                  <a:pt x="194" y="28"/>
                  <a:pt x="193" y="19"/>
                  <a:pt x="194" y="10"/>
                </a:cubicBezTo>
                <a:cubicBezTo>
                  <a:pt x="194" y="4"/>
                  <a:pt x="199" y="0"/>
                  <a:pt x="205" y="2"/>
                </a:cubicBezTo>
                <a:cubicBezTo>
                  <a:pt x="213" y="4"/>
                  <a:pt x="222" y="5"/>
                  <a:pt x="230" y="7"/>
                </a:cubicBezTo>
                <a:cubicBezTo>
                  <a:pt x="233" y="7"/>
                  <a:pt x="235" y="9"/>
                  <a:pt x="237" y="10"/>
                </a:cubicBezTo>
                <a:cubicBezTo>
                  <a:pt x="241" y="13"/>
                  <a:pt x="244" y="16"/>
                  <a:pt x="248" y="19"/>
                </a:cubicBezTo>
                <a:cubicBezTo>
                  <a:pt x="253" y="23"/>
                  <a:pt x="259" y="26"/>
                  <a:pt x="265" y="29"/>
                </a:cubicBezTo>
                <a:cubicBezTo>
                  <a:pt x="274" y="33"/>
                  <a:pt x="279" y="40"/>
                  <a:pt x="280" y="49"/>
                </a:cubicBezTo>
                <a:cubicBezTo>
                  <a:pt x="280" y="55"/>
                  <a:pt x="280" y="60"/>
                  <a:pt x="278" y="66"/>
                </a:cubicBezTo>
                <a:cubicBezTo>
                  <a:pt x="277" y="68"/>
                  <a:pt x="275" y="70"/>
                  <a:pt x="273" y="72"/>
                </a:cubicBezTo>
                <a:cubicBezTo>
                  <a:pt x="271" y="74"/>
                  <a:pt x="270" y="75"/>
                  <a:pt x="270" y="77"/>
                </a:cubicBezTo>
                <a:cubicBezTo>
                  <a:pt x="271" y="104"/>
                  <a:pt x="271" y="131"/>
                  <a:pt x="271" y="158"/>
                </a:cubicBezTo>
                <a:cubicBezTo>
                  <a:pt x="272" y="165"/>
                  <a:pt x="272" y="172"/>
                  <a:pt x="273" y="179"/>
                </a:cubicBezTo>
                <a:cubicBezTo>
                  <a:pt x="274" y="183"/>
                  <a:pt x="275" y="184"/>
                  <a:pt x="278" y="182"/>
                </a:cubicBezTo>
                <a:cubicBezTo>
                  <a:pt x="291" y="176"/>
                  <a:pt x="303" y="170"/>
                  <a:pt x="313" y="160"/>
                </a:cubicBezTo>
                <a:cubicBezTo>
                  <a:pt x="317" y="155"/>
                  <a:pt x="321" y="150"/>
                  <a:pt x="325" y="144"/>
                </a:cubicBezTo>
                <a:cubicBezTo>
                  <a:pt x="330" y="138"/>
                  <a:pt x="335" y="132"/>
                  <a:pt x="341" y="128"/>
                </a:cubicBezTo>
                <a:cubicBezTo>
                  <a:pt x="350" y="122"/>
                  <a:pt x="359" y="120"/>
                  <a:pt x="369" y="122"/>
                </a:cubicBezTo>
                <a:cubicBezTo>
                  <a:pt x="379" y="124"/>
                  <a:pt x="383" y="131"/>
                  <a:pt x="380" y="141"/>
                </a:cubicBezTo>
                <a:cubicBezTo>
                  <a:pt x="379" y="146"/>
                  <a:pt x="376" y="151"/>
                  <a:pt x="372" y="154"/>
                </a:cubicBezTo>
                <a:cubicBezTo>
                  <a:pt x="367" y="160"/>
                  <a:pt x="361" y="165"/>
                  <a:pt x="355" y="169"/>
                </a:cubicBezTo>
                <a:cubicBezTo>
                  <a:pt x="341" y="178"/>
                  <a:pt x="328" y="189"/>
                  <a:pt x="314" y="199"/>
                </a:cubicBezTo>
                <a:cubicBezTo>
                  <a:pt x="301" y="209"/>
                  <a:pt x="289" y="219"/>
                  <a:pt x="275" y="229"/>
                </a:cubicBezTo>
                <a:cubicBezTo>
                  <a:pt x="272" y="232"/>
                  <a:pt x="271" y="234"/>
                  <a:pt x="271" y="238"/>
                </a:cubicBezTo>
                <a:cubicBezTo>
                  <a:pt x="267" y="263"/>
                  <a:pt x="262" y="287"/>
                  <a:pt x="254" y="310"/>
                </a:cubicBezTo>
                <a:cubicBezTo>
                  <a:pt x="253" y="314"/>
                  <a:pt x="251" y="317"/>
                  <a:pt x="250" y="320"/>
                </a:cubicBezTo>
                <a:cubicBezTo>
                  <a:pt x="249" y="322"/>
                  <a:pt x="249" y="324"/>
                  <a:pt x="247" y="325"/>
                </a:cubicBezTo>
                <a:cubicBezTo>
                  <a:pt x="226" y="349"/>
                  <a:pt x="202" y="371"/>
                  <a:pt x="173" y="386"/>
                </a:cubicBezTo>
                <a:cubicBezTo>
                  <a:pt x="149" y="400"/>
                  <a:pt x="123" y="408"/>
                  <a:pt x="95" y="410"/>
                </a:cubicBezTo>
                <a:cubicBezTo>
                  <a:pt x="93" y="410"/>
                  <a:pt x="90" y="411"/>
                  <a:pt x="88" y="411"/>
                </a:cubicBezTo>
                <a:cubicBezTo>
                  <a:pt x="87" y="411"/>
                  <a:pt x="85" y="411"/>
                  <a:pt x="83" y="4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0" name="Freeform 11">
            <a:extLst xmlns:a="http://schemas.openxmlformats.org/drawingml/2006/main">
              <a:ext uri="{FF2B5EF4-FFF2-40B4-BE49-F238E27FC236}">
                <a16:creationId xmlns:a16="http://schemas.microsoft.com/office/drawing/2014/main" id="{D58162CE-7F62-472C-8D88-452ABCB01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4135" y="400644"/>
            <a:ext cx="98081" cy="227527"/>
          </a:xfrm>
          <a:custGeom xmlns:a="http://schemas.openxmlformats.org/drawingml/2006/main">
            <a:gdLst>
              <a:gd name="T0" fmla="*/ 127 w 193"/>
              <a:gd name="T1" fmla="*/ 371 h 449"/>
              <a:gd name="T2" fmla="*/ 63 w 193"/>
              <a:gd name="T3" fmla="*/ 417 h 449"/>
              <a:gd name="T4" fmla="*/ 47 w 193"/>
              <a:gd name="T5" fmla="*/ 433 h 449"/>
              <a:gd name="T6" fmla="*/ 7 w 193"/>
              <a:gd name="T7" fmla="*/ 434 h 449"/>
              <a:gd name="T8" fmla="*/ 1 w 193"/>
              <a:gd name="T9" fmla="*/ 383 h 449"/>
              <a:gd name="T10" fmla="*/ 33 w 193"/>
              <a:gd name="T11" fmla="*/ 331 h 449"/>
              <a:gd name="T12" fmla="*/ 49 w 193"/>
              <a:gd name="T13" fmla="*/ 286 h 449"/>
              <a:gd name="T14" fmla="*/ 50 w 193"/>
              <a:gd name="T15" fmla="*/ 233 h 449"/>
              <a:gd name="T16" fmla="*/ 38 w 193"/>
              <a:gd name="T17" fmla="*/ 207 h 449"/>
              <a:gd name="T18" fmla="*/ 54 w 193"/>
              <a:gd name="T19" fmla="*/ 201 h 449"/>
              <a:gd name="T20" fmla="*/ 75 w 193"/>
              <a:gd name="T21" fmla="*/ 209 h 449"/>
              <a:gd name="T22" fmla="*/ 107 w 193"/>
              <a:gd name="T23" fmla="*/ 223 h 449"/>
              <a:gd name="T24" fmla="*/ 126 w 193"/>
              <a:gd name="T25" fmla="*/ 233 h 449"/>
              <a:gd name="T26" fmla="*/ 133 w 193"/>
              <a:gd name="T27" fmla="*/ 231 h 449"/>
              <a:gd name="T28" fmla="*/ 135 w 193"/>
              <a:gd name="T29" fmla="*/ 200 h 449"/>
              <a:gd name="T30" fmla="*/ 133 w 193"/>
              <a:gd name="T31" fmla="*/ 99 h 449"/>
              <a:gd name="T32" fmla="*/ 105 w 193"/>
              <a:gd name="T33" fmla="*/ 55 h 449"/>
              <a:gd name="T34" fmla="*/ 77 w 193"/>
              <a:gd name="T35" fmla="*/ 9 h 449"/>
              <a:gd name="T36" fmla="*/ 95 w 193"/>
              <a:gd name="T37" fmla="*/ 6 h 449"/>
              <a:gd name="T38" fmla="*/ 165 w 193"/>
              <a:gd name="T39" fmla="*/ 52 h 449"/>
              <a:gd name="T40" fmla="*/ 189 w 193"/>
              <a:gd name="T41" fmla="*/ 83 h 449"/>
              <a:gd name="T42" fmla="*/ 189 w 193"/>
              <a:gd name="T43" fmla="*/ 292 h 449"/>
              <a:gd name="T44" fmla="*/ 165 w 193"/>
              <a:gd name="T45" fmla="*/ 409 h 449"/>
              <a:gd name="T46" fmla="*/ 145 w 193"/>
              <a:gd name="T47" fmla="*/ 428 h 449"/>
              <a:gd name="T48" fmla="*/ 134 w 193"/>
              <a:gd name="T49" fmla="*/ 415 h 449"/>
              <a:gd name="T50" fmla="*/ 131 w 193"/>
              <a:gd name="T51" fmla="*/ 367 h 449"/>
              <a:gd name="T52" fmla="*/ 124 w 193"/>
              <a:gd name="T53" fmla="*/ 264 h 449"/>
              <a:gd name="T54" fmla="*/ 102 w 193"/>
              <a:gd name="T55" fmla="*/ 280 h 449"/>
              <a:gd name="T56" fmla="*/ 81 w 193"/>
              <a:gd name="T57" fmla="*/ 296 h 449"/>
              <a:gd name="T58" fmla="*/ 59 w 193"/>
              <a:gd name="T59" fmla="*/ 331 h 449"/>
              <a:gd name="T60" fmla="*/ 31 w 193"/>
              <a:gd name="T61" fmla="*/ 373 h 449"/>
              <a:gd name="T62" fmla="*/ 46 w 193"/>
              <a:gd name="T63" fmla="*/ 382 h 449"/>
              <a:gd name="T64" fmla="*/ 78 w 193"/>
              <a:gd name="T65" fmla="*/ 363 h 449"/>
              <a:gd name="T66" fmla="*/ 114 w 193"/>
              <a:gd name="T67" fmla="*/ 346 h 449"/>
              <a:gd name="T68" fmla="*/ 133 w 193"/>
              <a:gd name="T69" fmla="*/ 325 h 449"/>
              <a:gd name="T70" fmla="*/ 132 w 193"/>
              <a:gd name="T71" fmla="*/ 255 h 449"/>
            </a:gdLst>
            <a:rect l="0" t="0" r="r" b="b"/>
            <a:pathLst>
              <a:path w="193" h="449">
                <a:moveTo>
                  <a:pt x="131" y="367"/>
                </a:moveTo>
                <a:cubicBezTo>
                  <a:pt x="129" y="369"/>
                  <a:pt x="128" y="370"/>
                  <a:pt x="127" y="371"/>
                </a:cubicBezTo>
                <a:cubicBezTo>
                  <a:pt x="112" y="385"/>
                  <a:pt x="97" y="397"/>
                  <a:pt x="80" y="408"/>
                </a:cubicBezTo>
                <a:cubicBezTo>
                  <a:pt x="74" y="411"/>
                  <a:pt x="69" y="414"/>
                  <a:pt x="63" y="417"/>
                </a:cubicBezTo>
                <a:cubicBezTo>
                  <a:pt x="61" y="419"/>
                  <a:pt x="59" y="420"/>
                  <a:pt x="57" y="422"/>
                </a:cubicBezTo>
                <a:cubicBezTo>
                  <a:pt x="54" y="426"/>
                  <a:pt x="50" y="430"/>
                  <a:pt x="47" y="433"/>
                </a:cubicBezTo>
                <a:cubicBezTo>
                  <a:pt x="44" y="436"/>
                  <a:pt x="41" y="439"/>
                  <a:pt x="38" y="441"/>
                </a:cubicBezTo>
                <a:cubicBezTo>
                  <a:pt x="27" y="449"/>
                  <a:pt x="13" y="446"/>
                  <a:pt x="7" y="434"/>
                </a:cubicBezTo>
                <a:cubicBezTo>
                  <a:pt x="4" y="428"/>
                  <a:pt x="2" y="421"/>
                  <a:pt x="1" y="415"/>
                </a:cubicBezTo>
                <a:cubicBezTo>
                  <a:pt x="0" y="404"/>
                  <a:pt x="0" y="394"/>
                  <a:pt x="1" y="383"/>
                </a:cubicBezTo>
                <a:cubicBezTo>
                  <a:pt x="2" y="379"/>
                  <a:pt x="3" y="374"/>
                  <a:pt x="7" y="372"/>
                </a:cubicBezTo>
                <a:cubicBezTo>
                  <a:pt x="20" y="361"/>
                  <a:pt x="28" y="346"/>
                  <a:pt x="33" y="331"/>
                </a:cubicBezTo>
                <a:cubicBezTo>
                  <a:pt x="36" y="325"/>
                  <a:pt x="37" y="319"/>
                  <a:pt x="39" y="313"/>
                </a:cubicBezTo>
                <a:cubicBezTo>
                  <a:pt x="42" y="304"/>
                  <a:pt x="45" y="294"/>
                  <a:pt x="49" y="286"/>
                </a:cubicBezTo>
                <a:cubicBezTo>
                  <a:pt x="56" y="272"/>
                  <a:pt x="56" y="258"/>
                  <a:pt x="53" y="244"/>
                </a:cubicBezTo>
                <a:cubicBezTo>
                  <a:pt x="52" y="240"/>
                  <a:pt x="51" y="237"/>
                  <a:pt x="50" y="233"/>
                </a:cubicBezTo>
                <a:cubicBezTo>
                  <a:pt x="49" y="229"/>
                  <a:pt x="47" y="225"/>
                  <a:pt x="44" y="221"/>
                </a:cubicBezTo>
                <a:cubicBezTo>
                  <a:pt x="42" y="217"/>
                  <a:pt x="39" y="212"/>
                  <a:pt x="38" y="207"/>
                </a:cubicBezTo>
                <a:cubicBezTo>
                  <a:pt x="36" y="202"/>
                  <a:pt x="38" y="199"/>
                  <a:pt x="44" y="199"/>
                </a:cubicBezTo>
                <a:cubicBezTo>
                  <a:pt x="48" y="199"/>
                  <a:pt x="51" y="199"/>
                  <a:pt x="54" y="201"/>
                </a:cubicBezTo>
                <a:cubicBezTo>
                  <a:pt x="55" y="202"/>
                  <a:pt x="56" y="203"/>
                  <a:pt x="57" y="203"/>
                </a:cubicBezTo>
                <a:cubicBezTo>
                  <a:pt x="62" y="208"/>
                  <a:pt x="68" y="209"/>
                  <a:pt x="75" y="209"/>
                </a:cubicBezTo>
                <a:cubicBezTo>
                  <a:pt x="83" y="209"/>
                  <a:pt x="90" y="212"/>
                  <a:pt x="96" y="218"/>
                </a:cubicBezTo>
                <a:cubicBezTo>
                  <a:pt x="99" y="221"/>
                  <a:pt x="103" y="223"/>
                  <a:pt x="107" y="223"/>
                </a:cubicBezTo>
                <a:cubicBezTo>
                  <a:pt x="110" y="223"/>
                  <a:pt x="112" y="224"/>
                  <a:pt x="115" y="225"/>
                </a:cubicBezTo>
                <a:cubicBezTo>
                  <a:pt x="120" y="226"/>
                  <a:pt x="124" y="229"/>
                  <a:pt x="126" y="233"/>
                </a:cubicBezTo>
                <a:cubicBezTo>
                  <a:pt x="126" y="234"/>
                  <a:pt x="127" y="235"/>
                  <a:pt x="128" y="236"/>
                </a:cubicBezTo>
                <a:cubicBezTo>
                  <a:pt x="131" y="236"/>
                  <a:pt x="132" y="234"/>
                  <a:pt x="133" y="231"/>
                </a:cubicBezTo>
                <a:cubicBezTo>
                  <a:pt x="134" y="229"/>
                  <a:pt x="134" y="227"/>
                  <a:pt x="134" y="225"/>
                </a:cubicBezTo>
                <a:cubicBezTo>
                  <a:pt x="134" y="217"/>
                  <a:pt x="134" y="208"/>
                  <a:pt x="135" y="200"/>
                </a:cubicBezTo>
                <a:cubicBezTo>
                  <a:pt x="137" y="176"/>
                  <a:pt x="139" y="151"/>
                  <a:pt x="137" y="127"/>
                </a:cubicBezTo>
                <a:cubicBezTo>
                  <a:pt x="137" y="118"/>
                  <a:pt x="135" y="109"/>
                  <a:pt x="133" y="99"/>
                </a:cubicBezTo>
                <a:cubicBezTo>
                  <a:pt x="132" y="90"/>
                  <a:pt x="127" y="81"/>
                  <a:pt x="121" y="74"/>
                </a:cubicBezTo>
                <a:cubicBezTo>
                  <a:pt x="116" y="67"/>
                  <a:pt x="111" y="61"/>
                  <a:pt x="105" y="55"/>
                </a:cubicBezTo>
                <a:cubicBezTo>
                  <a:pt x="98" y="46"/>
                  <a:pt x="90" y="36"/>
                  <a:pt x="83" y="27"/>
                </a:cubicBezTo>
                <a:cubicBezTo>
                  <a:pt x="79" y="22"/>
                  <a:pt x="77" y="15"/>
                  <a:pt x="77" y="9"/>
                </a:cubicBezTo>
                <a:cubicBezTo>
                  <a:pt x="77" y="3"/>
                  <a:pt x="80" y="0"/>
                  <a:pt x="86" y="2"/>
                </a:cubicBezTo>
                <a:cubicBezTo>
                  <a:pt x="89" y="2"/>
                  <a:pt x="92" y="4"/>
                  <a:pt x="95" y="6"/>
                </a:cubicBezTo>
                <a:cubicBezTo>
                  <a:pt x="105" y="15"/>
                  <a:pt x="116" y="22"/>
                  <a:pt x="128" y="28"/>
                </a:cubicBezTo>
                <a:cubicBezTo>
                  <a:pt x="141" y="35"/>
                  <a:pt x="154" y="43"/>
                  <a:pt x="165" y="52"/>
                </a:cubicBezTo>
                <a:cubicBezTo>
                  <a:pt x="172" y="58"/>
                  <a:pt x="179" y="64"/>
                  <a:pt x="184" y="72"/>
                </a:cubicBezTo>
                <a:cubicBezTo>
                  <a:pt x="186" y="75"/>
                  <a:pt x="188" y="78"/>
                  <a:pt x="189" y="83"/>
                </a:cubicBezTo>
                <a:cubicBezTo>
                  <a:pt x="192" y="122"/>
                  <a:pt x="193" y="162"/>
                  <a:pt x="193" y="202"/>
                </a:cubicBezTo>
                <a:cubicBezTo>
                  <a:pt x="193" y="232"/>
                  <a:pt x="192" y="262"/>
                  <a:pt x="189" y="292"/>
                </a:cubicBezTo>
                <a:cubicBezTo>
                  <a:pt x="186" y="321"/>
                  <a:pt x="183" y="350"/>
                  <a:pt x="176" y="378"/>
                </a:cubicBezTo>
                <a:cubicBezTo>
                  <a:pt x="173" y="388"/>
                  <a:pt x="170" y="399"/>
                  <a:pt x="165" y="409"/>
                </a:cubicBezTo>
                <a:cubicBezTo>
                  <a:pt x="162" y="414"/>
                  <a:pt x="159" y="419"/>
                  <a:pt x="155" y="423"/>
                </a:cubicBezTo>
                <a:cubicBezTo>
                  <a:pt x="152" y="426"/>
                  <a:pt x="149" y="428"/>
                  <a:pt x="145" y="428"/>
                </a:cubicBezTo>
                <a:cubicBezTo>
                  <a:pt x="140" y="429"/>
                  <a:pt x="136" y="427"/>
                  <a:pt x="135" y="422"/>
                </a:cubicBezTo>
                <a:cubicBezTo>
                  <a:pt x="135" y="420"/>
                  <a:pt x="135" y="418"/>
                  <a:pt x="134" y="415"/>
                </a:cubicBezTo>
                <a:cubicBezTo>
                  <a:pt x="134" y="407"/>
                  <a:pt x="135" y="399"/>
                  <a:pt x="135" y="391"/>
                </a:cubicBezTo>
                <a:cubicBezTo>
                  <a:pt x="134" y="383"/>
                  <a:pt x="134" y="375"/>
                  <a:pt x="131" y="367"/>
                </a:cubicBezTo>
                <a:close/>
                <a:moveTo>
                  <a:pt x="132" y="255"/>
                </a:moveTo>
                <a:cubicBezTo>
                  <a:pt x="127" y="257"/>
                  <a:pt x="125" y="260"/>
                  <a:pt x="124" y="264"/>
                </a:cubicBezTo>
                <a:cubicBezTo>
                  <a:pt x="123" y="267"/>
                  <a:pt x="122" y="271"/>
                  <a:pt x="119" y="273"/>
                </a:cubicBezTo>
                <a:cubicBezTo>
                  <a:pt x="114" y="277"/>
                  <a:pt x="108" y="280"/>
                  <a:pt x="102" y="280"/>
                </a:cubicBezTo>
                <a:cubicBezTo>
                  <a:pt x="97" y="280"/>
                  <a:pt x="94" y="282"/>
                  <a:pt x="91" y="285"/>
                </a:cubicBezTo>
                <a:cubicBezTo>
                  <a:pt x="87" y="289"/>
                  <a:pt x="84" y="292"/>
                  <a:pt x="81" y="296"/>
                </a:cubicBezTo>
                <a:cubicBezTo>
                  <a:pt x="78" y="299"/>
                  <a:pt x="76" y="302"/>
                  <a:pt x="75" y="305"/>
                </a:cubicBezTo>
                <a:cubicBezTo>
                  <a:pt x="71" y="315"/>
                  <a:pt x="66" y="323"/>
                  <a:pt x="59" y="331"/>
                </a:cubicBezTo>
                <a:cubicBezTo>
                  <a:pt x="54" y="337"/>
                  <a:pt x="50" y="343"/>
                  <a:pt x="45" y="349"/>
                </a:cubicBezTo>
                <a:cubicBezTo>
                  <a:pt x="39" y="356"/>
                  <a:pt x="34" y="364"/>
                  <a:pt x="31" y="373"/>
                </a:cubicBezTo>
                <a:cubicBezTo>
                  <a:pt x="29" y="377"/>
                  <a:pt x="29" y="379"/>
                  <a:pt x="34" y="381"/>
                </a:cubicBezTo>
                <a:cubicBezTo>
                  <a:pt x="38" y="382"/>
                  <a:pt x="42" y="383"/>
                  <a:pt x="46" y="382"/>
                </a:cubicBezTo>
                <a:cubicBezTo>
                  <a:pt x="53" y="381"/>
                  <a:pt x="59" y="378"/>
                  <a:pt x="64" y="374"/>
                </a:cubicBezTo>
                <a:cubicBezTo>
                  <a:pt x="69" y="371"/>
                  <a:pt x="73" y="367"/>
                  <a:pt x="78" y="363"/>
                </a:cubicBezTo>
                <a:cubicBezTo>
                  <a:pt x="81" y="361"/>
                  <a:pt x="83" y="359"/>
                  <a:pt x="87" y="358"/>
                </a:cubicBezTo>
                <a:cubicBezTo>
                  <a:pt x="97" y="356"/>
                  <a:pt x="106" y="351"/>
                  <a:pt x="114" y="346"/>
                </a:cubicBezTo>
                <a:cubicBezTo>
                  <a:pt x="119" y="343"/>
                  <a:pt x="123" y="340"/>
                  <a:pt x="127" y="338"/>
                </a:cubicBezTo>
                <a:cubicBezTo>
                  <a:pt x="131" y="335"/>
                  <a:pt x="133" y="331"/>
                  <a:pt x="133" y="325"/>
                </a:cubicBezTo>
                <a:cubicBezTo>
                  <a:pt x="132" y="304"/>
                  <a:pt x="132" y="282"/>
                  <a:pt x="132" y="260"/>
                </a:cubicBezTo>
                <a:cubicBezTo>
                  <a:pt x="132" y="259"/>
                  <a:pt x="132" y="257"/>
                  <a:pt x="132" y="25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1" name="Freeform 12">
            <a:extLst xmlns:a="http://schemas.openxmlformats.org/drawingml/2006/main">
              <a:ext uri="{FF2B5EF4-FFF2-40B4-BE49-F238E27FC236}">
                <a16:creationId xmlns:a16="http://schemas.microsoft.com/office/drawing/2014/main" id="{0DE5A1AC-1595-42F9-A4AE-D3F1661F8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0994" y="431437"/>
            <a:ext cx="115759" cy="160238"/>
          </a:xfrm>
          <a:custGeom xmlns:a="http://schemas.openxmlformats.org/drawingml/2006/main">
            <a:gdLst>
              <a:gd name="T0" fmla="*/ 34 w 229"/>
              <a:gd name="T1" fmla="*/ 0 h 316"/>
              <a:gd name="T2" fmla="*/ 37 w 229"/>
              <a:gd name="T3" fmla="*/ 2 h 316"/>
              <a:gd name="T4" fmla="*/ 69 w 229"/>
              <a:gd name="T5" fmla="*/ 32 h 316"/>
              <a:gd name="T6" fmla="*/ 73 w 229"/>
              <a:gd name="T7" fmla="*/ 38 h 316"/>
              <a:gd name="T8" fmla="*/ 99 w 229"/>
              <a:gd name="T9" fmla="*/ 117 h 316"/>
              <a:gd name="T10" fmla="*/ 101 w 229"/>
              <a:gd name="T11" fmla="*/ 128 h 316"/>
              <a:gd name="T12" fmla="*/ 112 w 229"/>
              <a:gd name="T13" fmla="*/ 132 h 316"/>
              <a:gd name="T14" fmla="*/ 120 w 229"/>
              <a:gd name="T15" fmla="*/ 127 h 316"/>
              <a:gd name="T16" fmla="*/ 145 w 229"/>
              <a:gd name="T17" fmla="*/ 109 h 316"/>
              <a:gd name="T18" fmla="*/ 148 w 229"/>
              <a:gd name="T19" fmla="*/ 103 h 316"/>
              <a:gd name="T20" fmla="*/ 148 w 229"/>
              <a:gd name="T21" fmla="*/ 80 h 316"/>
              <a:gd name="T22" fmla="*/ 159 w 229"/>
              <a:gd name="T23" fmla="*/ 69 h 316"/>
              <a:gd name="T24" fmla="*/ 162 w 229"/>
              <a:gd name="T25" fmla="*/ 71 h 316"/>
              <a:gd name="T26" fmla="*/ 164 w 229"/>
              <a:gd name="T27" fmla="*/ 75 h 316"/>
              <a:gd name="T28" fmla="*/ 171 w 229"/>
              <a:gd name="T29" fmla="*/ 86 h 316"/>
              <a:gd name="T30" fmla="*/ 204 w 229"/>
              <a:gd name="T31" fmla="*/ 104 h 316"/>
              <a:gd name="T32" fmla="*/ 209 w 229"/>
              <a:gd name="T33" fmla="*/ 112 h 316"/>
              <a:gd name="T34" fmla="*/ 169 w 229"/>
              <a:gd name="T35" fmla="*/ 170 h 316"/>
              <a:gd name="T36" fmla="*/ 128 w 229"/>
              <a:gd name="T37" fmla="*/ 175 h 316"/>
              <a:gd name="T38" fmla="*/ 114 w 229"/>
              <a:gd name="T39" fmla="*/ 190 h 316"/>
              <a:gd name="T40" fmla="*/ 115 w 229"/>
              <a:gd name="T41" fmla="*/ 196 h 316"/>
              <a:gd name="T42" fmla="*/ 115 w 229"/>
              <a:gd name="T43" fmla="*/ 219 h 316"/>
              <a:gd name="T44" fmla="*/ 109 w 229"/>
              <a:gd name="T45" fmla="*/ 226 h 316"/>
              <a:gd name="T46" fmla="*/ 89 w 229"/>
              <a:gd name="T47" fmla="*/ 246 h 316"/>
              <a:gd name="T48" fmla="*/ 95 w 229"/>
              <a:gd name="T49" fmla="*/ 260 h 316"/>
              <a:gd name="T50" fmla="*/ 113 w 229"/>
              <a:gd name="T51" fmla="*/ 259 h 316"/>
              <a:gd name="T52" fmla="*/ 148 w 229"/>
              <a:gd name="T53" fmla="*/ 248 h 316"/>
              <a:gd name="T54" fmla="*/ 170 w 229"/>
              <a:gd name="T55" fmla="*/ 243 h 316"/>
              <a:gd name="T56" fmla="*/ 187 w 229"/>
              <a:gd name="T57" fmla="*/ 237 h 316"/>
              <a:gd name="T58" fmla="*/ 212 w 229"/>
              <a:gd name="T59" fmla="*/ 229 h 316"/>
              <a:gd name="T60" fmla="*/ 220 w 229"/>
              <a:gd name="T61" fmla="*/ 229 h 316"/>
              <a:gd name="T62" fmla="*/ 227 w 229"/>
              <a:gd name="T63" fmla="*/ 241 h 316"/>
              <a:gd name="T64" fmla="*/ 214 w 229"/>
              <a:gd name="T65" fmla="*/ 267 h 316"/>
              <a:gd name="T66" fmla="*/ 203 w 229"/>
              <a:gd name="T67" fmla="*/ 277 h 316"/>
              <a:gd name="T68" fmla="*/ 174 w 229"/>
              <a:gd name="T69" fmla="*/ 289 h 316"/>
              <a:gd name="T70" fmla="*/ 140 w 229"/>
              <a:gd name="T71" fmla="*/ 298 h 316"/>
              <a:gd name="T72" fmla="*/ 127 w 229"/>
              <a:gd name="T73" fmla="*/ 298 h 316"/>
              <a:gd name="T74" fmla="*/ 116 w 229"/>
              <a:gd name="T75" fmla="*/ 301 h 316"/>
              <a:gd name="T76" fmla="*/ 55 w 229"/>
              <a:gd name="T77" fmla="*/ 304 h 316"/>
              <a:gd name="T78" fmla="*/ 44 w 229"/>
              <a:gd name="T79" fmla="*/ 292 h 316"/>
              <a:gd name="T80" fmla="*/ 27 w 229"/>
              <a:gd name="T81" fmla="*/ 257 h 316"/>
              <a:gd name="T82" fmla="*/ 25 w 229"/>
              <a:gd name="T83" fmla="*/ 252 h 316"/>
              <a:gd name="T84" fmla="*/ 18 w 229"/>
              <a:gd name="T85" fmla="*/ 217 h 316"/>
              <a:gd name="T86" fmla="*/ 18 w 229"/>
              <a:gd name="T87" fmla="*/ 210 h 316"/>
              <a:gd name="T88" fmla="*/ 1 w 229"/>
              <a:gd name="T89" fmla="*/ 140 h 316"/>
              <a:gd name="T90" fmla="*/ 0 w 229"/>
              <a:gd name="T91" fmla="*/ 134 h 316"/>
              <a:gd name="T92" fmla="*/ 18 w 229"/>
              <a:gd name="T93" fmla="*/ 50 h 316"/>
              <a:gd name="T94" fmla="*/ 32 w 229"/>
              <a:gd name="T95" fmla="*/ 4 h 316"/>
              <a:gd name="T96" fmla="*/ 34 w 229"/>
              <a:gd name="T97" fmla="*/ 0 h 316"/>
            </a:gdLst>
            <a:rect l="0" t="0" r="r" b="b"/>
            <a:pathLst>
              <a:path w="229" h="316">
                <a:moveTo>
                  <a:pt x="34" y="0"/>
                </a:moveTo>
                <a:cubicBezTo>
                  <a:pt x="35" y="1"/>
                  <a:pt x="36" y="2"/>
                  <a:pt x="37" y="2"/>
                </a:cubicBezTo>
                <a:cubicBezTo>
                  <a:pt x="48" y="12"/>
                  <a:pt x="58" y="22"/>
                  <a:pt x="69" y="32"/>
                </a:cubicBezTo>
                <a:cubicBezTo>
                  <a:pt x="71" y="34"/>
                  <a:pt x="72" y="36"/>
                  <a:pt x="73" y="38"/>
                </a:cubicBezTo>
                <a:cubicBezTo>
                  <a:pt x="86" y="63"/>
                  <a:pt x="94" y="89"/>
                  <a:pt x="99" y="117"/>
                </a:cubicBezTo>
                <a:cubicBezTo>
                  <a:pt x="99" y="120"/>
                  <a:pt x="100" y="124"/>
                  <a:pt x="101" y="128"/>
                </a:cubicBezTo>
                <a:cubicBezTo>
                  <a:pt x="103" y="133"/>
                  <a:pt x="107" y="134"/>
                  <a:pt x="112" y="132"/>
                </a:cubicBezTo>
                <a:cubicBezTo>
                  <a:pt x="115" y="130"/>
                  <a:pt x="117" y="129"/>
                  <a:pt x="120" y="127"/>
                </a:cubicBezTo>
                <a:cubicBezTo>
                  <a:pt x="128" y="121"/>
                  <a:pt x="136" y="115"/>
                  <a:pt x="145" y="109"/>
                </a:cubicBezTo>
                <a:cubicBezTo>
                  <a:pt x="147" y="108"/>
                  <a:pt x="148" y="106"/>
                  <a:pt x="148" y="103"/>
                </a:cubicBezTo>
                <a:cubicBezTo>
                  <a:pt x="148" y="95"/>
                  <a:pt x="148" y="88"/>
                  <a:pt x="148" y="80"/>
                </a:cubicBezTo>
                <a:cubicBezTo>
                  <a:pt x="148" y="75"/>
                  <a:pt x="153" y="69"/>
                  <a:pt x="159" y="69"/>
                </a:cubicBezTo>
                <a:cubicBezTo>
                  <a:pt x="160" y="69"/>
                  <a:pt x="162" y="70"/>
                  <a:pt x="162" y="71"/>
                </a:cubicBezTo>
                <a:cubicBezTo>
                  <a:pt x="163" y="72"/>
                  <a:pt x="164" y="73"/>
                  <a:pt x="164" y="75"/>
                </a:cubicBezTo>
                <a:cubicBezTo>
                  <a:pt x="164" y="79"/>
                  <a:pt x="167" y="83"/>
                  <a:pt x="171" y="86"/>
                </a:cubicBezTo>
                <a:cubicBezTo>
                  <a:pt x="181" y="94"/>
                  <a:pt x="192" y="100"/>
                  <a:pt x="204" y="104"/>
                </a:cubicBezTo>
                <a:cubicBezTo>
                  <a:pt x="208" y="106"/>
                  <a:pt x="209" y="108"/>
                  <a:pt x="209" y="112"/>
                </a:cubicBezTo>
                <a:cubicBezTo>
                  <a:pt x="210" y="140"/>
                  <a:pt x="196" y="160"/>
                  <a:pt x="169" y="170"/>
                </a:cubicBezTo>
                <a:cubicBezTo>
                  <a:pt x="156" y="175"/>
                  <a:pt x="142" y="177"/>
                  <a:pt x="128" y="175"/>
                </a:cubicBezTo>
                <a:cubicBezTo>
                  <a:pt x="119" y="173"/>
                  <a:pt x="112" y="182"/>
                  <a:pt x="114" y="190"/>
                </a:cubicBezTo>
                <a:cubicBezTo>
                  <a:pt x="114" y="192"/>
                  <a:pt x="115" y="194"/>
                  <a:pt x="115" y="196"/>
                </a:cubicBezTo>
                <a:cubicBezTo>
                  <a:pt x="118" y="203"/>
                  <a:pt x="118" y="211"/>
                  <a:pt x="115" y="219"/>
                </a:cubicBezTo>
                <a:cubicBezTo>
                  <a:pt x="114" y="222"/>
                  <a:pt x="112" y="224"/>
                  <a:pt x="109" y="226"/>
                </a:cubicBezTo>
                <a:cubicBezTo>
                  <a:pt x="101" y="231"/>
                  <a:pt x="95" y="238"/>
                  <a:pt x="89" y="246"/>
                </a:cubicBezTo>
                <a:cubicBezTo>
                  <a:pt x="84" y="254"/>
                  <a:pt x="85" y="258"/>
                  <a:pt x="95" y="260"/>
                </a:cubicBezTo>
                <a:cubicBezTo>
                  <a:pt x="101" y="261"/>
                  <a:pt x="107" y="261"/>
                  <a:pt x="113" y="259"/>
                </a:cubicBezTo>
                <a:cubicBezTo>
                  <a:pt x="125" y="256"/>
                  <a:pt x="137" y="252"/>
                  <a:pt x="148" y="248"/>
                </a:cubicBezTo>
                <a:cubicBezTo>
                  <a:pt x="155" y="245"/>
                  <a:pt x="162" y="243"/>
                  <a:pt x="170" y="243"/>
                </a:cubicBezTo>
                <a:cubicBezTo>
                  <a:pt x="176" y="242"/>
                  <a:pt x="182" y="240"/>
                  <a:pt x="187" y="237"/>
                </a:cubicBezTo>
                <a:cubicBezTo>
                  <a:pt x="195" y="234"/>
                  <a:pt x="203" y="230"/>
                  <a:pt x="212" y="229"/>
                </a:cubicBezTo>
                <a:cubicBezTo>
                  <a:pt x="214" y="229"/>
                  <a:pt x="217" y="229"/>
                  <a:pt x="220" y="229"/>
                </a:cubicBezTo>
                <a:cubicBezTo>
                  <a:pt x="226" y="230"/>
                  <a:pt x="229" y="236"/>
                  <a:pt x="227" y="241"/>
                </a:cubicBezTo>
                <a:cubicBezTo>
                  <a:pt x="223" y="250"/>
                  <a:pt x="218" y="259"/>
                  <a:pt x="214" y="267"/>
                </a:cubicBezTo>
                <a:cubicBezTo>
                  <a:pt x="211" y="271"/>
                  <a:pt x="207" y="274"/>
                  <a:pt x="203" y="277"/>
                </a:cubicBezTo>
                <a:cubicBezTo>
                  <a:pt x="194" y="282"/>
                  <a:pt x="184" y="286"/>
                  <a:pt x="174" y="289"/>
                </a:cubicBezTo>
                <a:cubicBezTo>
                  <a:pt x="163" y="292"/>
                  <a:pt x="151" y="295"/>
                  <a:pt x="140" y="298"/>
                </a:cubicBezTo>
                <a:cubicBezTo>
                  <a:pt x="136" y="299"/>
                  <a:pt x="131" y="298"/>
                  <a:pt x="127" y="298"/>
                </a:cubicBezTo>
                <a:cubicBezTo>
                  <a:pt x="122" y="298"/>
                  <a:pt x="119" y="299"/>
                  <a:pt x="116" y="301"/>
                </a:cubicBezTo>
                <a:cubicBezTo>
                  <a:pt x="97" y="315"/>
                  <a:pt x="74" y="316"/>
                  <a:pt x="55" y="304"/>
                </a:cubicBezTo>
                <a:cubicBezTo>
                  <a:pt x="51" y="301"/>
                  <a:pt x="47" y="297"/>
                  <a:pt x="44" y="292"/>
                </a:cubicBezTo>
                <a:cubicBezTo>
                  <a:pt x="37" y="281"/>
                  <a:pt x="32" y="269"/>
                  <a:pt x="27" y="257"/>
                </a:cubicBezTo>
                <a:cubicBezTo>
                  <a:pt x="26" y="255"/>
                  <a:pt x="26" y="254"/>
                  <a:pt x="25" y="252"/>
                </a:cubicBezTo>
                <a:cubicBezTo>
                  <a:pt x="20" y="241"/>
                  <a:pt x="17" y="230"/>
                  <a:pt x="18" y="217"/>
                </a:cubicBezTo>
                <a:cubicBezTo>
                  <a:pt x="19" y="215"/>
                  <a:pt x="18" y="213"/>
                  <a:pt x="18" y="210"/>
                </a:cubicBezTo>
                <a:cubicBezTo>
                  <a:pt x="12" y="187"/>
                  <a:pt x="6" y="163"/>
                  <a:pt x="1" y="140"/>
                </a:cubicBezTo>
                <a:cubicBezTo>
                  <a:pt x="0" y="138"/>
                  <a:pt x="0" y="136"/>
                  <a:pt x="0" y="134"/>
                </a:cubicBezTo>
                <a:cubicBezTo>
                  <a:pt x="6" y="106"/>
                  <a:pt x="12" y="78"/>
                  <a:pt x="18" y="50"/>
                </a:cubicBezTo>
                <a:cubicBezTo>
                  <a:pt x="22" y="35"/>
                  <a:pt x="26" y="19"/>
                  <a:pt x="32" y="4"/>
                </a:cubicBezTo>
                <a:cubicBezTo>
                  <a:pt x="33" y="2"/>
                  <a:pt x="33" y="1"/>
                  <a:pt x="3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2" name="Freeform 13">
            <a:extLst xmlns:a="http://schemas.openxmlformats.org/drawingml/2006/main">
              <a:ext uri="{FF2B5EF4-FFF2-40B4-BE49-F238E27FC236}">
                <a16:creationId xmlns:a16="http://schemas.microsoft.com/office/drawing/2014/main" id="{4A683771-5861-44EA-B76D-6A7714350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5489" y="493594"/>
            <a:ext cx="137428" cy="152255"/>
          </a:xfrm>
          <a:custGeom xmlns:a="http://schemas.openxmlformats.org/drawingml/2006/main">
            <a:gdLst>
              <a:gd name="T0" fmla="*/ 194 w 271"/>
              <a:gd name="T1" fmla="*/ 98 h 300"/>
              <a:gd name="T2" fmla="*/ 236 w 271"/>
              <a:gd name="T3" fmla="*/ 96 h 300"/>
              <a:gd name="T4" fmla="*/ 237 w 271"/>
              <a:gd name="T5" fmla="*/ 111 h 300"/>
              <a:gd name="T6" fmla="*/ 175 w 271"/>
              <a:gd name="T7" fmla="*/ 150 h 300"/>
              <a:gd name="T8" fmla="*/ 169 w 271"/>
              <a:gd name="T9" fmla="*/ 195 h 300"/>
              <a:gd name="T10" fmla="*/ 177 w 271"/>
              <a:gd name="T11" fmla="*/ 299 h 300"/>
              <a:gd name="T12" fmla="*/ 159 w 271"/>
              <a:gd name="T13" fmla="*/ 285 h 300"/>
              <a:gd name="T14" fmla="*/ 150 w 271"/>
              <a:gd name="T15" fmla="*/ 266 h 300"/>
              <a:gd name="T16" fmla="*/ 133 w 271"/>
              <a:gd name="T17" fmla="*/ 260 h 300"/>
              <a:gd name="T18" fmla="*/ 132 w 271"/>
              <a:gd name="T19" fmla="*/ 243 h 300"/>
              <a:gd name="T20" fmla="*/ 149 w 271"/>
              <a:gd name="T21" fmla="*/ 232 h 300"/>
              <a:gd name="T22" fmla="*/ 139 w 271"/>
              <a:gd name="T23" fmla="*/ 197 h 300"/>
              <a:gd name="T24" fmla="*/ 117 w 271"/>
              <a:gd name="T25" fmla="*/ 216 h 300"/>
              <a:gd name="T26" fmla="*/ 101 w 271"/>
              <a:gd name="T27" fmla="*/ 235 h 300"/>
              <a:gd name="T28" fmla="*/ 26 w 271"/>
              <a:gd name="T29" fmla="*/ 293 h 300"/>
              <a:gd name="T30" fmla="*/ 0 w 271"/>
              <a:gd name="T31" fmla="*/ 243 h 300"/>
              <a:gd name="T32" fmla="*/ 9 w 271"/>
              <a:gd name="T33" fmla="*/ 237 h 300"/>
              <a:gd name="T34" fmla="*/ 32 w 271"/>
              <a:gd name="T35" fmla="*/ 234 h 300"/>
              <a:gd name="T36" fmla="*/ 59 w 271"/>
              <a:gd name="T37" fmla="*/ 219 h 300"/>
              <a:gd name="T38" fmla="*/ 116 w 271"/>
              <a:gd name="T39" fmla="*/ 185 h 300"/>
              <a:gd name="T40" fmla="*/ 145 w 271"/>
              <a:gd name="T41" fmla="*/ 155 h 300"/>
              <a:gd name="T42" fmla="*/ 133 w 271"/>
              <a:gd name="T43" fmla="*/ 142 h 300"/>
              <a:gd name="T44" fmla="*/ 145 w 271"/>
              <a:gd name="T45" fmla="*/ 112 h 300"/>
              <a:gd name="T46" fmla="*/ 143 w 271"/>
              <a:gd name="T47" fmla="*/ 104 h 300"/>
              <a:gd name="T48" fmla="*/ 124 w 271"/>
              <a:gd name="T49" fmla="*/ 108 h 300"/>
              <a:gd name="T50" fmla="*/ 121 w 271"/>
              <a:gd name="T51" fmla="*/ 140 h 300"/>
              <a:gd name="T52" fmla="*/ 87 w 271"/>
              <a:gd name="T53" fmla="*/ 188 h 300"/>
              <a:gd name="T54" fmla="*/ 73 w 271"/>
              <a:gd name="T55" fmla="*/ 176 h 300"/>
              <a:gd name="T56" fmla="*/ 67 w 271"/>
              <a:gd name="T57" fmla="*/ 159 h 300"/>
              <a:gd name="T58" fmla="*/ 66 w 271"/>
              <a:gd name="T59" fmla="*/ 63 h 300"/>
              <a:gd name="T60" fmla="*/ 72 w 271"/>
              <a:gd name="T61" fmla="*/ 47 h 300"/>
              <a:gd name="T62" fmla="*/ 88 w 271"/>
              <a:gd name="T63" fmla="*/ 55 h 300"/>
              <a:gd name="T64" fmla="*/ 109 w 271"/>
              <a:gd name="T65" fmla="*/ 63 h 300"/>
              <a:gd name="T66" fmla="*/ 160 w 271"/>
              <a:gd name="T67" fmla="*/ 28 h 300"/>
              <a:gd name="T68" fmla="*/ 187 w 271"/>
              <a:gd name="T69" fmla="*/ 16 h 300"/>
              <a:gd name="T70" fmla="*/ 258 w 271"/>
              <a:gd name="T71" fmla="*/ 4 h 300"/>
              <a:gd name="T72" fmla="*/ 271 w 271"/>
              <a:gd name="T73" fmla="*/ 16 h 300"/>
              <a:gd name="T74" fmla="*/ 248 w 271"/>
              <a:gd name="T75" fmla="*/ 37 h 300"/>
              <a:gd name="T76" fmla="*/ 215 w 271"/>
              <a:gd name="T77" fmla="*/ 67 h 300"/>
              <a:gd name="T78" fmla="*/ 186 w 271"/>
              <a:gd name="T79" fmla="*/ 95 h 300"/>
            </a:gdLst>
            <a:rect l="0" t="0" r="r" b="b"/>
            <a:pathLst>
              <a:path w="271" h="300">
                <a:moveTo>
                  <a:pt x="185" y="102"/>
                </a:moveTo>
                <a:cubicBezTo>
                  <a:pt x="188" y="101"/>
                  <a:pt x="191" y="99"/>
                  <a:pt x="194" y="98"/>
                </a:cubicBezTo>
                <a:cubicBezTo>
                  <a:pt x="200" y="94"/>
                  <a:pt x="206" y="91"/>
                  <a:pt x="213" y="90"/>
                </a:cubicBezTo>
                <a:cubicBezTo>
                  <a:pt x="221" y="89"/>
                  <a:pt x="229" y="92"/>
                  <a:pt x="236" y="96"/>
                </a:cubicBezTo>
                <a:cubicBezTo>
                  <a:pt x="237" y="97"/>
                  <a:pt x="238" y="98"/>
                  <a:pt x="239" y="99"/>
                </a:cubicBezTo>
                <a:cubicBezTo>
                  <a:pt x="242" y="103"/>
                  <a:pt x="242" y="108"/>
                  <a:pt x="237" y="111"/>
                </a:cubicBezTo>
                <a:cubicBezTo>
                  <a:pt x="220" y="127"/>
                  <a:pt x="200" y="139"/>
                  <a:pt x="179" y="148"/>
                </a:cubicBezTo>
                <a:cubicBezTo>
                  <a:pt x="178" y="149"/>
                  <a:pt x="176" y="149"/>
                  <a:pt x="175" y="150"/>
                </a:cubicBezTo>
                <a:cubicBezTo>
                  <a:pt x="167" y="153"/>
                  <a:pt x="164" y="159"/>
                  <a:pt x="163" y="168"/>
                </a:cubicBezTo>
                <a:cubicBezTo>
                  <a:pt x="163" y="177"/>
                  <a:pt x="165" y="187"/>
                  <a:pt x="169" y="195"/>
                </a:cubicBezTo>
                <a:cubicBezTo>
                  <a:pt x="182" y="226"/>
                  <a:pt x="186" y="259"/>
                  <a:pt x="185" y="292"/>
                </a:cubicBezTo>
                <a:cubicBezTo>
                  <a:pt x="185" y="298"/>
                  <a:pt x="183" y="300"/>
                  <a:pt x="177" y="299"/>
                </a:cubicBezTo>
                <a:cubicBezTo>
                  <a:pt x="171" y="299"/>
                  <a:pt x="165" y="297"/>
                  <a:pt x="161" y="292"/>
                </a:cubicBezTo>
                <a:cubicBezTo>
                  <a:pt x="159" y="290"/>
                  <a:pt x="159" y="287"/>
                  <a:pt x="159" y="285"/>
                </a:cubicBezTo>
                <a:cubicBezTo>
                  <a:pt x="159" y="284"/>
                  <a:pt x="159" y="282"/>
                  <a:pt x="159" y="281"/>
                </a:cubicBezTo>
                <a:cubicBezTo>
                  <a:pt x="159" y="274"/>
                  <a:pt x="156" y="269"/>
                  <a:pt x="150" y="266"/>
                </a:cubicBezTo>
                <a:cubicBezTo>
                  <a:pt x="146" y="263"/>
                  <a:pt x="141" y="262"/>
                  <a:pt x="136" y="260"/>
                </a:cubicBezTo>
                <a:cubicBezTo>
                  <a:pt x="135" y="260"/>
                  <a:pt x="134" y="260"/>
                  <a:pt x="133" y="260"/>
                </a:cubicBezTo>
                <a:cubicBezTo>
                  <a:pt x="129" y="258"/>
                  <a:pt x="126" y="255"/>
                  <a:pt x="126" y="252"/>
                </a:cubicBezTo>
                <a:cubicBezTo>
                  <a:pt x="125" y="248"/>
                  <a:pt x="128" y="244"/>
                  <a:pt x="132" y="243"/>
                </a:cubicBezTo>
                <a:cubicBezTo>
                  <a:pt x="134" y="242"/>
                  <a:pt x="136" y="242"/>
                  <a:pt x="138" y="242"/>
                </a:cubicBezTo>
                <a:cubicBezTo>
                  <a:pt x="144" y="241"/>
                  <a:pt x="147" y="238"/>
                  <a:pt x="149" y="232"/>
                </a:cubicBezTo>
                <a:cubicBezTo>
                  <a:pt x="153" y="220"/>
                  <a:pt x="151" y="208"/>
                  <a:pt x="144" y="197"/>
                </a:cubicBezTo>
                <a:cubicBezTo>
                  <a:pt x="142" y="195"/>
                  <a:pt x="141" y="195"/>
                  <a:pt x="139" y="197"/>
                </a:cubicBezTo>
                <a:cubicBezTo>
                  <a:pt x="138" y="197"/>
                  <a:pt x="137" y="198"/>
                  <a:pt x="136" y="199"/>
                </a:cubicBezTo>
                <a:cubicBezTo>
                  <a:pt x="129" y="205"/>
                  <a:pt x="123" y="210"/>
                  <a:pt x="117" y="216"/>
                </a:cubicBezTo>
                <a:cubicBezTo>
                  <a:pt x="112" y="220"/>
                  <a:pt x="108" y="225"/>
                  <a:pt x="105" y="231"/>
                </a:cubicBezTo>
                <a:cubicBezTo>
                  <a:pt x="104" y="232"/>
                  <a:pt x="103" y="233"/>
                  <a:pt x="101" y="235"/>
                </a:cubicBezTo>
                <a:cubicBezTo>
                  <a:pt x="84" y="253"/>
                  <a:pt x="66" y="270"/>
                  <a:pt x="48" y="288"/>
                </a:cubicBezTo>
                <a:cubicBezTo>
                  <a:pt x="41" y="296"/>
                  <a:pt x="35" y="297"/>
                  <a:pt x="26" y="293"/>
                </a:cubicBezTo>
                <a:cubicBezTo>
                  <a:pt x="20" y="291"/>
                  <a:pt x="16" y="287"/>
                  <a:pt x="13" y="282"/>
                </a:cubicBezTo>
                <a:cubicBezTo>
                  <a:pt x="4" y="271"/>
                  <a:pt x="1" y="257"/>
                  <a:pt x="0" y="243"/>
                </a:cubicBezTo>
                <a:cubicBezTo>
                  <a:pt x="0" y="240"/>
                  <a:pt x="1" y="239"/>
                  <a:pt x="3" y="239"/>
                </a:cubicBezTo>
                <a:cubicBezTo>
                  <a:pt x="5" y="238"/>
                  <a:pt x="7" y="237"/>
                  <a:pt x="9" y="237"/>
                </a:cubicBezTo>
                <a:cubicBezTo>
                  <a:pt x="13" y="235"/>
                  <a:pt x="16" y="235"/>
                  <a:pt x="20" y="237"/>
                </a:cubicBezTo>
                <a:cubicBezTo>
                  <a:pt x="24" y="239"/>
                  <a:pt x="28" y="238"/>
                  <a:pt x="32" y="234"/>
                </a:cubicBezTo>
                <a:cubicBezTo>
                  <a:pt x="34" y="233"/>
                  <a:pt x="37" y="231"/>
                  <a:pt x="39" y="230"/>
                </a:cubicBezTo>
                <a:cubicBezTo>
                  <a:pt x="46" y="226"/>
                  <a:pt x="52" y="222"/>
                  <a:pt x="59" y="219"/>
                </a:cubicBezTo>
                <a:cubicBezTo>
                  <a:pt x="60" y="218"/>
                  <a:pt x="62" y="217"/>
                  <a:pt x="63" y="216"/>
                </a:cubicBezTo>
                <a:cubicBezTo>
                  <a:pt x="81" y="206"/>
                  <a:pt x="98" y="195"/>
                  <a:pt x="116" y="185"/>
                </a:cubicBezTo>
                <a:cubicBezTo>
                  <a:pt x="122" y="181"/>
                  <a:pt x="128" y="177"/>
                  <a:pt x="134" y="172"/>
                </a:cubicBezTo>
                <a:cubicBezTo>
                  <a:pt x="139" y="168"/>
                  <a:pt x="143" y="163"/>
                  <a:pt x="145" y="155"/>
                </a:cubicBezTo>
                <a:cubicBezTo>
                  <a:pt x="143" y="155"/>
                  <a:pt x="142" y="154"/>
                  <a:pt x="140" y="154"/>
                </a:cubicBezTo>
                <a:cubicBezTo>
                  <a:pt x="134" y="152"/>
                  <a:pt x="132" y="148"/>
                  <a:pt x="133" y="142"/>
                </a:cubicBezTo>
                <a:cubicBezTo>
                  <a:pt x="134" y="140"/>
                  <a:pt x="135" y="137"/>
                  <a:pt x="136" y="135"/>
                </a:cubicBezTo>
                <a:cubicBezTo>
                  <a:pt x="139" y="127"/>
                  <a:pt x="142" y="119"/>
                  <a:pt x="145" y="112"/>
                </a:cubicBezTo>
                <a:cubicBezTo>
                  <a:pt x="145" y="111"/>
                  <a:pt x="146" y="110"/>
                  <a:pt x="146" y="109"/>
                </a:cubicBezTo>
                <a:cubicBezTo>
                  <a:pt x="147" y="105"/>
                  <a:pt x="146" y="104"/>
                  <a:pt x="143" y="104"/>
                </a:cubicBezTo>
                <a:cubicBezTo>
                  <a:pt x="140" y="104"/>
                  <a:pt x="138" y="104"/>
                  <a:pt x="135" y="105"/>
                </a:cubicBezTo>
                <a:cubicBezTo>
                  <a:pt x="132" y="106"/>
                  <a:pt x="128" y="107"/>
                  <a:pt x="124" y="108"/>
                </a:cubicBezTo>
                <a:cubicBezTo>
                  <a:pt x="122" y="109"/>
                  <a:pt x="121" y="111"/>
                  <a:pt x="121" y="113"/>
                </a:cubicBezTo>
                <a:cubicBezTo>
                  <a:pt x="121" y="122"/>
                  <a:pt x="121" y="131"/>
                  <a:pt x="121" y="140"/>
                </a:cubicBezTo>
                <a:cubicBezTo>
                  <a:pt x="121" y="142"/>
                  <a:pt x="120" y="144"/>
                  <a:pt x="119" y="146"/>
                </a:cubicBezTo>
                <a:cubicBezTo>
                  <a:pt x="108" y="160"/>
                  <a:pt x="98" y="174"/>
                  <a:pt x="87" y="188"/>
                </a:cubicBezTo>
                <a:cubicBezTo>
                  <a:pt x="87" y="189"/>
                  <a:pt x="86" y="189"/>
                  <a:pt x="86" y="190"/>
                </a:cubicBezTo>
                <a:cubicBezTo>
                  <a:pt x="81" y="185"/>
                  <a:pt x="77" y="181"/>
                  <a:pt x="73" y="176"/>
                </a:cubicBezTo>
                <a:cubicBezTo>
                  <a:pt x="70" y="173"/>
                  <a:pt x="69" y="170"/>
                  <a:pt x="69" y="166"/>
                </a:cubicBezTo>
                <a:cubicBezTo>
                  <a:pt x="68" y="164"/>
                  <a:pt x="68" y="161"/>
                  <a:pt x="67" y="159"/>
                </a:cubicBezTo>
                <a:cubicBezTo>
                  <a:pt x="58" y="138"/>
                  <a:pt x="57" y="117"/>
                  <a:pt x="63" y="95"/>
                </a:cubicBezTo>
                <a:cubicBezTo>
                  <a:pt x="67" y="84"/>
                  <a:pt x="67" y="74"/>
                  <a:pt x="66" y="63"/>
                </a:cubicBezTo>
                <a:cubicBezTo>
                  <a:pt x="66" y="60"/>
                  <a:pt x="66" y="57"/>
                  <a:pt x="66" y="54"/>
                </a:cubicBezTo>
                <a:cubicBezTo>
                  <a:pt x="66" y="50"/>
                  <a:pt x="68" y="47"/>
                  <a:pt x="72" y="47"/>
                </a:cubicBezTo>
                <a:cubicBezTo>
                  <a:pt x="75" y="46"/>
                  <a:pt x="78" y="47"/>
                  <a:pt x="80" y="48"/>
                </a:cubicBezTo>
                <a:cubicBezTo>
                  <a:pt x="83" y="50"/>
                  <a:pt x="85" y="52"/>
                  <a:pt x="88" y="55"/>
                </a:cubicBezTo>
                <a:cubicBezTo>
                  <a:pt x="90" y="57"/>
                  <a:pt x="91" y="59"/>
                  <a:pt x="93" y="61"/>
                </a:cubicBezTo>
                <a:cubicBezTo>
                  <a:pt x="99" y="66"/>
                  <a:pt x="103" y="67"/>
                  <a:pt x="109" y="63"/>
                </a:cubicBezTo>
                <a:cubicBezTo>
                  <a:pt x="117" y="58"/>
                  <a:pt x="125" y="53"/>
                  <a:pt x="133" y="48"/>
                </a:cubicBezTo>
                <a:cubicBezTo>
                  <a:pt x="142" y="41"/>
                  <a:pt x="151" y="35"/>
                  <a:pt x="160" y="28"/>
                </a:cubicBezTo>
                <a:cubicBezTo>
                  <a:pt x="163" y="25"/>
                  <a:pt x="167" y="24"/>
                  <a:pt x="171" y="23"/>
                </a:cubicBezTo>
                <a:cubicBezTo>
                  <a:pt x="177" y="23"/>
                  <a:pt x="182" y="20"/>
                  <a:pt x="187" y="16"/>
                </a:cubicBezTo>
                <a:cubicBezTo>
                  <a:pt x="196" y="6"/>
                  <a:pt x="208" y="2"/>
                  <a:pt x="221" y="1"/>
                </a:cubicBezTo>
                <a:cubicBezTo>
                  <a:pt x="233" y="0"/>
                  <a:pt x="246" y="0"/>
                  <a:pt x="258" y="4"/>
                </a:cubicBezTo>
                <a:cubicBezTo>
                  <a:pt x="261" y="5"/>
                  <a:pt x="264" y="7"/>
                  <a:pt x="267" y="9"/>
                </a:cubicBezTo>
                <a:cubicBezTo>
                  <a:pt x="270" y="10"/>
                  <a:pt x="271" y="13"/>
                  <a:pt x="271" y="16"/>
                </a:cubicBezTo>
                <a:cubicBezTo>
                  <a:pt x="271" y="18"/>
                  <a:pt x="271" y="19"/>
                  <a:pt x="269" y="21"/>
                </a:cubicBezTo>
                <a:cubicBezTo>
                  <a:pt x="262" y="26"/>
                  <a:pt x="255" y="31"/>
                  <a:pt x="248" y="37"/>
                </a:cubicBezTo>
                <a:cubicBezTo>
                  <a:pt x="240" y="43"/>
                  <a:pt x="232" y="50"/>
                  <a:pt x="226" y="58"/>
                </a:cubicBezTo>
                <a:cubicBezTo>
                  <a:pt x="223" y="62"/>
                  <a:pt x="219" y="65"/>
                  <a:pt x="215" y="67"/>
                </a:cubicBezTo>
                <a:cubicBezTo>
                  <a:pt x="213" y="68"/>
                  <a:pt x="212" y="69"/>
                  <a:pt x="211" y="70"/>
                </a:cubicBezTo>
                <a:cubicBezTo>
                  <a:pt x="202" y="79"/>
                  <a:pt x="194" y="87"/>
                  <a:pt x="186" y="95"/>
                </a:cubicBezTo>
                <a:cubicBezTo>
                  <a:pt x="184" y="97"/>
                  <a:pt x="183" y="99"/>
                  <a:pt x="185" y="10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3" name="Freeform 14">
            <a:extLst xmlns:a="http://schemas.openxmlformats.org/drawingml/2006/main">
              <a:ext uri="{FF2B5EF4-FFF2-40B4-BE49-F238E27FC236}">
                <a16:creationId xmlns:a16="http://schemas.microsoft.com/office/drawing/2014/main" id="{22D0CAFE-D280-4490-BF11-A9CE956AC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1601" y="548337"/>
            <a:ext cx="141990" cy="90098"/>
          </a:xfrm>
          <a:custGeom xmlns:a="http://schemas.openxmlformats.org/drawingml/2006/main">
            <a:gdLst>
              <a:gd name="T0" fmla="*/ 16 w 280"/>
              <a:gd name="T1" fmla="*/ 133 h 178"/>
              <a:gd name="T2" fmla="*/ 14 w 280"/>
              <a:gd name="T3" fmla="*/ 124 h 178"/>
              <a:gd name="T4" fmla="*/ 2 w 280"/>
              <a:gd name="T5" fmla="*/ 103 h 178"/>
              <a:gd name="T6" fmla="*/ 6 w 280"/>
              <a:gd name="T7" fmla="*/ 81 h 178"/>
              <a:gd name="T8" fmla="*/ 16 w 280"/>
              <a:gd name="T9" fmla="*/ 77 h 178"/>
              <a:gd name="T10" fmla="*/ 22 w 280"/>
              <a:gd name="T11" fmla="*/ 77 h 178"/>
              <a:gd name="T12" fmla="*/ 40 w 280"/>
              <a:gd name="T13" fmla="*/ 71 h 178"/>
              <a:gd name="T14" fmla="*/ 54 w 280"/>
              <a:gd name="T15" fmla="*/ 64 h 178"/>
              <a:gd name="T16" fmla="*/ 63 w 280"/>
              <a:gd name="T17" fmla="*/ 61 h 178"/>
              <a:gd name="T18" fmla="*/ 144 w 280"/>
              <a:gd name="T19" fmla="*/ 25 h 178"/>
              <a:gd name="T20" fmla="*/ 169 w 280"/>
              <a:gd name="T21" fmla="*/ 16 h 178"/>
              <a:gd name="T22" fmla="*/ 186 w 280"/>
              <a:gd name="T23" fmla="*/ 13 h 178"/>
              <a:gd name="T24" fmla="*/ 209 w 280"/>
              <a:gd name="T25" fmla="*/ 9 h 178"/>
              <a:gd name="T26" fmla="*/ 224 w 280"/>
              <a:gd name="T27" fmla="*/ 3 h 178"/>
              <a:gd name="T28" fmla="*/ 233 w 280"/>
              <a:gd name="T29" fmla="*/ 0 h 178"/>
              <a:gd name="T30" fmla="*/ 265 w 280"/>
              <a:gd name="T31" fmla="*/ 5 h 178"/>
              <a:gd name="T32" fmla="*/ 274 w 280"/>
              <a:gd name="T33" fmla="*/ 29 h 178"/>
              <a:gd name="T34" fmla="*/ 256 w 280"/>
              <a:gd name="T35" fmla="*/ 50 h 178"/>
              <a:gd name="T36" fmla="*/ 245 w 280"/>
              <a:gd name="T37" fmla="*/ 53 h 178"/>
              <a:gd name="T38" fmla="*/ 220 w 280"/>
              <a:gd name="T39" fmla="*/ 56 h 178"/>
              <a:gd name="T40" fmla="*/ 213 w 280"/>
              <a:gd name="T41" fmla="*/ 58 h 178"/>
              <a:gd name="T42" fmla="*/ 208 w 280"/>
              <a:gd name="T43" fmla="*/ 67 h 178"/>
              <a:gd name="T44" fmla="*/ 210 w 280"/>
              <a:gd name="T45" fmla="*/ 76 h 178"/>
              <a:gd name="T46" fmla="*/ 218 w 280"/>
              <a:gd name="T47" fmla="*/ 92 h 178"/>
              <a:gd name="T48" fmla="*/ 224 w 280"/>
              <a:gd name="T49" fmla="*/ 115 h 178"/>
              <a:gd name="T50" fmla="*/ 220 w 280"/>
              <a:gd name="T51" fmla="*/ 146 h 178"/>
              <a:gd name="T52" fmla="*/ 197 w 280"/>
              <a:gd name="T53" fmla="*/ 163 h 178"/>
              <a:gd name="T54" fmla="*/ 189 w 280"/>
              <a:gd name="T55" fmla="*/ 163 h 178"/>
              <a:gd name="T56" fmla="*/ 181 w 280"/>
              <a:gd name="T57" fmla="*/ 167 h 178"/>
              <a:gd name="T58" fmla="*/ 178 w 280"/>
              <a:gd name="T59" fmla="*/ 170 h 178"/>
              <a:gd name="T60" fmla="*/ 156 w 280"/>
              <a:gd name="T61" fmla="*/ 175 h 178"/>
              <a:gd name="T62" fmla="*/ 140 w 280"/>
              <a:gd name="T63" fmla="*/ 166 h 178"/>
              <a:gd name="T64" fmla="*/ 126 w 280"/>
              <a:gd name="T65" fmla="*/ 162 h 178"/>
              <a:gd name="T66" fmla="*/ 119 w 280"/>
              <a:gd name="T67" fmla="*/ 160 h 178"/>
              <a:gd name="T68" fmla="*/ 113 w 280"/>
              <a:gd name="T69" fmla="*/ 150 h 178"/>
              <a:gd name="T70" fmla="*/ 115 w 280"/>
              <a:gd name="T71" fmla="*/ 147 h 178"/>
              <a:gd name="T72" fmla="*/ 122 w 280"/>
              <a:gd name="T73" fmla="*/ 147 h 178"/>
              <a:gd name="T74" fmla="*/ 166 w 280"/>
              <a:gd name="T75" fmla="*/ 141 h 178"/>
              <a:gd name="T76" fmla="*/ 185 w 280"/>
              <a:gd name="T77" fmla="*/ 129 h 178"/>
              <a:gd name="T78" fmla="*/ 188 w 280"/>
              <a:gd name="T79" fmla="*/ 120 h 178"/>
              <a:gd name="T80" fmla="*/ 185 w 280"/>
              <a:gd name="T81" fmla="*/ 92 h 178"/>
              <a:gd name="T82" fmla="*/ 184 w 280"/>
              <a:gd name="T83" fmla="*/ 77 h 178"/>
              <a:gd name="T84" fmla="*/ 179 w 280"/>
              <a:gd name="T85" fmla="*/ 71 h 178"/>
              <a:gd name="T86" fmla="*/ 163 w 280"/>
              <a:gd name="T87" fmla="*/ 75 h 178"/>
              <a:gd name="T88" fmla="*/ 158 w 280"/>
              <a:gd name="T89" fmla="*/ 79 h 178"/>
              <a:gd name="T90" fmla="*/ 145 w 280"/>
              <a:gd name="T91" fmla="*/ 82 h 178"/>
              <a:gd name="T92" fmla="*/ 116 w 280"/>
              <a:gd name="T93" fmla="*/ 91 h 178"/>
              <a:gd name="T94" fmla="*/ 80 w 280"/>
              <a:gd name="T95" fmla="*/ 118 h 178"/>
              <a:gd name="T96" fmla="*/ 52 w 280"/>
              <a:gd name="T97" fmla="*/ 135 h 178"/>
              <a:gd name="T98" fmla="*/ 22 w 280"/>
              <a:gd name="T99" fmla="*/ 136 h 178"/>
              <a:gd name="T100" fmla="*/ 18 w 280"/>
              <a:gd name="T101" fmla="*/ 134 h 178"/>
              <a:gd name="T102" fmla="*/ 16 w 280"/>
              <a:gd name="T103" fmla="*/ 133 h 178"/>
            </a:gdLst>
            <a:rect l="0" t="0" r="r" b="b"/>
            <a:pathLst>
              <a:path w="280" h="178">
                <a:moveTo>
                  <a:pt x="16" y="133"/>
                </a:moveTo>
                <a:cubicBezTo>
                  <a:pt x="18" y="129"/>
                  <a:pt x="16" y="127"/>
                  <a:pt x="14" y="124"/>
                </a:cubicBezTo>
                <a:cubicBezTo>
                  <a:pt x="9" y="118"/>
                  <a:pt x="5" y="111"/>
                  <a:pt x="2" y="103"/>
                </a:cubicBezTo>
                <a:cubicBezTo>
                  <a:pt x="0" y="95"/>
                  <a:pt x="1" y="88"/>
                  <a:pt x="6" y="81"/>
                </a:cubicBezTo>
                <a:cubicBezTo>
                  <a:pt x="9" y="78"/>
                  <a:pt x="12" y="76"/>
                  <a:pt x="16" y="77"/>
                </a:cubicBezTo>
                <a:cubicBezTo>
                  <a:pt x="18" y="77"/>
                  <a:pt x="20" y="76"/>
                  <a:pt x="22" y="77"/>
                </a:cubicBezTo>
                <a:cubicBezTo>
                  <a:pt x="29" y="79"/>
                  <a:pt x="36" y="76"/>
                  <a:pt x="40" y="71"/>
                </a:cubicBezTo>
                <a:cubicBezTo>
                  <a:pt x="44" y="67"/>
                  <a:pt x="49" y="65"/>
                  <a:pt x="54" y="64"/>
                </a:cubicBezTo>
                <a:cubicBezTo>
                  <a:pt x="57" y="64"/>
                  <a:pt x="60" y="62"/>
                  <a:pt x="63" y="61"/>
                </a:cubicBezTo>
                <a:cubicBezTo>
                  <a:pt x="89" y="47"/>
                  <a:pt x="116" y="35"/>
                  <a:pt x="144" y="25"/>
                </a:cubicBezTo>
                <a:cubicBezTo>
                  <a:pt x="152" y="22"/>
                  <a:pt x="161" y="19"/>
                  <a:pt x="169" y="16"/>
                </a:cubicBezTo>
                <a:cubicBezTo>
                  <a:pt x="174" y="14"/>
                  <a:pt x="180" y="14"/>
                  <a:pt x="186" y="13"/>
                </a:cubicBezTo>
                <a:cubicBezTo>
                  <a:pt x="194" y="12"/>
                  <a:pt x="201" y="11"/>
                  <a:pt x="209" y="9"/>
                </a:cubicBezTo>
                <a:cubicBezTo>
                  <a:pt x="214" y="8"/>
                  <a:pt x="219" y="5"/>
                  <a:pt x="224" y="3"/>
                </a:cubicBezTo>
                <a:cubicBezTo>
                  <a:pt x="227" y="1"/>
                  <a:pt x="230" y="0"/>
                  <a:pt x="233" y="0"/>
                </a:cubicBezTo>
                <a:cubicBezTo>
                  <a:pt x="244" y="0"/>
                  <a:pt x="255" y="1"/>
                  <a:pt x="265" y="5"/>
                </a:cubicBezTo>
                <a:cubicBezTo>
                  <a:pt x="276" y="9"/>
                  <a:pt x="280" y="19"/>
                  <a:pt x="274" y="29"/>
                </a:cubicBezTo>
                <a:cubicBezTo>
                  <a:pt x="270" y="38"/>
                  <a:pt x="263" y="45"/>
                  <a:pt x="256" y="50"/>
                </a:cubicBezTo>
                <a:cubicBezTo>
                  <a:pt x="252" y="53"/>
                  <a:pt x="249" y="53"/>
                  <a:pt x="245" y="53"/>
                </a:cubicBezTo>
                <a:cubicBezTo>
                  <a:pt x="236" y="54"/>
                  <a:pt x="228" y="55"/>
                  <a:pt x="220" y="56"/>
                </a:cubicBezTo>
                <a:cubicBezTo>
                  <a:pt x="218" y="57"/>
                  <a:pt x="215" y="57"/>
                  <a:pt x="213" y="58"/>
                </a:cubicBezTo>
                <a:cubicBezTo>
                  <a:pt x="209" y="60"/>
                  <a:pt x="208" y="63"/>
                  <a:pt x="208" y="67"/>
                </a:cubicBezTo>
                <a:cubicBezTo>
                  <a:pt x="208" y="70"/>
                  <a:pt x="209" y="73"/>
                  <a:pt x="210" y="76"/>
                </a:cubicBezTo>
                <a:cubicBezTo>
                  <a:pt x="213" y="82"/>
                  <a:pt x="215" y="87"/>
                  <a:pt x="218" y="92"/>
                </a:cubicBezTo>
                <a:cubicBezTo>
                  <a:pt x="221" y="100"/>
                  <a:pt x="224" y="107"/>
                  <a:pt x="224" y="115"/>
                </a:cubicBezTo>
                <a:cubicBezTo>
                  <a:pt x="224" y="126"/>
                  <a:pt x="223" y="136"/>
                  <a:pt x="220" y="146"/>
                </a:cubicBezTo>
                <a:cubicBezTo>
                  <a:pt x="216" y="157"/>
                  <a:pt x="209" y="162"/>
                  <a:pt x="197" y="163"/>
                </a:cubicBezTo>
                <a:cubicBezTo>
                  <a:pt x="194" y="163"/>
                  <a:pt x="192" y="163"/>
                  <a:pt x="189" y="163"/>
                </a:cubicBezTo>
                <a:cubicBezTo>
                  <a:pt x="186" y="163"/>
                  <a:pt x="183" y="163"/>
                  <a:pt x="181" y="167"/>
                </a:cubicBezTo>
                <a:cubicBezTo>
                  <a:pt x="180" y="168"/>
                  <a:pt x="179" y="169"/>
                  <a:pt x="178" y="170"/>
                </a:cubicBezTo>
                <a:cubicBezTo>
                  <a:pt x="171" y="176"/>
                  <a:pt x="164" y="178"/>
                  <a:pt x="156" y="175"/>
                </a:cubicBezTo>
                <a:cubicBezTo>
                  <a:pt x="151" y="172"/>
                  <a:pt x="145" y="169"/>
                  <a:pt x="140" y="166"/>
                </a:cubicBezTo>
                <a:cubicBezTo>
                  <a:pt x="136" y="163"/>
                  <a:pt x="132" y="162"/>
                  <a:pt x="126" y="162"/>
                </a:cubicBezTo>
                <a:cubicBezTo>
                  <a:pt x="124" y="162"/>
                  <a:pt x="121" y="163"/>
                  <a:pt x="119" y="160"/>
                </a:cubicBezTo>
                <a:cubicBezTo>
                  <a:pt x="116" y="157"/>
                  <a:pt x="114" y="154"/>
                  <a:pt x="113" y="150"/>
                </a:cubicBezTo>
                <a:cubicBezTo>
                  <a:pt x="112" y="148"/>
                  <a:pt x="113" y="147"/>
                  <a:pt x="115" y="147"/>
                </a:cubicBezTo>
                <a:cubicBezTo>
                  <a:pt x="117" y="147"/>
                  <a:pt x="120" y="147"/>
                  <a:pt x="122" y="147"/>
                </a:cubicBezTo>
                <a:cubicBezTo>
                  <a:pt x="137" y="148"/>
                  <a:pt x="152" y="146"/>
                  <a:pt x="166" y="141"/>
                </a:cubicBezTo>
                <a:cubicBezTo>
                  <a:pt x="173" y="138"/>
                  <a:pt x="179" y="134"/>
                  <a:pt x="185" y="129"/>
                </a:cubicBezTo>
                <a:cubicBezTo>
                  <a:pt x="188" y="126"/>
                  <a:pt x="189" y="123"/>
                  <a:pt x="188" y="120"/>
                </a:cubicBezTo>
                <a:cubicBezTo>
                  <a:pt x="187" y="111"/>
                  <a:pt x="186" y="102"/>
                  <a:pt x="185" y="92"/>
                </a:cubicBezTo>
                <a:cubicBezTo>
                  <a:pt x="184" y="87"/>
                  <a:pt x="184" y="82"/>
                  <a:pt x="184" y="77"/>
                </a:cubicBezTo>
                <a:cubicBezTo>
                  <a:pt x="184" y="73"/>
                  <a:pt x="183" y="71"/>
                  <a:pt x="179" y="71"/>
                </a:cubicBezTo>
                <a:cubicBezTo>
                  <a:pt x="173" y="70"/>
                  <a:pt x="168" y="70"/>
                  <a:pt x="163" y="75"/>
                </a:cubicBezTo>
                <a:cubicBezTo>
                  <a:pt x="162" y="76"/>
                  <a:pt x="160" y="77"/>
                  <a:pt x="158" y="79"/>
                </a:cubicBezTo>
                <a:cubicBezTo>
                  <a:pt x="154" y="81"/>
                  <a:pt x="150" y="83"/>
                  <a:pt x="145" y="82"/>
                </a:cubicBezTo>
                <a:cubicBezTo>
                  <a:pt x="134" y="82"/>
                  <a:pt x="124" y="85"/>
                  <a:pt x="116" y="91"/>
                </a:cubicBezTo>
                <a:cubicBezTo>
                  <a:pt x="104" y="100"/>
                  <a:pt x="92" y="109"/>
                  <a:pt x="80" y="118"/>
                </a:cubicBezTo>
                <a:cubicBezTo>
                  <a:pt x="71" y="124"/>
                  <a:pt x="62" y="131"/>
                  <a:pt x="52" y="135"/>
                </a:cubicBezTo>
                <a:cubicBezTo>
                  <a:pt x="42" y="139"/>
                  <a:pt x="32" y="140"/>
                  <a:pt x="22" y="136"/>
                </a:cubicBezTo>
                <a:cubicBezTo>
                  <a:pt x="20" y="136"/>
                  <a:pt x="19" y="135"/>
                  <a:pt x="18" y="134"/>
                </a:cubicBezTo>
                <a:cubicBezTo>
                  <a:pt x="17" y="134"/>
                  <a:pt x="17" y="134"/>
                  <a:pt x="16" y="133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4" name="Freeform 15">
            <a:extLst xmlns:a="http://schemas.openxmlformats.org/drawingml/2006/main">
              <a:ext uri="{FF2B5EF4-FFF2-40B4-BE49-F238E27FC236}">
                <a16:creationId xmlns:a16="http://schemas.microsoft.com/office/drawing/2014/main" id="{BDD8B743-12D0-4CB6-8D2E-5BBFB56ED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703" y="432578"/>
            <a:ext cx="107776" cy="57594"/>
          </a:xfrm>
          <a:custGeom xmlns:a="http://schemas.openxmlformats.org/drawingml/2006/main">
            <a:gdLst>
              <a:gd name="T0" fmla="*/ 197 w 212"/>
              <a:gd name="T1" fmla="*/ 0 h 114"/>
              <a:gd name="T2" fmla="*/ 205 w 212"/>
              <a:gd name="T3" fmla="*/ 0 h 114"/>
              <a:gd name="T4" fmla="*/ 211 w 212"/>
              <a:gd name="T5" fmla="*/ 9 h 114"/>
              <a:gd name="T6" fmla="*/ 191 w 212"/>
              <a:gd name="T7" fmla="*/ 29 h 114"/>
              <a:gd name="T8" fmla="*/ 187 w 212"/>
              <a:gd name="T9" fmla="*/ 29 h 114"/>
              <a:gd name="T10" fmla="*/ 174 w 212"/>
              <a:gd name="T11" fmla="*/ 33 h 114"/>
              <a:gd name="T12" fmla="*/ 132 w 212"/>
              <a:gd name="T13" fmla="*/ 67 h 114"/>
              <a:gd name="T14" fmla="*/ 109 w 212"/>
              <a:gd name="T15" fmla="*/ 91 h 114"/>
              <a:gd name="T16" fmla="*/ 71 w 212"/>
              <a:gd name="T17" fmla="*/ 112 h 114"/>
              <a:gd name="T18" fmla="*/ 40 w 212"/>
              <a:gd name="T19" fmla="*/ 108 h 114"/>
              <a:gd name="T20" fmla="*/ 9 w 212"/>
              <a:gd name="T21" fmla="*/ 90 h 114"/>
              <a:gd name="T22" fmla="*/ 8 w 212"/>
              <a:gd name="T23" fmla="*/ 89 h 114"/>
              <a:gd name="T24" fmla="*/ 11 w 212"/>
              <a:gd name="T25" fmla="*/ 64 h 114"/>
              <a:gd name="T26" fmla="*/ 15 w 212"/>
              <a:gd name="T27" fmla="*/ 62 h 114"/>
              <a:gd name="T28" fmla="*/ 114 w 212"/>
              <a:gd name="T29" fmla="*/ 23 h 114"/>
              <a:gd name="T30" fmla="*/ 130 w 212"/>
              <a:gd name="T31" fmla="*/ 18 h 114"/>
              <a:gd name="T32" fmla="*/ 164 w 212"/>
              <a:gd name="T33" fmla="*/ 7 h 114"/>
              <a:gd name="T34" fmla="*/ 197 w 212"/>
              <a:gd name="T35" fmla="*/ 0 h 114"/>
            </a:gdLst>
            <a:rect l="0" t="0" r="r" b="b"/>
            <a:pathLst>
              <a:path w="212" h="114">
                <a:moveTo>
                  <a:pt x="197" y="0"/>
                </a:moveTo>
                <a:cubicBezTo>
                  <a:pt x="199" y="0"/>
                  <a:pt x="202" y="0"/>
                  <a:pt x="205" y="0"/>
                </a:cubicBezTo>
                <a:cubicBezTo>
                  <a:pt x="209" y="1"/>
                  <a:pt x="212" y="5"/>
                  <a:pt x="211" y="9"/>
                </a:cubicBezTo>
                <a:cubicBezTo>
                  <a:pt x="207" y="18"/>
                  <a:pt x="200" y="25"/>
                  <a:pt x="191" y="29"/>
                </a:cubicBezTo>
                <a:cubicBezTo>
                  <a:pt x="189" y="29"/>
                  <a:pt x="188" y="29"/>
                  <a:pt x="187" y="29"/>
                </a:cubicBezTo>
                <a:cubicBezTo>
                  <a:pt x="182" y="28"/>
                  <a:pt x="178" y="30"/>
                  <a:pt x="174" y="33"/>
                </a:cubicBezTo>
                <a:cubicBezTo>
                  <a:pt x="158" y="43"/>
                  <a:pt x="144" y="54"/>
                  <a:pt x="132" y="67"/>
                </a:cubicBezTo>
                <a:cubicBezTo>
                  <a:pt x="124" y="75"/>
                  <a:pt x="116" y="83"/>
                  <a:pt x="109" y="91"/>
                </a:cubicBezTo>
                <a:cubicBezTo>
                  <a:pt x="99" y="102"/>
                  <a:pt x="86" y="110"/>
                  <a:pt x="71" y="112"/>
                </a:cubicBezTo>
                <a:cubicBezTo>
                  <a:pt x="61" y="114"/>
                  <a:pt x="50" y="112"/>
                  <a:pt x="40" y="108"/>
                </a:cubicBezTo>
                <a:cubicBezTo>
                  <a:pt x="29" y="104"/>
                  <a:pt x="19" y="98"/>
                  <a:pt x="9" y="90"/>
                </a:cubicBezTo>
                <a:cubicBezTo>
                  <a:pt x="9" y="90"/>
                  <a:pt x="9" y="89"/>
                  <a:pt x="8" y="89"/>
                </a:cubicBezTo>
                <a:cubicBezTo>
                  <a:pt x="0" y="81"/>
                  <a:pt x="2" y="70"/>
                  <a:pt x="11" y="64"/>
                </a:cubicBezTo>
                <a:cubicBezTo>
                  <a:pt x="12" y="63"/>
                  <a:pt x="14" y="63"/>
                  <a:pt x="15" y="62"/>
                </a:cubicBezTo>
                <a:cubicBezTo>
                  <a:pt x="48" y="49"/>
                  <a:pt x="81" y="36"/>
                  <a:pt x="114" y="23"/>
                </a:cubicBezTo>
                <a:cubicBezTo>
                  <a:pt x="119" y="21"/>
                  <a:pt x="125" y="19"/>
                  <a:pt x="130" y="18"/>
                </a:cubicBezTo>
                <a:cubicBezTo>
                  <a:pt x="142" y="15"/>
                  <a:pt x="153" y="12"/>
                  <a:pt x="164" y="7"/>
                </a:cubicBezTo>
                <a:cubicBezTo>
                  <a:pt x="175" y="2"/>
                  <a:pt x="186" y="0"/>
                  <a:pt x="197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5" name="Freeform 16">
            <a:extLst xmlns:a="http://schemas.openxmlformats.org/drawingml/2006/main">
              <a:ext uri="{FF2B5EF4-FFF2-40B4-BE49-F238E27FC236}">
                <a16:creationId xmlns:a16="http://schemas.microsoft.com/office/drawing/2014/main" id="{D44F308A-D08C-4FF2-96F7-72A2DC998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5059" y="361297"/>
            <a:ext cx="57594" cy="63867"/>
          </a:xfrm>
          <a:custGeom xmlns:a="http://schemas.openxmlformats.org/drawingml/2006/main">
            <a:gdLst>
              <a:gd name="T0" fmla="*/ 114 w 114"/>
              <a:gd name="T1" fmla="*/ 70 h 126"/>
              <a:gd name="T2" fmla="*/ 101 w 114"/>
              <a:gd name="T3" fmla="*/ 91 h 126"/>
              <a:gd name="T4" fmla="*/ 78 w 114"/>
              <a:gd name="T5" fmla="*/ 97 h 126"/>
              <a:gd name="T6" fmla="*/ 58 w 114"/>
              <a:gd name="T7" fmla="*/ 106 h 126"/>
              <a:gd name="T8" fmla="*/ 40 w 114"/>
              <a:gd name="T9" fmla="*/ 121 h 126"/>
              <a:gd name="T10" fmla="*/ 31 w 114"/>
              <a:gd name="T11" fmla="*/ 125 h 126"/>
              <a:gd name="T12" fmla="*/ 23 w 114"/>
              <a:gd name="T13" fmla="*/ 122 h 126"/>
              <a:gd name="T14" fmla="*/ 23 w 114"/>
              <a:gd name="T15" fmla="*/ 112 h 126"/>
              <a:gd name="T16" fmla="*/ 26 w 114"/>
              <a:gd name="T17" fmla="*/ 68 h 126"/>
              <a:gd name="T18" fmla="*/ 16 w 114"/>
              <a:gd name="T19" fmla="*/ 50 h 126"/>
              <a:gd name="T20" fmla="*/ 11 w 114"/>
              <a:gd name="T21" fmla="*/ 39 h 126"/>
              <a:gd name="T22" fmla="*/ 3 w 114"/>
              <a:gd name="T23" fmla="*/ 21 h 126"/>
              <a:gd name="T24" fmla="*/ 3 w 114"/>
              <a:gd name="T25" fmla="*/ 6 h 126"/>
              <a:gd name="T26" fmla="*/ 12 w 114"/>
              <a:gd name="T27" fmla="*/ 0 h 126"/>
              <a:gd name="T28" fmla="*/ 18 w 114"/>
              <a:gd name="T29" fmla="*/ 1 h 126"/>
              <a:gd name="T30" fmla="*/ 50 w 114"/>
              <a:gd name="T31" fmla="*/ 12 h 126"/>
              <a:gd name="T32" fmla="*/ 86 w 114"/>
              <a:gd name="T33" fmla="*/ 31 h 126"/>
              <a:gd name="T34" fmla="*/ 106 w 114"/>
              <a:gd name="T35" fmla="*/ 48 h 126"/>
              <a:gd name="T36" fmla="*/ 114 w 114"/>
              <a:gd name="T37" fmla="*/ 70 h 126"/>
            </a:gdLst>
            <a:rect l="0" t="0" r="r" b="b"/>
            <a:pathLst>
              <a:path w="114" h="126">
                <a:moveTo>
                  <a:pt x="114" y="70"/>
                </a:moveTo>
                <a:cubicBezTo>
                  <a:pt x="114" y="79"/>
                  <a:pt x="109" y="86"/>
                  <a:pt x="101" y="91"/>
                </a:cubicBezTo>
                <a:cubicBezTo>
                  <a:pt x="94" y="95"/>
                  <a:pt x="86" y="97"/>
                  <a:pt x="78" y="97"/>
                </a:cubicBezTo>
                <a:cubicBezTo>
                  <a:pt x="64" y="97"/>
                  <a:pt x="66" y="98"/>
                  <a:pt x="58" y="106"/>
                </a:cubicBezTo>
                <a:cubicBezTo>
                  <a:pt x="52" y="111"/>
                  <a:pt x="46" y="116"/>
                  <a:pt x="40" y="121"/>
                </a:cubicBezTo>
                <a:cubicBezTo>
                  <a:pt x="38" y="123"/>
                  <a:pt x="35" y="124"/>
                  <a:pt x="31" y="125"/>
                </a:cubicBezTo>
                <a:cubicBezTo>
                  <a:pt x="28" y="126"/>
                  <a:pt x="25" y="125"/>
                  <a:pt x="23" y="122"/>
                </a:cubicBezTo>
                <a:cubicBezTo>
                  <a:pt x="22" y="118"/>
                  <a:pt x="21" y="115"/>
                  <a:pt x="23" y="112"/>
                </a:cubicBezTo>
                <a:cubicBezTo>
                  <a:pt x="33" y="98"/>
                  <a:pt x="33" y="83"/>
                  <a:pt x="26" y="68"/>
                </a:cubicBezTo>
                <a:cubicBezTo>
                  <a:pt x="23" y="61"/>
                  <a:pt x="19" y="56"/>
                  <a:pt x="16" y="50"/>
                </a:cubicBezTo>
                <a:cubicBezTo>
                  <a:pt x="14" y="46"/>
                  <a:pt x="12" y="43"/>
                  <a:pt x="11" y="39"/>
                </a:cubicBezTo>
                <a:cubicBezTo>
                  <a:pt x="9" y="33"/>
                  <a:pt x="7" y="27"/>
                  <a:pt x="3" y="21"/>
                </a:cubicBezTo>
                <a:cubicBezTo>
                  <a:pt x="0" y="17"/>
                  <a:pt x="0" y="12"/>
                  <a:pt x="3" y="6"/>
                </a:cubicBezTo>
                <a:cubicBezTo>
                  <a:pt x="5" y="2"/>
                  <a:pt x="8" y="0"/>
                  <a:pt x="12" y="0"/>
                </a:cubicBezTo>
                <a:cubicBezTo>
                  <a:pt x="14" y="0"/>
                  <a:pt x="16" y="1"/>
                  <a:pt x="18" y="1"/>
                </a:cubicBezTo>
                <a:cubicBezTo>
                  <a:pt x="29" y="3"/>
                  <a:pt x="40" y="7"/>
                  <a:pt x="50" y="12"/>
                </a:cubicBezTo>
                <a:cubicBezTo>
                  <a:pt x="62" y="19"/>
                  <a:pt x="74" y="25"/>
                  <a:pt x="86" y="31"/>
                </a:cubicBezTo>
                <a:cubicBezTo>
                  <a:pt x="94" y="36"/>
                  <a:pt x="101" y="41"/>
                  <a:pt x="106" y="48"/>
                </a:cubicBezTo>
                <a:cubicBezTo>
                  <a:pt x="111" y="54"/>
                  <a:pt x="114" y="61"/>
                  <a:pt x="114" y="7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6" name="Freeform 24">
            <a:extLst xmlns:a="http://schemas.openxmlformats.org/drawingml/2006/main">
              <a:ext uri="{FF2B5EF4-FFF2-40B4-BE49-F238E27FC236}">
                <a16:creationId xmlns:a16="http://schemas.microsoft.com/office/drawing/2014/main" id="{565E6E89-C827-4A66-A7D2-FAD1EF42E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4717" y="420032"/>
            <a:ext cx="56454" cy="76412"/>
          </a:xfrm>
          <a:custGeom xmlns:a="http://schemas.openxmlformats.org/drawingml/2006/main">
            <a:gdLst>
              <a:gd name="T0" fmla="*/ 111 w 111"/>
              <a:gd name="T1" fmla="*/ 118 h 150"/>
              <a:gd name="T2" fmla="*/ 108 w 111"/>
              <a:gd name="T3" fmla="*/ 125 h 150"/>
              <a:gd name="T4" fmla="*/ 94 w 111"/>
              <a:gd name="T5" fmla="*/ 142 h 150"/>
              <a:gd name="T6" fmla="*/ 80 w 111"/>
              <a:gd name="T7" fmla="*/ 149 h 150"/>
              <a:gd name="T8" fmla="*/ 72 w 111"/>
              <a:gd name="T9" fmla="*/ 144 h 150"/>
              <a:gd name="T10" fmla="*/ 66 w 111"/>
              <a:gd name="T11" fmla="*/ 117 h 150"/>
              <a:gd name="T12" fmla="*/ 59 w 111"/>
              <a:gd name="T13" fmla="*/ 90 h 150"/>
              <a:gd name="T14" fmla="*/ 50 w 111"/>
              <a:gd name="T15" fmla="*/ 75 h 150"/>
              <a:gd name="T16" fmla="*/ 19 w 111"/>
              <a:gd name="T17" fmla="*/ 40 h 150"/>
              <a:gd name="T18" fmla="*/ 6 w 111"/>
              <a:gd name="T19" fmla="*/ 27 h 150"/>
              <a:gd name="T20" fmla="*/ 0 w 111"/>
              <a:gd name="T21" fmla="*/ 10 h 150"/>
              <a:gd name="T22" fmla="*/ 0 w 111"/>
              <a:gd name="T23" fmla="*/ 8 h 150"/>
              <a:gd name="T24" fmla="*/ 9 w 111"/>
              <a:gd name="T25" fmla="*/ 2 h 150"/>
              <a:gd name="T26" fmla="*/ 18 w 111"/>
              <a:gd name="T27" fmla="*/ 7 h 150"/>
              <a:gd name="T28" fmla="*/ 27 w 111"/>
              <a:gd name="T29" fmla="*/ 15 h 150"/>
              <a:gd name="T30" fmla="*/ 44 w 111"/>
              <a:gd name="T31" fmla="*/ 26 h 150"/>
              <a:gd name="T32" fmla="*/ 85 w 111"/>
              <a:gd name="T33" fmla="*/ 57 h 150"/>
              <a:gd name="T34" fmla="*/ 110 w 111"/>
              <a:gd name="T35" fmla="*/ 114 h 150"/>
              <a:gd name="T36" fmla="*/ 110 w 111"/>
              <a:gd name="T37" fmla="*/ 117 h 150"/>
              <a:gd name="T38" fmla="*/ 111 w 111"/>
              <a:gd name="T39" fmla="*/ 118 h 150"/>
            </a:gdLst>
            <a:rect l="0" t="0" r="r" b="b"/>
            <a:pathLst>
              <a:path w="111" h="150">
                <a:moveTo>
                  <a:pt x="111" y="118"/>
                </a:moveTo>
                <a:cubicBezTo>
                  <a:pt x="110" y="120"/>
                  <a:pt x="109" y="123"/>
                  <a:pt x="108" y="125"/>
                </a:cubicBezTo>
                <a:cubicBezTo>
                  <a:pt x="103" y="131"/>
                  <a:pt x="99" y="136"/>
                  <a:pt x="94" y="142"/>
                </a:cubicBezTo>
                <a:cubicBezTo>
                  <a:pt x="90" y="146"/>
                  <a:pt x="86" y="148"/>
                  <a:pt x="80" y="149"/>
                </a:cubicBezTo>
                <a:cubicBezTo>
                  <a:pt x="75" y="150"/>
                  <a:pt x="73" y="149"/>
                  <a:pt x="72" y="144"/>
                </a:cubicBezTo>
                <a:cubicBezTo>
                  <a:pt x="70" y="135"/>
                  <a:pt x="68" y="126"/>
                  <a:pt x="66" y="117"/>
                </a:cubicBezTo>
                <a:cubicBezTo>
                  <a:pt x="64" y="108"/>
                  <a:pt x="63" y="99"/>
                  <a:pt x="59" y="90"/>
                </a:cubicBezTo>
                <a:cubicBezTo>
                  <a:pt x="57" y="85"/>
                  <a:pt x="54" y="80"/>
                  <a:pt x="50" y="75"/>
                </a:cubicBezTo>
                <a:cubicBezTo>
                  <a:pt x="40" y="63"/>
                  <a:pt x="29" y="51"/>
                  <a:pt x="19" y="40"/>
                </a:cubicBezTo>
                <a:cubicBezTo>
                  <a:pt x="15" y="35"/>
                  <a:pt x="11" y="31"/>
                  <a:pt x="6" y="27"/>
                </a:cubicBezTo>
                <a:cubicBezTo>
                  <a:pt x="1" y="22"/>
                  <a:pt x="0" y="17"/>
                  <a:pt x="0" y="10"/>
                </a:cubicBezTo>
                <a:cubicBezTo>
                  <a:pt x="0" y="9"/>
                  <a:pt x="0" y="9"/>
                  <a:pt x="0" y="8"/>
                </a:cubicBezTo>
                <a:cubicBezTo>
                  <a:pt x="2" y="1"/>
                  <a:pt x="3" y="0"/>
                  <a:pt x="9" y="2"/>
                </a:cubicBezTo>
                <a:cubicBezTo>
                  <a:pt x="12" y="4"/>
                  <a:pt x="15" y="5"/>
                  <a:pt x="18" y="7"/>
                </a:cubicBezTo>
                <a:cubicBezTo>
                  <a:pt x="21" y="10"/>
                  <a:pt x="24" y="12"/>
                  <a:pt x="27" y="15"/>
                </a:cubicBezTo>
                <a:cubicBezTo>
                  <a:pt x="32" y="20"/>
                  <a:pt x="38" y="24"/>
                  <a:pt x="44" y="26"/>
                </a:cubicBezTo>
                <a:cubicBezTo>
                  <a:pt x="61" y="33"/>
                  <a:pt x="74" y="43"/>
                  <a:pt x="85" y="57"/>
                </a:cubicBezTo>
                <a:cubicBezTo>
                  <a:pt x="98" y="73"/>
                  <a:pt x="107" y="92"/>
                  <a:pt x="110" y="114"/>
                </a:cubicBezTo>
                <a:cubicBezTo>
                  <a:pt x="110" y="115"/>
                  <a:pt x="110" y="116"/>
                  <a:pt x="110" y="117"/>
                </a:cubicBezTo>
                <a:cubicBezTo>
                  <a:pt x="110" y="117"/>
                  <a:pt x="110" y="118"/>
                  <a:pt x="111" y="1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7" name="Freeform 26">
            <a:extLst xmlns:a="http://schemas.openxmlformats.org/drawingml/2006/main">
              <a:ext uri="{FF2B5EF4-FFF2-40B4-BE49-F238E27FC236}">
                <a16:creationId xmlns:a16="http://schemas.microsoft.com/office/drawing/2014/main" id="{35912DB4-30A2-48E3-82E0-F9CB8B3A8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4100" y="564304"/>
            <a:ext cx="41057" cy="50181"/>
          </a:xfrm>
          <a:custGeom xmlns:a="http://schemas.openxmlformats.org/drawingml/2006/main">
            <a:gdLst>
              <a:gd name="T0" fmla="*/ 0 w 81"/>
              <a:gd name="T1" fmla="*/ 18 h 99"/>
              <a:gd name="T2" fmla="*/ 1 w 81"/>
              <a:gd name="T3" fmla="*/ 9 h 99"/>
              <a:gd name="T4" fmla="*/ 11 w 81"/>
              <a:gd name="T5" fmla="*/ 1 h 99"/>
              <a:gd name="T6" fmla="*/ 50 w 81"/>
              <a:gd name="T7" fmla="*/ 12 h 99"/>
              <a:gd name="T8" fmla="*/ 78 w 81"/>
              <a:gd name="T9" fmla="*/ 44 h 99"/>
              <a:gd name="T10" fmla="*/ 80 w 81"/>
              <a:gd name="T11" fmla="*/ 51 h 99"/>
              <a:gd name="T12" fmla="*/ 77 w 81"/>
              <a:gd name="T13" fmla="*/ 79 h 99"/>
              <a:gd name="T14" fmla="*/ 43 w 81"/>
              <a:gd name="T15" fmla="*/ 92 h 99"/>
              <a:gd name="T16" fmla="*/ 30 w 81"/>
              <a:gd name="T17" fmla="*/ 81 h 99"/>
              <a:gd name="T18" fmla="*/ 12 w 81"/>
              <a:gd name="T19" fmla="*/ 60 h 99"/>
              <a:gd name="T20" fmla="*/ 1 w 81"/>
              <a:gd name="T21" fmla="*/ 24 h 99"/>
              <a:gd name="T22" fmla="*/ 1 w 81"/>
              <a:gd name="T23" fmla="*/ 18 h 99"/>
              <a:gd name="T24" fmla="*/ 0 w 81"/>
              <a:gd name="T25" fmla="*/ 18 h 99"/>
            </a:gdLst>
            <a:rect l="0" t="0" r="r" b="b"/>
            <a:pathLst>
              <a:path w="81" h="99">
                <a:moveTo>
                  <a:pt x="0" y="18"/>
                </a:moveTo>
                <a:cubicBezTo>
                  <a:pt x="1" y="15"/>
                  <a:pt x="1" y="12"/>
                  <a:pt x="1" y="9"/>
                </a:cubicBezTo>
                <a:cubicBezTo>
                  <a:pt x="2" y="4"/>
                  <a:pt x="5" y="1"/>
                  <a:pt x="11" y="1"/>
                </a:cubicBezTo>
                <a:cubicBezTo>
                  <a:pt x="25" y="0"/>
                  <a:pt x="39" y="2"/>
                  <a:pt x="50" y="12"/>
                </a:cubicBezTo>
                <a:cubicBezTo>
                  <a:pt x="62" y="21"/>
                  <a:pt x="70" y="32"/>
                  <a:pt x="78" y="44"/>
                </a:cubicBezTo>
                <a:cubicBezTo>
                  <a:pt x="79" y="46"/>
                  <a:pt x="80" y="49"/>
                  <a:pt x="80" y="51"/>
                </a:cubicBezTo>
                <a:cubicBezTo>
                  <a:pt x="81" y="61"/>
                  <a:pt x="80" y="70"/>
                  <a:pt x="77" y="79"/>
                </a:cubicBezTo>
                <a:cubicBezTo>
                  <a:pt x="74" y="89"/>
                  <a:pt x="57" y="99"/>
                  <a:pt x="43" y="92"/>
                </a:cubicBezTo>
                <a:cubicBezTo>
                  <a:pt x="38" y="89"/>
                  <a:pt x="33" y="86"/>
                  <a:pt x="30" y="81"/>
                </a:cubicBezTo>
                <a:cubicBezTo>
                  <a:pt x="24" y="74"/>
                  <a:pt x="18" y="67"/>
                  <a:pt x="12" y="60"/>
                </a:cubicBezTo>
                <a:cubicBezTo>
                  <a:pt x="4" y="49"/>
                  <a:pt x="2" y="37"/>
                  <a:pt x="1" y="24"/>
                </a:cubicBezTo>
                <a:cubicBezTo>
                  <a:pt x="1" y="22"/>
                  <a:pt x="1" y="20"/>
                  <a:pt x="1" y="18"/>
                </a:cubicBezTo>
                <a:cubicBezTo>
                  <a:pt x="1" y="18"/>
                  <a:pt x="1" y="18"/>
                  <a:pt x="0" y="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ABC41837-9E2C-479C-BAE2-E1243F984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7552" y="552329"/>
            <a:ext cx="43908" cy="50751"/>
          </a:xfrm>
          <a:custGeom xmlns:a="http://schemas.openxmlformats.org/drawingml/2006/main">
            <a:gdLst>
              <a:gd name="T0" fmla="*/ 38 w 87"/>
              <a:gd name="T1" fmla="*/ 100 h 100"/>
              <a:gd name="T2" fmla="*/ 27 w 87"/>
              <a:gd name="T3" fmla="*/ 98 h 100"/>
              <a:gd name="T4" fmla="*/ 22 w 87"/>
              <a:gd name="T5" fmla="*/ 91 h 100"/>
              <a:gd name="T6" fmla="*/ 17 w 87"/>
              <a:gd name="T7" fmla="*/ 65 h 100"/>
              <a:gd name="T8" fmla="*/ 1 w 87"/>
              <a:gd name="T9" fmla="*/ 16 h 100"/>
              <a:gd name="T10" fmla="*/ 0 w 87"/>
              <a:gd name="T11" fmla="*/ 4 h 100"/>
              <a:gd name="T12" fmla="*/ 4 w 87"/>
              <a:gd name="T13" fmla="*/ 0 h 100"/>
              <a:gd name="T14" fmla="*/ 12 w 87"/>
              <a:gd name="T15" fmla="*/ 0 h 100"/>
              <a:gd name="T16" fmla="*/ 20 w 87"/>
              <a:gd name="T17" fmla="*/ 4 h 100"/>
              <a:gd name="T18" fmla="*/ 31 w 87"/>
              <a:gd name="T19" fmla="*/ 12 h 100"/>
              <a:gd name="T20" fmla="*/ 65 w 87"/>
              <a:gd name="T21" fmla="*/ 41 h 100"/>
              <a:gd name="T22" fmla="*/ 78 w 87"/>
              <a:gd name="T23" fmla="*/ 56 h 100"/>
              <a:gd name="T24" fmla="*/ 73 w 87"/>
              <a:gd name="T25" fmla="*/ 87 h 100"/>
              <a:gd name="T26" fmla="*/ 38 w 87"/>
              <a:gd name="T27" fmla="*/ 100 h 100"/>
            </a:gdLst>
            <a:rect l="0" t="0" r="r" b="b"/>
            <a:pathLst>
              <a:path w="87" h="100">
                <a:moveTo>
                  <a:pt x="38" y="100"/>
                </a:moveTo>
                <a:cubicBezTo>
                  <a:pt x="34" y="99"/>
                  <a:pt x="31" y="99"/>
                  <a:pt x="27" y="98"/>
                </a:cubicBezTo>
                <a:cubicBezTo>
                  <a:pt x="24" y="97"/>
                  <a:pt x="22" y="94"/>
                  <a:pt x="22" y="91"/>
                </a:cubicBezTo>
                <a:cubicBezTo>
                  <a:pt x="23" y="81"/>
                  <a:pt x="20" y="73"/>
                  <a:pt x="17" y="65"/>
                </a:cubicBezTo>
                <a:cubicBezTo>
                  <a:pt x="11" y="49"/>
                  <a:pt x="4" y="33"/>
                  <a:pt x="1" y="16"/>
                </a:cubicBezTo>
                <a:cubicBezTo>
                  <a:pt x="0" y="12"/>
                  <a:pt x="0" y="8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7" y="0"/>
                  <a:pt x="10" y="0"/>
                  <a:pt x="12" y="0"/>
                </a:cubicBezTo>
                <a:cubicBezTo>
                  <a:pt x="15" y="1"/>
                  <a:pt x="18" y="2"/>
                  <a:pt x="20" y="4"/>
                </a:cubicBezTo>
                <a:cubicBezTo>
                  <a:pt x="24" y="7"/>
                  <a:pt x="28" y="9"/>
                  <a:pt x="31" y="12"/>
                </a:cubicBezTo>
                <a:cubicBezTo>
                  <a:pt x="42" y="22"/>
                  <a:pt x="54" y="31"/>
                  <a:pt x="65" y="41"/>
                </a:cubicBezTo>
                <a:cubicBezTo>
                  <a:pt x="70" y="45"/>
                  <a:pt x="74" y="51"/>
                  <a:pt x="78" y="56"/>
                </a:cubicBezTo>
                <a:cubicBezTo>
                  <a:pt x="87" y="69"/>
                  <a:pt x="85" y="78"/>
                  <a:pt x="73" y="87"/>
                </a:cubicBezTo>
                <a:cubicBezTo>
                  <a:pt x="64" y="95"/>
                  <a:pt x="50" y="100"/>
                  <a:pt x="38" y="1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9" name="Freeform 36">
            <a:extLst xmlns:a="http://schemas.openxmlformats.org/drawingml/2006/main">
              <a:ext uri="{FF2B5EF4-FFF2-40B4-BE49-F238E27FC236}">
                <a16:creationId xmlns:a16="http://schemas.microsoft.com/office/drawing/2014/main" id="{ECB2E58E-B41A-42C4-8355-081C39540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3006" y="481619"/>
            <a:ext cx="22809" cy="43908"/>
          </a:xfrm>
          <a:custGeom xmlns:a="http://schemas.openxmlformats.org/drawingml/2006/main">
            <a:gdLst>
              <a:gd name="T0" fmla="*/ 6 w 44"/>
              <a:gd name="T1" fmla="*/ 57 h 87"/>
              <a:gd name="T2" fmla="*/ 2 w 44"/>
              <a:gd name="T3" fmla="*/ 8 h 87"/>
              <a:gd name="T4" fmla="*/ 3 w 44"/>
              <a:gd name="T5" fmla="*/ 2 h 87"/>
              <a:gd name="T6" fmla="*/ 10 w 44"/>
              <a:gd name="T7" fmla="*/ 2 h 87"/>
              <a:gd name="T8" fmla="*/ 15 w 44"/>
              <a:gd name="T9" fmla="*/ 6 h 87"/>
              <a:gd name="T10" fmla="*/ 29 w 44"/>
              <a:gd name="T11" fmla="*/ 22 h 87"/>
              <a:gd name="T12" fmla="*/ 39 w 44"/>
              <a:gd name="T13" fmla="*/ 36 h 87"/>
              <a:gd name="T14" fmla="*/ 43 w 44"/>
              <a:gd name="T15" fmla="*/ 52 h 87"/>
              <a:gd name="T16" fmla="*/ 38 w 44"/>
              <a:gd name="T17" fmla="*/ 74 h 87"/>
              <a:gd name="T18" fmla="*/ 16 w 44"/>
              <a:gd name="T19" fmla="*/ 87 h 87"/>
              <a:gd name="T20" fmla="*/ 8 w 44"/>
              <a:gd name="T21" fmla="*/ 81 h 87"/>
              <a:gd name="T22" fmla="*/ 6 w 44"/>
              <a:gd name="T23" fmla="*/ 65 h 87"/>
              <a:gd name="T24" fmla="*/ 6 w 44"/>
              <a:gd name="T25" fmla="*/ 57 h 87"/>
            </a:gdLst>
            <a:rect l="0" t="0" r="r" b="b"/>
            <a:pathLst>
              <a:path w="44" h="87">
                <a:moveTo>
                  <a:pt x="6" y="57"/>
                </a:moveTo>
                <a:cubicBezTo>
                  <a:pt x="7" y="39"/>
                  <a:pt x="5" y="23"/>
                  <a:pt x="2" y="8"/>
                </a:cubicBezTo>
                <a:cubicBezTo>
                  <a:pt x="1" y="6"/>
                  <a:pt x="0" y="3"/>
                  <a:pt x="3" y="2"/>
                </a:cubicBezTo>
                <a:cubicBezTo>
                  <a:pt x="5" y="0"/>
                  <a:pt x="7" y="0"/>
                  <a:pt x="10" y="2"/>
                </a:cubicBezTo>
                <a:cubicBezTo>
                  <a:pt x="12" y="3"/>
                  <a:pt x="14" y="4"/>
                  <a:pt x="15" y="6"/>
                </a:cubicBezTo>
                <a:cubicBezTo>
                  <a:pt x="20" y="11"/>
                  <a:pt x="25" y="17"/>
                  <a:pt x="29" y="22"/>
                </a:cubicBezTo>
                <a:cubicBezTo>
                  <a:pt x="33" y="27"/>
                  <a:pt x="36" y="32"/>
                  <a:pt x="39" y="36"/>
                </a:cubicBezTo>
                <a:cubicBezTo>
                  <a:pt x="42" y="41"/>
                  <a:pt x="44" y="46"/>
                  <a:pt x="43" y="52"/>
                </a:cubicBezTo>
                <a:cubicBezTo>
                  <a:pt x="42" y="59"/>
                  <a:pt x="41" y="67"/>
                  <a:pt x="38" y="74"/>
                </a:cubicBezTo>
                <a:cubicBezTo>
                  <a:pt x="33" y="83"/>
                  <a:pt x="27" y="87"/>
                  <a:pt x="16" y="87"/>
                </a:cubicBezTo>
                <a:cubicBezTo>
                  <a:pt x="12" y="87"/>
                  <a:pt x="10" y="85"/>
                  <a:pt x="8" y="81"/>
                </a:cubicBezTo>
                <a:cubicBezTo>
                  <a:pt x="6" y="76"/>
                  <a:pt x="6" y="71"/>
                  <a:pt x="6" y="65"/>
                </a:cubicBezTo>
                <a:cubicBezTo>
                  <a:pt x="6" y="62"/>
                  <a:pt x="6" y="59"/>
                  <a:pt x="6" y="5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5" name="Freeform 8">
            <a:extLst xmlns:a="http://schemas.openxmlformats.org/drawingml/2006/main">
              <a:ext uri="{FF2B5EF4-FFF2-40B4-BE49-F238E27FC236}">
                <a16:creationId xmlns:a16="http://schemas.microsoft.com/office/drawing/2014/main" id="{CFCB39D7-F912-473C-9A34-2A79B9ED2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7780" y="329883"/>
            <a:ext cx="445930" cy="444892"/>
          </a:xfrm>
          <a:custGeom xmlns:a="http://schemas.openxmlformats.org/drawingml/2006/main"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Freeform 42">
            <a:extLst xmlns:a="http://schemas.openxmlformats.org/drawingml/2006/main">
              <a:ext uri="{FF2B5EF4-FFF2-40B4-BE49-F238E27FC236}">
                <a16:creationId xmlns:a16="http://schemas.microsoft.com/office/drawing/2014/main" id="{C2695E9B-3CD6-4D59-94B1-6D2A86E73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5990" y="387574"/>
            <a:ext cx="328990" cy="328471"/>
          </a:xfrm>
          <a:custGeom xmlns:a="http://schemas.openxmlformats.org/drawingml/2006/main"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7" name="Freeform 43">
            <a:extLst xmlns:a="http://schemas.openxmlformats.org/drawingml/2006/main">
              <a:ext uri="{FF2B5EF4-FFF2-40B4-BE49-F238E27FC236}">
                <a16:creationId xmlns:a16="http://schemas.microsoft.com/office/drawing/2014/main" id="{D9121425-2B0C-4E9C-9A68-DAE525000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836" y="420317"/>
            <a:ext cx="36381" cy="43657"/>
          </a:xfrm>
          <a:custGeom xmlns:a="http://schemas.openxmlformats.org/drawingml/2006/main"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8" name="Freeform 44">
            <a:extLst xmlns:a="http://schemas.openxmlformats.org/drawingml/2006/main">
              <a:ext uri="{FF2B5EF4-FFF2-40B4-BE49-F238E27FC236}">
                <a16:creationId xmlns:a16="http://schemas.microsoft.com/office/drawing/2014/main" id="{ECA1AA76-55BF-4310-A45B-DE30E198A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451" y="502955"/>
            <a:ext cx="34822" cy="37420"/>
          </a:xfrm>
          <a:custGeom xmlns:a="http://schemas.openxmlformats.org/drawingml/2006/main"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9" name="Freeform 45">
            <a:extLst xmlns:a="http://schemas.openxmlformats.org/drawingml/2006/main">
              <a:ext uri="{FF2B5EF4-FFF2-40B4-BE49-F238E27FC236}">
                <a16:creationId xmlns:a16="http://schemas.microsoft.com/office/drawing/2014/main" id="{AD6B93DC-7673-46E4-858D-B95BCAC10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0534" y="383416"/>
            <a:ext cx="37940" cy="40539"/>
          </a:xfrm>
          <a:custGeom xmlns:a="http://schemas.openxmlformats.org/drawingml/2006/main"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0" name="Freeform 46">
            <a:extLst xmlns:a="http://schemas.openxmlformats.org/drawingml/2006/main">
              <a:ext uri="{FF2B5EF4-FFF2-40B4-BE49-F238E27FC236}">
                <a16:creationId xmlns:a16="http://schemas.microsoft.com/office/drawing/2014/main" id="{66B0E44C-10A8-4DD6-B7AF-5AA7C7618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451" y="561165"/>
            <a:ext cx="32743" cy="31184"/>
          </a:xfrm>
          <a:custGeom xmlns:a="http://schemas.openxmlformats.org/drawingml/2006/main"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1" name="Freeform 47">
            <a:extLst xmlns:a="http://schemas.openxmlformats.org/drawingml/2006/main">
              <a:ext uri="{FF2B5EF4-FFF2-40B4-BE49-F238E27FC236}">
                <a16:creationId xmlns:a16="http://schemas.microsoft.com/office/drawing/2014/main" id="{D0337229-006C-45F6-A1AD-EBD2242AB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2285" y="723322"/>
            <a:ext cx="22868" cy="32743"/>
          </a:xfrm>
          <a:custGeom xmlns:a="http://schemas.openxmlformats.org/drawingml/2006/main"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2" name="Freeform 48">
            <a:extLst xmlns:a="http://schemas.openxmlformats.org/drawingml/2006/main">
              <a:ext uri="{FF2B5EF4-FFF2-40B4-BE49-F238E27FC236}">
                <a16:creationId xmlns:a16="http://schemas.microsoft.com/office/drawing/2014/main" id="{A51EC4EC-F458-45C6-B89F-5378D3E08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8444" y="613138"/>
            <a:ext cx="33782" cy="29105"/>
          </a:xfrm>
          <a:custGeom xmlns:a="http://schemas.openxmlformats.org/drawingml/2006/main"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3" name="Freeform 49">
            <a:extLst xmlns:a="http://schemas.openxmlformats.org/drawingml/2006/main">
              <a:ext uri="{FF2B5EF4-FFF2-40B4-BE49-F238E27FC236}">
                <a16:creationId xmlns:a16="http://schemas.microsoft.com/office/drawing/2014/main" id="{DD4302B4-AB5B-458E-AB3A-36D5B88C5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8194" y="415639"/>
            <a:ext cx="40019" cy="43657"/>
          </a:xfrm>
          <a:custGeom xmlns:a="http://schemas.openxmlformats.org/drawingml/2006/main"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4" name="Freeform 50">
            <a:extLst xmlns:a="http://schemas.openxmlformats.org/drawingml/2006/main">
              <a:ext uri="{FF2B5EF4-FFF2-40B4-BE49-F238E27FC236}">
                <a16:creationId xmlns:a16="http://schemas.microsoft.com/office/drawing/2014/main" id="{9BF47577-5559-4265-80BD-630C709D2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3113" y="709289"/>
            <a:ext cx="28065" cy="32223"/>
          </a:xfrm>
          <a:custGeom xmlns:a="http://schemas.openxmlformats.org/drawingml/2006/main"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5" name="Freeform 51">
            <a:extLst xmlns:a="http://schemas.openxmlformats.org/drawingml/2006/main">
              <a:ext uri="{FF2B5EF4-FFF2-40B4-BE49-F238E27FC236}">
                <a16:creationId xmlns:a16="http://schemas.microsoft.com/office/drawing/2014/main" id="{F0D16E70-08F7-4949-8D17-72E5EF6B0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6135" y="379258"/>
            <a:ext cx="37940" cy="36901"/>
          </a:xfrm>
          <a:custGeom xmlns:a="http://schemas.openxmlformats.org/drawingml/2006/main"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6" name="Freeform 52">
            <a:extLst xmlns:a="http://schemas.openxmlformats.org/drawingml/2006/main">
              <a:ext uri="{FF2B5EF4-FFF2-40B4-BE49-F238E27FC236}">
                <a16:creationId xmlns:a16="http://schemas.microsoft.com/office/drawing/2014/main" id="{7E84AE4B-E8B7-49A2-A5C1-E58412BDE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8397" y="345475"/>
            <a:ext cx="30144" cy="32743"/>
          </a:xfrm>
          <a:custGeom xmlns:a="http://schemas.openxmlformats.org/drawingml/2006/main"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7" name="Freeform 53">
            <a:extLst xmlns:a="http://schemas.openxmlformats.org/drawingml/2006/main">
              <a:ext uri="{FF2B5EF4-FFF2-40B4-BE49-F238E27FC236}">
                <a16:creationId xmlns:a16="http://schemas.microsoft.com/office/drawing/2014/main" id="{6B5D9217-759B-470A-88C1-56654C316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5298" y="723322"/>
            <a:ext cx="23387" cy="33262"/>
          </a:xfrm>
          <a:custGeom xmlns:a="http://schemas.openxmlformats.org/drawingml/2006/main"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8" name="Freeform 54">
            <a:extLst xmlns:a="http://schemas.openxmlformats.org/drawingml/2006/main">
              <a:ext uri="{FF2B5EF4-FFF2-40B4-BE49-F238E27FC236}">
                <a16:creationId xmlns:a16="http://schemas.microsoft.com/office/drawing/2014/main" id="{EA4B31CE-ABDA-414F-B014-7285C7439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5" y="351712"/>
            <a:ext cx="31183" cy="35341"/>
          </a:xfrm>
          <a:custGeom xmlns:a="http://schemas.openxmlformats.org/drawingml/2006/main"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9" name="Freeform 55">
            <a:extLst xmlns:a="http://schemas.openxmlformats.org/drawingml/2006/main">
              <a:ext uri="{FF2B5EF4-FFF2-40B4-BE49-F238E27FC236}">
                <a16:creationId xmlns:a16="http://schemas.microsoft.com/office/drawing/2014/main" id="{E5D64A1D-8265-4026-8CDD-E3EEB1A76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303" y="471251"/>
            <a:ext cx="36381" cy="29105"/>
          </a:xfrm>
          <a:custGeom xmlns:a="http://schemas.openxmlformats.org/drawingml/2006/main"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0" name="Freeform 56">
            <a:extLst xmlns:a="http://schemas.openxmlformats.org/drawingml/2006/main">
              <a:ext uri="{FF2B5EF4-FFF2-40B4-BE49-F238E27FC236}">
                <a16:creationId xmlns:a16="http://schemas.microsoft.com/office/drawing/2014/main" id="{8AE57316-4CEC-4612-A6BE-F7663FD54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823" y="607941"/>
            <a:ext cx="35861" cy="33262"/>
          </a:xfrm>
          <a:custGeom xmlns:a="http://schemas.openxmlformats.org/drawingml/2006/main"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1" name="Freeform 57">
            <a:extLst xmlns:a="http://schemas.openxmlformats.org/drawingml/2006/main">
              <a:ext uri="{FF2B5EF4-FFF2-40B4-BE49-F238E27FC236}">
                <a16:creationId xmlns:a16="http://schemas.microsoft.com/office/drawing/2014/main" id="{7E1F5055-EF4B-4492-86CA-A27B56576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816" y="556487"/>
            <a:ext cx="31703" cy="28065"/>
          </a:xfrm>
          <a:custGeom xmlns:a="http://schemas.openxmlformats.org/drawingml/2006/main"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2" name="Freeform 58">
            <a:extLst xmlns:a="http://schemas.openxmlformats.org/drawingml/2006/main">
              <a:ext uri="{FF2B5EF4-FFF2-40B4-BE49-F238E27FC236}">
                <a16:creationId xmlns:a16="http://schemas.microsoft.com/office/drawing/2014/main" id="{CD6A398B-ACF5-46C0-9B0A-D3642C279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8830" y="357949"/>
            <a:ext cx="28585" cy="35861"/>
          </a:xfrm>
          <a:custGeom xmlns:a="http://schemas.openxmlformats.org/drawingml/2006/main"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3" name="Freeform 59">
            <a:extLst xmlns:a="http://schemas.openxmlformats.org/drawingml/2006/main">
              <a:ext uri="{FF2B5EF4-FFF2-40B4-BE49-F238E27FC236}">
                <a16:creationId xmlns:a16="http://schemas.microsoft.com/office/drawing/2014/main" id="{46583501-11A8-4029-A507-39D1C7999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9484" y="461896"/>
            <a:ext cx="32743" cy="28585"/>
          </a:xfrm>
          <a:custGeom xmlns:a="http://schemas.openxmlformats.org/drawingml/2006/main"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4" name="Freeform 60">
            <a:extLst xmlns:a="http://schemas.openxmlformats.org/drawingml/2006/main">
              <a:ext uri="{FF2B5EF4-FFF2-40B4-BE49-F238E27FC236}">
                <a16:creationId xmlns:a16="http://schemas.microsoft.com/office/drawing/2014/main" id="{1DB78300-4A70-4895-9DB7-E065B6D80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297" y="515428"/>
            <a:ext cx="31703" cy="20789"/>
          </a:xfrm>
          <a:custGeom xmlns:a="http://schemas.openxmlformats.org/drawingml/2006/main"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5" name="Freeform 61">
            <a:extLst xmlns:a="http://schemas.openxmlformats.org/drawingml/2006/main">
              <a:ext uri="{FF2B5EF4-FFF2-40B4-BE49-F238E27FC236}">
                <a16:creationId xmlns:a16="http://schemas.microsoft.com/office/drawing/2014/main" id="{DB072A1C-6676-4033-A1BB-3801A3035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6212" y="349113"/>
            <a:ext cx="19230" cy="32223"/>
          </a:xfrm>
          <a:custGeom xmlns:a="http://schemas.openxmlformats.org/drawingml/2006/main"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6" name="Freeform 62">
            <a:extLst xmlns:a="http://schemas.openxmlformats.org/drawingml/2006/main">
              <a:ext uri="{FF2B5EF4-FFF2-40B4-BE49-F238E27FC236}">
                <a16:creationId xmlns:a16="http://schemas.microsoft.com/office/drawing/2014/main" id="{A25E25C2-42D7-4094-968F-A45D2BD32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8753" y="711368"/>
            <a:ext cx="23907" cy="31184"/>
          </a:xfrm>
          <a:custGeom xmlns:a="http://schemas.openxmlformats.org/drawingml/2006/main"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7" name="Freeform 71">
            <a:extLst xmlns:a="http://schemas.openxmlformats.org/drawingml/2006/main">
              <a:ext uri="{FF2B5EF4-FFF2-40B4-BE49-F238E27FC236}">
                <a16:creationId xmlns:a16="http://schemas.microsoft.com/office/drawing/2014/main" id="{EB454999-9AA0-4A2A-B74D-14BDF973C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0023" y="401606"/>
            <a:ext cx="301445" cy="300925"/>
          </a:xfrm>
          <a:custGeom xmlns:a="http://schemas.openxmlformats.org/drawingml/2006/main"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6" name="标题 1">
            <a:extLst xmlns:a="http://schemas.openxmlformats.org/drawingml/2006/main">
              <a:ext uri="{FF2B5EF4-FFF2-40B4-BE49-F238E27FC236}">
                <a16:creationId xmlns:a16="http://schemas.microsoft.com/office/drawing/2014/main" id="{D55AFD0B-3E79-41AD-BBDC-116EC3C458A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42913" y="243569"/>
            <a:ext cx="9056851" cy="61751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400" b="1" kern="1200" baseline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/>
        </p:txBody>
      </p:sp>
      <p:sp>
        <p:nvSpPr>
          <p:cNvPr id="178" name="直接连接符 177">
            <a:extLst xmlns:a="http://schemas.openxmlformats.org/drawingml/2006/main">
              <a:ext uri="{FF2B5EF4-FFF2-40B4-BE49-F238E27FC236}">
                <a16:creationId xmlns:a16="http://schemas.microsoft.com/office/drawing/2014/main" id="{77A0A737-FAD1-49A3-900D-68999C068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06" y="867990"/>
            <a:ext cx="2433027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6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79" name="直接连接符 178">
            <a:extLst xmlns:a="http://schemas.openxmlformats.org/drawingml/2006/main">
              <a:ext uri="{FF2B5EF4-FFF2-40B4-BE49-F238E27FC236}">
                <a16:creationId xmlns:a16="http://schemas.microsoft.com/office/drawing/2014/main" id="{D55B30E8-DC1A-4E32-8E77-E4CA31F3A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06" y="867990"/>
            <a:ext cx="589713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1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7BF3CEE7-4ED5-43D6-BDA2-0A222ECEF53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9005791" y="6394353"/>
            <a:ext cx="2743200" cy="2921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3" name="文本框 62">
            <a:extLst xmlns:a="http://schemas.openxmlformats.org/drawingml/2006/main">
              <a:ext uri="{FF2B5EF4-FFF2-40B4-BE49-F238E27FC236}">
                <a16:creationId xmlns:a16="http://schemas.microsoft.com/office/drawing/2014/main" id="{249F5AEB-85D3-4215-87AB-DBE15494F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3" y="6394353"/>
            <a:ext cx="1545907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" name="图片占位符 1">
            <a:extLst xmlns:a="http://schemas.openxmlformats.org/drawingml/2006/main">
              <a:ext uri="{FF2B5EF4-FFF2-40B4-BE49-F238E27FC236}">
                <a16:creationId xmlns:a16="http://schemas.microsoft.com/office/drawing/2014/main" id="{19C25074-8111-4719-B912-3268E45A3F40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2546350" y="1186670"/>
            <a:ext cx="6170930" cy="224233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2112380C-22F4-4997-996D-1111A852C688}"/>
              </a:ext>
            </a:extLst>
          </p:cNvPr>
          <p:cNvSpPr>
            <a:spLocks xmlns:a="http://schemas.openxmlformats.org/drawingml/2006/main" noGrp="1"/>
          </p:cNvSpPr>
          <p:nvPr>
            <p:ph type="pic" idx="11"/>
          </p:nvPr>
        </p:nvSpPr>
        <p:spPr>
          <a:xfrm xmlns:a="http://schemas.openxmlformats.org/drawingml/2006/main">
            <a:off x="2546350" y="3551651"/>
            <a:ext cx="3022600" cy="24010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图片占位符 3">
            <a:extLst xmlns:a="http://schemas.openxmlformats.org/drawingml/2006/main">
              <a:ext uri="{FF2B5EF4-FFF2-40B4-BE49-F238E27FC236}">
                <a16:creationId xmlns:a16="http://schemas.microsoft.com/office/drawing/2014/main" id="{B7B96D5D-966A-4231-88FC-1C3A6B50A8EF}"/>
              </a:ext>
            </a:extLst>
          </p:cNvPr>
          <p:cNvSpPr>
            <a:spLocks xmlns:a="http://schemas.openxmlformats.org/drawingml/2006/main" noGrp="1"/>
          </p:cNvSpPr>
          <p:nvPr>
            <p:ph type="pic" idx="12"/>
          </p:nvPr>
        </p:nvSpPr>
        <p:spPr>
          <a:xfrm xmlns:a="http://schemas.openxmlformats.org/drawingml/2006/main">
            <a:off x="5693412" y="3550560"/>
            <a:ext cx="3023869" cy="24032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图片占位符 4">
            <a:extLst xmlns:a="http://schemas.openxmlformats.org/drawingml/2006/main">
              <a:ext uri="{FF2B5EF4-FFF2-40B4-BE49-F238E27FC236}">
                <a16:creationId xmlns:a16="http://schemas.microsoft.com/office/drawing/2014/main" id="{CC0C9718-F89B-464A-84E1-7F6359A8DD1E}"/>
              </a:ext>
            </a:extLst>
          </p:cNvPr>
          <p:cNvSpPr>
            <a:spLocks xmlns:a="http://schemas.openxmlformats.org/drawingml/2006/main" noGrp="1"/>
          </p:cNvSpPr>
          <p:nvPr>
            <p:ph type="pic" idx="13"/>
          </p:nvPr>
        </p:nvSpPr>
        <p:spPr>
          <a:xfrm xmlns:a="http://schemas.openxmlformats.org/drawingml/2006/main">
            <a:off x="8839200" y="1186670"/>
            <a:ext cx="2499360" cy="47670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40.xml><?xml version="1.0" encoding="utf-8"?>
<p:sldLayout xmlns:p="http://schemas.openxmlformats.org/presentationml/2006/main" preserve="1" userDrawn="1">
  <p:cSld name="图片占位8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0" name="Freeform 17">
            <a:extLst xmlns:a="http://schemas.openxmlformats.org/drawingml/2006/main">
              <a:ext uri="{FF2B5EF4-FFF2-40B4-BE49-F238E27FC236}">
                <a16:creationId xmlns:a16="http://schemas.microsoft.com/office/drawing/2014/main" id="{B6A8E185-F8F6-4D41-AC7C-518A23E8B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8081" y="688617"/>
            <a:ext cx="64437" cy="68999"/>
          </a:xfrm>
          <a:custGeom xmlns:a="http://schemas.openxmlformats.org/drawingml/2006/main">
            <a:gdLst>
              <a:gd name="T0" fmla="*/ 34 w 127"/>
              <a:gd name="T1" fmla="*/ 71 h 136"/>
              <a:gd name="T2" fmla="*/ 34 w 127"/>
              <a:gd name="T3" fmla="*/ 81 h 136"/>
              <a:gd name="T4" fmla="*/ 34 w 127"/>
              <a:gd name="T5" fmla="*/ 114 h 136"/>
              <a:gd name="T6" fmla="*/ 35 w 127"/>
              <a:gd name="T7" fmla="*/ 122 h 136"/>
              <a:gd name="T8" fmla="*/ 40 w 127"/>
              <a:gd name="T9" fmla="*/ 127 h 136"/>
              <a:gd name="T10" fmla="*/ 49 w 127"/>
              <a:gd name="T11" fmla="*/ 128 h 136"/>
              <a:gd name="T12" fmla="*/ 49 w 127"/>
              <a:gd name="T13" fmla="*/ 135 h 136"/>
              <a:gd name="T14" fmla="*/ 1 w 127"/>
              <a:gd name="T15" fmla="*/ 135 h 136"/>
              <a:gd name="T16" fmla="*/ 0 w 127"/>
              <a:gd name="T17" fmla="*/ 132 h 136"/>
              <a:gd name="T18" fmla="*/ 0 w 127"/>
              <a:gd name="T19" fmla="*/ 128 h 136"/>
              <a:gd name="T20" fmla="*/ 9 w 127"/>
              <a:gd name="T21" fmla="*/ 127 h 136"/>
              <a:gd name="T22" fmla="*/ 16 w 127"/>
              <a:gd name="T23" fmla="*/ 120 h 136"/>
              <a:gd name="T24" fmla="*/ 17 w 127"/>
              <a:gd name="T25" fmla="*/ 111 h 136"/>
              <a:gd name="T26" fmla="*/ 17 w 127"/>
              <a:gd name="T27" fmla="*/ 22 h 136"/>
              <a:gd name="T28" fmla="*/ 16 w 127"/>
              <a:gd name="T29" fmla="*/ 15 h 136"/>
              <a:gd name="T30" fmla="*/ 9 w 127"/>
              <a:gd name="T31" fmla="*/ 9 h 136"/>
              <a:gd name="T32" fmla="*/ 0 w 127"/>
              <a:gd name="T33" fmla="*/ 8 h 136"/>
              <a:gd name="T34" fmla="*/ 0 w 127"/>
              <a:gd name="T35" fmla="*/ 1 h 136"/>
              <a:gd name="T36" fmla="*/ 4 w 127"/>
              <a:gd name="T37" fmla="*/ 0 h 136"/>
              <a:gd name="T38" fmla="*/ 71 w 127"/>
              <a:gd name="T39" fmla="*/ 0 h 136"/>
              <a:gd name="T40" fmla="*/ 94 w 127"/>
              <a:gd name="T41" fmla="*/ 4 h 136"/>
              <a:gd name="T42" fmla="*/ 116 w 127"/>
              <a:gd name="T43" fmla="*/ 32 h 136"/>
              <a:gd name="T44" fmla="*/ 97 w 127"/>
              <a:gd name="T45" fmla="*/ 66 h 136"/>
              <a:gd name="T46" fmla="*/ 80 w 127"/>
              <a:gd name="T47" fmla="*/ 70 h 136"/>
              <a:gd name="T48" fmla="*/ 71 w 127"/>
              <a:gd name="T49" fmla="*/ 71 h 136"/>
              <a:gd name="T50" fmla="*/ 73 w 127"/>
              <a:gd name="T51" fmla="*/ 75 h 136"/>
              <a:gd name="T52" fmla="*/ 104 w 127"/>
              <a:gd name="T53" fmla="*/ 114 h 136"/>
              <a:gd name="T54" fmla="*/ 105 w 127"/>
              <a:gd name="T55" fmla="*/ 116 h 136"/>
              <a:gd name="T56" fmla="*/ 127 w 127"/>
              <a:gd name="T57" fmla="*/ 128 h 136"/>
              <a:gd name="T58" fmla="*/ 127 w 127"/>
              <a:gd name="T59" fmla="*/ 135 h 136"/>
              <a:gd name="T60" fmla="*/ 116 w 127"/>
              <a:gd name="T61" fmla="*/ 135 h 136"/>
              <a:gd name="T62" fmla="*/ 102 w 127"/>
              <a:gd name="T63" fmla="*/ 136 h 136"/>
              <a:gd name="T64" fmla="*/ 96 w 127"/>
              <a:gd name="T65" fmla="*/ 132 h 136"/>
              <a:gd name="T66" fmla="*/ 59 w 127"/>
              <a:gd name="T67" fmla="*/ 82 h 136"/>
              <a:gd name="T68" fmla="*/ 52 w 127"/>
              <a:gd name="T69" fmla="*/ 73 h 136"/>
              <a:gd name="T70" fmla="*/ 49 w 127"/>
              <a:gd name="T71" fmla="*/ 71 h 136"/>
              <a:gd name="T72" fmla="*/ 34 w 127"/>
              <a:gd name="T73" fmla="*/ 71 h 136"/>
              <a:gd name="T74" fmla="*/ 34 w 127"/>
              <a:gd name="T75" fmla="*/ 61 h 136"/>
              <a:gd name="T76" fmla="*/ 36 w 127"/>
              <a:gd name="T77" fmla="*/ 62 h 136"/>
              <a:gd name="T78" fmla="*/ 66 w 127"/>
              <a:gd name="T79" fmla="*/ 62 h 136"/>
              <a:gd name="T80" fmla="*/ 82 w 127"/>
              <a:gd name="T81" fmla="*/ 59 h 136"/>
              <a:gd name="T82" fmla="*/ 96 w 127"/>
              <a:gd name="T83" fmla="*/ 44 h 136"/>
              <a:gd name="T84" fmla="*/ 96 w 127"/>
              <a:gd name="T85" fmla="*/ 29 h 136"/>
              <a:gd name="T86" fmla="*/ 81 w 127"/>
              <a:gd name="T87" fmla="*/ 12 h 136"/>
              <a:gd name="T88" fmla="*/ 70 w 127"/>
              <a:gd name="T89" fmla="*/ 11 h 136"/>
              <a:gd name="T90" fmla="*/ 37 w 127"/>
              <a:gd name="T91" fmla="*/ 11 h 136"/>
              <a:gd name="T92" fmla="*/ 34 w 127"/>
              <a:gd name="T93" fmla="*/ 11 h 136"/>
              <a:gd name="T94" fmla="*/ 34 w 127"/>
              <a:gd name="T95" fmla="*/ 61 h 136"/>
            </a:gdLst>
            <a:rect l="0" t="0" r="r" b="b"/>
            <a:pathLst>
              <a:path w="127" h="136">
                <a:moveTo>
                  <a:pt x="34" y="71"/>
                </a:moveTo>
                <a:cubicBezTo>
                  <a:pt x="34" y="75"/>
                  <a:pt x="34" y="78"/>
                  <a:pt x="34" y="81"/>
                </a:cubicBezTo>
                <a:cubicBezTo>
                  <a:pt x="34" y="92"/>
                  <a:pt x="34" y="103"/>
                  <a:pt x="34" y="114"/>
                </a:cubicBezTo>
                <a:cubicBezTo>
                  <a:pt x="34" y="117"/>
                  <a:pt x="34" y="119"/>
                  <a:pt x="35" y="122"/>
                </a:cubicBezTo>
                <a:cubicBezTo>
                  <a:pt x="35" y="125"/>
                  <a:pt x="37" y="127"/>
                  <a:pt x="40" y="127"/>
                </a:cubicBezTo>
                <a:cubicBezTo>
                  <a:pt x="43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1" y="135"/>
                </a:cubicBezTo>
                <a:cubicBezTo>
                  <a:pt x="0" y="134"/>
                  <a:pt x="0" y="133"/>
                  <a:pt x="0" y="132"/>
                </a:cubicBezTo>
                <a:cubicBezTo>
                  <a:pt x="0" y="131"/>
                  <a:pt x="0" y="130"/>
                  <a:pt x="0" y="128"/>
                </a:cubicBezTo>
                <a:cubicBezTo>
                  <a:pt x="3" y="128"/>
                  <a:pt x="6" y="128"/>
                  <a:pt x="9" y="127"/>
                </a:cubicBezTo>
                <a:cubicBezTo>
                  <a:pt x="14" y="126"/>
                  <a:pt x="15" y="125"/>
                  <a:pt x="16" y="120"/>
                </a:cubicBezTo>
                <a:cubicBezTo>
                  <a:pt x="16" y="117"/>
                  <a:pt x="17" y="114"/>
                  <a:pt x="17" y="111"/>
                </a:cubicBezTo>
                <a:cubicBezTo>
                  <a:pt x="17" y="81"/>
                  <a:pt x="17" y="52"/>
                  <a:pt x="17" y="22"/>
                </a:cubicBezTo>
                <a:cubicBezTo>
                  <a:pt x="17" y="20"/>
                  <a:pt x="16" y="17"/>
                  <a:pt x="16" y="15"/>
                </a:cubicBezTo>
                <a:cubicBezTo>
                  <a:pt x="15" y="11"/>
                  <a:pt x="13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2" y="1"/>
                  <a:pt x="3" y="0"/>
                  <a:pt x="4" y="0"/>
                </a:cubicBezTo>
                <a:cubicBezTo>
                  <a:pt x="26" y="0"/>
                  <a:pt x="49" y="0"/>
                  <a:pt x="71" y="0"/>
                </a:cubicBezTo>
                <a:cubicBezTo>
                  <a:pt x="79" y="0"/>
                  <a:pt x="86" y="1"/>
                  <a:pt x="94" y="4"/>
                </a:cubicBezTo>
                <a:cubicBezTo>
                  <a:pt x="108" y="9"/>
                  <a:pt x="115" y="18"/>
                  <a:pt x="116" y="32"/>
                </a:cubicBezTo>
                <a:cubicBezTo>
                  <a:pt x="117" y="48"/>
                  <a:pt x="110" y="60"/>
                  <a:pt x="97" y="66"/>
                </a:cubicBezTo>
                <a:cubicBezTo>
                  <a:pt x="91" y="68"/>
                  <a:pt x="86" y="70"/>
                  <a:pt x="80" y="70"/>
                </a:cubicBezTo>
                <a:cubicBezTo>
                  <a:pt x="77" y="70"/>
                  <a:pt x="74" y="71"/>
                  <a:pt x="71" y="71"/>
                </a:cubicBezTo>
                <a:cubicBezTo>
                  <a:pt x="72" y="73"/>
                  <a:pt x="73" y="74"/>
                  <a:pt x="73" y="75"/>
                </a:cubicBezTo>
                <a:cubicBezTo>
                  <a:pt x="84" y="88"/>
                  <a:pt x="94" y="101"/>
                  <a:pt x="104" y="114"/>
                </a:cubicBezTo>
                <a:cubicBezTo>
                  <a:pt x="105" y="115"/>
                  <a:pt x="105" y="115"/>
                  <a:pt x="105" y="116"/>
                </a:cubicBezTo>
                <a:cubicBezTo>
                  <a:pt x="111" y="122"/>
                  <a:pt x="117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24" y="135"/>
                  <a:pt x="120" y="135"/>
                  <a:pt x="116" y="135"/>
                </a:cubicBezTo>
                <a:cubicBezTo>
                  <a:pt x="111" y="135"/>
                  <a:pt x="107" y="135"/>
                  <a:pt x="102" y="136"/>
                </a:cubicBezTo>
                <a:cubicBezTo>
                  <a:pt x="99" y="136"/>
                  <a:pt x="97" y="134"/>
                  <a:pt x="96" y="132"/>
                </a:cubicBezTo>
                <a:cubicBezTo>
                  <a:pt x="83" y="115"/>
                  <a:pt x="71" y="99"/>
                  <a:pt x="59" y="82"/>
                </a:cubicBezTo>
                <a:cubicBezTo>
                  <a:pt x="57" y="79"/>
                  <a:pt x="54" y="76"/>
                  <a:pt x="52" y="73"/>
                </a:cubicBezTo>
                <a:cubicBezTo>
                  <a:pt x="51" y="72"/>
                  <a:pt x="50" y="71"/>
                  <a:pt x="49" y="71"/>
                </a:cubicBezTo>
                <a:cubicBezTo>
                  <a:pt x="44" y="71"/>
                  <a:pt x="39" y="71"/>
                  <a:pt x="34" y="71"/>
                </a:cubicBezTo>
                <a:close/>
                <a:moveTo>
                  <a:pt x="34" y="61"/>
                </a:moveTo>
                <a:cubicBezTo>
                  <a:pt x="35" y="62"/>
                  <a:pt x="36" y="62"/>
                  <a:pt x="36" y="62"/>
                </a:cubicBezTo>
                <a:cubicBezTo>
                  <a:pt x="46" y="62"/>
                  <a:pt x="56" y="62"/>
                  <a:pt x="66" y="62"/>
                </a:cubicBezTo>
                <a:cubicBezTo>
                  <a:pt x="72" y="61"/>
                  <a:pt x="77" y="60"/>
                  <a:pt x="82" y="59"/>
                </a:cubicBezTo>
                <a:cubicBezTo>
                  <a:pt x="90" y="56"/>
                  <a:pt x="94" y="51"/>
                  <a:pt x="96" y="44"/>
                </a:cubicBezTo>
                <a:cubicBezTo>
                  <a:pt x="96" y="39"/>
                  <a:pt x="97" y="34"/>
                  <a:pt x="96" y="29"/>
                </a:cubicBezTo>
                <a:cubicBezTo>
                  <a:pt x="95" y="20"/>
                  <a:pt x="90" y="15"/>
                  <a:pt x="81" y="12"/>
                </a:cubicBezTo>
                <a:cubicBezTo>
                  <a:pt x="77" y="11"/>
                  <a:pt x="74" y="11"/>
                  <a:pt x="70" y="11"/>
                </a:cubicBezTo>
                <a:cubicBezTo>
                  <a:pt x="59" y="10"/>
                  <a:pt x="48" y="11"/>
                  <a:pt x="37" y="11"/>
                </a:cubicBezTo>
                <a:cubicBezTo>
                  <a:pt x="36" y="11"/>
                  <a:pt x="35" y="11"/>
                  <a:pt x="34" y="11"/>
                </a:cubicBezTo>
                <a:cubicBezTo>
                  <a:pt x="34" y="28"/>
                  <a:pt x="34" y="44"/>
                  <a:pt x="34" y="61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1" name="Freeform 18">
            <a:extLst xmlns:a="http://schemas.openxmlformats.org/drawingml/2006/main">
              <a:ext uri="{FF2B5EF4-FFF2-40B4-BE49-F238E27FC236}">
                <a16:creationId xmlns:a16="http://schemas.microsoft.com/office/drawing/2014/main" id="{C937EF94-9699-48CE-ADD8-A11D4F88B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3581" y="688617"/>
            <a:ext cx="64437" cy="68429"/>
          </a:xfrm>
          <a:custGeom xmlns:a="http://schemas.openxmlformats.org/drawingml/2006/main">
            <a:gdLst>
              <a:gd name="T0" fmla="*/ 50 w 127"/>
              <a:gd name="T1" fmla="*/ 70 h 135"/>
              <a:gd name="T2" fmla="*/ 34 w 127"/>
              <a:gd name="T3" fmla="*/ 87 h 135"/>
              <a:gd name="T4" fmla="*/ 33 w 127"/>
              <a:gd name="T5" fmla="*/ 90 h 135"/>
              <a:gd name="T6" fmla="*/ 33 w 127"/>
              <a:gd name="T7" fmla="*/ 116 h 135"/>
              <a:gd name="T8" fmla="*/ 34 w 127"/>
              <a:gd name="T9" fmla="*/ 120 h 135"/>
              <a:gd name="T10" fmla="*/ 41 w 127"/>
              <a:gd name="T11" fmla="*/ 127 h 135"/>
              <a:gd name="T12" fmla="*/ 49 w 127"/>
              <a:gd name="T13" fmla="*/ 128 h 135"/>
              <a:gd name="T14" fmla="*/ 49 w 127"/>
              <a:gd name="T15" fmla="*/ 135 h 135"/>
              <a:gd name="T16" fmla="*/ 0 w 127"/>
              <a:gd name="T17" fmla="*/ 135 h 135"/>
              <a:gd name="T18" fmla="*/ 0 w 127"/>
              <a:gd name="T19" fmla="*/ 128 h 135"/>
              <a:gd name="T20" fmla="*/ 7 w 127"/>
              <a:gd name="T21" fmla="*/ 128 h 135"/>
              <a:gd name="T22" fmla="*/ 16 w 127"/>
              <a:gd name="T23" fmla="*/ 118 h 135"/>
              <a:gd name="T24" fmla="*/ 16 w 127"/>
              <a:gd name="T25" fmla="*/ 111 h 135"/>
              <a:gd name="T26" fmla="*/ 16 w 127"/>
              <a:gd name="T27" fmla="*/ 24 h 135"/>
              <a:gd name="T28" fmla="*/ 16 w 127"/>
              <a:gd name="T29" fmla="*/ 16 h 135"/>
              <a:gd name="T30" fmla="*/ 8 w 127"/>
              <a:gd name="T31" fmla="*/ 9 h 135"/>
              <a:gd name="T32" fmla="*/ 0 w 127"/>
              <a:gd name="T33" fmla="*/ 8 h 135"/>
              <a:gd name="T34" fmla="*/ 0 w 127"/>
              <a:gd name="T35" fmla="*/ 1 h 135"/>
              <a:gd name="T36" fmla="*/ 49 w 127"/>
              <a:gd name="T37" fmla="*/ 1 h 135"/>
              <a:gd name="T38" fmla="*/ 50 w 127"/>
              <a:gd name="T39" fmla="*/ 8 h 135"/>
              <a:gd name="T40" fmla="*/ 41 w 127"/>
              <a:gd name="T41" fmla="*/ 9 h 135"/>
              <a:gd name="T42" fmla="*/ 34 w 127"/>
              <a:gd name="T43" fmla="*/ 16 h 135"/>
              <a:gd name="T44" fmla="*/ 33 w 127"/>
              <a:gd name="T45" fmla="*/ 23 h 135"/>
              <a:gd name="T46" fmla="*/ 33 w 127"/>
              <a:gd name="T47" fmla="*/ 70 h 135"/>
              <a:gd name="T48" fmla="*/ 33 w 127"/>
              <a:gd name="T49" fmla="*/ 73 h 135"/>
              <a:gd name="T50" fmla="*/ 36 w 127"/>
              <a:gd name="T51" fmla="*/ 71 h 135"/>
              <a:gd name="T52" fmla="*/ 83 w 127"/>
              <a:gd name="T53" fmla="*/ 19 h 135"/>
              <a:gd name="T54" fmla="*/ 86 w 127"/>
              <a:gd name="T55" fmla="*/ 14 h 135"/>
              <a:gd name="T56" fmla="*/ 84 w 127"/>
              <a:gd name="T57" fmla="*/ 9 h 135"/>
              <a:gd name="T58" fmla="*/ 76 w 127"/>
              <a:gd name="T59" fmla="*/ 8 h 135"/>
              <a:gd name="T60" fmla="*/ 76 w 127"/>
              <a:gd name="T61" fmla="*/ 1 h 135"/>
              <a:gd name="T62" fmla="*/ 122 w 127"/>
              <a:gd name="T63" fmla="*/ 1 h 135"/>
              <a:gd name="T64" fmla="*/ 122 w 127"/>
              <a:gd name="T65" fmla="*/ 8 h 135"/>
              <a:gd name="T66" fmla="*/ 118 w 127"/>
              <a:gd name="T67" fmla="*/ 8 h 135"/>
              <a:gd name="T68" fmla="*/ 99 w 127"/>
              <a:gd name="T69" fmla="*/ 18 h 135"/>
              <a:gd name="T70" fmla="*/ 77 w 127"/>
              <a:gd name="T71" fmla="*/ 41 h 135"/>
              <a:gd name="T72" fmla="*/ 62 w 127"/>
              <a:gd name="T73" fmla="*/ 57 h 135"/>
              <a:gd name="T74" fmla="*/ 64 w 127"/>
              <a:gd name="T75" fmla="*/ 61 h 135"/>
              <a:gd name="T76" fmla="*/ 102 w 127"/>
              <a:gd name="T77" fmla="*/ 113 h 135"/>
              <a:gd name="T78" fmla="*/ 108 w 127"/>
              <a:gd name="T79" fmla="*/ 120 h 135"/>
              <a:gd name="T80" fmla="*/ 123 w 127"/>
              <a:gd name="T81" fmla="*/ 127 h 135"/>
              <a:gd name="T82" fmla="*/ 127 w 127"/>
              <a:gd name="T83" fmla="*/ 128 h 135"/>
              <a:gd name="T84" fmla="*/ 127 w 127"/>
              <a:gd name="T85" fmla="*/ 135 h 135"/>
              <a:gd name="T86" fmla="*/ 73 w 127"/>
              <a:gd name="T87" fmla="*/ 135 h 135"/>
              <a:gd name="T88" fmla="*/ 73 w 127"/>
              <a:gd name="T89" fmla="*/ 128 h 135"/>
              <a:gd name="T90" fmla="*/ 80 w 127"/>
              <a:gd name="T91" fmla="*/ 127 h 135"/>
              <a:gd name="T92" fmla="*/ 84 w 127"/>
              <a:gd name="T93" fmla="*/ 120 h 135"/>
              <a:gd name="T94" fmla="*/ 82 w 127"/>
              <a:gd name="T95" fmla="*/ 115 h 135"/>
              <a:gd name="T96" fmla="*/ 51 w 127"/>
              <a:gd name="T97" fmla="*/ 72 h 135"/>
              <a:gd name="T98" fmla="*/ 50 w 127"/>
              <a:gd name="T99" fmla="*/ 70 h 135"/>
            </a:gdLst>
            <a:rect l="0" t="0" r="r" b="b"/>
            <a:pathLst>
              <a:path w="127" h="135">
                <a:moveTo>
                  <a:pt x="50" y="70"/>
                </a:moveTo>
                <a:cubicBezTo>
                  <a:pt x="44" y="76"/>
                  <a:pt x="39" y="81"/>
                  <a:pt x="34" y="87"/>
                </a:cubicBezTo>
                <a:cubicBezTo>
                  <a:pt x="33" y="88"/>
                  <a:pt x="33" y="89"/>
                  <a:pt x="33" y="90"/>
                </a:cubicBezTo>
                <a:cubicBezTo>
                  <a:pt x="33" y="99"/>
                  <a:pt x="33" y="107"/>
                  <a:pt x="33" y="116"/>
                </a:cubicBezTo>
                <a:cubicBezTo>
                  <a:pt x="33" y="117"/>
                  <a:pt x="33" y="118"/>
                  <a:pt x="34" y="120"/>
                </a:cubicBezTo>
                <a:cubicBezTo>
                  <a:pt x="35" y="125"/>
                  <a:pt x="36" y="126"/>
                  <a:pt x="41" y="127"/>
                </a:cubicBezTo>
                <a:cubicBezTo>
                  <a:pt x="44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7" y="128"/>
                </a:cubicBezTo>
                <a:cubicBezTo>
                  <a:pt x="14" y="127"/>
                  <a:pt x="16" y="125"/>
                  <a:pt x="16" y="118"/>
                </a:cubicBezTo>
                <a:cubicBezTo>
                  <a:pt x="16" y="115"/>
                  <a:pt x="16" y="113"/>
                  <a:pt x="16" y="111"/>
                </a:cubicBezTo>
                <a:cubicBezTo>
                  <a:pt x="16" y="82"/>
                  <a:pt x="16" y="53"/>
                  <a:pt x="16" y="24"/>
                </a:cubicBezTo>
                <a:cubicBezTo>
                  <a:pt x="16" y="21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5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4" y="0"/>
                  <a:pt x="40" y="0"/>
                  <a:pt x="49" y="1"/>
                </a:cubicBezTo>
                <a:cubicBezTo>
                  <a:pt x="49" y="3"/>
                  <a:pt x="50" y="5"/>
                  <a:pt x="50" y="8"/>
                </a:cubicBezTo>
                <a:cubicBezTo>
                  <a:pt x="47" y="8"/>
                  <a:pt x="44" y="8"/>
                  <a:pt x="41" y="9"/>
                </a:cubicBezTo>
                <a:cubicBezTo>
                  <a:pt x="37" y="9"/>
                  <a:pt x="34" y="11"/>
                  <a:pt x="34" y="16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39"/>
                  <a:pt x="33" y="54"/>
                  <a:pt x="33" y="70"/>
                </a:cubicBezTo>
                <a:cubicBezTo>
                  <a:pt x="33" y="71"/>
                  <a:pt x="33" y="72"/>
                  <a:pt x="33" y="73"/>
                </a:cubicBezTo>
                <a:cubicBezTo>
                  <a:pt x="35" y="72"/>
                  <a:pt x="36" y="72"/>
                  <a:pt x="36" y="71"/>
                </a:cubicBezTo>
                <a:cubicBezTo>
                  <a:pt x="52" y="54"/>
                  <a:pt x="67" y="37"/>
                  <a:pt x="83" y="19"/>
                </a:cubicBezTo>
                <a:cubicBezTo>
                  <a:pt x="84" y="18"/>
                  <a:pt x="85" y="16"/>
                  <a:pt x="86" y="14"/>
                </a:cubicBezTo>
                <a:cubicBezTo>
                  <a:pt x="88" y="12"/>
                  <a:pt x="87" y="10"/>
                  <a:pt x="84" y="9"/>
                </a:cubicBezTo>
                <a:cubicBezTo>
                  <a:pt x="81" y="8"/>
                  <a:pt x="79" y="8"/>
                  <a:pt x="76" y="8"/>
                </a:cubicBezTo>
                <a:cubicBezTo>
                  <a:pt x="76" y="5"/>
                  <a:pt x="76" y="3"/>
                  <a:pt x="76" y="1"/>
                </a:cubicBezTo>
                <a:cubicBezTo>
                  <a:pt x="79" y="0"/>
                  <a:pt x="114" y="0"/>
                  <a:pt x="122" y="1"/>
                </a:cubicBezTo>
                <a:cubicBezTo>
                  <a:pt x="122" y="3"/>
                  <a:pt x="122" y="5"/>
                  <a:pt x="122" y="8"/>
                </a:cubicBezTo>
                <a:cubicBezTo>
                  <a:pt x="121" y="8"/>
                  <a:pt x="120" y="8"/>
                  <a:pt x="118" y="8"/>
                </a:cubicBezTo>
                <a:cubicBezTo>
                  <a:pt x="111" y="9"/>
                  <a:pt x="104" y="12"/>
                  <a:pt x="99" y="18"/>
                </a:cubicBezTo>
                <a:cubicBezTo>
                  <a:pt x="92" y="25"/>
                  <a:pt x="85" y="33"/>
                  <a:pt x="77" y="41"/>
                </a:cubicBezTo>
                <a:cubicBezTo>
                  <a:pt x="72" y="46"/>
                  <a:pt x="67" y="52"/>
                  <a:pt x="62" y="57"/>
                </a:cubicBezTo>
                <a:cubicBezTo>
                  <a:pt x="63" y="58"/>
                  <a:pt x="64" y="59"/>
                  <a:pt x="64" y="61"/>
                </a:cubicBezTo>
                <a:cubicBezTo>
                  <a:pt x="77" y="78"/>
                  <a:pt x="90" y="95"/>
                  <a:pt x="102" y="113"/>
                </a:cubicBezTo>
                <a:cubicBezTo>
                  <a:pt x="104" y="115"/>
                  <a:pt x="106" y="118"/>
                  <a:pt x="108" y="120"/>
                </a:cubicBezTo>
                <a:cubicBezTo>
                  <a:pt x="112" y="124"/>
                  <a:pt x="117" y="127"/>
                  <a:pt x="123" y="127"/>
                </a:cubicBezTo>
                <a:cubicBezTo>
                  <a:pt x="124" y="128"/>
                  <a:pt x="125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09" y="135"/>
                  <a:pt x="91" y="135"/>
                  <a:pt x="73" y="135"/>
                </a:cubicBezTo>
                <a:cubicBezTo>
                  <a:pt x="73" y="133"/>
                  <a:pt x="73" y="131"/>
                  <a:pt x="73" y="128"/>
                </a:cubicBezTo>
                <a:cubicBezTo>
                  <a:pt x="75" y="128"/>
                  <a:pt x="78" y="128"/>
                  <a:pt x="80" y="127"/>
                </a:cubicBezTo>
                <a:cubicBezTo>
                  <a:pt x="85" y="127"/>
                  <a:pt x="86" y="125"/>
                  <a:pt x="84" y="120"/>
                </a:cubicBezTo>
                <a:cubicBezTo>
                  <a:pt x="84" y="118"/>
                  <a:pt x="83" y="117"/>
                  <a:pt x="82" y="115"/>
                </a:cubicBezTo>
                <a:cubicBezTo>
                  <a:pt x="72" y="101"/>
                  <a:pt x="61" y="86"/>
                  <a:pt x="51" y="72"/>
                </a:cubicBezTo>
                <a:cubicBezTo>
                  <a:pt x="51" y="71"/>
                  <a:pt x="50" y="71"/>
                  <a:pt x="50" y="7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2" name="Freeform 19">
            <a:extLst xmlns:a="http://schemas.openxmlformats.org/drawingml/2006/main">
              <a:ext uri="{FF2B5EF4-FFF2-40B4-BE49-F238E27FC236}">
                <a16:creationId xmlns:a16="http://schemas.microsoft.com/office/drawing/2014/main" id="{E493FE9A-8775-4A91-B42A-F9C343BBC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9719" y="688617"/>
            <a:ext cx="63867" cy="68429"/>
          </a:xfrm>
          <a:custGeom xmlns:a="http://schemas.openxmlformats.org/drawingml/2006/main">
            <a:gdLst>
              <a:gd name="T0" fmla="*/ 28 w 126"/>
              <a:gd name="T1" fmla="*/ 16 h 135"/>
              <a:gd name="T2" fmla="*/ 28 w 126"/>
              <a:gd name="T3" fmla="*/ 20 h 135"/>
              <a:gd name="T4" fmla="*/ 28 w 126"/>
              <a:gd name="T5" fmla="*/ 109 h 135"/>
              <a:gd name="T6" fmla="*/ 28 w 126"/>
              <a:gd name="T7" fmla="*/ 119 h 135"/>
              <a:gd name="T8" fmla="*/ 37 w 126"/>
              <a:gd name="T9" fmla="*/ 127 h 135"/>
              <a:gd name="T10" fmla="*/ 44 w 126"/>
              <a:gd name="T11" fmla="*/ 128 h 135"/>
              <a:gd name="T12" fmla="*/ 44 w 126"/>
              <a:gd name="T13" fmla="*/ 135 h 135"/>
              <a:gd name="T14" fmla="*/ 0 w 126"/>
              <a:gd name="T15" fmla="*/ 135 h 135"/>
              <a:gd name="T16" fmla="*/ 0 w 126"/>
              <a:gd name="T17" fmla="*/ 128 h 135"/>
              <a:gd name="T18" fmla="*/ 8 w 126"/>
              <a:gd name="T19" fmla="*/ 127 h 135"/>
              <a:gd name="T20" fmla="*/ 16 w 126"/>
              <a:gd name="T21" fmla="*/ 120 h 135"/>
              <a:gd name="T22" fmla="*/ 16 w 126"/>
              <a:gd name="T23" fmla="*/ 113 h 135"/>
              <a:gd name="T24" fmla="*/ 16 w 126"/>
              <a:gd name="T25" fmla="*/ 19 h 135"/>
              <a:gd name="T26" fmla="*/ 16 w 126"/>
              <a:gd name="T27" fmla="*/ 15 h 135"/>
              <a:gd name="T28" fmla="*/ 9 w 126"/>
              <a:gd name="T29" fmla="*/ 9 h 135"/>
              <a:gd name="T30" fmla="*/ 5 w 126"/>
              <a:gd name="T31" fmla="*/ 8 h 135"/>
              <a:gd name="T32" fmla="*/ 1 w 126"/>
              <a:gd name="T33" fmla="*/ 8 h 135"/>
              <a:gd name="T34" fmla="*/ 1 w 126"/>
              <a:gd name="T35" fmla="*/ 1 h 135"/>
              <a:gd name="T36" fmla="*/ 40 w 126"/>
              <a:gd name="T37" fmla="*/ 1 h 135"/>
              <a:gd name="T38" fmla="*/ 98 w 126"/>
              <a:gd name="T39" fmla="*/ 100 h 135"/>
              <a:gd name="T40" fmla="*/ 99 w 126"/>
              <a:gd name="T41" fmla="*/ 100 h 135"/>
              <a:gd name="T42" fmla="*/ 99 w 126"/>
              <a:gd name="T43" fmla="*/ 96 h 135"/>
              <a:gd name="T44" fmla="*/ 99 w 126"/>
              <a:gd name="T45" fmla="*/ 24 h 135"/>
              <a:gd name="T46" fmla="*/ 98 w 126"/>
              <a:gd name="T47" fmla="*/ 16 h 135"/>
              <a:gd name="T48" fmla="*/ 90 w 126"/>
              <a:gd name="T49" fmla="*/ 9 h 135"/>
              <a:gd name="T50" fmla="*/ 83 w 126"/>
              <a:gd name="T51" fmla="*/ 8 h 135"/>
              <a:gd name="T52" fmla="*/ 83 w 126"/>
              <a:gd name="T53" fmla="*/ 1 h 135"/>
              <a:gd name="T54" fmla="*/ 126 w 126"/>
              <a:gd name="T55" fmla="*/ 1 h 135"/>
              <a:gd name="T56" fmla="*/ 126 w 126"/>
              <a:gd name="T57" fmla="*/ 8 h 135"/>
              <a:gd name="T58" fmla="*/ 119 w 126"/>
              <a:gd name="T59" fmla="*/ 9 h 135"/>
              <a:gd name="T60" fmla="*/ 111 w 126"/>
              <a:gd name="T61" fmla="*/ 16 h 135"/>
              <a:gd name="T62" fmla="*/ 110 w 126"/>
              <a:gd name="T63" fmla="*/ 27 h 135"/>
              <a:gd name="T64" fmla="*/ 110 w 126"/>
              <a:gd name="T65" fmla="*/ 129 h 135"/>
              <a:gd name="T66" fmla="*/ 110 w 126"/>
              <a:gd name="T67" fmla="*/ 135 h 135"/>
              <a:gd name="T68" fmla="*/ 99 w 126"/>
              <a:gd name="T69" fmla="*/ 135 h 135"/>
              <a:gd name="T70" fmla="*/ 29 w 126"/>
              <a:gd name="T71" fmla="*/ 15 h 135"/>
              <a:gd name="T72" fmla="*/ 28 w 126"/>
              <a:gd name="T73" fmla="*/ 16 h 135"/>
            </a:gdLst>
            <a:rect l="0" t="0" r="r" b="b"/>
            <a:pathLst>
              <a:path w="126" h="135">
                <a:moveTo>
                  <a:pt x="28" y="16"/>
                </a:moveTo>
                <a:cubicBezTo>
                  <a:pt x="28" y="17"/>
                  <a:pt x="28" y="19"/>
                  <a:pt x="28" y="20"/>
                </a:cubicBezTo>
                <a:cubicBezTo>
                  <a:pt x="28" y="50"/>
                  <a:pt x="28" y="79"/>
                  <a:pt x="28" y="109"/>
                </a:cubicBezTo>
                <a:cubicBezTo>
                  <a:pt x="28" y="112"/>
                  <a:pt x="28" y="115"/>
                  <a:pt x="28" y="119"/>
                </a:cubicBezTo>
                <a:cubicBezTo>
                  <a:pt x="29" y="124"/>
                  <a:pt x="31" y="126"/>
                  <a:pt x="37" y="127"/>
                </a:cubicBezTo>
                <a:cubicBezTo>
                  <a:pt x="39" y="127"/>
                  <a:pt x="41" y="128"/>
                  <a:pt x="44" y="128"/>
                </a:cubicBezTo>
                <a:cubicBezTo>
                  <a:pt x="44" y="130"/>
                  <a:pt x="44" y="133"/>
                  <a:pt x="44" y="135"/>
                </a:cubicBezTo>
                <a:cubicBezTo>
                  <a:pt x="29" y="135"/>
                  <a:pt x="15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5" y="127"/>
                  <a:pt x="8" y="127"/>
                </a:cubicBezTo>
                <a:cubicBezTo>
                  <a:pt x="12" y="127"/>
                  <a:pt x="15" y="124"/>
                  <a:pt x="16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0"/>
                  <a:pt x="16" y="19"/>
                </a:cubicBezTo>
                <a:cubicBezTo>
                  <a:pt x="16" y="18"/>
                  <a:pt x="16" y="17"/>
                  <a:pt x="16" y="15"/>
                </a:cubicBezTo>
                <a:cubicBezTo>
                  <a:pt x="16" y="11"/>
                  <a:pt x="14" y="9"/>
                  <a:pt x="9" y="9"/>
                </a:cubicBezTo>
                <a:cubicBezTo>
                  <a:pt x="8" y="8"/>
                  <a:pt x="7" y="8"/>
                  <a:pt x="5" y="8"/>
                </a:cubicBezTo>
                <a:cubicBezTo>
                  <a:pt x="4" y="8"/>
                  <a:pt x="2" y="8"/>
                  <a:pt x="1" y="8"/>
                </a:cubicBezTo>
                <a:cubicBezTo>
                  <a:pt x="1" y="5"/>
                  <a:pt x="1" y="3"/>
                  <a:pt x="1" y="1"/>
                </a:cubicBezTo>
                <a:cubicBezTo>
                  <a:pt x="14" y="1"/>
                  <a:pt x="27" y="1"/>
                  <a:pt x="40" y="1"/>
                </a:cubicBezTo>
                <a:cubicBezTo>
                  <a:pt x="59" y="34"/>
                  <a:pt x="79" y="67"/>
                  <a:pt x="98" y="100"/>
                </a:cubicBezTo>
                <a:cubicBezTo>
                  <a:pt x="98" y="100"/>
                  <a:pt x="99" y="100"/>
                  <a:pt x="99" y="100"/>
                </a:cubicBezTo>
                <a:cubicBezTo>
                  <a:pt x="99" y="99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1"/>
                  <a:pt x="99" y="19"/>
                  <a:pt x="98" y="16"/>
                </a:cubicBezTo>
                <a:cubicBezTo>
                  <a:pt x="97" y="12"/>
                  <a:pt x="94" y="9"/>
                  <a:pt x="90" y="9"/>
                </a:cubicBezTo>
                <a:cubicBezTo>
                  <a:pt x="88" y="8"/>
                  <a:pt x="86" y="8"/>
                  <a:pt x="83" y="8"/>
                </a:cubicBezTo>
                <a:cubicBezTo>
                  <a:pt x="83" y="5"/>
                  <a:pt x="83" y="3"/>
                  <a:pt x="83" y="1"/>
                </a:cubicBezTo>
                <a:cubicBezTo>
                  <a:pt x="87" y="0"/>
                  <a:pt x="115" y="0"/>
                  <a:pt x="126" y="1"/>
                </a:cubicBezTo>
                <a:cubicBezTo>
                  <a:pt x="126" y="3"/>
                  <a:pt x="126" y="5"/>
                  <a:pt x="126" y="8"/>
                </a:cubicBezTo>
                <a:cubicBezTo>
                  <a:pt x="124" y="8"/>
                  <a:pt x="122" y="8"/>
                  <a:pt x="119" y="9"/>
                </a:cubicBezTo>
                <a:cubicBezTo>
                  <a:pt x="115" y="9"/>
                  <a:pt x="112" y="12"/>
                  <a:pt x="111" y="16"/>
                </a:cubicBezTo>
                <a:cubicBezTo>
                  <a:pt x="111" y="20"/>
                  <a:pt x="110" y="23"/>
                  <a:pt x="110" y="27"/>
                </a:cubicBezTo>
                <a:cubicBezTo>
                  <a:pt x="110" y="61"/>
                  <a:pt x="110" y="95"/>
                  <a:pt x="110" y="129"/>
                </a:cubicBezTo>
                <a:cubicBezTo>
                  <a:pt x="110" y="131"/>
                  <a:pt x="110" y="133"/>
                  <a:pt x="110" y="135"/>
                </a:cubicBezTo>
                <a:cubicBezTo>
                  <a:pt x="106" y="135"/>
                  <a:pt x="103" y="135"/>
                  <a:pt x="99" y="135"/>
                </a:cubicBezTo>
                <a:cubicBezTo>
                  <a:pt x="76" y="95"/>
                  <a:pt x="52" y="55"/>
                  <a:pt x="29" y="15"/>
                </a:cubicBezTo>
                <a:cubicBezTo>
                  <a:pt x="28" y="15"/>
                  <a:pt x="28" y="15"/>
                  <a:pt x="28" y="16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3" name="Freeform 20">
            <a:extLst xmlns:a="http://schemas.openxmlformats.org/drawingml/2006/main">
              <a:ext uri="{FF2B5EF4-FFF2-40B4-BE49-F238E27FC236}">
                <a16:creationId xmlns:a16="http://schemas.microsoft.com/office/drawing/2014/main" id="{030489CF-0134-4BFB-B7DB-0288EC195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9652" y="688617"/>
            <a:ext cx="62726" cy="68429"/>
          </a:xfrm>
          <a:custGeom xmlns:a="http://schemas.openxmlformats.org/drawingml/2006/main">
            <a:gdLst>
              <a:gd name="T0" fmla="*/ 0 w 124"/>
              <a:gd name="T1" fmla="*/ 8 h 135"/>
              <a:gd name="T2" fmla="*/ 0 w 124"/>
              <a:gd name="T3" fmla="*/ 1 h 135"/>
              <a:gd name="T4" fmla="*/ 105 w 124"/>
              <a:gd name="T5" fmla="*/ 1 h 135"/>
              <a:gd name="T6" fmla="*/ 117 w 124"/>
              <a:gd name="T7" fmla="*/ 35 h 135"/>
              <a:gd name="T8" fmla="*/ 110 w 124"/>
              <a:gd name="T9" fmla="*/ 39 h 135"/>
              <a:gd name="T10" fmla="*/ 107 w 124"/>
              <a:gd name="T11" fmla="*/ 33 h 135"/>
              <a:gd name="T12" fmla="*/ 78 w 124"/>
              <a:gd name="T13" fmla="*/ 11 h 135"/>
              <a:gd name="T14" fmla="*/ 34 w 124"/>
              <a:gd name="T15" fmla="*/ 11 h 135"/>
              <a:gd name="T16" fmla="*/ 34 w 124"/>
              <a:gd name="T17" fmla="*/ 61 h 135"/>
              <a:gd name="T18" fmla="*/ 55 w 124"/>
              <a:gd name="T19" fmla="*/ 60 h 135"/>
              <a:gd name="T20" fmla="*/ 69 w 124"/>
              <a:gd name="T21" fmla="*/ 45 h 135"/>
              <a:gd name="T22" fmla="*/ 70 w 124"/>
              <a:gd name="T23" fmla="*/ 36 h 135"/>
              <a:gd name="T24" fmla="*/ 78 w 124"/>
              <a:gd name="T25" fmla="*/ 36 h 135"/>
              <a:gd name="T26" fmla="*/ 78 w 124"/>
              <a:gd name="T27" fmla="*/ 95 h 135"/>
              <a:gd name="T28" fmla="*/ 74 w 124"/>
              <a:gd name="T29" fmla="*/ 95 h 135"/>
              <a:gd name="T30" fmla="*/ 70 w 124"/>
              <a:gd name="T31" fmla="*/ 95 h 135"/>
              <a:gd name="T32" fmla="*/ 70 w 124"/>
              <a:gd name="T33" fmla="*/ 88 h 135"/>
              <a:gd name="T34" fmla="*/ 68 w 124"/>
              <a:gd name="T35" fmla="*/ 81 h 135"/>
              <a:gd name="T36" fmla="*/ 58 w 124"/>
              <a:gd name="T37" fmla="*/ 71 h 135"/>
              <a:gd name="T38" fmla="*/ 34 w 124"/>
              <a:gd name="T39" fmla="*/ 70 h 135"/>
              <a:gd name="T40" fmla="*/ 33 w 124"/>
              <a:gd name="T41" fmla="*/ 74 h 135"/>
              <a:gd name="T42" fmla="*/ 33 w 124"/>
              <a:gd name="T43" fmla="*/ 115 h 135"/>
              <a:gd name="T44" fmla="*/ 43 w 124"/>
              <a:gd name="T45" fmla="*/ 125 h 135"/>
              <a:gd name="T46" fmla="*/ 69 w 124"/>
              <a:gd name="T47" fmla="*/ 125 h 135"/>
              <a:gd name="T48" fmla="*/ 112 w 124"/>
              <a:gd name="T49" fmla="*/ 97 h 135"/>
              <a:gd name="T50" fmla="*/ 115 w 124"/>
              <a:gd name="T51" fmla="*/ 90 h 135"/>
              <a:gd name="T52" fmla="*/ 124 w 124"/>
              <a:gd name="T53" fmla="*/ 93 h 135"/>
              <a:gd name="T54" fmla="*/ 109 w 124"/>
              <a:gd name="T55" fmla="*/ 135 h 135"/>
              <a:gd name="T56" fmla="*/ 0 w 124"/>
              <a:gd name="T57" fmla="*/ 135 h 135"/>
              <a:gd name="T58" fmla="*/ 0 w 124"/>
              <a:gd name="T59" fmla="*/ 128 h 135"/>
              <a:gd name="T60" fmla="*/ 8 w 124"/>
              <a:gd name="T61" fmla="*/ 127 h 135"/>
              <a:gd name="T62" fmla="*/ 15 w 124"/>
              <a:gd name="T63" fmla="*/ 120 h 135"/>
              <a:gd name="T64" fmla="*/ 16 w 124"/>
              <a:gd name="T65" fmla="*/ 113 h 135"/>
              <a:gd name="T66" fmla="*/ 16 w 124"/>
              <a:gd name="T67" fmla="*/ 21 h 135"/>
              <a:gd name="T68" fmla="*/ 16 w 124"/>
              <a:gd name="T69" fmla="*/ 16 h 135"/>
              <a:gd name="T70" fmla="*/ 8 w 124"/>
              <a:gd name="T71" fmla="*/ 9 h 135"/>
              <a:gd name="T72" fmla="*/ 4 w 124"/>
              <a:gd name="T73" fmla="*/ 8 h 135"/>
              <a:gd name="T74" fmla="*/ 0 w 124"/>
              <a:gd name="T75" fmla="*/ 8 h 135"/>
            </a:gdLst>
            <a:rect l="0" t="0" r="r" b="b"/>
            <a:pathLst>
              <a:path w="124" h="135">
                <a:moveTo>
                  <a:pt x="0" y="8"/>
                </a:moveTo>
                <a:cubicBezTo>
                  <a:pt x="0" y="5"/>
                  <a:pt x="0" y="3"/>
                  <a:pt x="0" y="1"/>
                </a:cubicBezTo>
                <a:cubicBezTo>
                  <a:pt x="3" y="0"/>
                  <a:pt x="98" y="0"/>
                  <a:pt x="105" y="1"/>
                </a:cubicBezTo>
                <a:cubicBezTo>
                  <a:pt x="109" y="12"/>
                  <a:pt x="113" y="24"/>
                  <a:pt x="117" y="35"/>
                </a:cubicBezTo>
                <a:cubicBezTo>
                  <a:pt x="115" y="37"/>
                  <a:pt x="112" y="38"/>
                  <a:pt x="110" y="39"/>
                </a:cubicBezTo>
                <a:cubicBezTo>
                  <a:pt x="109" y="36"/>
                  <a:pt x="108" y="35"/>
                  <a:pt x="107" y="33"/>
                </a:cubicBezTo>
                <a:cubicBezTo>
                  <a:pt x="101" y="20"/>
                  <a:pt x="92" y="13"/>
                  <a:pt x="78" y="11"/>
                </a:cubicBezTo>
                <a:cubicBezTo>
                  <a:pt x="63" y="10"/>
                  <a:pt x="48" y="11"/>
                  <a:pt x="34" y="11"/>
                </a:cubicBezTo>
                <a:cubicBezTo>
                  <a:pt x="33" y="15"/>
                  <a:pt x="33" y="55"/>
                  <a:pt x="34" y="61"/>
                </a:cubicBezTo>
                <a:cubicBezTo>
                  <a:pt x="41" y="61"/>
                  <a:pt x="48" y="61"/>
                  <a:pt x="55" y="60"/>
                </a:cubicBezTo>
                <a:cubicBezTo>
                  <a:pt x="64" y="59"/>
                  <a:pt x="68" y="54"/>
                  <a:pt x="69" y="45"/>
                </a:cubicBezTo>
                <a:cubicBezTo>
                  <a:pt x="70" y="42"/>
                  <a:pt x="70" y="39"/>
                  <a:pt x="70" y="36"/>
                </a:cubicBezTo>
                <a:cubicBezTo>
                  <a:pt x="73" y="36"/>
                  <a:pt x="75" y="36"/>
                  <a:pt x="78" y="36"/>
                </a:cubicBezTo>
                <a:cubicBezTo>
                  <a:pt x="78" y="56"/>
                  <a:pt x="78" y="75"/>
                  <a:pt x="78" y="95"/>
                </a:cubicBezTo>
                <a:cubicBezTo>
                  <a:pt x="77" y="95"/>
                  <a:pt x="76" y="95"/>
                  <a:pt x="74" y="95"/>
                </a:cubicBezTo>
                <a:cubicBezTo>
                  <a:pt x="73" y="95"/>
                  <a:pt x="72" y="95"/>
                  <a:pt x="70" y="95"/>
                </a:cubicBezTo>
                <a:cubicBezTo>
                  <a:pt x="70" y="93"/>
                  <a:pt x="70" y="90"/>
                  <a:pt x="70" y="88"/>
                </a:cubicBezTo>
                <a:cubicBezTo>
                  <a:pt x="69" y="86"/>
                  <a:pt x="69" y="83"/>
                  <a:pt x="68" y="81"/>
                </a:cubicBezTo>
                <a:cubicBezTo>
                  <a:pt x="67" y="75"/>
                  <a:pt x="64" y="72"/>
                  <a:pt x="58" y="71"/>
                </a:cubicBezTo>
                <a:cubicBezTo>
                  <a:pt x="50" y="69"/>
                  <a:pt x="42" y="70"/>
                  <a:pt x="34" y="70"/>
                </a:cubicBezTo>
                <a:cubicBezTo>
                  <a:pt x="33" y="72"/>
                  <a:pt x="33" y="73"/>
                  <a:pt x="33" y="74"/>
                </a:cubicBezTo>
                <a:cubicBezTo>
                  <a:pt x="33" y="88"/>
                  <a:pt x="33" y="102"/>
                  <a:pt x="33" y="115"/>
                </a:cubicBezTo>
                <a:cubicBezTo>
                  <a:pt x="33" y="124"/>
                  <a:pt x="34" y="125"/>
                  <a:pt x="43" y="125"/>
                </a:cubicBezTo>
                <a:cubicBezTo>
                  <a:pt x="52" y="125"/>
                  <a:pt x="60" y="125"/>
                  <a:pt x="69" y="125"/>
                </a:cubicBezTo>
                <a:cubicBezTo>
                  <a:pt x="89" y="125"/>
                  <a:pt x="104" y="115"/>
                  <a:pt x="112" y="97"/>
                </a:cubicBezTo>
                <a:cubicBezTo>
                  <a:pt x="113" y="95"/>
                  <a:pt x="114" y="93"/>
                  <a:pt x="115" y="90"/>
                </a:cubicBezTo>
                <a:cubicBezTo>
                  <a:pt x="118" y="91"/>
                  <a:pt x="121" y="92"/>
                  <a:pt x="124" y="93"/>
                </a:cubicBezTo>
                <a:cubicBezTo>
                  <a:pt x="119" y="108"/>
                  <a:pt x="114" y="121"/>
                  <a:pt x="109" y="135"/>
                </a:cubicBezTo>
                <a:cubicBezTo>
                  <a:pt x="73" y="135"/>
                  <a:pt x="3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6" y="128"/>
                  <a:pt x="8" y="127"/>
                </a:cubicBezTo>
                <a:cubicBezTo>
                  <a:pt x="13" y="126"/>
                  <a:pt x="15" y="125"/>
                  <a:pt x="15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20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7" y="9"/>
                  <a:pt x="6" y="8"/>
                  <a:pt x="4" y="8"/>
                </a:cubicBezTo>
                <a:cubicBezTo>
                  <a:pt x="3" y="8"/>
                  <a:pt x="2" y="8"/>
                  <a:pt x="0" y="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4" name="Freeform 21">
            <a:extLst xmlns:a="http://schemas.openxmlformats.org/drawingml/2006/main">
              <a:ext uri="{FF2B5EF4-FFF2-40B4-BE49-F238E27FC236}">
                <a16:creationId xmlns:a16="http://schemas.microsoft.com/office/drawing/2014/main" id="{A4AA1885-2C80-4BA2-97DB-EB241BCB8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5152" y="689187"/>
            <a:ext cx="62726" cy="67859"/>
          </a:xfrm>
          <a:custGeom xmlns:a="http://schemas.openxmlformats.org/drawingml/2006/main">
            <a:gdLst>
              <a:gd name="T0" fmla="*/ 33 w 123"/>
              <a:gd name="T1" fmla="*/ 60 h 134"/>
              <a:gd name="T2" fmla="*/ 55 w 123"/>
              <a:gd name="T3" fmla="*/ 59 h 134"/>
              <a:gd name="T4" fmla="*/ 68 w 123"/>
              <a:gd name="T5" fmla="*/ 45 h 134"/>
              <a:gd name="T6" fmla="*/ 70 w 123"/>
              <a:gd name="T7" fmla="*/ 35 h 134"/>
              <a:gd name="T8" fmla="*/ 77 w 123"/>
              <a:gd name="T9" fmla="*/ 35 h 134"/>
              <a:gd name="T10" fmla="*/ 77 w 123"/>
              <a:gd name="T11" fmla="*/ 94 h 134"/>
              <a:gd name="T12" fmla="*/ 75 w 123"/>
              <a:gd name="T13" fmla="*/ 94 h 134"/>
              <a:gd name="T14" fmla="*/ 70 w 123"/>
              <a:gd name="T15" fmla="*/ 94 h 134"/>
              <a:gd name="T16" fmla="*/ 69 w 123"/>
              <a:gd name="T17" fmla="*/ 83 h 134"/>
              <a:gd name="T18" fmla="*/ 54 w 123"/>
              <a:gd name="T19" fmla="*/ 69 h 134"/>
              <a:gd name="T20" fmla="*/ 33 w 123"/>
              <a:gd name="T21" fmla="*/ 69 h 134"/>
              <a:gd name="T22" fmla="*/ 33 w 123"/>
              <a:gd name="T23" fmla="*/ 73 h 134"/>
              <a:gd name="T24" fmla="*/ 33 w 123"/>
              <a:gd name="T25" fmla="*/ 114 h 134"/>
              <a:gd name="T26" fmla="*/ 43 w 123"/>
              <a:gd name="T27" fmla="*/ 124 h 134"/>
              <a:gd name="T28" fmla="*/ 68 w 123"/>
              <a:gd name="T29" fmla="*/ 124 h 134"/>
              <a:gd name="T30" fmla="*/ 112 w 123"/>
              <a:gd name="T31" fmla="*/ 96 h 134"/>
              <a:gd name="T32" fmla="*/ 115 w 123"/>
              <a:gd name="T33" fmla="*/ 90 h 134"/>
              <a:gd name="T34" fmla="*/ 115 w 123"/>
              <a:gd name="T35" fmla="*/ 90 h 134"/>
              <a:gd name="T36" fmla="*/ 123 w 123"/>
              <a:gd name="T37" fmla="*/ 92 h 134"/>
              <a:gd name="T38" fmla="*/ 109 w 123"/>
              <a:gd name="T39" fmla="*/ 134 h 134"/>
              <a:gd name="T40" fmla="*/ 0 w 123"/>
              <a:gd name="T41" fmla="*/ 134 h 134"/>
              <a:gd name="T42" fmla="*/ 0 w 123"/>
              <a:gd name="T43" fmla="*/ 127 h 134"/>
              <a:gd name="T44" fmla="*/ 8 w 123"/>
              <a:gd name="T45" fmla="*/ 126 h 134"/>
              <a:gd name="T46" fmla="*/ 15 w 123"/>
              <a:gd name="T47" fmla="*/ 120 h 134"/>
              <a:gd name="T48" fmla="*/ 16 w 123"/>
              <a:gd name="T49" fmla="*/ 113 h 134"/>
              <a:gd name="T50" fmla="*/ 16 w 123"/>
              <a:gd name="T51" fmla="*/ 20 h 134"/>
              <a:gd name="T52" fmla="*/ 5 w 123"/>
              <a:gd name="T53" fmla="*/ 7 h 134"/>
              <a:gd name="T54" fmla="*/ 0 w 123"/>
              <a:gd name="T55" fmla="*/ 7 h 134"/>
              <a:gd name="T56" fmla="*/ 0 w 123"/>
              <a:gd name="T57" fmla="*/ 0 h 134"/>
              <a:gd name="T58" fmla="*/ 105 w 123"/>
              <a:gd name="T59" fmla="*/ 0 h 134"/>
              <a:gd name="T60" fmla="*/ 117 w 123"/>
              <a:gd name="T61" fmla="*/ 35 h 134"/>
              <a:gd name="T62" fmla="*/ 109 w 123"/>
              <a:gd name="T63" fmla="*/ 38 h 134"/>
              <a:gd name="T64" fmla="*/ 107 w 123"/>
              <a:gd name="T65" fmla="*/ 34 h 134"/>
              <a:gd name="T66" fmla="*/ 105 w 123"/>
              <a:gd name="T67" fmla="*/ 29 h 134"/>
              <a:gd name="T68" fmla="*/ 78 w 123"/>
              <a:gd name="T69" fmla="*/ 11 h 134"/>
              <a:gd name="T70" fmla="*/ 42 w 123"/>
              <a:gd name="T71" fmla="*/ 10 h 134"/>
              <a:gd name="T72" fmla="*/ 33 w 123"/>
              <a:gd name="T73" fmla="*/ 10 h 134"/>
              <a:gd name="T74" fmla="*/ 33 w 123"/>
              <a:gd name="T75" fmla="*/ 60 h 134"/>
            </a:gdLst>
            <a:rect l="0" t="0" r="r" b="b"/>
            <a:pathLst>
              <a:path w="123" h="134">
                <a:moveTo>
                  <a:pt x="33" y="60"/>
                </a:moveTo>
                <a:cubicBezTo>
                  <a:pt x="41" y="60"/>
                  <a:pt x="48" y="61"/>
                  <a:pt x="55" y="59"/>
                </a:cubicBezTo>
                <a:cubicBezTo>
                  <a:pt x="63" y="57"/>
                  <a:pt x="67" y="53"/>
                  <a:pt x="68" y="45"/>
                </a:cubicBezTo>
                <a:cubicBezTo>
                  <a:pt x="69" y="42"/>
                  <a:pt x="69" y="39"/>
                  <a:pt x="70" y="35"/>
                </a:cubicBezTo>
                <a:cubicBezTo>
                  <a:pt x="72" y="35"/>
                  <a:pt x="75" y="35"/>
                  <a:pt x="77" y="35"/>
                </a:cubicBezTo>
                <a:cubicBezTo>
                  <a:pt x="77" y="55"/>
                  <a:pt x="77" y="74"/>
                  <a:pt x="77" y="94"/>
                </a:cubicBezTo>
                <a:cubicBezTo>
                  <a:pt x="76" y="94"/>
                  <a:pt x="75" y="94"/>
                  <a:pt x="75" y="94"/>
                </a:cubicBezTo>
                <a:cubicBezTo>
                  <a:pt x="73" y="94"/>
                  <a:pt x="71" y="94"/>
                  <a:pt x="70" y="94"/>
                </a:cubicBezTo>
                <a:cubicBezTo>
                  <a:pt x="69" y="90"/>
                  <a:pt x="69" y="86"/>
                  <a:pt x="69" y="83"/>
                </a:cubicBezTo>
                <a:cubicBezTo>
                  <a:pt x="67" y="74"/>
                  <a:pt x="63" y="70"/>
                  <a:pt x="54" y="69"/>
                </a:cubicBezTo>
                <a:cubicBezTo>
                  <a:pt x="47" y="69"/>
                  <a:pt x="40" y="69"/>
                  <a:pt x="33" y="69"/>
                </a:cubicBezTo>
                <a:cubicBezTo>
                  <a:pt x="33" y="71"/>
                  <a:pt x="33" y="72"/>
                  <a:pt x="33" y="73"/>
                </a:cubicBezTo>
                <a:cubicBezTo>
                  <a:pt x="33" y="87"/>
                  <a:pt x="33" y="101"/>
                  <a:pt x="33" y="114"/>
                </a:cubicBezTo>
                <a:cubicBezTo>
                  <a:pt x="33" y="123"/>
                  <a:pt x="34" y="124"/>
                  <a:pt x="43" y="124"/>
                </a:cubicBezTo>
                <a:cubicBezTo>
                  <a:pt x="51" y="124"/>
                  <a:pt x="60" y="124"/>
                  <a:pt x="68" y="124"/>
                </a:cubicBezTo>
                <a:cubicBezTo>
                  <a:pt x="89" y="124"/>
                  <a:pt x="103" y="114"/>
                  <a:pt x="112" y="96"/>
                </a:cubicBezTo>
                <a:cubicBezTo>
                  <a:pt x="113" y="94"/>
                  <a:pt x="114" y="92"/>
                  <a:pt x="115" y="90"/>
                </a:cubicBezTo>
                <a:cubicBezTo>
                  <a:pt x="115" y="90"/>
                  <a:pt x="115" y="90"/>
                  <a:pt x="115" y="90"/>
                </a:cubicBezTo>
                <a:cubicBezTo>
                  <a:pt x="118" y="90"/>
                  <a:pt x="120" y="91"/>
                  <a:pt x="123" y="92"/>
                </a:cubicBezTo>
                <a:cubicBezTo>
                  <a:pt x="118" y="107"/>
                  <a:pt x="113" y="120"/>
                  <a:pt x="109" y="134"/>
                </a:cubicBezTo>
                <a:cubicBezTo>
                  <a:pt x="72" y="134"/>
                  <a:pt x="3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6"/>
                  <a:pt x="8" y="126"/>
                </a:cubicBezTo>
                <a:cubicBezTo>
                  <a:pt x="12" y="126"/>
                  <a:pt x="14" y="124"/>
                  <a:pt x="15" y="120"/>
                </a:cubicBezTo>
                <a:cubicBezTo>
                  <a:pt x="15" y="118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0"/>
                  <a:pt x="14" y="8"/>
                  <a:pt x="5" y="7"/>
                </a:cubicBezTo>
                <a:cubicBezTo>
                  <a:pt x="3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34" y="0"/>
                  <a:pt x="69" y="0"/>
                  <a:pt x="105" y="0"/>
                </a:cubicBezTo>
                <a:cubicBezTo>
                  <a:pt x="109" y="11"/>
                  <a:pt x="112" y="22"/>
                  <a:pt x="117" y="35"/>
                </a:cubicBezTo>
                <a:cubicBezTo>
                  <a:pt x="114" y="36"/>
                  <a:pt x="112" y="37"/>
                  <a:pt x="109" y="38"/>
                </a:cubicBezTo>
                <a:cubicBezTo>
                  <a:pt x="108" y="36"/>
                  <a:pt x="108" y="35"/>
                  <a:pt x="107" y="34"/>
                </a:cubicBezTo>
                <a:cubicBezTo>
                  <a:pt x="107" y="32"/>
                  <a:pt x="106" y="31"/>
                  <a:pt x="105" y="29"/>
                </a:cubicBezTo>
                <a:cubicBezTo>
                  <a:pt x="100" y="18"/>
                  <a:pt x="90" y="11"/>
                  <a:pt x="78" y="11"/>
                </a:cubicBezTo>
                <a:cubicBezTo>
                  <a:pt x="66" y="10"/>
                  <a:pt x="54" y="10"/>
                  <a:pt x="42" y="10"/>
                </a:cubicBezTo>
                <a:cubicBezTo>
                  <a:pt x="39" y="10"/>
                  <a:pt x="36" y="10"/>
                  <a:pt x="33" y="10"/>
                </a:cubicBezTo>
                <a:cubicBezTo>
                  <a:pt x="33" y="26"/>
                  <a:pt x="33" y="43"/>
                  <a:pt x="33" y="6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5" name="Freeform 22">
            <a:extLst xmlns:a="http://schemas.openxmlformats.org/drawingml/2006/main">
              <a:ext uri="{FF2B5EF4-FFF2-40B4-BE49-F238E27FC236}">
                <a16:creationId xmlns:a16="http://schemas.microsoft.com/office/drawing/2014/main" id="{A2C6B1BF-645C-4A91-A118-591C769A1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3944" y="689187"/>
            <a:ext cx="63867" cy="67859"/>
          </a:xfrm>
          <a:custGeom xmlns:a="http://schemas.openxmlformats.org/drawingml/2006/main">
            <a:gdLst>
              <a:gd name="T0" fmla="*/ 43 w 126"/>
              <a:gd name="T1" fmla="*/ 134 h 134"/>
              <a:gd name="T2" fmla="*/ 0 w 126"/>
              <a:gd name="T3" fmla="*/ 134 h 134"/>
              <a:gd name="T4" fmla="*/ 0 w 126"/>
              <a:gd name="T5" fmla="*/ 127 h 134"/>
              <a:gd name="T6" fmla="*/ 7 w 126"/>
              <a:gd name="T7" fmla="*/ 126 h 134"/>
              <a:gd name="T8" fmla="*/ 16 w 126"/>
              <a:gd name="T9" fmla="*/ 118 h 134"/>
              <a:gd name="T10" fmla="*/ 16 w 126"/>
              <a:gd name="T11" fmla="*/ 110 h 134"/>
              <a:gd name="T12" fmla="*/ 16 w 126"/>
              <a:gd name="T13" fmla="*/ 18 h 134"/>
              <a:gd name="T14" fmla="*/ 5 w 126"/>
              <a:gd name="T15" fmla="*/ 7 h 134"/>
              <a:gd name="T16" fmla="*/ 0 w 126"/>
              <a:gd name="T17" fmla="*/ 7 h 134"/>
              <a:gd name="T18" fmla="*/ 0 w 126"/>
              <a:gd name="T19" fmla="*/ 0 h 134"/>
              <a:gd name="T20" fmla="*/ 40 w 126"/>
              <a:gd name="T21" fmla="*/ 0 h 134"/>
              <a:gd name="T22" fmla="*/ 98 w 126"/>
              <a:gd name="T23" fmla="*/ 100 h 134"/>
              <a:gd name="T24" fmla="*/ 99 w 126"/>
              <a:gd name="T25" fmla="*/ 96 h 134"/>
              <a:gd name="T26" fmla="*/ 99 w 126"/>
              <a:gd name="T27" fmla="*/ 24 h 134"/>
              <a:gd name="T28" fmla="*/ 98 w 126"/>
              <a:gd name="T29" fmla="*/ 17 h 134"/>
              <a:gd name="T30" fmla="*/ 89 w 126"/>
              <a:gd name="T31" fmla="*/ 7 h 134"/>
              <a:gd name="T32" fmla="*/ 83 w 126"/>
              <a:gd name="T33" fmla="*/ 7 h 134"/>
              <a:gd name="T34" fmla="*/ 83 w 126"/>
              <a:gd name="T35" fmla="*/ 4 h 134"/>
              <a:gd name="T36" fmla="*/ 83 w 126"/>
              <a:gd name="T37" fmla="*/ 0 h 134"/>
              <a:gd name="T38" fmla="*/ 125 w 126"/>
              <a:gd name="T39" fmla="*/ 0 h 134"/>
              <a:gd name="T40" fmla="*/ 126 w 126"/>
              <a:gd name="T41" fmla="*/ 3 h 134"/>
              <a:gd name="T42" fmla="*/ 126 w 126"/>
              <a:gd name="T43" fmla="*/ 7 h 134"/>
              <a:gd name="T44" fmla="*/ 120 w 126"/>
              <a:gd name="T45" fmla="*/ 7 h 134"/>
              <a:gd name="T46" fmla="*/ 110 w 126"/>
              <a:gd name="T47" fmla="*/ 16 h 134"/>
              <a:gd name="T48" fmla="*/ 110 w 126"/>
              <a:gd name="T49" fmla="*/ 26 h 134"/>
              <a:gd name="T50" fmla="*/ 110 w 126"/>
              <a:gd name="T51" fmla="*/ 128 h 134"/>
              <a:gd name="T52" fmla="*/ 110 w 126"/>
              <a:gd name="T53" fmla="*/ 134 h 134"/>
              <a:gd name="T54" fmla="*/ 98 w 126"/>
              <a:gd name="T55" fmla="*/ 134 h 134"/>
              <a:gd name="T56" fmla="*/ 28 w 126"/>
              <a:gd name="T57" fmla="*/ 14 h 134"/>
              <a:gd name="T58" fmla="*/ 28 w 126"/>
              <a:gd name="T59" fmla="*/ 14 h 134"/>
              <a:gd name="T60" fmla="*/ 27 w 126"/>
              <a:gd name="T61" fmla="*/ 17 h 134"/>
              <a:gd name="T62" fmla="*/ 27 w 126"/>
              <a:gd name="T63" fmla="*/ 110 h 134"/>
              <a:gd name="T64" fmla="*/ 28 w 126"/>
              <a:gd name="T65" fmla="*/ 118 h 134"/>
              <a:gd name="T66" fmla="*/ 36 w 126"/>
              <a:gd name="T67" fmla="*/ 126 h 134"/>
              <a:gd name="T68" fmla="*/ 43 w 126"/>
              <a:gd name="T69" fmla="*/ 127 h 134"/>
              <a:gd name="T70" fmla="*/ 43 w 126"/>
              <a:gd name="T71" fmla="*/ 134 h 134"/>
            </a:gdLst>
            <a:rect l="0" t="0" r="r" b="b"/>
            <a:pathLst>
              <a:path w="126" h="134">
                <a:moveTo>
                  <a:pt x="43" y="134"/>
                </a:moveTo>
                <a:cubicBezTo>
                  <a:pt x="29" y="134"/>
                  <a:pt x="14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7"/>
                  <a:pt x="7" y="126"/>
                </a:cubicBezTo>
                <a:cubicBezTo>
                  <a:pt x="13" y="125"/>
                  <a:pt x="15" y="123"/>
                  <a:pt x="16" y="118"/>
                </a:cubicBezTo>
                <a:cubicBezTo>
                  <a:pt x="16" y="115"/>
                  <a:pt x="16" y="113"/>
                  <a:pt x="16" y="110"/>
                </a:cubicBezTo>
                <a:cubicBezTo>
                  <a:pt x="16" y="80"/>
                  <a:pt x="16" y="49"/>
                  <a:pt x="16" y="18"/>
                </a:cubicBezTo>
                <a:cubicBezTo>
                  <a:pt x="16" y="9"/>
                  <a:pt x="14" y="8"/>
                  <a:pt x="5" y="7"/>
                </a:cubicBezTo>
                <a:cubicBezTo>
                  <a:pt x="4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3" y="0"/>
                  <a:pt x="26" y="0"/>
                  <a:pt x="40" y="0"/>
                </a:cubicBezTo>
                <a:cubicBezTo>
                  <a:pt x="59" y="33"/>
                  <a:pt x="78" y="66"/>
                  <a:pt x="98" y="100"/>
                </a:cubicBezTo>
                <a:cubicBezTo>
                  <a:pt x="98" y="98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2"/>
                  <a:pt x="99" y="19"/>
                  <a:pt x="98" y="17"/>
                </a:cubicBezTo>
                <a:cubicBezTo>
                  <a:pt x="97" y="11"/>
                  <a:pt x="95" y="8"/>
                  <a:pt x="89" y="7"/>
                </a:cubicBezTo>
                <a:cubicBezTo>
                  <a:pt x="87" y="7"/>
                  <a:pt x="85" y="7"/>
                  <a:pt x="83" y="7"/>
                </a:cubicBezTo>
                <a:cubicBezTo>
                  <a:pt x="83" y="6"/>
                  <a:pt x="83" y="5"/>
                  <a:pt x="83" y="4"/>
                </a:cubicBezTo>
                <a:cubicBezTo>
                  <a:pt x="83" y="2"/>
                  <a:pt x="83" y="1"/>
                  <a:pt x="83" y="0"/>
                </a:cubicBezTo>
                <a:cubicBezTo>
                  <a:pt x="97" y="0"/>
                  <a:pt x="111" y="0"/>
                  <a:pt x="125" y="0"/>
                </a:cubicBezTo>
                <a:cubicBezTo>
                  <a:pt x="125" y="1"/>
                  <a:pt x="126" y="2"/>
                  <a:pt x="126" y="3"/>
                </a:cubicBezTo>
                <a:cubicBezTo>
                  <a:pt x="126" y="4"/>
                  <a:pt x="126" y="5"/>
                  <a:pt x="126" y="7"/>
                </a:cubicBezTo>
                <a:cubicBezTo>
                  <a:pt x="124" y="7"/>
                  <a:pt x="122" y="7"/>
                  <a:pt x="120" y="7"/>
                </a:cubicBezTo>
                <a:cubicBezTo>
                  <a:pt x="114" y="8"/>
                  <a:pt x="111" y="11"/>
                  <a:pt x="110" y="16"/>
                </a:cubicBezTo>
                <a:cubicBezTo>
                  <a:pt x="110" y="20"/>
                  <a:pt x="110" y="23"/>
                  <a:pt x="110" y="26"/>
                </a:cubicBezTo>
                <a:cubicBezTo>
                  <a:pt x="110" y="60"/>
                  <a:pt x="110" y="94"/>
                  <a:pt x="110" y="128"/>
                </a:cubicBezTo>
                <a:cubicBezTo>
                  <a:pt x="110" y="130"/>
                  <a:pt x="110" y="132"/>
                  <a:pt x="110" y="134"/>
                </a:cubicBezTo>
                <a:cubicBezTo>
                  <a:pt x="106" y="134"/>
                  <a:pt x="102" y="134"/>
                  <a:pt x="98" y="134"/>
                </a:cubicBezTo>
                <a:cubicBezTo>
                  <a:pt x="75" y="94"/>
                  <a:pt x="52" y="54"/>
                  <a:pt x="28" y="14"/>
                </a:cubicBezTo>
                <a:cubicBezTo>
                  <a:pt x="28" y="14"/>
                  <a:pt x="28" y="14"/>
                  <a:pt x="28" y="14"/>
                </a:cubicBezTo>
                <a:cubicBezTo>
                  <a:pt x="27" y="15"/>
                  <a:pt x="27" y="16"/>
                  <a:pt x="27" y="17"/>
                </a:cubicBezTo>
                <a:cubicBezTo>
                  <a:pt x="27" y="48"/>
                  <a:pt x="27" y="79"/>
                  <a:pt x="27" y="110"/>
                </a:cubicBezTo>
                <a:cubicBezTo>
                  <a:pt x="27" y="113"/>
                  <a:pt x="27" y="116"/>
                  <a:pt x="28" y="118"/>
                </a:cubicBezTo>
                <a:cubicBezTo>
                  <a:pt x="29" y="123"/>
                  <a:pt x="31" y="125"/>
                  <a:pt x="36" y="126"/>
                </a:cubicBezTo>
                <a:cubicBezTo>
                  <a:pt x="38" y="126"/>
                  <a:pt x="41" y="127"/>
                  <a:pt x="43" y="127"/>
                </a:cubicBezTo>
                <a:cubicBezTo>
                  <a:pt x="43" y="129"/>
                  <a:pt x="43" y="132"/>
                  <a:pt x="43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6" name="Freeform 23">
            <a:extLst xmlns:a="http://schemas.openxmlformats.org/drawingml/2006/main">
              <a:ext uri="{FF2B5EF4-FFF2-40B4-BE49-F238E27FC236}">
                <a16:creationId xmlns:a16="http://schemas.microsoft.com/office/drawing/2014/main" id="{C91BDB03-EB95-4296-9B64-0E6E56AC7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2943" y="686906"/>
            <a:ext cx="70710" cy="72991"/>
          </a:xfrm>
          <a:custGeom xmlns:a="http://schemas.openxmlformats.org/drawingml/2006/main">
            <a:gdLst>
              <a:gd name="T0" fmla="*/ 87 w 139"/>
              <a:gd name="T1" fmla="*/ 79 h 144"/>
              <a:gd name="T2" fmla="*/ 87 w 139"/>
              <a:gd name="T3" fmla="*/ 71 h 144"/>
              <a:gd name="T4" fmla="*/ 139 w 139"/>
              <a:gd name="T5" fmla="*/ 71 h 144"/>
              <a:gd name="T6" fmla="*/ 139 w 139"/>
              <a:gd name="T7" fmla="*/ 79 h 144"/>
              <a:gd name="T8" fmla="*/ 133 w 139"/>
              <a:gd name="T9" fmla="*/ 79 h 144"/>
              <a:gd name="T10" fmla="*/ 124 w 139"/>
              <a:gd name="T11" fmla="*/ 88 h 144"/>
              <a:gd name="T12" fmla="*/ 124 w 139"/>
              <a:gd name="T13" fmla="*/ 95 h 144"/>
              <a:gd name="T14" fmla="*/ 124 w 139"/>
              <a:gd name="T15" fmla="*/ 134 h 144"/>
              <a:gd name="T16" fmla="*/ 124 w 139"/>
              <a:gd name="T17" fmla="*/ 139 h 144"/>
              <a:gd name="T18" fmla="*/ 115 w 139"/>
              <a:gd name="T19" fmla="*/ 139 h 144"/>
              <a:gd name="T20" fmla="*/ 110 w 139"/>
              <a:gd name="T21" fmla="*/ 128 h 144"/>
              <a:gd name="T22" fmla="*/ 105 w 139"/>
              <a:gd name="T23" fmla="*/ 131 h 144"/>
              <a:gd name="T24" fmla="*/ 56 w 139"/>
              <a:gd name="T25" fmla="*/ 141 h 144"/>
              <a:gd name="T26" fmla="*/ 10 w 139"/>
              <a:gd name="T27" fmla="*/ 103 h 144"/>
              <a:gd name="T28" fmla="*/ 15 w 139"/>
              <a:gd name="T29" fmla="*/ 33 h 144"/>
              <a:gd name="T30" fmla="*/ 56 w 139"/>
              <a:gd name="T31" fmla="*/ 3 h 144"/>
              <a:gd name="T32" fmla="*/ 99 w 139"/>
              <a:gd name="T33" fmla="*/ 11 h 144"/>
              <a:gd name="T34" fmla="*/ 102 w 139"/>
              <a:gd name="T35" fmla="*/ 13 h 144"/>
              <a:gd name="T36" fmla="*/ 105 w 139"/>
              <a:gd name="T37" fmla="*/ 5 h 144"/>
              <a:gd name="T38" fmla="*/ 112 w 139"/>
              <a:gd name="T39" fmla="*/ 5 h 144"/>
              <a:gd name="T40" fmla="*/ 122 w 139"/>
              <a:gd name="T41" fmla="*/ 46 h 144"/>
              <a:gd name="T42" fmla="*/ 114 w 139"/>
              <a:gd name="T43" fmla="*/ 49 h 144"/>
              <a:gd name="T44" fmla="*/ 112 w 139"/>
              <a:gd name="T45" fmla="*/ 44 h 144"/>
              <a:gd name="T46" fmla="*/ 100 w 139"/>
              <a:gd name="T47" fmla="*/ 25 h 144"/>
              <a:gd name="T48" fmla="*/ 42 w 139"/>
              <a:gd name="T49" fmla="*/ 23 h 144"/>
              <a:gd name="T50" fmla="*/ 24 w 139"/>
              <a:gd name="T51" fmla="*/ 62 h 144"/>
              <a:gd name="T52" fmla="*/ 34 w 139"/>
              <a:gd name="T53" fmla="*/ 109 h 144"/>
              <a:gd name="T54" fmla="*/ 77 w 139"/>
              <a:gd name="T55" fmla="*/ 131 h 144"/>
              <a:gd name="T56" fmla="*/ 101 w 139"/>
              <a:gd name="T57" fmla="*/ 120 h 144"/>
              <a:gd name="T58" fmla="*/ 106 w 139"/>
              <a:gd name="T59" fmla="*/ 109 h 144"/>
              <a:gd name="T60" fmla="*/ 106 w 139"/>
              <a:gd name="T61" fmla="*/ 90 h 144"/>
              <a:gd name="T62" fmla="*/ 96 w 139"/>
              <a:gd name="T63" fmla="*/ 79 h 144"/>
              <a:gd name="T64" fmla="*/ 87 w 139"/>
              <a:gd name="T65" fmla="*/ 79 h 144"/>
            </a:gdLst>
            <a:rect l="0" t="0" r="r" b="b"/>
            <a:pathLst>
              <a:path w="139" h="144">
                <a:moveTo>
                  <a:pt x="87" y="79"/>
                </a:moveTo>
                <a:cubicBezTo>
                  <a:pt x="87" y="76"/>
                  <a:pt x="87" y="74"/>
                  <a:pt x="87" y="71"/>
                </a:cubicBezTo>
                <a:cubicBezTo>
                  <a:pt x="105" y="71"/>
                  <a:pt x="122" y="71"/>
                  <a:pt x="139" y="71"/>
                </a:cubicBezTo>
                <a:cubicBezTo>
                  <a:pt x="139" y="74"/>
                  <a:pt x="139" y="76"/>
                  <a:pt x="139" y="79"/>
                </a:cubicBezTo>
                <a:cubicBezTo>
                  <a:pt x="137" y="79"/>
                  <a:pt x="135" y="79"/>
                  <a:pt x="133" y="79"/>
                </a:cubicBezTo>
                <a:cubicBezTo>
                  <a:pt x="127" y="79"/>
                  <a:pt x="125" y="81"/>
                  <a:pt x="124" y="88"/>
                </a:cubicBezTo>
                <a:cubicBezTo>
                  <a:pt x="124" y="90"/>
                  <a:pt x="124" y="93"/>
                  <a:pt x="124" y="95"/>
                </a:cubicBezTo>
                <a:cubicBezTo>
                  <a:pt x="124" y="108"/>
                  <a:pt x="124" y="121"/>
                  <a:pt x="124" y="134"/>
                </a:cubicBezTo>
                <a:cubicBezTo>
                  <a:pt x="124" y="135"/>
                  <a:pt x="124" y="137"/>
                  <a:pt x="124" y="139"/>
                </a:cubicBezTo>
                <a:cubicBezTo>
                  <a:pt x="121" y="139"/>
                  <a:pt x="118" y="139"/>
                  <a:pt x="115" y="139"/>
                </a:cubicBezTo>
                <a:cubicBezTo>
                  <a:pt x="113" y="136"/>
                  <a:pt x="112" y="132"/>
                  <a:pt x="110" y="128"/>
                </a:cubicBezTo>
                <a:cubicBezTo>
                  <a:pt x="108" y="129"/>
                  <a:pt x="107" y="130"/>
                  <a:pt x="105" y="131"/>
                </a:cubicBezTo>
                <a:cubicBezTo>
                  <a:pt x="90" y="140"/>
                  <a:pt x="74" y="144"/>
                  <a:pt x="56" y="141"/>
                </a:cubicBezTo>
                <a:cubicBezTo>
                  <a:pt x="34" y="137"/>
                  <a:pt x="18" y="124"/>
                  <a:pt x="10" y="103"/>
                </a:cubicBezTo>
                <a:cubicBezTo>
                  <a:pt x="0" y="79"/>
                  <a:pt x="1" y="55"/>
                  <a:pt x="15" y="33"/>
                </a:cubicBezTo>
                <a:cubicBezTo>
                  <a:pt x="24" y="17"/>
                  <a:pt x="38" y="6"/>
                  <a:pt x="56" y="3"/>
                </a:cubicBezTo>
                <a:cubicBezTo>
                  <a:pt x="71" y="0"/>
                  <a:pt x="86" y="2"/>
                  <a:pt x="99" y="11"/>
                </a:cubicBezTo>
                <a:cubicBezTo>
                  <a:pt x="100" y="12"/>
                  <a:pt x="101" y="12"/>
                  <a:pt x="102" y="13"/>
                </a:cubicBezTo>
                <a:cubicBezTo>
                  <a:pt x="103" y="10"/>
                  <a:pt x="104" y="7"/>
                  <a:pt x="105" y="5"/>
                </a:cubicBezTo>
                <a:cubicBezTo>
                  <a:pt x="107" y="5"/>
                  <a:pt x="109" y="5"/>
                  <a:pt x="112" y="5"/>
                </a:cubicBezTo>
                <a:cubicBezTo>
                  <a:pt x="115" y="18"/>
                  <a:pt x="119" y="32"/>
                  <a:pt x="122" y="46"/>
                </a:cubicBezTo>
                <a:cubicBezTo>
                  <a:pt x="120" y="47"/>
                  <a:pt x="117" y="48"/>
                  <a:pt x="114" y="49"/>
                </a:cubicBezTo>
                <a:cubicBezTo>
                  <a:pt x="114" y="47"/>
                  <a:pt x="113" y="45"/>
                  <a:pt x="112" y="44"/>
                </a:cubicBezTo>
                <a:cubicBezTo>
                  <a:pt x="109" y="37"/>
                  <a:pt x="105" y="30"/>
                  <a:pt x="100" y="25"/>
                </a:cubicBezTo>
                <a:cubicBezTo>
                  <a:pt x="84" y="8"/>
                  <a:pt x="59" y="7"/>
                  <a:pt x="42" y="23"/>
                </a:cubicBezTo>
                <a:cubicBezTo>
                  <a:pt x="31" y="34"/>
                  <a:pt x="25" y="47"/>
                  <a:pt x="24" y="62"/>
                </a:cubicBezTo>
                <a:cubicBezTo>
                  <a:pt x="22" y="79"/>
                  <a:pt x="25" y="95"/>
                  <a:pt x="34" y="109"/>
                </a:cubicBezTo>
                <a:cubicBezTo>
                  <a:pt x="44" y="125"/>
                  <a:pt x="59" y="132"/>
                  <a:pt x="77" y="131"/>
                </a:cubicBezTo>
                <a:cubicBezTo>
                  <a:pt x="86" y="130"/>
                  <a:pt x="94" y="127"/>
                  <a:pt x="101" y="120"/>
                </a:cubicBezTo>
                <a:cubicBezTo>
                  <a:pt x="104" y="117"/>
                  <a:pt x="106" y="114"/>
                  <a:pt x="106" y="109"/>
                </a:cubicBezTo>
                <a:cubicBezTo>
                  <a:pt x="106" y="103"/>
                  <a:pt x="107" y="96"/>
                  <a:pt x="106" y="90"/>
                </a:cubicBezTo>
                <a:cubicBezTo>
                  <a:pt x="106" y="82"/>
                  <a:pt x="104" y="81"/>
                  <a:pt x="96" y="79"/>
                </a:cubicBezTo>
                <a:cubicBezTo>
                  <a:pt x="94" y="79"/>
                  <a:pt x="91" y="79"/>
                  <a:pt x="87" y="79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7" name="Freeform 25">
            <a:extLst xmlns:a="http://schemas.openxmlformats.org/drawingml/2006/main">
              <a:ext uri="{FF2B5EF4-FFF2-40B4-BE49-F238E27FC236}">
                <a16:creationId xmlns:a16="http://schemas.microsoft.com/office/drawing/2014/main" id="{C67725B4-638C-44C7-80AD-590DAEDEB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081" y="688046"/>
            <a:ext cx="57594" cy="70710"/>
          </a:xfrm>
          <a:custGeom xmlns:a="http://schemas.openxmlformats.org/drawingml/2006/main">
            <a:gdLst>
              <a:gd name="T0" fmla="*/ 103 w 113"/>
              <a:gd name="T1" fmla="*/ 44 h 140"/>
              <a:gd name="T2" fmla="*/ 95 w 113"/>
              <a:gd name="T3" fmla="*/ 46 h 140"/>
              <a:gd name="T4" fmla="*/ 92 w 113"/>
              <a:gd name="T5" fmla="*/ 41 h 140"/>
              <a:gd name="T6" fmla="*/ 72 w 113"/>
              <a:gd name="T7" fmla="*/ 18 h 140"/>
              <a:gd name="T8" fmla="*/ 38 w 113"/>
              <a:gd name="T9" fmla="*/ 12 h 140"/>
              <a:gd name="T10" fmla="*/ 25 w 113"/>
              <a:gd name="T11" fmla="*/ 19 h 140"/>
              <a:gd name="T12" fmla="*/ 26 w 113"/>
              <a:gd name="T13" fmla="*/ 44 h 140"/>
              <a:gd name="T14" fmla="*/ 42 w 113"/>
              <a:gd name="T15" fmla="*/ 53 h 140"/>
              <a:gd name="T16" fmla="*/ 70 w 113"/>
              <a:gd name="T17" fmla="*/ 62 h 140"/>
              <a:gd name="T18" fmla="*/ 90 w 113"/>
              <a:gd name="T19" fmla="*/ 70 h 140"/>
              <a:gd name="T20" fmla="*/ 97 w 113"/>
              <a:gd name="T21" fmla="*/ 125 h 140"/>
              <a:gd name="T22" fmla="*/ 56 w 113"/>
              <a:gd name="T23" fmla="*/ 140 h 140"/>
              <a:gd name="T24" fmla="*/ 25 w 113"/>
              <a:gd name="T25" fmla="*/ 128 h 140"/>
              <a:gd name="T26" fmla="*/ 21 w 113"/>
              <a:gd name="T27" fmla="*/ 125 h 140"/>
              <a:gd name="T28" fmla="*/ 16 w 113"/>
              <a:gd name="T29" fmla="*/ 137 h 140"/>
              <a:gd name="T30" fmla="*/ 10 w 113"/>
              <a:gd name="T31" fmla="*/ 137 h 140"/>
              <a:gd name="T32" fmla="*/ 1 w 113"/>
              <a:gd name="T33" fmla="*/ 89 h 140"/>
              <a:gd name="T34" fmla="*/ 10 w 113"/>
              <a:gd name="T35" fmla="*/ 87 h 140"/>
              <a:gd name="T36" fmla="*/ 13 w 113"/>
              <a:gd name="T37" fmla="*/ 95 h 140"/>
              <a:gd name="T38" fmla="*/ 36 w 113"/>
              <a:gd name="T39" fmla="*/ 122 h 140"/>
              <a:gd name="T40" fmla="*/ 69 w 113"/>
              <a:gd name="T41" fmla="*/ 128 h 140"/>
              <a:gd name="T42" fmla="*/ 85 w 113"/>
              <a:gd name="T43" fmla="*/ 119 h 140"/>
              <a:gd name="T44" fmla="*/ 81 w 113"/>
              <a:gd name="T45" fmla="*/ 86 h 140"/>
              <a:gd name="T46" fmla="*/ 63 w 113"/>
              <a:gd name="T47" fmla="*/ 79 h 140"/>
              <a:gd name="T48" fmla="*/ 38 w 113"/>
              <a:gd name="T49" fmla="*/ 71 h 140"/>
              <a:gd name="T50" fmla="*/ 19 w 113"/>
              <a:gd name="T51" fmla="*/ 62 h 140"/>
              <a:gd name="T52" fmla="*/ 15 w 113"/>
              <a:gd name="T53" fmla="*/ 13 h 140"/>
              <a:gd name="T54" fmla="*/ 51 w 113"/>
              <a:gd name="T55" fmla="*/ 0 h 140"/>
              <a:gd name="T56" fmla="*/ 81 w 113"/>
              <a:gd name="T57" fmla="*/ 10 h 140"/>
              <a:gd name="T58" fmla="*/ 82 w 113"/>
              <a:gd name="T59" fmla="*/ 11 h 140"/>
              <a:gd name="T60" fmla="*/ 83 w 113"/>
              <a:gd name="T61" fmla="*/ 11 h 140"/>
              <a:gd name="T62" fmla="*/ 87 w 113"/>
              <a:gd name="T63" fmla="*/ 2 h 140"/>
              <a:gd name="T64" fmla="*/ 93 w 113"/>
              <a:gd name="T65" fmla="*/ 2 h 140"/>
              <a:gd name="T66" fmla="*/ 103 w 113"/>
              <a:gd name="T67" fmla="*/ 44 h 140"/>
            </a:gdLst>
            <a:rect l="0" t="0" r="r" b="b"/>
            <a:pathLst>
              <a:path w="113" h="140">
                <a:moveTo>
                  <a:pt x="103" y="44"/>
                </a:moveTo>
                <a:cubicBezTo>
                  <a:pt x="100" y="45"/>
                  <a:pt x="98" y="45"/>
                  <a:pt x="95" y="46"/>
                </a:cubicBezTo>
                <a:cubicBezTo>
                  <a:pt x="94" y="44"/>
                  <a:pt x="93" y="43"/>
                  <a:pt x="92" y="41"/>
                </a:cubicBezTo>
                <a:cubicBezTo>
                  <a:pt x="87" y="32"/>
                  <a:pt x="81" y="24"/>
                  <a:pt x="72" y="18"/>
                </a:cubicBezTo>
                <a:cubicBezTo>
                  <a:pt x="61" y="11"/>
                  <a:pt x="50" y="9"/>
                  <a:pt x="38" y="12"/>
                </a:cubicBezTo>
                <a:cubicBezTo>
                  <a:pt x="33" y="13"/>
                  <a:pt x="28" y="16"/>
                  <a:pt x="25" y="19"/>
                </a:cubicBezTo>
                <a:cubicBezTo>
                  <a:pt x="18" y="27"/>
                  <a:pt x="19" y="38"/>
                  <a:pt x="26" y="44"/>
                </a:cubicBezTo>
                <a:cubicBezTo>
                  <a:pt x="31" y="49"/>
                  <a:pt x="36" y="51"/>
                  <a:pt x="42" y="53"/>
                </a:cubicBezTo>
                <a:cubicBezTo>
                  <a:pt x="51" y="56"/>
                  <a:pt x="61" y="59"/>
                  <a:pt x="70" y="62"/>
                </a:cubicBezTo>
                <a:cubicBezTo>
                  <a:pt x="77" y="64"/>
                  <a:pt x="84" y="67"/>
                  <a:pt x="90" y="70"/>
                </a:cubicBezTo>
                <a:cubicBezTo>
                  <a:pt x="113" y="83"/>
                  <a:pt x="112" y="111"/>
                  <a:pt x="97" y="125"/>
                </a:cubicBezTo>
                <a:cubicBezTo>
                  <a:pt x="85" y="137"/>
                  <a:pt x="71" y="140"/>
                  <a:pt x="56" y="140"/>
                </a:cubicBezTo>
                <a:cubicBezTo>
                  <a:pt x="44" y="139"/>
                  <a:pt x="34" y="135"/>
                  <a:pt x="25" y="128"/>
                </a:cubicBezTo>
                <a:cubicBezTo>
                  <a:pt x="24" y="127"/>
                  <a:pt x="23" y="126"/>
                  <a:pt x="21" y="125"/>
                </a:cubicBezTo>
                <a:cubicBezTo>
                  <a:pt x="19" y="129"/>
                  <a:pt x="18" y="133"/>
                  <a:pt x="16" y="137"/>
                </a:cubicBezTo>
                <a:cubicBezTo>
                  <a:pt x="14" y="137"/>
                  <a:pt x="12" y="137"/>
                  <a:pt x="10" y="137"/>
                </a:cubicBezTo>
                <a:cubicBezTo>
                  <a:pt x="7" y="121"/>
                  <a:pt x="4" y="105"/>
                  <a:pt x="1" y="89"/>
                </a:cubicBezTo>
                <a:cubicBezTo>
                  <a:pt x="4" y="88"/>
                  <a:pt x="7" y="88"/>
                  <a:pt x="10" y="87"/>
                </a:cubicBezTo>
                <a:cubicBezTo>
                  <a:pt x="11" y="90"/>
                  <a:pt x="12" y="93"/>
                  <a:pt x="13" y="95"/>
                </a:cubicBezTo>
                <a:cubicBezTo>
                  <a:pt x="18" y="106"/>
                  <a:pt x="26" y="116"/>
                  <a:pt x="36" y="122"/>
                </a:cubicBezTo>
                <a:cubicBezTo>
                  <a:pt x="46" y="129"/>
                  <a:pt x="57" y="131"/>
                  <a:pt x="69" y="128"/>
                </a:cubicBezTo>
                <a:cubicBezTo>
                  <a:pt x="75" y="127"/>
                  <a:pt x="80" y="123"/>
                  <a:pt x="85" y="119"/>
                </a:cubicBezTo>
                <a:cubicBezTo>
                  <a:pt x="94" y="110"/>
                  <a:pt x="94" y="93"/>
                  <a:pt x="81" y="86"/>
                </a:cubicBezTo>
                <a:cubicBezTo>
                  <a:pt x="75" y="83"/>
                  <a:pt x="69" y="81"/>
                  <a:pt x="63" y="79"/>
                </a:cubicBezTo>
                <a:cubicBezTo>
                  <a:pt x="55" y="76"/>
                  <a:pt x="46" y="74"/>
                  <a:pt x="38" y="71"/>
                </a:cubicBezTo>
                <a:cubicBezTo>
                  <a:pt x="31" y="69"/>
                  <a:pt x="25" y="66"/>
                  <a:pt x="19" y="62"/>
                </a:cubicBezTo>
                <a:cubicBezTo>
                  <a:pt x="1" y="51"/>
                  <a:pt x="0" y="27"/>
                  <a:pt x="15" y="13"/>
                </a:cubicBezTo>
                <a:cubicBezTo>
                  <a:pt x="25" y="3"/>
                  <a:pt x="37" y="0"/>
                  <a:pt x="51" y="0"/>
                </a:cubicBezTo>
                <a:cubicBezTo>
                  <a:pt x="62" y="0"/>
                  <a:pt x="72" y="3"/>
                  <a:pt x="81" y="10"/>
                </a:cubicBezTo>
                <a:cubicBezTo>
                  <a:pt x="81" y="10"/>
                  <a:pt x="81" y="11"/>
                  <a:pt x="82" y="11"/>
                </a:cubicBezTo>
                <a:cubicBezTo>
                  <a:pt x="82" y="11"/>
                  <a:pt x="82" y="11"/>
                  <a:pt x="83" y="11"/>
                </a:cubicBezTo>
                <a:cubicBezTo>
                  <a:pt x="84" y="8"/>
                  <a:pt x="85" y="5"/>
                  <a:pt x="87" y="2"/>
                </a:cubicBezTo>
                <a:cubicBezTo>
                  <a:pt x="89" y="2"/>
                  <a:pt x="91" y="2"/>
                  <a:pt x="93" y="2"/>
                </a:cubicBezTo>
                <a:cubicBezTo>
                  <a:pt x="96" y="16"/>
                  <a:pt x="100" y="30"/>
                  <a:pt x="103" y="4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8" name="Freeform 27">
            <a:extLst xmlns:a="http://schemas.openxmlformats.org/drawingml/2006/main">
              <a:ext uri="{FF2B5EF4-FFF2-40B4-BE49-F238E27FC236}">
                <a16:creationId xmlns:a16="http://schemas.microsoft.com/office/drawing/2014/main" id="{D3BBAC12-B6F7-4E0A-B82C-03788436D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5846" y="688617"/>
            <a:ext cx="57594" cy="68429"/>
          </a:xfrm>
          <a:custGeom xmlns:a="http://schemas.openxmlformats.org/drawingml/2006/main">
            <a:gdLst>
              <a:gd name="T0" fmla="*/ 33 w 113"/>
              <a:gd name="T1" fmla="*/ 78 h 135"/>
              <a:gd name="T2" fmla="*/ 33 w 113"/>
              <a:gd name="T3" fmla="*/ 82 h 135"/>
              <a:gd name="T4" fmla="*/ 33 w 113"/>
              <a:gd name="T5" fmla="*/ 114 h 135"/>
              <a:gd name="T6" fmla="*/ 33 w 113"/>
              <a:gd name="T7" fmla="*/ 118 h 135"/>
              <a:gd name="T8" fmla="*/ 43 w 113"/>
              <a:gd name="T9" fmla="*/ 128 h 135"/>
              <a:gd name="T10" fmla="*/ 49 w 113"/>
              <a:gd name="T11" fmla="*/ 128 h 135"/>
              <a:gd name="T12" fmla="*/ 49 w 113"/>
              <a:gd name="T13" fmla="*/ 135 h 135"/>
              <a:gd name="T14" fmla="*/ 0 w 113"/>
              <a:gd name="T15" fmla="*/ 135 h 135"/>
              <a:gd name="T16" fmla="*/ 0 w 113"/>
              <a:gd name="T17" fmla="*/ 128 h 135"/>
              <a:gd name="T18" fmla="*/ 8 w 113"/>
              <a:gd name="T19" fmla="*/ 127 h 135"/>
              <a:gd name="T20" fmla="*/ 15 w 113"/>
              <a:gd name="T21" fmla="*/ 120 h 135"/>
              <a:gd name="T22" fmla="*/ 15 w 113"/>
              <a:gd name="T23" fmla="*/ 114 h 135"/>
              <a:gd name="T24" fmla="*/ 15 w 113"/>
              <a:gd name="T25" fmla="*/ 21 h 135"/>
              <a:gd name="T26" fmla="*/ 15 w 113"/>
              <a:gd name="T27" fmla="*/ 14 h 135"/>
              <a:gd name="T28" fmla="*/ 9 w 113"/>
              <a:gd name="T29" fmla="*/ 9 h 135"/>
              <a:gd name="T30" fmla="*/ 0 w 113"/>
              <a:gd name="T31" fmla="*/ 8 h 135"/>
              <a:gd name="T32" fmla="*/ 0 w 113"/>
              <a:gd name="T33" fmla="*/ 1 h 135"/>
              <a:gd name="T34" fmla="*/ 4 w 113"/>
              <a:gd name="T35" fmla="*/ 0 h 135"/>
              <a:gd name="T36" fmla="*/ 56 w 113"/>
              <a:gd name="T37" fmla="*/ 0 h 135"/>
              <a:gd name="T38" fmla="*/ 73 w 113"/>
              <a:gd name="T39" fmla="*/ 1 h 135"/>
              <a:gd name="T40" fmla="*/ 106 w 113"/>
              <a:gd name="T41" fmla="*/ 50 h 135"/>
              <a:gd name="T42" fmla="*/ 78 w 113"/>
              <a:gd name="T43" fmla="*/ 76 h 135"/>
              <a:gd name="T44" fmla="*/ 55 w 113"/>
              <a:gd name="T45" fmla="*/ 78 h 135"/>
              <a:gd name="T46" fmla="*/ 33 w 113"/>
              <a:gd name="T47" fmla="*/ 78 h 135"/>
              <a:gd name="T48" fmla="*/ 33 w 113"/>
              <a:gd name="T49" fmla="*/ 68 h 135"/>
              <a:gd name="T50" fmla="*/ 67 w 113"/>
              <a:gd name="T51" fmla="*/ 67 h 135"/>
              <a:gd name="T52" fmla="*/ 85 w 113"/>
              <a:gd name="T53" fmla="*/ 52 h 135"/>
              <a:gd name="T54" fmla="*/ 87 w 113"/>
              <a:gd name="T55" fmla="*/ 29 h 135"/>
              <a:gd name="T56" fmla="*/ 66 w 113"/>
              <a:gd name="T57" fmla="*/ 11 h 135"/>
              <a:gd name="T58" fmla="*/ 34 w 113"/>
              <a:gd name="T59" fmla="*/ 11 h 135"/>
              <a:gd name="T60" fmla="*/ 33 w 113"/>
              <a:gd name="T61" fmla="*/ 11 h 135"/>
              <a:gd name="T62" fmla="*/ 33 w 113"/>
              <a:gd name="T63" fmla="*/ 68 h 135"/>
            </a:gdLst>
            <a:rect l="0" t="0" r="r" b="b"/>
            <a:pathLst>
              <a:path w="113" h="135">
                <a:moveTo>
                  <a:pt x="33" y="78"/>
                </a:moveTo>
                <a:cubicBezTo>
                  <a:pt x="33" y="80"/>
                  <a:pt x="33" y="81"/>
                  <a:pt x="33" y="82"/>
                </a:cubicBezTo>
                <a:cubicBezTo>
                  <a:pt x="33" y="93"/>
                  <a:pt x="33" y="103"/>
                  <a:pt x="33" y="114"/>
                </a:cubicBezTo>
                <a:cubicBezTo>
                  <a:pt x="33" y="115"/>
                  <a:pt x="33" y="117"/>
                  <a:pt x="33" y="118"/>
                </a:cubicBezTo>
                <a:cubicBezTo>
                  <a:pt x="34" y="125"/>
                  <a:pt x="35" y="127"/>
                  <a:pt x="43" y="128"/>
                </a:cubicBezTo>
                <a:cubicBezTo>
                  <a:pt x="45" y="128"/>
                  <a:pt x="47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6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8" y="127"/>
                </a:cubicBezTo>
                <a:cubicBezTo>
                  <a:pt x="13" y="126"/>
                  <a:pt x="14" y="125"/>
                  <a:pt x="15" y="120"/>
                </a:cubicBezTo>
                <a:cubicBezTo>
                  <a:pt x="15" y="118"/>
                  <a:pt x="15" y="116"/>
                  <a:pt x="15" y="114"/>
                </a:cubicBezTo>
                <a:cubicBezTo>
                  <a:pt x="16" y="83"/>
                  <a:pt x="16" y="52"/>
                  <a:pt x="15" y="21"/>
                </a:cubicBezTo>
                <a:cubicBezTo>
                  <a:pt x="15" y="19"/>
                  <a:pt x="15" y="16"/>
                  <a:pt x="15" y="14"/>
                </a:cubicBezTo>
                <a:cubicBezTo>
                  <a:pt x="14" y="11"/>
                  <a:pt x="12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1" y="0"/>
                  <a:pt x="3" y="0"/>
                  <a:pt x="4" y="0"/>
                </a:cubicBezTo>
                <a:cubicBezTo>
                  <a:pt x="21" y="0"/>
                  <a:pt x="39" y="0"/>
                  <a:pt x="56" y="0"/>
                </a:cubicBezTo>
                <a:cubicBezTo>
                  <a:pt x="62" y="0"/>
                  <a:pt x="68" y="1"/>
                  <a:pt x="73" y="1"/>
                </a:cubicBezTo>
                <a:cubicBezTo>
                  <a:pt x="98" y="4"/>
                  <a:pt x="113" y="26"/>
                  <a:pt x="106" y="50"/>
                </a:cubicBezTo>
                <a:cubicBezTo>
                  <a:pt x="102" y="64"/>
                  <a:pt x="93" y="73"/>
                  <a:pt x="78" y="76"/>
                </a:cubicBezTo>
                <a:cubicBezTo>
                  <a:pt x="70" y="77"/>
                  <a:pt x="63" y="77"/>
                  <a:pt x="55" y="78"/>
                </a:cubicBezTo>
                <a:cubicBezTo>
                  <a:pt x="48" y="78"/>
                  <a:pt x="41" y="78"/>
                  <a:pt x="33" y="78"/>
                </a:cubicBezTo>
                <a:close/>
                <a:moveTo>
                  <a:pt x="33" y="68"/>
                </a:moveTo>
                <a:cubicBezTo>
                  <a:pt x="45" y="67"/>
                  <a:pt x="56" y="68"/>
                  <a:pt x="67" y="67"/>
                </a:cubicBezTo>
                <a:cubicBezTo>
                  <a:pt x="76" y="66"/>
                  <a:pt x="82" y="60"/>
                  <a:pt x="85" y="52"/>
                </a:cubicBezTo>
                <a:cubicBezTo>
                  <a:pt x="89" y="45"/>
                  <a:pt x="89" y="37"/>
                  <a:pt x="87" y="29"/>
                </a:cubicBezTo>
                <a:cubicBezTo>
                  <a:pt x="84" y="19"/>
                  <a:pt x="78" y="12"/>
                  <a:pt x="66" y="11"/>
                </a:cubicBezTo>
                <a:cubicBezTo>
                  <a:pt x="56" y="11"/>
                  <a:pt x="45" y="11"/>
                  <a:pt x="34" y="11"/>
                </a:cubicBezTo>
                <a:cubicBezTo>
                  <a:pt x="34" y="11"/>
                  <a:pt x="34" y="11"/>
                  <a:pt x="33" y="11"/>
                </a:cubicBezTo>
                <a:cubicBezTo>
                  <a:pt x="33" y="30"/>
                  <a:pt x="33" y="48"/>
                  <a:pt x="33" y="6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72A2F828-5D0D-402A-B9FB-11F0D2D11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5017" y="689187"/>
            <a:ext cx="67859" cy="70140"/>
          </a:xfrm>
          <a:custGeom xmlns:a="http://schemas.openxmlformats.org/drawingml/2006/main">
            <a:gdLst>
              <a:gd name="T0" fmla="*/ 49 w 133"/>
              <a:gd name="T1" fmla="*/ 0 h 138"/>
              <a:gd name="T2" fmla="*/ 49 w 133"/>
              <a:gd name="T3" fmla="*/ 7 h 138"/>
              <a:gd name="T4" fmla="*/ 41 w 133"/>
              <a:gd name="T5" fmla="*/ 8 h 138"/>
              <a:gd name="T6" fmla="*/ 34 w 133"/>
              <a:gd name="T7" fmla="*/ 15 h 138"/>
              <a:gd name="T8" fmla="*/ 33 w 133"/>
              <a:gd name="T9" fmla="*/ 23 h 138"/>
              <a:gd name="T10" fmla="*/ 33 w 133"/>
              <a:gd name="T11" fmla="*/ 83 h 138"/>
              <a:gd name="T12" fmla="*/ 34 w 133"/>
              <a:gd name="T13" fmla="*/ 96 h 138"/>
              <a:gd name="T14" fmla="*/ 60 w 133"/>
              <a:gd name="T15" fmla="*/ 124 h 138"/>
              <a:gd name="T16" fmla="*/ 100 w 133"/>
              <a:gd name="T17" fmla="*/ 110 h 138"/>
              <a:gd name="T18" fmla="*/ 106 w 133"/>
              <a:gd name="T19" fmla="*/ 94 h 138"/>
              <a:gd name="T20" fmla="*/ 107 w 133"/>
              <a:gd name="T21" fmla="*/ 80 h 138"/>
              <a:gd name="T22" fmla="*/ 107 w 133"/>
              <a:gd name="T23" fmla="*/ 24 h 138"/>
              <a:gd name="T24" fmla="*/ 106 w 133"/>
              <a:gd name="T25" fmla="*/ 15 h 138"/>
              <a:gd name="T26" fmla="*/ 97 w 133"/>
              <a:gd name="T27" fmla="*/ 8 h 138"/>
              <a:gd name="T28" fmla="*/ 91 w 133"/>
              <a:gd name="T29" fmla="*/ 7 h 138"/>
              <a:gd name="T30" fmla="*/ 91 w 133"/>
              <a:gd name="T31" fmla="*/ 0 h 138"/>
              <a:gd name="T32" fmla="*/ 133 w 133"/>
              <a:gd name="T33" fmla="*/ 0 h 138"/>
              <a:gd name="T34" fmla="*/ 133 w 133"/>
              <a:gd name="T35" fmla="*/ 7 h 138"/>
              <a:gd name="T36" fmla="*/ 126 w 133"/>
              <a:gd name="T37" fmla="*/ 8 h 138"/>
              <a:gd name="T38" fmla="*/ 118 w 133"/>
              <a:gd name="T39" fmla="*/ 15 h 138"/>
              <a:gd name="T40" fmla="*/ 118 w 133"/>
              <a:gd name="T41" fmla="*/ 25 h 138"/>
              <a:gd name="T42" fmla="*/ 117 w 133"/>
              <a:gd name="T43" fmla="*/ 88 h 138"/>
              <a:gd name="T44" fmla="*/ 114 w 133"/>
              <a:gd name="T45" fmla="*/ 105 h 138"/>
              <a:gd name="T46" fmla="*/ 74 w 133"/>
              <a:gd name="T47" fmla="*/ 136 h 138"/>
              <a:gd name="T48" fmla="*/ 35 w 133"/>
              <a:gd name="T49" fmla="*/ 127 h 138"/>
              <a:gd name="T50" fmla="*/ 17 w 133"/>
              <a:gd name="T51" fmla="*/ 96 h 138"/>
              <a:gd name="T52" fmla="*/ 16 w 133"/>
              <a:gd name="T53" fmla="*/ 83 h 138"/>
              <a:gd name="T54" fmla="*/ 16 w 133"/>
              <a:gd name="T55" fmla="*/ 25 h 138"/>
              <a:gd name="T56" fmla="*/ 16 w 133"/>
              <a:gd name="T57" fmla="*/ 15 h 138"/>
              <a:gd name="T58" fmla="*/ 8 w 133"/>
              <a:gd name="T59" fmla="*/ 8 h 138"/>
              <a:gd name="T60" fmla="*/ 0 w 133"/>
              <a:gd name="T61" fmla="*/ 7 h 138"/>
              <a:gd name="T62" fmla="*/ 0 w 133"/>
              <a:gd name="T63" fmla="*/ 0 h 138"/>
              <a:gd name="T64" fmla="*/ 49 w 133"/>
              <a:gd name="T65" fmla="*/ 0 h 138"/>
            </a:gdLst>
            <a:rect l="0" t="0" r="r" b="b"/>
            <a:pathLst>
              <a:path w="133" h="138">
                <a:moveTo>
                  <a:pt x="49" y="0"/>
                </a:move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1" y="8"/>
                </a:cubicBezTo>
                <a:cubicBezTo>
                  <a:pt x="36" y="8"/>
                  <a:pt x="34" y="10"/>
                  <a:pt x="34" y="15"/>
                </a:cubicBezTo>
                <a:cubicBezTo>
                  <a:pt x="33" y="17"/>
                  <a:pt x="33" y="20"/>
                  <a:pt x="33" y="23"/>
                </a:cubicBezTo>
                <a:cubicBezTo>
                  <a:pt x="33" y="43"/>
                  <a:pt x="33" y="63"/>
                  <a:pt x="33" y="83"/>
                </a:cubicBezTo>
                <a:cubicBezTo>
                  <a:pt x="33" y="87"/>
                  <a:pt x="33" y="92"/>
                  <a:pt x="34" y="96"/>
                </a:cubicBezTo>
                <a:cubicBezTo>
                  <a:pt x="36" y="112"/>
                  <a:pt x="46" y="120"/>
                  <a:pt x="60" y="124"/>
                </a:cubicBezTo>
                <a:cubicBezTo>
                  <a:pt x="76" y="128"/>
                  <a:pt x="89" y="123"/>
                  <a:pt x="100" y="110"/>
                </a:cubicBezTo>
                <a:cubicBezTo>
                  <a:pt x="104" y="106"/>
                  <a:pt x="105" y="100"/>
                  <a:pt x="106" y="94"/>
                </a:cubicBezTo>
                <a:cubicBezTo>
                  <a:pt x="106" y="90"/>
                  <a:pt x="106" y="85"/>
                  <a:pt x="107" y="80"/>
                </a:cubicBezTo>
                <a:cubicBezTo>
                  <a:pt x="107" y="62"/>
                  <a:pt x="107" y="43"/>
                  <a:pt x="107" y="24"/>
                </a:cubicBezTo>
                <a:cubicBezTo>
                  <a:pt x="107" y="21"/>
                  <a:pt x="106" y="18"/>
                  <a:pt x="106" y="15"/>
                </a:cubicBezTo>
                <a:cubicBezTo>
                  <a:pt x="105" y="10"/>
                  <a:pt x="103" y="8"/>
                  <a:pt x="97" y="8"/>
                </a:cubicBezTo>
                <a:cubicBezTo>
                  <a:pt x="95" y="7"/>
                  <a:pt x="93" y="7"/>
                  <a:pt x="91" y="7"/>
                </a:cubicBezTo>
                <a:cubicBezTo>
                  <a:pt x="91" y="4"/>
                  <a:pt x="91" y="2"/>
                  <a:pt x="91" y="0"/>
                </a:cubicBezTo>
                <a:cubicBezTo>
                  <a:pt x="105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1" y="7"/>
                  <a:pt x="128" y="7"/>
                  <a:pt x="126" y="8"/>
                </a:cubicBezTo>
                <a:cubicBezTo>
                  <a:pt x="121" y="8"/>
                  <a:pt x="119" y="11"/>
                  <a:pt x="118" y="15"/>
                </a:cubicBezTo>
                <a:cubicBezTo>
                  <a:pt x="118" y="18"/>
                  <a:pt x="118" y="22"/>
                  <a:pt x="118" y="25"/>
                </a:cubicBezTo>
                <a:cubicBezTo>
                  <a:pt x="117" y="46"/>
                  <a:pt x="118" y="67"/>
                  <a:pt x="117" y="88"/>
                </a:cubicBezTo>
                <a:cubicBezTo>
                  <a:pt x="117" y="94"/>
                  <a:pt x="116" y="99"/>
                  <a:pt x="114" y="105"/>
                </a:cubicBezTo>
                <a:cubicBezTo>
                  <a:pt x="108" y="124"/>
                  <a:pt x="94" y="134"/>
                  <a:pt x="74" y="136"/>
                </a:cubicBezTo>
                <a:cubicBezTo>
                  <a:pt x="60" y="138"/>
                  <a:pt x="47" y="135"/>
                  <a:pt x="35" y="127"/>
                </a:cubicBezTo>
                <a:cubicBezTo>
                  <a:pt x="24" y="120"/>
                  <a:pt x="18" y="109"/>
                  <a:pt x="17" y="96"/>
                </a:cubicBezTo>
                <a:cubicBezTo>
                  <a:pt x="16" y="92"/>
                  <a:pt x="16" y="87"/>
                  <a:pt x="16" y="83"/>
                </a:cubicBezTo>
                <a:cubicBezTo>
                  <a:pt x="16" y="64"/>
                  <a:pt x="16" y="45"/>
                  <a:pt x="16" y="25"/>
                </a:cubicBezTo>
                <a:cubicBezTo>
                  <a:pt x="16" y="22"/>
                  <a:pt x="16" y="18"/>
                  <a:pt x="16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B25C096F-128E-4CAC-BDA0-231191DBC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371" y="689187"/>
            <a:ext cx="67288" cy="69569"/>
          </a:xfrm>
          <a:custGeom xmlns:a="http://schemas.openxmlformats.org/drawingml/2006/main">
            <a:gdLst>
              <a:gd name="T0" fmla="*/ 73 w 133"/>
              <a:gd name="T1" fmla="*/ 137 h 137"/>
              <a:gd name="T2" fmla="*/ 64 w 133"/>
              <a:gd name="T3" fmla="*/ 137 h 137"/>
              <a:gd name="T4" fmla="*/ 58 w 133"/>
              <a:gd name="T5" fmla="*/ 133 h 137"/>
              <a:gd name="T6" fmla="*/ 39 w 133"/>
              <a:gd name="T7" fmla="*/ 80 h 137"/>
              <a:gd name="T8" fmla="*/ 17 w 133"/>
              <a:gd name="T9" fmla="*/ 23 h 137"/>
              <a:gd name="T10" fmla="*/ 13 w 133"/>
              <a:gd name="T11" fmla="*/ 14 h 137"/>
              <a:gd name="T12" fmla="*/ 4 w 133"/>
              <a:gd name="T13" fmla="*/ 7 h 137"/>
              <a:gd name="T14" fmla="*/ 0 w 133"/>
              <a:gd name="T15" fmla="*/ 7 h 137"/>
              <a:gd name="T16" fmla="*/ 0 w 133"/>
              <a:gd name="T17" fmla="*/ 0 h 137"/>
              <a:gd name="T18" fmla="*/ 47 w 133"/>
              <a:gd name="T19" fmla="*/ 0 h 137"/>
              <a:gd name="T20" fmla="*/ 47 w 133"/>
              <a:gd name="T21" fmla="*/ 7 h 137"/>
              <a:gd name="T22" fmla="*/ 39 w 133"/>
              <a:gd name="T23" fmla="*/ 8 h 137"/>
              <a:gd name="T24" fmla="*/ 34 w 133"/>
              <a:gd name="T25" fmla="*/ 15 h 137"/>
              <a:gd name="T26" fmla="*/ 35 w 133"/>
              <a:gd name="T27" fmla="*/ 20 h 137"/>
              <a:gd name="T28" fmla="*/ 68 w 133"/>
              <a:gd name="T29" fmla="*/ 112 h 137"/>
              <a:gd name="T30" fmla="*/ 70 w 133"/>
              <a:gd name="T31" fmla="*/ 116 h 137"/>
              <a:gd name="T32" fmla="*/ 72 w 133"/>
              <a:gd name="T33" fmla="*/ 113 h 137"/>
              <a:gd name="T34" fmla="*/ 106 w 133"/>
              <a:gd name="T35" fmla="*/ 18 h 137"/>
              <a:gd name="T36" fmla="*/ 106 w 133"/>
              <a:gd name="T37" fmla="*/ 16 h 137"/>
              <a:gd name="T38" fmla="*/ 101 w 133"/>
              <a:gd name="T39" fmla="*/ 7 h 137"/>
              <a:gd name="T40" fmla="*/ 94 w 133"/>
              <a:gd name="T41" fmla="*/ 7 h 137"/>
              <a:gd name="T42" fmla="*/ 94 w 133"/>
              <a:gd name="T43" fmla="*/ 0 h 137"/>
              <a:gd name="T44" fmla="*/ 133 w 133"/>
              <a:gd name="T45" fmla="*/ 0 h 137"/>
              <a:gd name="T46" fmla="*/ 133 w 133"/>
              <a:gd name="T47" fmla="*/ 7 h 137"/>
              <a:gd name="T48" fmla="*/ 130 w 133"/>
              <a:gd name="T49" fmla="*/ 7 h 137"/>
              <a:gd name="T50" fmla="*/ 119 w 133"/>
              <a:gd name="T51" fmla="*/ 16 h 137"/>
              <a:gd name="T52" fmla="*/ 110 w 133"/>
              <a:gd name="T53" fmla="*/ 38 h 137"/>
              <a:gd name="T54" fmla="*/ 74 w 133"/>
              <a:gd name="T55" fmla="*/ 133 h 137"/>
              <a:gd name="T56" fmla="*/ 73 w 133"/>
              <a:gd name="T57" fmla="*/ 137 h 137"/>
            </a:gdLst>
            <a:rect l="0" t="0" r="r" b="b"/>
            <a:pathLst>
              <a:path w="133" h="137">
                <a:moveTo>
                  <a:pt x="73" y="137"/>
                </a:moveTo>
                <a:cubicBezTo>
                  <a:pt x="69" y="137"/>
                  <a:pt x="66" y="137"/>
                  <a:pt x="64" y="137"/>
                </a:cubicBezTo>
                <a:cubicBezTo>
                  <a:pt x="61" y="137"/>
                  <a:pt x="59" y="136"/>
                  <a:pt x="58" y="133"/>
                </a:cubicBezTo>
                <a:cubicBezTo>
                  <a:pt x="52" y="115"/>
                  <a:pt x="45" y="98"/>
                  <a:pt x="39" y="80"/>
                </a:cubicBezTo>
                <a:cubicBezTo>
                  <a:pt x="31" y="61"/>
                  <a:pt x="24" y="42"/>
                  <a:pt x="17" y="23"/>
                </a:cubicBezTo>
                <a:cubicBezTo>
                  <a:pt x="16" y="20"/>
                  <a:pt x="15" y="17"/>
                  <a:pt x="13" y="14"/>
                </a:cubicBezTo>
                <a:cubicBezTo>
                  <a:pt x="11" y="10"/>
                  <a:pt x="8" y="8"/>
                  <a:pt x="4" y="7"/>
                </a:cubicBezTo>
                <a:cubicBezTo>
                  <a:pt x="3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7" y="0"/>
                </a:cubicBezTo>
                <a:cubicBezTo>
                  <a:pt x="47" y="2"/>
                  <a:pt x="47" y="4"/>
                  <a:pt x="47" y="7"/>
                </a:cubicBezTo>
                <a:cubicBezTo>
                  <a:pt x="44" y="7"/>
                  <a:pt x="42" y="7"/>
                  <a:pt x="39" y="8"/>
                </a:cubicBezTo>
                <a:cubicBezTo>
                  <a:pt x="34" y="8"/>
                  <a:pt x="33" y="10"/>
                  <a:pt x="34" y="15"/>
                </a:cubicBezTo>
                <a:cubicBezTo>
                  <a:pt x="34" y="17"/>
                  <a:pt x="35" y="19"/>
                  <a:pt x="35" y="20"/>
                </a:cubicBezTo>
                <a:cubicBezTo>
                  <a:pt x="46" y="51"/>
                  <a:pt x="57" y="81"/>
                  <a:pt x="68" y="112"/>
                </a:cubicBezTo>
                <a:cubicBezTo>
                  <a:pt x="69" y="113"/>
                  <a:pt x="69" y="114"/>
                  <a:pt x="70" y="116"/>
                </a:cubicBezTo>
                <a:cubicBezTo>
                  <a:pt x="71" y="114"/>
                  <a:pt x="71" y="113"/>
                  <a:pt x="72" y="113"/>
                </a:cubicBezTo>
                <a:cubicBezTo>
                  <a:pt x="83" y="81"/>
                  <a:pt x="94" y="50"/>
                  <a:pt x="106" y="18"/>
                </a:cubicBezTo>
                <a:cubicBezTo>
                  <a:pt x="106" y="17"/>
                  <a:pt x="106" y="17"/>
                  <a:pt x="106" y="16"/>
                </a:cubicBezTo>
                <a:cubicBezTo>
                  <a:pt x="107" y="10"/>
                  <a:pt x="106" y="8"/>
                  <a:pt x="101" y="7"/>
                </a:cubicBezTo>
                <a:cubicBezTo>
                  <a:pt x="98" y="7"/>
                  <a:pt x="96" y="7"/>
                  <a:pt x="94" y="7"/>
                </a:cubicBezTo>
                <a:cubicBezTo>
                  <a:pt x="94" y="4"/>
                  <a:pt x="94" y="2"/>
                  <a:pt x="94" y="0"/>
                </a:cubicBezTo>
                <a:cubicBezTo>
                  <a:pt x="106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2" y="7"/>
                  <a:pt x="131" y="7"/>
                  <a:pt x="130" y="7"/>
                </a:cubicBezTo>
                <a:cubicBezTo>
                  <a:pt x="124" y="8"/>
                  <a:pt x="121" y="11"/>
                  <a:pt x="119" y="16"/>
                </a:cubicBezTo>
                <a:cubicBezTo>
                  <a:pt x="116" y="24"/>
                  <a:pt x="113" y="31"/>
                  <a:pt x="110" y="38"/>
                </a:cubicBezTo>
                <a:cubicBezTo>
                  <a:pt x="98" y="70"/>
                  <a:pt x="86" y="101"/>
                  <a:pt x="74" y="133"/>
                </a:cubicBezTo>
                <a:cubicBezTo>
                  <a:pt x="74" y="134"/>
                  <a:pt x="73" y="135"/>
                  <a:pt x="73" y="13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DA8ECDC8-8EC5-4DCC-B459-70A0550F2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6484" y="689187"/>
            <a:ext cx="61016" cy="68429"/>
          </a:xfrm>
          <a:custGeom xmlns:a="http://schemas.openxmlformats.org/drawingml/2006/main">
            <a:gdLst>
              <a:gd name="T0" fmla="*/ 85 w 120"/>
              <a:gd name="T1" fmla="*/ 127 h 135"/>
              <a:gd name="T2" fmla="*/ 85 w 120"/>
              <a:gd name="T3" fmla="*/ 134 h 135"/>
              <a:gd name="T4" fmla="*/ 35 w 120"/>
              <a:gd name="T5" fmla="*/ 134 h 135"/>
              <a:gd name="T6" fmla="*/ 35 w 120"/>
              <a:gd name="T7" fmla="*/ 127 h 135"/>
              <a:gd name="T8" fmla="*/ 44 w 120"/>
              <a:gd name="T9" fmla="*/ 126 h 135"/>
              <a:gd name="T10" fmla="*/ 50 w 120"/>
              <a:gd name="T11" fmla="*/ 120 h 135"/>
              <a:gd name="T12" fmla="*/ 51 w 120"/>
              <a:gd name="T13" fmla="*/ 113 h 135"/>
              <a:gd name="T14" fmla="*/ 51 w 120"/>
              <a:gd name="T15" fmla="*/ 85 h 135"/>
              <a:gd name="T16" fmla="*/ 50 w 120"/>
              <a:gd name="T17" fmla="*/ 79 h 135"/>
              <a:gd name="T18" fmla="*/ 17 w 120"/>
              <a:gd name="T19" fmla="*/ 19 h 135"/>
              <a:gd name="T20" fmla="*/ 15 w 120"/>
              <a:gd name="T21" fmla="*/ 15 h 135"/>
              <a:gd name="T22" fmla="*/ 3 w 120"/>
              <a:gd name="T23" fmla="*/ 7 h 135"/>
              <a:gd name="T24" fmla="*/ 0 w 120"/>
              <a:gd name="T25" fmla="*/ 7 h 135"/>
              <a:gd name="T26" fmla="*/ 0 w 120"/>
              <a:gd name="T27" fmla="*/ 0 h 135"/>
              <a:gd name="T28" fmla="*/ 48 w 120"/>
              <a:gd name="T29" fmla="*/ 0 h 135"/>
              <a:gd name="T30" fmla="*/ 48 w 120"/>
              <a:gd name="T31" fmla="*/ 7 h 135"/>
              <a:gd name="T32" fmla="*/ 40 w 120"/>
              <a:gd name="T33" fmla="*/ 7 h 135"/>
              <a:gd name="T34" fmla="*/ 36 w 120"/>
              <a:gd name="T35" fmla="*/ 14 h 135"/>
              <a:gd name="T36" fmla="*/ 37 w 120"/>
              <a:gd name="T37" fmla="*/ 18 h 135"/>
              <a:gd name="T38" fmla="*/ 61 w 120"/>
              <a:gd name="T39" fmla="*/ 64 h 135"/>
              <a:gd name="T40" fmla="*/ 63 w 120"/>
              <a:gd name="T41" fmla="*/ 68 h 135"/>
              <a:gd name="T42" fmla="*/ 66 w 120"/>
              <a:gd name="T43" fmla="*/ 64 h 135"/>
              <a:gd name="T44" fmla="*/ 91 w 120"/>
              <a:gd name="T45" fmla="*/ 18 h 135"/>
              <a:gd name="T46" fmla="*/ 93 w 120"/>
              <a:gd name="T47" fmla="*/ 12 h 135"/>
              <a:gd name="T48" fmla="*/ 90 w 120"/>
              <a:gd name="T49" fmla="*/ 8 h 135"/>
              <a:gd name="T50" fmla="*/ 81 w 120"/>
              <a:gd name="T51" fmla="*/ 7 h 135"/>
              <a:gd name="T52" fmla="*/ 81 w 120"/>
              <a:gd name="T53" fmla="*/ 0 h 135"/>
              <a:gd name="T54" fmla="*/ 120 w 120"/>
              <a:gd name="T55" fmla="*/ 0 h 135"/>
              <a:gd name="T56" fmla="*/ 120 w 120"/>
              <a:gd name="T57" fmla="*/ 7 h 135"/>
              <a:gd name="T58" fmla="*/ 115 w 120"/>
              <a:gd name="T59" fmla="*/ 8 h 135"/>
              <a:gd name="T60" fmla="*/ 108 w 120"/>
              <a:gd name="T61" fmla="*/ 12 h 135"/>
              <a:gd name="T62" fmla="*/ 103 w 120"/>
              <a:gd name="T63" fmla="*/ 19 h 135"/>
              <a:gd name="T64" fmla="*/ 71 w 120"/>
              <a:gd name="T65" fmla="*/ 75 h 135"/>
              <a:gd name="T66" fmla="*/ 69 w 120"/>
              <a:gd name="T67" fmla="*/ 82 h 135"/>
              <a:gd name="T68" fmla="*/ 69 w 120"/>
              <a:gd name="T69" fmla="*/ 111 h 135"/>
              <a:gd name="T70" fmla="*/ 69 w 120"/>
              <a:gd name="T71" fmla="*/ 118 h 135"/>
              <a:gd name="T72" fmla="*/ 77 w 120"/>
              <a:gd name="T73" fmla="*/ 126 h 135"/>
              <a:gd name="T74" fmla="*/ 85 w 120"/>
              <a:gd name="T75" fmla="*/ 127 h 135"/>
            </a:gdLst>
            <a:rect l="0" t="0" r="r" b="b"/>
            <a:pathLst>
              <a:path w="120" h="135">
                <a:moveTo>
                  <a:pt x="85" y="127"/>
                </a:moveTo>
                <a:cubicBezTo>
                  <a:pt x="85" y="130"/>
                  <a:pt x="85" y="132"/>
                  <a:pt x="85" y="134"/>
                </a:cubicBezTo>
                <a:cubicBezTo>
                  <a:pt x="81" y="135"/>
                  <a:pt x="44" y="135"/>
                  <a:pt x="35" y="134"/>
                </a:cubicBezTo>
                <a:cubicBezTo>
                  <a:pt x="35" y="132"/>
                  <a:pt x="35" y="130"/>
                  <a:pt x="35" y="127"/>
                </a:cubicBezTo>
                <a:cubicBezTo>
                  <a:pt x="38" y="127"/>
                  <a:pt x="41" y="126"/>
                  <a:pt x="44" y="126"/>
                </a:cubicBezTo>
                <a:cubicBezTo>
                  <a:pt x="48" y="126"/>
                  <a:pt x="50" y="124"/>
                  <a:pt x="50" y="120"/>
                </a:cubicBezTo>
                <a:cubicBezTo>
                  <a:pt x="51" y="118"/>
                  <a:pt x="51" y="115"/>
                  <a:pt x="51" y="113"/>
                </a:cubicBezTo>
                <a:cubicBezTo>
                  <a:pt x="51" y="104"/>
                  <a:pt x="51" y="95"/>
                  <a:pt x="51" y="85"/>
                </a:cubicBezTo>
                <a:cubicBezTo>
                  <a:pt x="51" y="83"/>
                  <a:pt x="51" y="81"/>
                  <a:pt x="50" y="79"/>
                </a:cubicBezTo>
                <a:cubicBezTo>
                  <a:pt x="39" y="59"/>
                  <a:pt x="28" y="39"/>
                  <a:pt x="17" y="19"/>
                </a:cubicBezTo>
                <a:cubicBezTo>
                  <a:pt x="16" y="17"/>
                  <a:pt x="15" y="16"/>
                  <a:pt x="15" y="15"/>
                </a:cubicBezTo>
                <a:cubicBezTo>
                  <a:pt x="12" y="10"/>
                  <a:pt x="9" y="7"/>
                  <a:pt x="3" y="7"/>
                </a:cubicBezTo>
                <a:cubicBezTo>
                  <a:pt x="2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8" y="0"/>
                </a:cubicBezTo>
                <a:cubicBezTo>
                  <a:pt x="48" y="2"/>
                  <a:pt x="48" y="4"/>
                  <a:pt x="48" y="7"/>
                </a:cubicBezTo>
                <a:cubicBezTo>
                  <a:pt x="45" y="7"/>
                  <a:pt x="42" y="7"/>
                  <a:pt x="40" y="7"/>
                </a:cubicBezTo>
                <a:cubicBezTo>
                  <a:pt x="35" y="8"/>
                  <a:pt x="34" y="10"/>
                  <a:pt x="36" y="14"/>
                </a:cubicBezTo>
                <a:cubicBezTo>
                  <a:pt x="36" y="15"/>
                  <a:pt x="37" y="17"/>
                  <a:pt x="37" y="18"/>
                </a:cubicBezTo>
                <a:cubicBezTo>
                  <a:pt x="45" y="33"/>
                  <a:pt x="53" y="49"/>
                  <a:pt x="61" y="64"/>
                </a:cubicBezTo>
                <a:cubicBezTo>
                  <a:pt x="61" y="65"/>
                  <a:pt x="62" y="66"/>
                  <a:pt x="63" y="68"/>
                </a:cubicBezTo>
                <a:cubicBezTo>
                  <a:pt x="64" y="66"/>
                  <a:pt x="65" y="65"/>
                  <a:pt x="66" y="64"/>
                </a:cubicBezTo>
                <a:cubicBezTo>
                  <a:pt x="74" y="49"/>
                  <a:pt x="82" y="34"/>
                  <a:pt x="91" y="18"/>
                </a:cubicBezTo>
                <a:cubicBezTo>
                  <a:pt x="92" y="16"/>
                  <a:pt x="93" y="14"/>
                  <a:pt x="93" y="12"/>
                </a:cubicBezTo>
                <a:cubicBezTo>
                  <a:pt x="94" y="9"/>
                  <a:pt x="93" y="8"/>
                  <a:pt x="90" y="8"/>
                </a:cubicBezTo>
                <a:cubicBezTo>
                  <a:pt x="87" y="7"/>
                  <a:pt x="85" y="7"/>
                  <a:pt x="81" y="7"/>
                </a:cubicBezTo>
                <a:cubicBezTo>
                  <a:pt x="81" y="4"/>
                  <a:pt x="81" y="2"/>
                  <a:pt x="81" y="0"/>
                </a:cubicBezTo>
                <a:cubicBezTo>
                  <a:pt x="94" y="0"/>
                  <a:pt x="107" y="0"/>
                  <a:pt x="120" y="0"/>
                </a:cubicBezTo>
                <a:cubicBezTo>
                  <a:pt x="120" y="2"/>
                  <a:pt x="120" y="4"/>
                  <a:pt x="120" y="7"/>
                </a:cubicBezTo>
                <a:cubicBezTo>
                  <a:pt x="119" y="7"/>
                  <a:pt x="117" y="7"/>
                  <a:pt x="115" y="8"/>
                </a:cubicBezTo>
                <a:cubicBezTo>
                  <a:pt x="112" y="8"/>
                  <a:pt x="109" y="9"/>
                  <a:pt x="108" y="12"/>
                </a:cubicBezTo>
                <a:cubicBezTo>
                  <a:pt x="106" y="14"/>
                  <a:pt x="104" y="17"/>
                  <a:pt x="103" y="19"/>
                </a:cubicBezTo>
                <a:cubicBezTo>
                  <a:pt x="92" y="38"/>
                  <a:pt x="81" y="56"/>
                  <a:pt x="71" y="75"/>
                </a:cubicBezTo>
                <a:cubicBezTo>
                  <a:pt x="69" y="77"/>
                  <a:pt x="68" y="80"/>
                  <a:pt x="69" y="82"/>
                </a:cubicBezTo>
                <a:cubicBezTo>
                  <a:pt x="69" y="92"/>
                  <a:pt x="69" y="102"/>
                  <a:pt x="69" y="111"/>
                </a:cubicBezTo>
                <a:cubicBezTo>
                  <a:pt x="69" y="114"/>
                  <a:pt x="69" y="116"/>
                  <a:pt x="69" y="118"/>
                </a:cubicBezTo>
                <a:cubicBezTo>
                  <a:pt x="70" y="124"/>
                  <a:pt x="71" y="125"/>
                  <a:pt x="77" y="126"/>
                </a:cubicBezTo>
                <a:cubicBezTo>
                  <a:pt x="80" y="126"/>
                  <a:pt x="82" y="127"/>
                  <a:pt x="85" y="12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0D9CCAC9-EBDD-4DCE-8835-F627A9F18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749" y="686906"/>
            <a:ext cx="58735" cy="70140"/>
          </a:xfrm>
          <a:custGeom xmlns:a="http://schemas.openxmlformats.org/drawingml/2006/main">
            <a:gdLst>
              <a:gd name="T0" fmla="*/ 108 w 116"/>
              <a:gd name="T1" fmla="*/ 42 h 139"/>
              <a:gd name="T2" fmla="*/ 102 w 116"/>
              <a:gd name="T3" fmla="*/ 29 h 139"/>
              <a:gd name="T4" fmla="*/ 72 w 116"/>
              <a:gd name="T5" fmla="*/ 14 h 139"/>
              <a:gd name="T6" fmla="*/ 67 w 116"/>
              <a:gd name="T7" fmla="*/ 18 h 139"/>
              <a:gd name="T8" fmla="*/ 66 w 116"/>
              <a:gd name="T9" fmla="*/ 24 h 139"/>
              <a:gd name="T10" fmla="*/ 66 w 116"/>
              <a:gd name="T11" fmla="*/ 115 h 139"/>
              <a:gd name="T12" fmla="*/ 67 w 116"/>
              <a:gd name="T13" fmla="*/ 123 h 139"/>
              <a:gd name="T14" fmla="*/ 75 w 116"/>
              <a:gd name="T15" fmla="*/ 131 h 139"/>
              <a:gd name="T16" fmla="*/ 83 w 116"/>
              <a:gd name="T17" fmla="*/ 132 h 139"/>
              <a:gd name="T18" fmla="*/ 83 w 116"/>
              <a:gd name="T19" fmla="*/ 139 h 139"/>
              <a:gd name="T20" fmla="*/ 33 w 116"/>
              <a:gd name="T21" fmla="*/ 139 h 139"/>
              <a:gd name="T22" fmla="*/ 33 w 116"/>
              <a:gd name="T23" fmla="*/ 132 h 139"/>
              <a:gd name="T24" fmla="*/ 41 w 116"/>
              <a:gd name="T25" fmla="*/ 131 h 139"/>
              <a:gd name="T26" fmla="*/ 49 w 116"/>
              <a:gd name="T27" fmla="*/ 123 h 139"/>
              <a:gd name="T28" fmla="*/ 49 w 116"/>
              <a:gd name="T29" fmla="*/ 118 h 139"/>
              <a:gd name="T30" fmla="*/ 49 w 116"/>
              <a:gd name="T31" fmla="*/ 22 h 139"/>
              <a:gd name="T32" fmla="*/ 41 w 116"/>
              <a:gd name="T33" fmla="*/ 14 h 139"/>
              <a:gd name="T34" fmla="*/ 32 w 116"/>
              <a:gd name="T35" fmla="*/ 15 h 139"/>
              <a:gd name="T36" fmla="*/ 18 w 116"/>
              <a:gd name="T37" fmla="*/ 23 h 139"/>
              <a:gd name="T38" fmla="*/ 11 w 116"/>
              <a:gd name="T39" fmla="*/ 36 h 139"/>
              <a:gd name="T40" fmla="*/ 8 w 116"/>
              <a:gd name="T41" fmla="*/ 42 h 139"/>
              <a:gd name="T42" fmla="*/ 0 w 116"/>
              <a:gd name="T43" fmla="*/ 39 h 139"/>
              <a:gd name="T44" fmla="*/ 13 w 116"/>
              <a:gd name="T45" fmla="*/ 0 h 139"/>
              <a:gd name="T46" fmla="*/ 19 w 116"/>
              <a:gd name="T47" fmla="*/ 0 h 139"/>
              <a:gd name="T48" fmla="*/ 21 w 116"/>
              <a:gd name="T49" fmla="*/ 4 h 139"/>
              <a:gd name="T50" fmla="*/ 95 w 116"/>
              <a:gd name="T51" fmla="*/ 4 h 139"/>
              <a:gd name="T52" fmla="*/ 97 w 116"/>
              <a:gd name="T53" fmla="*/ 0 h 139"/>
              <a:gd name="T54" fmla="*/ 103 w 116"/>
              <a:gd name="T55" fmla="*/ 0 h 139"/>
              <a:gd name="T56" fmla="*/ 116 w 116"/>
              <a:gd name="T57" fmla="*/ 39 h 139"/>
              <a:gd name="T58" fmla="*/ 108 w 116"/>
              <a:gd name="T59" fmla="*/ 42 h 139"/>
            </a:gdLst>
            <a:rect l="0" t="0" r="r" b="b"/>
            <a:pathLst>
              <a:path w="116" h="139">
                <a:moveTo>
                  <a:pt x="108" y="42"/>
                </a:moveTo>
                <a:cubicBezTo>
                  <a:pt x="106" y="37"/>
                  <a:pt x="104" y="33"/>
                  <a:pt x="102" y="29"/>
                </a:cubicBezTo>
                <a:cubicBezTo>
                  <a:pt x="96" y="17"/>
                  <a:pt x="85" y="13"/>
                  <a:pt x="72" y="14"/>
                </a:cubicBezTo>
                <a:cubicBezTo>
                  <a:pt x="68" y="14"/>
                  <a:pt x="67" y="15"/>
                  <a:pt x="67" y="18"/>
                </a:cubicBezTo>
                <a:cubicBezTo>
                  <a:pt x="66" y="20"/>
                  <a:pt x="66" y="22"/>
                  <a:pt x="66" y="24"/>
                </a:cubicBezTo>
                <a:cubicBezTo>
                  <a:pt x="66" y="54"/>
                  <a:pt x="66" y="85"/>
                  <a:pt x="66" y="115"/>
                </a:cubicBezTo>
                <a:cubicBezTo>
                  <a:pt x="66" y="118"/>
                  <a:pt x="67" y="120"/>
                  <a:pt x="67" y="123"/>
                </a:cubicBezTo>
                <a:cubicBezTo>
                  <a:pt x="68" y="128"/>
                  <a:pt x="70" y="130"/>
                  <a:pt x="75" y="131"/>
                </a:cubicBezTo>
                <a:cubicBezTo>
                  <a:pt x="78" y="131"/>
                  <a:pt x="80" y="132"/>
                  <a:pt x="83" y="132"/>
                </a:cubicBezTo>
                <a:cubicBezTo>
                  <a:pt x="83" y="134"/>
                  <a:pt x="83" y="137"/>
                  <a:pt x="83" y="139"/>
                </a:cubicBezTo>
                <a:cubicBezTo>
                  <a:pt x="66" y="139"/>
                  <a:pt x="50" y="139"/>
                  <a:pt x="33" y="139"/>
                </a:cubicBezTo>
                <a:cubicBezTo>
                  <a:pt x="33" y="137"/>
                  <a:pt x="33" y="135"/>
                  <a:pt x="33" y="132"/>
                </a:cubicBezTo>
                <a:cubicBezTo>
                  <a:pt x="36" y="132"/>
                  <a:pt x="39" y="131"/>
                  <a:pt x="41" y="131"/>
                </a:cubicBezTo>
                <a:cubicBezTo>
                  <a:pt x="47" y="130"/>
                  <a:pt x="49" y="128"/>
                  <a:pt x="49" y="123"/>
                </a:cubicBezTo>
                <a:cubicBezTo>
                  <a:pt x="49" y="121"/>
                  <a:pt x="49" y="120"/>
                  <a:pt x="49" y="118"/>
                </a:cubicBezTo>
                <a:cubicBezTo>
                  <a:pt x="49" y="86"/>
                  <a:pt x="49" y="54"/>
                  <a:pt x="49" y="22"/>
                </a:cubicBezTo>
                <a:cubicBezTo>
                  <a:pt x="49" y="14"/>
                  <a:pt x="49" y="13"/>
                  <a:pt x="41" y="14"/>
                </a:cubicBezTo>
                <a:cubicBezTo>
                  <a:pt x="38" y="14"/>
                  <a:pt x="35" y="14"/>
                  <a:pt x="32" y="15"/>
                </a:cubicBezTo>
                <a:cubicBezTo>
                  <a:pt x="26" y="16"/>
                  <a:pt x="21" y="18"/>
                  <a:pt x="18" y="23"/>
                </a:cubicBezTo>
                <a:cubicBezTo>
                  <a:pt x="15" y="27"/>
                  <a:pt x="13" y="32"/>
                  <a:pt x="11" y="36"/>
                </a:cubicBezTo>
                <a:cubicBezTo>
                  <a:pt x="10" y="38"/>
                  <a:pt x="9" y="40"/>
                  <a:pt x="8" y="42"/>
                </a:cubicBezTo>
                <a:cubicBezTo>
                  <a:pt x="5" y="41"/>
                  <a:pt x="3" y="40"/>
                  <a:pt x="0" y="39"/>
                </a:cubicBezTo>
                <a:cubicBezTo>
                  <a:pt x="5" y="26"/>
                  <a:pt x="9" y="13"/>
                  <a:pt x="13" y="0"/>
                </a:cubicBezTo>
                <a:cubicBezTo>
                  <a:pt x="15" y="0"/>
                  <a:pt x="17" y="0"/>
                  <a:pt x="19" y="0"/>
                </a:cubicBezTo>
                <a:cubicBezTo>
                  <a:pt x="20" y="1"/>
                  <a:pt x="20" y="3"/>
                  <a:pt x="21" y="4"/>
                </a:cubicBezTo>
                <a:cubicBezTo>
                  <a:pt x="46" y="4"/>
                  <a:pt x="70" y="4"/>
                  <a:pt x="95" y="4"/>
                </a:cubicBezTo>
                <a:cubicBezTo>
                  <a:pt x="95" y="3"/>
                  <a:pt x="96" y="1"/>
                  <a:pt x="97" y="0"/>
                </a:cubicBezTo>
                <a:cubicBezTo>
                  <a:pt x="98" y="0"/>
                  <a:pt x="100" y="0"/>
                  <a:pt x="103" y="0"/>
                </a:cubicBezTo>
                <a:cubicBezTo>
                  <a:pt x="107" y="13"/>
                  <a:pt x="112" y="26"/>
                  <a:pt x="116" y="39"/>
                </a:cubicBezTo>
                <a:cubicBezTo>
                  <a:pt x="113" y="40"/>
                  <a:pt x="111" y="41"/>
                  <a:pt x="108" y="42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3" name="Freeform 33">
            <a:extLst xmlns:a="http://schemas.openxmlformats.org/drawingml/2006/main">
              <a:ext uri="{FF2B5EF4-FFF2-40B4-BE49-F238E27FC236}">
                <a16:creationId xmlns:a16="http://schemas.microsoft.com/office/drawing/2014/main" id="{A5DFF345-52FC-4501-80C1-580F5F592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1440" y="689187"/>
            <a:ext cx="25090" cy="67859"/>
          </a:xfrm>
          <a:custGeom xmlns:a="http://schemas.openxmlformats.org/drawingml/2006/main">
            <a:gdLst>
              <a:gd name="T0" fmla="*/ 0 w 50"/>
              <a:gd name="T1" fmla="*/ 134 h 134"/>
              <a:gd name="T2" fmla="*/ 0 w 50"/>
              <a:gd name="T3" fmla="*/ 127 h 134"/>
              <a:gd name="T4" fmla="*/ 9 w 50"/>
              <a:gd name="T5" fmla="*/ 126 h 134"/>
              <a:gd name="T6" fmla="*/ 16 w 50"/>
              <a:gd name="T7" fmla="*/ 119 h 134"/>
              <a:gd name="T8" fmla="*/ 16 w 50"/>
              <a:gd name="T9" fmla="*/ 113 h 134"/>
              <a:gd name="T10" fmla="*/ 16 w 50"/>
              <a:gd name="T11" fmla="*/ 21 h 134"/>
              <a:gd name="T12" fmla="*/ 16 w 50"/>
              <a:gd name="T13" fmla="*/ 13 h 134"/>
              <a:gd name="T14" fmla="*/ 9 w 50"/>
              <a:gd name="T15" fmla="*/ 8 h 134"/>
              <a:gd name="T16" fmla="*/ 1 w 50"/>
              <a:gd name="T17" fmla="*/ 7 h 134"/>
              <a:gd name="T18" fmla="*/ 1 w 50"/>
              <a:gd name="T19" fmla="*/ 0 h 134"/>
              <a:gd name="T20" fmla="*/ 49 w 50"/>
              <a:gd name="T21" fmla="*/ 0 h 134"/>
              <a:gd name="T22" fmla="*/ 49 w 50"/>
              <a:gd name="T23" fmla="*/ 7 h 134"/>
              <a:gd name="T24" fmla="*/ 42 w 50"/>
              <a:gd name="T25" fmla="*/ 8 h 134"/>
              <a:gd name="T26" fmla="*/ 34 w 50"/>
              <a:gd name="T27" fmla="*/ 15 h 134"/>
              <a:gd name="T28" fmla="*/ 33 w 50"/>
              <a:gd name="T29" fmla="*/ 23 h 134"/>
              <a:gd name="T30" fmla="*/ 33 w 50"/>
              <a:gd name="T31" fmla="*/ 113 h 134"/>
              <a:gd name="T32" fmla="*/ 46 w 50"/>
              <a:gd name="T33" fmla="*/ 127 h 134"/>
              <a:gd name="T34" fmla="*/ 49 w 50"/>
              <a:gd name="T35" fmla="*/ 127 h 134"/>
              <a:gd name="T36" fmla="*/ 50 w 50"/>
              <a:gd name="T37" fmla="*/ 131 h 134"/>
              <a:gd name="T38" fmla="*/ 49 w 50"/>
              <a:gd name="T39" fmla="*/ 134 h 134"/>
              <a:gd name="T40" fmla="*/ 0 w 50"/>
              <a:gd name="T41" fmla="*/ 134 h 134"/>
            </a:gdLst>
            <a:rect l="0" t="0" r="r" b="b"/>
            <a:pathLst>
              <a:path w="50" h="134">
                <a:moveTo>
                  <a:pt x="0" y="134"/>
                </a:move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9" y="126"/>
                </a:cubicBezTo>
                <a:cubicBezTo>
                  <a:pt x="13" y="125"/>
                  <a:pt x="15" y="124"/>
                  <a:pt x="16" y="119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18"/>
                  <a:pt x="16" y="16"/>
                  <a:pt x="16" y="13"/>
                </a:cubicBezTo>
                <a:cubicBezTo>
                  <a:pt x="15" y="10"/>
                  <a:pt x="13" y="8"/>
                  <a:pt x="9" y="8"/>
                </a:cubicBezTo>
                <a:cubicBezTo>
                  <a:pt x="6" y="7"/>
                  <a:pt x="4" y="7"/>
                  <a:pt x="1" y="7"/>
                </a:cubicBezTo>
                <a:cubicBezTo>
                  <a:pt x="1" y="4"/>
                  <a:pt x="1" y="2"/>
                  <a:pt x="1" y="0"/>
                </a:cubicBezTo>
                <a:cubicBezTo>
                  <a:pt x="17" y="0"/>
                  <a:pt x="33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7" y="7"/>
                  <a:pt x="44" y="7"/>
                  <a:pt x="42" y="8"/>
                </a:cubicBezTo>
                <a:cubicBezTo>
                  <a:pt x="38" y="8"/>
                  <a:pt x="35" y="10"/>
                  <a:pt x="34" y="15"/>
                </a:cubicBezTo>
                <a:cubicBezTo>
                  <a:pt x="34" y="17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6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8"/>
                  <a:pt x="50" y="129"/>
                  <a:pt x="50" y="131"/>
                </a:cubicBezTo>
                <a:cubicBezTo>
                  <a:pt x="50" y="132"/>
                  <a:pt x="49" y="133"/>
                  <a:pt x="49" y="134"/>
                </a:cubicBezTo>
                <a:cubicBezTo>
                  <a:pt x="33" y="134"/>
                  <a:pt x="17" y="134"/>
                  <a:pt x="0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4" name="Freeform 34">
            <a:extLst xmlns:a="http://schemas.openxmlformats.org/drawingml/2006/main">
              <a:ext uri="{FF2B5EF4-FFF2-40B4-BE49-F238E27FC236}">
                <a16:creationId xmlns:a16="http://schemas.microsoft.com/office/drawing/2014/main" id="{19A9EAA9-1F60-4BE6-9A7D-8F0A254C6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237" y="689187"/>
            <a:ext cx="24520" cy="68429"/>
          </a:xfrm>
          <a:custGeom xmlns:a="http://schemas.openxmlformats.org/drawingml/2006/main">
            <a:gdLst>
              <a:gd name="T0" fmla="*/ 0 w 49"/>
              <a:gd name="T1" fmla="*/ 7 h 135"/>
              <a:gd name="T2" fmla="*/ 0 w 49"/>
              <a:gd name="T3" fmla="*/ 0 h 135"/>
              <a:gd name="T4" fmla="*/ 49 w 49"/>
              <a:gd name="T5" fmla="*/ 0 h 135"/>
              <a:gd name="T6" fmla="*/ 49 w 49"/>
              <a:gd name="T7" fmla="*/ 7 h 135"/>
              <a:gd name="T8" fmla="*/ 42 w 49"/>
              <a:gd name="T9" fmla="*/ 8 h 135"/>
              <a:gd name="T10" fmla="*/ 34 w 49"/>
              <a:gd name="T11" fmla="*/ 15 h 135"/>
              <a:gd name="T12" fmla="*/ 33 w 49"/>
              <a:gd name="T13" fmla="*/ 23 h 135"/>
              <a:gd name="T14" fmla="*/ 33 w 49"/>
              <a:gd name="T15" fmla="*/ 113 h 135"/>
              <a:gd name="T16" fmla="*/ 46 w 49"/>
              <a:gd name="T17" fmla="*/ 127 h 135"/>
              <a:gd name="T18" fmla="*/ 49 w 49"/>
              <a:gd name="T19" fmla="*/ 127 h 135"/>
              <a:gd name="T20" fmla="*/ 49 w 49"/>
              <a:gd name="T21" fmla="*/ 134 h 135"/>
              <a:gd name="T22" fmla="*/ 0 w 49"/>
              <a:gd name="T23" fmla="*/ 134 h 135"/>
              <a:gd name="T24" fmla="*/ 0 w 49"/>
              <a:gd name="T25" fmla="*/ 127 h 135"/>
              <a:gd name="T26" fmla="*/ 7 w 49"/>
              <a:gd name="T27" fmla="*/ 126 h 135"/>
              <a:gd name="T28" fmla="*/ 16 w 49"/>
              <a:gd name="T29" fmla="*/ 118 h 135"/>
              <a:gd name="T30" fmla="*/ 16 w 49"/>
              <a:gd name="T31" fmla="*/ 113 h 135"/>
              <a:gd name="T32" fmla="*/ 16 w 49"/>
              <a:gd name="T33" fmla="*/ 20 h 135"/>
              <a:gd name="T34" fmla="*/ 15 w 49"/>
              <a:gd name="T35" fmla="*/ 13 h 135"/>
              <a:gd name="T36" fmla="*/ 9 w 49"/>
              <a:gd name="T37" fmla="*/ 8 h 135"/>
              <a:gd name="T38" fmla="*/ 0 w 49"/>
              <a:gd name="T39" fmla="*/ 7 h 135"/>
            </a:gdLst>
            <a:rect l="0" t="0" r="r" b="b"/>
            <a:pathLst>
              <a:path w="49" h="135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5" y="10"/>
                  <a:pt x="34" y="15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5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45" y="135"/>
                  <a:pt x="9" y="135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5" y="127"/>
                  <a:pt x="7" y="126"/>
                </a:cubicBezTo>
                <a:cubicBezTo>
                  <a:pt x="13" y="126"/>
                  <a:pt x="15" y="124"/>
                  <a:pt x="16" y="118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8"/>
                  <a:pt x="15" y="16"/>
                  <a:pt x="15" y="13"/>
                </a:cubicBezTo>
                <a:cubicBezTo>
                  <a:pt x="14" y="10"/>
                  <a:pt x="12" y="8"/>
                  <a:pt x="9" y="8"/>
                </a:cubicBezTo>
                <a:cubicBezTo>
                  <a:pt x="6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5" name="Freeform 35">
            <a:extLst xmlns:a="http://schemas.openxmlformats.org/drawingml/2006/main">
              <a:ext uri="{FF2B5EF4-FFF2-40B4-BE49-F238E27FC236}">
                <a16:creationId xmlns:a16="http://schemas.microsoft.com/office/drawing/2014/main" id="{D2FF52CC-621A-43D1-BE86-BFD59CDD2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429" y="689187"/>
            <a:ext cx="24520" cy="67859"/>
          </a:xfrm>
          <a:custGeom xmlns:a="http://schemas.openxmlformats.org/drawingml/2006/main">
            <a:gdLst>
              <a:gd name="T0" fmla="*/ 0 w 49"/>
              <a:gd name="T1" fmla="*/ 7 h 134"/>
              <a:gd name="T2" fmla="*/ 0 w 49"/>
              <a:gd name="T3" fmla="*/ 0 h 134"/>
              <a:gd name="T4" fmla="*/ 49 w 49"/>
              <a:gd name="T5" fmla="*/ 0 h 134"/>
              <a:gd name="T6" fmla="*/ 49 w 49"/>
              <a:gd name="T7" fmla="*/ 7 h 134"/>
              <a:gd name="T8" fmla="*/ 42 w 49"/>
              <a:gd name="T9" fmla="*/ 8 h 134"/>
              <a:gd name="T10" fmla="*/ 34 w 49"/>
              <a:gd name="T11" fmla="*/ 15 h 134"/>
              <a:gd name="T12" fmla="*/ 33 w 49"/>
              <a:gd name="T13" fmla="*/ 23 h 134"/>
              <a:gd name="T14" fmla="*/ 33 w 49"/>
              <a:gd name="T15" fmla="*/ 112 h 134"/>
              <a:gd name="T16" fmla="*/ 34 w 49"/>
              <a:gd name="T17" fmla="*/ 120 h 134"/>
              <a:gd name="T18" fmla="*/ 40 w 49"/>
              <a:gd name="T19" fmla="*/ 126 h 134"/>
              <a:gd name="T20" fmla="*/ 49 w 49"/>
              <a:gd name="T21" fmla="*/ 127 h 134"/>
              <a:gd name="T22" fmla="*/ 49 w 49"/>
              <a:gd name="T23" fmla="*/ 134 h 134"/>
              <a:gd name="T24" fmla="*/ 0 w 49"/>
              <a:gd name="T25" fmla="*/ 134 h 134"/>
              <a:gd name="T26" fmla="*/ 0 w 49"/>
              <a:gd name="T27" fmla="*/ 127 h 134"/>
              <a:gd name="T28" fmla="*/ 8 w 49"/>
              <a:gd name="T29" fmla="*/ 126 h 134"/>
              <a:gd name="T30" fmla="*/ 15 w 49"/>
              <a:gd name="T31" fmla="*/ 119 h 134"/>
              <a:gd name="T32" fmla="*/ 16 w 49"/>
              <a:gd name="T33" fmla="*/ 110 h 134"/>
              <a:gd name="T34" fmla="*/ 16 w 49"/>
              <a:gd name="T35" fmla="*/ 25 h 134"/>
              <a:gd name="T36" fmla="*/ 15 w 49"/>
              <a:gd name="T37" fmla="*/ 15 h 134"/>
              <a:gd name="T38" fmla="*/ 8 w 49"/>
              <a:gd name="T39" fmla="*/ 8 h 134"/>
              <a:gd name="T40" fmla="*/ 0 w 49"/>
              <a:gd name="T41" fmla="*/ 7 h 134"/>
            </a:gdLst>
            <a:rect l="0" t="0" r="r" b="b"/>
            <a:pathLst>
              <a:path w="49" h="134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4" y="10"/>
                  <a:pt x="34" y="15"/>
                </a:cubicBezTo>
                <a:cubicBezTo>
                  <a:pt x="33" y="18"/>
                  <a:pt x="33" y="21"/>
                  <a:pt x="33" y="23"/>
                </a:cubicBezTo>
                <a:cubicBezTo>
                  <a:pt x="33" y="53"/>
                  <a:pt x="33" y="83"/>
                  <a:pt x="33" y="112"/>
                </a:cubicBezTo>
                <a:cubicBezTo>
                  <a:pt x="33" y="115"/>
                  <a:pt x="33" y="118"/>
                  <a:pt x="34" y="120"/>
                </a:cubicBezTo>
                <a:cubicBezTo>
                  <a:pt x="34" y="124"/>
                  <a:pt x="36" y="126"/>
                  <a:pt x="40" y="126"/>
                </a:cubicBezTo>
                <a:cubicBezTo>
                  <a:pt x="43" y="126"/>
                  <a:pt x="45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33" y="134"/>
                  <a:pt x="1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8" y="126"/>
                </a:cubicBezTo>
                <a:cubicBezTo>
                  <a:pt x="13" y="125"/>
                  <a:pt x="15" y="123"/>
                  <a:pt x="15" y="119"/>
                </a:cubicBezTo>
                <a:cubicBezTo>
                  <a:pt x="16" y="116"/>
                  <a:pt x="16" y="113"/>
                  <a:pt x="16" y="110"/>
                </a:cubicBezTo>
                <a:cubicBezTo>
                  <a:pt x="16" y="81"/>
                  <a:pt x="16" y="53"/>
                  <a:pt x="16" y="25"/>
                </a:cubicBezTo>
                <a:cubicBezTo>
                  <a:pt x="16" y="21"/>
                  <a:pt x="16" y="18"/>
                  <a:pt x="15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8" name="Freeform 9">
            <a:extLst xmlns:a="http://schemas.openxmlformats.org/drawingml/2006/main">
              <a:ext uri="{FF2B5EF4-FFF2-40B4-BE49-F238E27FC236}">
                <a16:creationId xmlns:a16="http://schemas.microsoft.com/office/drawing/2014/main" id="{6046782B-DEBA-4282-BE4C-E5DC9D0DC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4981" y="365289"/>
            <a:ext cx="164800" cy="184188"/>
          </a:xfrm>
          <a:custGeom xmlns:a="http://schemas.openxmlformats.org/drawingml/2006/main">
            <a:gdLst>
              <a:gd name="T0" fmla="*/ 324 w 325"/>
              <a:gd name="T1" fmla="*/ 106 h 363"/>
              <a:gd name="T2" fmla="*/ 283 w 325"/>
              <a:gd name="T3" fmla="*/ 179 h 363"/>
              <a:gd name="T4" fmla="*/ 247 w 325"/>
              <a:gd name="T5" fmla="*/ 214 h 363"/>
              <a:gd name="T6" fmla="*/ 241 w 325"/>
              <a:gd name="T7" fmla="*/ 228 h 363"/>
              <a:gd name="T8" fmla="*/ 271 w 325"/>
              <a:gd name="T9" fmla="*/ 230 h 363"/>
              <a:gd name="T10" fmla="*/ 282 w 325"/>
              <a:gd name="T11" fmla="*/ 240 h 363"/>
              <a:gd name="T12" fmla="*/ 269 w 325"/>
              <a:gd name="T13" fmla="*/ 277 h 363"/>
              <a:gd name="T14" fmla="*/ 223 w 325"/>
              <a:gd name="T15" fmla="*/ 316 h 363"/>
              <a:gd name="T16" fmla="*/ 176 w 325"/>
              <a:gd name="T17" fmla="*/ 340 h 363"/>
              <a:gd name="T18" fmla="*/ 160 w 325"/>
              <a:gd name="T19" fmla="*/ 339 h 363"/>
              <a:gd name="T20" fmla="*/ 165 w 325"/>
              <a:gd name="T21" fmla="*/ 329 h 363"/>
              <a:gd name="T22" fmla="*/ 195 w 325"/>
              <a:gd name="T23" fmla="*/ 302 h 363"/>
              <a:gd name="T24" fmla="*/ 214 w 325"/>
              <a:gd name="T25" fmla="*/ 282 h 363"/>
              <a:gd name="T26" fmla="*/ 223 w 325"/>
              <a:gd name="T27" fmla="*/ 265 h 363"/>
              <a:gd name="T28" fmla="*/ 220 w 325"/>
              <a:gd name="T29" fmla="*/ 257 h 363"/>
              <a:gd name="T30" fmla="*/ 179 w 325"/>
              <a:gd name="T31" fmla="*/ 289 h 363"/>
              <a:gd name="T32" fmla="*/ 106 w 325"/>
              <a:gd name="T33" fmla="*/ 335 h 363"/>
              <a:gd name="T34" fmla="*/ 20 w 325"/>
              <a:gd name="T35" fmla="*/ 363 h 363"/>
              <a:gd name="T36" fmla="*/ 4 w 325"/>
              <a:gd name="T37" fmla="*/ 360 h 363"/>
              <a:gd name="T38" fmla="*/ 78 w 325"/>
              <a:gd name="T39" fmla="*/ 306 h 363"/>
              <a:gd name="T40" fmla="*/ 102 w 325"/>
              <a:gd name="T41" fmla="*/ 295 h 363"/>
              <a:gd name="T42" fmla="*/ 208 w 325"/>
              <a:gd name="T43" fmla="*/ 238 h 363"/>
              <a:gd name="T44" fmla="*/ 207 w 325"/>
              <a:gd name="T45" fmla="*/ 232 h 363"/>
              <a:gd name="T46" fmla="*/ 171 w 325"/>
              <a:gd name="T47" fmla="*/ 243 h 363"/>
              <a:gd name="T48" fmla="*/ 163 w 325"/>
              <a:gd name="T49" fmla="*/ 239 h 363"/>
              <a:gd name="T50" fmla="*/ 170 w 325"/>
              <a:gd name="T51" fmla="*/ 226 h 363"/>
              <a:gd name="T52" fmla="*/ 154 w 325"/>
              <a:gd name="T53" fmla="*/ 206 h 363"/>
              <a:gd name="T54" fmla="*/ 122 w 325"/>
              <a:gd name="T55" fmla="*/ 224 h 363"/>
              <a:gd name="T56" fmla="*/ 99 w 325"/>
              <a:gd name="T57" fmla="*/ 236 h 363"/>
              <a:gd name="T58" fmla="*/ 100 w 325"/>
              <a:gd name="T59" fmla="*/ 222 h 363"/>
              <a:gd name="T60" fmla="*/ 116 w 325"/>
              <a:gd name="T61" fmla="*/ 204 h 363"/>
              <a:gd name="T62" fmla="*/ 118 w 325"/>
              <a:gd name="T63" fmla="*/ 183 h 363"/>
              <a:gd name="T64" fmla="*/ 116 w 325"/>
              <a:gd name="T65" fmla="*/ 174 h 363"/>
              <a:gd name="T66" fmla="*/ 143 w 325"/>
              <a:gd name="T67" fmla="*/ 167 h 363"/>
              <a:gd name="T68" fmla="*/ 158 w 325"/>
              <a:gd name="T69" fmla="*/ 145 h 363"/>
              <a:gd name="T70" fmla="*/ 147 w 325"/>
              <a:gd name="T71" fmla="*/ 144 h 363"/>
              <a:gd name="T72" fmla="*/ 132 w 325"/>
              <a:gd name="T73" fmla="*/ 141 h 363"/>
              <a:gd name="T74" fmla="*/ 141 w 325"/>
              <a:gd name="T75" fmla="*/ 129 h 363"/>
              <a:gd name="T76" fmla="*/ 140 w 325"/>
              <a:gd name="T77" fmla="*/ 115 h 363"/>
              <a:gd name="T78" fmla="*/ 112 w 325"/>
              <a:gd name="T79" fmla="*/ 96 h 363"/>
              <a:gd name="T80" fmla="*/ 127 w 325"/>
              <a:gd name="T81" fmla="*/ 92 h 363"/>
              <a:gd name="T82" fmla="*/ 167 w 325"/>
              <a:gd name="T83" fmla="*/ 81 h 363"/>
              <a:gd name="T84" fmla="*/ 203 w 325"/>
              <a:gd name="T85" fmla="*/ 36 h 363"/>
              <a:gd name="T86" fmla="*/ 204 w 325"/>
              <a:gd name="T87" fmla="*/ 10 h 363"/>
              <a:gd name="T88" fmla="*/ 216 w 325"/>
              <a:gd name="T89" fmla="*/ 3 h 363"/>
              <a:gd name="T90" fmla="*/ 224 w 325"/>
              <a:gd name="T91" fmla="*/ 56 h 363"/>
              <a:gd name="T92" fmla="*/ 205 w 325"/>
              <a:gd name="T93" fmla="*/ 91 h 363"/>
              <a:gd name="T94" fmla="*/ 208 w 325"/>
              <a:gd name="T95" fmla="*/ 105 h 363"/>
              <a:gd name="T96" fmla="*/ 267 w 325"/>
              <a:gd name="T97" fmla="*/ 87 h 363"/>
              <a:gd name="T98" fmla="*/ 297 w 325"/>
              <a:gd name="T99" fmla="*/ 85 h 363"/>
              <a:gd name="T100" fmla="*/ 309 w 325"/>
              <a:gd name="T101" fmla="*/ 86 h 363"/>
              <a:gd name="T102" fmla="*/ 325 w 325"/>
              <a:gd name="T103" fmla="*/ 104 h 363"/>
              <a:gd name="T104" fmla="*/ 198 w 325"/>
              <a:gd name="T105" fmla="*/ 126 h 363"/>
              <a:gd name="T106" fmla="*/ 164 w 325"/>
              <a:gd name="T107" fmla="*/ 175 h 363"/>
              <a:gd name="T108" fmla="*/ 181 w 325"/>
              <a:gd name="T109" fmla="*/ 191 h 363"/>
              <a:gd name="T110" fmla="*/ 186 w 325"/>
              <a:gd name="T111" fmla="*/ 173 h 363"/>
              <a:gd name="T112" fmla="*/ 199 w 325"/>
              <a:gd name="T113" fmla="*/ 170 h 363"/>
              <a:gd name="T114" fmla="*/ 206 w 325"/>
              <a:gd name="T115" fmla="*/ 204 h 363"/>
              <a:gd name="T116" fmla="*/ 217 w 325"/>
              <a:gd name="T117" fmla="*/ 206 h 363"/>
              <a:gd name="T118" fmla="*/ 229 w 325"/>
              <a:gd name="T119" fmla="*/ 188 h 363"/>
              <a:gd name="T120" fmla="*/ 261 w 325"/>
              <a:gd name="T121" fmla="*/ 141 h 363"/>
              <a:gd name="T122" fmla="*/ 250 w 325"/>
              <a:gd name="T123" fmla="*/ 134 h 363"/>
              <a:gd name="T124" fmla="*/ 206 w 325"/>
              <a:gd name="T125" fmla="*/ 122 h 363"/>
            </a:gdLst>
            <a:rect l="0" t="0" r="r" b="b"/>
            <a:pathLst>
              <a:path w="325" h="363">
                <a:moveTo>
                  <a:pt x="325" y="104"/>
                </a:moveTo>
                <a:cubicBezTo>
                  <a:pt x="325" y="104"/>
                  <a:pt x="324" y="105"/>
                  <a:pt x="324" y="106"/>
                </a:cubicBezTo>
                <a:cubicBezTo>
                  <a:pt x="323" y="108"/>
                  <a:pt x="323" y="111"/>
                  <a:pt x="322" y="114"/>
                </a:cubicBezTo>
                <a:cubicBezTo>
                  <a:pt x="312" y="138"/>
                  <a:pt x="300" y="160"/>
                  <a:pt x="283" y="179"/>
                </a:cubicBezTo>
                <a:cubicBezTo>
                  <a:pt x="275" y="188"/>
                  <a:pt x="267" y="197"/>
                  <a:pt x="259" y="205"/>
                </a:cubicBezTo>
                <a:cubicBezTo>
                  <a:pt x="255" y="209"/>
                  <a:pt x="251" y="211"/>
                  <a:pt x="247" y="214"/>
                </a:cubicBezTo>
                <a:cubicBezTo>
                  <a:pt x="244" y="217"/>
                  <a:pt x="241" y="219"/>
                  <a:pt x="239" y="223"/>
                </a:cubicBezTo>
                <a:cubicBezTo>
                  <a:pt x="237" y="226"/>
                  <a:pt x="238" y="227"/>
                  <a:pt x="241" y="228"/>
                </a:cubicBezTo>
                <a:cubicBezTo>
                  <a:pt x="243" y="228"/>
                  <a:pt x="245" y="228"/>
                  <a:pt x="246" y="228"/>
                </a:cubicBezTo>
                <a:cubicBezTo>
                  <a:pt x="255" y="229"/>
                  <a:pt x="263" y="230"/>
                  <a:pt x="271" y="230"/>
                </a:cubicBezTo>
                <a:cubicBezTo>
                  <a:pt x="272" y="230"/>
                  <a:pt x="274" y="231"/>
                  <a:pt x="275" y="231"/>
                </a:cubicBezTo>
                <a:cubicBezTo>
                  <a:pt x="280" y="233"/>
                  <a:pt x="282" y="235"/>
                  <a:pt x="282" y="240"/>
                </a:cubicBezTo>
                <a:cubicBezTo>
                  <a:pt x="283" y="247"/>
                  <a:pt x="282" y="253"/>
                  <a:pt x="279" y="259"/>
                </a:cubicBezTo>
                <a:cubicBezTo>
                  <a:pt x="277" y="265"/>
                  <a:pt x="273" y="271"/>
                  <a:pt x="269" y="277"/>
                </a:cubicBezTo>
                <a:cubicBezTo>
                  <a:pt x="260" y="289"/>
                  <a:pt x="248" y="298"/>
                  <a:pt x="237" y="307"/>
                </a:cubicBezTo>
                <a:cubicBezTo>
                  <a:pt x="233" y="311"/>
                  <a:pt x="228" y="314"/>
                  <a:pt x="223" y="316"/>
                </a:cubicBezTo>
                <a:cubicBezTo>
                  <a:pt x="213" y="321"/>
                  <a:pt x="203" y="327"/>
                  <a:pt x="193" y="332"/>
                </a:cubicBezTo>
                <a:cubicBezTo>
                  <a:pt x="187" y="334"/>
                  <a:pt x="182" y="337"/>
                  <a:pt x="176" y="340"/>
                </a:cubicBezTo>
                <a:cubicBezTo>
                  <a:pt x="173" y="341"/>
                  <a:pt x="169" y="341"/>
                  <a:pt x="166" y="342"/>
                </a:cubicBezTo>
                <a:cubicBezTo>
                  <a:pt x="164" y="342"/>
                  <a:pt x="161" y="341"/>
                  <a:pt x="160" y="339"/>
                </a:cubicBezTo>
                <a:cubicBezTo>
                  <a:pt x="159" y="337"/>
                  <a:pt x="160" y="335"/>
                  <a:pt x="162" y="333"/>
                </a:cubicBezTo>
                <a:cubicBezTo>
                  <a:pt x="163" y="332"/>
                  <a:pt x="164" y="330"/>
                  <a:pt x="165" y="329"/>
                </a:cubicBezTo>
                <a:cubicBezTo>
                  <a:pt x="173" y="323"/>
                  <a:pt x="181" y="316"/>
                  <a:pt x="189" y="310"/>
                </a:cubicBezTo>
                <a:cubicBezTo>
                  <a:pt x="192" y="307"/>
                  <a:pt x="194" y="305"/>
                  <a:pt x="195" y="302"/>
                </a:cubicBezTo>
                <a:cubicBezTo>
                  <a:pt x="196" y="300"/>
                  <a:pt x="198" y="297"/>
                  <a:pt x="200" y="295"/>
                </a:cubicBezTo>
                <a:cubicBezTo>
                  <a:pt x="205" y="291"/>
                  <a:pt x="210" y="287"/>
                  <a:pt x="214" y="282"/>
                </a:cubicBezTo>
                <a:cubicBezTo>
                  <a:pt x="217" y="280"/>
                  <a:pt x="218" y="278"/>
                  <a:pt x="219" y="275"/>
                </a:cubicBezTo>
                <a:cubicBezTo>
                  <a:pt x="219" y="271"/>
                  <a:pt x="221" y="268"/>
                  <a:pt x="223" y="265"/>
                </a:cubicBezTo>
                <a:cubicBezTo>
                  <a:pt x="225" y="263"/>
                  <a:pt x="227" y="261"/>
                  <a:pt x="229" y="259"/>
                </a:cubicBezTo>
                <a:cubicBezTo>
                  <a:pt x="227" y="256"/>
                  <a:pt x="224" y="256"/>
                  <a:pt x="220" y="257"/>
                </a:cubicBezTo>
                <a:cubicBezTo>
                  <a:pt x="212" y="260"/>
                  <a:pt x="205" y="264"/>
                  <a:pt x="199" y="270"/>
                </a:cubicBezTo>
                <a:cubicBezTo>
                  <a:pt x="192" y="276"/>
                  <a:pt x="186" y="282"/>
                  <a:pt x="179" y="289"/>
                </a:cubicBezTo>
                <a:cubicBezTo>
                  <a:pt x="169" y="299"/>
                  <a:pt x="157" y="307"/>
                  <a:pt x="144" y="314"/>
                </a:cubicBezTo>
                <a:cubicBezTo>
                  <a:pt x="131" y="320"/>
                  <a:pt x="119" y="328"/>
                  <a:pt x="106" y="335"/>
                </a:cubicBezTo>
                <a:cubicBezTo>
                  <a:pt x="89" y="344"/>
                  <a:pt x="72" y="352"/>
                  <a:pt x="53" y="357"/>
                </a:cubicBezTo>
                <a:cubicBezTo>
                  <a:pt x="43" y="361"/>
                  <a:pt x="32" y="363"/>
                  <a:pt x="20" y="363"/>
                </a:cubicBezTo>
                <a:cubicBezTo>
                  <a:pt x="16" y="362"/>
                  <a:pt x="12" y="361"/>
                  <a:pt x="7" y="361"/>
                </a:cubicBezTo>
                <a:cubicBezTo>
                  <a:pt x="6" y="361"/>
                  <a:pt x="5" y="360"/>
                  <a:pt x="4" y="360"/>
                </a:cubicBezTo>
                <a:cubicBezTo>
                  <a:pt x="0" y="358"/>
                  <a:pt x="0" y="355"/>
                  <a:pt x="4" y="352"/>
                </a:cubicBezTo>
                <a:cubicBezTo>
                  <a:pt x="28" y="337"/>
                  <a:pt x="53" y="321"/>
                  <a:pt x="78" y="306"/>
                </a:cubicBezTo>
                <a:cubicBezTo>
                  <a:pt x="84" y="302"/>
                  <a:pt x="91" y="298"/>
                  <a:pt x="98" y="297"/>
                </a:cubicBezTo>
                <a:cubicBezTo>
                  <a:pt x="100" y="296"/>
                  <a:pt x="101" y="295"/>
                  <a:pt x="102" y="295"/>
                </a:cubicBezTo>
                <a:cubicBezTo>
                  <a:pt x="135" y="275"/>
                  <a:pt x="169" y="257"/>
                  <a:pt x="204" y="241"/>
                </a:cubicBezTo>
                <a:cubicBezTo>
                  <a:pt x="205" y="240"/>
                  <a:pt x="207" y="239"/>
                  <a:pt x="208" y="238"/>
                </a:cubicBezTo>
                <a:cubicBezTo>
                  <a:pt x="209" y="237"/>
                  <a:pt x="210" y="235"/>
                  <a:pt x="210" y="234"/>
                </a:cubicBezTo>
                <a:cubicBezTo>
                  <a:pt x="210" y="233"/>
                  <a:pt x="208" y="232"/>
                  <a:pt x="207" y="232"/>
                </a:cubicBezTo>
                <a:cubicBezTo>
                  <a:pt x="201" y="231"/>
                  <a:pt x="196" y="233"/>
                  <a:pt x="190" y="235"/>
                </a:cubicBezTo>
                <a:cubicBezTo>
                  <a:pt x="184" y="238"/>
                  <a:pt x="178" y="240"/>
                  <a:pt x="171" y="243"/>
                </a:cubicBezTo>
                <a:cubicBezTo>
                  <a:pt x="170" y="243"/>
                  <a:pt x="169" y="244"/>
                  <a:pt x="168" y="244"/>
                </a:cubicBezTo>
                <a:cubicBezTo>
                  <a:pt x="164" y="244"/>
                  <a:pt x="163" y="244"/>
                  <a:pt x="163" y="239"/>
                </a:cubicBezTo>
                <a:cubicBezTo>
                  <a:pt x="163" y="236"/>
                  <a:pt x="164" y="233"/>
                  <a:pt x="166" y="231"/>
                </a:cubicBezTo>
                <a:cubicBezTo>
                  <a:pt x="167" y="229"/>
                  <a:pt x="169" y="228"/>
                  <a:pt x="170" y="226"/>
                </a:cubicBezTo>
                <a:cubicBezTo>
                  <a:pt x="172" y="222"/>
                  <a:pt x="172" y="218"/>
                  <a:pt x="168" y="215"/>
                </a:cubicBezTo>
                <a:cubicBezTo>
                  <a:pt x="164" y="212"/>
                  <a:pt x="159" y="209"/>
                  <a:pt x="154" y="206"/>
                </a:cubicBezTo>
                <a:cubicBezTo>
                  <a:pt x="148" y="203"/>
                  <a:pt x="143" y="205"/>
                  <a:pt x="138" y="210"/>
                </a:cubicBezTo>
                <a:cubicBezTo>
                  <a:pt x="133" y="215"/>
                  <a:pt x="128" y="219"/>
                  <a:pt x="122" y="224"/>
                </a:cubicBezTo>
                <a:cubicBezTo>
                  <a:pt x="118" y="228"/>
                  <a:pt x="112" y="231"/>
                  <a:pt x="107" y="235"/>
                </a:cubicBezTo>
                <a:cubicBezTo>
                  <a:pt x="105" y="236"/>
                  <a:pt x="102" y="238"/>
                  <a:pt x="99" y="236"/>
                </a:cubicBezTo>
                <a:cubicBezTo>
                  <a:pt x="97" y="234"/>
                  <a:pt x="97" y="231"/>
                  <a:pt x="98" y="229"/>
                </a:cubicBezTo>
                <a:cubicBezTo>
                  <a:pt x="98" y="226"/>
                  <a:pt x="99" y="224"/>
                  <a:pt x="100" y="222"/>
                </a:cubicBezTo>
                <a:cubicBezTo>
                  <a:pt x="102" y="219"/>
                  <a:pt x="105" y="217"/>
                  <a:pt x="107" y="214"/>
                </a:cubicBezTo>
                <a:cubicBezTo>
                  <a:pt x="110" y="211"/>
                  <a:pt x="113" y="208"/>
                  <a:pt x="116" y="204"/>
                </a:cubicBezTo>
                <a:cubicBezTo>
                  <a:pt x="118" y="202"/>
                  <a:pt x="119" y="198"/>
                  <a:pt x="120" y="195"/>
                </a:cubicBezTo>
                <a:cubicBezTo>
                  <a:pt x="122" y="191"/>
                  <a:pt x="122" y="187"/>
                  <a:pt x="118" y="183"/>
                </a:cubicBezTo>
                <a:cubicBezTo>
                  <a:pt x="116" y="182"/>
                  <a:pt x="115" y="181"/>
                  <a:pt x="115" y="179"/>
                </a:cubicBezTo>
                <a:cubicBezTo>
                  <a:pt x="113" y="177"/>
                  <a:pt x="113" y="175"/>
                  <a:pt x="116" y="174"/>
                </a:cubicBezTo>
                <a:cubicBezTo>
                  <a:pt x="123" y="173"/>
                  <a:pt x="130" y="171"/>
                  <a:pt x="137" y="170"/>
                </a:cubicBezTo>
                <a:cubicBezTo>
                  <a:pt x="140" y="170"/>
                  <a:pt x="141" y="169"/>
                  <a:pt x="143" y="167"/>
                </a:cubicBezTo>
                <a:cubicBezTo>
                  <a:pt x="146" y="163"/>
                  <a:pt x="150" y="159"/>
                  <a:pt x="153" y="155"/>
                </a:cubicBezTo>
                <a:cubicBezTo>
                  <a:pt x="155" y="152"/>
                  <a:pt x="157" y="149"/>
                  <a:pt x="158" y="145"/>
                </a:cubicBezTo>
                <a:cubicBezTo>
                  <a:pt x="159" y="141"/>
                  <a:pt x="157" y="140"/>
                  <a:pt x="154" y="141"/>
                </a:cubicBezTo>
                <a:cubicBezTo>
                  <a:pt x="151" y="141"/>
                  <a:pt x="149" y="142"/>
                  <a:pt x="147" y="144"/>
                </a:cubicBezTo>
                <a:cubicBezTo>
                  <a:pt x="144" y="146"/>
                  <a:pt x="140" y="146"/>
                  <a:pt x="137" y="145"/>
                </a:cubicBezTo>
                <a:cubicBezTo>
                  <a:pt x="134" y="145"/>
                  <a:pt x="133" y="144"/>
                  <a:pt x="132" y="141"/>
                </a:cubicBezTo>
                <a:cubicBezTo>
                  <a:pt x="132" y="139"/>
                  <a:pt x="132" y="137"/>
                  <a:pt x="134" y="135"/>
                </a:cubicBezTo>
                <a:cubicBezTo>
                  <a:pt x="137" y="133"/>
                  <a:pt x="139" y="131"/>
                  <a:pt x="141" y="129"/>
                </a:cubicBezTo>
                <a:cubicBezTo>
                  <a:pt x="143" y="126"/>
                  <a:pt x="144" y="123"/>
                  <a:pt x="144" y="119"/>
                </a:cubicBezTo>
                <a:cubicBezTo>
                  <a:pt x="144" y="116"/>
                  <a:pt x="143" y="115"/>
                  <a:pt x="140" y="115"/>
                </a:cubicBezTo>
                <a:cubicBezTo>
                  <a:pt x="136" y="115"/>
                  <a:pt x="132" y="115"/>
                  <a:pt x="129" y="114"/>
                </a:cubicBezTo>
                <a:cubicBezTo>
                  <a:pt x="119" y="112"/>
                  <a:pt x="114" y="106"/>
                  <a:pt x="112" y="96"/>
                </a:cubicBezTo>
                <a:cubicBezTo>
                  <a:pt x="112" y="91"/>
                  <a:pt x="113" y="90"/>
                  <a:pt x="118" y="91"/>
                </a:cubicBezTo>
                <a:cubicBezTo>
                  <a:pt x="121" y="91"/>
                  <a:pt x="124" y="91"/>
                  <a:pt x="127" y="92"/>
                </a:cubicBezTo>
                <a:cubicBezTo>
                  <a:pt x="137" y="93"/>
                  <a:pt x="146" y="92"/>
                  <a:pt x="155" y="86"/>
                </a:cubicBezTo>
                <a:cubicBezTo>
                  <a:pt x="158" y="83"/>
                  <a:pt x="163" y="82"/>
                  <a:pt x="167" y="81"/>
                </a:cubicBezTo>
                <a:cubicBezTo>
                  <a:pt x="174" y="79"/>
                  <a:pt x="180" y="76"/>
                  <a:pt x="184" y="70"/>
                </a:cubicBezTo>
                <a:cubicBezTo>
                  <a:pt x="193" y="60"/>
                  <a:pt x="200" y="49"/>
                  <a:pt x="203" y="36"/>
                </a:cubicBezTo>
                <a:cubicBezTo>
                  <a:pt x="204" y="30"/>
                  <a:pt x="205" y="23"/>
                  <a:pt x="205" y="17"/>
                </a:cubicBezTo>
                <a:cubicBezTo>
                  <a:pt x="204" y="15"/>
                  <a:pt x="204" y="13"/>
                  <a:pt x="204" y="10"/>
                </a:cubicBezTo>
                <a:cubicBezTo>
                  <a:pt x="204" y="7"/>
                  <a:pt x="204" y="4"/>
                  <a:pt x="207" y="2"/>
                </a:cubicBezTo>
                <a:cubicBezTo>
                  <a:pt x="211" y="0"/>
                  <a:pt x="213" y="2"/>
                  <a:pt x="216" y="3"/>
                </a:cubicBezTo>
                <a:cubicBezTo>
                  <a:pt x="230" y="11"/>
                  <a:pt x="236" y="28"/>
                  <a:pt x="230" y="43"/>
                </a:cubicBezTo>
                <a:cubicBezTo>
                  <a:pt x="229" y="48"/>
                  <a:pt x="226" y="52"/>
                  <a:pt x="224" y="56"/>
                </a:cubicBezTo>
                <a:cubicBezTo>
                  <a:pt x="219" y="64"/>
                  <a:pt x="214" y="72"/>
                  <a:pt x="209" y="80"/>
                </a:cubicBezTo>
                <a:cubicBezTo>
                  <a:pt x="207" y="83"/>
                  <a:pt x="206" y="87"/>
                  <a:pt x="205" y="91"/>
                </a:cubicBezTo>
                <a:cubicBezTo>
                  <a:pt x="204" y="93"/>
                  <a:pt x="203" y="95"/>
                  <a:pt x="203" y="98"/>
                </a:cubicBezTo>
                <a:cubicBezTo>
                  <a:pt x="203" y="102"/>
                  <a:pt x="205" y="104"/>
                  <a:pt x="208" y="105"/>
                </a:cubicBezTo>
                <a:cubicBezTo>
                  <a:pt x="213" y="106"/>
                  <a:pt x="217" y="105"/>
                  <a:pt x="221" y="104"/>
                </a:cubicBezTo>
                <a:cubicBezTo>
                  <a:pt x="236" y="97"/>
                  <a:pt x="251" y="91"/>
                  <a:pt x="267" y="87"/>
                </a:cubicBezTo>
                <a:cubicBezTo>
                  <a:pt x="274" y="85"/>
                  <a:pt x="280" y="84"/>
                  <a:pt x="287" y="82"/>
                </a:cubicBezTo>
                <a:cubicBezTo>
                  <a:pt x="290" y="82"/>
                  <a:pt x="294" y="82"/>
                  <a:pt x="297" y="85"/>
                </a:cubicBezTo>
                <a:cubicBezTo>
                  <a:pt x="299" y="86"/>
                  <a:pt x="301" y="86"/>
                  <a:pt x="304" y="86"/>
                </a:cubicBezTo>
                <a:cubicBezTo>
                  <a:pt x="305" y="87"/>
                  <a:pt x="307" y="86"/>
                  <a:pt x="309" y="86"/>
                </a:cubicBezTo>
                <a:cubicBezTo>
                  <a:pt x="317" y="86"/>
                  <a:pt x="323" y="89"/>
                  <a:pt x="325" y="97"/>
                </a:cubicBezTo>
                <a:cubicBezTo>
                  <a:pt x="325" y="99"/>
                  <a:pt x="325" y="101"/>
                  <a:pt x="325" y="104"/>
                </a:cubicBezTo>
                <a:close/>
                <a:moveTo>
                  <a:pt x="206" y="122"/>
                </a:moveTo>
                <a:cubicBezTo>
                  <a:pt x="203" y="122"/>
                  <a:pt x="200" y="123"/>
                  <a:pt x="198" y="126"/>
                </a:cubicBezTo>
                <a:cubicBezTo>
                  <a:pt x="189" y="138"/>
                  <a:pt x="179" y="150"/>
                  <a:pt x="169" y="162"/>
                </a:cubicBezTo>
                <a:cubicBezTo>
                  <a:pt x="166" y="166"/>
                  <a:pt x="164" y="170"/>
                  <a:pt x="164" y="175"/>
                </a:cubicBezTo>
                <a:cubicBezTo>
                  <a:pt x="162" y="184"/>
                  <a:pt x="165" y="188"/>
                  <a:pt x="173" y="193"/>
                </a:cubicBezTo>
                <a:cubicBezTo>
                  <a:pt x="176" y="195"/>
                  <a:pt x="179" y="194"/>
                  <a:pt x="181" y="191"/>
                </a:cubicBezTo>
                <a:cubicBezTo>
                  <a:pt x="183" y="188"/>
                  <a:pt x="183" y="186"/>
                  <a:pt x="184" y="183"/>
                </a:cubicBezTo>
                <a:cubicBezTo>
                  <a:pt x="185" y="180"/>
                  <a:pt x="185" y="176"/>
                  <a:pt x="186" y="173"/>
                </a:cubicBezTo>
                <a:cubicBezTo>
                  <a:pt x="187" y="171"/>
                  <a:pt x="188" y="168"/>
                  <a:pt x="190" y="167"/>
                </a:cubicBezTo>
                <a:cubicBezTo>
                  <a:pt x="194" y="164"/>
                  <a:pt x="197" y="165"/>
                  <a:pt x="199" y="170"/>
                </a:cubicBezTo>
                <a:cubicBezTo>
                  <a:pt x="199" y="171"/>
                  <a:pt x="199" y="171"/>
                  <a:pt x="199" y="172"/>
                </a:cubicBezTo>
                <a:cubicBezTo>
                  <a:pt x="202" y="183"/>
                  <a:pt x="205" y="193"/>
                  <a:pt x="206" y="204"/>
                </a:cubicBezTo>
                <a:cubicBezTo>
                  <a:pt x="206" y="206"/>
                  <a:pt x="207" y="209"/>
                  <a:pt x="210" y="210"/>
                </a:cubicBezTo>
                <a:cubicBezTo>
                  <a:pt x="214" y="210"/>
                  <a:pt x="215" y="208"/>
                  <a:pt x="217" y="206"/>
                </a:cubicBezTo>
                <a:cubicBezTo>
                  <a:pt x="217" y="205"/>
                  <a:pt x="217" y="205"/>
                  <a:pt x="218" y="204"/>
                </a:cubicBezTo>
                <a:cubicBezTo>
                  <a:pt x="221" y="199"/>
                  <a:pt x="225" y="193"/>
                  <a:pt x="229" y="188"/>
                </a:cubicBezTo>
                <a:cubicBezTo>
                  <a:pt x="237" y="177"/>
                  <a:pt x="246" y="167"/>
                  <a:pt x="255" y="157"/>
                </a:cubicBezTo>
                <a:cubicBezTo>
                  <a:pt x="259" y="152"/>
                  <a:pt x="261" y="147"/>
                  <a:pt x="261" y="141"/>
                </a:cubicBezTo>
                <a:cubicBezTo>
                  <a:pt x="261" y="137"/>
                  <a:pt x="259" y="135"/>
                  <a:pt x="255" y="134"/>
                </a:cubicBezTo>
                <a:cubicBezTo>
                  <a:pt x="253" y="134"/>
                  <a:pt x="251" y="134"/>
                  <a:pt x="250" y="134"/>
                </a:cubicBezTo>
                <a:cubicBezTo>
                  <a:pt x="240" y="131"/>
                  <a:pt x="231" y="129"/>
                  <a:pt x="221" y="126"/>
                </a:cubicBezTo>
                <a:cubicBezTo>
                  <a:pt x="216" y="125"/>
                  <a:pt x="211" y="123"/>
                  <a:pt x="206" y="1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9" name="Freeform 10">
            <a:extLst xmlns:a="http://schemas.openxmlformats.org/drawingml/2006/main">
              <a:ext uri="{FF2B5EF4-FFF2-40B4-BE49-F238E27FC236}">
                <a16:creationId xmlns:a16="http://schemas.microsoft.com/office/drawing/2014/main" id="{5A792248-6BE3-4E8A-8BAF-A32A037B7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8190" y="398363"/>
            <a:ext cx="193882" cy="208139"/>
          </a:xfrm>
          <a:custGeom xmlns:a="http://schemas.openxmlformats.org/drawingml/2006/main">
            <a:gdLst>
              <a:gd name="T0" fmla="*/ 83 w 383"/>
              <a:gd name="T1" fmla="*/ 410 h 411"/>
              <a:gd name="T2" fmla="*/ 111 w 383"/>
              <a:gd name="T3" fmla="*/ 380 h 411"/>
              <a:gd name="T4" fmla="*/ 136 w 383"/>
              <a:gd name="T5" fmla="*/ 371 h 411"/>
              <a:gd name="T6" fmla="*/ 198 w 383"/>
              <a:gd name="T7" fmla="*/ 294 h 411"/>
              <a:gd name="T8" fmla="*/ 201 w 383"/>
              <a:gd name="T9" fmla="*/ 280 h 411"/>
              <a:gd name="T10" fmla="*/ 197 w 383"/>
              <a:gd name="T11" fmla="*/ 274 h 411"/>
              <a:gd name="T12" fmla="*/ 166 w 383"/>
              <a:gd name="T13" fmla="*/ 283 h 411"/>
              <a:gd name="T14" fmla="*/ 144 w 383"/>
              <a:gd name="T15" fmla="*/ 291 h 411"/>
              <a:gd name="T16" fmla="*/ 123 w 383"/>
              <a:gd name="T17" fmla="*/ 305 h 411"/>
              <a:gd name="T18" fmla="*/ 62 w 383"/>
              <a:gd name="T19" fmla="*/ 344 h 411"/>
              <a:gd name="T20" fmla="*/ 34 w 383"/>
              <a:gd name="T21" fmla="*/ 353 h 411"/>
              <a:gd name="T22" fmla="*/ 9 w 383"/>
              <a:gd name="T23" fmla="*/ 344 h 411"/>
              <a:gd name="T24" fmla="*/ 1 w 383"/>
              <a:gd name="T25" fmla="*/ 322 h 411"/>
              <a:gd name="T26" fmla="*/ 0 w 383"/>
              <a:gd name="T27" fmla="*/ 288 h 411"/>
              <a:gd name="T28" fmla="*/ 1 w 383"/>
              <a:gd name="T29" fmla="*/ 283 h 411"/>
              <a:gd name="T30" fmla="*/ 6 w 383"/>
              <a:gd name="T31" fmla="*/ 282 h 411"/>
              <a:gd name="T32" fmla="*/ 8 w 383"/>
              <a:gd name="T33" fmla="*/ 285 h 411"/>
              <a:gd name="T34" fmla="*/ 10 w 383"/>
              <a:gd name="T35" fmla="*/ 290 h 411"/>
              <a:gd name="T36" fmla="*/ 32 w 383"/>
              <a:gd name="T37" fmla="*/ 298 h 411"/>
              <a:gd name="T38" fmla="*/ 46 w 383"/>
              <a:gd name="T39" fmla="*/ 293 h 411"/>
              <a:gd name="T40" fmla="*/ 53 w 383"/>
              <a:gd name="T41" fmla="*/ 291 h 411"/>
              <a:gd name="T42" fmla="*/ 65 w 383"/>
              <a:gd name="T43" fmla="*/ 288 h 411"/>
              <a:gd name="T44" fmla="*/ 100 w 383"/>
              <a:gd name="T45" fmla="*/ 268 h 411"/>
              <a:gd name="T46" fmla="*/ 156 w 383"/>
              <a:gd name="T47" fmla="*/ 244 h 411"/>
              <a:gd name="T48" fmla="*/ 197 w 383"/>
              <a:gd name="T49" fmla="*/ 229 h 411"/>
              <a:gd name="T50" fmla="*/ 203 w 383"/>
              <a:gd name="T51" fmla="*/ 226 h 411"/>
              <a:gd name="T52" fmla="*/ 219 w 383"/>
              <a:gd name="T53" fmla="*/ 204 h 411"/>
              <a:gd name="T54" fmla="*/ 222 w 383"/>
              <a:gd name="T55" fmla="*/ 124 h 411"/>
              <a:gd name="T56" fmla="*/ 210 w 383"/>
              <a:gd name="T57" fmla="*/ 69 h 411"/>
              <a:gd name="T58" fmla="*/ 197 w 383"/>
              <a:gd name="T59" fmla="*/ 36 h 411"/>
              <a:gd name="T60" fmla="*/ 194 w 383"/>
              <a:gd name="T61" fmla="*/ 10 h 411"/>
              <a:gd name="T62" fmla="*/ 205 w 383"/>
              <a:gd name="T63" fmla="*/ 2 h 411"/>
              <a:gd name="T64" fmla="*/ 230 w 383"/>
              <a:gd name="T65" fmla="*/ 7 h 411"/>
              <a:gd name="T66" fmla="*/ 237 w 383"/>
              <a:gd name="T67" fmla="*/ 10 h 411"/>
              <a:gd name="T68" fmla="*/ 248 w 383"/>
              <a:gd name="T69" fmla="*/ 19 h 411"/>
              <a:gd name="T70" fmla="*/ 265 w 383"/>
              <a:gd name="T71" fmla="*/ 29 h 411"/>
              <a:gd name="T72" fmla="*/ 280 w 383"/>
              <a:gd name="T73" fmla="*/ 49 h 411"/>
              <a:gd name="T74" fmla="*/ 278 w 383"/>
              <a:gd name="T75" fmla="*/ 66 h 411"/>
              <a:gd name="T76" fmla="*/ 273 w 383"/>
              <a:gd name="T77" fmla="*/ 72 h 411"/>
              <a:gd name="T78" fmla="*/ 270 w 383"/>
              <a:gd name="T79" fmla="*/ 77 h 411"/>
              <a:gd name="T80" fmla="*/ 271 w 383"/>
              <a:gd name="T81" fmla="*/ 158 h 411"/>
              <a:gd name="T82" fmla="*/ 273 w 383"/>
              <a:gd name="T83" fmla="*/ 179 h 411"/>
              <a:gd name="T84" fmla="*/ 278 w 383"/>
              <a:gd name="T85" fmla="*/ 182 h 411"/>
              <a:gd name="T86" fmla="*/ 313 w 383"/>
              <a:gd name="T87" fmla="*/ 160 h 411"/>
              <a:gd name="T88" fmla="*/ 325 w 383"/>
              <a:gd name="T89" fmla="*/ 144 h 411"/>
              <a:gd name="T90" fmla="*/ 341 w 383"/>
              <a:gd name="T91" fmla="*/ 128 h 411"/>
              <a:gd name="T92" fmla="*/ 369 w 383"/>
              <a:gd name="T93" fmla="*/ 122 h 411"/>
              <a:gd name="T94" fmla="*/ 380 w 383"/>
              <a:gd name="T95" fmla="*/ 141 h 411"/>
              <a:gd name="T96" fmla="*/ 372 w 383"/>
              <a:gd name="T97" fmla="*/ 154 h 411"/>
              <a:gd name="T98" fmla="*/ 355 w 383"/>
              <a:gd name="T99" fmla="*/ 169 h 411"/>
              <a:gd name="T100" fmla="*/ 314 w 383"/>
              <a:gd name="T101" fmla="*/ 199 h 411"/>
              <a:gd name="T102" fmla="*/ 275 w 383"/>
              <a:gd name="T103" fmla="*/ 229 h 411"/>
              <a:gd name="T104" fmla="*/ 271 w 383"/>
              <a:gd name="T105" fmla="*/ 238 h 411"/>
              <a:gd name="T106" fmla="*/ 254 w 383"/>
              <a:gd name="T107" fmla="*/ 310 h 411"/>
              <a:gd name="T108" fmla="*/ 250 w 383"/>
              <a:gd name="T109" fmla="*/ 320 h 411"/>
              <a:gd name="T110" fmla="*/ 247 w 383"/>
              <a:gd name="T111" fmla="*/ 325 h 411"/>
              <a:gd name="T112" fmla="*/ 173 w 383"/>
              <a:gd name="T113" fmla="*/ 386 h 411"/>
              <a:gd name="T114" fmla="*/ 95 w 383"/>
              <a:gd name="T115" fmla="*/ 410 h 411"/>
              <a:gd name="T116" fmla="*/ 88 w 383"/>
              <a:gd name="T117" fmla="*/ 411 h 411"/>
              <a:gd name="T118" fmla="*/ 83 w 383"/>
              <a:gd name="T119" fmla="*/ 410 h 411"/>
            </a:gdLst>
            <a:rect l="0" t="0" r="r" b="b"/>
            <a:pathLst>
              <a:path w="383" h="411">
                <a:moveTo>
                  <a:pt x="83" y="410"/>
                </a:moveTo>
                <a:cubicBezTo>
                  <a:pt x="89" y="396"/>
                  <a:pt x="96" y="385"/>
                  <a:pt x="111" y="380"/>
                </a:cubicBezTo>
                <a:cubicBezTo>
                  <a:pt x="120" y="378"/>
                  <a:pt x="128" y="375"/>
                  <a:pt x="136" y="371"/>
                </a:cubicBezTo>
                <a:cubicBezTo>
                  <a:pt x="168" y="355"/>
                  <a:pt x="188" y="328"/>
                  <a:pt x="198" y="294"/>
                </a:cubicBezTo>
                <a:cubicBezTo>
                  <a:pt x="199" y="289"/>
                  <a:pt x="200" y="284"/>
                  <a:pt x="201" y="280"/>
                </a:cubicBezTo>
                <a:cubicBezTo>
                  <a:pt x="202" y="275"/>
                  <a:pt x="201" y="274"/>
                  <a:pt x="197" y="274"/>
                </a:cubicBezTo>
                <a:cubicBezTo>
                  <a:pt x="186" y="275"/>
                  <a:pt x="176" y="278"/>
                  <a:pt x="166" y="283"/>
                </a:cubicBezTo>
                <a:cubicBezTo>
                  <a:pt x="159" y="286"/>
                  <a:pt x="152" y="289"/>
                  <a:pt x="144" y="291"/>
                </a:cubicBezTo>
                <a:cubicBezTo>
                  <a:pt x="136" y="294"/>
                  <a:pt x="130" y="300"/>
                  <a:pt x="123" y="305"/>
                </a:cubicBezTo>
                <a:cubicBezTo>
                  <a:pt x="105" y="321"/>
                  <a:pt x="84" y="334"/>
                  <a:pt x="62" y="344"/>
                </a:cubicBezTo>
                <a:cubicBezTo>
                  <a:pt x="53" y="348"/>
                  <a:pt x="43" y="351"/>
                  <a:pt x="34" y="353"/>
                </a:cubicBezTo>
                <a:cubicBezTo>
                  <a:pt x="24" y="356"/>
                  <a:pt x="15" y="352"/>
                  <a:pt x="9" y="344"/>
                </a:cubicBezTo>
                <a:cubicBezTo>
                  <a:pt x="4" y="338"/>
                  <a:pt x="1" y="330"/>
                  <a:pt x="1" y="322"/>
                </a:cubicBezTo>
                <a:cubicBezTo>
                  <a:pt x="1" y="310"/>
                  <a:pt x="0" y="299"/>
                  <a:pt x="0" y="288"/>
                </a:cubicBezTo>
                <a:cubicBezTo>
                  <a:pt x="0" y="286"/>
                  <a:pt x="0" y="284"/>
                  <a:pt x="1" y="283"/>
                </a:cubicBezTo>
                <a:cubicBezTo>
                  <a:pt x="1" y="280"/>
                  <a:pt x="4" y="279"/>
                  <a:pt x="6" y="282"/>
                </a:cubicBezTo>
                <a:cubicBezTo>
                  <a:pt x="7" y="283"/>
                  <a:pt x="7" y="284"/>
                  <a:pt x="8" y="285"/>
                </a:cubicBezTo>
                <a:cubicBezTo>
                  <a:pt x="9" y="286"/>
                  <a:pt x="9" y="288"/>
                  <a:pt x="10" y="290"/>
                </a:cubicBezTo>
                <a:cubicBezTo>
                  <a:pt x="16" y="297"/>
                  <a:pt x="23" y="301"/>
                  <a:pt x="32" y="298"/>
                </a:cubicBezTo>
                <a:cubicBezTo>
                  <a:pt x="37" y="297"/>
                  <a:pt x="41" y="295"/>
                  <a:pt x="46" y="293"/>
                </a:cubicBezTo>
                <a:cubicBezTo>
                  <a:pt x="48" y="292"/>
                  <a:pt x="51" y="291"/>
                  <a:pt x="53" y="291"/>
                </a:cubicBezTo>
                <a:cubicBezTo>
                  <a:pt x="58" y="292"/>
                  <a:pt x="61" y="290"/>
                  <a:pt x="65" y="288"/>
                </a:cubicBezTo>
                <a:cubicBezTo>
                  <a:pt x="77" y="282"/>
                  <a:pt x="89" y="275"/>
                  <a:pt x="100" y="268"/>
                </a:cubicBezTo>
                <a:cubicBezTo>
                  <a:pt x="118" y="258"/>
                  <a:pt x="137" y="251"/>
                  <a:pt x="156" y="244"/>
                </a:cubicBezTo>
                <a:cubicBezTo>
                  <a:pt x="169" y="239"/>
                  <a:pt x="183" y="234"/>
                  <a:pt x="197" y="229"/>
                </a:cubicBezTo>
                <a:cubicBezTo>
                  <a:pt x="199" y="228"/>
                  <a:pt x="201" y="227"/>
                  <a:pt x="203" y="226"/>
                </a:cubicBezTo>
                <a:cubicBezTo>
                  <a:pt x="212" y="222"/>
                  <a:pt x="218" y="215"/>
                  <a:pt x="219" y="204"/>
                </a:cubicBezTo>
                <a:cubicBezTo>
                  <a:pt x="221" y="178"/>
                  <a:pt x="223" y="151"/>
                  <a:pt x="222" y="124"/>
                </a:cubicBezTo>
                <a:cubicBezTo>
                  <a:pt x="221" y="105"/>
                  <a:pt x="218" y="87"/>
                  <a:pt x="210" y="69"/>
                </a:cubicBezTo>
                <a:cubicBezTo>
                  <a:pt x="205" y="58"/>
                  <a:pt x="201" y="47"/>
                  <a:pt x="197" y="36"/>
                </a:cubicBezTo>
                <a:cubicBezTo>
                  <a:pt x="194" y="28"/>
                  <a:pt x="193" y="19"/>
                  <a:pt x="194" y="10"/>
                </a:cubicBezTo>
                <a:cubicBezTo>
                  <a:pt x="194" y="4"/>
                  <a:pt x="199" y="0"/>
                  <a:pt x="205" y="2"/>
                </a:cubicBezTo>
                <a:cubicBezTo>
                  <a:pt x="213" y="4"/>
                  <a:pt x="222" y="5"/>
                  <a:pt x="230" y="7"/>
                </a:cubicBezTo>
                <a:cubicBezTo>
                  <a:pt x="233" y="7"/>
                  <a:pt x="235" y="9"/>
                  <a:pt x="237" y="10"/>
                </a:cubicBezTo>
                <a:cubicBezTo>
                  <a:pt x="241" y="13"/>
                  <a:pt x="244" y="16"/>
                  <a:pt x="248" y="19"/>
                </a:cubicBezTo>
                <a:cubicBezTo>
                  <a:pt x="253" y="23"/>
                  <a:pt x="259" y="26"/>
                  <a:pt x="265" y="29"/>
                </a:cubicBezTo>
                <a:cubicBezTo>
                  <a:pt x="274" y="33"/>
                  <a:pt x="279" y="40"/>
                  <a:pt x="280" y="49"/>
                </a:cubicBezTo>
                <a:cubicBezTo>
                  <a:pt x="280" y="55"/>
                  <a:pt x="280" y="60"/>
                  <a:pt x="278" y="66"/>
                </a:cubicBezTo>
                <a:cubicBezTo>
                  <a:pt x="277" y="68"/>
                  <a:pt x="275" y="70"/>
                  <a:pt x="273" y="72"/>
                </a:cubicBezTo>
                <a:cubicBezTo>
                  <a:pt x="271" y="74"/>
                  <a:pt x="270" y="75"/>
                  <a:pt x="270" y="77"/>
                </a:cubicBezTo>
                <a:cubicBezTo>
                  <a:pt x="271" y="104"/>
                  <a:pt x="271" y="131"/>
                  <a:pt x="271" y="158"/>
                </a:cubicBezTo>
                <a:cubicBezTo>
                  <a:pt x="272" y="165"/>
                  <a:pt x="272" y="172"/>
                  <a:pt x="273" y="179"/>
                </a:cubicBezTo>
                <a:cubicBezTo>
                  <a:pt x="274" y="183"/>
                  <a:pt x="275" y="184"/>
                  <a:pt x="278" y="182"/>
                </a:cubicBezTo>
                <a:cubicBezTo>
                  <a:pt x="291" y="176"/>
                  <a:pt x="303" y="170"/>
                  <a:pt x="313" y="160"/>
                </a:cubicBezTo>
                <a:cubicBezTo>
                  <a:pt x="317" y="155"/>
                  <a:pt x="321" y="150"/>
                  <a:pt x="325" y="144"/>
                </a:cubicBezTo>
                <a:cubicBezTo>
                  <a:pt x="330" y="138"/>
                  <a:pt x="335" y="132"/>
                  <a:pt x="341" y="128"/>
                </a:cubicBezTo>
                <a:cubicBezTo>
                  <a:pt x="350" y="122"/>
                  <a:pt x="359" y="120"/>
                  <a:pt x="369" y="122"/>
                </a:cubicBezTo>
                <a:cubicBezTo>
                  <a:pt x="379" y="124"/>
                  <a:pt x="383" y="131"/>
                  <a:pt x="380" y="141"/>
                </a:cubicBezTo>
                <a:cubicBezTo>
                  <a:pt x="379" y="146"/>
                  <a:pt x="376" y="151"/>
                  <a:pt x="372" y="154"/>
                </a:cubicBezTo>
                <a:cubicBezTo>
                  <a:pt x="367" y="160"/>
                  <a:pt x="361" y="165"/>
                  <a:pt x="355" y="169"/>
                </a:cubicBezTo>
                <a:cubicBezTo>
                  <a:pt x="341" y="178"/>
                  <a:pt x="328" y="189"/>
                  <a:pt x="314" y="199"/>
                </a:cubicBezTo>
                <a:cubicBezTo>
                  <a:pt x="301" y="209"/>
                  <a:pt x="289" y="219"/>
                  <a:pt x="275" y="229"/>
                </a:cubicBezTo>
                <a:cubicBezTo>
                  <a:pt x="272" y="232"/>
                  <a:pt x="271" y="234"/>
                  <a:pt x="271" y="238"/>
                </a:cubicBezTo>
                <a:cubicBezTo>
                  <a:pt x="267" y="263"/>
                  <a:pt x="262" y="287"/>
                  <a:pt x="254" y="310"/>
                </a:cubicBezTo>
                <a:cubicBezTo>
                  <a:pt x="253" y="314"/>
                  <a:pt x="251" y="317"/>
                  <a:pt x="250" y="320"/>
                </a:cubicBezTo>
                <a:cubicBezTo>
                  <a:pt x="249" y="322"/>
                  <a:pt x="249" y="324"/>
                  <a:pt x="247" y="325"/>
                </a:cubicBezTo>
                <a:cubicBezTo>
                  <a:pt x="226" y="349"/>
                  <a:pt x="202" y="371"/>
                  <a:pt x="173" y="386"/>
                </a:cubicBezTo>
                <a:cubicBezTo>
                  <a:pt x="149" y="400"/>
                  <a:pt x="123" y="408"/>
                  <a:pt x="95" y="410"/>
                </a:cubicBezTo>
                <a:cubicBezTo>
                  <a:pt x="93" y="410"/>
                  <a:pt x="90" y="411"/>
                  <a:pt x="88" y="411"/>
                </a:cubicBezTo>
                <a:cubicBezTo>
                  <a:pt x="87" y="411"/>
                  <a:pt x="85" y="411"/>
                  <a:pt x="83" y="4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0" name="Freeform 11">
            <a:extLst xmlns:a="http://schemas.openxmlformats.org/drawingml/2006/main">
              <a:ext uri="{FF2B5EF4-FFF2-40B4-BE49-F238E27FC236}">
                <a16:creationId xmlns:a16="http://schemas.microsoft.com/office/drawing/2014/main" id="{39548634-04B0-44E1-B970-261DBFB10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4135" y="400644"/>
            <a:ext cx="98081" cy="227527"/>
          </a:xfrm>
          <a:custGeom xmlns:a="http://schemas.openxmlformats.org/drawingml/2006/main">
            <a:gdLst>
              <a:gd name="T0" fmla="*/ 127 w 193"/>
              <a:gd name="T1" fmla="*/ 371 h 449"/>
              <a:gd name="T2" fmla="*/ 63 w 193"/>
              <a:gd name="T3" fmla="*/ 417 h 449"/>
              <a:gd name="T4" fmla="*/ 47 w 193"/>
              <a:gd name="T5" fmla="*/ 433 h 449"/>
              <a:gd name="T6" fmla="*/ 7 w 193"/>
              <a:gd name="T7" fmla="*/ 434 h 449"/>
              <a:gd name="T8" fmla="*/ 1 w 193"/>
              <a:gd name="T9" fmla="*/ 383 h 449"/>
              <a:gd name="T10" fmla="*/ 33 w 193"/>
              <a:gd name="T11" fmla="*/ 331 h 449"/>
              <a:gd name="T12" fmla="*/ 49 w 193"/>
              <a:gd name="T13" fmla="*/ 286 h 449"/>
              <a:gd name="T14" fmla="*/ 50 w 193"/>
              <a:gd name="T15" fmla="*/ 233 h 449"/>
              <a:gd name="T16" fmla="*/ 38 w 193"/>
              <a:gd name="T17" fmla="*/ 207 h 449"/>
              <a:gd name="T18" fmla="*/ 54 w 193"/>
              <a:gd name="T19" fmla="*/ 201 h 449"/>
              <a:gd name="T20" fmla="*/ 75 w 193"/>
              <a:gd name="T21" fmla="*/ 209 h 449"/>
              <a:gd name="T22" fmla="*/ 107 w 193"/>
              <a:gd name="T23" fmla="*/ 223 h 449"/>
              <a:gd name="T24" fmla="*/ 126 w 193"/>
              <a:gd name="T25" fmla="*/ 233 h 449"/>
              <a:gd name="T26" fmla="*/ 133 w 193"/>
              <a:gd name="T27" fmla="*/ 231 h 449"/>
              <a:gd name="T28" fmla="*/ 135 w 193"/>
              <a:gd name="T29" fmla="*/ 200 h 449"/>
              <a:gd name="T30" fmla="*/ 133 w 193"/>
              <a:gd name="T31" fmla="*/ 99 h 449"/>
              <a:gd name="T32" fmla="*/ 105 w 193"/>
              <a:gd name="T33" fmla="*/ 55 h 449"/>
              <a:gd name="T34" fmla="*/ 77 w 193"/>
              <a:gd name="T35" fmla="*/ 9 h 449"/>
              <a:gd name="T36" fmla="*/ 95 w 193"/>
              <a:gd name="T37" fmla="*/ 6 h 449"/>
              <a:gd name="T38" fmla="*/ 165 w 193"/>
              <a:gd name="T39" fmla="*/ 52 h 449"/>
              <a:gd name="T40" fmla="*/ 189 w 193"/>
              <a:gd name="T41" fmla="*/ 83 h 449"/>
              <a:gd name="T42" fmla="*/ 189 w 193"/>
              <a:gd name="T43" fmla="*/ 292 h 449"/>
              <a:gd name="T44" fmla="*/ 165 w 193"/>
              <a:gd name="T45" fmla="*/ 409 h 449"/>
              <a:gd name="T46" fmla="*/ 145 w 193"/>
              <a:gd name="T47" fmla="*/ 428 h 449"/>
              <a:gd name="T48" fmla="*/ 134 w 193"/>
              <a:gd name="T49" fmla="*/ 415 h 449"/>
              <a:gd name="T50" fmla="*/ 131 w 193"/>
              <a:gd name="T51" fmla="*/ 367 h 449"/>
              <a:gd name="T52" fmla="*/ 124 w 193"/>
              <a:gd name="T53" fmla="*/ 264 h 449"/>
              <a:gd name="T54" fmla="*/ 102 w 193"/>
              <a:gd name="T55" fmla="*/ 280 h 449"/>
              <a:gd name="T56" fmla="*/ 81 w 193"/>
              <a:gd name="T57" fmla="*/ 296 h 449"/>
              <a:gd name="T58" fmla="*/ 59 w 193"/>
              <a:gd name="T59" fmla="*/ 331 h 449"/>
              <a:gd name="T60" fmla="*/ 31 w 193"/>
              <a:gd name="T61" fmla="*/ 373 h 449"/>
              <a:gd name="T62" fmla="*/ 46 w 193"/>
              <a:gd name="T63" fmla="*/ 382 h 449"/>
              <a:gd name="T64" fmla="*/ 78 w 193"/>
              <a:gd name="T65" fmla="*/ 363 h 449"/>
              <a:gd name="T66" fmla="*/ 114 w 193"/>
              <a:gd name="T67" fmla="*/ 346 h 449"/>
              <a:gd name="T68" fmla="*/ 133 w 193"/>
              <a:gd name="T69" fmla="*/ 325 h 449"/>
              <a:gd name="T70" fmla="*/ 132 w 193"/>
              <a:gd name="T71" fmla="*/ 255 h 449"/>
            </a:gdLst>
            <a:rect l="0" t="0" r="r" b="b"/>
            <a:pathLst>
              <a:path w="193" h="449">
                <a:moveTo>
                  <a:pt x="131" y="367"/>
                </a:moveTo>
                <a:cubicBezTo>
                  <a:pt x="129" y="369"/>
                  <a:pt x="128" y="370"/>
                  <a:pt x="127" y="371"/>
                </a:cubicBezTo>
                <a:cubicBezTo>
                  <a:pt x="112" y="385"/>
                  <a:pt x="97" y="397"/>
                  <a:pt x="80" y="408"/>
                </a:cubicBezTo>
                <a:cubicBezTo>
                  <a:pt x="74" y="411"/>
                  <a:pt x="69" y="414"/>
                  <a:pt x="63" y="417"/>
                </a:cubicBezTo>
                <a:cubicBezTo>
                  <a:pt x="61" y="419"/>
                  <a:pt x="59" y="420"/>
                  <a:pt x="57" y="422"/>
                </a:cubicBezTo>
                <a:cubicBezTo>
                  <a:pt x="54" y="426"/>
                  <a:pt x="50" y="430"/>
                  <a:pt x="47" y="433"/>
                </a:cubicBezTo>
                <a:cubicBezTo>
                  <a:pt x="44" y="436"/>
                  <a:pt x="41" y="439"/>
                  <a:pt x="38" y="441"/>
                </a:cubicBezTo>
                <a:cubicBezTo>
                  <a:pt x="27" y="449"/>
                  <a:pt x="13" y="446"/>
                  <a:pt x="7" y="434"/>
                </a:cubicBezTo>
                <a:cubicBezTo>
                  <a:pt x="4" y="428"/>
                  <a:pt x="2" y="421"/>
                  <a:pt x="1" y="415"/>
                </a:cubicBezTo>
                <a:cubicBezTo>
                  <a:pt x="0" y="404"/>
                  <a:pt x="0" y="394"/>
                  <a:pt x="1" y="383"/>
                </a:cubicBezTo>
                <a:cubicBezTo>
                  <a:pt x="2" y="379"/>
                  <a:pt x="3" y="374"/>
                  <a:pt x="7" y="372"/>
                </a:cubicBezTo>
                <a:cubicBezTo>
                  <a:pt x="20" y="361"/>
                  <a:pt x="28" y="346"/>
                  <a:pt x="33" y="331"/>
                </a:cubicBezTo>
                <a:cubicBezTo>
                  <a:pt x="36" y="325"/>
                  <a:pt x="37" y="319"/>
                  <a:pt x="39" y="313"/>
                </a:cubicBezTo>
                <a:cubicBezTo>
                  <a:pt x="42" y="304"/>
                  <a:pt x="45" y="294"/>
                  <a:pt x="49" y="286"/>
                </a:cubicBezTo>
                <a:cubicBezTo>
                  <a:pt x="56" y="272"/>
                  <a:pt x="56" y="258"/>
                  <a:pt x="53" y="244"/>
                </a:cubicBezTo>
                <a:cubicBezTo>
                  <a:pt x="52" y="240"/>
                  <a:pt x="51" y="237"/>
                  <a:pt x="50" y="233"/>
                </a:cubicBezTo>
                <a:cubicBezTo>
                  <a:pt x="49" y="229"/>
                  <a:pt x="47" y="225"/>
                  <a:pt x="44" y="221"/>
                </a:cubicBezTo>
                <a:cubicBezTo>
                  <a:pt x="42" y="217"/>
                  <a:pt x="39" y="212"/>
                  <a:pt x="38" y="207"/>
                </a:cubicBezTo>
                <a:cubicBezTo>
                  <a:pt x="36" y="202"/>
                  <a:pt x="38" y="199"/>
                  <a:pt x="44" y="199"/>
                </a:cubicBezTo>
                <a:cubicBezTo>
                  <a:pt x="48" y="199"/>
                  <a:pt x="51" y="199"/>
                  <a:pt x="54" y="201"/>
                </a:cubicBezTo>
                <a:cubicBezTo>
                  <a:pt x="55" y="202"/>
                  <a:pt x="56" y="203"/>
                  <a:pt x="57" y="203"/>
                </a:cubicBezTo>
                <a:cubicBezTo>
                  <a:pt x="62" y="208"/>
                  <a:pt x="68" y="209"/>
                  <a:pt x="75" y="209"/>
                </a:cubicBezTo>
                <a:cubicBezTo>
                  <a:pt x="83" y="209"/>
                  <a:pt x="90" y="212"/>
                  <a:pt x="96" y="218"/>
                </a:cubicBezTo>
                <a:cubicBezTo>
                  <a:pt x="99" y="221"/>
                  <a:pt x="103" y="223"/>
                  <a:pt x="107" y="223"/>
                </a:cubicBezTo>
                <a:cubicBezTo>
                  <a:pt x="110" y="223"/>
                  <a:pt x="112" y="224"/>
                  <a:pt x="115" y="225"/>
                </a:cubicBezTo>
                <a:cubicBezTo>
                  <a:pt x="120" y="226"/>
                  <a:pt x="124" y="229"/>
                  <a:pt x="126" y="233"/>
                </a:cubicBezTo>
                <a:cubicBezTo>
                  <a:pt x="126" y="234"/>
                  <a:pt x="127" y="235"/>
                  <a:pt x="128" y="236"/>
                </a:cubicBezTo>
                <a:cubicBezTo>
                  <a:pt x="131" y="236"/>
                  <a:pt x="132" y="234"/>
                  <a:pt x="133" y="231"/>
                </a:cubicBezTo>
                <a:cubicBezTo>
                  <a:pt x="134" y="229"/>
                  <a:pt x="134" y="227"/>
                  <a:pt x="134" y="225"/>
                </a:cubicBezTo>
                <a:cubicBezTo>
                  <a:pt x="134" y="217"/>
                  <a:pt x="134" y="208"/>
                  <a:pt x="135" y="200"/>
                </a:cubicBezTo>
                <a:cubicBezTo>
                  <a:pt x="137" y="176"/>
                  <a:pt x="139" y="151"/>
                  <a:pt x="137" y="127"/>
                </a:cubicBezTo>
                <a:cubicBezTo>
                  <a:pt x="137" y="118"/>
                  <a:pt x="135" y="109"/>
                  <a:pt x="133" y="99"/>
                </a:cubicBezTo>
                <a:cubicBezTo>
                  <a:pt x="132" y="90"/>
                  <a:pt x="127" y="81"/>
                  <a:pt x="121" y="74"/>
                </a:cubicBezTo>
                <a:cubicBezTo>
                  <a:pt x="116" y="67"/>
                  <a:pt x="111" y="61"/>
                  <a:pt x="105" y="55"/>
                </a:cubicBezTo>
                <a:cubicBezTo>
                  <a:pt x="98" y="46"/>
                  <a:pt x="90" y="36"/>
                  <a:pt x="83" y="27"/>
                </a:cubicBezTo>
                <a:cubicBezTo>
                  <a:pt x="79" y="22"/>
                  <a:pt x="77" y="15"/>
                  <a:pt x="77" y="9"/>
                </a:cubicBezTo>
                <a:cubicBezTo>
                  <a:pt x="77" y="3"/>
                  <a:pt x="80" y="0"/>
                  <a:pt x="86" y="2"/>
                </a:cubicBezTo>
                <a:cubicBezTo>
                  <a:pt x="89" y="2"/>
                  <a:pt x="92" y="4"/>
                  <a:pt x="95" y="6"/>
                </a:cubicBezTo>
                <a:cubicBezTo>
                  <a:pt x="105" y="15"/>
                  <a:pt x="116" y="22"/>
                  <a:pt x="128" y="28"/>
                </a:cubicBezTo>
                <a:cubicBezTo>
                  <a:pt x="141" y="35"/>
                  <a:pt x="154" y="43"/>
                  <a:pt x="165" y="52"/>
                </a:cubicBezTo>
                <a:cubicBezTo>
                  <a:pt x="172" y="58"/>
                  <a:pt x="179" y="64"/>
                  <a:pt x="184" y="72"/>
                </a:cubicBezTo>
                <a:cubicBezTo>
                  <a:pt x="186" y="75"/>
                  <a:pt x="188" y="78"/>
                  <a:pt x="189" y="83"/>
                </a:cubicBezTo>
                <a:cubicBezTo>
                  <a:pt x="192" y="122"/>
                  <a:pt x="193" y="162"/>
                  <a:pt x="193" y="202"/>
                </a:cubicBezTo>
                <a:cubicBezTo>
                  <a:pt x="193" y="232"/>
                  <a:pt x="192" y="262"/>
                  <a:pt x="189" y="292"/>
                </a:cubicBezTo>
                <a:cubicBezTo>
                  <a:pt x="186" y="321"/>
                  <a:pt x="183" y="350"/>
                  <a:pt x="176" y="378"/>
                </a:cubicBezTo>
                <a:cubicBezTo>
                  <a:pt x="173" y="388"/>
                  <a:pt x="170" y="399"/>
                  <a:pt x="165" y="409"/>
                </a:cubicBezTo>
                <a:cubicBezTo>
                  <a:pt x="162" y="414"/>
                  <a:pt x="159" y="419"/>
                  <a:pt x="155" y="423"/>
                </a:cubicBezTo>
                <a:cubicBezTo>
                  <a:pt x="152" y="426"/>
                  <a:pt x="149" y="428"/>
                  <a:pt x="145" y="428"/>
                </a:cubicBezTo>
                <a:cubicBezTo>
                  <a:pt x="140" y="429"/>
                  <a:pt x="136" y="427"/>
                  <a:pt x="135" y="422"/>
                </a:cubicBezTo>
                <a:cubicBezTo>
                  <a:pt x="135" y="420"/>
                  <a:pt x="135" y="418"/>
                  <a:pt x="134" y="415"/>
                </a:cubicBezTo>
                <a:cubicBezTo>
                  <a:pt x="134" y="407"/>
                  <a:pt x="135" y="399"/>
                  <a:pt x="135" y="391"/>
                </a:cubicBezTo>
                <a:cubicBezTo>
                  <a:pt x="134" y="383"/>
                  <a:pt x="134" y="375"/>
                  <a:pt x="131" y="367"/>
                </a:cubicBezTo>
                <a:close/>
                <a:moveTo>
                  <a:pt x="132" y="255"/>
                </a:moveTo>
                <a:cubicBezTo>
                  <a:pt x="127" y="257"/>
                  <a:pt x="125" y="260"/>
                  <a:pt x="124" y="264"/>
                </a:cubicBezTo>
                <a:cubicBezTo>
                  <a:pt x="123" y="267"/>
                  <a:pt x="122" y="271"/>
                  <a:pt x="119" y="273"/>
                </a:cubicBezTo>
                <a:cubicBezTo>
                  <a:pt x="114" y="277"/>
                  <a:pt x="108" y="280"/>
                  <a:pt x="102" y="280"/>
                </a:cubicBezTo>
                <a:cubicBezTo>
                  <a:pt x="97" y="280"/>
                  <a:pt x="94" y="282"/>
                  <a:pt x="91" y="285"/>
                </a:cubicBezTo>
                <a:cubicBezTo>
                  <a:pt x="87" y="289"/>
                  <a:pt x="84" y="292"/>
                  <a:pt x="81" y="296"/>
                </a:cubicBezTo>
                <a:cubicBezTo>
                  <a:pt x="78" y="299"/>
                  <a:pt x="76" y="302"/>
                  <a:pt x="75" y="305"/>
                </a:cubicBezTo>
                <a:cubicBezTo>
                  <a:pt x="71" y="315"/>
                  <a:pt x="66" y="323"/>
                  <a:pt x="59" y="331"/>
                </a:cubicBezTo>
                <a:cubicBezTo>
                  <a:pt x="54" y="337"/>
                  <a:pt x="50" y="343"/>
                  <a:pt x="45" y="349"/>
                </a:cubicBezTo>
                <a:cubicBezTo>
                  <a:pt x="39" y="356"/>
                  <a:pt x="34" y="364"/>
                  <a:pt x="31" y="373"/>
                </a:cubicBezTo>
                <a:cubicBezTo>
                  <a:pt x="29" y="377"/>
                  <a:pt x="29" y="379"/>
                  <a:pt x="34" y="381"/>
                </a:cubicBezTo>
                <a:cubicBezTo>
                  <a:pt x="38" y="382"/>
                  <a:pt x="42" y="383"/>
                  <a:pt x="46" y="382"/>
                </a:cubicBezTo>
                <a:cubicBezTo>
                  <a:pt x="53" y="381"/>
                  <a:pt x="59" y="378"/>
                  <a:pt x="64" y="374"/>
                </a:cubicBezTo>
                <a:cubicBezTo>
                  <a:pt x="69" y="371"/>
                  <a:pt x="73" y="367"/>
                  <a:pt x="78" y="363"/>
                </a:cubicBezTo>
                <a:cubicBezTo>
                  <a:pt x="81" y="361"/>
                  <a:pt x="83" y="359"/>
                  <a:pt x="87" y="358"/>
                </a:cubicBezTo>
                <a:cubicBezTo>
                  <a:pt x="97" y="356"/>
                  <a:pt x="106" y="351"/>
                  <a:pt x="114" y="346"/>
                </a:cubicBezTo>
                <a:cubicBezTo>
                  <a:pt x="119" y="343"/>
                  <a:pt x="123" y="340"/>
                  <a:pt x="127" y="338"/>
                </a:cubicBezTo>
                <a:cubicBezTo>
                  <a:pt x="131" y="335"/>
                  <a:pt x="133" y="331"/>
                  <a:pt x="133" y="325"/>
                </a:cubicBezTo>
                <a:cubicBezTo>
                  <a:pt x="132" y="304"/>
                  <a:pt x="132" y="282"/>
                  <a:pt x="132" y="260"/>
                </a:cubicBezTo>
                <a:cubicBezTo>
                  <a:pt x="132" y="259"/>
                  <a:pt x="132" y="257"/>
                  <a:pt x="132" y="25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1" name="Freeform 12">
            <a:extLst xmlns:a="http://schemas.openxmlformats.org/drawingml/2006/main">
              <a:ext uri="{FF2B5EF4-FFF2-40B4-BE49-F238E27FC236}">
                <a16:creationId xmlns:a16="http://schemas.microsoft.com/office/drawing/2014/main" id="{3E27B788-F091-4554-B6A4-A93E82570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0994" y="431437"/>
            <a:ext cx="115759" cy="160238"/>
          </a:xfrm>
          <a:custGeom xmlns:a="http://schemas.openxmlformats.org/drawingml/2006/main">
            <a:gdLst>
              <a:gd name="T0" fmla="*/ 34 w 229"/>
              <a:gd name="T1" fmla="*/ 0 h 316"/>
              <a:gd name="T2" fmla="*/ 37 w 229"/>
              <a:gd name="T3" fmla="*/ 2 h 316"/>
              <a:gd name="T4" fmla="*/ 69 w 229"/>
              <a:gd name="T5" fmla="*/ 32 h 316"/>
              <a:gd name="T6" fmla="*/ 73 w 229"/>
              <a:gd name="T7" fmla="*/ 38 h 316"/>
              <a:gd name="T8" fmla="*/ 99 w 229"/>
              <a:gd name="T9" fmla="*/ 117 h 316"/>
              <a:gd name="T10" fmla="*/ 101 w 229"/>
              <a:gd name="T11" fmla="*/ 128 h 316"/>
              <a:gd name="T12" fmla="*/ 112 w 229"/>
              <a:gd name="T13" fmla="*/ 132 h 316"/>
              <a:gd name="T14" fmla="*/ 120 w 229"/>
              <a:gd name="T15" fmla="*/ 127 h 316"/>
              <a:gd name="T16" fmla="*/ 145 w 229"/>
              <a:gd name="T17" fmla="*/ 109 h 316"/>
              <a:gd name="T18" fmla="*/ 148 w 229"/>
              <a:gd name="T19" fmla="*/ 103 h 316"/>
              <a:gd name="T20" fmla="*/ 148 w 229"/>
              <a:gd name="T21" fmla="*/ 80 h 316"/>
              <a:gd name="T22" fmla="*/ 159 w 229"/>
              <a:gd name="T23" fmla="*/ 69 h 316"/>
              <a:gd name="T24" fmla="*/ 162 w 229"/>
              <a:gd name="T25" fmla="*/ 71 h 316"/>
              <a:gd name="T26" fmla="*/ 164 w 229"/>
              <a:gd name="T27" fmla="*/ 75 h 316"/>
              <a:gd name="T28" fmla="*/ 171 w 229"/>
              <a:gd name="T29" fmla="*/ 86 h 316"/>
              <a:gd name="T30" fmla="*/ 204 w 229"/>
              <a:gd name="T31" fmla="*/ 104 h 316"/>
              <a:gd name="T32" fmla="*/ 209 w 229"/>
              <a:gd name="T33" fmla="*/ 112 h 316"/>
              <a:gd name="T34" fmla="*/ 169 w 229"/>
              <a:gd name="T35" fmla="*/ 170 h 316"/>
              <a:gd name="T36" fmla="*/ 128 w 229"/>
              <a:gd name="T37" fmla="*/ 175 h 316"/>
              <a:gd name="T38" fmla="*/ 114 w 229"/>
              <a:gd name="T39" fmla="*/ 190 h 316"/>
              <a:gd name="T40" fmla="*/ 115 w 229"/>
              <a:gd name="T41" fmla="*/ 196 h 316"/>
              <a:gd name="T42" fmla="*/ 115 w 229"/>
              <a:gd name="T43" fmla="*/ 219 h 316"/>
              <a:gd name="T44" fmla="*/ 109 w 229"/>
              <a:gd name="T45" fmla="*/ 226 h 316"/>
              <a:gd name="T46" fmla="*/ 89 w 229"/>
              <a:gd name="T47" fmla="*/ 246 h 316"/>
              <a:gd name="T48" fmla="*/ 95 w 229"/>
              <a:gd name="T49" fmla="*/ 260 h 316"/>
              <a:gd name="T50" fmla="*/ 113 w 229"/>
              <a:gd name="T51" fmla="*/ 259 h 316"/>
              <a:gd name="T52" fmla="*/ 148 w 229"/>
              <a:gd name="T53" fmla="*/ 248 h 316"/>
              <a:gd name="T54" fmla="*/ 170 w 229"/>
              <a:gd name="T55" fmla="*/ 243 h 316"/>
              <a:gd name="T56" fmla="*/ 187 w 229"/>
              <a:gd name="T57" fmla="*/ 237 h 316"/>
              <a:gd name="T58" fmla="*/ 212 w 229"/>
              <a:gd name="T59" fmla="*/ 229 h 316"/>
              <a:gd name="T60" fmla="*/ 220 w 229"/>
              <a:gd name="T61" fmla="*/ 229 h 316"/>
              <a:gd name="T62" fmla="*/ 227 w 229"/>
              <a:gd name="T63" fmla="*/ 241 h 316"/>
              <a:gd name="T64" fmla="*/ 214 w 229"/>
              <a:gd name="T65" fmla="*/ 267 h 316"/>
              <a:gd name="T66" fmla="*/ 203 w 229"/>
              <a:gd name="T67" fmla="*/ 277 h 316"/>
              <a:gd name="T68" fmla="*/ 174 w 229"/>
              <a:gd name="T69" fmla="*/ 289 h 316"/>
              <a:gd name="T70" fmla="*/ 140 w 229"/>
              <a:gd name="T71" fmla="*/ 298 h 316"/>
              <a:gd name="T72" fmla="*/ 127 w 229"/>
              <a:gd name="T73" fmla="*/ 298 h 316"/>
              <a:gd name="T74" fmla="*/ 116 w 229"/>
              <a:gd name="T75" fmla="*/ 301 h 316"/>
              <a:gd name="T76" fmla="*/ 55 w 229"/>
              <a:gd name="T77" fmla="*/ 304 h 316"/>
              <a:gd name="T78" fmla="*/ 44 w 229"/>
              <a:gd name="T79" fmla="*/ 292 h 316"/>
              <a:gd name="T80" fmla="*/ 27 w 229"/>
              <a:gd name="T81" fmla="*/ 257 h 316"/>
              <a:gd name="T82" fmla="*/ 25 w 229"/>
              <a:gd name="T83" fmla="*/ 252 h 316"/>
              <a:gd name="T84" fmla="*/ 18 w 229"/>
              <a:gd name="T85" fmla="*/ 217 h 316"/>
              <a:gd name="T86" fmla="*/ 18 w 229"/>
              <a:gd name="T87" fmla="*/ 210 h 316"/>
              <a:gd name="T88" fmla="*/ 1 w 229"/>
              <a:gd name="T89" fmla="*/ 140 h 316"/>
              <a:gd name="T90" fmla="*/ 0 w 229"/>
              <a:gd name="T91" fmla="*/ 134 h 316"/>
              <a:gd name="T92" fmla="*/ 18 w 229"/>
              <a:gd name="T93" fmla="*/ 50 h 316"/>
              <a:gd name="T94" fmla="*/ 32 w 229"/>
              <a:gd name="T95" fmla="*/ 4 h 316"/>
              <a:gd name="T96" fmla="*/ 34 w 229"/>
              <a:gd name="T97" fmla="*/ 0 h 316"/>
            </a:gdLst>
            <a:rect l="0" t="0" r="r" b="b"/>
            <a:pathLst>
              <a:path w="229" h="316">
                <a:moveTo>
                  <a:pt x="34" y="0"/>
                </a:moveTo>
                <a:cubicBezTo>
                  <a:pt x="35" y="1"/>
                  <a:pt x="36" y="2"/>
                  <a:pt x="37" y="2"/>
                </a:cubicBezTo>
                <a:cubicBezTo>
                  <a:pt x="48" y="12"/>
                  <a:pt x="58" y="22"/>
                  <a:pt x="69" y="32"/>
                </a:cubicBezTo>
                <a:cubicBezTo>
                  <a:pt x="71" y="34"/>
                  <a:pt x="72" y="36"/>
                  <a:pt x="73" y="38"/>
                </a:cubicBezTo>
                <a:cubicBezTo>
                  <a:pt x="86" y="63"/>
                  <a:pt x="94" y="89"/>
                  <a:pt x="99" y="117"/>
                </a:cubicBezTo>
                <a:cubicBezTo>
                  <a:pt x="99" y="120"/>
                  <a:pt x="100" y="124"/>
                  <a:pt x="101" y="128"/>
                </a:cubicBezTo>
                <a:cubicBezTo>
                  <a:pt x="103" y="133"/>
                  <a:pt x="107" y="134"/>
                  <a:pt x="112" y="132"/>
                </a:cubicBezTo>
                <a:cubicBezTo>
                  <a:pt x="115" y="130"/>
                  <a:pt x="117" y="129"/>
                  <a:pt x="120" y="127"/>
                </a:cubicBezTo>
                <a:cubicBezTo>
                  <a:pt x="128" y="121"/>
                  <a:pt x="136" y="115"/>
                  <a:pt x="145" y="109"/>
                </a:cubicBezTo>
                <a:cubicBezTo>
                  <a:pt x="147" y="108"/>
                  <a:pt x="148" y="106"/>
                  <a:pt x="148" y="103"/>
                </a:cubicBezTo>
                <a:cubicBezTo>
                  <a:pt x="148" y="95"/>
                  <a:pt x="148" y="88"/>
                  <a:pt x="148" y="80"/>
                </a:cubicBezTo>
                <a:cubicBezTo>
                  <a:pt x="148" y="75"/>
                  <a:pt x="153" y="69"/>
                  <a:pt x="159" y="69"/>
                </a:cubicBezTo>
                <a:cubicBezTo>
                  <a:pt x="160" y="69"/>
                  <a:pt x="162" y="70"/>
                  <a:pt x="162" y="71"/>
                </a:cubicBezTo>
                <a:cubicBezTo>
                  <a:pt x="163" y="72"/>
                  <a:pt x="164" y="73"/>
                  <a:pt x="164" y="75"/>
                </a:cubicBezTo>
                <a:cubicBezTo>
                  <a:pt x="164" y="79"/>
                  <a:pt x="167" y="83"/>
                  <a:pt x="171" y="86"/>
                </a:cubicBezTo>
                <a:cubicBezTo>
                  <a:pt x="181" y="94"/>
                  <a:pt x="192" y="100"/>
                  <a:pt x="204" y="104"/>
                </a:cubicBezTo>
                <a:cubicBezTo>
                  <a:pt x="208" y="106"/>
                  <a:pt x="209" y="108"/>
                  <a:pt x="209" y="112"/>
                </a:cubicBezTo>
                <a:cubicBezTo>
                  <a:pt x="210" y="140"/>
                  <a:pt x="196" y="160"/>
                  <a:pt x="169" y="170"/>
                </a:cubicBezTo>
                <a:cubicBezTo>
                  <a:pt x="156" y="175"/>
                  <a:pt x="142" y="177"/>
                  <a:pt x="128" y="175"/>
                </a:cubicBezTo>
                <a:cubicBezTo>
                  <a:pt x="119" y="173"/>
                  <a:pt x="112" y="182"/>
                  <a:pt x="114" y="190"/>
                </a:cubicBezTo>
                <a:cubicBezTo>
                  <a:pt x="114" y="192"/>
                  <a:pt x="115" y="194"/>
                  <a:pt x="115" y="196"/>
                </a:cubicBezTo>
                <a:cubicBezTo>
                  <a:pt x="118" y="203"/>
                  <a:pt x="118" y="211"/>
                  <a:pt x="115" y="219"/>
                </a:cubicBezTo>
                <a:cubicBezTo>
                  <a:pt x="114" y="222"/>
                  <a:pt x="112" y="224"/>
                  <a:pt x="109" y="226"/>
                </a:cubicBezTo>
                <a:cubicBezTo>
                  <a:pt x="101" y="231"/>
                  <a:pt x="95" y="238"/>
                  <a:pt x="89" y="246"/>
                </a:cubicBezTo>
                <a:cubicBezTo>
                  <a:pt x="84" y="254"/>
                  <a:pt x="85" y="258"/>
                  <a:pt x="95" y="260"/>
                </a:cubicBezTo>
                <a:cubicBezTo>
                  <a:pt x="101" y="261"/>
                  <a:pt x="107" y="261"/>
                  <a:pt x="113" y="259"/>
                </a:cubicBezTo>
                <a:cubicBezTo>
                  <a:pt x="125" y="256"/>
                  <a:pt x="137" y="252"/>
                  <a:pt x="148" y="248"/>
                </a:cubicBezTo>
                <a:cubicBezTo>
                  <a:pt x="155" y="245"/>
                  <a:pt x="162" y="243"/>
                  <a:pt x="170" y="243"/>
                </a:cubicBezTo>
                <a:cubicBezTo>
                  <a:pt x="176" y="242"/>
                  <a:pt x="182" y="240"/>
                  <a:pt x="187" y="237"/>
                </a:cubicBezTo>
                <a:cubicBezTo>
                  <a:pt x="195" y="234"/>
                  <a:pt x="203" y="230"/>
                  <a:pt x="212" y="229"/>
                </a:cubicBezTo>
                <a:cubicBezTo>
                  <a:pt x="214" y="229"/>
                  <a:pt x="217" y="229"/>
                  <a:pt x="220" y="229"/>
                </a:cubicBezTo>
                <a:cubicBezTo>
                  <a:pt x="226" y="230"/>
                  <a:pt x="229" y="236"/>
                  <a:pt x="227" y="241"/>
                </a:cubicBezTo>
                <a:cubicBezTo>
                  <a:pt x="223" y="250"/>
                  <a:pt x="218" y="259"/>
                  <a:pt x="214" y="267"/>
                </a:cubicBezTo>
                <a:cubicBezTo>
                  <a:pt x="211" y="271"/>
                  <a:pt x="207" y="274"/>
                  <a:pt x="203" y="277"/>
                </a:cubicBezTo>
                <a:cubicBezTo>
                  <a:pt x="194" y="282"/>
                  <a:pt x="184" y="286"/>
                  <a:pt x="174" y="289"/>
                </a:cubicBezTo>
                <a:cubicBezTo>
                  <a:pt x="163" y="292"/>
                  <a:pt x="151" y="295"/>
                  <a:pt x="140" y="298"/>
                </a:cubicBezTo>
                <a:cubicBezTo>
                  <a:pt x="136" y="299"/>
                  <a:pt x="131" y="298"/>
                  <a:pt x="127" y="298"/>
                </a:cubicBezTo>
                <a:cubicBezTo>
                  <a:pt x="122" y="298"/>
                  <a:pt x="119" y="299"/>
                  <a:pt x="116" y="301"/>
                </a:cubicBezTo>
                <a:cubicBezTo>
                  <a:pt x="97" y="315"/>
                  <a:pt x="74" y="316"/>
                  <a:pt x="55" y="304"/>
                </a:cubicBezTo>
                <a:cubicBezTo>
                  <a:pt x="51" y="301"/>
                  <a:pt x="47" y="297"/>
                  <a:pt x="44" y="292"/>
                </a:cubicBezTo>
                <a:cubicBezTo>
                  <a:pt x="37" y="281"/>
                  <a:pt x="32" y="269"/>
                  <a:pt x="27" y="257"/>
                </a:cubicBezTo>
                <a:cubicBezTo>
                  <a:pt x="26" y="255"/>
                  <a:pt x="26" y="254"/>
                  <a:pt x="25" y="252"/>
                </a:cubicBezTo>
                <a:cubicBezTo>
                  <a:pt x="20" y="241"/>
                  <a:pt x="17" y="230"/>
                  <a:pt x="18" y="217"/>
                </a:cubicBezTo>
                <a:cubicBezTo>
                  <a:pt x="19" y="215"/>
                  <a:pt x="18" y="213"/>
                  <a:pt x="18" y="210"/>
                </a:cubicBezTo>
                <a:cubicBezTo>
                  <a:pt x="12" y="187"/>
                  <a:pt x="6" y="163"/>
                  <a:pt x="1" y="140"/>
                </a:cubicBezTo>
                <a:cubicBezTo>
                  <a:pt x="0" y="138"/>
                  <a:pt x="0" y="136"/>
                  <a:pt x="0" y="134"/>
                </a:cubicBezTo>
                <a:cubicBezTo>
                  <a:pt x="6" y="106"/>
                  <a:pt x="12" y="78"/>
                  <a:pt x="18" y="50"/>
                </a:cubicBezTo>
                <a:cubicBezTo>
                  <a:pt x="22" y="35"/>
                  <a:pt x="26" y="19"/>
                  <a:pt x="32" y="4"/>
                </a:cubicBezTo>
                <a:cubicBezTo>
                  <a:pt x="33" y="2"/>
                  <a:pt x="33" y="1"/>
                  <a:pt x="3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2" name="Freeform 13">
            <a:extLst xmlns:a="http://schemas.openxmlformats.org/drawingml/2006/main">
              <a:ext uri="{FF2B5EF4-FFF2-40B4-BE49-F238E27FC236}">
                <a16:creationId xmlns:a16="http://schemas.microsoft.com/office/drawing/2014/main" id="{6B50B587-8A65-48BF-83D5-D1B28F5E8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5489" y="493594"/>
            <a:ext cx="137428" cy="152255"/>
          </a:xfrm>
          <a:custGeom xmlns:a="http://schemas.openxmlformats.org/drawingml/2006/main">
            <a:gdLst>
              <a:gd name="T0" fmla="*/ 194 w 271"/>
              <a:gd name="T1" fmla="*/ 98 h 300"/>
              <a:gd name="T2" fmla="*/ 236 w 271"/>
              <a:gd name="T3" fmla="*/ 96 h 300"/>
              <a:gd name="T4" fmla="*/ 237 w 271"/>
              <a:gd name="T5" fmla="*/ 111 h 300"/>
              <a:gd name="T6" fmla="*/ 175 w 271"/>
              <a:gd name="T7" fmla="*/ 150 h 300"/>
              <a:gd name="T8" fmla="*/ 169 w 271"/>
              <a:gd name="T9" fmla="*/ 195 h 300"/>
              <a:gd name="T10" fmla="*/ 177 w 271"/>
              <a:gd name="T11" fmla="*/ 299 h 300"/>
              <a:gd name="T12" fmla="*/ 159 w 271"/>
              <a:gd name="T13" fmla="*/ 285 h 300"/>
              <a:gd name="T14" fmla="*/ 150 w 271"/>
              <a:gd name="T15" fmla="*/ 266 h 300"/>
              <a:gd name="T16" fmla="*/ 133 w 271"/>
              <a:gd name="T17" fmla="*/ 260 h 300"/>
              <a:gd name="T18" fmla="*/ 132 w 271"/>
              <a:gd name="T19" fmla="*/ 243 h 300"/>
              <a:gd name="T20" fmla="*/ 149 w 271"/>
              <a:gd name="T21" fmla="*/ 232 h 300"/>
              <a:gd name="T22" fmla="*/ 139 w 271"/>
              <a:gd name="T23" fmla="*/ 197 h 300"/>
              <a:gd name="T24" fmla="*/ 117 w 271"/>
              <a:gd name="T25" fmla="*/ 216 h 300"/>
              <a:gd name="T26" fmla="*/ 101 w 271"/>
              <a:gd name="T27" fmla="*/ 235 h 300"/>
              <a:gd name="T28" fmla="*/ 26 w 271"/>
              <a:gd name="T29" fmla="*/ 293 h 300"/>
              <a:gd name="T30" fmla="*/ 0 w 271"/>
              <a:gd name="T31" fmla="*/ 243 h 300"/>
              <a:gd name="T32" fmla="*/ 9 w 271"/>
              <a:gd name="T33" fmla="*/ 237 h 300"/>
              <a:gd name="T34" fmla="*/ 32 w 271"/>
              <a:gd name="T35" fmla="*/ 234 h 300"/>
              <a:gd name="T36" fmla="*/ 59 w 271"/>
              <a:gd name="T37" fmla="*/ 219 h 300"/>
              <a:gd name="T38" fmla="*/ 116 w 271"/>
              <a:gd name="T39" fmla="*/ 185 h 300"/>
              <a:gd name="T40" fmla="*/ 145 w 271"/>
              <a:gd name="T41" fmla="*/ 155 h 300"/>
              <a:gd name="T42" fmla="*/ 133 w 271"/>
              <a:gd name="T43" fmla="*/ 142 h 300"/>
              <a:gd name="T44" fmla="*/ 145 w 271"/>
              <a:gd name="T45" fmla="*/ 112 h 300"/>
              <a:gd name="T46" fmla="*/ 143 w 271"/>
              <a:gd name="T47" fmla="*/ 104 h 300"/>
              <a:gd name="T48" fmla="*/ 124 w 271"/>
              <a:gd name="T49" fmla="*/ 108 h 300"/>
              <a:gd name="T50" fmla="*/ 121 w 271"/>
              <a:gd name="T51" fmla="*/ 140 h 300"/>
              <a:gd name="T52" fmla="*/ 87 w 271"/>
              <a:gd name="T53" fmla="*/ 188 h 300"/>
              <a:gd name="T54" fmla="*/ 73 w 271"/>
              <a:gd name="T55" fmla="*/ 176 h 300"/>
              <a:gd name="T56" fmla="*/ 67 w 271"/>
              <a:gd name="T57" fmla="*/ 159 h 300"/>
              <a:gd name="T58" fmla="*/ 66 w 271"/>
              <a:gd name="T59" fmla="*/ 63 h 300"/>
              <a:gd name="T60" fmla="*/ 72 w 271"/>
              <a:gd name="T61" fmla="*/ 47 h 300"/>
              <a:gd name="T62" fmla="*/ 88 w 271"/>
              <a:gd name="T63" fmla="*/ 55 h 300"/>
              <a:gd name="T64" fmla="*/ 109 w 271"/>
              <a:gd name="T65" fmla="*/ 63 h 300"/>
              <a:gd name="T66" fmla="*/ 160 w 271"/>
              <a:gd name="T67" fmla="*/ 28 h 300"/>
              <a:gd name="T68" fmla="*/ 187 w 271"/>
              <a:gd name="T69" fmla="*/ 16 h 300"/>
              <a:gd name="T70" fmla="*/ 258 w 271"/>
              <a:gd name="T71" fmla="*/ 4 h 300"/>
              <a:gd name="T72" fmla="*/ 271 w 271"/>
              <a:gd name="T73" fmla="*/ 16 h 300"/>
              <a:gd name="T74" fmla="*/ 248 w 271"/>
              <a:gd name="T75" fmla="*/ 37 h 300"/>
              <a:gd name="T76" fmla="*/ 215 w 271"/>
              <a:gd name="T77" fmla="*/ 67 h 300"/>
              <a:gd name="T78" fmla="*/ 186 w 271"/>
              <a:gd name="T79" fmla="*/ 95 h 300"/>
            </a:gdLst>
            <a:rect l="0" t="0" r="r" b="b"/>
            <a:pathLst>
              <a:path w="271" h="300">
                <a:moveTo>
                  <a:pt x="185" y="102"/>
                </a:moveTo>
                <a:cubicBezTo>
                  <a:pt x="188" y="101"/>
                  <a:pt x="191" y="99"/>
                  <a:pt x="194" y="98"/>
                </a:cubicBezTo>
                <a:cubicBezTo>
                  <a:pt x="200" y="94"/>
                  <a:pt x="206" y="91"/>
                  <a:pt x="213" y="90"/>
                </a:cubicBezTo>
                <a:cubicBezTo>
                  <a:pt x="221" y="89"/>
                  <a:pt x="229" y="92"/>
                  <a:pt x="236" y="96"/>
                </a:cubicBezTo>
                <a:cubicBezTo>
                  <a:pt x="237" y="97"/>
                  <a:pt x="238" y="98"/>
                  <a:pt x="239" y="99"/>
                </a:cubicBezTo>
                <a:cubicBezTo>
                  <a:pt x="242" y="103"/>
                  <a:pt x="242" y="108"/>
                  <a:pt x="237" y="111"/>
                </a:cubicBezTo>
                <a:cubicBezTo>
                  <a:pt x="220" y="127"/>
                  <a:pt x="200" y="139"/>
                  <a:pt x="179" y="148"/>
                </a:cubicBezTo>
                <a:cubicBezTo>
                  <a:pt x="178" y="149"/>
                  <a:pt x="176" y="149"/>
                  <a:pt x="175" y="150"/>
                </a:cubicBezTo>
                <a:cubicBezTo>
                  <a:pt x="167" y="153"/>
                  <a:pt x="164" y="159"/>
                  <a:pt x="163" y="168"/>
                </a:cubicBezTo>
                <a:cubicBezTo>
                  <a:pt x="163" y="177"/>
                  <a:pt x="165" y="187"/>
                  <a:pt x="169" y="195"/>
                </a:cubicBezTo>
                <a:cubicBezTo>
                  <a:pt x="182" y="226"/>
                  <a:pt x="186" y="259"/>
                  <a:pt x="185" y="292"/>
                </a:cubicBezTo>
                <a:cubicBezTo>
                  <a:pt x="185" y="298"/>
                  <a:pt x="183" y="300"/>
                  <a:pt x="177" y="299"/>
                </a:cubicBezTo>
                <a:cubicBezTo>
                  <a:pt x="171" y="299"/>
                  <a:pt x="165" y="297"/>
                  <a:pt x="161" y="292"/>
                </a:cubicBezTo>
                <a:cubicBezTo>
                  <a:pt x="159" y="290"/>
                  <a:pt x="159" y="287"/>
                  <a:pt x="159" y="285"/>
                </a:cubicBezTo>
                <a:cubicBezTo>
                  <a:pt x="159" y="284"/>
                  <a:pt x="159" y="282"/>
                  <a:pt x="159" y="281"/>
                </a:cubicBezTo>
                <a:cubicBezTo>
                  <a:pt x="159" y="274"/>
                  <a:pt x="156" y="269"/>
                  <a:pt x="150" y="266"/>
                </a:cubicBezTo>
                <a:cubicBezTo>
                  <a:pt x="146" y="263"/>
                  <a:pt x="141" y="262"/>
                  <a:pt x="136" y="260"/>
                </a:cubicBezTo>
                <a:cubicBezTo>
                  <a:pt x="135" y="260"/>
                  <a:pt x="134" y="260"/>
                  <a:pt x="133" y="260"/>
                </a:cubicBezTo>
                <a:cubicBezTo>
                  <a:pt x="129" y="258"/>
                  <a:pt x="126" y="255"/>
                  <a:pt x="126" y="252"/>
                </a:cubicBezTo>
                <a:cubicBezTo>
                  <a:pt x="125" y="248"/>
                  <a:pt x="128" y="244"/>
                  <a:pt x="132" y="243"/>
                </a:cubicBezTo>
                <a:cubicBezTo>
                  <a:pt x="134" y="242"/>
                  <a:pt x="136" y="242"/>
                  <a:pt x="138" y="242"/>
                </a:cubicBezTo>
                <a:cubicBezTo>
                  <a:pt x="144" y="241"/>
                  <a:pt x="147" y="238"/>
                  <a:pt x="149" y="232"/>
                </a:cubicBezTo>
                <a:cubicBezTo>
                  <a:pt x="153" y="220"/>
                  <a:pt x="151" y="208"/>
                  <a:pt x="144" y="197"/>
                </a:cubicBezTo>
                <a:cubicBezTo>
                  <a:pt x="142" y="195"/>
                  <a:pt x="141" y="195"/>
                  <a:pt x="139" y="197"/>
                </a:cubicBezTo>
                <a:cubicBezTo>
                  <a:pt x="138" y="197"/>
                  <a:pt x="137" y="198"/>
                  <a:pt x="136" y="199"/>
                </a:cubicBezTo>
                <a:cubicBezTo>
                  <a:pt x="129" y="205"/>
                  <a:pt x="123" y="210"/>
                  <a:pt x="117" y="216"/>
                </a:cubicBezTo>
                <a:cubicBezTo>
                  <a:pt x="112" y="220"/>
                  <a:pt x="108" y="225"/>
                  <a:pt x="105" y="231"/>
                </a:cubicBezTo>
                <a:cubicBezTo>
                  <a:pt x="104" y="232"/>
                  <a:pt x="103" y="233"/>
                  <a:pt x="101" y="235"/>
                </a:cubicBezTo>
                <a:cubicBezTo>
                  <a:pt x="84" y="253"/>
                  <a:pt x="66" y="270"/>
                  <a:pt x="48" y="288"/>
                </a:cubicBezTo>
                <a:cubicBezTo>
                  <a:pt x="41" y="296"/>
                  <a:pt x="35" y="297"/>
                  <a:pt x="26" y="293"/>
                </a:cubicBezTo>
                <a:cubicBezTo>
                  <a:pt x="20" y="291"/>
                  <a:pt x="16" y="287"/>
                  <a:pt x="13" y="282"/>
                </a:cubicBezTo>
                <a:cubicBezTo>
                  <a:pt x="4" y="271"/>
                  <a:pt x="1" y="257"/>
                  <a:pt x="0" y="243"/>
                </a:cubicBezTo>
                <a:cubicBezTo>
                  <a:pt x="0" y="240"/>
                  <a:pt x="1" y="239"/>
                  <a:pt x="3" y="239"/>
                </a:cubicBezTo>
                <a:cubicBezTo>
                  <a:pt x="5" y="238"/>
                  <a:pt x="7" y="237"/>
                  <a:pt x="9" y="237"/>
                </a:cubicBezTo>
                <a:cubicBezTo>
                  <a:pt x="13" y="235"/>
                  <a:pt x="16" y="235"/>
                  <a:pt x="20" y="237"/>
                </a:cubicBezTo>
                <a:cubicBezTo>
                  <a:pt x="24" y="239"/>
                  <a:pt x="28" y="238"/>
                  <a:pt x="32" y="234"/>
                </a:cubicBezTo>
                <a:cubicBezTo>
                  <a:pt x="34" y="233"/>
                  <a:pt x="37" y="231"/>
                  <a:pt x="39" y="230"/>
                </a:cubicBezTo>
                <a:cubicBezTo>
                  <a:pt x="46" y="226"/>
                  <a:pt x="52" y="222"/>
                  <a:pt x="59" y="219"/>
                </a:cubicBezTo>
                <a:cubicBezTo>
                  <a:pt x="60" y="218"/>
                  <a:pt x="62" y="217"/>
                  <a:pt x="63" y="216"/>
                </a:cubicBezTo>
                <a:cubicBezTo>
                  <a:pt x="81" y="206"/>
                  <a:pt x="98" y="195"/>
                  <a:pt x="116" y="185"/>
                </a:cubicBezTo>
                <a:cubicBezTo>
                  <a:pt x="122" y="181"/>
                  <a:pt x="128" y="177"/>
                  <a:pt x="134" y="172"/>
                </a:cubicBezTo>
                <a:cubicBezTo>
                  <a:pt x="139" y="168"/>
                  <a:pt x="143" y="163"/>
                  <a:pt x="145" y="155"/>
                </a:cubicBezTo>
                <a:cubicBezTo>
                  <a:pt x="143" y="155"/>
                  <a:pt x="142" y="154"/>
                  <a:pt x="140" y="154"/>
                </a:cubicBezTo>
                <a:cubicBezTo>
                  <a:pt x="134" y="152"/>
                  <a:pt x="132" y="148"/>
                  <a:pt x="133" y="142"/>
                </a:cubicBezTo>
                <a:cubicBezTo>
                  <a:pt x="134" y="140"/>
                  <a:pt x="135" y="137"/>
                  <a:pt x="136" y="135"/>
                </a:cubicBezTo>
                <a:cubicBezTo>
                  <a:pt x="139" y="127"/>
                  <a:pt x="142" y="119"/>
                  <a:pt x="145" y="112"/>
                </a:cubicBezTo>
                <a:cubicBezTo>
                  <a:pt x="145" y="111"/>
                  <a:pt x="146" y="110"/>
                  <a:pt x="146" y="109"/>
                </a:cubicBezTo>
                <a:cubicBezTo>
                  <a:pt x="147" y="105"/>
                  <a:pt x="146" y="104"/>
                  <a:pt x="143" y="104"/>
                </a:cubicBezTo>
                <a:cubicBezTo>
                  <a:pt x="140" y="104"/>
                  <a:pt x="138" y="104"/>
                  <a:pt x="135" y="105"/>
                </a:cubicBezTo>
                <a:cubicBezTo>
                  <a:pt x="132" y="106"/>
                  <a:pt x="128" y="107"/>
                  <a:pt x="124" y="108"/>
                </a:cubicBezTo>
                <a:cubicBezTo>
                  <a:pt x="122" y="109"/>
                  <a:pt x="121" y="111"/>
                  <a:pt x="121" y="113"/>
                </a:cubicBezTo>
                <a:cubicBezTo>
                  <a:pt x="121" y="122"/>
                  <a:pt x="121" y="131"/>
                  <a:pt x="121" y="140"/>
                </a:cubicBezTo>
                <a:cubicBezTo>
                  <a:pt x="121" y="142"/>
                  <a:pt x="120" y="144"/>
                  <a:pt x="119" y="146"/>
                </a:cubicBezTo>
                <a:cubicBezTo>
                  <a:pt x="108" y="160"/>
                  <a:pt x="98" y="174"/>
                  <a:pt x="87" y="188"/>
                </a:cubicBezTo>
                <a:cubicBezTo>
                  <a:pt x="87" y="189"/>
                  <a:pt x="86" y="189"/>
                  <a:pt x="86" y="190"/>
                </a:cubicBezTo>
                <a:cubicBezTo>
                  <a:pt x="81" y="185"/>
                  <a:pt x="77" y="181"/>
                  <a:pt x="73" y="176"/>
                </a:cubicBezTo>
                <a:cubicBezTo>
                  <a:pt x="70" y="173"/>
                  <a:pt x="69" y="170"/>
                  <a:pt x="69" y="166"/>
                </a:cubicBezTo>
                <a:cubicBezTo>
                  <a:pt x="68" y="164"/>
                  <a:pt x="68" y="161"/>
                  <a:pt x="67" y="159"/>
                </a:cubicBezTo>
                <a:cubicBezTo>
                  <a:pt x="58" y="138"/>
                  <a:pt x="57" y="117"/>
                  <a:pt x="63" y="95"/>
                </a:cubicBezTo>
                <a:cubicBezTo>
                  <a:pt x="67" y="84"/>
                  <a:pt x="67" y="74"/>
                  <a:pt x="66" y="63"/>
                </a:cubicBezTo>
                <a:cubicBezTo>
                  <a:pt x="66" y="60"/>
                  <a:pt x="66" y="57"/>
                  <a:pt x="66" y="54"/>
                </a:cubicBezTo>
                <a:cubicBezTo>
                  <a:pt x="66" y="50"/>
                  <a:pt x="68" y="47"/>
                  <a:pt x="72" y="47"/>
                </a:cubicBezTo>
                <a:cubicBezTo>
                  <a:pt x="75" y="46"/>
                  <a:pt x="78" y="47"/>
                  <a:pt x="80" y="48"/>
                </a:cubicBezTo>
                <a:cubicBezTo>
                  <a:pt x="83" y="50"/>
                  <a:pt x="85" y="52"/>
                  <a:pt x="88" y="55"/>
                </a:cubicBezTo>
                <a:cubicBezTo>
                  <a:pt x="90" y="57"/>
                  <a:pt x="91" y="59"/>
                  <a:pt x="93" y="61"/>
                </a:cubicBezTo>
                <a:cubicBezTo>
                  <a:pt x="99" y="66"/>
                  <a:pt x="103" y="67"/>
                  <a:pt x="109" y="63"/>
                </a:cubicBezTo>
                <a:cubicBezTo>
                  <a:pt x="117" y="58"/>
                  <a:pt x="125" y="53"/>
                  <a:pt x="133" y="48"/>
                </a:cubicBezTo>
                <a:cubicBezTo>
                  <a:pt x="142" y="41"/>
                  <a:pt x="151" y="35"/>
                  <a:pt x="160" y="28"/>
                </a:cubicBezTo>
                <a:cubicBezTo>
                  <a:pt x="163" y="25"/>
                  <a:pt x="167" y="24"/>
                  <a:pt x="171" y="23"/>
                </a:cubicBezTo>
                <a:cubicBezTo>
                  <a:pt x="177" y="23"/>
                  <a:pt x="182" y="20"/>
                  <a:pt x="187" y="16"/>
                </a:cubicBezTo>
                <a:cubicBezTo>
                  <a:pt x="196" y="6"/>
                  <a:pt x="208" y="2"/>
                  <a:pt x="221" y="1"/>
                </a:cubicBezTo>
                <a:cubicBezTo>
                  <a:pt x="233" y="0"/>
                  <a:pt x="246" y="0"/>
                  <a:pt x="258" y="4"/>
                </a:cubicBezTo>
                <a:cubicBezTo>
                  <a:pt x="261" y="5"/>
                  <a:pt x="264" y="7"/>
                  <a:pt x="267" y="9"/>
                </a:cubicBezTo>
                <a:cubicBezTo>
                  <a:pt x="270" y="10"/>
                  <a:pt x="271" y="13"/>
                  <a:pt x="271" y="16"/>
                </a:cubicBezTo>
                <a:cubicBezTo>
                  <a:pt x="271" y="18"/>
                  <a:pt x="271" y="19"/>
                  <a:pt x="269" y="21"/>
                </a:cubicBezTo>
                <a:cubicBezTo>
                  <a:pt x="262" y="26"/>
                  <a:pt x="255" y="31"/>
                  <a:pt x="248" y="37"/>
                </a:cubicBezTo>
                <a:cubicBezTo>
                  <a:pt x="240" y="43"/>
                  <a:pt x="232" y="50"/>
                  <a:pt x="226" y="58"/>
                </a:cubicBezTo>
                <a:cubicBezTo>
                  <a:pt x="223" y="62"/>
                  <a:pt x="219" y="65"/>
                  <a:pt x="215" y="67"/>
                </a:cubicBezTo>
                <a:cubicBezTo>
                  <a:pt x="213" y="68"/>
                  <a:pt x="212" y="69"/>
                  <a:pt x="211" y="70"/>
                </a:cubicBezTo>
                <a:cubicBezTo>
                  <a:pt x="202" y="79"/>
                  <a:pt x="194" y="87"/>
                  <a:pt x="186" y="95"/>
                </a:cubicBezTo>
                <a:cubicBezTo>
                  <a:pt x="184" y="97"/>
                  <a:pt x="183" y="99"/>
                  <a:pt x="185" y="10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3" name="Freeform 14">
            <a:extLst xmlns:a="http://schemas.openxmlformats.org/drawingml/2006/main">
              <a:ext uri="{FF2B5EF4-FFF2-40B4-BE49-F238E27FC236}">
                <a16:creationId xmlns:a16="http://schemas.microsoft.com/office/drawing/2014/main" id="{50B6536B-ED3C-42B7-B57A-39BEB7CB2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1601" y="548337"/>
            <a:ext cx="141990" cy="90098"/>
          </a:xfrm>
          <a:custGeom xmlns:a="http://schemas.openxmlformats.org/drawingml/2006/main">
            <a:gdLst>
              <a:gd name="T0" fmla="*/ 16 w 280"/>
              <a:gd name="T1" fmla="*/ 133 h 178"/>
              <a:gd name="T2" fmla="*/ 14 w 280"/>
              <a:gd name="T3" fmla="*/ 124 h 178"/>
              <a:gd name="T4" fmla="*/ 2 w 280"/>
              <a:gd name="T5" fmla="*/ 103 h 178"/>
              <a:gd name="T6" fmla="*/ 6 w 280"/>
              <a:gd name="T7" fmla="*/ 81 h 178"/>
              <a:gd name="T8" fmla="*/ 16 w 280"/>
              <a:gd name="T9" fmla="*/ 77 h 178"/>
              <a:gd name="T10" fmla="*/ 22 w 280"/>
              <a:gd name="T11" fmla="*/ 77 h 178"/>
              <a:gd name="T12" fmla="*/ 40 w 280"/>
              <a:gd name="T13" fmla="*/ 71 h 178"/>
              <a:gd name="T14" fmla="*/ 54 w 280"/>
              <a:gd name="T15" fmla="*/ 64 h 178"/>
              <a:gd name="T16" fmla="*/ 63 w 280"/>
              <a:gd name="T17" fmla="*/ 61 h 178"/>
              <a:gd name="T18" fmla="*/ 144 w 280"/>
              <a:gd name="T19" fmla="*/ 25 h 178"/>
              <a:gd name="T20" fmla="*/ 169 w 280"/>
              <a:gd name="T21" fmla="*/ 16 h 178"/>
              <a:gd name="T22" fmla="*/ 186 w 280"/>
              <a:gd name="T23" fmla="*/ 13 h 178"/>
              <a:gd name="T24" fmla="*/ 209 w 280"/>
              <a:gd name="T25" fmla="*/ 9 h 178"/>
              <a:gd name="T26" fmla="*/ 224 w 280"/>
              <a:gd name="T27" fmla="*/ 3 h 178"/>
              <a:gd name="T28" fmla="*/ 233 w 280"/>
              <a:gd name="T29" fmla="*/ 0 h 178"/>
              <a:gd name="T30" fmla="*/ 265 w 280"/>
              <a:gd name="T31" fmla="*/ 5 h 178"/>
              <a:gd name="T32" fmla="*/ 274 w 280"/>
              <a:gd name="T33" fmla="*/ 29 h 178"/>
              <a:gd name="T34" fmla="*/ 256 w 280"/>
              <a:gd name="T35" fmla="*/ 50 h 178"/>
              <a:gd name="T36" fmla="*/ 245 w 280"/>
              <a:gd name="T37" fmla="*/ 53 h 178"/>
              <a:gd name="T38" fmla="*/ 220 w 280"/>
              <a:gd name="T39" fmla="*/ 56 h 178"/>
              <a:gd name="T40" fmla="*/ 213 w 280"/>
              <a:gd name="T41" fmla="*/ 58 h 178"/>
              <a:gd name="T42" fmla="*/ 208 w 280"/>
              <a:gd name="T43" fmla="*/ 67 h 178"/>
              <a:gd name="T44" fmla="*/ 210 w 280"/>
              <a:gd name="T45" fmla="*/ 76 h 178"/>
              <a:gd name="T46" fmla="*/ 218 w 280"/>
              <a:gd name="T47" fmla="*/ 92 h 178"/>
              <a:gd name="T48" fmla="*/ 224 w 280"/>
              <a:gd name="T49" fmla="*/ 115 h 178"/>
              <a:gd name="T50" fmla="*/ 220 w 280"/>
              <a:gd name="T51" fmla="*/ 146 h 178"/>
              <a:gd name="T52" fmla="*/ 197 w 280"/>
              <a:gd name="T53" fmla="*/ 163 h 178"/>
              <a:gd name="T54" fmla="*/ 189 w 280"/>
              <a:gd name="T55" fmla="*/ 163 h 178"/>
              <a:gd name="T56" fmla="*/ 181 w 280"/>
              <a:gd name="T57" fmla="*/ 167 h 178"/>
              <a:gd name="T58" fmla="*/ 178 w 280"/>
              <a:gd name="T59" fmla="*/ 170 h 178"/>
              <a:gd name="T60" fmla="*/ 156 w 280"/>
              <a:gd name="T61" fmla="*/ 175 h 178"/>
              <a:gd name="T62" fmla="*/ 140 w 280"/>
              <a:gd name="T63" fmla="*/ 166 h 178"/>
              <a:gd name="T64" fmla="*/ 126 w 280"/>
              <a:gd name="T65" fmla="*/ 162 h 178"/>
              <a:gd name="T66" fmla="*/ 119 w 280"/>
              <a:gd name="T67" fmla="*/ 160 h 178"/>
              <a:gd name="T68" fmla="*/ 113 w 280"/>
              <a:gd name="T69" fmla="*/ 150 h 178"/>
              <a:gd name="T70" fmla="*/ 115 w 280"/>
              <a:gd name="T71" fmla="*/ 147 h 178"/>
              <a:gd name="T72" fmla="*/ 122 w 280"/>
              <a:gd name="T73" fmla="*/ 147 h 178"/>
              <a:gd name="T74" fmla="*/ 166 w 280"/>
              <a:gd name="T75" fmla="*/ 141 h 178"/>
              <a:gd name="T76" fmla="*/ 185 w 280"/>
              <a:gd name="T77" fmla="*/ 129 h 178"/>
              <a:gd name="T78" fmla="*/ 188 w 280"/>
              <a:gd name="T79" fmla="*/ 120 h 178"/>
              <a:gd name="T80" fmla="*/ 185 w 280"/>
              <a:gd name="T81" fmla="*/ 92 h 178"/>
              <a:gd name="T82" fmla="*/ 184 w 280"/>
              <a:gd name="T83" fmla="*/ 77 h 178"/>
              <a:gd name="T84" fmla="*/ 179 w 280"/>
              <a:gd name="T85" fmla="*/ 71 h 178"/>
              <a:gd name="T86" fmla="*/ 163 w 280"/>
              <a:gd name="T87" fmla="*/ 75 h 178"/>
              <a:gd name="T88" fmla="*/ 158 w 280"/>
              <a:gd name="T89" fmla="*/ 79 h 178"/>
              <a:gd name="T90" fmla="*/ 145 w 280"/>
              <a:gd name="T91" fmla="*/ 82 h 178"/>
              <a:gd name="T92" fmla="*/ 116 w 280"/>
              <a:gd name="T93" fmla="*/ 91 h 178"/>
              <a:gd name="T94" fmla="*/ 80 w 280"/>
              <a:gd name="T95" fmla="*/ 118 h 178"/>
              <a:gd name="T96" fmla="*/ 52 w 280"/>
              <a:gd name="T97" fmla="*/ 135 h 178"/>
              <a:gd name="T98" fmla="*/ 22 w 280"/>
              <a:gd name="T99" fmla="*/ 136 h 178"/>
              <a:gd name="T100" fmla="*/ 18 w 280"/>
              <a:gd name="T101" fmla="*/ 134 h 178"/>
              <a:gd name="T102" fmla="*/ 16 w 280"/>
              <a:gd name="T103" fmla="*/ 133 h 178"/>
            </a:gdLst>
            <a:rect l="0" t="0" r="r" b="b"/>
            <a:pathLst>
              <a:path w="280" h="178">
                <a:moveTo>
                  <a:pt x="16" y="133"/>
                </a:moveTo>
                <a:cubicBezTo>
                  <a:pt x="18" y="129"/>
                  <a:pt x="16" y="127"/>
                  <a:pt x="14" y="124"/>
                </a:cubicBezTo>
                <a:cubicBezTo>
                  <a:pt x="9" y="118"/>
                  <a:pt x="5" y="111"/>
                  <a:pt x="2" y="103"/>
                </a:cubicBezTo>
                <a:cubicBezTo>
                  <a:pt x="0" y="95"/>
                  <a:pt x="1" y="88"/>
                  <a:pt x="6" y="81"/>
                </a:cubicBezTo>
                <a:cubicBezTo>
                  <a:pt x="9" y="78"/>
                  <a:pt x="12" y="76"/>
                  <a:pt x="16" y="77"/>
                </a:cubicBezTo>
                <a:cubicBezTo>
                  <a:pt x="18" y="77"/>
                  <a:pt x="20" y="76"/>
                  <a:pt x="22" y="77"/>
                </a:cubicBezTo>
                <a:cubicBezTo>
                  <a:pt x="29" y="79"/>
                  <a:pt x="36" y="76"/>
                  <a:pt x="40" y="71"/>
                </a:cubicBezTo>
                <a:cubicBezTo>
                  <a:pt x="44" y="67"/>
                  <a:pt x="49" y="65"/>
                  <a:pt x="54" y="64"/>
                </a:cubicBezTo>
                <a:cubicBezTo>
                  <a:pt x="57" y="64"/>
                  <a:pt x="60" y="62"/>
                  <a:pt x="63" y="61"/>
                </a:cubicBezTo>
                <a:cubicBezTo>
                  <a:pt x="89" y="47"/>
                  <a:pt x="116" y="35"/>
                  <a:pt x="144" y="25"/>
                </a:cubicBezTo>
                <a:cubicBezTo>
                  <a:pt x="152" y="22"/>
                  <a:pt x="161" y="19"/>
                  <a:pt x="169" y="16"/>
                </a:cubicBezTo>
                <a:cubicBezTo>
                  <a:pt x="174" y="14"/>
                  <a:pt x="180" y="14"/>
                  <a:pt x="186" y="13"/>
                </a:cubicBezTo>
                <a:cubicBezTo>
                  <a:pt x="194" y="12"/>
                  <a:pt x="201" y="11"/>
                  <a:pt x="209" y="9"/>
                </a:cubicBezTo>
                <a:cubicBezTo>
                  <a:pt x="214" y="8"/>
                  <a:pt x="219" y="5"/>
                  <a:pt x="224" y="3"/>
                </a:cubicBezTo>
                <a:cubicBezTo>
                  <a:pt x="227" y="1"/>
                  <a:pt x="230" y="0"/>
                  <a:pt x="233" y="0"/>
                </a:cubicBezTo>
                <a:cubicBezTo>
                  <a:pt x="244" y="0"/>
                  <a:pt x="255" y="1"/>
                  <a:pt x="265" y="5"/>
                </a:cubicBezTo>
                <a:cubicBezTo>
                  <a:pt x="276" y="9"/>
                  <a:pt x="280" y="19"/>
                  <a:pt x="274" y="29"/>
                </a:cubicBezTo>
                <a:cubicBezTo>
                  <a:pt x="270" y="38"/>
                  <a:pt x="263" y="45"/>
                  <a:pt x="256" y="50"/>
                </a:cubicBezTo>
                <a:cubicBezTo>
                  <a:pt x="252" y="53"/>
                  <a:pt x="249" y="53"/>
                  <a:pt x="245" y="53"/>
                </a:cubicBezTo>
                <a:cubicBezTo>
                  <a:pt x="236" y="54"/>
                  <a:pt x="228" y="55"/>
                  <a:pt x="220" y="56"/>
                </a:cubicBezTo>
                <a:cubicBezTo>
                  <a:pt x="218" y="57"/>
                  <a:pt x="215" y="57"/>
                  <a:pt x="213" y="58"/>
                </a:cubicBezTo>
                <a:cubicBezTo>
                  <a:pt x="209" y="60"/>
                  <a:pt x="208" y="63"/>
                  <a:pt x="208" y="67"/>
                </a:cubicBezTo>
                <a:cubicBezTo>
                  <a:pt x="208" y="70"/>
                  <a:pt x="209" y="73"/>
                  <a:pt x="210" y="76"/>
                </a:cubicBezTo>
                <a:cubicBezTo>
                  <a:pt x="213" y="82"/>
                  <a:pt x="215" y="87"/>
                  <a:pt x="218" y="92"/>
                </a:cubicBezTo>
                <a:cubicBezTo>
                  <a:pt x="221" y="100"/>
                  <a:pt x="224" y="107"/>
                  <a:pt x="224" y="115"/>
                </a:cubicBezTo>
                <a:cubicBezTo>
                  <a:pt x="224" y="126"/>
                  <a:pt x="223" y="136"/>
                  <a:pt x="220" y="146"/>
                </a:cubicBezTo>
                <a:cubicBezTo>
                  <a:pt x="216" y="157"/>
                  <a:pt x="209" y="162"/>
                  <a:pt x="197" y="163"/>
                </a:cubicBezTo>
                <a:cubicBezTo>
                  <a:pt x="194" y="163"/>
                  <a:pt x="192" y="163"/>
                  <a:pt x="189" y="163"/>
                </a:cubicBezTo>
                <a:cubicBezTo>
                  <a:pt x="186" y="163"/>
                  <a:pt x="183" y="163"/>
                  <a:pt x="181" y="167"/>
                </a:cubicBezTo>
                <a:cubicBezTo>
                  <a:pt x="180" y="168"/>
                  <a:pt x="179" y="169"/>
                  <a:pt x="178" y="170"/>
                </a:cubicBezTo>
                <a:cubicBezTo>
                  <a:pt x="171" y="176"/>
                  <a:pt x="164" y="178"/>
                  <a:pt x="156" y="175"/>
                </a:cubicBezTo>
                <a:cubicBezTo>
                  <a:pt x="151" y="172"/>
                  <a:pt x="145" y="169"/>
                  <a:pt x="140" y="166"/>
                </a:cubicBezTo>
                <a:cubicBezTo>
                  <a:pt x="136" y="163"/>
                  <a:pt x="132" y="162"/>
                  <a:pt x="126" y="162"/>
                </a:cubicBezTo>
                <a:cubicBezTo>
                  <a:pt x="124" y="162"/>
                  <a:pt x="121" y="163"/>
                  <a:pt x="119" y="160"/>
                </a:cubicBezTo>
                <a:cubicBezTo>
                  <a:pt x="116" y="157"/>
                  <a:pt x="114" y="154"/>
                  <a:pt x="113" y="150"/>
                </a:cubicBezTo>
                <a:cubicBezTo>
                  <a:pt x="112" y="148"/>
                  <a:pt x="113" y="147"/>
                  <a:pt x="115" y="147"/>
                </a:cubicBezTo>
                <a:cubicBezTo>
                  <a:pt x="117" y="147"/>
                  <a:pt x="120" y="147"/>
                  <a:pt x="122" y="147"/>
                </a:cubicBezTo>
                <a:cubicBezTo>
                  <a:pt x="137" y="148"/>
                  <a:pt x="152" y="146"/>
                  <a:pt x="166" y="141"/>
                </a:cubicBezTo>
                <a:cubicBezTo>
                  <a:pt x="173" y="138"/>
                  <a:pt x="179" y="134"/>
                  <a:pt x="185" y="129"/>
                </a:cubicBezTo>
                <a:cubicBezTo>
                  <a:pt x="188" y="126"/>
                  <a:pt x="189" y="123"/>
                  <a:pt x="188" y="120"/>
                </a:cubicBezTo>
                <a:cubicBezTo>
                  <a:pt x="187" y="111"/>
                  <a:pt x="186" y="102"/>
                  <a:pt x="185" y="92"/>
                </a:cubicBezTo>
                <a:cubicBezTo>
                  <a:pt x="184" y="87"/>
                  <a:pt x="184" y="82"/>
                  <a:pt x="184" y="77"/>
                </a:cubicBezTo>
                <a:cubicBezTo>
                  <a:pt x="184" y="73"/>
                  <a:pt x="183" y="71"/>
                  <a:pt x="179" y="71"/>
                </a:cubicBezTo>
                <a:cubicBezTo>
                  <a:pt x="173" y="70"/>
                  <a:pt x="168" y="70"/>
                  <a:pt x="163" y="75"/>
                </a:cubicBezTo>
                <a:cubicBezTo>
                  <a:pt x="162" y="76"/>
                  <a:pt x="160" y="77"/>
                  <a:pt x="158" y="79"/>
                </a:cubicBezTo>
                <a:cubicBezTo>
                  <a:pt x="154" y="81"/>
                  <a:pt x="150" y="83"/>
                  <a:pt x="145" y="82"/>
                </a:cubicBezTo>
                <a:cubicBezTo>
                  <a:pt x="134" y="82"/>
                  <a:pt x="124" y="85"/>
                  <a:pt x="116" y="91"/>
                </a:cubicBezTo>
                <a:cubicBezTo>
                  <a:pt x="104" y="100"/>
                  <a:pt x="92" y="109"/>
                  <a:pt x="80" y="118"/>
                </a:cubicBezTo>
                <a:cubicBezTo>
                  <a:pt x="71" y="124"/>
                  <a:pt x="62" y="131"/>
                  <a:pt x="52" y="135"/>
                </a:cubicBezTo>
                <a:cubicBezTo>
                  <a:pt x="42" y="139"/>
                  <a:pt x="32" y="140"/>
                  <a:pt x="22" y="136"/>
                </a:cubicBezTo>
                <a:cubicBezTo>
                  <a:pt x="20" y="136"/>
                  <a:pt x="19" y="135"/>
                  <a:pt x="18" y="134"/>
                </a:cubicBezTo>
                <a:cubicBezTo>
                  <a:pt x="17" y="134"/>
                  <a:pt x="17" y="134"/>
                  <a:pt x="16" y="133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4" name="Freeform 15">
            <a:extLst xmlns:a="http://schemas.openxmlformats.org/drawingml/2006/main">
              <a:ext uri="{FF2B5EF4-FFF2-40B4-BE49-F238E27FC236}">
                <a16:creationId xmlns:a16="http://schemas.microsoft.com/office/drawing/2014/main" id="{B672B077-5EC9-4AF2-AD15-14AA0DF88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703" y="432578"/>
            <a:ext cx="107776" cy="57594"/>
          </a:xfrm>
          <a:custGeom xmlns:a="http://schemas.openxmlformats.org/drawingml/2006/main">
            <a:gdLst>
              <a:gd name="T0" fmla="*/ 197 w 212"/>
              <a:gd name="T1" fmla="*/ 0 h 114"/>
              <a:gd name="T2" fmla="*/ 205 w 212"/>
              <a:gd name="T3" fmla="*/ 0 h 114"/>
              <a:gd name="T4" fmla="*/ 211 w 212"/>
              <a:gd name="T5" fmla="*/ 9 h 114"/>
              <a:gd name="T6" fmla="*/ 191 w 212"/>
              <a:gd name="T7" fmla="*/ 29 h 114"/>
              <a:gd name="T8" fmla="*/ 187 w 212"/>
              <a:gd name="T9" fmla="*/ 29 h 114"/>
              <a:gd name="T10" fmla="*/ 174 w 212"/>
              <a:gd name="T11" fmla="*/ 33 h 114"/>
              <a:gd name="T12" fmla="*/ 132 w 212"/>
              <a:gd name="T13" fmla="*/ 67 h 114"/>
              <a:gd name="T14" fmla="*/ 109 w 212"/>
              <a:gd name="T15" fmla="*/ 91 h 114"/>
              <a:gd name="T16" fmla="*/ 71 w 212"/>
              <a:gd name="T17" fmla="*/ 112 h 114"/>
              <a:gd name="T18" fmla="*/ 40 w 212"/>
              <a:gd name="T19" fmla="*/ 108 h 114"/>
              <a:gd name="T20" fmla="*/ 9 w 212"/>
              <a:gd name="T21" fmla="*/ 90 h 114"/>
              <a:gd name="T22" fmla="*/ 8 w 212"/>
              <a:gd name="T23" fmla="*/ 89 h 114"/>
              <a:gd name="T24" fmla="*/ 11 w 212"/>
              <a:gd name="T25" fmla="*/ 64 h 114"/>
              <a:gd name="T26" fmla="*/ 15 w 212"/>
              <a:gd name="T27" fmla="*/ 62 h 114"/>
              <a:gd name="T28" fmla="*/ 114 w 212"/>
              <a:gd name="T29" fmla="*/ 23 h 114"/>
              <a:gd name="T30" fmla="*/ 130 w 212"/>
              <a:gd name="T31" fmla="*/ 18 h 114"/>
              <a:gd name="T32" fmla="*/ 164 w 212"/>
              <a:gd name="T33" fmla="*/ 7 h 114"/>
              <a:gd name="T34" fmla="*/ 197 w 212"/>
              <a:gd name="T35" fmla="*/ 0 h 114"/>
            </a:gdLst>
            <a:rect l="0" t="0" r="r" b="b"/>
            <a:pathLst>
              <a:path w="212" h="114">
                <a:moveTo>
                  <a:pt x="197" y="0"/>
                </a:moveTo>
                <a:cubicBezTo>
                  <a:pt x="199" y="0"/>
                  <a:pt x="202" y="0"/>
                  <a:pt x="205" y="0"/>
                </a:cubicBezTo>
                <a:cubicBezTo>
                  <a:pt x="209" y="1"/>
                  <a:pt x="212" y="5"/>
                  <a:pt x="211" y="9"/>
                </a:cubicBezTo>
                <a:cubicBezTo>
                  <a:pt x="207" y="18"/>
                  <a:pt x="200" y="25"/>
                  <a:pt x="191" y="29"/>
                </a:cubicBezTo>
                <a:cubicBezTo>
                  <a:pt x="189" y="29"/>
                  <a:pt x="188" y="29"/>
                  <a:pt x="187" y="29"/>
                </a:cubicBezTo>
                <a:cubicBezTo>
                  <a:pt x="182" y="28"/>
                  <a:pt x="178" y="30"/>
                  <a:pt x="174" y="33"/>
                </a:cubicBezTo>
                <a:cubicBezTo>
                  <a:pt x="158" y="43"/>
                  <a:pt x="144" y="54"/>
                  <a:pt x="132" y="67"/>
                </a:cubicBezTo>
                <a:cubicBezTo>
                  <a:pt x="124" y="75"/>
                  <a:pt x="116" y="83"/>
                  <a:pt x="109" y="91"/>
                </a:cubicBezTo>
                <a:cubicBezTo>
                  <a:pt x="99" y="102"/>
                  <a:pt x="86" y="110"/>
                  <a:pt x="71" y="112"/>
                </a:cubicBezTo>
                <a:cubicBezTo>
                  <a:pt x="61" y="114"/>
                  <a:pt x="50" y="112"/>
                  <a:pt x="40" y="108"/>
                </a:cubicBezTo>
                <a:cubicBezTo>
                  <a:pt x="29" y="104"/>
                  <a:pt x="19" y="98"/>
                  <a:pt x="9" y="90"/>
                </a:cubicBezTo>
                <a:cubicBezTo>
                  <a:pt x="9" y="90"/>
                  <a:pt x="9" y="89"/>
                  <a:pt x="8" y="89"/>
                </a:cubicBezTo>
                <a:cubicBezTo>
                  <a:pt x="0" y="81"/>
                  <a:pt x="2" y="70"/>
                  <a:pt x="11" y="64"/>
                </a:cubicBezTo>
                <a:cubicBezTo>
                  <a:pt x="12" y="63"/>
                  <a:pt x="14" y="63"/>
                  <a:pt x="15" y="62"/>
                </a:cubicBezTo>
                <a:cubicBezTo>
                  <a:pt x="48" y="49"/>
                  <a:pt x="81" y="36"/>
                  <a:pt x="114" y="23"/>
                </a:cubicBezTo>
                <a:cubicBezTo>
                  <a:pt x="119" y="21"/>
                  <a:pt x="125" y="19"/>
                  <a:pt x="130" y="18"/>
                </a:cubicBezTo>
                <a:cubicBezTo>
                  <a:pt x="142" y="15"/>
                  <a:pt x="153" y="12"/>
                  <a:pt x="164" y="7"/>
                </a:cubicBezTo>
                <a:cubicBezTo>
                  <a:pt x="175" y="2"/>
                  <a:pt x="186" y="0"/>
                  <a:pt x="197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5" name="Freeform 16">
            <a:extLst xmlns:a="http://schemas.openxmlformats.org/drawingml/2006/main">
              <a:ext uri="{FF2B5EF4-FFF2-40B4-BE49-F238E27FC236}">
                <a16:creationId xmlns:a16="http://schemas.microsoft.com/office/drawing/2014/main" id="{C1E55704-E96A-4C28-BB3A-47D43C620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5059" y="361297"/>
            <a:ext cx="57594" cy="63867"/>
          </a:xfrm>
          <a:custGeom xmlns:a="http://schemas.openxmlformats.org/drawingml/2006/main">
            <a:gdLst>
              <a:gd name="T0" fmla="*/ 114 w 114"/>
              <a:gd name="T1" fmla="*/ 70 h 126"/>
              <a:gd name="T2" fmla="*/ 101 w 114"/>
              <a:gd name="T3" fmla="*/ 91 h 126"/>
              <a:gd name="T4" fmla="*/ 78 w 114"/>
              <a:gd name="T5" fmla="*/ 97 h 126"/>
              <a:gd name="T6" fmla="*/ 58 w 114"/>
              <a:gd name="T7" fmla="*/ 106 h 126"/>
              <a:gd name="T8" fmla="*/ 40 w 114"/>
              <a:gd name="T9" fmla="*/ 121 h 126"/>
              <a:gd name="T10" fmla="*/ 31 w 114"/>
              <a:gd name="T11" fmla="*/ 125 h 126"/>
              <a:gd name="T12" fmla="*/ 23 w 114"/>
              <a:gd name="T13" fmla="*/ 122 h 126"/>
              <a:gd name="T14" fmla="*/ 23 w 114"/>
              <a:gd name="T15" fmla="*/ 112 h 126"/>
              <a:gd name="T16" fmla="*/ 26 w 114"/>
              <a:gd name="T17" fmla="*/ 68 h 126"/>
              <a:gd name="T18" fmla="*/ 16 w 114"/>
              <a:gd name="T19" fmla="*/ 50 h 126"/>
              <a:gd name="T20" fmla="*/ 11 w 114"/>
              <a:gd name="T21" fmla="*/ 39 h 126"/>
              <a:gd name="T22" fmla="*/ 3 w 114"/>
              <a:gd name="T23" fmla="*/ 21 h 126"/>
              <a:gd name="T24" fmla="*/ 3 w 114"/>
              <a:gd name="T25" fmla="*/ 6 h 126"/>
              <a:gd name="T26" fmla="*/ 12 w 114"/>
              <a:gd name="T27" fmla="*/ 0 h 126"/>
              <a:gd name="T28" fmla="*/ 18 w 114"/>
              <a:gd name="T29" fmla="*/ 1 h 126"/>
              <a:gd name="T30" fmla="*/ 50 w 114"/>
              <a:gd name="T31" fmla="*/ 12 h 126"/>
              <a:gd name="T32" fmla="*/ 86 w 114"/>
              <a:gd name="T33" fmla="*/ 31 h 126"/>
              <a:gd name="T34" fmla="*/ 106 w 114"/>
              <a:gd name="T35" fmla="*/ 48 h 126"/>
              <a:gd name="T36" fmla="*/ 114 w 114"/>
              <a:gd name="T37" fmla="*/ 70 h 126"/>
            </a:gdLst>
            <a:rect l="0" t="0" r="r" b="b"/>
            <a:pathLst>
              <a:path w="114" h="126">
                <a:moveTo>
                  <a:pt x="114" y="70"/>
                </a:moveTo>
                <a:cubicBezTo>
                  <a:pt x="114" y="79"/>
                  <a:pt x="109" y="86"/>
                  <a:pt x="101" y="91"/>
                </a:cubicBezTo>
                <a:cubicBezTo>
                  <a:pt x="94" y="95"/>
                  <a:pt x="86" y="97"/>
                  <a:pt x="78" y="97"/>
                </a:cubicBezTo>
                <a:cubicBezTo>
                  <a:pt x="64" y="97"/>
                  <a:pt x="66" y="98"/>
                  <a:pt x="58" y="106"/>
                </a:cubicBezTo>
                <a:cubicBezTo>
                  <a:pt x="52" y="111"/>
                  <a:pt x="46" y="116"/>
                  <a:pt x="40" y="121"/>
                </a:cubicBezTo>
                <a:cubicBezTo>
                  <a:pt x="38" y="123"/>
                  <a:pt x="35" y="124"/>
                  <a:pt x="31" y="125"/>
                </a:cubicBezTo>
                <a:cubicBezTo>
                  <a:pt x="28" y="126"/>
                  <a:pt x="25" y="125"/>
                  <a:pt x="23" y="122"/>
                </a:cubicBezTo>
                <a:cubicBezTo>
                  <a:pt x="22" y="118"/>
                  <a:pt x="21" y="115"/>
                  <a:pt x="23" y="112"/>
                </a:cubicBezTo>
                <a:cubicBezTo>
                  <a:pt x="33" y="98"/>
                  <a:pt x="33" y="83"/>
                  <a:pt x="26" y="68"/>
                </a:cubicBezTo>
                <a:cubicBezTo>
                  <a:pt x="23" y="61"/>
                  <a:pt x="19" y="56"/>
                  <a:pt x="16" y="50"/>
                </a:cubicBezTo>
                <a:cubicBezTo>
                  <a:pt x="14" y="46"/>
                  <a:pt x="12" y="43"/>
                  <a:pt x="11" y="39"/>
                </a:cubicBezTo>
                <a:cubicBezTo>
                  <a:pt x="9" y="33"/>
                  <a:pt x="7" y="27"/>
                  <a:pt x="3" y="21"/>
                </a:cubicBezTo>
                <a:cubicBezTo>
                  <a:pt x="0" y="17"/>
                  <a:pt x="0" y="12"/>
                  <a:pt x="3" y="6"/>
                </a:cubicBezTo>
                <a:cubicBezTo>
                  <a:pt x="5" y="2"/>
                  <a:pt x="8" y="0"/>
                  <a:pt x="12" y="0"/>
                </a:cubicBezTo>
                <a:cubicBezTo>
                  <a:pt x="14" y="0"/>
                  <a:pt x="16" y="1"/>
                  <a:pt x="18" y="1"/>
                </a:cubicBezTo>
                <a:cubicBezTo>
                  <a:pt x="29" y="3"/>
                  <a:pt x="40" y="7"/>
                  <a:pt x="50" y="12"/>
                </a:cubicBezTo>
                <a:cubicBezTo>
                  <a:pt x="62" y="19"/>
                  <a:pt x="74" y="25"/>
                  <a:pt x="86" y="31"/>
                </a:cubicBezTo>
                <a:cubicBezTo>
                  <a:pt x="94" y="36"/>
                  <a:pt x="101" y="41"/>
                  <a:pt x="106" y="48"/>
                </a:cubicBezTo>
                <a:cubicBezTo>
                  <a:pt x="111" y="54"/>
                  <a:pt x="114" y="61"/>
                  <a:pt x="114" y="7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6" name="Freeform 24">
            <a:extLst xmlns:a="http://schemas.openxmlformats.org/drawingml/2006/main">
              <a:ext uri="{FF2B5EF4-FFF2-40B4-BE49-F238E27FC236}">
                <a16:creationId xmlns:a16="http://schemas.microsoft.com/office/drawing/2014/main" id="{D635C3DF-7AD9-412A-84DB-22ACFFDF9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4717" y="420032"/>
            <a:ext cx="56454" cy="76412"/>
          </a:xfrm>
          <a:custGeom xmlns:a="http://schemas.openxmlformats.org/drawingml/2006/main">
            <a:gdLst>
              <a:gd name="T0" fmla="*/ 111 w 111"/>
              <a:gd name="T1" fmla="*/ 118 h 150"/>
              <a:gd name="T2" fmla="*/ 108 w 111"/>
              <a:gd name="T3" fmla="*/ 125 h 150"/>
              <a:gd name="T4" fmla="*/ 94 w 111"/>
              <a:gd name="T5" fmla="*/ 142 h 150"/>
              <a:gd name="T6" fmla="*/ 80 w 111"/>
              <a:gd name="T7" fmla="*/ 149 h 150"/>
              <a:gd name="T8" fmla="*/ 72 w 111"/>
              <a:gd name="T9" fmla="*/ 144 h 150"/>
              <a:gd name="T10" fmla="*/ 66 w 111"/>
              <a:gd name="T11" fmla="*/ 117 h 150"/>
              <a:gd name="T12" fmla="*/ 59 w 111"/>
              <a:gd name="T13" fmla="*/ 90 h 150"/>
              <a:gd name="T14" fmla="*/ 50 w 111"/>
              <a:gd name="T15" fmla="*/ 75 h 150"/>
              <a:gd name="T16" fmla="*/ 19 w 111"/>
              <a:gd name="T17" fmla="*/ 40 h 150"/>
              <a:gd name="T18" fmla="*/ 6 w 111"/>
              <a:gd name="T19" fmla="*/ 27 h 150"/>
              <a:gd name="T20" fmla="*/ 0 w 111"/>
              <a:gd name="T21" fmla="*/ 10 h 150"/>
              <a:gd name="T22" fmla="*/ 0 w 111"/>
              <a:gd name="T23" fmla="*/ 8 h 150"/>
              <a:gd name="T24" fmla="*/ 9 w 111"/>
              <a:gd name="T25" fmla="*/ 2 h 150"/>
              <a:gd name="T26" fmla="*/ 18 w 111"/>
              <a:gd name="T27" fmla="*/ 7 h 150"/>
              <a:gd name="T28" fmla="*/ 27 w 111"/>
              <a:gd name="T29" fmla="*/ 15 h 150"/>
              <a:gd name="T30" fmla="*/ 44 w 111"/>
              <a:gd name="T31" fmla="*/ 26 h 150"/>
              <a:gd name="T32" fmla="*/ 85 w 111"/>
              <a:gd name="T33" fmla="*/ 57 h 150"/>
              <a:gd name="T34" fmla="*/ 110 w 111"/>
              <a:gd name="T35" fmla="*/ 114 h 150"/>
              <a:gd name="T36" fmla="*/ 110 w 111"/>
              <a:gd name="T37" fmla="*/ 117 h 150"/>
              <a:gd name="T38" fmla="*/ 111 w 111"/>
              <a:gd name="T39" fmla="*/ 118 h 150"/>
            </a:gdLst>
            <a:rect l="0" t="0" r="r" b="b"/>
            <a:pathLst>
              <a:path w="111" h="150">
                <a:moveTo>
                  <a:pt x="111" y="118"/>
                </a:moveTo>
                <a:cubicBezTo>
                  <a:pt x="110" y="120"/>
                  <a:pt x="109" y="123"/>
                  <a:pt x="108" y="125"/>
                </a:cubicBezTo>
                <a:cubicBezTo>
                  <a:pt x="103" y="131"/>
                  <a:pt x="99" y="136"/>
                  <a:pt x="94" y="142"/>
                </a:cubicBezTo>
                <a:cubicBezTo>
                  <a:pt x="90" y="146"/>
                  <a:pt x="86" y="148"/>
                  <a:pt x="80" y="149"/>
                </a:cubicBezTo>
                <a:cubicBezTo>
                  <a:pt x="75" y="150"/>
                  <a:pt x="73" y="149"/>
                  <a:pt x="72" y="144"/>
                </a:cubicBezTo>
                <a:cubicBezTo>
                  <a:pt x="70" y="135"/>
                  <a:pt x="68" y="126"/>
                  <a:pt x="66" y="117"/>
                </a:cubicBezTo>
                <a:cubicBezTo>
                  <a:pt x="64" y="108"/>
                  <a:pt x="63" y="99"/>
                  <a:pt x="59" y="90"/>
                </a:cubicBezTo>
                <a:cubicBezTo>
                  <a:pt x="57" y="85"/>
                  <a:pt x="54" y="80"/>
                  <a:pt x="50" y="75"/>
                </a:cubicBezTo>
                <a:cubicBezTo>
                  <a:pt x="40" y="63"/>
                  <a:pt x="29" y="51"/>
                  <a:pt x="19" y="40"/>
                </a:cubicBezTo>
                <a:cubicBezTo>
                  <a:pt x="15" y="35"/>
                  <a:pt x="11" y="31"/>
                  <a:pt x="6" y="27"/>
                </a:cubicBezTo>
                <a:cubicBezTo>
                  <a:pt x="1" y="22"/>
                  <a:pt x="0" y="17"/>
                  <a:pt x="0" y="10"/>
                </a:cubicBezTo>
                <a:cubicBezTo>
                  <a:pt x="0" y="9"/>
                  <a:pt x="0" y="9"/>
                  <a:pt x="0" y="8"/>
                </a:cubicBezTo>
                <a:cubicBezTo>
                  <a:pt x="2" y="1"/>
                  <a:pt x="3" y="0"/>
                  <a:pt x="9" y="2"/>
                </a:cubicBezTo>
                <a:cubicBezTo>
                  <a:pt x="12" y="4"/>
                  <a:pt x="15" y="5"/>
                  <a:pt x="18" y="7"/>
                </a:cubicBezTo>
                <a:cubicBezTo>
                  <a:pt x="21" y="10"/>
                  <a:pt x="24" y="12"/>
                  <a:pt x="27" y="15"/>
                </a:cubicBezTo>
                <a:cubicBezTo>
                  <a:pt x="32" y="20"/>
                  <a:pt x="38" y="24"/>
                  <a:pt x="44" y="26"/>
                </a:cubicBezTo>
                <a:cubicBezTo>
                  <a:pt x="61" y="33"/>
                  <a:pt x="74" y="43"/>
                  <a:pt x="85" y="57"/>
                </a:cubicBezTo>
                <a:cubicBezTo>
                  <a:pt x="98" y="73"/>
                  <a:pt x="107" y="92"/>
                  <a:pt x="110" y="114"/>
                </a:cubicBezTo>
                <a:cubicBezTo>
                  <a:pt x="110" y="115"/>
                  <a:pt x="110" y="116"/>
                  <a:pt x="110" y="117"/>
                </a:cubicBezTo>
                <a:cubicBezTo>
                  <a:pt x="110" y="117"/>
                  <a:pt x="110" y="118"/>
                  <a:pt x="111" y="1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7" name="Freeform 26">
            <a:extLst xmlns:a="http://schemas.openxmlformats.org/drawingml/2006/main">
              <a:ext uri="{FF2B5EF4-FFF2-40B4-BE49-F238E27FC236}">
                <a16:creationId xmlns:a16="http://schemas.microsoft.com/office/drawing/2014/main" id="{08D67F28-18A1-473C-A82F-818B0A62B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4100" y="564304"/>
            <a:ext cx="41057" cy="50181"/>
          </a:xfrm>
          <a:custGeom xmlns:a="http://schemas.openxmlformats.org/drawingml/2006/main">
            <a:gdLst>
              <a:gd name="T0" fmla="*/ 0 w 81"/>
              <a:gd name="T1" fmla="*/ 18 h 99"/>
              <a:gd name="T2" fmla="*/ 1 w 81"/>
              <a:gd name="T3" fmla="*/ 9 h 99"/>
              <a:gd name="T4" fmla="*/ 11 w 81"/>
              <a:gd name="T5" fmla="*/ 1 h 99"/>
              <a:gd name="T6" fmla="*/ 50 w 81"/>
              <a:gd name="T7" fmla="*/ 12 h 99"/>
              <a:gd name="T8" fmla="*/ 78 w 81"/>
              <a:gd name="T9" fmla="*/ 44 h 99"/>
              <a:gd name="T10" fmla="*/ 80 w 81"/>
              <a:gd name="T11" fmla="*/ 51 h 99"/>
              <a:gd name="T12" fmla="*/ 77 w 81"/>
              <a:gd name="T13" fmla="*/ 79 h 99"/>
              <a:gd name="T14" fmla="*/ 43 w 81"/>
              <a:gd name="T15" fmla="*/ 92 h 99"/>
              <a:gd name="T16" fmla="*/ 30 w 81"/>
              <a:gd name="T17" fmla="*/ 81 h 99"/>
              <a:gd name="T18" fmla="*/ 12 w 81"/>
              <a:gd name="T19" fmla="*/ 60 h 99"/>
              <a:gd name="T20" fmla="*/ 1 w 81"/>
              <a:gd name="T21" fmla="*/ 24 h 99"/>
              <a:gd name="T22" fmla="*/ 1 w 81"/>
              <a:gd name="T23" fmla="*/ 18 h 99"/>
              <a:gd name="T24" fmla="*/ 0 w 81"/>
              <a:gd name="T25" fmla="*/ 18 h 99"/>
            </a:gdLst>
            <a:rect l="0" t="0" r="r" b="b"/>
            <a:pathLst>
              <a:path w="81" h="99">
                <a:moveTo>
                  <a:pt x="0" y="18"/>
                </a:moveTo>
                <a:cubicBezTo>
                  <a:pt x="1" y="15"/>
                  <a:pt x="1" y="12"/>
                  <a:pt x="1" y="9"/>
                </a:cubicBezTo>
                <a:cubicBezTo>
                  <a:pt x="2" y="4"/>
                  <a:pt x="5" y="1"/>
                  <a:pt x="11" y="1"/>
                </a:cubicBezTo>
                <a:cubicBezTo>
                  <a:pt x="25" y="0"/>
                  <a:pt x="39" y="2"/>
                  <a:pt x="50" y="12"/>
                </a:cubicBezTo>
                <a:cubicBezTo>
                  <a:pt x="62" y="21"/>
                  <a:pt x="70" y="32"/>
                  <a:pt x="78" y="44"/>
                </a:cubicBezTo>
                <a:cubicBezTo>
                  <a:pt x="79" y="46"/>
                  <a:pt x="80" y="49"/>
                  <a:pt x="80" y="51"/>
                </a:cubicBezTo>
                <a:cubicBezTo>
                  <a:pt x="81" y="61"/>
                  <a:pt x="80" y="70"/>
                  <a:pt x="77" y="79"/>
                </a:cubicBezTo>
                <a:cubicBezTo>
                  <a:pt x="74" y="89"/>
                  <a:pt x="57" y="99"/>
                  <a:pt x="43" y="92"/>
                </a:cubicBezTo>
                <a:cubicBezTo>
                  <a:pt x="38" y="89"/>
                  <a:pt x="33" y="86"/>
                  <a:pt x="30" y="81"/>
                </a:cubicBezTo>
                <a:cubicBezTo>
                  <a:pt x="24" y="74"/>
                  <a:pt x="18" y="67"/>
                  <a:pt x="12" y="60"/>
                </a:cubicBezTo>
                <a:cubicBezTo>
                  <a:pt x="4" y="49"/>
                  <a:pt x="2" y="37"/>
                  <a:pt x="1" y="24"/>
                </a:cubicBezTo>
                <a:cubicBezTo>
                  <a:pt x="1" y="22"/>
                  <a:pt x="1" y="20"/>
                  <a:pt x="1" y="18"/>
                </a:cubicBezTo>
                <a:cubicBezTo>
                  <a:pt x="1" y="18"/>
                  <a:pt x="1" y="18"/>
                  <a:pt x="0" y="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5F5000AD-6966-42A1-B4FF-9445971AC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7552" y="552329"/>
            <a:ext cx="43908" cy="50751"/>
          </a:xfrm>
          <a:custGeom xmlns:a="http://schemas.openxmlformats.org/drawingml/2006/main">
            <a:gdLst>
              <a:gd name="T0" fmla="*/ 38 w 87"/>
              <a:gd name="T1" fmla="*/ 100 h 100"/>
              <a:gd name="T2" fmla="*/ 27 w 87"/>
              <a:gd name="T3" fmla="*/ 98 h 100"/>
              <a:gd name="T4" fmla="*/ 22 w 87"/>
              <a:gd name="T5" fmla="*/ 91 h 100"/>
              <a:gd name="T6" fmla="*/ 17 w 87"/>
              <a:gd name="T7" fmla="*/ 65 h 100"/>
              <a:gd name="T8" fmla="*/ 1 w 87"/>
              <a:gd name="T9" fmla="*/ 16 h 100"/>
              <a:gd name="T10" fmla="*/ 0 w 87"/>
              <a:gd name="T11" fmla="*/ 4 h 100"/>
              <a:gd name="T12" fmla="*/ 4 w 87"/>
              <a:gd name="T13" fmla="*/ 0 h 100"/>
              <a:gd name="T14" fmla="*/ 12 w 87"/>
              <a:gd name="T15" fmla="*/ 0 h 100"/>
              <a:gd name="T16" fmla="*/ 20 w 87"/>
              <a:gd name="T17" fmla="*/ 4 h 100"/>
              <a:gd name="T18" fmla="*/ 31 w 87"/>
              <a:gd name="T19" fmla="*/ 12 h 100"/>
              <a:gd name="T20" fmla="*/ 65 w 87"/>
              <a:gd name="T21" fmla="*/ 41 h 100"/>
              <a:gd name="T22" fmla="*/ 78 w 87"/>
              <a:gd name="T23" fmla="*/ 56 h 100"/>
              <a:gd name="T24" fmla="*/ 73 w 87"/>
              <a:gd name="T25" fmla="*/ 87 h 100"/>
              <a:gd name="T26" fmla="*/ 38 w 87"/>
              <a:gd name="T27" fmla="*/ 100 h 100"/>
            </a:gdLst>
            <a:rect l="0" t="0" r="r" b="b"/>
            <a:pathLst>
              <a:path w="87" h="100">
                <a:moveTo>
                  <a:pt x="38" y="100"/>
                </a:moveTo>
                <a:cubicBezTo>
                  <a:pt x="34" y="99"/>
                  <a:pt x="31" y="99"/>
                  <a:pt x="27" y="98"/>
                </a:cubicBezTo>
                <a:cubicBezTo>
                  <a:pt x="24" y="97"/>
                  <a:pt x="22" y="94"/>
                  <a:pt x="22" y="91"/>
                </a:cubicBezTo>
                <a:cubicBezTo>
                  <a:pt x="23" y="81"/>
                  <a:pt x="20" y="73"/>
                  <a:pt x="17" y="65"/>
                </a:cubicBezTo>
                <a:cubicBezTo>
                  <a:pt x="11" y="49"/>
                  <a:pt x="4" y="33"/>
                  <a:pt x="1" y="16"/>
                </a:cubicBezTo>
                <a:cubicBezTo>
                  <a:pt x="0" y="12"/>
                  <a:pt x="0" y="8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7" y="0"/>
                  <a:pt x="10" y="0"/>
                  <a:pt x="12" y="0"/>
                </a:cubicBezTo>
                <a:cubicBezTo>
                  <a:pt x="15" y="1"/>
                  <a:pt x="18" y="2"/>
                  <a:pt x="20" y="4"/>
                </a:cubicBezTo>
                <a:cubicBezTo>
                  <a:pt x="24" y="7"/>
                  <a:pt x="28" y="9"/>
                  <a:pt x="31" y="12"/>
                </a:cubicBezTo>
                <a:cubicBezTo>
                  <a:pt x="42" y="22"/>
                  <a:pt x="54" y="31"/>
                  <a:pt x="65" y="41"/>
                </a:cubicBezTo>
                <a:cubicBezTo>
                  <a:pt x="70" y="45"/>
                  <a:pt x="74" y="51"/>
                  <a:pt x="78" y="56"/>
                </a:cubicBezTo>
                <a:cubicBezTo>
                  <a:pt x="87" y="69"/>
                  <a:pt x="85" y="78"/>
                  <a:pt x="73" y="87"/>
                </a:cubicBezTo>
                <a:cubicBezTo>
                  <a:pt x="64" y="95"/>
                  <a:pt x="50" y="100"/>
                  <a:pt x="38" y="1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9" name="Freeform 36">
            <a:extLst xmlns:a="http://schemas.openxmlformats.org/drawingml/2006/main">
              <a:ext uri="{FF2B5EF4-FFF2-40B4-BE49-F238E27FC236}">
                <a16:creationId xmlns:a16="http://schemas.microsoft.com/office/drawing/2014/main" id="{69C9A6E0-DBBE-4CC3-89B1-AC20592C4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3006" y="481619"/>
            <a:ext cx="22809" cy="43908"/>
          </a:xfrm>
          <a:custGeom xmlns:a="http://schemas.openxmlformats.org/drawingml/2006/main">
            <a:gdLst>
              <a:gd name="T0" fmla="*/ 6 w 44"/>
              <a:gd name="T1" fmla="*/ 57 h 87"/>
              <a:gd name="T2" fmla="*/ 2 w 44"/>
              <a:gd name="T3" fmla="*/ 8 h 87"/>
              <a:gd name="T4" fmla="*/ 3 w 44"/>
              <a:gd name="T5" fmla="*/ 2 h 87"/>
              <a:gd name="T6" fmla="*/ 10 w 44"/>
              <a:gd name="T7" fmla="*/ 2 h 87"/>
              <a:gd name="T8" fmla="*/ 15 w 44"/>
              <a:gd name="T9" fmla="*/ 6 h 87"/>
              <a:gd name="T10" fmla="*/ 29 w 44"/>
              <a:gd name="T11" fmla="*/ 22 h 87"/>
              <a:gd name="T12" fmla="*/ 39 w 44"/>
              <a:gd name="T13" fmla="*/ 36 h 87"/>
              <a:gd name="T14" fmla="*/ 43 w 44"/>
              <a:gd name="T15" fmla="*/ 52 h 87"/>
              <a:gd name="T16" fmla="*/ 38 w 44"/>
              <a:gd name="T17" fmla="*/ 74 h 87"/>
              <a:gd name="T18" fmla="*/ 16 w 44"/>
              <a:gd name="T19" fmla="*/ 87 h 87"/>
              <a:gd name="T20" fmla="*/ 8 w 44"/>
              <a:gd name="T21" fmla="*/ 81 h 87"/>
              <a:gd name="T22" fmla="*/ 6 w 44"/>
              <a:gd name="T23" fmla="*/ 65 h 87"/>
              <a:gd name="T24" fmla="*/ 6 w 44"/>
              <a:gd name="T25" fmla="*/ 57 h 87"/>
            </a:gdLst>
            <a:rect l="0" t="0" r="r" b="b"/>
            <a:pathLst>
              <a:path w="44" h="87">
                <a:moveTo>
                  <a:pt x="6" y="57"/>
                </a:moveTo>
                <a:cubicBezTo>
                  <a:pt x="7" y="39"/>
                  <a:pt x="5" y="23"/>
                  <a:pt x="2" y="8"/>
                </a:cubicBezTo>
                <a:cubicBezTo>
                  <a:pt x="1" y="6"/>
                  <a:pt x="0" y="3"/>
                  <a:pt x="3" y="2"/>
                </a:cubicBezTo>
                <a:cubicBezTo>
                  <a:pt x="5" y="0"/>
                  <a:pt x="7" y="0"/>
                  <a:pt x="10" y="2"/>
                </a:cubicBezTo>
                <a:cubicBezTo>
                  <a:pt x="12" y="3"/>
                  <a:pt x="14" y="4"/>
                  <a:pt x="15" y="6"/>
                </a:cubicBezTo>
                <a:cubicBezTo>
                  <a:pt x="20" y="11"/>
                  <a:pt x="25" y="17"/>
                  <a:pt x="29" y="22"/>
                </a:cubicBezTo>
                <a:cubicBezTo>
                  <a:pt x="33" y="27"/>
                  <a:pt x="36" y="32"/>
                  <a:pt x="39" y="36"/>
                </a:cubicBezTo>
                <a:cubicBezTo>
                  <a:pt x="42" y="41"/>
                  <a:pt x="44" y="46"/>
                  <a:pt x="43" y="52"/>
                </a:cubicBezTo>
                <a:cubicBezTo>
                  <a:pt x="42" y="59"/>
                  <a:pt x="41" y="67"/>
                  <a:pt x="38" y="74"/>
                </a:cubicBezTo>
                <a:cubicBezTo>
                  <a:pt x="33" y="83"/>
                  <a:pt x="27" y="87"/>
                  <a:pt x="16" y="87"/>
                </a:cubicBezTo>
                <a:cubicBezTo>
                  <a:pt x="12" y="87"/>
                  <a:pt x="10" y="85"/>
                  <a:pt x="8" y="81"/>
                </a:cubicBezTo>
                <a:cubicBezTo>
                  <a:pt x="6" y="76"/>
                  <a:pt x="6" y="71"/>
                  <a:pt x="6" y="65"/>
                </a:cubicBezTo>
                <a:cubicBezTo>
                  <a:pt x="6" y="62"/>
                  <a:pt x="6" y="59"/>
                  <a:pt x="6" y="5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5" name="Freeform 8">
            <a:extLst xmlns:a="http://schemas.openxmlformats.org/drawingml/2006/main">
              <a:ext uri="{FF2B5EF4-FFF2-40B4-BE49-F238E27FC236}">
                <a16:creationId xmlns:a16="http://schemas.microsoft.com/office/drawing/2014/main" id="{341469A3-4058-41A7-B50A-3E1CB8595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7780" y="329883"/>
            <a:ext cx="445930" cy="444892"/>
          </a:xfrm>
          <a:custGeom xmlns:a="http://schemas.openxmlformats.org/drawingml/2006/main"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Freeform 42">
            <a:extLst xmlns:a="http://schemas.openxmlformats.org/drawingml/2006/main">
              <a:ext uri="{FF2B5EF4-FFF2-40B4-BE49-F238E27FC236}">
                <a16:creationId xmlns:a16="http://schemas.microsoft.com/office/drawing/2014/main" id="{11C61AA5-C5BA-4B7C-ABCD-93EB6B66E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5990" y="387574"/>
            <a:ext cx="328990" cy="328471"/>
          </a:xfrm>
          <a:custGeom xmlns:a="http://schemas.openxmlformats.org/drawingml/2006/main"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7" name="Freeform 43">
            <a:extLst xmlns:a="http://schemas.openxmlformats.org/drawingml/2006/main">
              <a:ext uri="{FF2B5EF4-FFF2-40B4-BE49-F238E27FC236}">
                <a16:creationId xmlns:a16="http://schemas.microsoft.com/office/drawing/2014/main" id="{0013D13F-D8F4-4702-B8B1-198B404BC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836" y="420317"/>
            <a:ext cx="36381" cy="43657"/>
          </a:xfrm>
          <a:custGeom xmlns:a="http://schemas.openxmlformats.org/drawingml/2006/main"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8" name="Freeform 44">
            <a:extLst xmlns:a="http://schemas.openxmlformats.org/drawingml/2006/main">
              <a:ext uri="{FF2B5EF4-FFF2-40B4-BE49-F238E27FC236}">
                <a16:creationId xmlns:a16="http://schemas.microsoft.com/office/drawing/2014/main" id="{3613AD43-FF94-4639-B5E3-CDE81F4F3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451" y="502955"/>
            <a:ext cx="34822" cy="37420"/>
          </a:xfrm>
          <a:custGeom xmlns:a="http://schemas.openxmlformats.org/drawingml/2006/main"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9" name="Freeform 45">
            <a:extLst xmlns:a="http://schemas.openxmlformats.org/drawingml/2006/main">
              <a:ext uri="{FF2B5EF4-FFF2-40B4-BE49-F238E27FC236}">
                <a16:creationId xmlns:a16="http://schemas.microsoft.com/office/drawing/2014/main" id="{63A9C3B3-B58F-46D8-9D3C-12D5B4EC5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0534" y="383416"/>
            <a:ext cx="37940" cy="40539"/>
          </a:xfrm>
          <a:custGeom xmlns:a="http://schemas.openxmlformats.org/drawingml/2006/main"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0" name="Freeform 46">
            <a:extLst xmlns:a="http://schemas.openxmlformats.org/drawingml/2006/main">
              <a:ext uri="{FF2B5EF4-FFF2-40B4-BE49-F238E27FC236}">
                <a16:creationId xmlns:a16="http://schemas.microsoft.com/office/drawing/2014/main" id="{CACF9394-8C34-4DAF-84AE-6AF268D53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451" y="561165"/>
            <a:ext cx="32743" cy="31184"/>
          </a:xfrm>
          <a:custGeom xmlns:a="http://schemas.openxmlformats.org/drawingml/2006/main"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1" name="Freeform 47">
            <a:extLst xmlns:a="http://schemas.openxmlformats.org/drawingml/2006/main">
              <a:ext uri="{FF2B5EF4-FFF2-40B4-BE49-F238E27FC236}">
                <a16:creationId xmlns:a16="http://schemas.microsoft.com/office/drawing/2014/main" id="{1823C275-C7B1-488A-A0B8-435232CFA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2285" y="723322"/>
            <a:ext cx="22868" cy="32743"/>
          </a:xfrm>
          <a:custGeom xmlns:a="http://schemas.openxmlformats.org/drawingml/2006/main"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2" name="Freeform 48">
            <a:extLst xmlns:a="http://schemas.openxmlformats.org/drawingml/2006/main">
              <a:ext uri="{FF2B5EF4-FFF2-40B4-BE49-F238E27FC236}">
                <a16:creationId xmlns:a16="http://schemas.microsoft.com/office/drawing/2014/main" id="{36C2B83F-8B38-4A22-9CA1-73711CFA4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8444" y="613138"/>
            <a:ext cx="33782" cy="29105"/>
          </a:xfrm>
          <a:custGeom xmlns:a="http://schemas.openxmlformats.org/drawingml/2006/main"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3" name="Freeform 49">
            <a:extLst xmlns:a="http://schemas.openxmlformats.org/drawingml/2006/main">
              <a:ext uri="{FF2B5EF4-FFF2-40B4-BE49-F238E27FC236}">
                <a16:creationId xmlns:a16="http://schemas.microsoft.com/office/drawing/2014/main" id="{59E078AF-C932-4AC0-B210-8F5BF8BE9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8194" y="415639"/>
            <a:ext cx="40019" cy="43657"/>
          </a:xfrm>
          <a:custGeom xmlns:a="http://schemas.openxmlformats.org/drawingml/2006/main"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4" name="Freeform 50">
            <a:extLst xmlns:a="http://schemas.openxmlformats.org/drawingml/2006/main">
              <a:ext uri="{FF2B5EF4-FFF2-40B4-BE49-F238E27FC236}">
                <a16:creationId xmlns:a16="http://schemas.microsoft.com/office/drawing/2014/main" id="{498DD547-E6A2-41E4-A8B7-EABDBB5D9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3113" y="709289"/>
            <a:ext cx="28065" cy="32223"/>
          </a:xfrm>
          <a:custGeom xmlns:a="http://schemas.openxmlformats.org/drawingml/2006/main"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5" name="Freeform 51">
            <a:extLst xmlns:a="http://schemas.openxmlformats.org/drawingml/2006/main">
              <a:ext uri="{FF2B5EF4-FFF2-40B4-BE49-F238E27FC236}">
                <a16:creationId xmlns:a16="http://schemas.microsoft.com/office/drawing/2014/main" id="{673956B4-1806-4188-BF3E-3A38335D9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6135" y="379258"/>
            <a:ext cx="37940" cy="36901"/>
          </a:xfrm>
          <a:custGeom xmlns:a="http://schemas.openxmlformats.org/drawingml/2006/main"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6" name="Freeform 52">
            <a:extLst xmlns:a="http://schemas.openxmlformats.org/drawingml/2006/main">
              <a:ext uri="{FF2B5EF4-FFF2-40B4-BE49-F238E27FC236}">
                <a16:creationId xmlns:a16="http://schemas.microsoft.com/office/drawing/2014/main" id="{A5F3DDE2-1E9E-4FFE-9EE6-EEF8D1CD1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8397" y="345475"/>
            <a:ext cx="30144" cy="32743"/>
          </a:xfrm>
          <a:custGeom xmlns:a="http://schemas.openxmlformats.org/drawingml/2006/main"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7" name="Freeform 53">
            <a:extLst xmlns:a="http://schemas.openxmlformats.org/drawingml/2006/main">
              <a:ext uri="{FF2B5EF4-FFF2-40B4-BE49-F238E27FC236}">
                <a16:creationId xmlns:a16="http://schemas.microsoft.com/office/drawing/2014/main" id="{60891E71-BBE4-41A1-93F1-73868F08D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5298" y="723322"/>
            <a:ext cx="23387" cy="33262"/>
          </a:xfrm>
          <a:custGeom xmlns:a="http://schemas.openxmlformats.org/drawingml/2006/main"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8" name="Freeform 54">
            <a:extLst xmlns:a="http://schemas.openxmlformats.org/drawingml/2006/main">
              <a:ext uri="{FF2B5EF4-FFF2-40B4-BE49-F238E27FC236}">
                <a16:creationId xmlns:a16="http://schemas.microsoft.com/office/drawing/2014/main" id="{73038C7D-E287-4901-ADFF-863C86285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5" y="351712"/>
            <a:ext cx="31183" cy="35341"/>
          </a:xfrm>
          <a:custGeom xmlns:a="http://schemas.openxmlformats.org/drawingml/2006/main"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9" name="Freeform 55">
            <a:extLst xmlns:a="http://schemas.openxmlformats.org/drawingml/2006/main">
              <a:ext uri="{FF2B5EF4-FFF2-40B4-BE49-F238E27FC236}">
                <a16:creationId xmlns:a16="http://schemas.microsoft.com/office/drawing/2014/main" id="{60A23516-723E-4697-9424-59DEC626A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303" y="471251"/>
            <a:ext cx="36381" cy="29105"/>
          </a:xfrm>
          <a:custGeom xmlns:a="http://schemas.openxmlformats.org/drawingml/2006/main"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0" name="Freeform 56">
            <a:extLst xmlns:a="http://schemas.openxmlformats.org/drawingml/2006/main">
              <a:ext uri="{FF2B5EF4-FFF2-40B4-BE49-F238E27FC236}">
                <a16:creationId xmlns:a16="http://schemas.microsoft.com/office/drawing/2014/main" id="{350CFB46-6C0E-4902-B4F3-9DCC41722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823" y="607941"/>
            <a:ext cx="35861" cy="33262"/>
          </a:xfrm>
          <a:custGeom xmlns:a="http://schemas.openxmlformats.org/drawingml/2006/main"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1" name="Freeform 57">
            <a:extLst xmlns:a="http://schemas.openxmlformats.org/drawingml/2006/main">
              <a:ext uri="{FF2B5EF4-FFF2-40B4-BE49-F238E27FC236}">
                <a16:creationId xmlns:a16="http://schemas.microsoft.com/office/drawing/2014/main" id="{CCE8C431-6EB4-4262-90A1-8CA7BC4E3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816" y="556487"/>
            <a:ext cx="31703" cy="28065"/>
          </a:xfrm>
          <a:custGeom xmlns:a="http://schemas.openxmlformats.org/drawingml/2006/main"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2" name="Freeform 58">
            <a:extLst xmlns:a="http://schemas.openxmlformats.org/drawingml/2006/main">
              <a:ext uri="{FF2B5EF4-FFF2-40B4-BE49-F238E27FC236}">
                <a16:creationId xmlns:a16="http://schemas.microsoft.com/office/drawing/2014/main" id="{91E18EDA-D73D-448F-AD5D-FF630378D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8830" y="357949"/>
            <a:ext cx="28585" cy="35861"/>
          </a:xfrm>
          <a:custGeom xmlns:a="http://schemas.openxmlformats.org/drawingml/2006/main"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3" name="Freeform 59">
            <a:extLst xmlns:a="http://schemas.openxmlformats.org/drawingml/2006/main">
              <a:ext uri="{FF2B5EF4-FFF2-40B4-BE49-F238E27FC236}">
                <a16:creationId xmlns:a16="http://schemas.microsoft.com/office/drawing/2014/main" id="{927719FE-203F-4016-A744-E2D1537E3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9484" y="461896"/>
            <a:ext cx="32743" cy="28585"/>
          </a:xfrm>
          <a:custGeom xmlns:a="http://schemas.openxmlformats.org/drawingml/2006/main"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4" name="Freeform 60">
            <a:extLst xmlns:a="http://schemas.openxmlformats.org/drawingml/2006/main">
              <a:ext uri="{FF2B5EF4-FFF2-40B4-BE49-F238E27FC236}">
                <a16:creationId xmlns:a16="http://schemas.microsoft.com/office/drawing/2014/main" id="{259569F3-C501-4B63-BD0D-E50D78961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297" y="515428"/>
            <a:ext cx="31703" cy="20789"/>
          </a:xfrm>
          <a:custGeom xmlns:a="http://schemas.openxmlformats.org/drawingml/2006/main"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5" name="Freeform 61">
            <a:extLst xmlns:a="http://schemas.openxmlformats.org/drawingml/2006/main">
              <a:ext uri="{FF2B5EF4-FFF2-40B4-BE49-F238E27FC236}">
                <a16:creationId xmlns:a16="http://schemas.microsoft.com/office/drawing/2014/main" id="{FE326EED-249C-4F10-9054-8D1D2BBBF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6212" y="349113"/>
            <a:ext cx="19230" cy="32223"/>
          </a:xfrm>
          <a:custGeom xmlns:a="http://schemas.openxmlformats.org/drawingml/2006/main"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6" name="Freeform 62">
            <a:extLst xmlns:a="http://schemas.openxmlformats.org/drawingml/2006/main">
              <a:ext uri="{FF2B5EF4-FFF2-40B4-BE49-F238E27FC236}">
                <a16:creationId xmlns:a16="http://schemas.microsoft.com/office/drawing/2014/main" id="{1F75C75B-4383-4AA5-ADFA-16B34BDC6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8753" y="711368"/>
            <a:ext cx="23907" cy="31184"/>
          </a:xfrm>
          <a:custGeom xmlns:a="http://schemas.openxmlformats.org/drawingml/2006/main"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7" name="Freeform 71">
            <a:extLst xmlns:a="http://schemas.openxmlformats.org/drawingml/2006/main">
              <a:ext uri="{FF2B5EF4-FFF2-40B4-BE49-F238E27FC236}">
                <a16:creationId xmlns:a16="http://schemas.microsoft.com/office/drawing/2014/main" id="{F415325D-E082-4C2B-AFD1-B9C4AB28D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0023" y="401606"/>
            <a:ext cx="301445" cy="300925"/>
          </a:xfrm>
          <a:custGeom xmlns:a="http://schemas.openxmlformats.org/drawingml/2006/main"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6" name="标题 1">
            <a:extLst xmlns:a="http://schemas.openxmlformats.org/drawingml/2006/main">
              <a:ext uri="{FF2B5EF4-FFF2-40B4-BE49-F238E27FC236}">
                <a16:creationId xmlns:a16="http://schemas.microsoft.com/office/drawing/2014/main" id="{23B2989D-FEC4-4B91-BD1C-BA46B286E39F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42913" y="243569"/>
            <a:ext cx="9056851" cy="61751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400" b="1" kern="1200" baseline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/>
        </p:txBody>
      </p:sp>
      <p:sp>
        <p:nvSpPr>
          <p:cNvPr id="178" name="直接连接符 177">
            <a:extLst xmlns:a="http://schemas.openxmlformats.org/drawingml/2006/main">
              <a:ext uri="{FF2B5EF4-FFF2-40B4-BE49-F238E27FC236}">
                <a16:creationId xmlns:a16="http://schemas.microsoft.com/office/drawing/2014/main" id="{B7FAF69E-B7D8-42BD-9C8C-A23764E9B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06" y="867990"/>
            <a:ext cx="2433027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6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79" name="直接连接符 178">
            <a:extLst xmlns:a="http://schemas.openxmlformats.org/drawingml/2006/main">
              <a:ext uri="{FF2B5EF4-FFF2-40B4-BE49-F238E27FC236}">
                <a16:creationId xmlns:a16="http://schemas.microsoft.com/office/drawing/2014/main" id="{55841E64-C242-4F3E-95C8-0056378D1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06" y="867990"/>
            <a:ext cx="589713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1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B7512741-2B5A-458B-9E42-4296709AF3A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9005791" y="6394353"/>
            <a:ext cx="2743200" cy="2921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3" name="文本框 62">
            <a:extLst xmlns:a="http://schemas.openxmlformats.org/drawingml/2006/main">
              <a:ext uri="{FF2B5EF4-FFF2-40B4-BE49-F238E27FC236}">
                <a16:creationId xmlns:a16="http://schemas.microsoft.com/office/drawing/2014/main" id="{34AC6BAE-E0F0-42B7-B435-ADA47611C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3" y="6394353"/>
            <a:ext cx="1545907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" name="图片占位符 1">
            <a:extLst xmlns:a="http://schemas.openxmlformats.org/drawingml/2006/main">
              <a:ext uri="{FF2B5EF4-FFF2-40B4-BE49-F238E27FC236}">
                <a16:creationId xmlns:a16="http://schemas.microsoft.com/office/drawing/2014/main" id="{8CE102EB-5E67-4E55-89FF-604046DF3D1C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5627650" y="1131849"/>
            <a:ext cx="2386361" cy="5157440"/>
          </a:xfrm>
          <a:prstGeom xmlns:a="http://schemas.openxmlformats.org/drawingml/2006/main" prst="roundRect">
            <a:avLst>
              <a:gd name="adj" fmla="val 10149"/>
            </a:avLst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41.xml><?xml version="1.0" encoding="utf-8"?>
<p:sldLayout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b00432207ae447b" /><Relationship Type="http://schemas.openxmlformats.org/officeDocument/2006/relationships/slideLayout" Target="/ppt/slideLayouts/slideLayout1.xml" Id="R7f8f44fe01934963" /><Relationship Type="http://schemas.openxmlformats.org/officeDocument/2006/relationships/slideLayout" Target="/ppt/slideLayouts/slideLayout2.xml" Id="Ra429ad697dee4af7" /><Relationship Type="http://schemas.openxmlformats.org/officeDocument/2006/relationships/slideLayout" Target="/ppt/slideLayouts/slideLayout3.xml" Id="Rcc887ea9ce9e485a" /><Relationship Type="http://schemas.openxmlformats.org/officeDocument/2006/relationships/slideLayout" Target="/ppt/slideLayouts/slideLayout4.xml" Id="Rac102fa1b5d74197" /><Relationship Type="http://schemas.openxmlformats.org/officeDocument/2006/relationships/slideLayout" Target="/ppt/slideLayouts/slideLayout5.xml" Id="R66912f58bf0642c3" /><Relationship Type="http://schemas.openxmlformats.org/officeDocument/2006/relationships/slideLayout" Target="/ppt/slideLayouts/slideLayout6.xml" Id="R6f8f578f59a54783" /><Relationship Type="http://schemas.openxmlformats.org/officeDocument/2006/relationships/slideLayout" Target="/ppt/slideLayouts/slideLayout7.xml" Id="Rf8bdc01e03354110" /><Relationship Type="http://schemas.openxmlformats.org/officeDocument/2006/relationships/slideLayout" Target="/ppt/slideLayouts/slideLayout8.xml" Id="R981140d0438d47dd" /><Relationship Type="http://schemas.openxmlformats.org/officeDocument/2006/relationships/slideLayout" Target="/ppt/slideLayouts/slideLayout9.xml" Id="Re0a2e588b36d4712" /><Relationship Type="http://schemas.openxmlformats.org/officeDocument/2006/relationships/slideLayout" Target="/ppt/slideLayouts/slideLayout10.xml" Id="R051623d78aec46e5" /><Relationship Type="http://schemas.openxmlformats.org/officeDocument/2006/relationships/slideLayout" Target="/ppt/slideLayouts/slideLayout11.xml" Id="Ra3faa49a87154558" /><Relationship Type="http://schemas.openxmlformats.org/officeDocument/2006/relationships/slideLayout" Target="/ppt/slideLayouts/slideLayout12.xml" Id="R0a160c5e920f43f7" /><Relationship Type="http://schemas.openxmlformats.org/officeDocument/2006/relationships/slideLayout" Target="/ppt/slideLayouts/slideLayout13.xml" Id="Rcd6f1fa3c10b4d35" /><Relationship Type="http://schemas.openxmlformats.org/officeDocument/2006/relationships/slideLayout" Target="/ppt/slideLayouts/slideLayout14.xml" Id="R3e037244374e4b86" /><Relationship Type="http://schemas.openxmlformats.org/officeDocument/2006/relationships/slideLayout" Target="/ppt/slideLayouts/slideLayout15.xml" Id="R12e990b9f6424c53" /><Relationship Type="http://schemas.openxmlformats.org/officeDocument/2006/relationships/slideLayout" Target="/ppt/slideLayouts/slideLayout16.xml" Id="Re3634eda66ba47e8" /><Relationship Type="http://schemas.openxmlformats.org/officeDocument/2006/relationships/slideLayout" Target="/ppt/slideLayouts/slideLayout17.xml" Id="R0077aa43b1984f5c" /><Relationship Type="http://schemas.openxmlformats.org/officeDocument/2006/relationships/slideLayout" Target="/ppt/slideLayouts/slideLayout18.xml" Id="Rd8d2c047c91a4688" /><Relationship Type="http://schemas.openxmlformats.org/officeDocument/2006/relationships/slideLayout" Target="/ppt/slideLayouts/slideLayout19.xml" Id="R2d4695569cc241f3" /><Relationship Type="http://schemas.openxmlformats.org/officeDocument/2006/relationships/slideLayout" Target="/ppt/slideLayouts/slideLayout20.xml" Id="R6cbc0f6d418845a2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094e009e3ced4578" /><Relationship Type="http://schemas.openxmlformats.org/officeDocument/2006/relationships/slideLayout" Target="/ppt/slideLayouts/slideLayout21.xml" Id="Rb09c4c40e49e46ed" /><Relationship Type="http://schemas.openxmlformats.org/officeDocument/2006/relationships/slideLayout" Target="/ppt/slideLayouts/slideLayout22.xml" Id="Rab8fd8a6f6b647e2" /><Relationship Type="http://schemas.openxmlformats.org/officeDocument/2006/relationships/slideLayout" Target="/ppt/slideLayouts/slideLayout23.xml" Id="Rde9c7baf8e124359" /><Relationship Type="http://schemas.openxmlformats.org/officeDocument/2006/relationships/slideLayout" Target="/ppt/slideLayouts/slideLayout24.xml" Id="R4cedfe24ca83484b" /><Relationship Type="http://schemas.openxmlformats.org/officeDocument/2006/relationships/slideLayout" Target="/ppt/slideLayouts/slideLayout25.xml" Id="R1f4673fe0e524c33" /><Relationship Type="http://schemas.openxmlformats.org/officeDocument/2006/relationships/slideLayout" Target="/ppt/slideLayouts/slideLayout26.xml" Id="R4fbc64e7ba3a4cd7" /><Relationship Type="http://schemas.openxmlformats.org/officeDocument/2006/relationships/slideLayout" Target="/ppt/slideLayouts/slideLayout27.xml" Id="R4408b3f076a94dc5" /><Relationship Type="http://schemas.openxmlformats.org/officeDocument/2006/relationships/slideLayout" Target="/ppt/slideLayouts/slideLayout28.xml" Id="R53fbfda6ca43482b" /><Relationship Type="http://schemas.openxmlformats.org/officeDocument/2006/relationships/slideLayout" Target="/ppt/slideLayouts/slideLayout29.xml" Id="R05bc7dabb8094ebe" /><Relationship Type="http://schemas.openxmlformats.org/officeDocument/2006/relationships/slideLayout" Target="/ppt/slideLayouts/slideLayout30.xml" Id="R40e8d0ac9c0446ab" /><Relationship Type="http://schemas.openxmlformats.org/officeDocument/2006/relationships/slideLayout" Target="/ppt/slideLayouts/slideLayout31.xml" Id="R06764984d7cd47fd" /><Relationship Type="http://schemas.openxmlformats.org/officeDocument/2006/relationships/slideLayout" Target="/ppt/slideLayouts/slideLayout32.xml" Id="R0c6776faa152418a" /><Relationship Type="http://schemas.openxmlformats.org/officeDocument/2006/relationships/slideLayout" Target="/ppt/slideLayouts/slideLayout33.xml" Id="R6483b57889234650" /><Relationship Type="http://schemas.openxmlformats.org/officeDocument/2006/relationships/slideLayout" Target="/ppt/slideLayouts/slideLayout34.xml" Id="Rf1bfaf01ddeb4993" /><Relationship Type="http://schemas.openxmlformats.org/officeDocument/2006/relationships/slideLayout" Target="/ppt/slideLayouts/slideLayout35.xml" Id="R5b87e4a82add4cbc" /><Relationship Type="http://schemas.openxmlformats.org/officeDocument/2006/relationships/slideLayout" Target="/ppt/slideLayouts/slideLayout36.xml" Id="Reb9d2255773548ec" /><Relationship Type="http://schemas.openxmlformats.org/officeDocument/2006/relationships/slideLayout" Target="/ppt/slideLayouts/slideLayout37.xml" Id="R5547e445faaa4ea6" /><Relationship Type="http://schemas.openxmlformats.org/officeDocument/2006/relationships/slideLayout" Target="/ppt/slideLayouts/slideLayout38.xml" Id="R76785a06a17f404a" /><Relationship Type="http://schemas.openxmlformats.org/officeDocument/2006/relationships/slideLayout" Target="/ppt/slideLayouts/slideLayout39.xml" Id="Rce6e025df34c4a8b" /><Relationship Type="http://schemas.openxmlformats.org/officeDocument/2006/relationships/slideLayout" Target="/ppt/slideLayouts/slideLayout40.xml" Id="R08f9a2e8f6174a05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fe683b25fe974c77" /><Relationship Type="http://schemas.openxmlformats.org/officeDocument/2006/relationships/slideLayout" Target="/ppt/slideLayouts/slideLayout41.xml" Id="Reee40e702dfc4934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C0E8F6A6-E72E-42D8-A31D-3FFA1281A43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5005EA49-3880-4110-83DB-24C59A31803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f8f44fe01934963"/>
    <p:sldLayoutId xmlns:r="http://schemas.openxmlformats.org/officeDocument/2006/relationships" id="2147483650" r:id="Ra429ad697dee4af7"/>
    <p:sldLayoutId xmlns:r="http://schemas.openxmlformats.org/officeDocument/2006/relationships" id="2147483651" r:id="Rcc887ea9ce9e485a"/>
    <p:sldLayoutId xmlns:r="http://schemas.openxmlformats.org/officeDocument/2006/relationships" id="2147483652" r:id="Rac102fa1b5d74197"/>
    <p:sldLayoutId xmlns:r="http://schemas.openxmlformats.org/officeDocument/2006/relationships" id="2147483653" r:id="R66912f58bf0642c3"/>
    <p:sldLayoutId xmlns:r="http://schemas.openxmlformats.org/officeDocument/2006/relationships" id="2147483654" r:id="R6f8f578f59a54783"/>
    <p:sldLayoutId xmlns:r="http://schemas.openxmlformats.org/officeDocument/2006/relationships" id="2147483655" r:id="Rf8bdc01e03354110"/>
    <p:sldLayoutId xmlns:r="http://schemas.openxmlformats.org/officeDocument/2006/relationships" id="2147483656" r:id="R981140d0438d47dd"/>
    <p:sldLayoutId xmlns:r="http://schemas.openxmlformats.org/officeDocument/2006/relationships" id="2147483657" r:id="Re0a2e588b36d4712"/>
    <p:sldLayoutId xmlns:r="http://schemas.openxmlformats.org/officeDocument/2006/relationships" id="2147483658" r:id="R051623d78aec46e5"/>
    <p:sldLayoutId xmlns:r="http://schemas.openxmlformats.org/officeDocument/2006/relationships" id="2147483659" r:id="Ra3faa49a87154558"/>
    <p:sldLayoutId xmlns:r="http://schemas.openxmlformats.org/officeDocument/2006/relationships" id="2147483660" r:id="R0a160c5e920f43f7"/>
    <p:sldLayoutId xmlns:r="http://schemas.openxmlformats.org/officeDocument/2006/relationships" id="2147483661" r:id="Rcd6f1fa3c10b4d35"/>
    <p:sldLayoutId xmlns:r="http://schemas.openxmlformats.org/officeDocument/2006/relationships" id="2147483662" r:id="R3e037244374e4b86"/>
    <p:sldLayoutId xmlns:r="http://schemas.openxmlformats.org/officeDocument/2006/relationships" id="2147483663" r:id="R12e990b9f6424c53"/>
    <p:sldLayoutId xmlns:r="http://schemas.openxmlformats.org/officeDocument/2006/relationships" id="2147483664" r:id="Re3634eda66ba47e8"/>
    <p:sldLayoutId xmlns:r="http://schemas.openxmlformats.org/officeDocument/2006/relationships" id="2147483665" r:id="R0077aa43b1984f5c"/>
    <p:sldLayoutId xmlns:r="http://schemas.openxmlformats.org/officeDocument/2006/relationships" id="2147483666" r:id="Rd8d2c047c91a4688"/>
    <p:sldLayoutId xmlns:r="http://schemas.openxmlformats.org/officeDocument/2006/relationships" id="2147483667" r:id="R2d4695569cc241f3"/>
    <p:sldLayoutId xmlns:r="http://schemas.openxmlformats.org/officeDocument/2006/relationships" id="2147483668" r:id="R6cbc0f6d418845a2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n-ea"/>
          <a:ea typeface="+mn-ea"/>
          <a:cs typeface="+mn-ea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ea"/>
          <a:ea typeface="+mn-ea"/>
          <a:cs typeface="+mn-ea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ea"/>
          <a:ea typeface="+mn-ea"/>
          <a:cs typeface="+mn-ea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ea"/>
          <a:ea typeface="+mn-ea"/>
          <a:cs typeface="+mn-ea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ea"/>
          <a:ea typeface="+mn-ea"/>
          <a:cs typeface="+mn-ea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ea"/>
          <a:ea typeface="+mn-ea"/>
          <a:cs typeface="+mn-ea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456D38E-B964-4979-80D2-E9D774468D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C9FAAFE3-AF21-4551-9B49-DD2956E203D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70" r:id="Rb09c4c40e49e46ed"/>
    <p:sldLayoutId xmlns:r="http://schemas.openxmlformats.org/officeDocument/2006/relationships" id="2147483671" r:id="Rab8fd8a6f6b647e2"/>
    <p:sldLayoutId xmlns:r="http://schemas.openxmlformats.org/officeDocument/2006/relationships" id="2147483672" r:id="Rde9c7baf8e124359"/>
    <p:sldLayoutId xmlns:r="http://schemas.openxmlformats.org/officeDocument/2006/relationships" id="2147483673" r:id="R4cedfe24ca83484b"/>
    <p:sldLayoutId xmlns:r="http://schemas.openxmlformats.org/officeDocument/2006/relationships" id="2147483674" r:id="R1f4673fe0e524c33"/>
    <p:sldLayoutId xmlns:r="http://schemas.openxmlformats.org/officeDocument/2006/relationships" id="2147483675" r:id="R4fbc64e7ba3a4cd7"/>
    <p:sldLayoutId xmlns:r="http://schemas.openxmlformats.org/officeDocument/2006/relationships" id="2147483676" r:id="R4408b3f076a94dc5"/>
    <p:sldLayoutId xmlns:r="http://schemas.openxmlformats.org/officeDocument/2006/relationships" id="2147483677" r:id="R53fbfda6ca43482b"/>
    <p:sldLayoutId xmlns:r="http://schemas.openxmlformats.org/officeDocument/2006/relationships" id="2147483678" r:id="R05bc7dabb8094ebe"/>
    <p:sldLayoutId xmlns:r="http://schemas.openxmlformats.org/officeDocument/2006/relationships" id="2147483679" r:id="R40e8d0ac9c0446ab"/>
    <p:sldLayoutId xmlns:r="http://schemas.openxmlformats.org/officeDocument/2006/relationships" id="2147483680" r:id="R06764984d7cd47fd"/>
    <p:sldLayoutId xmlns:r="http://schemas.openxmlformats.org/officeDocument/2006/relationships" id="2147483681" r:id="R0c6776faa152418a"/>
    <p:sldLayoutId xmlns:r="http://schemas.openxmlformats.org/officeDocument/2006/relationships" id="2147483682" r:id="R6483b57889234650"/>
    <p:sldLayoutId xmlns:r="http://schemas.openxmlformats.org/officeDocument/2006/relationships" id="2147483683" r:id="Rf1bfaf01ddeb4993"/>
    <p:sldLayoutId xmlns:r="http://schemas.openxmlformats.org/officeDocument/2006/relationships" id="2147483684" r:id="R5b87e4a82add4cbc"/>
    <p:sldLayoutId xmlns:r="http://schemas.openxmlformats.org/officeDocument/2006/relationships" id="2147483685" r:id="Reb9d2255773548ec"/>
    <p:sldLayoutId xmlns:r="http://schemas.openxmlformats.org/officeDocument/2006/relationships" id="2147483686" r:id="R5547e445faaa4ea6"/>
    <p:sldLayoutId xmlns:r="http://schemas.openxmlformats.org/officeDocument/2006/relationships" id="2147483687" r:id="R76785a06a17f404a"/>
    <p:sldLayoutId xmlns:r="http://schemas.openxmlformats.org/officeDocument/2006/relationships" id="2147483688" r:id="Rce6e025df34c4a8b"/>
    <p:sldLayoutId xmlns:r="http://schemas.openxmlformats.org/officeDocument/2006/relationships" id="2147483689" r:id="R08f9a2e8f6174a05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n-ea"/>
          <a:ea typeface="+mn-ea"/>
          <a:cs typeface="+mn-ea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ea"/>
          <a:ea typeface="+mn-ea"/>
          <a:cs typeface="+mn-ea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ea"/>
          <a:ea typeface="+mn-ea"/>
          <a:cs typeface="+mn-ea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ea"/>
          <a:ea typeface="+mn-ea"/>
          <a:cs typeface="+mn-ea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ea"/>
          <a:ea typeface="+mn-ea"/>
          <a:cs typeface="+mn-ea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ea"/>
          <a:ea typeface="+mn-ea"/>
          <a:cs typeface="+mn-ea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91" r:id="Reee40e702dfc4934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自定义设计方案">
  <a:themeElements>
    <a:clrScheme name="自定义 2">
      <a:dk1>
        <a:srgbClr val="000000"/>
      </a:dk1>
      <a:lt1>
        <a:srgbClr val="FFFFFF"/>
      </a:lt1>
      <a:dk2>
        <a:srgbClr val="768395"/>
      </a:dk2>
      <a:lt2>
        <a:srgbClr val="F0F0F0"/>
      </a:lt2>
      <a:accent1>
        <a:srgbClr val="9A0001"/>
      </a:accent1>
      <a:accent2>
        <a:srgbClr val="CEAB6E"/>
      </a:accent2>
      <a:accent3>
        <a:srgbClr val="063771"/>
      </a:accent3>
      <a:accent4>
        <a:srgbClr val="F3F4F8"/>
      </a:accent4>
      <a:accent5>
        <a:srgbClr val="64646C"/>
      </a:accent5>
      <a:accent6>
        <a:srgbClr val="FFFFFF"/>
      </a:accent6>
      <a:hlink>
        <a:srgbClr val="0070C0"/>
      </a:hlink>
      <a:folHlink>
        <a:srgbClr val="BFBFBF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自定义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1_自定义设计方案">
  <a:themeElements>
    <a:clrScheme name="自定义 2">
      <a:dk1>
        <a:srgbClr val="000000"/>
      </a:dk1>
      <a:lt1>
        <a:srgbClr val="FFFFFF"/>
      </a:lt1>
      <a:dk2>
        <a:srgbClr val="768395"/>
      </a:dk2>
      <a:lt2>
        <a:srgbClr val="F0F0F0"/>
      </a:lt2>
      <a:accent1>
        <a:srgbClr val="9A0001"/>
      </a:accent1>
      <a:accent2>
        <a:srgbClr val="CEAB6E"/>
      </a:accent2>
      <a:accent3>
        <a:srgbClr val="063771"/>
      </a:accent3>
      <a:accent4>
        <a:srgbClr val="F3F4F8"/>
      </a:accent4>
      <a:accent5>
        <a:srgbClr val="64646C"/>
      </a:accent5>
      <a:accent6>
        <a:srgbClr val="FFFFFF"/>
      </a:accent6>
      <a:hlink>
        <a:srgbClr val="0070C0"/>
      </a:hlink>
      <a:folHlink>
        <a:srgbClr val="BFBFBF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自定义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1_OfficePLUS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f512fccc9cfb44d1" /><Relationship Type="http://schemas.openxmlformats.org/officeDocument/2006/relationships/notesSlide" Target="/ppt/notesSlides/notesSlide1.xml" Id="R2ad421375ba8401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9295fe5130404f43" /><Relationship Type="http://schemas.openxmlformats.org/officeDocument/2006/relationships/notesSlide" Target="/ppt/notesSlides/notesSlide2.xml" Id="R7b0cf7237ff54ac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1abfe488a7624044" /><Relationship Type="http://schemas.openxmlformats.org/officeDocument/2006/relationships/image" Target="/ppt/media/image2.png" Id="R282d7b0258f14fd9" /><Relationship Type="http://schemas.openxmlformats.org/officeDocument/2006/relationships/notesSlide" Target="/ppt/notesSlides/notesSlide3.xml" Id="R7a0beda5f3a2430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6d9a9dbc8a2f4405" /><Relationship Type="http://schemas.openxmlformats.org/officeDocument/2006/relationships/notesSlide" Target="/ppt/notesSlides/notesSlide4.xml" Id="R6886eb9d44224bd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991e6317eda0422c" /><Relationship Type="http://schemas.openxmlformats.org/officeDocument/2006/relationships/image" Target="/ppt/media/image3.png" Id="Ra1a30009f8f0413b" /><Relationship Type="http://schemas.openxmlformats.org/officeDocument/2006/relationships/notesSlide" Target="/ppt/notesSlides/notesSlide5.xml" Id="Rd3c213dcdc49485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054e2546c4294656" /><Relationship Type="http://schemas.openxmlformats.org/officeDocument/2006/relationships/notesSlide" Target="/ppt/notesSlides/notesSlide6.xml" Id="R5a972044eaac4f2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14f831b8cde54a85" /><Relationship Type="http://schemas.openxmlformats.org/officeDocument/2006/relationships/image" Target="/ppt/media/image4.png" Id="R9d83007705334ec6" /><Relationship Type="http://schemas.openxmlformats.org/officeDocument/2006/relationships/notesSlide" Target="/ppt/notesSlides/notesSlide7.xml" Id="R63fe16cc43f94c5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36d0704282374f97" /><Relationship Type="http://schemas.openxmlformats.org/officeDocument/2006/relationships/notesSlide" Target="/ppt/notesSlides/notesSlide8.xml" Id="R7f0bb2216c0c452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b472694901de465f" /><Relationship Type="http://schemas.openxmlformats.org/officeDocument/2006/relationships/notesSlide" Target="/ppt/notesSlides/notesSlide9.xml" Id="Rdf07cb23c4c843b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e59b2c555e0846f3" /><Relationship Type="http://schemas.openxmlformats.org/officeDocument/2006/relationships/notesSlide" Target="/ppt/notesSlides/notesSlide10.xml" Id="R1c6fe71dbc6b49d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5e7fe137b0024601" /><Relationship Type="http://schemas.openxmlformats.org/officeDocument/2006/relationships/notesSlide" Target="/ppt/notesSlides/notesSlide11.xml" Id="R9625adfa24b3466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83ae618797b749cb" /><Relationship Type="http://schemas.openxmlformats.org/officeDocument/2006/relationships/notesSlide" Target="/ppt/notesSlides/notesSlide12.xml" Id="Ra1e19f035d0a4ef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0" name="Freeform 8">
            <a:extLst xmlns:a="http://schemas.openxmlformats.org/drawingml/2006/main">
              <a:ext uri="{FF2B5EF4-FFF2-40B4-BE49-F238E27FC236}">
                <a16:creationId xmlns:a16="http://schemas.microsoft.com/office/drawing/2014/main" id="{C55EDCD4-F141-47EB-B91E-2E6022B1F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815" y="232406"/>
            <a:ext cx="588637" cy="543771"/>
          </a:xfrm>
          <a:custGeom xmlns:a="http://schemas.openxmlformats.org/drawingml/2006/main"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1" name="Freeform 42">
            <a:extLst xmlns:a="http://schemas.openxmlformats.org/drawingml/2006/main">
              <a:ext uri="{FF2B5EF4-FFF2-40B4-BE49-F238E27FC236}">
                <a16:creationId xmlns:a16="http://schemas.microsoft.com/office/drawing/2014/main" id="{59C21169-1FB4-4AEA-9939-02A65AB9D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653" y="302918"/>
            <a:ext cx="434274" cy="401475"/>
          </a:xfrm>
          <a:custGeom xmlns:a="http://schemas.openxmlformats.org/drawingml/2006/main"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2" name="Freeform 43">
            <a:extLst xmlns:a="http://schemas.openxmlformats.org/drawingml/2006/main">
              <a:ext uri="{FF2B5EF4-FFF2-40B4-BE49-F238E27FC236}">
                <a16:creationId xmlns:a16="http://schemas.microsoft.com/office/drawing/2014/main" id="{D4EBA6CB-5830-4567-99D3-EA4B9EEC8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136" y="342939"/>
            <a:ext cx="48023" cy="53360"/>
          </a:xfrm>
          <a:custGeom xmlns:a="http://schemas.openxmlformats.org/drawingml/2006/main"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3" name="Freeform 44">
            <a:extLst xmlns:a="http://schemas.openxmlformats.org/drawingml/2006/main">
              <a:ext uri="{FF2B5EF4-FFF2-40B4-BE49-F238E27FC236}">
                <a16:creationId xmlns:a16="http://schemas.microsoft.com/office/drawing/2014/main" id="{0B9063C2-E0D6-4805-9A8F-9643E5D1D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141" y="443943"/>
            <a:ext cx="45965" cy="45737"/>
          </a:xfrm>
          <a:custGeom xmlns:a="http://schemas.openxmlformats.org/drawingml/2006/main"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4" name="Freeform 45">
            <a:extLst xmlns:a="http://schemas.openxmlformats.org/drawingml/2006/main">
              <a:ext uri="{FF2B5EF4-FFF2-40B4-BE49-F238E27FC236}">
                <a16:creationId xmlns:a16="http://schemas.microsoft.com/office/drawing/2014/main" id="{025DAA7A-1167-4010-A66D-D401C73A8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856" y="297836"/>
            <a:ext cx="50082" cy="49549"/>
          </a:xfrm>
          <a:custGeom xmlns:a="http://schemas.openxmlformats.org/drawingml/2006/main"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5" name="Freeform 46">
            <a:extLst xmlns:a="http://schemas.openxmlformats.org/drawingml/2006/main">
              <a:ext uri="{FF2B5EF4-FFF2-40B4-BE49-F238E27FC236}">
                <a16:creationId xmlns:a16="http://schemas.microsoft.com/office/drawing/2014/main" id="{1D618579-886C-4FD7-A9A7-F195227EF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141" y="515090"/>
            <a:ext cx="43221" cy="38114"/>
          </a:xfrm>
          <a:custGeom xmlns:a="http://schemas.openxmlformats.org/drawingml/2006/main"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Freeform 47">
            <a:extLst xmlns:a="http://schemas.openxmlformats.org/drawingml/2006/main">
              <a:ext uri="{FF2B5EF4-FFF2-40B4-BE49-F238E27FC236}">
                <a16:creationId xmlns:a16="http://schemas.microsoft.com/office/drawing/2014/main" id="{EEE5EAD6-5BE1-41C6-AAD0-0EDBFD754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365" y="713287"/>
            <a:ext cx="30186" cy="40020"/>
          </a:xfrm>
          <a:custGeom xmlns:a="http://schemas.openxmlformats.org/drawingml/2006/main"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7" name="Freeform 48">
            <a:extLst xmlns:a="http://schemas.openxmlformats.org/drawingml/2006/main">
              <a:ext uri="{FF2B5EF4-FFF2-40B4-BE49-F238E27FC236}">
                <a16:creationId xmlns:a16="http://schemas.microsoft.com/office/drawing/2014/main" id="{D01043F3-D188-448A-A08B-F2804A927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92" y="578615"/>
            <a:ext cx="44593" cy="35573"/>
          </a:xfrm>
          <a:custGeom xmlns:a="http://schemas.openxmlformats.org/drawingml/2006/main"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8" name="Freeform 49">
            <a:extLst xmlns:a="http://schemas.openxmlformats.org/drawingml/2006/main">
              <a:ext uri="{FF2B5EF4-FFF2-40B4-BE49-F238E27FC236}">
                <a16:creationId xmlns:a16="http://schemas.microsoft.com/office/drawing/2014/main" id="{C4C80CD8-CD76-49E9-939E-61E15E663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362" y="337221"/>
            <a:ext cx="52826" cy="53360"/>
          </a:xfrm>
          <a:custGeom xmlns:a="http://schemas.openxmlformats.org/drawingml/2006/main"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9" name="Freeform 50">
            <a:extLst xmlns:a="http://schemas.openxmlformats.org/drawingml/2006/main">
              <a:ext uri="{FF2B5EF4-FFF2-40B4-BE49-F238E27FC236}">
                <a16:creationId xmlns:a16="http://schemas.microsoft.com/office/drawing/2014/main" id="{28E6AE6E-2F73-46A7-8EFE-4DE657AF3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460" y="696136"/>
            <a:ext cx="37047" cy="39385"/>
          </a:xfrm>
          <a:custGeom xmlns:a="http://schemas.openxmlformats.org/drawingml/2006/main"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0" name="Freeform 51">
            <a:extLst xmlns:a="http://schemas.openxmlformats.org/drawingml/2006/main">
              <a:ext uri="{FF2B5EF4-FFF2-40B4-BE49-F238E27FC236}">
                <a16:creationId xmlns:a16="http://schemas.microsoft.com/office/drawing/2014/main" id="{0997AF12-E7AA-4748-B1C7-CF82FA989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444" y="292754"/>
            <a:ext cx="50082" cy="45102"/>
          </a:xfrm>
          <a:custGeom xmlns:a="http://schemas.openxmlformats.org/drawingml/2006/main"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1" name="Freeform 52">
            <a:extLst xmlns:a="http://schemas.openxmlformats.org/drawingml/2006/main">
              <a:ext uri="{FF2B5EF4-FFF2-40B4-BE49-F238E27FC236}">
                <a16:creationId xmlns:a16="http://schemas.microsoft.com/office/drawing/2014/main" id="{8D447DDB-3FD6-4A02-9206-2DE11FC89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633" y="251463"/>
            <a:ext cx="39791" cy="40020"/>
          </a:xfrm>
          <a:custGeom xmlns:a="http://schemas.openxmlformats.org/drawingml/2006/main"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2" name="Freeform 53">
            <a:extLst xmlns:a="http://schemas.openxmlformats.org/drawingml/2006/main">
              <a:ext uri="{FF2B5EF4-FFF2-40B4-BE49-F238E27FC236}">
                <a16:creationId xmlns:a16="http://schemas.microsoft.com/office/drawing/2014/main" id="{334475F7-6A07-4DBC-B789-0C516EB67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343" y="713287"/>
            <a:ext cx="30872" cy="40655"/>
          </a:xfrm>
          <a:custGeom xmlns:a="http://schemas.openxmlformats.org/drawingml/2006/main"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3" name="Freeform 54">
            <a:extLst xmlns:a="http://schemas.openxmlformats.org/drawingml/2006/main">
              <a:ext uri="{FF2B5EF4-FFF2-40B4-BE49-F238E27FC236}">
                <a16:creationId xmlns:a16="http://schemas.microsoft.com/office/drawing/2014/main" id="{BEC6A073-ECA1-471C-B804-62D970006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283" y="259086"/>
            <a:ext cx="41163" cy="43196"/>
          </a:xfrm>
          <a:custGeom xmlns:a="http://schemas.openxmlformats.org/drawingml/2006/main"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4" name="Freeform 55">
            <a:extLst xmlns:a="http://schemas.openxmlformats.org/drawingml/2006/main">
              <a:ext uri="{FF2B5EF4-FFF2-40B4-BE49-F238E27FC236}">
                <a16:creationId xmlns:a16="http://schemas.microsoft.com/office/drawing/2014/main" id="{8183D193-622A-49FD-8041-D30090A5B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753" y="405193"/>
            <a:ext cx="48023" cy="35573"/>
          </a:xfrm>
          <a:custGeom xmlns:a="http://schemas.openxmlformats.org/drawingml/2006/main"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5" name="Freeform 56">
            <a:extLst xmlns:a="http://schemas.openxmlformats.org/drawingml/2006/main">
              <a:ext uri="{FF2B5EF4-FFF2-40B4-BE49-F238E27FC236}">
                <a16:creationId xmlns:a16="http://schemas.microsoft.com/office/drawing/2014/main" id="{004DF72D-B37C-45C2-827F-4E63C850E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439" y="572263"/>
            <a:ext cx="47337" cy="40655"/>
          </a:xfrm>
          <a:custGeom xmlns:a="http://schemas.openxmlformats.org/drawingml/2006/main"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6" name="Freeform 57">
            <a:extLst xmlns:a="http://schemas.openxmlformats.org/drawingml/2006/main">
              <a:ext uri="{FF2B5EF4-FFF2-40B4-BE49-F238E27FC236}">
                <a16:creationId xmlns:a16="http://schemas.microsoft.com/office/drawing/2014/main" id="{3C72DF0B-DBA5-4449-A958-FC841FBF0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590" y="509373"/>
            <a:ext cx="41849" cy="34303"/>
          </a:xfrm>
          <a:custGeom xmlns:a="http://schemas.openxmlformats.org/drawingml/2006/main"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7" name="Freeform 58">
            <a:extLst xmlns:a="http://schemas.openxmlformats.org/drawingml/2006/main">
              <a:ext uri="{FF2B5EF4-FFF2-40B4-BE49-F238E27FC236}">
                <a16:creationId xmlns:a16="http://schemas.microsoft.com/office/drawing/2014/main" id="{451EE5FE-30B3-4C92-A2BC-E1F51788D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07" y="266709"/>
            <a:ext cx="37733" cy="43832"/>
          </a:xfrm>
          <a:custGeom xmlns:a="http://schemas.openxmlformats.org/drawingml/2006/main"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8" name="Freeform 59">
            <a:extLst xmlns:a="http://schemas.openxmlformats.org/drawingml/2006/main">
              <a:ext uri="{FF2B5EF4-FFF2-40B4-BE49-F238E27FC236}">
                <a16:creationId xmlns:a16="http://schemas.microsoft.com/office/drawing/2014/main" id="{AF6F3AA9-749A-41D7-B26A-5614F7534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664" y="393758"/>
            <a:ext cx="43221" cy="34938"/>
          </a:xfrm>
          <a:custGeom xmlns:a="http://schemas.openxmlformats.org/drawingml/2006/main"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9" name="Freeform 60">
            <a:extLst xmlns:a="http://schemas.openxmlformats.org/drawingml/2006/main">
              <a:ext uri="{FF2B5EF4-FFF2-40B4-BE49-F238E27FC236}">
                <a16:creationId xmlns:a16="http://schemas.microsoft.com/office/drawing/2014/main" id="{5B1A4F3E-6274-4B7B-AA62-AE32577B4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904" y="459189"/>
            <a:ext cx="41849" cy="25409"/>
          </a:xfrm>
          <a:custGeom xmlns:a="http://schemas.openxmlformats.org/drawingml/2006/main"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0" name="Freeform 61">
            <a:extLst xmlns:a="http://schemas.openxmlformats.org/drawingml/2006/main">
              <a:ext uri="{FF2B5EF4-FFF2-40B4-BE49-F238E27FC236}">
                <a16:creationId xmlns:a16="http://schemas.microsoft.com/office/drawing/2014/main" id="{0E94910E-8CAE-4B64-89BB-4E7ABF4B8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750" y="255910"/>
            <a:ext cx="25384" cy="39385"/>
          </a:xfrm>
          <a:custGeom xmlns:a="http://schemas.openxmlformats.org/drawingml/2006/main"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1" name="Freeform 62">
            <a:extLst xmlns:a="http://schemas.openxmlformats.org/drawingml/2006/main">
              <a:ext uri="{FF2B5EF4-FFF2-40B4-BE49-F238E27FC236}">
                <a16:creationId xmlns:a16="http://schemas.microsoft.com/office/drawing/2014/main" id="{D6099770-FEB6-47A6-8D0F-CA227A10B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701" y="698677"/>
            <a:ext cx="31558" cy="38114"/>
          </a:xfrm>
          <a:custGeom xmlns:a="http://schemas.openxmlformats.org/drawingml/2006/main"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2" name="Freeform 71">
            <a:extLst xmlns:a="http://schemas.openxmlformats.org/drawingml/2006/main">
              <a:ext uri="{FF2B5EF4-FFF2-40B4-BE49-F238E27FC236}">
                <a16:creationId xmlns:a16="http://schemas.microsoft.com/office/drawing/2014/main" id="{995CB4C0-6FA6-4FF2-BF4B-7C3A9F607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177" y="320070"/>
            <a:ext cx="397913" cy="367807"/>
          </a:xfrm>
          <a:custGeom xmlns:a="http://schemas.openxmlformats.org/drawingml/2006/main"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3" name="矩形 142">
            <a:extLst xmlns:a="http://schemas.openxmlformats.org/drawingml/2006/main">
              <a:ext uri="{FF2B5EF4-FFF2-40B4-BE49-F238E27FC236}">
                <a16:creationId xmlns:a16="http://schemas.microsoft.com/office/drawing/2014/main" id="{60BBA69B-05D2-4182-90C6-F95233D82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6405" y="2465657"/>
            <a:ext cx="8819190" cy="155448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>
                <a:latin typeface="微软雅黑"/>
                <a:ea typeface="微软雅黑"/>
                <a:cs typeface="微软雅黑"/>
              </a:defRPr>
            </a:defPPr>
            <a:lvl1pPr>
              <a:buNone/>
              <a:defRPr>
                <a:latin typeface="微软雅黑"/>
                <a:ea typeface="微软雅黑"/>
                <a:cs typeface="微软雅黑"/>
              </a:defRPr>
            </a:lvl1pPr>
            <a:lvl2pPr>
              <a:buNone/>
              <a:defRPr>
                <a:latin typeface="微软雅黑"/>
                <a:ea typeface="微软雅黑"/>
                <a:cs typeface="微软雅黑"/>
              </a:defRPr>
            </a:lvl2pPr>
            <a:lvl3pPr>
              <a:buNone/>
              <a:defRPr>
                <a:latin typeface="微软雅黑"/>
                <a:ea typeface="微软雅黑"/>
                <a:cs typeface="微软雅黑"/>
              </a:defRPr>
            </a:lvl3pPr>
            <a:lvl4pPr>
              <a:buNone/>
              <a:defRPr>
                <a:latin typeface="微软雅黑"/>
                <a:ea typeface="微软雅黑"/>
                <a:cs typeface="微软雅黑"/>
              </a:defRPr>
            </a:lvl4pPr>
            <a:lvl5pPr>
              <a:buNone/>
              <a:defRPr>
                <a:latin typeface="微软雅黑"/>
                <a:ea typeface="微软雅黑"/>
                <a:cs typeface="微软雅黑"/>
              </a:defRPr>
            </a:lvl5pPr>
            <a:lvl6pPr>
              <a:buNone/>
              <a:defRPr>
                <a:latin typeface="微软雅黑"/>
                <a:ea typeface="微软雅黑"/>
                <a:cs typeface="微软雅黑"/>
              </a:defRPr>
            </a:lvl6pPr>
            <a:lvl7pPr>
              <a:buNone/>
              <a:defRPr>
                <a:latin typeface="微软雅黑"/>
                <a:ea typeface="微软雅黑"/>
                <a:cs typeface="微软雅黑"/>
              </a:defRPr>
            </a:lvl7pPr>
            <a:lvl8pPr>
              <a:buNone/>
              <a:defRPr>
                <a:latin typeface="微软雅黑"/>
                <a:ea typeface="微软雅黑"/>
                <a:cs typeface="微软雅黑"/>
              </a:defRPr>
            </a:lvl8pPr>
            <a:lvl9pPr>
              <a:buNone/>
              <a:defRPr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lvl="0" algn="ctr">
              <a:lnSpc>
                <a:spcPct val="120000"/>
              </a:lnSpc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4000" b="1" spc="300"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面向边缘智能场景的小型机械臂云边协同控制系统的设计</a:t>
            </a:r>
            <a:endParaRPr sz="4000" b="1" spc="300">
              <a:solidFill>
                <a:schemeClr val="accent1"/>
              </a:solidFill>
              <a:latin typeface="Palatino"/>
              <a:ea typeface="Palatino"/>
              <a:cs typeface="Palatino"/>
            </a:endParaRPr>
          </a:p>
        </p:txBody>
      </p:sp>
      <p:sp>
        <p:nvSpPr>
          <p:cNvPr id="148" name="文本框 147">
            <a:extLst xmlns:a="http://schemas.openxmlformats.org/drawingml/2006/main">
              <a:ext uri="{FF2B5EF4-FFF2-40B4-BE49-F238E27FC236}">
                <a16:creationId xmlns:a16="http://schemas.microsoft.com/office/drawing/2014/main" id="{6E3727EB-604D-4791-8218-D101031D9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003" y="286334"/>
            <a:ext cx="452227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1" i="0" u="none" strike="noStrike" cap="none" spc="0" baseline="0">
                <a:ln>
                  <a:noFill/>
                </a:ln>
                <a:latin typeface="黑体"/>
                <a:ea typeface="黑体"/>
                <a:cs typeface="黑体"/>
              </a:rPr>
              <a:t>北京大学软件与微电子学院</a:t>
            </a:r>
            <a:r>
              <a:rPr sz="1800" b="1" i="0" u="none" strike="noStrike" cap="none" spc="0" baseline="0">
                <a:ln>
                  <a:noFill/>
                </a:ln>
                <a:latin typeface="黑体"/>
                <a:ea typeface="黑体"/>
                <a:cs typeface="黑体"/>
              </a:rPr>
              <a:t>-</a:t>
            </a:r>
            <a:r>
              <a:rPr sz="1800" b="1" i="0" u="none" strike="noStrike" cap="none" spc="0" baseline="0">
                <a:ln>
                  <a:noFill/>
                </a:ln>
                <a:latin typeface="黑体"/>
                <a:ea typeface="黑体"/>
                <a:cs typeface="黑体"/>
              </a:rPr>
              <a:t>硕士开题报告</a:t>
            </a:r>
            <a:endParaRPr sz="1800" b="1" i="0" u="none" strike="noStrike" kern="1200" cap="none" spc="0" baseline="0">
              <a:ln>
                <a:noFill/>
              </a:ln>
              <a:latin typeface="黑体"/>
              <a:ea typeface="黑体"/>
              <a:cs typeface="黑体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0B5C2BF8-4A12-4195-99AA-48C086B5D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9755" y="5150485"/>
            <a:ext cx="2468880" cy="1325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>
                <a:latin typeface="微软雅黑"/>
                <a:ea typeface="微软雅黑"/>
                <a:cs typeface="微软雅黑"/>
              </a:defRPr>
            </a:defPPr>
            <a:lvl1pPr>
              <a:buNone/>
              <a:defRPr>
                <a:latin typeface="微软雅黑"/>
                <a:ea typeface="微软雅黑"/>
                <a:cs typeface="微软雅黑"/>
              </a:defRPr>
            </a:lvl1pPr>
            <a:lvl2pPr>
              <a:buNone/>
              <a:defRPr>
                <a:latin typeface="微软雅黑"/>
                <a:ea typeface="微软雅黑"/>
                <a:cs typeface="微软雅黑"/>
              </a:defRPr>
            </a:lvl2pPr>
            <a:lvl3pPr>
              <a:buNone/>
              <a:defRPr>
                <a:latin typeface="微软雅黑"/>
                <a:ea typeface="微软雅黑"/>
                <a:cs typeface="微软雅黑"/>
              </a:defRPr>
            </a:lvl3pPr>
            <a:lvl4pPr>
              <a:buNone/>
              <a:defRPr>
                <a:latin typeface="微软雅黑"/>
                <a:ea typeface="微软雅黑"/>
                <a:cs typeface="微软雅黑"/>
              </a:defRPr>
            </a:lvl4pPr>
            <a:lvl5pPr>
              <a:buNone/>
              <a:defRPr>
                <a:latin typeface="微软雅黑"/>
                <a:ea typeface="微软雅黑"/>
                <a:cs typeface="微软雅黑"/>
              </a:defRPr>
            </a:lvl5pPr>
            <a:lvl6pPr>
              <a:buNone/>
              <a:defRPr>
                <a:latin typeface="微软雅黑"/>
                <a:ea typeface="微软雅黑"/>
                <a:cs typeface="微软雅黑"/>
              </a:defRPr>
            </a:lvl6pPr>
            <a:lvl7pPr>
              <a:buNone/>
              <a:defRPr>
                <a:latin typeface="微软雅黑"/>
                <a:ea typeface="微软雅黑"/>
                <a:cs typeface="微软雅黑"/>
              </a:defRPr>
            </a:lvl7pPr>
            <a:lvl8pPr>
              <a:buNone/>
              <a:defRPr>
                <a:latin typeface="微软雅黑"/>
                <a:ea typeface="微软雅黑"/>
                <a:cs typeface="微软雅黑"/>
              </a:defRPr>
            </a:lvl8pPr>
            <a:lvl9pPr>
              <a:buNone/>
              <a:defRPr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lnSpc>
                <a:spcPct val="150000"/>
              </a:lnSpc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b="1">
                <a:solidFill>
                  <a:srgbClr val="222A35"/>
                </a:solidFill>
                <a:latin typeface="微软雅黑"/>
                <a:ea typeface="微软雅黑"/>
                <a:cs typeface="微软雅黑"/>
              </a:rPr>
              <a:t>姓名：</a:t>
            </a:r>
            <a:r>
              <a:rPr b="1">
                <a:solidFill>
                  <a:srgbClr val="222A35"/>
                </a:solidFill>
                <a:latin typeface="微软雅黑"/>
                <a:ea typeface="微软雅黑"/>
                <a:cs typeface="微软雅黑"/>
              </a:rPr>
              <a:t>宁业栋</a:t>
            </a:r>
            <a:endParaRPr b="1">
              <a:solidFill>
                <a:srgbClr val="222A35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50000"/>
              </a:lnSpc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b="1">
                <a:solidFill>
                  <a:srgbClr val="222A35"/>
                </a:solidFill>
                <a:latin typeface="微软雅黑"/>
                <a:ea typeface="微软雅黑"/>
                <a:cs typeface="微软雅黑"/>
              </a:rPr>
              <a:t>专业：</a:t>
            </a:r>
            <a:r>
              <a:rPr b="1">
                <a:solidFill>
                  <a:srgbClr val="222A35"/>
                </a:solidFill>
                <a:latin typeface="微软雅黑"/>
                <a:ea typeface="微软雅黑"/>
                <a:cs typeface="微软雅黑"/>
              </a:rPr>
              <a:t>工程管理</a:t>
            </a:r>
            <a:endParaRPr b="1">
              <a:solidFill>
                <a:srgbClr val="222A35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50000"/>
              </a:lnSpc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b="1">
                <a:solidFill>
                  <a:srgbClr val="222A35"/>
                </a:solidFill>
                <a:latin typeface="微软雅黑"/>
                <a:ea typeface="微软雅黑"/>
                <a:cs typeface="微软雅黑"/>
              </a:rPr>
              <a:t>指导教师：</a:t>
            </a:r>
            <a:r>
              <a:rPr b="1">
                <a:solidFill>
                  <a:srgbClr val="222A35"/>
                </a:solidFill>
                <a:latin typeface="微软雅黑"/>
                <a:ea typeface="微软雅黑"/>
                <a:cs typeface="微软雅黑"/>
              </a:rPr>
              <a:t>康劲</a:t>
            </a:r>
            <a:endParaRPr b="1">
              <a:solidFill>
                <a:srgbClr val="222A35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3452686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8B019F7B-22B4-4FA9-B1AF-DD8E0276C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434" y="555760"/>
            <a:ext cx="2643040" cy="7078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000" b="1" i="0" u="none" strike="noStrike" cap="none" spc="300" baseline="0">
                <a:ln>
                  <a:noFill/>
                </a:ln>
                <a:solidFill>
                  <a:schemeClr val="accent1"/>
                </a:solidFill>
                <a:latin typeface="Arial"/>
                <a:ea typeface="Arial"/>
                <a:cs typeface="Arial"/>
              </a:rPr>
              <a:t>论文目录</a:t>
            </a:r>
            <a:endParaRPr sz="4000" b="1" i="0" u="none" strike="noStrike" kern="1200" cap="none" spc="300" baseline="0">
              <a:ln>
                <a:noFill/>
              </a:ln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0" name="文本框 39">
            <a:extLst xmlns:a="http://schemas.openxmlformats.org/drawingml/2006/main">
              <a:ext uri="{FF2B5EF4-FFF2-40B4-BE49-F238E27FC236}">
                <a16:creationId xmlns:a16="http://schemas.microsoft.com/office/drawing/2014/main" id="{2E893B03-797D-433F-96EB-036568CFD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31406" y="2300340"/>
            <a:ext cx="3163974" cy="52304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800" spc="400">
                <a:latin typeface="Arial"/>
                <a:ea typeface="Arial"/>
                <a:cs typeface="Arial"/>
              </a:rPr>
              <a:t>选题背景与意义</a:t>
            </a:r>
            <a:endParaRPr sz="2800" spc="400">
              <a:latin typeface="Arial"/>
              <a:ea typeface="Arial"/>
              <a:cs typeface="Arial"/>
            </a:endParaRPr>
          </a:p>
        </p:txBody>
      </p:sp>
      <p:sp>
        <p:nvSpPr>
          <p:cNvPr id="43" name="直接连接符 42">
            <a:extLst xmlns:a="http://schemas.openxmlformats.org/drawingml/2006/main">
              <a:ext uri="{FF2B5EF4-FFF2-40B4-BE49-F238E27FC236}">
                <a16:creationId xmlns:a16="http://schemas.microsoft.com/office/drawing/2014/main" id="{34023E0D-5EFE-41E1-A688-C4D80D95B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1480831" y="2205244"/>
            <a:ext cx="432758" cy="469997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tx1">
                <a:lumMod val="65000"/>
                <a:lumOff val="3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2" name="文本框 41">
            <a:extLst xmlns:a="http://schemas.openxmlformats.org/drawingml/2006/main">
              <a:ext uri="{FF2B5EF4-FFF2-40B4-BE49-F238E27FC236}">
                <a16:creationId xmlns:a16="http://schemas.microsoft.com/office/drawing/2014/main" id="{5818EC1C-C00B-452C-8C7E-E20D7B260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97142" y="1962323"/>
            <a:ext cx="800137" cy="6461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3600" b="0" i="0" u="none" strike="noStrike" cap="none" spc="0" baseline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Arial"/>
                <a:ea typeface="Arial"/>
                <a:cs typeface="Arial"/>
              </a:rPr>
              <a:t>1</a:t>
            </a:r>
            <a:endParaRPr sz="3600" b="0" i="0" u="none" strike="noStrike" kern="1200" cap="none" spc="0" baseline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0" name="文本框 49">
            <a:extLst xmlns:a="http://schemas.openxmlformats.org/drawingml/2006/main">
              <a:ext uri="{FF2B5EF4-FFF2-40B4-BE49-F238E27FC236}">
                <a16:creationId xmlns:a16="http://schemas.microsoft.com/office/drawing/2014/main" id="{484FACD7-6861-4533-BB6C-6063D0860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31406" y="3598915"/>
            <a:ext cx="3163974" cy="52304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800" b="0" i="0" u="none" strike="noStrike" cap="none" spc="400" baseline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Arial"/>
                <a:ea typeface="Arial"/>
                <a:cs typeface="Arial"/>
              </a:rPr>
              <a:t>研究内容与结构</a:t>
            </a:r>
            <a:endParaRPr sz="2800" b="0" i="0" u="none" strike="noStrike" kern="1200" cap="none" spc="400" baseline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2" name="文本框 51">
            <a:extLst xmlns:a="http://schemas.openxmlformats.org/drawingml/2006/main">
              <a:ext uri="{FF2B5EF4-FFF2-40B4-BE49-F238E27FC236}">
                <a16:creationId xmlns:a16="http://schemas.microsoft.com/office/drawing/2014/main" id="{087F8741-2DE2-468D-B8AC-7505DE48C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97142" y="3260898"/>
            <a:ext cx="800137" cy="6461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3600" b="0" i="0" u="none" strike="noStrike" cap="none" spc="0" baseline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Arial"/>
                <a:ea typeface="Arial"/>
                <a:cs typeface="Arial"/>
              </a:rPr>
              <a:t>2</a:t>
            </a:r>
            <a:endParaRPr sz="3600" b="0" i="0" u="none" strike="noStrike" kern="1200" cap="none" spc="0" baseline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3" name="直接连接符 52">
            <a:extLst xmlns:a="http://schemas.openxmlformats.org/drawingml/2006/main">
              <a:ext uri="{FF2B5EF4-FFF2-40B4-BE49-F238E27FC236}">
                <a16:creationId xmlns:a16="http://schemas.microsoft.com/office/drawing/2014/main" id="{0C8396A8-8FB4-40EB-AF50-B431FB322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1480831" y="3503819"/>
            <a:ext cx="432758" cy="469997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tx1">
                <a:lumMod val="50000"/>
                <a:lumOff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5" name="文本框 54">
            <a:extLst xmlns:a="http://schemas.openxmlformats.org/drawingml/2006/main">
              <a:ext uri="{FF2B5EF4-FFF2-40B4-BE49-F238E27FC236}">
                <a16:creationId xmlns:a16="http://schemas.microsoft.com/office/drawing/2014/main" id="{F036AE4F-08BA-458A-829F-F5C08AD02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31406" y="4933000"/>
            <a:ext cx="3163974" cy="521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800" b="0" i="0" u="none" strike="noStrike" cap="none" spc="400" baseline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Arial"/>
                <a:ea typeface="Arial"/>
                <a:cs typeface="Arial"/>
              </a:rPr>
              <a:t>毕设进度安排</a:t>
            </a:r>
            <a:endParaRPr sz="2800" b="0" i="0" u="none" strike="noStrike" kern="1200" cap="none" spc="400" baseline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" name="文本框 56">
            <a:extLst xmlns:a="http://schemas.openxmlformats.org/drawingml/2006/main">
              <a:ext uri="{FF2B5EF4-FFF2-40B4-BE49-F238E27FC236}">
                <a16:creationId xmlns:a16="http://schemas.microsoft.com/office/drawing/2014/main" id="{4CBBC2C5-A709-4EB3-9758-4FD9E846F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97142" y="4594990"/>
            <a:ext cx="800137" cy="646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3600">
                <a:solidFill>
                  <a:prstClr val="black">
                    <a:lumMod val="75000"/>
                    <a:lumOff val="25000"/>
                  </a:prstClr>
                </a:solidFill>
                <a:latin typeface="Arial"/>
                <a:ea typeface="Arial"/>
                <a:cs typeface="Arial"/>
              </a:rPr>
              <a:t>3</a:t>
            </a:r>
            <a:endParaRPr sz="3600" b="0" i="0" u="none" strike="noStrike" kern="1200" cap="none" spc="0" baseline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" name="直接连接符 57">
            <a:extLst xmlns:a="http://schemas.openxmlformats.org/drawingml/2006/main">
              <a:ext uri="{FF2B5EF4-FFF2-40B4-BE49-F238E27FC236}">
                <a16:creationId xmlns:a16="http://schemas.microsoft.com/office/drawing/2014/main" id="{41F9A057-7685-468D-8B1B-0C61227F9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1480831" y="4837906"/>
            <a:ext cx="432758" cy="469986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tx1">
                <a:lumMod val="50000"/>
                <a:lumOff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5" name="Freeform 8">
            <a:extLst xmlns:a="http://schemas.openxmlformats.org/drawingml/2006/main">
              <a:ext uri="{FF2B5EF4-FFF2-40B4-BE49-F238E27FC236}">
                <a16:creationId xmlns:a16="http://schemas.microsoft.com/office/drawing/2014/main" id="{B4550579-3A30-412F-AB09-14B08E7A2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43425" y="-241003"/>
            <a:ext cx="7357161" cy="7340006"/>
          </a:xfrm>
          <a:custGeom xmlns:a="http://schemas.openxmlformats.org/drawingml/2006/main"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1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6" name="Freeform 42">
            <a:extLst xmlns:a="http://schemas.openxmlformats.org/drawingml/2006/main">
              <a:ext uri="{FF2B5EF4-FFF2-40B4-BE49-F238E27FC236}">
                <a16:creationId xmlns:a16="http://schemas.microsoft.com/office/drawing/2014/main" id="{EF44EDA0-B0F1-45F2-952B-6B39937D9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03799" y="710795"/>
            <a:ext cx="5427836" cy="5419255"/>
          </a:xfrm>
          <a:custGeom xmlns:a="http://schemas.openxmlformats.org/drawingml/2006/main"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1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7" name="Freeform 43">
            <a:extLst xmlns:a="http://schemas.openxmlformats.org/drawingml/2006/main">
              <a:ext uri="{FF2B5EF4-FFF2-40B4-BE49-F238E27FC236}">
                <a16:creationId xmlns:a16="http://schemas.microsoft.com/office/drawing/2014/main" id="{1C0375BE-0BE7-4D38-86FC-FFE49A6D5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634299" y="1251007"/>
            <a:ext cx="600234" cy="720280"/>
          </a:xfrm>
          <a:custGeom xmlns:a="http://schemas.openxmlformats.org/drawingml/2006/main"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1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8" name="Freeform 44">
            <a:extLst xmlns:a="http://schemas.openxmlformats.org/drawingml/2006/main">
              <a:ext uri="{FF2B5EF4-FFF2-40B4-BE49-F238E27FC236}">
                <a16:creationId xmlns:a16="http://schemas.microsoft.com/office/drawing/2014/main" id="{9FB44BB4-926A-4EF3-92C4-B73D3AF6D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34967" y="2614396"/>
            <a:ext cx="574510" cy="617384"/>
          </a:xfrm>
          <a:custGeom xmlns:a="http://schemas.openxmlformats.org/drawingml/2006/main"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1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9" name="Freeform 45">
            <a:extLst xmlns:a="http://schemas.openxmlformats.org/drawingml/2006/main">
              <a:ext uri="{FF2B5EF4-FFF2-40B4-BE49-F238E27FC236}">
                <a16:creationId xmlns:a16="http://schemas.microsoft.com/office/drawing/2014/main" id="{384409E4-8AF9-47D3-B9C4-C7F697D33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068363" y="642199"/>
            <a:ext cx="625958" cy="668832"/>
          </a:xfrm>
          <a:custGeom xmlns:a="http://schemas.openxmlformats.org/drawingml/2006/main"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1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0" name="Freeform 46">
            <a:extLst xmlns:a="http://schemas.openxmlformats.org/drawingml/2006/main">
              <a:ext uri="{FF2B5EF4-FFF2-40B4-BE49-F238E27FC236}">
                <a16:creationId xmlns:a16="http://schemas.microsoft.com/office/drawing/2014/main" id="{D52B3F36-21B3-4674-9995-5F1033BC1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34967" y="3574771"/>
            <a:ext cx="540211" cy="514486"/>
          </a:xfrm>
          <a:custGeom xmlns:a="http://schemas.openxmlformats.org/drawingml/2006/main"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1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1" name="Freeform 47">
            <a:extLst xmlns:a="http://schemas.openxmlformats.org/drawingml/2006/main">
              <a:ext uri="{FF2B5EF4-FFF2-40B4-BE49-F238E27FC236}">
                <a16:creationId xmlns:a16="http://schemas.microsoft.com/office/drawing/2014/main" id="{9CB814FD-3F8B-4907-B517-EF0269893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787472" y="6250100"/>
            <a:ext cx="377290" cy="540210"/>
          </a:xfrm>
          <a:custGeom xmlns:a="http://schemas.openxmlformats.org/drawingml/2006/main"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1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2" name="Freeform 48">
            <a:extLst xmlns:a="http://schemas.openxmlformats.org/drawingml/2006/main">
              <a:ext uri="{FF2B5EF4-FFF2-40B4-BE49-F238E27FC236}">
                <a16:creationId xmlns:a16="http://schemas.microsoft.com/office/drawing/2014/main" id="{5151A780-F97C-49BB-AE29-FE55E9B2F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49337" y="4432248"/>
            <a:ext cx="557360" cy="480187"/>
          </a:xfrm>
          <a:custGeom xmlns:a="http://schemas.openxmlformats.org/drawingml/2006/main"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1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3" name="Freeform 49">
            <a:extLst xmlns:a="http://schemas.openxmlformats.org/drawingml/2006/main">
              <a:ext uri="{FF2B5EF4-FFF2-40B4-BE49-F238E27FC236}">
                <a16:creationId xmlns:a16="http://schemas.microsoft.com/office/drawing/2014/main" id="{B4E7D915-632F-422E-924B-B02198840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75178" y="1173834"/>
            <a:ext cx="660258" cy="720280"/>
          </a:xfrm>
          <a:custGeom xmlns:a="http://schemas.openxmlformats.org/drawingml/2006/main"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1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Freeform 50">
            <a:extLst xmlns:a="http://schemas.openxmlformats.org/drawingml/2006/main">
              <a:ext uri="{FF2B5EF4-FFF2-40B4-BE49-F238E27FC236}">
                <a16:creationId xmlns:a16="http://schemas.microsoft.com/office/drawing/2014/main" id="{6C99C6D3-815D-4E3E-9566-6BE68ED28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50980" y="6018581"/>
            <a:ext cx="463038" cy="531635"/>
          </a:xfrm>
          <a:custGeom xmlns:a="http://schemas.openxmlformats.org/drawingml/2006/main"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1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Freeform 51">
            <a:extLst xmlns:a="http://schemas.openxmlformats.org/drawingml/2006/main">
              <a:ext uri="{FF2B5EF4-FFF2-40B4-BE49-F238E27FC236}">
                <a16:creationId xmlns:a16="http://schemas.microsoft.com/office/drawing/2014/main" id="{A9F3E24F-7660-4101-AA0D-72C2A729D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01137" y="573600"/>
            <a:ext cx="625958" cy="608809"/>
          </a:xfrm>
          <a:custGeom xmlns:a="http://schemas.openxmlformats.org/drawingml/2006/main"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1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6" name="Freeform 52">
            <a:extLst xmlns:a="http://schemas.openxmlformats.org/drawingml/2006/main">
              <a:ext uri="{FF2B5EF4-FFF2-40B4-BE49-F238E27FC236}">
                <a16:creationId xmlns:a16="http://schemas.microsoft.com/office/drawing/2014/main" id="{8C29C725-9296-4132-9BC6-F7FC2388B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53290" y="16239"/>
            <a:ext cx="497337" cy="540210"/>
          </a:xfrm>
          <a:custGeom xmlns:a="http://schemas.openxmlformats.org/drawingml/2006/main"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1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7" name="Freeform 53">
            <a:extLst xmlns:a="http://schemas.openxmlformats.org/drawingml/2006/main">
              <a:ext uri="{FF2B5EF4-FFF2-40B4-BE49-F238E27FC236}">
                <a16:creationId xmlns:a16="http://schemas.microsoft.com/office/drawing/2014/main" id="{084AB4C5-3413-4F54-8F0B-B0F138A49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662100" y="6250100"/>
            <a:ext cx="385865" cy="548785"/>
          </a:xfrm>
          <a:custGeom xmlns:a="http://schemas.openxmlformats.org/drawingml/2006/main"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1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8" name="Freeform 54">
            <a:extLst xmlns:a="http://schemas.openxmlformats.org/drawingml/2006/main">
              <a:ext uri="{FF2B5EF4-FFF2-40B4-BE49-F238E27FC236}">
                <a16:creationId xmlns:a16="http://schemas.microsoft.com/office/drawing/2014/main" id="{570A83F5-ED28-4A72-9830-E4F147795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61513" y="119137"/>
            <a:ext cx="514486" cy="583084"/>
          </a:xfrm>
          <a:custGeom xmlns:a="http://schemas.openxmlformats.org/drawingml/2006/main"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1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9" name="Freeform 55">
            <a:extLst xmlns:a="http://schemas.openxmlformats.org/drawingml/2006/main">
              <a:ext uri="{FF2B5EF4-FFF2-40B4-BE49-F238E27FC236}">
                <a16:creationId xmlns:a16="http://schemas.microsoft.com/office/drawing/2014/main" id="{72460216-0ED0-4479-920F-F18BEFB74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054464" y="2091335"/>
            <a:ext cx="600234" cy="480187"/>
          </a:xfrm>
          <a:custGeom xmlns:a="http://schemas.openxmlformats.org/drawingml/2006/main"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1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0" name="Freeform 56">
            <a:extLst xmlns:a="http://schemas.openxmlformats.org/drawingml/2006/main">
              <a:ext uri="{FF2B5EF4-FFF2-40B4-BE49-F238E27FC236}">
                <a16:creationId xmlns:a16="http://schemas.microsoft.com/office/drawing/2014/main" id="{4D27B649-716C-4D35-A697-44FB6518D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063038" y="4346500"/>
            <a:ext cx="591660" cy="548785"/>
          </a:xfrm>
          <a:custGeom xmlns:a="http://schemas.openxmlformats.org/drawingml/2006/main"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1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1" name="Freeform 57">
            <a:extLst xmlns:a="http://schemas.openxmlformats.org/drawingml/2006/main">
              <a:ext uri="{FF2B5EF4-FFF2-40B4-BE49-F238E27FC236}">
                <a16:creationId xmlns:a16="http://schemas.microsoft.com/office/drawing/2014/main" id="{7A7DE498-468B-4DFF-9233-428E89D45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77408" y="3497598"/>
            <a:ext cx="523061" cy="463037"/>
          </a:xfrm>
          <a:custGeom xmlns:a="http://schemas.openxmlformats.org/drawingml/2006/main"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1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2" name="Freeform 58">
            <a:extLst xmlns:a="http://schemas.openxmlformats.org/drawingml/2006/main">
              <a:ext uri="{FF2B5EF4-FFF2-40B4-BE49-F238E27FC236}">
                <a16:creationId xmlns:a16="http://schemas.microsoft.com/office/drawing/2014/main" id="{8EE84EFE-9BFE-4CB8-AD8D-84558EE11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45302" y="222034"/>
            <a:ext cx="471613" cy="591659"/>
          </a:xfrm>
          <a:custGeom xmlns:a="http://schemas.openxmlformats.org/drawingml/2006/main"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1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3" name="Freeform 59">
            <a:extLst xmlns:a="http://schemas.openxmlformats.org/drawingml/2006/main">
              <a:ext uri="{FF2B5EF4-FFF2-40B4-BE49-F238E27FC236}">
                <a16:creationId xmlns:a16="http://schemas.microsoft.com/office/drawing/2014/main" id="{360326C5-C2FF-4D5E-ADA1-9B2902B02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66486" y="1936989"/>
            <a:ext cx="540211" cy="471612"/>
          </a:xfrm>
          <a:custGeom xmlns:a="http://schemas.openxmlformats.org/drawingml/2006/main"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1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4" name="Freeform 60">
            <a:extLst xmlns:a="http://schemas.openxmlformats.org/drawingml/2006/main">
              <a:ext uri="{FF2B5EF4-FFF2-40B4-BE49-F238E27FC236}">
                <a16:creationId xmlns:a16="http://schemas.microsoft.com/office/drawing/2014/main" id="{D05BA989-7833-4F43-9994-BF3BA182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68833" y="2820191"/>
            <a:ext cx="523061" cy="342990"/>
          </a:xfrm>
          <a:custGeom xmlns:a="http://schemas.openxmlformats.org/drawingml/2006/main"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1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5" name="Freeform 61">
            <a:extLst xmlns:a="http://schemas.openxmlformats.org/drawingml/2006/main">
              <a:ext uri="{FF2B5EF4-FFF2-40B4-BE49-F238E27FC236}">
                <a16:creationId xmlns:a16="http://schemas.microsoft.com/office/drawing/2014/main" id="{45892B4B-215E-4DFD-8EBF-88FCE67D4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42170" y="76264"/>
            <a:ext cx="317267" cy="531635"/>
          </a:xfrm>
          <a:custGeom xmlns:a="http://schemas.openxmlformats.org/drawingml/2006/main"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1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6" name="Freeform 62">
            <a:extLst xmlns:a="http://schemas.openxmlformats.org/drawingml/2006/main">
              <a:ext uri="{FF2B5EF4-FFF2-40B4-BE49-F238E27FC236}">
                <a16:creationId xmlns:a16="http://schemas.microsoft.com/office/drawing/2014/main" id="{7885219F-1B89-40FD-A982-6F28237D7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04270" y="6052880"/>
            <a:ext cx="394440" cy="514486"/>
          </a:xfrm>
          <a:custGeom xmlns:a="http://schemas.openxmlformats.org/drawingml/2006/main"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1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7" name="Freeform 71">
            <a:extLst xmlns:a="http://schemas.openxmlformats.org/drawingml/2006/main">
              <a:ext uri="{FF2B5EF4-FFF2-40B4-BE49-F238E27FC236}">
                <a16:creationId xmlns:a16="http://schemas.microsoft.com/office/drawing/2014/main" id="{0DBEA1CF-314C-4658-8845-A7A3FDE85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35321" y="942314"/>
            <a:ext cx="4973373" cy="4964794"/>
          </a:xfrm>
          <a:custGeom xmlns:a="http://schemas.openxmlformats.org/drawingml/2006/main"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1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84802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1  研究背景：复杂操作需求与边缘资">
            <a:extLst xmlns:a="http://schemas.openxmlformats.org/drawingml/2006/main">
              <a:ext uri="{FF2B5EF4-FFF2-40B4-BE49-F238E27FC236}">
                <a16:creationId xmlns:a16="http://schemas.microsoft.com/office/drawing/2014/main" id="{EFB9B8D8-46BE-4F3A-9970-2D9AC7595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962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rPr>
              <a:t>1  选题背景与意义</a:t>
            </a:r>
            <a:endParaRPr sz="2400" b="1">
              <a:solidFill>
                <a:srgbClr val="A60000"/>
              </a:solidFill>
              <a:latin typeface="+mn-ea"/>
              <a:ea typeface="+mn-ea"/>
              <a:cs typeface="+mn-ea"/>
            </a:endParaRPr>
          </a:p>
        </p:txBody>
      </p:sp>
      <p:pic>
        <p:nvPicPr>
          <p:cNvPr id="14" name="图片 13">
            <a:extLst xmlns:a="http://schemas.openxmlformats.org/drawingml/2006/main">
              <a:ext uri="{FF2B5EF4-FFF2-40B4-BE49-F238E27FC236}">
                <a16:creationId xmlns:a16="http://schemas.microsoft.com/office/drawing/2014/main" id="{8B92366D-DE3C-4FEE-B198-1CA3823830D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2d7b0258f14fd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1524000"/>
            <a:ext cx="5429250" cy="3619500"/>
          </a:xfrm>
          <a:prstGeom xmlns:a="http://schemas.openxmlformats.org/drawingml/2006/main" prst="rect">
            <a:avLst/>
          </a:prstGeom>
        </p:spPr>
      </p:pic>
      <p:sp>
        <p:nvSpPr>
          <p:cNvPr id="4" name="复杂任务的计算需求">
            <a:extLst xmlns:a="http://schemas.openxmlformats.org/drawingml/2006/main">
              <a:ext uri="{FF2B5EF4-FFF2-40B4-BE49-F238E27FC236}">
                <a16:creationId xmlns:a16="http://schemas.microsoft.com/office/drawing/2014/main" id="{DBA62555-B0BE-4DD7-B971-4D1BF5696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285875"/>
            <a:ext cx="523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2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22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22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22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22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22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22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22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22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22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rPr>
              <a:t>背景</a:t>
            </a:r>
            <a:endParaRPr sz="2250" b="1">
              <a:solidFill>
                <a:srgbClr val="A60000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5" name="理解自然语言与场景关系&#10;分解多步任务">
            <a:extLst xmlns:a="http://schemas.openxmlformats.org/drawingml/2006/main">
              <a:ext uri="{FF2B5EF4-FFF2-40B4-BE49-F238E27FC236}">
                <a16:creationId xmlns:a16="http://schemas.microsoft.com/office/drawing/2014/main" id="{B5FDFDC2-3FCC-4588-9C9C-094D4B80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5238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02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202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202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202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202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202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202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202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202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202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复杂操作需要理解指令、安排多个步骤</a:t>
            </a:r>
            <a:endParaRPr sz="2100" b="0">
              <a:solidFill>
                <a:srgbClr val="202020"/>
              </a:solidFill>
              <a:latin typeface="+mn-ea"/>
              <a:ea typeface="+mn-ea"/>
              <a:cs typeface="+mn-ea"/>
            </a:endParaRPr>
          </a:p>
          <a:p xmlns:a="http://schemas.openxmlformats.org/drawingml/2006/main">
            <a:pPr algn="l">
              <a:buNone/>
              <a:defRPr sz="202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小型机械臂的算力、内存和功耗有限</a:t>
            </a:r>
            <a:endParaRPr sz="2100" b="0">
              <a:solidFill>
                <a:srgbClr val="202020"/>
              </a:solidFill>
              <a:latin typeface="+mn-ea"/>
              <a:ea typeface="+mn-ea"/>
              <a:cs typeface="+mn-ea"/>
            </a:endParaRPr>
          </a:p>
          <a:p xmlns:a="http://schemas.openxmlformats.org/drawingml/2006/main">
            <a:pPr algn="l">
              <a:buNone/>
              <a:defRPr sz="202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拟由云端完成复杂推理与高层任务规划</a:t>
            </a:r>
            <a:endParaRPr sz="2100" b="0">
              <a:solidFill>
                <a:srgbClr val="202020"/>
              </a:solidFill>
              <a:latin typeface="+mn-ea"/>
              <a:ea typeface="+mn-ea"/>
              <a:cs typeface="+mn-ea"/>
            </a:endParaRPr>
          </a:p>
          <a:p xmlns:a="http://schemas.openxmlformats.org/drawingml/2006/main">
            <a:pPr algn="l">
              <a:buNone/>
              <a:defRPr sz="202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本地负责及时感知、状态检查与执行</a:t>
            </a:r>
            <a:endParaRPr sz="2100" b="0">
              <a:solidFill>
                <a:srgbClr val="202020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6" name="小型设备的部署约束">
            <a:extLst xmlns:a="http://schemas.openxmlformats.org/drawingml/2006/main">
              <a:ext uri="{FF2B5EF4-FFF2-40B4-BE49-F238E27FC236}">
                <a16:creationId xmlns:a16="http://schemas.microsoft.com/office/drawing/2014/main" id="{4950BFC4-D502-4166-8AC4-77F1D8CDB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86125"/>
            <a:ext cx="523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2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22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22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22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22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22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22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22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22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22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rPr>
              <a:t>研究现状</a:t>
            </a:r>
            <a:endParaRPr sz="2250" b="1">
              <a:solidFill>
                <a:srgbClr val="A60000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7" name="算力、内存、功耗与成本受限&#10;本地执行">
            <a:extLst xmlns:a="http://schemas.openxmlformats.org/drawingml/2006/main">
              <a:ext uri="{FF2B5EF4-FFF2-40B4-BE49-F238E27FC236}">
                <a16:creationId xmlns:a16="http://schemas.microsoft.com/office/drawing/2014/main" id="{7A118899-2591-4EE6-9DF3-C1FAEFF2E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810000"/>
            <a:ext cx="5238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87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187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187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187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187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187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187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187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187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187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SayCan：结合已有技能判断方案能否执行</a:t>
            </a:r>
            <a:endParaRPr sz="2100" b="0">
              <a:solidFill>
                <a:srgbClr val="202020"/>
              </a:solidFill>
              <a:latin typeface="+mn-ea"/>
              <a:ea typeface="+mn-ea"/>
              <a:cs typeface="+mn-ea"/>
            </a:endParaRPr>
          </a:p>
          <a:p xmlns:a="http://schemas.openxmlformats.org/drawingml/2006/main">
            <a: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Inner Monologue：用环境反馈调整方案</a:t>
            </a:r>
            <a:endParaRPr sz="2100" b="0">
              <a:solidFill>
                <a:srgbClr val="202020"/>
              </a:solidFill>
              <a:latin typeface="+mn-ea"/>
              <a:ea typeface="+mn-ea"/>
              <a:cs typeface="+mn-ea"/>
            </a:endParaRPr>
          </a:p>
          <a:p xmlns:a="http://schemas.openxmlformats.org/drawingml/2006/main">
            <a: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云边协同还需考虑通信延迟和资源成本</a:t>
            </a:r>
            <a:endParaRPr sz="2100" b="0">
              <a:solidFill>
                <a:srgbClr val="202020"/>
              </a:solidFill>
              <a:latin typeface="+mn-ea"/>
              <a:ea typeface="+mn-ea"/>
              <a:cs typeface="+mn-ea"/>
            </a:endParaRPr>
          </a:p>
          <a:p xmlns:a="http://schemas.openxmlformats.org/drawingml/2006/main">
            <a: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本课题关注方案检查、介入时机与恢复</a:t>
            </a:r>
            <a:endParaRPr sz="2100" b="0">
              <a:solidFill>
                <a:srgbClr val="202020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8" name="核心问题：如何利用云端规划能力，同时">
            <a:extLst xmlns:a="http://schemas.openxmlformats.org/drawingml/2006/main">
              <a:ext uri="{FF2B5EF4-FFF2-40B4-BE49-F238E27FC236}">
                <a16:creationId xmlns:a16="http://schemas.microsoft.com/office/drawing/2014/main" id="{562120BE-C643-49E5-8F5B-98439325B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667375"/>
            <a:ext cx="10810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02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202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202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202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202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202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202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202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202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202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202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rPr>
              <a:t>工程价值：希望减少滞后方案误执行，让局部异常后的恢复更及时。</a:t>
            </a:r>
            <a:endParaRPr sz="2175" b="1">
              <a:solidFill>
                <a:srgbClr val="A60000"/>
              </a:solidFill>
              <a:latin typeface="+mn-ea"/>
              <a:ea typeface="+mn-ea"/>
              <a:cs typeface="+mn-ea"/>
            </a:endParaRPr>
          </a:p>
          <a:p xmlns:a="http://schemas.openxmlformats.org/drawingml/2006/main">
            <a:pPr algn="l">
              <a:buNone/>
              <a:defRPr sz="202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rPr>
              <a:t>管理价值：比较任务质量、响应时间和调用成本，为资源与费用预算提供依据。</a:t>
            </a:r>
            <a:endParaRPr sz="2175" b="1">
              <a:solidFill>
                <a:srgbClr val="A60000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9" name="场景概念图，非实验结果">
            <a:extLst xmlns:a="http://schemas.openxmlformats.org/drawingml/2006/main">
              <a:ext uri="{FF2B5EF4-FFF2-40B4-BE49-F238E27FC236}">
                <a16:creationId xmlns:a16="http://schemas.microsoft.com/office/drawing/2014/main" id="{F05D3769-DF70-4ABD-AC5B-E4A830310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238750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666666"/>
                </a:solidFill>
                <a:latin typeface="+mn-ea"/>
                <a:ea typeface="+mn-ea"/>
                <a:cs typeface="+mn-ea"/>
              </a:rPr>
              <a:t>场景概念图，非实验结果</a:t>
            </a:r>
            <a:endParaRPr sz="1275" b="0">
              <a:solidFill>
                <a:srgbClr val="666666"/>
              </a:solidFill>
              <a:latin typeface="+mn-ea"/>
              <a:ea typeface="+mn-ea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8401286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2  相关研究与本课题切入点">
            <a:extLst xmlns:a="http://schemas.openxmlformats.org/drawingml/2006/main">
              <a:ext uri="{FF2B5EF4-FFF2-40B4-BE49-F238E27FC236}">
                <a16:creationId xmlns:a16="http://schemas.microsoft.com/office/drawing/2014/main" id="{1CEBA544-6173-41F3-A7C9-B5A6DE13C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962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rPr>
              <a:t>1  选题背景与意义</a:t>
            </a:r>
            <a:endParaRPr sz="2400" b="1">
              <a:solidFill>
                <a:srgbClr val="A60000"/>
              </a:solidFill>
              <a:latin typeface="+mj-ea"/>
              <a:ea typeface="+mj-ea"/>
              <a:cs typeface="+mj-ea"/>
            </a:endParaRPr>
          </a:p>
        </p:txBody>
      </p:sp>
      <p:graphicFrame>
        <p:nvGraphicFramePr>
          <p:cNvPr id="9" name="表格 8">
            <a:extLst xmlns:a="http://schemas.openxmlformats.org/drawingml/2006/main">
              <a:ext uri="{FF2B5EF4-FFF2-40B4-BE49-F238E27FC236}">
                <a16:creationId xmlns:a16="http://schemas.microsoft.com/office/drawing/2014/main" id="{152FBFBC-5BF4-4C7C-9B85-12D2D9867268}"/>
              </a:ext>
            </a:extLst>
          </p:cNvPr>
          <p:cNvGraphicFramePr/>
          <p:nvPr/>
        </p:nvGraphicFramePr>
        <p:xfrm>
          <a:off xmlns:a="http://schemas.openxmlformats.org/drawingml/2006/main" x="666750" y="1476375"/>
          <a:ext xmlns:a="http://schemas.openxmlformats.org/drawingml/2006/main" cx="108585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3238500"/>
                <a:gridCol w="5143500"/>
              </a:tblGrid>
              <a:tr h="10001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关键痛点</a:t>
                      </a:r>
                      <a:endParaRPr sz="1875" b="1">
                        <a:solidFill>
                          <a:srgbClr val="FFFFFF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A6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典型表现</a:t>
                      </a:r>
                      <a:endParaRPr sz="1875" b="1">
                        <a:solidFill>
                          <a:srgbClr val="FFFFFF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A6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解决思路</a:t>
                      </a:r>
                      <a:endParaRPr sz="1875" b="1">
                        <a:solidFill>
                          <a:srgbClr val="FFFFFF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A60000"/>
                    </a:solidFill>
                  </a:tcPr>
                </a:tc>
              </a:tr>
              <a:tr h="10001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方案有效性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等待云端返回期间，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  <a:p>
                      <a:pPr algn="l">
                        <a:buNone/>
                      </a:pPr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物体位置或任务已改变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方案返回后、动作执行前再次检查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  <a:p>
                      <a:pPr algn="l">
                        <a:buNone/>
                      </a:pPr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确认目标、任务和现场条件仍匹配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8"/>
                    </a:solidFill>
                  </a:tcPr>
                </a:tc>
              </a:tr>
              <a:tr h="10001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云端调用成本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AF6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即使任务正常推进，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  <a:p>
                      <a:pPr algn="l">
                        <a:buNone/>
                      </a:pPr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仍按固定间隔重复请求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AF6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根据任务进展和风险决定是否请求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  <a:p>
                      <a:pPr algn="l">
                        <a:buNone/>
                      </a:pPr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减少重复等待，控制远程调用费用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AF6F6"/>
                    </a:solidFill>
                  </a:tcPr>
                </a:tc>
              </a:tr>
              <a:tr h="10001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异常恢复代价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一个步骤失败后从头做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  <a:p>
                      <a:pPr algn="l">
                        <a:buNone/>
                      </a:pPr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已完成的动作也被重复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先确认哪些动作的结果仍然有效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  <a:p>
                      <a:pPr algn="l">
                        <a:buNone/>
                      </a:pPr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保留已完成部分，限定次数再尝试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304997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3  系统总体架构">
            <a:extLst xmlns:a="http://schemas.openxmlformats.org/drawingml/2006/main">
              <a:ext uri="{FF2B5EF4-FFF2-40B4-BE49-F238E27FC236}">
                <a16:creationId xmlns:a16="http://schemas.microsoft.com/office/drawing/2014/main" id="{5E2DA3B7-96B5-4B2C-B8E5-E705986FA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962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rPr>
              <a:t>2.1  研究内容—系统基础与验证平台</a:t>
            </a:r>
            <a:endParaRPr sz="2400" b="1">
              <a:solidFill>
                <a:srgbClr val="A60000"/>
              </a:solidFill>
              <a:latin typeface="+mj-ea"/>
              <a:ea typeface="+mj-ea"/>
              <a:cs typeface="+mj-ea"/>
            </a:endParaRPr>
          </a:p>
        </p:txBody>
      </p:sp>
      <p:pic>
        <p:nvPicPr>
          <p:cNvPr id="14" name="图片 13">
            <a:extLst xmlns:a="http://schemas.openxmlformats.org/drawingml/2006/main">
              <a:ext uri="{FF2B5EF4-FFF2-40B4-BE49-F238E27FC236}">
                <a16:creationId xmlns:a16="http://schemas.microsoft.com/office/drawing/2014/main" id="{CF6488A0-CB0C-4B78-BB63-D17399BD686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a30009f8f0413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5750" y="1857375"/>
            <a:ext cx="6286500" cy="4191000"/>
          </a:xfrm>
          <a:prstGeom xmlns:a="http://schemas.openxmlformats.org/drawingml/2006/main" prst="rect">
            <a:avLst/>
          </a:prstGeom>
        </p:spPr>
      </p:pic>
      <p:sp>
        <p:nvSpPr>
          <p:cNvPr id="3" name="云端：低频规划">
            <a:extLst xmlns:a="http://schemas.openxmlformats.org/drawingml/2006/main">
              <a:ext uri="{FF2B5EF4-FFF2-40B4-BE49-F238E27FC236}">
                <a16:creationId xmlns:a16="http://schemas.microsoft.com/office/drawing/2014/main" id="{3DFB9D59-5580-4D64-AEE0-49CD23B7F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2060" y="1571625"/>
            <a:ext cx="534606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A6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A60000"/>
                </a:solidFill>
                <a:latin typeface="+mj-ea"/>
                <a:ea typeface="+mj-ea"/>
                <a:cs typeface="+mj-ea"/>
              </a:rPr>
              <a:t>云端：低频规划</a:t>
            </a:r>
            <a:endParaRPr sz="2175" b="1">
              <a:solidFill>
                <a:srgbClr val="A6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11" name="理解任务、分解步骤&#10;输出结构化方案">
            <a:extLst xmlns:a="http://schemas.openxmlformats.org/drawingml/2006/main">
              <a:ext uri="{FF2B5EF4-FFF2-40B4-BE49-F238E27FC236}">
                <a16:creationId xmlns:a16="http://schemas.microsoft.com/office/drawing/2014/main" id="{2D0EC0F5-226A-41CF-868A-F39A8A72A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2060" y="2066925"/>
            <a:ext cx="534606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80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180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180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180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180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180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180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180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180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180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结合指令、场景图像与任务约束规划步骤，</a:t>
            </a:r>
            <a:endParaRPr sz="1800" b="0">
              <a:solidFill>
                <a:srgbClr val="202020"/>
              </a:solidFill>
              <a:latin typeface="+mj-ea"/>
              <a:ea typeface="+mj-ea"/>
              <a:cs typeface="+mj-ea"/>
            </a:endParaRPr>
          </a:p>
          <a:p xmlns:a="http://schemas.openxmlformats.org/drawingml/2006/main">
            <a:pPr algn="l">
              <a:buNone/>
              <a:def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明确目标、执行前提、预期效果和方案版本。</a:t>
            </a:r>
            <a:endParaRPr sz="1800" b="0">
              <a:solidFill>
                <a:srgbClr val="20202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12" name="边缘：协同决策">
            <a:extLst xmlns:a="http://schemas.openxmlformats.org/drawingml/2006/main">
              <a:ext uri="{FF2B5EF4-FFF2-40B4-BE49-F238E27FC236}">
                <a16:creationId xmlns:a16="http://schemas.microsoft.com/office/drawing/2014/main" id="{6406C64A-2876-4793-A80A-D8BC7D75F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2060" y="3143250"/>
            <a:ext cx="534606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A6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A60000"/>
                </a:solidFill>
                <a:latin typeface="+mj-ea"/>
                <a:ea typeface="+mj-ea"/>
                <a:cs typeface="+mj-ea"/>
              </a:rPr>
              <a:t>边缘：协同决策</a:t>
            </a:r>
            <a:endParaRPr sz="2175" b="1">
              <a:solidFill>
                <a:srgbClr val="A6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13" name="管理状态、核验有效性&#10;选择处理路径">
            <a:extLst xmlns:a="http://schemas.openxmlformats.org/drawingml/2006/main">
              <a:ext uri="{FF2B5EF4-FFF2-40B4-BE49-F238E27FC236}">
                <a16:creationId xmlns:a16="http://schemas.microsoft.com/office/drawing/2014/main" id="{8FCE34C0-CBFF-42E4-B6BB-0CA448B8F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2060" y="3638550"/>
            <a:ext cx="534606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80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180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180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180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180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180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180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180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180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180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核验方案、维护任务状态，下发技能指令，</a:t>
            </a:r>
            <a:endParaRPr sz="1800" b="0">
              <a:solidFill>
                <a:srgbClr val="202020"/>
              </a:solidFill>
              <a:latin typeface="+mj-ea"/>
              <a:ea typeface="+mj-ea"/>
              <a:cs typeface="+mj-ea"/>
            </a:endParaRPr>
          </a:p>
          <a:p xmlns:a="http://schemas.openxmlformats.org/drawingml/2006/main">
            <a:pPr algn="l">
              <a:buNone/>
              <a:def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按需向云端发送状态摘要或重规划请求。</a:t>
            </a:r>
            <a:endParaRPr sz="1800" b="0">
              <a:solidFill>
                <a:srgbClr val="20202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17" name="端侧：确定性执行">
            <a:extLst xmlns:a="http://schemas.openxmlformats.org/drawingml/2006/main">
              <a:ext uri="{FF2B5EF4-FFF2-40B4-BE49-F238E27FC236}">
                <a16:creationId xmlns:a16="http://schemas.microsoft.com/office/drawing/2014/main" id="{30119172-6CAE-4363-B36A-6AE876747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2060" y="4714875"/>
            <a:ext cx="534606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A6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A60000"/>
                </a:solidFill>
                <a:latin typeface="+mj-ea"/>
                <a:ea typeface="+mj-ea"/>
                <a:cs typeface="+mj-ea"/>
              </a:rPr>
              <a:t>端侧：确定性执行</a:t>
            </a:r>
            <a:endParaRPr sz="2175" b="1">
              <a:solidFill>
                <a:srgbClr val="A6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18" name="感知定位、技能执行&#10;本地验证与独立安">
            <a:extLst xmlns:a="http://schemas.openxmlformats.org/drawingml/2006/main">
              <a:ext uri="{FF2B5EF4-FFF2-40B4-BE49-F238E27FC236}">
                <a16:creationId xmlns:a16="http://schemas.microsoft.com/office/drawing/2014/main" id="{0EF4104E-CA8B-4B2E-BF32-C6FB18731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2060" y="5210175"/>
            <a:ext cx="534606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80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180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180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180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180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180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180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180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180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180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用 RGB-D 视觉定位目标，调用预定义动作，</a:t>
            </a:r>
            <a:endParaRPr sz="1800" b="0">
              <a:solidFill>
                <a:srgbClr val="202020"/>
              </a:solidFill>
              <a:latin typeface="+mj-ea"/>
              <a:ea typeface="+mj-ea"/>
              <a:cs typeface="+mj-ea"/>
            </a:endParaRPr>
          </a:p>
          <a:p xmlns:a="http://schemas.openxmlformats.org/drawingml/2006/main">
            <a:pPr algn="l">
              <a:buNone/>
              <a:def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本地核验执行结果，遇碰撞或超时独立停止。</a:t>
            </a:r>
            <a:endParaRPr sz="1800" b="0">
              <a:solidFill>
                <a:srgbClr val="20202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10C844-5AF0-4576-8BF8-18332F8DC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047750"/>
            <a:ext cx="10810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180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180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拟研究对象：仿真中的桌面六自由度机械臂，完成已知刚性物体的抓放、分拣等有限步操作。</a:t>
            </a:r>
          </a:p>
        </p:txBody>
      </p:sp>
    </p:spTree>
    <p:extLst>
      <p:ext uri="{BB962C8B-B14F-4D97-AF65-F5344CB8AC3E}">
        <p14:creationId xmlns:p14="http://schemas.microsoft.com/office/powerpoint/2010/main" val="182870135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4  机制一：观测与规划一致性检查">
            <a:extLst xmlns:a="http://schemas.openxmlformats.org/drawingml/2006/main">
              <a:ext uri="{FF2B5EF4-FFF2-40B4-BE49-F238E27FC236}">
                <a16:creationId xmlns:a16="http://schemas.microsoft.com/office/drawing/2014/main" id="{011093C7-DE45-49E8-9B02-FBEC19555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962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rPr>
              <a:t>2.2  研究内容—观测与规划一致性检查</a:t>
            </a:r>
            <a:endParaRPr sz="2400" b="1">
              <a:solidFill>
                <a:srgbClr val="A6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3" name="检查时机：云端方案返回时、动作提交前">
            <a:extLst xmlns:a="http://schemas.openxmlformats.org/drawingml/2006/main">
              <a:ext uri="{FF2B5EF4-FFF2-40B4-BE49-F238E27FC236}">
                <a16:creationId xmlns:a16="http://schemas.microsoft.com/office/drawing/2014/main" id="{D6A8AEB6-2A04-4E3D-918B-0ED4374CA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81125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2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22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22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22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22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22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22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22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22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22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rPr>
              <a:t>研究内容：方案返回后、动作执行前，分别检查当前执行条件</a:t>
            </a:r>
            <a:endParaRPr sz="2325" b="1">
              <a:solidFill>
                <a:srgbClr val="A60000"/>
              </a:solidFill>
              <a:latin typeface="+mj-ea"/>
              <a:ea typeface="+mj-ea"/>
              <a:cs typeface="+mj-ea"/>
            </a:endParaRPr>
          </a:p>
        </p:txBody>
      </p:sp>
      <p:graphicFrame>
        <p:nvGraphicFramePr>
          <p:cNvPr id="11" name="表格 10">
            <a:extLst xmlns:a="http://schemas.openxmlformats.org/drawingml/2006/main">
              <a:ext uri="{FF2B5EF4-FFF2-40B4-BE49-F238E27FC236}">
                <a16:creationId xmlns:a16="http://schemas.microsoft.com/office/drawing/2014/main" id="{3DC1B63D-A9BD-4A88-AFE7-047CD6327E02}"/>
              </a:ext>
            </a:extLst>
          </p:cNvPr>
          <p:cNvGraphicFramePr/>
          <p:nvPr/>
        </p:nvGraphicFramePr>
        <p:xfrm>
          <a:off xmlns:a="http://schemas.openxmlformats.org/drawingml/2006/main" x="666750" y="2143125"/>
          <a:ext xmlns:a="http://schemas.openxmlformats.org/drawingml/2006/main" cx="108585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4381500"/>
                <a:gridCol w="4095750"/>
              </a:tblGrid>
              <a:tr h="9048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核验对象</a:t>
                      </a:r>
                      <a:endParaRPr sz="1950" b="1">
                        <a:solidFill>
                          <a:srgbClr val="FFFFFF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A6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判断依据</a:t>
                      </a:r>
                      <a:endParaRPr sz="1950" b="1">
                        <a:solidFill>
                          <a:srgbClr val="FFFFFF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A6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条件不满足时的处理</a:t>
                      </a:r>
                      <a:endParaRPr sz="1950" b="1">
                        <a:solidFill>
                          <a:srgbClr val="FFFFFF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A60000"/>
                    </a:solidFill>
                  </a:tcPr>
                </a:tc>
              </a:tr>
              <a:tr h="9048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观测与目标</a:t>
                      </a:r>
                      <a:endParaRPr sz="1950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图像是否过期、目标身份是否一致</a:t>
                      </a:r>
                      <a:endParaRPr sz="1950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三维误差是否达标、深度是否有效</a:t>
                      </a:r>
                      <a:endParaRPr sz="1950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重新拍摄并定位目标</a:t>
                      </a:r>
                      <a:endParaRPr sz="1950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更新状态后再判断方案</a:t>
                      </a:r>
                      <a:endParaRPr sz="1950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8"/>
                    </a:solidFill>
                  </a:tcPr>
                </a:tc>
              </a:tr>
              <a:tr h="9048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任务与方案</a:t>
                      </a:r>
                      <a:endParaRPr sz="1950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AF6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任务与规划版本是否一致</a:t>
                      </a:r>
                      <a:endParaRPr sz="1950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当前进度是否满足执行前提</a:t>
                      </a:r>
                      <a:endParaRPr sz="1950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AF6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拒绝过期或不匹配的方案</a:t>
                      </a:r>
                      <a:endParaRPr sz="1950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必要时请云端重新规划</a:t>
                      </a:r>
                      <a:endParaRPr sz="1950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AF6F6"/>
                    </a:solidFill>
                  </a:tcPr>
                </a:tc>
              </a:tr>
              <a:tr h="9048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动作执行条件</a:t>
                      </a:r>
                      <a:endParaRPr sz="1950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动作能否在当前条件下执行</a:t>
                      </a:r>
                      <a:endParaRPr sz="1950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是否符合运动范围与安全要求</a:t>
                      </a:r>
                      <a:endParaRPr sz="1950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条件不满足时阻止动作</a:t>
                      </a:r>
                      <a:endParaRPr sz="1950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存在风险时安全停止</a:t>
                      </a:r>
                      <a:endParaRPr sz="1950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164884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5  机制二：事件驱动的云边协同决策">
            <a:extLst xmlns:a="http://schemas.openxmlformats.org/drawingml/2006/main">
              <a:ext uri="{FF2B5EF4-FFF2-40B4-BE49-F238E27FC236}">
                <a16:creationId xmlns:a16="http://schemas.microsoft.com/office/drawing/2014/main" id="{FD6C22F0-815E-40D1-928B-94A9BCADF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962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rPr>
              <a:t>2.3  研究内容—事件驱动的云边协同决策</a:t>
            </a:r>
            <a:endParaRPr sz="2400" b="1">
              <a:solidFill>
                <a:srgbClr val="A6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3" name="决策输入：执行进度、操作风险、预计耗">
            <a:extLst xmlns:a="http://schemas.openxmlformats.org/drawingml/2006/main">
              <a:ext uri="{FF2B5EF4-FFF2-40B4-BE49-F238E27FC236}">
                <a16:creationId xmlns:a16="http://schemas.microsoft.com/office/drawing/2014/main" id="{DEAF551A-4880-4815-B6AD-1F2865049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190625"/>
            <a:ext cx="10810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02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202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202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202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202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202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202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202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202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202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研究内容：物体移动或任务停滞时，判断是否需要请求云端。</a:t>
            </a:r>
            <a:endParaRPr sz="2100" b="0">
              <a:solidFill>
                <a:srgbClr val="202020"/>
              </a:solidFill>
              <a:latin typeface="+mj-ea"/>
              <a:ea typeface="+mj-ea"/>
              <a:cs typeface="+mj-ea"/>
            </a:endParaRPr>
          </a:p>
          <a:p xmlns:a="http://schemas.openxmlformats.org/drawingml/2006/main">
            <a:pPr algn="l">
              <a:buNone/>
              <a:defRPr sz="202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结合执行进度、风险、预计耗时和调用成本，选择合适的处理方式。</a:t>
            </a:r>
            <a:endParaRPr sz="2100" b="0">
              <a:solidFill>
                <a:srgbClr val="202020"/>
              </a:solidFill>
              <a:latin typeface="+mj-ea"/>
              <a:ea typeface="+mj-ea"/>
              <a:cs typeface="+mj-ea"/>
            </a:endParaRPr>
          </a:p>
        </p:txBody>
      </p:sp>
      <p:pic>
        <p:nvPicPr>
          <p:cNvPr id="11" name="图片 10">
            <a:extLst xmlns:a="http://schemas.openxmlformats.org/drawingml/2006/main">
              <a:ext uri="{FF2B5EF4-FFF2-40B4-BE49-F238E27FC236}">
                <a16:creationId xmlns:a16="http://schemas.microsoft.com/office/drawing/2014/main" id="{3D0CD3DE-03A1-49EF-89A6-21FA8D53104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83007705334ec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67000" y="1762125"/>
            <a:ext cx="6858000" cy="3429000"/>
          </a:xfrm>
          <a:prstGeom xmlns:a="http://schemas.openxmlformats.org/drawingml/2006/main" prst="rect">
            <a:avLst/>
          </a:prstGeom>
        </p:spPr>
      </p:pic>
      <p:sp>
        <p:nvSpPr>
          <p:cNvPr id="5" name="按需触发与异步管理，减少重复请求和无">
            <a:extLst xmlns:a="http://schemas.openxmlformats.org/drawingml/2006/main">
              <a:ext uri="{FF2B5EF4-FFF2-40B4-BE49-F238E27FC236}">
                <a16:creationId xmlns:a16="http://schemas.microsoft.com/office/drawing/2014/main" id="{C33EEB93-C471-48C7-B473-07DF77051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76875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9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19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19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19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19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19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19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19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19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19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rPr>
              <a:t>解决思路：先确认动作能否安全执行，再比较不同方案的耗时和成本。</a:t>
            </a:r>
            <a:endParaRPr sz="2025" b="1">
              <a:solidFill>
                <a:srgbClr val="A60000"/>
              </a:solidFill>
              <a:latin typeface="+mj-ea"/>
              <a:ea typeface="+mj-ea"/>
              <a:cs typeface="+mj-ea"/>
            </a:endParaRPr>
          </a:p>
          <a:p xmlns:a="http://schemas.openxmlformats.org/drawingml/2006/main">
            <a:pPr algn="l">
              <a:buNone/>
              <a:defRPr sz="19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rPr>
              <a:t>等待云端回复时继续管理本地状态，同一问题避免重复请求。</a:t>
            </a:r>
            <a:endParaRPr sz="2025" b="1">
              <a:solidFill>
                <a:srgbClr val="A6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12" name="能力边界">
            <a:extLst xmlns:a="http://schemas.openxmlformats.org/drawingml/2006/main">
              <a:ext uri="{FF2B5EF4-FFF2-40B4-BE49-F238E27FC236}">
                <a16:creationId xmlns:a16="http://schemas.microsoft.com/office/drawing/2014/main" id="{A793FFB3-BE38-4249-8664-CFD4E82F2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29200"/>
            <a:ext cx="10810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18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18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18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18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18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18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18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18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18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局部恢复功能计划在后续实现，完成验证后再用于任务执行。</a:t>
            </a:r>
            <a:endParaRPr sz="1800" b="0">
              <a:solidFill>
                <a:srgbClr val="666666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13522488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6  机制三：基于动作效果依赖的有限">
            <a:extLst xmlns:a="http://schemas.openxmlformats.org/drawingml/2006/main">
              <a:ext uri="{FF2B5EF4-FFF2-40B4-BE49-F238E27FC236}">
                <a16:creationId xmlns:a16="http://schemas.microsoft.com/office/drawing/2014/main" id="{8ECE2360-C7FE-4C3A-BE7E-786775868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962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rPr>
              <a:t>2.4  研究内容—基于效果依赖的有限恢复</a:t>
            </a:r>
            <a:endParaRPr sz="2400" b="1">
              <a:solidFill>
                <a:srgbClr val="A6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3" name="示例：物体 A 已放置，物体 B 抓">
            <a:extLst xmlns:a="http://schemas.openxmlformats.org/drawingml/2006/main">
              <a:ext uri="{FF2B5EF4-FFF2-40B4-BE49-F238E27FC236}">
                <a16:creationId xmlns:a16="http://schemas.microsoft.com/office/drawing/2014/main" id="{FF301D03-6FD6-4BE3-AE45-83DB7638B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81150"/>
            <a:ext cx="10810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17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217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217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217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217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217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217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217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217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217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rPr>
              <a:t>示例：A 已放好，B 在抓取时滑落，拟只重做受影响的步骤</a:t>
            </a:r>
            <a:endParaRPr sz="2325" b="1">
              <a:solidFill>
                <a:srgbClr val="A60000"/>
              </a:solidFill>
              <a:latin typeface="+mj-ea"/>
              <a:ea typeface="+mj-ea"/>
              <a:cs typeface="+mj-ea"/>
            </a:endParaRPr>
          </a:p>
        </p:txBody>
      </p:sp>
      <p:graphicFrame>
        <p:nvGraphicFramePr>
          <p:cNvPr id="11" name="表格 10">
            <a:extLst xmlns:a="http://schemas.openxmlformats.org/drawingml/2006/main">
              <a:ext uri="{FF2B5EF4-FFF2-40B4-BE49-F238E27FC236}">
                <a16:creationId xmlns:a16="http://schemas.microsoft.com/office/drawing/2014/main" id="{9F3F7008-5094-44D3-A3B7-BD571B489BC8}"/>
              </a:ext>
            </a:extLst>
          </p:cNvPr>
          <p:cNvGraphicFramePr/>
          <p:nvPr/>
        </p:nvGraphicFramePr>
        <p:xfrm>
          <a:off xmlns:a="http://schemas.openxmlformats.org/drawingml/2006/main" x="666750" y="2143125"/>
          <a:ext xmlns:a="http://schemas.openxmlformats.org/drawingml/2006/main" cx="10858500" cy="3543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7905750"/>
              </a:tblGrid>
              <a:tr h="5905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处置阶段</a:t>
                      </a:r>
                      <a:endParaRPr sz="1875" b="1">
                        <a:solidFill>
                          <a:srgbClr val="FFFFFF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A6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解决方案（拟实现）</a:t>
                      </a:r>
                      <a:endParaRPr sz="1875" b="1">
                        <a:solidFill>
                          <a:srgbClr val="FFFFFF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A60000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识别影响范围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根据动作前提和预期效果，找出异常影响的当前及后续步骤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8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保留已完成结果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AF6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确认 A 仍在目标位置，保留这一结果，避免重复搬运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AF6F6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完成局部补救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重新识别 B 的位置，再执行抓取、搬运与放置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8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限制恢复预算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AF6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限定尝试次数、总耗时和远程调用预算，避免反复尝试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AF6F6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重新规划或停止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超过限制或风险无法消除时，重新规划或安全停止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8"/>
                    </a:solidFill>
                  </a:tcPr>
                </a:tc>
              </a:tr>
            </a:tbl>
          </a:graphicData>
        </a:graphic>
      </p:graphicFrame>
      <p:sp>
        <p:nvSpPr>
          <p:cNvPr id="12" name="研究内容">
            <a:extLst xmlns:a="http://schemas.openxmlformats.org/drawingml/2006/main">
              <a:ext uri="{FF2B5EF4-FFF2-40B4-BE49-F238E27FC236}">
                <a16:creationId xmlns:a16="http://schemas.microsoft.com/office/drawing/2014/main" id="{AF9507A2-A6B4-49A6-8FF5-D0B7F4ADD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047750"/>
            <a:ext cx="10810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研究内容：面向目标移动、抓取滑落和观测短暂失效，保留有效成果并进行有限恢复</a:t>
            </a:r>
            <a:endParaRPr sz="1875" b="0">
              <a:solidFill>
                <a:srgbClr val="202020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69850028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8  实验验证与对照设计">
            <a:extLst xmlns:a="http://schemas.openxmlformats.org/drawingml/2006/main">
              <a:ext uri="{FF2B5EF4-FFF2-40B4-BE49-F238E27FC236}">
                <a16:creationId xmlns:a16="http://schemas.microsoft.com/office/drawing/2014/main" id="{2DD19C0C-FFC8-4523-B8DB-4CD153AB2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962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rPr>
              <a:t>2.5  研究内容—对照实验与工程评价</a:t>
            </a:r>
            <a:endParaRPr sz="2400" b="1">
              <a:solidFill>
                <a:srgbClr val="A6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3" name="实验范围">
            <a:extLst xmlns:a="http://schemas.openxmlformats.org/drawingml/2006/main">
              <a:ext uri="{FF2B5EF4-FFF2-40B4-BE49-F238E27FC236}">
                <a16:creationId xmlns:a16="http://schemas.microsoft.com/office/drawing/2014/main" id="{01B4B55C-F526-4167-B902-7FC1E7C00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2192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17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217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217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217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217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217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217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217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217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217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rPr>
              <a:t>预期目标（待实验验证）</a:t>
            </a:r>
            <a:endParaRPr sz="2250" b="1">
              <a:solidFill>
                <a:srgbClr val="A6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4" name="物理仿真中的桌面六自由度机械臂&#10;已知">
            <a:extLst xmlns:a="http://schemas.openxmlformats.org/drawingml/2006/main">
              <a:ext uri="{FF2B5EF4-FFF2-40B4-BE49-F238E27FC236}">
                <a16:creationId xmlns:a16="http://schemas.microsoft.com/office/drawing/2014/main" id="{49591343-3E68-4948-AE4A-38A89067D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724025"/>
            <a:ext cx="108108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87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187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187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187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187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187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187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187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187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187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定位评价限定在受控桌面仿真，目标须正确识别且深度有效。</a:t>
            </a:r>
            <a:endParaRPr sz="2025" b="0">
              <a:solidFill>
                <a:srgbClr val="202020"/>
              </a:solidFill>
              <a:latin typeface="+mj-ea"/>
              <a:ea typeface="+mj-ea"/>
              <a:cs typeface="+mj-ea"/>
            </a:endParaRPr>
          </a:p>
          <a:p xmlns:a="http://schemas.openxmlformats.org/drawingml/2006/main">
            <a: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基坐标系下操作点三维定位误差 P90 ≤ 10 mm，即 90% 的误差不超过 10 mm。</a:t>
            </a:r>
            <a:endParaRPr sz="2025" b="0">
              <a:solidFill>
                <a:srgbClr val="202020"/>
              </a:solidFill>
              <a:latin typeface="+mj-ea"/>
              <a:ea typeface="+mj-ea"/>
              <a:cs typeface="+mj-ea"/>
            </a:endParaRPr>
          </a:p>
          <a:p xmlns:a="http://schemas.openxmlformats.org/drawingml/2006/main">
            <a: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标称静态单步抓放成功率达到 90% 以上。</a:t>
            </a:r>
            <a:endParaRPr sz="2025" b="0">
              <a:solidFill>
                <a:srgbClr val="202020"/>
              </a:solidFill>
              <a:latin typeface="+mj-ea"/>
              <a:ea typeface="+mj-ea"/>
              <a:cs typeface="+mj-ea"/>
            </a:endParaRPr>
          </a:p>
          <a:p xmlns:a="http://schemas.openxmlformats.org/drawingml/2006/main">
            <a: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云端大模型总请求次数减少 30% 以上，并缩短异常恢复等待时间。</a:t>
            </a:r>
            <a:endParaRPr sz="2025" b="0">
              <a:solidFill>
                <a:srgbClr val="202020"/>
              </a:solidFill>
              <a:latin typeface="+mj-ea"/>
              <a:ea typeface="+mj-ea"/>
              <a:cs typeface="+mj-ea"/>
            </a:endParaRPr>
          </a:p>
        </p:txBody>
      </p:sp>
      <p:graphicFrame>
        <p:nvGraphicFramePr>
          <p:cNvPr id="8" name="表格 7">
            <a:extLst xmlns:a="http://schemas.openxmlformats.org/drawingml/2006/main">
              <a:ext uri="{FF2B5EF4-FFF2-40B4-BE49-F238E27FC236}">
                <a16:creationId xmlns:a16="http://schemas.microsoft.com/office/drawing/2014/main" id="{F67BA1C5-AAF0-42AF-B7C0-9245CCFD5FF5}"/>
              </a:ext>
            </a:extLst>
          </p:cNvPr>
          <p:cNvGraphicFramePr/>
          <p:nvPr/>
        </p:nvGraphicFramePr>
        <p:xfrm>
          <a:off xmlns:a="http://schemas.openxmlformats.org/drawingml/2006/main" x="666750" y="3357880"/>
          <a:ext xmlns:a="http://schemas.openxmlformats.org/drawingml/2006/main" cx="10858500" cy="232410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286000"/>
                <a:gridCol w="8572500"/>
              </a:tblGrid>
              <a:tr h="4667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实验设计</a:t>
                      </a:r>
                      <a:endParaRPr sz="18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A6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解决方案与评价内容</a:t>
                      </a:r>
                      <a:endParaRPr sz="18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A60000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对照实验</a:t>
                      </a:r>
                      <a:endParaRPr sz="1800" b="0">
                        <a:solidFill>
                          <a:srgbClr val="20202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比较纯本地、固定周期、固定阈值及本方法，统一任务与安全条件</a:t>
                      </a:r>
                      <a:endParaRPr sz="1800" b="0">
                        <a:solidFill>
                          <a:srgbClr val="20202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9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模块作用验证</a:t>
                      </a:r>
                      <a:endParaRPr sz="1800" b="0">
                        <a:solidFill>
                          <a:srgbClr val="20202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AF6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依次关闭一致性检查、协同决策或恢复模块，观察性能变化</a:t>
                      </a:r>
                      <a:endParaRPr sz="1800" b="0">
                        <a:solidFill>
                          <a:srgbClr val="20202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AF6F7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工程评价</a:t>
                      </a:r>
                      <a:endParaRPr sz="1800" b="0">
                        <a:solidFill>
                          <a:srgbClr val="20202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记录成功率、耗时、算力与内存、总请求数、通信量、费用及恢复效果</a:t>
                      </a:r>
                      <a:endParaRPr sz="1800" b="0">
                        <a:solidFill>
                          <a:srgbClr val="20202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9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9A6CAA-E90D-4B58-88CF-0B202B54B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829300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180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180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云端调用评价：在多步骤及扰动任务中，对比同等任务质量的固定周期云端监督基线，</a:t>
            </a:r>
          </a:p>
          <a:p xmlns:a="http://schemas.openxmlformats.org/drawingml/2006/main">
            <a:pPr algn="l">
              <a:defRPr sz="180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180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并保持任务成功率不降低。实验将覆盖不同任务复杂度、网络延迟和扰动条件。</a:t>
            </a:r>
          </a:p>
        </p:txBody>
      </p:sp>
    </p:spTree>
    <p:extLst>
      <p:ext uri="{BB962C8B-B14F-4D97-AF65-F5344CB8AC3E}">
        <p14:creationId xmlns:p14="http://schemas.microsoft.com/office/powerpoint/2010/main" val="76773159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7  研究目标与评价口径">
            <a:extLst xmlns:a="http://schemas.openxmlformats.org/drawingml/2006/main">
              <a:ext uri="{FF2B5EF4-FFF2-40B4-BE49-F238E27FC236}">
                <a16:creationId xmlns:a16="http://schemas.microsoft.com/office/drawing/2014/main" id="{F189D7FB-5DB3-4C01-A243-AD27FA12E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962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rPr>
              <a:t>2.6  论文基本架构</a:t>
            </a:r>
            <a:endParaRPr sz="2400" b="1">
              <a:solidFill>
                <a:srgbClr val="A60000"/>
              </a:solidFill>
              <a:latin typeface="+mj-ea"/>
              <a:ea typeface="+mj-ea"/>
              <a:cs typeface="+mj-ea"/>
            </a:endParaRPr>
          </a:p>
        </p:txBody>
      </p:sp>
      <p:graphicFrame>
        <p:nvGraphicFramePr>
          <p:cNvPr id="6" name="表格 5">
            <a:extLst xmlns:a="http://schemas.openxmlformats.org/drawingml/2006/main">
              <a:ext uri="{FF2B5EF4-FFF2-40B4-BE49-F238E27FC236}">
                <a16:creationId xmlns:a16="http://schemas.microsoft.com/office/drawing/2014/main" id="{5ACC23E7-6245-4099-98C3-E13553181B45}"/>
              </a:ext>
            </a:extLst>
          </p:cNvPr>
          <p:cNvGraphicFramePr/>
          <p:nvPr/>
        </p:nvGraphicFramePr>
        <p:xfrm>
          <a:off xmlns:a="http://schemas.openxmlformats.org/drawingml/2006/main" x="236855" y="1074420"/>
          <a:ext xmlns:a="http://schemas.openxmlformats.org/drawingml/2006/main" cx="11786235" cy="5139055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5674995"/>
                <a:gridCol w="6111240"/>
              </a:tblGrid>
              <a:tr h="4038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拟定章节</a:t>
                      </a:r>
                      <a:endParaRPr sz="1875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A6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主要内容</a:t>
                      </a:r>
                      <a:endParaRPr sz="1875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A60000"/>
                    </a:solidFill>
                  </a:tcPr>
                </a:tc>
              </a:tr>
              <a:tr h="7899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0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第一章  绪论</a:t>
                      </a:r>
                      <a:endParaRPr sz="1600" b="0">
                        <a:solidFill>
                          <a:srgbClr val="20202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25400" marB="254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0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1.1 研究背景与工程意义</a:t>
                      </a:r>
                      <a:endParaRPr sz="1600" b="0">
                        <a:solidFill>
                          <a:srgbClr val="20202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pPr algn="l">
                        <a:buNone/>
                      </a:pPr>
                      <a:r>
                        <a:rPr sz="160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1.2 国内外研究现状</a:t>
                      </a:r>
                      <a:endParaRPr sz="1600" b="0">
                        <a:solidFill>
                          <a:srgbClr val="20202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pPr algn="l">
                        <a:buNone/>
                      </a:pPr>
                      <a:r>
                        <a:rPr sz="160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1.3 研究内容与论文组织</a:t>
                      </a:r>
                      <a:endParaRPr sz="1600" b="0">
                        <a:solidFill>
                          <a:srgbClr val="20202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25400" marB="254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9"/>
                    </a:solidFill>
                  </a:tcPr>
                </a:tc>
              </a:tr>
              <a:tr h="78867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0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第二章  相关技术与系统总体设计</a:t>
                      </a:r>
                      <a:endParaRPr sz="1600" b="0">
                        <a:solidFill>
                          <a:srgbClr val="20202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25400" marB="254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AF6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0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2.1 云边协同与机器人执行基础</a:t>
                      </a:r>
                      <a:endParaRPr sz="1600" b="0">
                        <a:solidFill>
                          <a:srgbClr val="20202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pPr algn="l">
                        <a:buNone/>
                      </a:pPr>
                      <a:r>
                        <a:rPr sz="160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2.2 需求分析与系统约束</a:t>
                      </a:r>
                      <a:endParaRPr sz="1600" b="0">
                        <a:solidFill>
                          <a:srgbClr val="20202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pPr algn="l">
                        <a:buNone/>
                      </a:pPr>
                      <a:r>
                        <a:rPr sz="160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2.3 分层架构与接口设计</a:t>
                      </a:r>
                      <a:endParaRPr sz="1600" b="0">
                        <a:solidFill>
                          <a:srgbClr val="20202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25400" marB="254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AF6F7"/>
                    </a:solidFill>
                  </a:tcPr>
                </a:tc>
              </a:tr>
              <a:tr h="78930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0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第三章  一致性检查与协同决策方法</a:t>
                      </a:r>
                      <a:endParaRPr sz="1600" b="0">
                        <a:solidFill>
                          <a:srgbClr val="20202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25400" marB="254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0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3.1 观测有效性与规划版本检查</a:t>
                      </a:r>
                      <a:endParaRPr sz="1600" b="0">
                        <a:solidFill>
                          <a:srgbClr val="20202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pPr algn="l">
                        <a:buNone/>
                      </a:pPr>
                      <a:r>
                        <a:rPr sz="160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3.2 动作可执行性与安全检查</a:t>
                      </a:r>
                      <a:endParaRPr sz="1600" b="0">
                        <a:solidFill>
                          <a:srgbClr val="20202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pPr algn="l">
                        <a:buNone/>
                      </a:pPr>
                      <a:r>
                        <a:rPr sz="160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3.3 触发时机与风险、成本权衡</a:t>
                      </a:r>
                      <a:endParaRPr sz="1600" b="0">
                        <a:solidFill>
                          <a:srgbClr val="20202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25400" marB="254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9"/>
                    </a:solidFill>
                  </a:tcPr>
                </a:tc>
              </a:tr>
              <a:tr h="78867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0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第四章  有限恢复与系统实现</a:t>
                      </a:r>
                      <a:endParaRPr sz="1600" b="0">
                        <a:solidFill>
                          <a:srgbClr val="20202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25400" marB="254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AF6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0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4.1 步骤前置条件与动作效果依赖</a:t>
                      </a:r>
                      <a:endParaRPr sz="1600" b="0">
                        <a:solidFill>
                          <a:srgbClr val="20202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pPr algn="l">
                        <a:buNone/>
                      </a:pPr>
                      <a:r>
                        <a:rPr sz="160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4.2 局部失败处理与重试限制</a:t>
                      </a:r>
                      <a:endParaRPr sz="1600" b="0">
                        <a:solidFill>
                          <a:srgbClr val="20202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pPr algn="l">
                        <a:buNone/>
                      </a:pPr>
                      <a:r>
                        <a:rPr sz="160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4.3 系统实现与集成</a:t>
                      </a:r>
                      <a:endParaRPr sz="1600" b="0">
                        <a:solidFill>
                          <a:srgbClr val="20202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25400" marB="254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AF6F7"/>
                    </a:solidFill>
                  </a:tcPr>
                </a:tc>
              </a:tr>
              <a:tr h="7899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0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第五章  实验设计与工程评价</a:t>
                      </a:r>
                      <a:endParaRPr sz="1600" b="0">
                        <a:solidFill>
                          <a:srgbClr val="20202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25400" marB="254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AF6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0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5.1 实验任务、对照方案与评价指标</a:t>
                      </a:r>
                      <a:endParaRPr sz="1600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  <a:p>
                      <a:pPr algn="l">
                        <a:buNone/>
                      </a:pPr>
                      <a:r>
                        <a:rPr sz="160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5.2 三个研究模块的作用验证</a:t>
                      </a:r>
                      <a:endParaRPr sz="1600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  <a:p>
                      <a:pPr algn="l">
                        <a:buNone/>
                      </a:pPr>
                      <a:r>
                        <a:rPr sz="160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5.3 任务质量、响应时延与资源成本评价</a:t>
                      </a:r>
                      <a:endParaRPr sz="1600" b="0">
                        <a:solidFill>
                          <a:srgbClr val="20202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25400" marB="254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AF6F7"/>
                    </a:solidFill>
                  </a:tcPr>
                </a:tc>
              </a:tr>
              <a:tr h="78867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0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第六章  总结与展望</a:t>
                      </a:r>
                      <a:endParaRPr sz="1600" b="0">
                        <a:solidFill>
                          <a:srgbClr val="20202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25400" marB="254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AF6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0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6.1 研究结论</a:t>
                      </a:r>
                      <a:endParaRPr sz="1600">
                        <a:solidFill>
                          <a:srgbClr val="20202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pPr algn="l">
                        <a:buNone/>
                      </a:pPr>
                      <a:r>
                        <a:rPr sz="160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6.2 研究局限与不足</a:t>
                      </a:r>
                      <a:endParaRPr sz="1600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  <a:p>
                      <a:pPr algn="l">
                        <a:buNone/>
                      </a:pPr>
                      <a:r>
                        <a:rPr sz="160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6.3 后续改进方向</a:t>
                      </a:r>
                      <a:endParaRPr sz="1600" b="0">
                        <a:solidFill>
                          <a:srgbClr val="20202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25400" marB="254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AF6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860642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9  研究进度安排">
            <a:extLst xmlns:a="http://schemas.openxmlformats.org/drawingml/2006/main">
              <a:ext uri="{FF2B5EF4-FFF2-40B4-BE49-F238E27FC236}">
                <a16:creationId xmlns:a16="http://schemas.microsoft.com/office/drawing/2014/main" id="{A1806F15-36D1-4559-B74A-6603F1C15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962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rPr>
              <a:t>3.1  时间进度安排</a:t>
            </a:r>
            <a:endParaRPr sz="2400" b="1">
              <a:solidFill>
                <a:srgbClr val="A60000"/>
              </a:solidFill>
              <a:latin typeface="+mj-ea"/>
              <a:ea typeface="+mj-ea"/>
              <a:cs typeface="+mj-ea"/>
            </a:endParaRPr>
          </a:p>
        </p:txBody>
      </p:sp>
      <p:graphicFrame>
        <p:nvGraphicFramePr>
          <p:cNvPr id="9" name="表格 8">
            <a:extLst xmlns:a="http://schemas.openxmlformats.org/drawingml/2006/main">
              <a:ext uri="{FF2B5EF4-FFF2-40B4-BE49-F238E27FC236}">
                <a16:creationId xmlns:a16="http://schemas.microsoft.com/office/drawing/2014/main" id="{1A9E277C-B145-48C2-A2F0-D42A030B6BA3}"/>
              </a:ext>
            </a:extLst>
          </p:cNvPr>
          <p:cNvGraphicFramePr/>
          <p:nvPr/>
        </p:nvGraphicFramePr>
        <p:xfrm>
          <a:off xmlns:a="http://schemas.openxmlformats.org/drawingml/2006/main" x="666750" y="1524000"/>
          <a:ext xmlns:a="http://schemas.openxmlformats.org/drawingml/2006/main" cx="10858500" cy="4464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19375"/>
                <a:gridCol w="3000375"/>
                <a:gridCol w="5238750"/>
              </a:tblGrid>
              <a:tr h="89281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阶段</a:t>
                      </a:r>
                      <a:endParaRPr sz="1875" b="1">
                        <a:solidFill>
                          <a:srgbClr val="FFFFFF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A6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时间</a:t>
                      </a:r>
                      <a:endParaRPr sz="1875" b="1">
                        <a:solidFill>
                          <a:srgbClr val="FFFFFF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A6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计划与阶段产出</a:t>
                      </a:r>
                      <a:endParaRPr sz="1875" b="1">
                        <a:solidFill>
                          <a:srgbClr val="FFFFFF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A60000"/>
                    </a:solidFill>
                  </a:tcPr>
                </a:tc>
              </a:tr>
              <a:tr h="89281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开题与基础平台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2026.10—11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10月：文献调研、方案设计与开题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11月：完善仿真、感知和基础操作闭环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8"/>
                    </a:solidFill>
                  </a:tcPr>
                </a:tc>
              </a:tr>
              <a:tr h="89281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关键方法与系统集成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AF6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2026.12—2027.01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AF6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12月：一致性检查、事件决策与异步协同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1月：有限恢复、系统集成及实验方案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AF6F6"/>
                    </a:solidFill>
                  </a:tcPr>
                </a:tc>
              </a:tr>
              <a:tr h="89281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实验验证与论文初稿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2027.02—03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2月：对照与消融实验，采集性能数据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3月：分析实验结果，完成论文初稿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8"/>
                    </a:solidFill>
                  </a:tcPr>
                </a:tc>
              </a:tr>
              <a:tr h="89281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论文定稿与答辩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AF6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2027.04—05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AF6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4月：补充验证、定稿、查重与送审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5月：完成答辩并提交相关材料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AF6F6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290122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8" name="Freeform 8">
            <a:extLst xmlns:a="http://schemas.openxmlformats.org/drawingml/2006/main">
              <a:ext uri="{FF2B5EF4-FFF2-40B4-BE49-F238E27FC236}">
                <a16:creationId xmlns:a16="http://schemas.microsoft.com/office/drawing/2014/main" id="{D412B950-33BE-4387-B20D-9EED43FDD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6576" y="-241003"/>
            <a:ext cx="7357161" cy="7340006"/>
          </a:xfrm>
          <a:custGeom xmlns:a="http://schemas.openxmlformats.org/drawingml/2006/main"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1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89" name="Freeform 42">
            <a:extLst xmlns:a="http://schemas.openxmlformats.org/drawingml/2006/main">
              <a:ext uri="{FF2B5EF4-FFF2-40B4-BE49-F238E27FC236}">
                <a16:creationId xmlns:a16="http://schemas.microsoft.com/office/drawing/2014/main" id="{E92BC3F2-C157-4200-A505-A2FC7CADB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6950" y="710795"/>
            <a:ext cx="5427836" cy="5419255"/>
          </a:xfrm>
          <a:custGeom xmlns:a="http://schemas.openxmlformats.org/drawingml/2006/main"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1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90" name="Freeform 43">
            <a:extLst xmlns:a="http://schemas.openxmlformats.org/drawingml/2006/main">
              <a:ext uri="{FF2B5EF4-FFF2-40B4-BE49-F238E27FC236}">
                <a16:creationId xmlns:a16="http://schemas.microsoft.com/office/drawing/2014/main" id="{D1B5E91B-2382-4215-998F-EFE256BBA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7450" y="1251007"/>
            <a:ext cx="600234" cy="720280"/>
          </a:xfrm>
          <a:custGeom xmlns:a="http://schemas.openxmlformats.org/drawingml/2006/main"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1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91" name="Freeform 44">
            <a:extLst xmlns:a="http://schemas.openxmlformats.org/drawingml/2006/main">
              <a:ext uri="{FF2B5EF4-FFF2-40B4-BE49-F238E27FC236}">
                <a16:creationId xmlns:a16="http://schemas.microsoft.com/office/drawing/2014/main" id="{0ECD217C-74F8-487C-A432-EBA23D727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8118" y="2614396"/>
            <a:ext cx="574510" cy="617384"/>
          </a:xfrm>
          <a:custGeom xmlns:a="http://schemas.openxmlformats.org/drawingml/2006/main"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1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92" name="Freeform 45">
            <a:extLst xmlns:a="http://schemas.openxmlformats.org/drawingml/2006/main">
              <a:ext uri="{FF2B5EF4-FFF2-40B4-BE49-F238E27FC236}">
                <a16:creationId xmlns:a16="http://schemas.microsoft.com/office/drawing/2014/main" id="{947D90AE-6F46-4072-B458-0D59B423C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1514" y="642199"/>
            <a:ext cx="625958" cy="668832"/>
          </a:xfrm>
          <a:custGeom xmlns:a="http://schemas.openxmlformats.org/drawingml/2006/main"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1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93" name="Freeform 46">
            <a:extLst xmlns:a="http://schemas.openxmlformats.org/drawingml/2006/main">
              <a:ext uri="{FF2B5EF4-FFF2-40B4-BE49-F238E27FC236}">
                <a16:creationId xmlns:a16="http://schemas.microsoft.com/office/drawing/2014/main" id="{9F315BAD-1BA6-47E0-B3AD-A82AF1D6F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8118" y="3574771"/>
            <a:ext cx="540211" cy="514486"/>
          </a:xfrm>
          <a:custGeom xmlns:a="http://schemas.openxmlformats.org/drawingml/2006/main"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1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94" name="Freeform 47">
            <a:extLst xmlns:a="http://schemas.openxmlformats.org/drawingml/2006/main">
              <a:ext uri="{FF2B5EF4-FFF2-40B4-BE49-F238E27FC236}">
                <a16:creationId xmlns:a16="http://schemas.microsoft.com/office/drawing/2014/main" id="{44D10AA1-1915-46A8-B203-58A9904A6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0623" y="6250100"/>
            <a:ext cx="377290" cy="540210"/>
          </a:xfrm>
          <a:custGeom xmlns:a="http://schemas.openxmlformats.org/drawingml/2006/main"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1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95" name="Freeform 48">
            <a:extLst xmlns:a="http://schemas.openxmlformats.org/drawingml/2006/main">
              <a:ext uri="{FF2B5EF4-FFF2-40B4-BE49-F238E27FC236}">
                <a16:creationId xmlns:a16="http://schemas.microsoft.com/office/drawing/2014/main" id="{121C9015-99E7-47ED-8710-D93AD0B6A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488" y="4432248"/>
            <a:ext cx="557360" cy="480187"/>
          </a:xfrm>
          <a:custGeom xmlns:a="http://schemas.openxmlformats.org/drawingml/2006/main"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1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96" name="Freeform 49">
            <a:extLst xmlns:a="http://schemas.openxmlformats.org/drawingml/2006/main">
              <a:ext uri="{FF2B5EF4-FFF2-40B4-BE49-F238E27FC236}">
                <a16:creationId xmlns:a16="http://schemas.microsoft.com/office/drawing/2014/main" id="{52D4D3C8-7E38-4918-B669-469C5DA4D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8329" y="1173834"/>
            <a:ext cx="660258" cy="720280"/>
          </a:xfrm>
          <a:custGeom xmlns:a="http://schemas.openxmlformats.org/drawingml/2006/main"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1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97" name="Freeform 50">
            <a:extLst xmlns:a="http://schemas.openxmlformats.org/drawingml/2006/main">
              <a:ext uri="{FF2B5EF4-FFF2-40B4-BE49-F238E27FC236}">
                <a16:creationId xmlns:a16="http://schemas.microsoft.com/office/drawing/2014/main" id="{90891B05-9BF2-42C4-A426-AEF710836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4131" y="6018581"/>
            <a:ext cx="463038" cy="531635"/>
          </a:xfrm>
          <a:custGeom xmlns:a="http://schemas.openxmlformats.org/drawingml/2006/main"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1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98" name="Freeform 51">
            <a:extLst xmlns:a="http://schemas.openxmlformats.org/drawingml/2006/main">
              <a:ext uri="{FF2B5EF4-FFF2-40B4-BE49-F238E27FC236}">
                <a16:creationId xmlns:a16="http://schemas.microsoft.com/office/drawing/2014/main" id="{6E49536E-552B-49E8-886B-6793C90E2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288" y="573600"/>
            <a:ext cx="625958" cy="608809"/>
          </a:xfrm>
          <a:custGeom xmlns:a="http://schemas.openxmlformats.org/drawingml/2006/main"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1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99" name="Freeform 52">
            <a:extLst xmlns:a="http://schemas.openxmlformats.org/drawingml/2006/main">
              <a:ext uri="{FF2B5EF4-FFF2-40B4-BE49-F238E27FC236}">
                <a16:creationId xmlns:a16="http://schemas.microsoft.com/office/drawing/2014/main" id="{5328E56E-ACC3-4D84-8FC4-0A4BA7D7E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6441" y="16239"/>
            <a:ext cx="497337" cy="540210"/>
          </a:xfrm>
          <a:custGeom xmlns:a="http://schemas.openxmlformats.org/drawingml/2006/main"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1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100" name="Freeform 53">
            <a:extLst xmlns:a="http://schemas.openxmlformats.org/drawingml/2006/main">
              <a:ext uri="{FF2B5EF4-FFF2-40B4-BE49-F238E27FC236}">
                <a16:creationId xmlns:a16="http://schemas.microsoft.com/office/drawing/2014/main" id="{BEEAE93D-5857-48B2-AC98-F6C00F485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251" y="6250100"/>
            <a:ext cx="385865" cy="548785"/>
          </a:xfrm>
          <a:custGeom xmlns:a="http://schemas.openxmlformats.org/drawingml/2006/main"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1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101" name="Freeform 54">
            <a:extLst xmlns:a="http://schemas.openxmlformats.org/drawingml/2006/main">
              <a:ext uri="{FF2B5EF4-FFF2-40B4-BE49-F238E27FC236}">
                <a16:creationId xmlns:a16="http://schemas.microsoft.com/office/drawing/2014/main" id="{EAC11D7E-8244-4FFE-AA58-17FF22B9F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4664" y="119137"/>
            <a:ext cx="514486" cy="583084"/>
          </a:xfrm>
          <a:custGeom xmlns:a="http://schemas.openxmlformats.org/drawingml/2006/main"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1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102" name="Freeform 55">
            <a:extLst xmlns:a="http://schemas.openxmlformats.org/drawingml/2006/main">
              <a:ext uri="{FF2B5EF4-FFF2-40B4-BE49-F238E27FC236}">
                <a16:creationId xmlns:a16="http://schemas.microsoft.com/office/drawing/2014/main" id="{370C7679-4774-43BB-81E0-51D2035F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7615" y="2091335"/>
            <a:ext cx="600234" cy="480187"/>
          </a:xfrm>
          <a:custGeom xmlns:a="http://schemas.openxmlformats.org/drawingml/2006/main"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1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103" name="Freeform 56">
            <a:extLst xmlns:a="http://schemas.openxmlformats.org/drawingml/2006/main">
              <a:ext uri="{FF2B5EF4-FFF2-40B4-BE49-F238E27FC236}">
                <a16:creationId xmlns:a16="http://schemas.microsoft.com/office/drawing/2014/main" id="{3AFFBE7A-AB72-4804-9709-F242A7F9A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26189" y="4346500"/>
            <a:ext cx="591660" cy="548785"/>
          </a:xfrm>
          <a:custGeom xmlns:a="http://schemas.openxmlformats.org/drawingml/2006/main"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1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104" name="Freeform 57">
            <a:extLst xmlns:a="http://schemas.openxmlformats.org/drawingml/2006/main">
              <a:ext uri="{FF2B5EF4-FFF2-40B4-BE49-F238E27FC236}">
                <a16:creationId xmlns:a16="http://schemas.microsoft.com/office/drawing/2014/main" id="{811C7EA6-E078-4453-8A6C-61438253B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0559" y="3497598"/>
            <a:ext cx="523061" cy="463037"/>
          </a:xfrm>
          <a:custGeom xmlns:a="http://schemas.openxmlformats.org/drawingml/2006/main"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1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105" name="Freeform 58">
            <a:extLst xmlns:a="http://schemas.openxmlformats.org/drawingml/2006/main">
              <a:ext uri="{FF2B5EF4-FFF2-40B4-BE49-F238E27FC236}">
                <a16:creationId xmlns:a16="http://schemas.microsoft.com/office/drawing/2014/main" id="{79A06364-FAF3-4B35-89E1-3911ACEE7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8453" y="222034"/>
            <a:ext cx="471613" cy="591659"/>
          </a:xfrm>
          <a:custGeom xmlns:a="http://schemas.openxmlformats.org/drawingml/2006/main"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1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106" name="Freeform 59">
            <a:extLst xmlns:a="http://schemas.openxmlformats.org/drawingml/2006/main">
              <a:ext uri="{FF2B5EF4-FFF2-40B4-BE49-F238E27FC236}">
                <a16:creationId xmlns:a16="http://schemas.microsoft.com/office/drawing/2014/main" id="{27EEE5D0-C6BA-43C0-9C2E-59373D3F0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9637" y="1936989"/>
            <a:ext cx="540211" cy="471612"/>
          </a:xfrm>
          <a:custGeom xmlns:a="http://schemas.openxmlformats.org/drawingml/2006/main"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1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107" name="Freeform 60">
            <a:extLst xmlns:a="http://schemas.openxmlformats.org/drawingml/2006/main">
              <a:ext uri="{FF2B5EF4-FFF2-40B4-BE49-F238E27FC236}">
                <a16:creationId xmlns:a16="http://schemas.microsoft.com/office/drawing/2014/main" id="{E9E41A92-29E5-47E6-8967-6256523C2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1984" y="2820191"/>
            <a:ext cx="523061" cy="342990"/>
          </a:xfrm>
          <a:custGeom xmlns:a="http://schemas.openxmlformats.org/drawingml/2006/main"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1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108" name="Freeform 61">
            <a:extLst xmlns:a="http://schemas.openxmlformats.org/drawingml/2006/main">
              <a:ext uri="{FF2B5EF4-FFF2-40B4-BE49-F238E27FC236}">
                <a16:creationId xmlns:a16="http://schemas.microsoft.com/office/drawing/2014/main" id="{6293D5E7-B946-4A3B-A768-2CF053417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5321" y="76264"/>
            <a:ext cx="317267" cy="531635"/>
          </a:xfrm>
          <a:custGeom xmlns:a="http://schemas.openxmlformats.org/drawingml/2006/main"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1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109" name="Freeform 62">
            <a:extLst xmlns:a="http://schemas.openxmlformats.org/drawingml/2006/main">
              <a:ext uri="{FF2B5EF4-FFF2-40B4-BE49-F238E27FC236}">
                <a16:creationId xmlns:a16="http://schemas.microsoft.com/office/drawing/2014/main" id="{98F07BC9-C0CE-4B64-AF5B-8E7B9BE79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7421" y="6052880"/>
            <a:ext cx="394440" cy="514486"/>
          </a:xfrm>
          <a:custGeom xmlns:a="http://schemas.openxmlformats.org/drawingml/2006/main"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1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110" name="Freeform 71">
            <a:extLst xmlns:a="http://schemas.openxmlformats.org/drawingml/2006/main">
              <a:ext uri="{FF2B5EF4-FFF2-40B4-BE49-F238E27FC236}">
                <a16:creationId xmlns:a16="http://schemas.microsoft.com/office/drawing/2014/main" id="{CC1F878A-2AA8-4578-B6C7-69B4F835F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8472" y="942314"/>
            <a:ext cx="4973373" cy="4964794"/>
          </a:xfrm>
          <a:custGeom xmlns:a="http://schemas.openxmlformats.org/drawingml/2006/main"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1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293" name="直接连接符 292">
            <a:extLst xmlns:a="http://schemas.openxmlformats.org/drawingml/2006/main">
              <a:ext uri="{FF2B5EF4-FFF2-40B4-BE49-F238E27FC236}">
                <a16:creationId xmlns:a16="http://schemas.microsoft.com/office/drawing/2014/main" id="{55DACCC5-23F9-4F86-8ECE-C8D6C7278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36" y="3419381"/>
            <a:ext cx="557213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9A000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94" name="恳请各位老师批评指正">
            <a:extLst xmlns:a="http://schemas.openxmlformats.org/drawingml/2006/main">
              <a:ext uri="{FF2B5EF4-FFF2-40B4-BE49-F238E27FC236}">
                <a16:creationId xmlns:a16="http://schemas.microsoft.com/office/drawing/2014/main" id="{19CA0601-61FB-465F-B5FC-220517310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10001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A6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A60000"/>
                </a:solidFill>
                <a:latin typeface="+mj-ea"/>
                <a:ea typeface="+mj-ea"/>
                <a:cs typeface="+mj-ea"/>
              </a:rPr>
              <a:t>恳请各位老师批评指正</a:t>
            </a:r>
            <a:endParaRPr sz="3600" b="1">
              <a:solidFill>
                <a:srgbClr val="A6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295" name="汇报人：宁业栋&#10;企业合作导师：康劲 ">
            <a:extLst xmlns:a="http://schemas.openxmlformats.org/drawingml/2006/main">
              <a:ext uri="{FF2B5EF4-FFF2-40B4-BE49-F238E27FC236}">
                <a16:creationId xmlns:a16="http://schemas.microsoft.com/office/drawing/2014/main" id="{F88AEB9F-2CDA-4BF8-8475-49645683F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1000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A6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A60000"/>
                </a:solidFill>
                <a:latin typeface="+mj-ea"/>
                <a:ea typeface="+mj-ea"/>
                <a:cs typeface="+mj-ea"/>
              </a:rPr>
              <a:t>汇报人：宁业栋</a:t>
            </a:r>
            <a:endParaRPr sz="1950" b="0">
              <a:solidFill>
                <a:srgbClr val="A60000"/>
              </a:solidFill>
              <a:latin typeface="+mj-ea"/>
              <a:ea typeface="+mj-ea"/>
              <a:cs typeface="+mj-ea"/>
            </a:endParaRPr>
          </a:p>
          <a:p xmlns:a="http://schemas.openxmlformats.org/drawingml/2006/main">
            <a:pPr algn="l">
              <a:buNone/>
              <a:defRPr sz="1950" b="0">
                <a:solidFill>
                  <a:srgbClr val="A6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A60000"/>
                </a:solidFill>
                <a:latin typeface="+mj-ea"/>
                <a:ea typeface="+mj-ea"/>
                <a:cs typeface="+mj-ea"/>
              </a:rPr>
              <a:t>企业合作导师：康劲    学院指导教师：曹健</a:t>
            </a:r>
            <a:endParaRPr sz="1950" b="0">
              <a:solidFill>
                <a:srgbClr val="A60000"/>
              </a:solidFill>
              <a:latin typeface="+mj-ea"/>
              <a:ea typeface="+mj-ea"/>
              <a:cs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784673761"/>
      </p:ext>
    </p:extLst>
  </p:cSld>
</p:sld>
</file>

<file path=ppt/theme/theme1.xml><?xml version="1.0" encoding="utf-8"?>
<a:theme xmlns:a="http://schemas.openxmlformats.org/drawingml/2006/main" name="自定义设计方案">
  <a:themeElements>
    <a:clrScheme name="自定义 2">
      <a:dk1>
        <a:srgbClr val="000000"/>
      </a:dk1>
      <a:lt1>
        <a:srgbClr val="FFFFFF"/>
      </a:lt1>
      <a:dk2>
        <a:srgbClr val="768395"/>
      </a:dk2>
      <a:lt2>
        <a:srgbClr val="F0F0F0"/>
      </a:lt2>
      <a:accent1>
        <a:srgbClr val="9A0001"/>
      </a:accent1>
      <a:accent2>
        <a:srgbClr val="CEAB6E"/>
      </a:accent2>
      <a:accent3>
        <a:srgbClr val="063771"/>
      </a:accent3>
      <a:accent4>
        <a:srgbClr val="F3F4F8"/>
      </a:accent4>
      <a:accent5>
        <a:srgbClr val="64646C"/>
      </a:accent5>
      <a:accent6>
        <a:srgbClr val="FFFFFF"/>
      </a:accent6>
      <a:hlink>
        <a:srgbClr val="0070C0"/>
      </a:hlink>
      <a:folHlink>
        <a:srgbClr val="BFBFBF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自定义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2026-10-24T07:46:04.4970000Z</dcterms:created>
  <dcterms:modified xsi:type="dcterms:W3CDTF">2026-10-24T07:46:04.4970000Z</dcterms:modified>
</coreProperties>
</file>