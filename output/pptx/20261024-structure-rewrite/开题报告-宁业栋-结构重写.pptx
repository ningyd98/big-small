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535af9dee42eb" /><Relationship Type="http://schemas.openxmlformats.org/officeDocument/2006/relationships/extended-properties" Target="/docProps/app.xml" Id="Rcca4bf13b16f4b74" /><Relationship Type="http://schemas.openxmlformats.org/officeDocument/2006/relationships/officeDocument" Target="/ppt/presentation.xml" Id="R3dffa25d4021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54e28651f45c4"/>
    <p:sldMasterId xmlns:r="http://schemas.openxmlformats.org/officeDocument/2006/relationships" id="2147483669" r:id="Rd622a76494bc4fd6"/>
    <p:sldMasterId xmlns:r="http://schemas.openxmlformats.org/officeDocument/2006/relationships" id="2147483690" r:id="Rdd9d85a2290c41fd"/>
  </p:sldMasterIdLst>
  <p:notesMasterIdLst>
    <p:notesMasterId xmlns:r="http://schemas.openxmlformats.org/officeDocument/2006/relationships" r:id="Rde0dc77a579c4d75"/>
  </p:notesMasterIdLst>
  <p:sldIdLst>
    <p:sldId xmlns:r="http://schemas.openxmlformats.org/officeDocument/2006/relationships" id="256" r:id="R93fc1e581dea4550"/>
    <p:sldId xmlns:r="http://schemas.openxmlformats.org/officeDocument/2006/relationships" id="257" r:id="Rc75d9e36ed4f43c4"/>
    <p:sldId xmlns:r="http://schemas.openxmlformats.org/officeDocument/2006/relationships" id="258" r:id="R2fd69b2d86f04b89"/>
    <p:sldId xmlns:r="http://schemas.openxmlformats.org/officeDocument/2006/relationships" id="259" r:id="R1c0c48b8aa3042a2"/>
    <p:sldId xmlns:r="http://schemas.openxmlformats.org/officeDocument/2006/relationships" id="260" r:id="R69f1a6196176479c"/>
    <p:sldId xmlns:r="http://schemas.openxmlformats.org/officeDocument/2006/relationships" id="261" r:id="R86fff2b21a974dcb"/>
    <p:sldId xmlns:r="http://schemas.openxmlformats.org/officeDocument/2006/relationships" id="262" r:id="Rc0627e62b4834c4c"/>
    <p:sldId xmlns:r="http://schemas.openxmlformats.org/officeDocument/2006/relationships" id="263" r:id="R3363aba7708c4a5c"/>
    <p:sldId xmlns:r="http://schemas.openxmlformats.org/officeDocument/2006/relationships" id="264" r:id="R5c43fd3085d14950"/>
    <p:sldId xmlns:r="http://schemas.openxmlformats.org/officeDocument/2006/relationships" id="265" r:id="R82149ab9ff5348e1"/>
    <p:sldId xmlns:r="http://schemas.openxmlformats.org/officeDocument/2006/relationships" id="266" r:id="Rea53be0675104cae"/>
    <p:sldId xmlns:r="http://schemas.openxmlformats.org/officeDocument/2006/relationships" id="267" r:id="Rc39e503cba0a4766"/>
    <p:sldId xmlns:r="http://schemas.openxmlformats.org/officeDocument/2006/relationships" id="268" r:id="Rae095b0c2466442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fb125bb0d44e3" /><Relationship Type="http://schemas.openxmlformats.org/officeDocument/2006/relationships/slideMaster" Target="/ppt/slideMasters/slideMaster1.xml" Id="R19154e28651f45c4" /><Relationship Type="http://schemas.openxmlformats.org/officeDocument/2006/relationships/slideMaster" Target="/ppt/slideMasters/slideMaster2.xml" Id="Rd622a76494bc4fd6" /><Relationship Type="http://schemas.openxmlformats.org/officeDocument/2006/relationships/slideMaster" Target="/ppt/slideMasters/slideMaster3.xml" Id="Rdd9d85a2290c41fd" /><Relationship Type="http://schemas.openxmlformats.org/officeDocument/2006/relationships/notesMaster" Target="/ppt/notesMasters/notesMaster1.xml" Id="Rde0dc77a579c4d75" /><Relationship Type="http://schemas.openxmlformats.org/officeDocument/2006/relationships/presProps" Target="/ppt/presProps.xml" Id="Rc5799c56a27f4130" /><Relationship Type="http://schemas.openxmlformats.org/officeDocument/2006/relationships/viewProps" Target="/ppt/viewProps.xml" Id="Raad30fc2f0534e84" /><Relationship Type="http://schemas.openxmlformats.org/officeDocument/2006/relationships/tableStyles" Target="/ppt/tableStyles.xml" Id="R411fb0cb6fc4468d" /><Relationship Type="http://schemas.openxmlformats.org/officeDocument/2006/relationships/slide" Target="/ppt/slides/slide1.xml" Id="R93fc1e581dea4550" /><Relationship Type="http://schemas.openxmlformats.org/officeDocument/2006/relationships/slide" Target="/ppt/slides/slide2.xml" Id="Rc75d9e36ed4f43c4" /><Relationship Type="http://schemas.openxmlformats.org/officeDocument/2006/relationships/slide" Target="/ppt/slides/slide3.xml" Id="R2fd69b2d86f04b89" /><Relationship Type="http://schemas.openxmlformats.org/officeDocument/2006/relationships/slide" Target="/ppt/slides/slide4.xml" Id="R1c0c48b8aa3042a2" /><Relationship Type="http://schemas.openxmlformats.org/officeDocument/2006/relationships/slide" Target="/ppt/slides/slide5.xml" Id="R69f1a6196176479c" /><Relationship Type="http://schemas.openxmlformats.org/officeDocument/2006/relationships/slide" Target="/ppt/slides/slide6.xml" Id="R86fff2b21a974dcb" /><Relationship Type="http://schemas.openxmlformats.org/officeDocument/2006/relationships/slide" Target="/ppt/slides/slide7.xml" Id="Rc0627e62b4834c4c" /><Relationship Type="http://schemas.openxmlformats.org/officeDocument/2006/relationships/slide" Target="/ppt/slides/slide8.xml" Id="R3363aba7708c4a5c" /><Relationship Type="http://schemas.openxmlformats.org/officeDocument/2006/relationships/slide" Target="/ppt/slides/slide9.xml" Id="R5c43fd3085d14950" /><Relationship Type="http://schemas.openxmlformats.org/officeDocument/2006/relationships/slide" Target="/ppt/slides/slide10.xml" Id="R82149ab9ff5348e1" /><Relationship Type="http://schemas.openxmlformats.org/officeDocument/2006/relationships/slide" Target="/ppt/slides/slide11.xml" Id="Rea53be0675104cae" /><Relationship Type="http://schemas.openxmlformats.org/officeDocument/2006/relationships/slide" Target="/ppt/slides/slide12.xml" Id="Rc39e503cba0a4766" /><Relationship Type="http://schemas.openxmlformats.org/officeDocument/2006/relationships/slide" Target="/ppt/slides/slide13.xml" Id="Rae095b0c2466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e5803fda85142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b42f89c57f491b" /><Relationship Type="http://schemas.openxmlformats.org/officeDocument/2006/relationships/notesMaster" Target="/ppt/notesMasters/notesMaster1.xml" Id="R8a4ac74113e2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6cef29ea0492a" /><Relationship Type="http://schemas.openxmlformats.org/officeDocument/2006/relationships/notesMaster" Target="/ppt/notesMasters/notesMaster1.xml" Id="Rd30c807941b1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f2d1c692d44722" /><Relationship Type="http://schemas.openxmlformats.org/officeDocument/2006/relationships/notesMaster" Target="/ppt/notesMasters/notesMaster1.xml" Id="Ra4d7a80964964b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a00c4e3b74b2e" /><Relationship Type="http://schemas.openxmlformats.org/officeDocument/2006/relationships/notesMaster" Target="/ppt/notesMasters/notesMaster1.xml" Id="R91b7ce2ab1b2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3606195cb4d20" /><Relationship Type="http://schemas.openxmlformats.org/officeDocument/2006/relationships/notesMaster" Target="/ppt/notesMasters/notesMaster1.xml" Id="R84f6febd37134d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6075cc29240ee" /><Relationship Type="http://schemas.openxmlformats.org/officeDocument/2006/relationships/notesMaster" Target="/ppt/notesMasters/notesMaster1.xml" Id="R9262a6d5f7ec48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7467439bb74c89" /><Relationship Type="http://schemas.openxmlformats.org/officeDocument/2006/relationships/notesMaster" Target="/ppt/notesMasters/notesMaster1.xml" Id="R1e9213d7442344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ae22e4ca642a9" /><Relationship Type="http://schemas.openxmlformats.org/officeDocument/2006/relationships/notesMaster" Target="/ppt/notesMasters/notesMaster1.xml" Id="Rcc4f67edeef84d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9566e5a52545ba" /><Relationship Type="http://schemas.openxmlformats.org/officeDocument/2006/relationships/notesMaster" Target="/ppt/notesMasters/notesMaster1.xml" Id="R2a74ed8b68224d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8f933976004d7b" /><Relationship Type="http://schemas.openxmlformats.org/officeDocument/2006/relationships/notesMaster" Target="/ppt/notesMasters/notesMaster1.xml" Id="Re243a045e9a84a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152f050c5f4ed6" /><Relationship Type="http://schemas.openxmlformats.org/officeDocument/2006/relationships/notesMaster" Target="/ppt/notesMasters/notesMaster1.xml" Id="Rd78204ad2a8246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cd2309dcd248e7" /><Relationship Type="http://schemas.openxmlformats.org/officeDocument/2006/relationships/notesMaster" Target="/ppt/notesMasters/notesMaster1.xml" Id="R4eb7889dc0454d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f7849a08e843ed" /><Relationship Type="http://schemas.openxmlformats.org/officeDocument/2006/relationships/notesMaster" Target="/ppt/notesMasters/notesMaster1.xml" Id="R9f3c64a8b190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研究背景及工程管理价值。场景图为概念示意，不是实验结果。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https://arxiv.org/abs/2204.01691 （SayCan，语言模型与技能可行性结合）</a:t>
            </a:r>
          </a:p>
          <a:p xmlns:a="http://schemas.openxmlformats.org/drawingml/2006/main">
            <a:r>
              <a:t>https://arxiv.org/abs/2207.05608 （Inner Monologue，利用环境反馈进行闭环规划）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0e32736634e99" /><Relationship Type="http://schemas.openxmlformats.org/officeDocument/2006/relationships/image" Target="/ppt/media/image.png" Id="R11322237668646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8e5e0e7e04c7f" /><Relationship Type="http://schemas.openxmlformats.org/officeDocument/2006/relationships/image" Target="/ppt/media/image.svg" Id="R66cdde20fa1a4c3c" /><Relationship Type="http://schemas.openxmlformats.org/officeDocument/2006/relationships/image" Target="/ppt/media/image.png" Id="R043865a359694d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3ea60489a42cf" /><Relationship Type="http://schemas.openxmlformats.org/officeDocument/2006/relationships/image" Target="/ppt/media/image.png" Id="Ra8cafdeee58b4338" /><Relationship Type="http://schemas.openxmlformats.org/officeDocument/2006/relationships/image" Target="/ppt/media/image.svg" Id="Rae121f2b07f549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2d43b809342d1" /><Relationship Type="http://schemas.openxmlformats.org/officeDocument/2006/relationships/image" Target="/ppt/media/image.png" Id="R015567453d404bc0" /><Relationship Type="http://schemas.openxmlformats.org/officeDocument/2006/relationships/image" Target="/ppt/media/image.svg" Id="Re8973d1facf243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5071ff9024a5b" /><Relationship Type="http://schemas.openxmlformats.org/officeDocument/2006/relationships/image" Target="/ppt/media/image.png" Id="R2dc1bf9b321043af" /><Relationship Type="http://schemas.openxmlformats.org/officeDocument/2006/relationships/image" Target="/ppt/media/image.svg" Id="Ree907668f7a1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3d2843a4e4e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04ff5f30847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e52e2023a4f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26fe6db5a46a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90f48936747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bc38f0619427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b631f805c487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6e0ba141645e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b4c5d347e4d5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4ed5b0acb4a1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542c37c804f4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4bc7063ab45a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72322bec94cf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bdf3ab74c412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d0a4362b045d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c745ece9e84b4c" /><Relationship Type="http://schemas.openxmlformats.org/officeDocument/2006/relationships/image" Target="/ppt/media/image.png" Id="Rbff41b693e03446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3f443c8a1647f6" /><Relationship Type="http://schemas.openxmlformats.org/officeDocument/2006/relationships/image" Target="/ppt/media/image.png" Id="Raead625d26864a88" /><Relationship Type="http://schemas.openxmlformats.org/officeDocument/2006/relationships/image" Target="/ppt/media/image.svg" Id="Rfbb5cd6b8c3d421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34f91217894c9f" /><Relationship Type="http://schemas.openxmlformats.org/officeDocument/2006/relationships/image" Target="/ppt/media/image.png" Id="Rb2fbd09080d44bff" /><Relationship Type="http://schemas.openxmlformats.org/officeDocument/2006/relationships/image" Target="/ppt/media/image.svg" Id="R9c5ed27b0017434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78198c6a034fe6" /><Relationship Type="http://schemas.openxmlformats.org/officeDocument/2006/relationships/image" Target="/ppt/media/image.png" Id="Rd5a3a4482e234699" /><Relationship Type="http://schemas.openxmlformats.org/officeDocument/2006/relationships/image" Target="/ppt/media/image.svg" Id="Rf1adbd73ce12413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750ce8de744c86" /><Relationship Type="http://schemas.openxmlformats.org/officeDocument/2006/relationships/image" Target="/ppt/media/image.png" Id="Rd2aaa92b06734106" /><Relationship Type="http://schemas.openxmlformats.org/officeDocument/2006/relationships/image" Target="/ppt/media/image.svg" Id="R4e228d7f41de46c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e284453dfc491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c1f27e9f31429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c57812b10b475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4dd51fdb0d4b2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d6f921cf5c4c1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ccee0ee872407b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8e487191bc4f7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f313261a44480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026aae605048d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38000cb7cb410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d1c20bd344459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fa9eebb40e4f5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1e0c6d5963444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fac72fd1a84d45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270feb14d149e9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b3e1f17349f40f8" /></Relationships>
</file>

<file path=ppt/slideLayouts/slideLayout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D3BBB5FA-0273-4E29-972D-59F430E72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222376686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CD948E-E10D-42D3-9453-B04F935D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E2D1B909-98BB-4232-89D6-A627202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4FA17EBD-AF01-4CD9-9D50-52E457B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83A3836-7856-485F-A67F-3A4AE51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DBE3BFC-D7AD-4EF4-B5D9-1A4FB9B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DB3C034-04FB-496F-A8A6-3B3D150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535BE21-0A8C-43BD-889E-A5B90C34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CA54C37-CD96-4A53-BC97-F6FA9FD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AE47B51-B156-436E-A323-DD7011E2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51C6CF6-649F-48CD-B3F3-599EC820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D01DCD7-59E2-490C-ABE2-A41476B5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D8349F0-9A0E-4A79-850E-3F11BDA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7EDFC37-7BE3-426D-B769-3399030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7470428-EDA7-413F-8599-7F9D86A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8196495-6E64-471C-890A-EF87106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A757C71-55AB-483C-A93E-7715F43C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761D799-2905-4C8B-A92C-6B60CDE3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035813D-E5C2-4A2F-86CB-F8D5D5B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5C72AB1-45BD-43ED-ACB2-032B32A3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0EB0926-1C2F-415F-BA2D-C64412EE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B21FB06-220B-45C5-BB29-7C411E88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B7FF2D4-811C-4513-BEAC-17D76799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0C03F8B-3657-4CD0-A720-8A3E35E6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9C08C86-7A86-44F5-ADB4-22B9B64D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8AB0335-EC78-4D01-ADD8-C601274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6368A80D-B5C4-4615-9393-0C485874B9D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957C4AED-AB32-400D-8F00-0AFFB3CDE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D0B488BE-BF77-4F87-B4E6-96483429E8D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27C9A1DC-77B9-497E-B649-37E4DB19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E9031C7-D362-4DA4-87D9-1E93C70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742C3792-A350-4B49-B5E8-B4916E953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865a359694da1">
            <a:extLst>
              <a:ext uri="{96DAC541-7B7A-43D3-8B79-37D633B846F1}">
                <asvg:svgBlip xmlns:asvg="http://schemas.microsoft.com/office/drawing/2016/SVG/main" r:embed="R66cdde20fa1a4c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8426A6-CF49-4E60-B5DF-8AA44415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9DEA088E-B665-4839-95AC-C1EA23D7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39DED1A-4E8B-411A-9192-7C934D55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1FD7A612-7E49-442A-BCFD-408D2299D2E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94C972C-ED33-4E79-A9FA-531C3E20DE4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CBC270E-1150-4299-821E-46E41A6F8D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8940DAF-38B2-4F03-9541-264CC96118B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A8C6BEAE-F9E5-4AB8-BD7C-20CDCED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13BBE75-18A6-42B2-8299-0C1CCFB9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75AD22C7-E7E8-400F-8727-0C19DC1E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170B68CA-C04B-4538-BD08-FF9BCAFD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0490C0EC-D046-4B79-8F2D-CBEA41A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2859AFC-D240-4C55-B1CB-B679D6AA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60CC3DA-D01A-4263-9906-A92C4DD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51050A1-377C-44B0-823A-09041305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4160E4A-F8DC-42D0-BEA4-19F399E2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7F7ADC1-0EE0-4008-8F28-60A4B85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C73E81D-74F9-4232-B8CF-F6A0D25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87CB741-01C4-45D7-9B30-811603F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4152308-7E53-43F9-AECE-AE9D380E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98D7591-79C3-4806-9C73-2A68DB7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6CDBF86-64F9-4655-87CE-9E183B0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6C169AFB-BAFB-4F52-B44A-5995572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1604CED-441B-4961-932A-81F5C7A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8CA03F9-86F1-4953-BA53-87A8F252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56E48A2-F477-492A-852A-E389C3C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94F8483-2EFE-4DE2-A736-DD8655D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20A6409-2766-4E60-8028-CCB3CFA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DD91014-DF23-48F5-AC1F-FD0E6B7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AAF3F16-E798-474F-82B3-9C03615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64CC20F-2E02-4DEF-8224-7690A9A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DF0E45C-E2E1-4D82-8351-0A198534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5031C72-4733-4B8E-83B5-937B779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6A89BCEA-B43A-4826-A972-038CCC7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47764ED-2243-4894-A8F8-BE25B10E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94EA28A7-72EB-4F72-A869-BC31A610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EB210854-D085-4EEA-8A5A-F6EF7CC6D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afdeee58b4338">
            <a:extLst>
              <a:ext uri="{96DAC541-7B7A-43D3-8B79-37D633B846F1}">
                <asvg:svgBlip xmlns:asvg="http://schemas.microsoft.com/office/drawing/2016/SVG/main" r:embed="Rae121f2b07f549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BFE1A8BB-6500-414F-ABC8-CA5F915C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84CF0D5-BA05-4DFF-8C0D-4F6AF0E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0A54587-39B8-4845-A53B-862D40B08FF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B59BB6B-61E5-4B66-9BF6-ECD5B8E13DF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5D3CC020-E507-411F-A943-26B3BAAC756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729116E-354C-403B-9A86-E1F50A16BA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DD9EBFD-FE92-4939-906A-9FA1BCC1D07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EBFCFBF-C6EB-47F8-AA28-647C438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7156169-4BC9-4806-B417-637ED967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C2E0CEF-BA38-4738-A7F0-A0AABD3B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95AD1C4-3214-4BA0-B431-9B0246AA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0C58CEB7-1716-430F-ABEB-742C8494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865F60A-F6FB-4A22-B16C-781916C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456C0A7-928A-4015-B01B-062FD54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FB8BCD0-7C45-4D2E-9D1A-42F7E22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43B4AE3-F5A8-4B5B-9487-3DDCDA1B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B59D6EF-3DCE-44F7-9552-72469122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2C1ADA9-8467-4DEE-8932-40BFFED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753096C-F73A-44EE-95BC-B6A223D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70D8C9D-9696-42BA-A2ED-317D0AF1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4C4FC41-B75C-4833-8E6C-5D68C20A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7B3AB64-CA8E-4331-B210-1DD70FE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B4E46EA-EC04-4EA5-BCD9-37C1B027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9AD435D-11B2-46D2-A886-101A0D5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3D4D5FA-4065-4116-88EB-74AC60D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C4FB78F-AEF8-4373-9E50-7E9DAFC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982C64E-CA42-4905-A2A4-313E1BB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90D8A74-5112-411F-A223-C4F2605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FD461D1-0604-4AA2-BA59-63765DED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8CA2A12-E149-4C46-99EC-3012CBB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984A715-FC02-4943-832E-CFE6ED2C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627EB6F9-159A-45CB-956F-36692C4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3493892-DA25-43EE-A53D-D04E7B60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585FD7AF-8BC4-4994-8CA5-DF9AA995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7C3AC2A-B3C6-4CDD-9B61-DEB78B4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DDB376-4254-49B4-B2BD-EC42F2A4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00AC0EFE-3E7D-4FA8-8499-54DF5FBA8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567453d404bc0">
            <a:extLst>
              <a:ext uri="{96DAC541-7B7A-43D3-8B79-37D633B846F1}">
                <asvg:svgBlip xmlns:asvg="http://schemas.microsoft.com/office/drawing/2016/SVG/main" r:embed="Re8973d1facf243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A5972D7-5F7F-4B0A-AE4A-3320C9E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A940E1FD-0AC1-4C97-BA06-0D77AD7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8B1BE13-4AC5-44E9-8626-A133FB5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CA8741C2-5CDA-4993-A1A6-9CAF270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FB04382E-6A30-480C-8CB9-CFC3E32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C467708-B87B-4A23-AF04-56D9AA6B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C201789-E62A-4CB6-9C5C-25648C9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2D68190-540D-4F39-B4CA-0C06395F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E836685-9918-4026-A9A0-669D483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C6774B8-289E-4592-91AF-2D415B9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46215A5-E7CE-4FCD-B6F6-E0A95DA3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39EFC90-9EA5-4E3B-A733-600548CF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14CCDCE-2FD5-450F-ADDC-BE2F06D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EFA3935-B8F2-41C3-9032-8CD2F7C4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009F710-A23E-4F49-B572-EC462CB6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95D4730-5E93-4BEF-B0E7-4BE44A6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5FF854A-C595-43BF-9DCF-61038B8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849DEE4-C986-4234-AC00-D315B77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8E2FF73-0C78-43CF-8545-410B857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C8B8C1A-B8AF-405D-9FA9-E5724DAA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F68CF96-F86F-43A5-9A63-4442E2E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A5F9B5A-EC18-4238-9180-92716A81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6BA54B5-7E37-4514-90C8-206D2BC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5D52C98-E055-4345-8ED9-B7CDAF4B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36EA9F0-EEB9-48BF-9840-F4AA1761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4249B21F-4DA6-407D-BC78-5D690AB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1BF6741-1EB8-4B7A-AE66-2A52588DE78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8B9186B-5159-461C-BB13-1BDB0BB5620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0D3F2A1-B942-4238-9666-8406793D74E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9FED46B-53FD-4BD0-B477-EEEAD594600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FF9C000-C98B-4B00-801D-3B65017077C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71DC6E3-F5F1-440B-9DFA-D507ADE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7DE24812-1AE8-4366-97AF-7D8B0EA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3546D429-31E0-44DA-91AA-CB158A55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79475799-3A95-4D5D-8074-8E371920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F7F47743-E686-4592-8FDF-6D8AC24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F699C89-B730-4085-AB2D-1A6BDAEDDC7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B14F7EC-454A-4954-AFC8-E8C1C2AC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3EB8EB7-BFB9-4DE0-AEAD-AC413A7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1BEC2BAA-49D9-47E4-891F-612A4F4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2B5137-D7FF-4DB5-A761-7E07A41435E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2FF2CDF-7CB0-4CA9-8D82-07A1B0D8982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1F441A1A-0DE2-460B-8608-064019C59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1bf9b321043af">
            <a:extLst>
              <a:ext uri="{96DAC541-7B7A-43D3-8B79-37D633B846F1}">
                <asvg:svgBlip xmlns:asvg="http://schemas.microsoft.com/office/drawing/2016/SVG/main" r:embed="Ree907668f7a14a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21EB4DF-55EE-47B2-B9EC-611E8C4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AB9FB1F-C356-48B7-B73E-31EEDB59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F19416D-4D39-4628-BD29-DC10ADF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9B3CA17-2BD9-47AA-A932-2A5235D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9BE0D57-1D1A-4827-9B13-B0A4EBA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2A668CA-B73C-4A80-8171-1D0F4033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48FED68-E749-4B4F-B749-8104AF2E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AA622B3-0613-4322-861F-EA6F6E5F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AB085D9-5FCD-4294-9C42-5CD23DFC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4B86CA5-AE3C-4228-9DEE-D494BF9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93E95F5-B105-46FB-A5F9-6582E42F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F07D65E-D0BB-4E4B-B62F-56E150C7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1EA8314-1D6D-490C-AC90-78D0AD82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4791647-A27A-4E23-9F88-6254542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E4149FB2-BBBA-48DB-BE62-F92CF47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CFF6CEA-FBA4-48ED-BACA-0607F32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E1ABC37-D2FE-4D9D-93FE-FBA3F0E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490380D-8AE2-4454-9A03-D9F56568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1E52D3-1D51-4412-AD3F-5FEEF4F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C67DC68-BFA2-4466-A233-0C6701C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07EC8BE-BBC6-4D09-98C5-1AD55B8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C78649B-C415-43C8-B2CF-1617E28C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736901A-732E-4BA4-95BE-C6C562D3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17FF1DD-7AC8-4D78-A17E-3147ADEF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0D5EBE-C689-4477-9226-5EF8E8CB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46A2BBA-52BE-4922-9A62-69672DE4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130E951-1029-4332-BC9C-7C19DD0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4DB5D31-38C0-4F3C-98CD-63800394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C12753C1-1202-4ECE-91F1-6F0925A4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CD10B6AB-B966-45C9-ACA8-9333367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178EC23-FE4A-492D-97CB-EF2BB55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31B82BE-D70E-4367-847A-F1B5595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73A6E27-7A8A-4434-96B3-58A3E720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3CF514D-957D-4552-8617-F881CBF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64C85E4-2BD6-4196-9526-4D43F0B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D203FF4-0FC9-4CA0-AC3B-64E4121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5DF22A7-3654-4E6D-B2FA-130D603B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DAA60D0-4DD5-4A39-9019-0EB5EBDA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BF3B0F8C-42E6-44A4-B1A0-8DE55134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1E7B53D-8862-4F11-9ADB-3D14A568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492D11B-8202-4009-A13E-CAE280C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BF7E689-4094-47B0-AD6A-DB9F3114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8033C9A-A001-4971-8938-ABBFB4B4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E989D7C-DC50-4B93-BA31-6602455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26CC6BF-99D4-4694-B0DE-A04D7BC5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670C4115-DC1E-4307-8D59-5DBD29F9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BD3B2BC-CFA9-45C5-951F-AFACFC0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123295B-C68C-4098-BEDE-24A4A9E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A54D643-30BE-4050-A1DC-8247A28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EC37E5D-592C-4C38-BB60-15FC8D9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D61A9FC-68BE-4C9F-83D1-2159532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1FD8BA-ED6A-4FAE-90BE-DE80781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310F874A-6757-4990-A116-E191F5A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122B521A-4BD7-4D52-8002-1EBC4EA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DF4728A4-449E-4539-8FC1-98BD1D12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5706C34-AF18-4366-BC27-B1258356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5F8250F-F9F1-4240-890F-CE8B422C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539FA71-E332-4A0F-9246-DDD00640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5B635D1-97EC-4963-9F77-B4270E9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FF1C8AB-AED2-4FD7-BFF8-A7E403F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2FA722A-739F-4EED-A9C1-29D8B5C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76C9057-A735-4570-9760-769A081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72D328D-1DC5-4C84-9474-7AB95082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08858F1-F6B2-4BBA-A87B-FF1C34BA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BA5BB97-6D81-4C19-BBA5-A388B3A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B36AB9F9-4A71-4AA6-9168-4BAA13F7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A62D1C5-7FBC-4466-B347-73E9BC2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EB8F7D5-F924-4E40-A0D9-B1A10387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8098DAA-6ACE-409C-84B5-DA0EFCC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DA9AB7B-6EE5-44AE-8AA2-6223CF95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E582E4C-A8E6-4314-A53E-8C173B5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62047E76-D6CA-4CEC-9608-C536849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181E240-BE24-4CAC-B909-8B8905C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19F8AA4-E9FF-4AF0-896D-0747F90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5D96855-4BF7-484B-92EC-C6643CD1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F201774-6242-4170-BF9A-3358C9AE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64946915-A1AD-403A-A8D4-D6D16D3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2387DD0B-C366-4648-B74D-6006050D054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DE5EBA2-9E8E-4ABE-B9DA-84FEE9F534C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82D774C-1348-4C6F-B0C3-D74DEC8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7C56B31-6B31-4E3A-AC7D-D6A8120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0161F2C-76DE-466D-98C1-CF73E6DE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BCD9875-C42F-49CF-90C9-E49F77F2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65CCBE5-0246-425C-BADE-4B28D853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DA4BEFF-2B42-4E9D-A306-1C6A53C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49FACBF-4890-4FB8-905F-2F18A50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8A46A55-F4BE-401A-A3E0-8A54F8D9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C120863-974F-4457-9835-B2A0C2C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A3DE319-C189-4633-8136-41DC60B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7A7F82D-29AF-4359-9282-874226CB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C7F04AF-F152-406B-A1B5-EDDA3BAF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873D05B-E9AD-4E5F-AB15-45C047E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C36B05-38CD-4CE9-BC1E-63EC8ADA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E444497-5C84-4DC0-9669-8247458D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1D0FB00-936B-44C8-9567-5C8C0A6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F54E027A-4C31-45E6-B1D9-C07DC09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8CB1C47-BB50-4606-A2F1-AB927563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49F23A9-6374-4134-A91B-D34FEEA7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42B26C6-02F4-44C5-B670-DA67F46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3171B1B-0CCF-4D08-AED9-49ECBC32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C2D5337-054E-4DBD-BA19-2816BA2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AD933D1-63B1-456C-B7D3-D9B2604B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DAB0555-035F-4045-9F98-D8E08EC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81C5B45-F6C9-4C8C-98F2-9377CF1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D5600D6-4C44-4160-86B1-98289C1C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5B75804-5510-4AF4-8859-01ED5E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9BE1708-DE75-4517-B391-F32A848D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E849654-74F4-42CA-AB1A-AD452EC8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8338790-625B-42D6-8766-676AE2F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BE93901-A3CA-49D7-A6CB-E96CC4DF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5345CD1-0CE0-4003-8C97-67909BA2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D11CA05-97E6-421F-B9C6-C4DDD17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C0EB04B-53D5-4FA8-9518-C96064F7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6745BAB-FFFB-4751-A4AA-70A2AE9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DAB4F69-7A31-4C49-B235-123B69AB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27A1A978-5B2F-4444-9218-91E0BFCD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90AFACB-4631-49E3-A0F5-29452AA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B56BDCC-9308-4347-BF8E-D9478159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61A4177-4AF6-4698-9351-D8AC8F53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FB83F36-E432-4421-90DB-A3F56C50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969059E-8A9A-4203-8623-28F1525C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7BF6A64-3C8D-4C54-A686-C27A3069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D4CC13F-3DFC-4CFD-B73C-11BEFCC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B26D9BB-BF79-4B46-A54C-7D8F7E0E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4C6661F-2FF8-4B61-B748-D55FAFB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9C60369-B61B-47F5-9239-F2E3B35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F932B6C-21FE-4FB3-9678-819BBD1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F6DC2F75-1FCE-4DA5-B46D-F0611E2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5D54040F-357E-408F-817A-AE75B68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CD3D227-FA83-4A26-83D5-42AA71E1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537CA23-3AC2-4928-889B-FBCE4E773B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D6CAE299-7E2B-4375-A8AC-FE371DD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337BEE83-DA29-42D3-A858-4D988BAB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9F636C3-CE98-4CC0-AEE2-00E1D20565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34E44473-0F77-463D-AD03-702C073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20C3C9A-D03B-4D78-9454-3FC0AA34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0016F73-D64C-4A46-B05D-4FB67B1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4A10463-60BC-498F-AED7-BB966BB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CCA7959-CB65-41C7-BB16-D31ACE1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0618E75-1FA9-4E36-9F5F-AA98F96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DC2A95B-D92A-4071-943A-30C509D2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D12308B-A314-4F49-960F-C354FCB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3ECEEDE-24B0-4638-B9B8-B21358CC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D17591F-1D8B-468C-96A7-70C43146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9638420-83AC-4EF1-A4AF-204492C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D5CE63A-659A-45D7-9B3E-E602723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2E96941-4257-4AAA-9FA0-901F53B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DFFE6B0-5C6B-4A24-8C2A-FBE1837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7DC5D63-928F-4374-AA7E-AF2C30AD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205EE06-1A38-4C34-A245-83AD4A0C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88D7FE1-4399-4146-AE35-65ECAFA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A7EB51-A259-4EF3-9845-F941580E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CF21E94-0494-4F1C-B51C-1ADC9AC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C34F9DC-367F-470D-85A0-2963FEC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BA051B5-7259-4E2E-8D18-EA66EC2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5A5CE3F-00E8-4446-8E79-6B7CB36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3E614D2-DB6B-432F-AB29-DC5C66FF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F3DAF93-7E1E-4577-9D83-9521F3B6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D986A86-237E-4A5B-B096-237D397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65BCAE0-4F7E-4363-938E-561D68D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E26778-1E15-4B3B-A161-A66D657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B58A393-1434-481C-B4DB-97D6962D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98543CB-D30C-40A1-ACA8-E68C9FB2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DA264B00-53FF-4446-ACD4-5F9D384C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4D8D956-BF3F-489F-A669-87A21A00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14EAD2F-6170-4B86-BC59-228C71E1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B083179-2AC7-4231-8794-ECDE902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BF6DA49-57F2-4307-B99D-CB34829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F07AE46-E0F0-4782-A163-3733A4F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7AB11D4-EB8E-4274-9737-EC14F36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0EB35CB-2BA8-4B54-922D-5E10C77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83B5DE1-F1EC-4A97-BD74-1C9605B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378F930-9CBE-4A43-825B-3A70905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BA470CF-683C-4207-A4C6-0EBFD56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2E729F2-A94E-47F9-8D9F-3601E09C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E0A689F-76B3-45E0-8837-8A33ABB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89718A1-22BA-4EC7-87E2-4B9491D4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571EF4E-7FDB-46E0-B7A8-15B9741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EE70D495-AA27-405E-88E9-98E9E395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F427C9B-06FB-477E-AEB0-07E21A06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57DF6350-43B8-4E5C-97C7-676F107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C115D51F-A601-4C22-A88C-E1689EB3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B241143-EF93-4A8C-A158-A266E910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A7A1128-DBEA-4099-941F-69034294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4965AB7-2272-496D-ACD4-06DB0C22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522FF4-10CA-4886-9AE3-5E12A1B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156E44F5-4803-4710-BB22-3E40D5B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08A9BA6-19CB-42D1-A396-7D55E13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F0C1096-0EB6-4CD4-AE7B-B26B3E115C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BAF2505D-3A7C-4F8C-A2F0-5F6D50AEAA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2A352CF-599D-4657-A9E5-9E27FA79A61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8497F57D-92B9-46A9-8A2D-2F53657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E441FE2-6FC5-427E-96D8-F9966B4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00EF4ED-81EB-414C-AF0C-405C6473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922DAAB-F538-4C0F-98FE-6143C306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A8874BC-A7F9-4528-96C9-F727776B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0736CD7-CF4F-4746-9655-45BBBA8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008924C-0A89-46BD-806A-BCC88FE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A415993-62B4-4464-A660-761111C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3DE8213-1C91-46FA-910D-94B1CA4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1774941-9658-49D8-A73E-934F596A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9D5DF09-995C-42C2-9C61-45938228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769DAD3-9D42-4E02-BDB0-4F129224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73A599C-D955-44D4-BB7D-AA54734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2EDE53A-7486-4101-9AC7-9685E22D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A10B9F7-52D8-4596-8EC4-6D52726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C6EB327-489C-4FFB-8F70-82B79F8F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6816547-8AFA-4FCC-A4B4-7FAC17D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962559-E385-4A49-90D2-4357C55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2D01221-5BA1-4000-93D1-2B7C448F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5DE94CA-0EF5-4DA3-9F86-6F96FE4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7BCDD96-EEDF-446E-8016-9D5E905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548E9E5-FEE2-4E2E-AADE-461C35B1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9958AB5-4ACB-424E-BA51-7D9D294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1C8FAE0-6E7D-4768-8E1A-6DBC6FC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6FF9501-27C1-4A66-8E5C-32F151AF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93E110F-6C77-4E7A-9000-5BA87E7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675A98B-EF11-4C36-832F-6875CEA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C356B09-85DF-4E64-9037-8D0EABD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4B59EBD-F82A-46BA-B7E3-3C42B11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52C2A202-2EE8-4A1D-A0B3-8E7F332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BC157BA3-C5E6-4907-AB63-E32A93C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62C928B-FCCC-4D52-8DF6-A4E0DBCF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D51BFF6-46A5-440C-A33D-2678222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1C9985-1F6E-423A-B94E-B4BE245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E218933-DABA-42B6-94A0-A162A15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E9A59C3-5034-4214-91BF-28FDD669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7132A54-0768-47A3-8BFF-BF9823E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CAAE0F9-539C-46B7-8110-16160E4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2736C54-4592-4C26-8AFE-92690E9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F4B9340-136C-48FD-B52D-8CC862F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B12CB0B-7FF2-455A-B897-C6847AAD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A42689A-00BF-468D-A103-1697E9B9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B9BB248-28CE-4F6B-B5B7-0CD147E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3947C86-271E-4DF4-8634-F659BF65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3B130F9-F0E4-4F82-84A6-4D22C4F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3CAE12A-006F-4A4F-9D9B-CD6B0F4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8A501C4-231E-4D7B-B1A3-CCCA494A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3D57501-BF50-4ADF-A17D-36F32E6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7A01044-C002-4CA6-80BF-C60761D6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2E22A37-DA45-4ED3-A949-1102821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80969B2-BF74-4404-908F-CE5E01AD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52D7BFF-1A52-49DB-90DD-6E54756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CA8D32B2-C759-49B2-9CA4-DB656E2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03617D7-2AAF-45F2-A177-1C3312A4E38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DD900CDD-FEF8-4755-95B2-5FCE8EC0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B7A19712-735C-428C-87FF-5F25D120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28D74A44-DAC0-4DC4-964F-A42A5458C99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8D0BE05-D13C-464F-9D1B-B45080DD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0A79A8E-F035-4AAC-BCF3-714076F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E7A7E1E4-859D-4EB2-B068-A5FAB04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97A58BB-289A-40AF-83FB-1D38318D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8E8D31B-9F48-4736-BC26-AF219BEB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21CCBC6-1B2E-45DF-B82F-82A58A7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71504BE-8033-4425-BADC-6ED81DA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8916236-CB2D-490B-AE00-45EF50B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E481D27-1B7D-453A-B7DD-C2BCE472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6E9397A-AAD6-4704-9F89-0B7B88CC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EF926E26-8391-4756-818D-66DBC03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1E6D7C3-F859-4AFE-BF54-88C14EA6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253ABDC-BA2F-46E0-BF07-62DDD9B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86626F98-A5C5-41A2-868A-040C61C4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839F744-9BC5-40E3-915B-94CF7073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07F7AE2-FF18-4FAB-AB44-A12C662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FEC2486-70C7-4786-9057-A0C03E30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191F131-9670-4C0C-AFBD-5CC103E3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4DF3F61-D6C7-468B-9C29-44CD6A6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EA2C3030-0021-4A4F-AB78-A183181E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3F82C24-54E5-4C22-B5B3-7674299B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A344051-4723-4504-B6C3-8AB69733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5DB66F2-2E2D-409E-B03D-204F19D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68EDC93-32D0-4B8F-990F-430E04F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AE713F8-BA6E-4DF3-A82B-9FCA646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F745516-F203-478A-80CA-3A3BBA56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3CD1FC8-6FF1-4F3E-876D-B8FD58C8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41D0840-86E9-486B-B18D-C4A78C8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3A36933-E9D5-46A4-A7FD-A7AD959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1467AAC-5DF1-413B-92BD-3B36116B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2FCDEEF-BB48-4B4C-86D2-A522E2C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A65F7DB2-E720-41E5-9BD7-A2BC829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53EB854-A924-4294-94AD-8D6667F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A302527-D893-4770-BB0C-DEAF1C0D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5F9F89C-1FFE-49DE-A7BC-EE4B0D99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24D96F7-8572-45F2-9607-FB39434C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145ED91-43FA-427F-B3D9-B4CF8C56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FA4CED8-7103-4E10-AB5A-BDD8AF4D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852DBA4-5FC0-4275-8854-3445EB27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21DF43E5-C0EB-4E41-8C0F-F8A278C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BA36D8A-D034-4C87-951E-E95707C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FAA6634-C9B0-41D1-A06E-4DE8CD1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C799122-F2B9-4254-B9D4-0ADB433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394418E-74A2-4B92-A62B-6C62F2A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D69E7B6-15D5-40AF-890D-43EC5BD6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9FC36AE-E1BA-4A51-A142-710AA618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D68B495-6149-41FB-883A-BFD9EFBE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233920F2-B358-4577-8D69-47A5E289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74A355B-E07B-4E81-A72F-3691B4E3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C1AED87-DDDD-49C7-A588-000314C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BED1C52-80D3-45D1-B311-3BFC4A0A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385E20B-7C53-4D84-A17C-FF5C578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56A1D44-261F-42C9-9E58-409520EA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64CAF5C8-B3A7-42B2-ADFE-C5FBE5E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F88548AA-2779-4561-8744-7884ECC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EE6BF37-834B-4BB2-AE36-39CF584FC9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3DDAE958-6DAE-41FF-B723-DF30CAD569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C43D6C00-62D9-4286-8989-B0ACFFD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5E4E64B-C0B1-488D-84F5-F64C7B3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CA6040E-1B3A-4D2C-B325-CD8F461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F18D4F8-C356-4600-AE5E-EA70832C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6D02319-B1FE-43CC-B53E-C50B9F6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3226E1D-6FF2-474C-9E64-1271967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127E848-C92B-4370-B44F-16491C90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1CA3446-20C8-4AFF-81C2-9AFFE07E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CC727F2-F071-4EAB-846B-5B87311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0270C39-6250-4A30-B5C6-E80B4EF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29D26D2-5BD8-4D5B-AA12-5D1C459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B076ADC-934F-4CA8-8C8C-A126350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FF7DB2B-A18B-4858-9868-0815FC9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BD3DF06-C93F-4720-89CD-6ACC358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B2DB448-1633-4011-BE47-3A0D842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066D8BD-AA92-4196-A9BC-D16F1EF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BD3DA2B-F920-4F38-98F1-6402C1D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E808BA38-EAA4-4232-8474-553D33E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3CA2C86-29C0-4496-981D-AC5E084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1EA2F78-D860-4FBA-B9C5-E45F0A48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E917F95-434E-465B-8ACE-18EE70E0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3B77000-5D20-4C6F-938C-B2053A2E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F966BA0-A3A0-4345-B1B5-2CF5F89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A3E0A37-0E03-417F-B4FF-028F9ABA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F5E4897-29D7-4E12-8012-097BF2EF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4819C99-FC32-41BA-9E61-49629491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7CA6E3D-578E-49C9-AD8F-9112DE9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786C7F5-76C1-43EC-875E-438C768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CF2C7F4-0CC4-4BF1-A7D0-7BF1BCD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762AD57B-43B8-43E5-A1BA-395F68E2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894E103A-F7BE-4125-BBAC-E2F3A51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A26CE53-0F07-4BBD-BFE8-583BF062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EE50A2F-0F17-4082-BA8B-F93039B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3E389EE-C31F-4B5A-A84D-7AB239B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49D67249-1F4D-4F5C-BC52-F91DB20F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F1423D2-2703-44C3-8C22-27F2BD7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22F3FDB-13D2-4601-B6F3-6E87D206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9CEC836-0FB9-4E55-82ED-9C4C3DD2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DD0EB37-B250-415C-9CBA-E60953B8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F288661-D614-4403-B1F9-21CCF69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C71C531-3366-4457-8ABD-CD96C999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8A6103E-F315-488A-BB6C-9F70B3B1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955B4DE-A9D2-491B-80D3-B91DDFE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5BEFA80-3EF8-484A-A287-BB08DFAD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2C7500F-4026-42D7-9B29-0A2133DB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20DA500-3CCF-4E1A-9B3A-FB79789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F318B03-532B-4130-9BD0-19C21A3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659A477-474D-499F-AB33-D1A67E2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36D7337-E18D-47A9-B859-0BA091D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8031F8D-3502-42AA-BDA0-6836F54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75DC9A9-3BF3-4E92-9384-E9B0D1F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47906631-F14D-46E3-A583-CF4E41E3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6DC6849-41D8-43D6-9B5B-DCEB9894289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569CFB2-49FF-4475-9BBD-20255B92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8F09399-67BB-4B5B-BC38-799FCE3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4A0B100-0143-4AC6-8803-D3404709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E9F97B1-32F6-4790-BE4C-BC980F5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BF97974-2F9D-43E9-9C91-E5C4D3F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2C5BD80-50A9-4C29-84DE-E9621BF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3EC8E02-9D1C-48E1-83C8-EE82CF1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FA19E9F-ED16-472E-A2C2-A6D70BF3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CB85129-DC3F-4F54-A3F6-4EE80025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8206945-AAA3-4417-86DD-5F346700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8929AE2-DCB5-49FD-8D9B-46EBC1BD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28219B9-687E-42FD-97A0-D1C8148A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D7A5B15-C260-4588-8569-63D38B53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0DB4B8A-B4A7-48F6-9A5D-C76DCC7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A92FB9C-1CBD-4311-9053-E0C88056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FB0FFDF-A21F-4DAC-BF0B-03A4696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95F88CE8-A3B6-4711-99FA-9E628EBF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4E66C6E-31D5-4EC4-BD12-EC141CC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98FBFEE-4E86-4469-91AE-49993B9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8DAACBC-F39D-46C0-A74F-05D52BC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5189236-168C-47C5-9321-C6020BC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15B18A9-7D15-4E6D-9C4D-B6E87FC8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E7F6523-633E-4374-BE09-96083EFE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E4283A1-77EA-4125-91C7-D3DD7760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027D336-54E5-4D06-8AA0-D336FB2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4458026-FF14-4C92-88E8-6B9537E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C1E0D48-9E49-4653-B32B-1CAE49B3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A562257-9FC0-44F0-8A46-9B2AA1E9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BF54A3E-589D-4939-BDDC-0EA1D194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38E3B34-0DCA-40F1-8306-A0E5BD0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DE2B415-354E-4609-A04E-6BBEB9A6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DB46B43-83D6-44E4-9029-864C747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28F7B2D-3592-4816-9C21-577C6FA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F37AB32-D720-430E-B434-8D6BC4E3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D5BE49B-A53F-40AE-B8DD-C8773B1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4FEBA09-EC1B-4455-8FD8-94394A39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DCA0E51-576B-4DBD-81D8-4877C70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A9E6C27-0072-43FC-AC62-75A8155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C1ACB1-5886-420C-AC00-56751CB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742D578-AD67-49C2-9DD6-1BEC79E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1680A4FC-D112-4E0D-9635-8286ACC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FA5FBCC-6ED2-485E-94B7-D801A28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BC18059-842C-4467-AAB3-F9485B7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ACE4A1F-0C3D-4432-83AD-EC17C5F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A4C4C5A-A264-4B92-A637-C4B984B2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6A955AB-BC62-4691-B42F-890AB43F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8D65909-84CD-4F8E-B578-218A9267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BF4596F-5C16-4190-A54A-F6F172B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8CBE747-460E-4302-98D2-EBC9BEDE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4C213A0-03EE-41D9-B57E-04FF40B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53D41C2-CC9B-4DDF-8388-C1741E50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94FA32F6-A37D-4A2E-8E3D-CB0826C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323CE0FB-9AAA-4EF3-A2A5-86E4D9F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C07E9E7-27E1-4F61-8C22-3C33D4A785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1DE39D4D-4152-4EE3-814E-13F7395B5F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D2C53D6-532B-482E-A3FA-12CADB831E5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B8AAAFC5-7F51-48A8-B448-FDB70939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893F2F5A-F873-4657-A745-9339BC0F0AE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6ADE572-FD11-4318-A5DF-06F7A1EE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55EE8B1-6197-4309-89D7-6F855197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B50DFAD-88A9-4DF6-A120-0D10999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238C908-AB4B-4D5F-B975-0C49F35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3800153-EF5C-43A8-BC2F-8A8FC5F4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0E5043F-CF17-426E-B43E-630877D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BA59316-F3D9-404E-99BD-595E8578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36FD883-A430-468A-8B4E-58FB8258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7B3407C-91D2-4139-8B3B-293ACA80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5E86FC2-AEDB-43A1-8E9C-E1B76599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1C7AD13-4D7E-4600-80C9-7796245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AD9B5C5-27E0-4D31-9CFB-A85F04B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A6C6DA9-DE4D-4211-84F7-28BE6CFD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FCA082C-4918-4D7B-9B21-A333024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E2F9694B-901E-442F-AA9B-1B56F2AA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25F7303F-B7EB-4D91-BEDC-017E98FC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86AC253C-7DCC-47EE-8FF0-AD3F1FEF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DF8E08D-A235-4E80-9687-00B2C9D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F132D1E-630F-4CE9-84B6-58856E9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E307155-BE45-4BAF-A53F-CB06C588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5E0F85C-1C12-4B7F-9ED9-0D71AE1C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B08DA91-9575-4C1F-8D7C-B77A086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B035567-7447-428F-B965-6F237F1E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2288453-D888-4F47-AB2F-856CE7A1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31898FB-7485-4622-B336-2AF8C345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820C395-C71E-4A34-8312-C5C34EA8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40202C0-F410-4F93-962F-FA4156B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3011A18-65F3-4DCF-888E-882BAE7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2478C63-22B1-4470-A161-3D043F7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B30A944-FCB3-4312-B675-F4FFB101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DA6B94F-FD7D-42A7-A95F-1A5B596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A42F750-D675-487D-8E78-2D466CA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10BC54A-27CA-4320-8AD4-8DF074E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7E976A4-7572-4459-A2DB-5C983F7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7F03380-421A-4CB2-816D-B850E4A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08D2C6A-4A6C-4497-B5F9-EF62C7B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7E9835B-E892-419C-B02B-BCAA971E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12C2328-4B03-4310-90ED-DAA538D1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A0478F7-6FC4-4F5C-9079-DAA2B0F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14A1CA5-C4DC-4E2C-882D-2191770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753E57E-7373-4C8F-9839-22B7980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1726E718-E654-4BF3-BB33-4BC0C49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7FC04443-B334-4BD0-BDBF-B5CB72E6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0DCB94C-E431-4770-852B-4271EBB9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1F0C4A4-6B8C-46FD-BEBD-F830D2A4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2EE846C-75B2-484C-B70E-3026B1DB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98EAAF8-E608-44F7-9F93-0696659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8A7BFC40-0A27-4832-B70C-4B91B368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AD9961C-6B69-4BEF-9228-65500C18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2051AD9-F9E2-49A0-99DF-6472439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FF0C682-0E25-4E1A-8346-3067C60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AA6E8A2D-D45F-4C66-8E76-4849003BEDC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B304B41-3BE0-4CE8-AE3E-49492B6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A1FD1B7A-C80D-43B2-9191-56532ACE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30E0367-FCCF-4A6B-B7E7-D442CCED0D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BF266B9-3FF3-45A6-8D96-C7112A32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914A7647-26C7-4BDE-BDE6-1E59CF372B8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41D348F-A5F9-4FB8-A2DF-1D0225D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DC728FA-D758-484B-90B7-E6CAD150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461330A-15D9-4FA7-8A22-85C7CEFE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4348AF8-9F80-46BD-B20A-7D0D71A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820AD86-F5B7-4580-B2DE-881B77DD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ABC1E4DD-3ABD-438A-BA58-AC8569D0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9E3E870-0150-4043-8B0E-D5C6CD0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86B9591-554C-4029-86D9-DB6722E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B598156-A27B-4AFD-A72D-CBA818C0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DAF12588-5251-46B0-BC95-9B623734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2948E7F-23D7-4524-AB88-DACCB40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0EDB7AE-FDB8-4162-B1F4-508D8DA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B28E0C6-C871-43F8-AA81-A3ACEFF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F1CBBE6-E27E-43DE-AFE4-2D719DD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EBCF4A52-922A-4B70-9C3D-17FD214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37B28BD4-CF61-4D88-9A57-1ABAF52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E8FF27DF-45A9-4D14-941B-ED5D9667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42C2EBC-CC3C-4A02-ABC4-AF0288E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EBC07A2-37BB-4303-A2EF-DEE6A41E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1B89459-61BA-490E-B446-0EA5F08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E08C808-CB0B-419F-A3CB-EC31A1B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60397C5-E7F6-4C56-9FA4-82C7B888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8C5BDD1-9064-4379-AA76-301CB37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4E85EBA-F921-4DBC-8DCC-4DC2BFD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557BCE9-37F1-4082-AE1C-E947483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03B58B7-5FAA-4761-BA81-33E9074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F48D7FC-0590-4EFD-AED4-4C805CFE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4B23847-0D7B-4A7B-8AFA-BF42D6DF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8F7E40B4-DD0C-49F3-93E8-779EB93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940FEE4-3B5A-446F-A05F-B3DD1B5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4EDD16A-F1ED-4354-9030-3F18B820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FF0E2C6-72A2-4CD3-A218-ACCA5A4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37DE99F-3E33-48DF-8522-A1A69EE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FBF15E7-C275-4032-9DAC-49EB369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BBB5D5C-972A-4A08-9F18-76F4595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1F2C738-5130-49D8-AAE2-BDF42B4D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9F01168-C450-4801-8704-011F628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9A72369-2111-4B95-9CF0-0022D1DA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D00B62F-4D53-4623-B3BD-5BB3DB04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1BC7EE0-79E3-42A0-88DA-98EF7663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FF8A480-8F88-4476-8510-7A357625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AEB95FA-FB0A-43AB-B79B-E75287D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94235B1-C1B0-492B-BE77-FF373F4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41F0394-403C-4A63-B1F3-2D8B1B40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81D1B36-0A0E-436C-9356-3DCE959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DECE310-B923-4D33-BE05-714C77F4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0817F80-79A2-4C69-A0E7-FD5A6CB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01ED4DE-C14A-40BD-BECC-13C22AA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29DCA3C-92B8-4735-9097-0C189FCD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9E64A01-B867-4AD8-95C0-4B89BFD7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E7AEE8-102B-40F5-A481-8A180EF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78D0304-CF06-4DFA-B4D0-EDAE0F7A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DBD8F1DD-CCD3-4423-8599-5ED29A21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60BEB78-D8C9-46F7-8839-AB95991CEA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6FD0C982-F3DB-4652-92B1-7860461A5C1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27DD0FF-27EB-4207-87AF-2520C36549B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386B61A7-75B8-428B-A3CE-9D032ABE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C32D7F51-2B6C-4BF2-90D7-E0EA1D287B8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9A1CD4D-E874-4842-A62C-72FEB271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D091B4E-2514-456F-B76C-BA6C408E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64F3FAF-A317-40B8-A8B9-5609BA99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F72E3CB-1642-4C81-A84A-9FA3271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39484E7-3263-4488-AC03-C201835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11A7E79-AE92-482A-9673-6342989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F8200D6-DFDE-4545-8612-048C7665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16138A9-335A-47AD-A6B9-28135E9C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7ED79EE-17DF-4360-8D48-00EE269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201FFB8-94C2-438D-996F-AC2764E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F772424-A06D-4E16-A41D-110674B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8821CAB-BB05-44AC-9584-AE366715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2201665-0B73-43E5-AE22-F554C7B6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5775E4D-2EC2-4EDE-8681-53CFECD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D785E66-F468-462B-8CA7-F3BD6F0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EBBE4BE-AC6F-461D-9920-11A48999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FD0D3323-F66A-427E-BD4A-2013F33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7714771-F4A7-4F4B-85F1-433BDF9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5C0A6C4-3D7B-4B8E-A6C6-630FFD9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B77584B-1644-49DF-98E4-2301808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E9AEDA0-03F0-49B3-9A42-50FDC76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7796114-9A5F-4936-B911-BB05EF9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5D206CD-E0DF-4670-8607-349ED1B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5E7DB81-600A-43D8-9028-4FC6DC0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E6518A8-3280-455F-BDC1-3C61704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C5485CF-0A3E-4666-B381-39B3A4A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057B7A2-B5A3-4456-91E7-D53EF66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08396B3-7664-4784-842B-14B6534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946371A-21EE-484C-A691-E92D43D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BD8E44F9-29EA-4807-AA03-C088668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4C9BF74-EA6F-4D72-8CCE-48155CF6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4A3C466-7E57-443A-970F-A5BDEA4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8622507-9CAE-4839-AA9C-567927FA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5BE4EA7-1814-4259-8D99-23314EF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C193A81-7FB0-42E3-8E5C-9D97086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A1D0BDF-3C9F-4778-A24C-9459C357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BE30D4C-B6F3-4C6E-86AC-8B91BC1F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93D0279-1985-417F-9F10-9E3F85B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052BDA1-C196-4A3F-91FA-287A57B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FD3F2FD-F006-4EDC-8E12-300CEE22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573484B-25A2-487B-B765-05F843A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7715543-439A-4306-9954-A76A5DA3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32ADBC4-CE62-4DE5-AF37-E4B8596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D63BE33-C9CF-4C0E-9E5D-8A42F1C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F478AC2-5FC0-48D1-8BBD-C3894D9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459A245-BF3D-4C0C-AA1C-2339BC15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EF54836-5445-4F46-AD9C-1F332D8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B2C4915-9659-4FB5-844F-8504BD8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975A6E8-0AB4-45C3-829D-9135B76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275A3CC-F826-48F5-B39A-8C28BE4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3B85FA7-D3D0-460C-8A48-1A727F6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0D8CF08E-4461-4826-936C-E872557380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81CCE523-6751-4812-832E-F4423DD1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165DAEC-15D8-40D8-9D8D-621A867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45CF50-9F21-4A09-A916-743DD4199F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49973DC3-0C3E-4D26-ABE2-8473EB7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A42C3A86-37DB-4C53-B719-DF09253350B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7638F34-5136-4677-9EB3-71AE3B45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BF450B0-DC07-439C-81C2-0A6E2E0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8199C1C-E53D-4869-9F11-CD0C1E5E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836D42A-13F8-418B-AFF4-EEC7F2C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C1FCAEB-F262-47F9-8CF8-A1A6F5E1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B369015-1328-4334-81D2-755971E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07A4F88-CDDC-4D73-AF5F-C615FCB6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24E34C5-EDB5-4259-8096-7A45312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B23FC2D-B4BC-4B59-A3B1-23C5956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354C193-7AF7-4DA5-87B8-AA5EC6C4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6E0050A-0280-431F-822B-5A8BD44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D2043A6-1C31-4CD9-A7BB-C1F2B1D0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80E771C-E1AE-4F78-BC48-555ECB5C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EF01F42-EB6D-47E1-BFC5-824B3AF2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4EAB5D4-0E52-4FCF-8236-1CBCB0B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2507D9C-E9DD-44FB-B54F-01DA5B23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B7EDFB-0783-4A96-BC9C-ECA701D9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C154D6C-56C3-4CAC-92E9-8FC1F67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ABF9EBA-2D13-4C69-80F4-5A4051D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6FDD17F-FEF9-4BBF-B2CE-14B7F801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488708F-90A0-4C36-99B8-27E3169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AF80708-336F-4141-A0D4-C0C5B5F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FE8CCA2-1EDF-405A-85A0-E86204B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BE596C6-D7FF-45EC-A7C5-6A82629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DE25081-0CC2-4BBF-BBEE-597E8DE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B860B1F-387D-40F9-B224-0C44207C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DE210BEE-E636-4126-B503-010DB6BA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1BA9015-D114-41AA-87EA-DC78A46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F65E522F-9FC2-46BB-A0A1-FE3F90A5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BEE4EC11-7B85-4006-836C-B777CCBB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544104F-A2F5-4C79-A3DB-B5443742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728051B-2E43-4D2D-9C33-A645DD5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FC27787-421B-48D3-ACA4-DADA93FD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B461755-E9EC-4193-A997-C6BEDB5F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5AF349-6979-48DE-B6AA-708910B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4828BAC-1029-4AF4-981E-79A22F83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5042835-611E-4899-8C4B-7F10CA2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8D638DC-ED42-4DF6-8C24-84A6201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4928505-BF3D-4E3D-84C0-68A66F73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BE75232-8AB8-4A1D-833D-09F9E8F7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D2D25D6-353F-4C72-9D3D-3B0ED846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7042FC6-C67E-4D1B-86FB-A69ADC6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98D3BF9-0C43-48CD-8F05-DED887E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FEA94A1-3AA3-4632-A7B2-AE6B82D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A8D45FE-7460-4B4A-BBA8-C3C20D4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57983D5-4165-4FAB-8AA1-99EA0A1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3E42EA7-8DE6-447C-B630-A7E1E31C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1BF3FC3-9B0C-4ED4-B300-DF7314F9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C50111E-F803-4EAB-A376-551A701F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7F1C736-606F-4299-AAEA-795F55CC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039CE66-2C39-4553-9900-62131166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786249D2-24C1-44A0-B7B2-44DC4670BB7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06EE2A8-349E-410C-AD47-D1963129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2C3E0FAE-F037-437B-B8BE-983D169E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74A7AD9-428B-4084-93DE-7971201EDE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DD9496B-BD92-4541-A9F8-F5725678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42DC838-0320-4945-B873-DB2E1FC2AE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FF1670F-F6AC-49B8-A3D9-BFCC1059BC7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92169350-1113-41EA-8536-8E2EF64A825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ADDBB3FA-48B4-46C9-BF5D-FC63EC317B3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A885A86-6D0F-4EB4-93A7-0F0E760A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D5F6F36-64B6-45B3-9E5F-E873669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CE00D31-6E16-4EE8-9459-F71D6481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2EFB651-9238-4158-BDED-C99256D8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003D0B7-3FE3-4645-BE3F-6B7C062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32B6C8A-5BA6-467F-8E0B-F999E966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B23161D-66A2-4089-86E2-055567D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13BF6C7-BC34-48CA-8797-A07086AB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9660293-F2DE-432A-9CBB-E305126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016DA7D-AF23-498E-A660-311949C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68297E5-80D6-4A08-A326-1DBFC4EF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5D54306-E0FD-4D1F-AC25-E617764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F2C445F-85AC-44BD-8CB2-E62C9EC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10C230A-BDC5-4D97-9AD9-479DFF38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2F82BAC-F894-4FCA-B8A9-BA1D05A3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ECC7457-5309-44A1-BF80-BB087F0C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52961B48-D94A-4F69-A717-ED859B27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817366-841F-4033-8C55-7360848B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2F0612D-983F-4856-98B2-3BBF0C97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BEA0A1D-23AD-4B9E-870D-1FAAAA91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5CE609D-8AF1-448E-B103-11FC56E4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F5422A6-ECF6-4949-ACA8-C3E37F2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FDBF567-E36E-4C51-8A0B-44D141C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D2B8818-CC8F-46A8-92E6-A750ED1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016EB24-877C-4F84-B458-B5951C2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455D451-E504-4C06-B89C-62782AF2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44BB89B-27C8-4446-8761-5FE4CEC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FBAE3B5-791C-4D4A-B123-CF0C582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0484115-4924-40C7-ABE5-435737AD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D823372-4F92-4B59-B3C1-9D79D2A5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25CBC0A-68BF-479E-A9D8-A4C9A6C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3754341-70BE-4F42-8E5C-3F8945F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80B090D-8242-4097-A33B-FA452F4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404F3A5-DEE3-4016-B819-8B579B6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8216A96-2528-4671-B850-A4AB044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9790D61-31A5-450F-A0DC-2A04A4C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A6ADDE4A-89EC-40D3-9612-198D9A43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F5CDEAF-67BA-4FD4-820C-1F86D50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353ED08-0613-47B4-9748-11DB69D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6690CA8C-9B57-4F28-ACE1-EEA4234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F0CA64F-A7E1-4371-9A21-AFAEACA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1FC2AD0-BA9B-4B83-B979-0209019A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B4EDDF5-F327-48C4-BB49-B61E979C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58955E26-B6AC-4B85-A59D-A4C614C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8BA0F17-2BA9-4BF5-B3BF-9C9E430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3155DF9-F16F-448C-B799-EF6D28B7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6181F73-2D15-4A47-B98C-D98205DA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E99160D-109A-4F60-BD7D-B78F4051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559046A4-0C28-4501-865C-16369500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4311543-7079-4C34-9E3E-4CC546C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4DC9DDF8-C38D-4AA4-93B1-407CB43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8C41FFD0-5577-4BEE-928A-D159661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044BEE1-0DC3-4D0D-B1C8-F896854D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76FC741-79DF-474F-8C22-364640D267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EA5B81CA-2347-4482-B48F-6BF4DC9A02C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FE48CCD-DDD3-4B5D-AA74-5B868FFDFB1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0CAAEC46-AA1D-4EFA-886E-21771BC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46FDB67F-1E98-4BD1-A872-167781502A5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9E87CD5-7CF0-47CD-A561-F7ACD0C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75185A4-33F0-4A48-A5BB-A6A303A3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EE1FFE9-EF6F-42E9-8B15-9B5B6D52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AAC58CA-07C0-43E9-82F7-A243CE8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78AA592-F6ED-40C1-8CC4-FABE43AA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258F1E4-C634-444C-B232-B663FFC2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837DF34-641F-474E-AD6E-206D28A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7B39987-BC2C-4C2C-B5FC-21B02D7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12A4DF1-2426-4026-A86F-5D8351B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DB59E216-0B21-4686-B83A-9BA2BE14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7CF94E2-60B2-4844-83AB-BDBAA07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B0B3B01-372F-447D-8FCB-C492F3D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DF92E04-A574-4F92-98F1-E8A6B001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20EDA9B-ED02-41CC-BC5E-E4FF958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8162AD0-43A8-47D0-8F6A-99D8300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B6B4350-75DF-490A-9596-FCD6A7A2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A2D9376E-5648-4CBC-B390-45A5F79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23627F2-BEBB-466A-878F-8B5B901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2BAD36B-954B-4E4C-9683-224EBDA1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D1428AC-ED1E-4C7D-8653-D1BDE3BC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C7D3729-CFEE-4EA4-9583-2CDB27C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31E10EC-8DC8-4C57-9EBE-502C7A83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A7538E0-9C6A-496E-AA85-0AC4F60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D19CEAF-6C3C-49B1-8325-07EAF3F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A737EDD-40DC-4621-A63E-A041402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DF850CA-D226-402E-9D9A-6E5A049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85166CE-7EC6-4500-867E-3BFA28E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88904BF-5504-4A4D-8E54-CCC31ED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2D72B9F-F1B9-4428-9EB9-D6CBDC1E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7F619F1-889B-4914-8B1F-7FE3E43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0B76DCD-A67E-400B-8BBA-A54E765C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23F9E54-1522-4B99-8ADD-9C08B3F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60E974C-7B7E-4C29-B85D-5B6EC80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4746378-E7BF-47AA-8887-1AD4EE20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11A0EE1-39B9-4888-A809-F92D9F5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BD3D4CC-E08C-48D5-A2A4-25CBC5CD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446A563-D532-4B76-BA15-0849F41A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55A07CF-06F6-4E6E-A304-F9CB5BD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09CF37C-6CA0-48A4-B4FD-EBA57294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9533BC7-E11E-4A99-889D-DA704F11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FBC9AFA-4483-4B25-964A-9ABFF15E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A98D541-F482-4AFC-BEB7-6AD43B1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2E08443-BD51-445C-A642-C478A5F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C797835-40A0-4A66-AF86-5D2014DA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1B68043-5EC8-4EA7-8140-D6E821D3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EA8C8EEC-7376-45F5-87D5-60D42B5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3BA87B7-FF88-4363-82A1-79BAAE2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303E0B1-5A90-4CF0-BB74-A99C767D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18EF470-75C7-4E30-820C-37D42311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A653BE2-A79D-4270-985B-C8F0364D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C5DF2C2-1C6A-47C3-B198-870193F1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F03B00A0-0D6A-4E92-945B-E51ADEE743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D8DADF82-68A5-48FE-8DB3-3866AAD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F0F4D8C6-D820-4EDE-82CF-F2382C7A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E567E58-5260-43C0-8058-4FEA072ACAF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2AC0C73-593B-458B-82E3-8E8F8E2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1CF09E1-5717-4FE9-BD9B-407BB0BFA3F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435A595-84E6-4550-A07B-922F0CEC7E1E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49AFE4D8-304B-4B19-A6A3-8060321736A9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5FFBA45D-1603-415F-9386-9EE2F30F120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65F275A-3DD9-49B4-A41E-FF0E548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9885594-3585-400F-97AB-FBDEAAB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20B6869-ED19-49D0-B8A8-1CD60FF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8A2D05C-23F2-4D23-859B-C2F6D2C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70F6F4C-A9F2-4C96-A620-B4857DA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3A183CF-25BC-470A-B7D7-D80AABD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B174B24-284E-4172-8814-DF8D6989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35B1E94-52C6-4792-B12D-4B8AB1EB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040B845-CA95-49B4-A728-9A58789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A8762AB-8BFB-43B0-999A-6C35B05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E661084-0B79-4B6D-B49C-16ED0AB4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49904A4-D1BB-45BC-9463-F309AED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522591F-0BCF-4D1E-A373-701C0EF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9F373EC-0F72-4EB6-B971-38722BD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8DCC864-B101-45F4-9FA5-DD749FE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406496A-9089-40EE-B2CE-1BB31808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2546059-F654-48CE-B563-FB16FB8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1FFEB97-0F2F-4723-9A16-279FDAE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08FE9D34-4CB1-4EE0-881A-928542F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2DBA5F8-CEE8-4417-B32B-4DFEF3AB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88A3392-916D-4BD8-9D32-81FC19A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C6D5CB5-E2AD-47D6-BC9B-85A0521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454E0AF-12FD-48E4-BB8B-7914EDCF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DEA2CF1-690B-4AE7-991D-D3961567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3235D1C-D2F1-41B5-ABAB-09DB926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4B251C5-D6C4-4BD3-ABF8-F9C0E30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2C1A934-DEC6-4EC2-BF3B-92DB8A2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E17F330-7ACC-461B-A2C7-7D4B0D1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CB0B4EB-AA41-4821-A76D-77B07803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9E0D035-C90E-4B77-9D67-7389FC9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ACE3ECC-5F18-4D1B-8DE6-C2FD31FF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96E538-3710-4441-AE12-BE028107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8A5FF80-D920-418F-8093-F46E1E92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22B931F-43C2-4901-B8A7-B358F2A1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3D23C3E-1F61-452C-82A1-112255F1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0A36F01-2CBE-4D9C-9663-B86A4D4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330ABDF-9AB9-4E0A-B839-AE74EE3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2EBA9B2-9D9B-4EF9-80E9-87C7C3EA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2FF6D7A-EE71-4015-BFC7-8C2AF48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2FD471E3-7501-4BA5-9F6E-A16BDD97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F9763A8-C5CF-4704-8CE5-91019DF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616BA7B-F5E3-4B94-B919-291B2C0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C9ADC39-BD17-4FF2-94E3-D87663B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4AA07D7-E941-4137-B7CE-65527C6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9D63C54-5D9C-4772-8264-ED422D73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F7DBB87-EE2C-4C5C-8328-50FB93A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7C058F8-E181-488D-8925-764404A1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90EC900-EE28-46A5-A45A-F6308C1F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3ACC75F-6137-4063-B756-4D74A0D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1E169A3-F6B6-4A09-97F1-49CD6245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18466DD-0EAB-4620-8812-BC1C7D3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C14FE691-F069-43D1-B99F-DD0C4B8E31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CE0812F-5FC5-4C76-943F-C9FA53C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60012C83-C157-44DB-AF0E-FBF91F1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0181659-482F-4435-A728-D4B1C10B86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5367F0E-8D0A-40F3-8C55-4A8A73D0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1054CA7-1142-409F-8B61-4B8C5247F41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750808A2-908F-4FB4-AA28-D84986328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41b693e0344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15DDE13-2986-4D54-A2B5-C54143F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5F65CCBF-FC61-4DC0-A479-D7ADA2E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7541DEB9-A843-4C8F-899D-E4E1CF6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A88A6EA-F4AC-483D-B8B3-53B82AE3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CDC415A-5450-4300-B7E0-03911E56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F39DA63-E636-4195-91F0-1FF59AEF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91C0F78-F0A1-4A00-B850-3DFA1F45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8773837-8FCD-4B4A-AFA5-2944A710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FFA0772-478A-4D2D-BEE4-2E2E8FB1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40FCB91-DFEE-44F8-BC60-4675A6AC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F3497E3-F916-47D0-9F0C-E7C0D7E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53D1CE1-6FBA-4225-B080-94F2AAC3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98303D2-D945-4B54-B2EC-C8C6441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25612E6-34B0-4E8C-B88B-B8E00C9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77192E2-1133-4FDB-A64B-D0D7E7B7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4774AC8-46DC-444E-B76F-A6D6B3E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6783135-B3B1-42D0-9447-8D7F15C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3F4103C-8368-4852-8A42-B006C3DE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F640B44-F959-4033-95BC-6595B36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E862BD1-EF9B-40BC-9DB7-39FDEC3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76E4F0B-88CF-43A8-8D00-48C3744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9AEDFB85-7B9B-44F7-BD5D-AA66FBC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D89880A-ACD5-4CF8-801A-563846D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057015A-6C16-490E-B5EB-CD756D27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D09D307-4E9C-4607-ADE4-69B49F1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59E31D4B-7CDA-47CE-AD6A-B3CF796B649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D3FC4D8E-F6FB-446B-861A-8B670D9DA21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1F2C8CCC-52F6-429F-891F-D5A29FB47F9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18F1798C-5AB6-4C6A-A3B5-8C46927805C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573F4D9-22AB-498E-ABC6-E7267C3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6D9190BC-E808-426A-A744-39F4DA4E1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d625d26864a88">
            <a:extLst>
              <a:ext uri="{96DAC541-7B7A-43D3-8B79-37D633B846F1}">
                <asvg:svgBlip xmlns:asvg="http://schemas.microsoft.com/office/drawing/2016/SVG/main" r:embed="Rfbb5cd6b8c3d42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F2D1838-925C-4483-8E88-56178FA5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9EB2532A-5B5A-4B2B-AE7D-913E45B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F63FB9-4C56-4DA2-B50D-F29D0E9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1EA197E0-E3DA-4F5A-8564-DDA7B168314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8E6E1F0-5720-4FE5-999E-4FAEF63A82B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4C9A632-BC16-4340-86C7-CFE54BFED64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3D6ABEC6-5164-49B2-B04D-21F4320DFB9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01E3641-C2AB-4B22-B8FF-DC5FC951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0E5A565-17ED-46F9-996F-E2405978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DB09C8EE-ECE8-4403-8C32-8E71A0F2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1313F285-CA2E-484D-AC83-6ED1947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2492BFF6-68BC-4701-BFEB-73176609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6D139D1-7DB4-4438-BCA6-F3D8FF4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79ED1F2-7196-49F5-B001-1DADD81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18F3785-B023-4184-9870-D2E6937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81D02E5-DBA0-46D8-93CC-3CFAAC99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2528180-1FD4-48E7-9E2D-E6D0FF8D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385E4F7-4734-4DC9-9C13-CEFB48F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F275506-9AB9-44FB-BAA2-347F78C1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0ACFDB0-6490-4B17-A628-5BC5525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68AD57A-9D76-404D-8BAE-843299E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F0CA29B-6681-4080-86B2-FDC23BF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BD49A40-A4C0-423A-9F34-C992483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07557AF-480B-451B-8919-1AA44304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B0673C7-7140-40F0-BD20-F1902D74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74C28D8-0B6E-4C3A-ACFD-1EFEEAC9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9EE037B-FFDB-4D25-88AD-2C45EF7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250EE315-1E96-430D-A14F-8E603B24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10370FC-0A07-4334-B110-B6481AAC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5795CF9-0D83-491F-AC04-E1D47AD9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54A254E-88A4-408F-BC65-A199D64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900F6EF-BC72-41A4-8F02-0E23C221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1183619-AA27-48C1-86F6-330A2F5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1ED6D63-3730-463B-B639-FD4BD170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BE7A9BF-EAFD-4CCB-8171-5B75CC88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F119FE36-548A-49DB-BED3-02D408F2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FB4AC68B-9A47-4F14-A183-796E6DFBE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bd09080d44bff">
            <a:extLst>
              <a:ext uri="{96DAC541-7B7A-43D3-8B79-37D633B846F1}">
                <asvg:svgBlip xmlns:asvg="http://schemas.microsoft.com/office/drawing/2016/SVG/main" r:embed="R9c5ed27b001743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20895486-1E01-4EFC-90A0-8A6A5DDF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BCDF0B7-F86A-4C0D-AF9E-8A3A5A53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C2C5B36-3CA7-47CB-AC0B-04D980890F6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5DB92BA-F085-490F-9EF3-4FCECA1AB15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CA72EDF-D168-49E2-8198-BA3941BB70A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79EFB99-D75C-4F01-8E39-734C881EFD1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45756F86-1C49-46D8-B367-E7C4F175A92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DEE9D5D-6C26-48DB-AC29-32E9019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CAF15C62-1DEC-4776-8624-4AE42C0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0CCFABA-233E-4B55-A803-B4D7D47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E490F109-2CE4-4AD2-9FAD-D3E7BD5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E4B405EA-3FDA-49BE-B571-981AB25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4079C32-0CA4-4103-8B62-8FC0652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86A3AE1-4556-445B-91A6-0B5D61B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2D1FD17-3E4A-4B6D-B10B-18BBFCFD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53159C2-49BC-46BA-82F0-A3140549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0D86793-2C6E-4DBC-AA88-A9EC65F2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9FA6E9A-041E-4221-A4AC-E26764CA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90583C5-2F51-44C6-AECA-0EED03B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C9F1E56-54EB-4BCF-A88C-EF2C4DC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92ADE76-6725-4602-A55C-213D16A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D023AA1-286A-4A90-A5A2-B5FBF8D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A01B67D-9F05-45D1-9227-8D87248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346BD92-7B51-497E-80D2-A38B2C0B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BC54990-24B9-4173-BCCD-264FD78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0D0195D-2CC1-454C-BBFD-DD299F74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59125C9-891F-4BFA-8039-13DB644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545F5B03-6708-498D-A6C7-B6D9D529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F72B813-D193-4F6B-99E9-FD6B4DF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61363561-5274-44A5-A54C-BBDB81C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83DD83A-CF57-449E-BD4A-928F507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7CD5216-F97F-4448-806D-09497FBC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2C1630-9036-4AE9-9F6D-5F2E24A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CAF3F7F-6821-4FFE-955C-37310BDF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C9BA688-CDD9-48FD-A4F7-1813ED01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FD36B83-2288-4258-9A6F-82F904A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1FD50529-B092-4603-9EB8-E079AD421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3a4482e234699">
            <a:extLst>
              <a:ext uri="{96DAC541-7B7A-43D3-8B79-37D633B846F1}">
                <asvg:svgBlip xmlns:asvg="http://schemas.microsoft.com/office/drawing/2016/SVG/main" r:embed="Rf1adbd73ce1241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B4B123F8-35BC-4DB3-B76A-3EF0780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D470A7A7-522A-4347-A68C-69A2861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6477F05-3090-4030-AE44-E925E3B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14E62252-57D6-4E71-96AF-7CF03BD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E94A03B-71A8-4729-87F3-1411592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A7D4E4D-30DA-4686-8CD2-880F817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F6CFD92-A6C3-4460-8633-FE0453B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3273AE6-8329-4E32-887C-C5FFEEAA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5C22F87-B14C-4FD4-98C0-900A3B2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2EA2DA0-EB88-417B-B876-6CA78DD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02C1E64-C8B0-4F2C-8E98-BF23E88F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FEDB76D-B3F2-4B48-8BC2-2731FE2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3E78BA6-3AE6-499A-B82F-388E6C83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62A7514-092E-4686-A7E0-2068CFA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EBCCDAE-48B7-4099-BC62-92AEE6E2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F458244-39E8-483A-AEE9-7F0E28DC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D3D2DA3-0944-4C6D-891D-626AEF1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8E54968-6482-4885-81DB-6C904BA9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42FA0E9-A376-41CF-9683-426AD091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1BC8825-C29D-4D43-9424-707822F9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C318E94-E9EF-44E1-8F51-71852361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59F1DF7-69CB-4006-BFAF-B9938E01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9E194317-0497-4E7E-8B27-18F43B6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1129258-6C21-42E9-8289-14A01E79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FC1A111-1D38-4C1C-BECF-D2DA829C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F06D7BA-3BA4-4055-B283-C5197C7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C693069-0B3E-456E-B372-2B01C135FC4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BF2DB66-7F30-41CC-A079-CB981BCD5B0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F5EC00C5-90C2-4B9D-805E-1E95AE733CC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68A4713-65A9-4546-B2CE-9A647079D2B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ECDB86BF-DA71-48E0-A842-48E4BAC3A10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F2A0C90-5BF6-40B0-A303-C6E32639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05D8ABB7-FE8A-41C7-8C69-0226ECD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E7EEB3DB-7BD9-4CC5-AABB-AD3ED786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01B20974-A50F-4FE9-8EB5-8D289DB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7FF0F88D-47DD-4A10-A8B9-0F78890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08C8834-B30B-41A0-A78B-57B283B6BEF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43073C2-3B07-4FAA-B47A-F4288896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A40283A-5474-4541-9A4F-136338D8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15BE6927-E0C1-462B-8302-0F1963A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61FD05A-9DA4-4026-A0AB-D384D7033F0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C0FD5A-567D-4BCE-9FF3-FF4E8EAD447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FE7BB52B-71E1-4697-9F18-2586F0D4F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aa92b06734106">
            <a:extLst>
              <a:ext uri="{96DAC541-7B7A-43D3-8B79-37D633B846F1}">
                <asvg:svgBlip xmlns:asvg="http://schemas.microsoft.com/office/drawing/2016/SVG/main" r:embed="R4e228d7f41de46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9EA8257-C558-42B0-8B8D-1FF33A5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1D3957D-7999-4BA8-8B6E-B22E5BE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DFA832B-1140-4956-BF91-7682EA53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88E8A2-9906-4284-8842-00738CCB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44E57C3-E934-40BF-A6BE-D4B164A7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2E4382F-04BF-43FE-9080-94757496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4C60BC0-C50A-466D-8432-7A5E622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789FF84-4359-4FBA-A638-85DCEDB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0766060-445A-4170-9EED-95F5CF0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7F4CB0D-7BD8-45EC-8ABE-2DD9258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A5965BD-3EDE-4AD2-85DB-788DD83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60131DE-91E0-46D6-A12B-9FAF106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A5D3BC7-93FF-40DD-952C-08ABD7AA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91259A5-BC10-4901-AC42-8013BDB3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D935565-4090-42CB-8344-F0A98B7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642FB1A-0E17-4579-862E-64B9A9F2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244990D-690A-428F-8209-E12BC224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69602BA-73FE-4048-8DBD-3F94BE4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037F5C-1680-4969-ACFC-F337709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4BE17A6-9B82-4160-AACE-955AC9F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0B8D87B-4275-4126-A8E8-29F4F991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18FB484-6391-4778-87CA-FA5FDC7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A420E99-6558-4517-BF1A-5C368B2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FA89AC7-2F7A-4D1B-BB00-F110887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5C5A668-811E-4C0F-BAF0-A339257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9AF0F91-B31C-43A2-8325-75C6C1F3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40E290B-F95D-42FE-9591-518B6C1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5E1720A7-FF34-432A-9C0A-3CD76604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D41D9AFC-0AC1-4466-BF20-98A0105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8D0657B-BD8B-4063-9611-2262C7B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26C13A7-9812-4C96-9ED3-0FA7F4F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840694F-23F9-4F85-ADE9-BDA7557F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D2E113D-227F-4CF2-861E-6BEBD35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B61AD75-F4C5-4C2F-9E6B-822E45D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A4779F5-8B55-4D9F-BFE7-B7FE5065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0296A15-B74F-459A-B14F-DD7D8CCF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74338FB-F418-4FD7-BDB8-2B612C1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948B389-43E7-428B-AFA9-DADA10F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8DA6244-5200-4261-A140-AACF5D5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5523F8A-1ECA-4109-9830-D1D07C06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5E09B3B-6E09-4CB2-AF9E-B0EB070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DE6AE7B-81DE-40C8-964B-2E2B63E9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6237AF1-4361-4622-8D24-F899DC6D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EEE41CE5-2539-4728-807E-E4972730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B7D8291-B477-4286-BAF2-3C085E22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CD21286-5601-44FA-8696-CA3CCBDB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96A0D79-EDDF-438B-9709-CC482088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B3FA98F-F8D7-4C80-9FB4-27071A12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5A57DC5-9F28-48EF-88FF-C76583F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9B36C08-6F91-447F-AEA7-B968E8A9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3AD2514-493B-4010-BA21-37F0815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600E30-B94B-4079-A81E-FC48F10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3091B032-4D52-4949-9F50-1C871FBB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F0AE0BE8-3EF3-4B0A-BCD8-0B9F0E0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25B2900-5B5E-43C1-9F12-392CE0E3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B3B90B7-8DED-4157-98DD-60EB2A8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3730435-DDE1-4600-803D-EF2C72B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D9B41D1-5AD9-4B39-9D8D-8F45311C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C8A7EC5-DC06-4148-AE2A-16416BCC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895A42E-BE4E-4E4C-94E8-5F7617AF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4D0D252-1B1D-4CF5-8E6B-0538ACB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4B52305-E944-4E6F-ADB1-DED936AC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A9D3C75-C3E5-4A86-B22A-75F48324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B193608-E68B-42C0-8AEA-7947A53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E8909F5-E97B-4107-B0FC-6A89701A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9F597C0-3B57-48CC-AAFE-49443E3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A009C1C-BB7C-4EFF-956D-E96869F0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013FC36-36C3-4FB2-B462-A2F83243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64D61AE-CB4F-46FC-9954-ADE3C12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E03FEE5D-B8AF-4D3A-BC37-3611749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83B73A8-B1E1-4DF1-A472-5ABD78E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4FB6D8E-2D1E-4AB7-94D1-405EF22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EA33F3C-3FDD-42C9-9CD1-D1B65C98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0E098B2-61A3-4E0A-AA2B-93415DA0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F481F58-C304-4E9D-828A-32AC102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7E2312B-F55B-40E6-AA6B-16C03EBD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E627C58-A0F7-4687-B0BD-5439D504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778A1482-2152-4D7D-A2DB-645E67ADBBD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59765D4-DA4F-4ECC-8D23-B5C0574C67F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E3B2B90-D0A7-4AE7-8419-97E48F9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DAFFC33-985F-4592-A559-AB83F74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2913CC3-44ED-4D43-A49F-DEF3B25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F7409DC-C16F-4632-A1FC-AFA6A25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B02C8D1-9F76-482C-B998-B7A67EC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8138DEC-6621-40C8-B1C7-745231A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F516026-5CCD-41A9-859C-FDCAA85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CD25710-67DE-4619-8484-7F4B6FF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3C4E951-79E4-45AB-ACCE-C1EF22A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7BDEEF2-6826-4958-AC30-3D47AD2F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11DF722-E4DE-44E2-87DE-A534DFF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DB79558-FE0A-4C8C-A0EE-6564BE2C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19B02FC-C083-4C9B-A1FF-720017E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429BB24-08BB-473E-8337-EFD29908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EF204A7-89B7-4AEF-8BF8-41E101BB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5E7F751-4DB8-4D2F-8E1D-0FE782BE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676169A-DD8C-4D8C-A6F3-87CF443B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0CB4E71-3F43-412B-91E1-CC42BD5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E78FC94-7BD5-4534-9A11-F4C7634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6E6FB63-6CF6-4CA6-A2CC-8612FF4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99DBE94-9419-43A0-A972-58BBE98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35C45B3-EC16-4253-9DB4-FF813527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5AF6E93-261F-4A0C-AE84-7B2C568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8FC3A83-6EDC-4A6F-9F65-C427799E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10791A0-1935-452B-91B4-13D6E2B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7A13E6A-D67C-4E64-8AC1-F5EA5EA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EBF3BA8-7618-4BA0-9D26-B81C2C27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AA52C42-DCFE-4C01-946F-8D4AD9F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8AB39080-8351-44D9-9673-1DAE93FE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8D9ADEE-92AB-4C0C-9986-9D4FA4A5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9987869-C011-47E9-8432-A588818D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575FDE7-70BE-4B6F-B20D-AB292E10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C362135-72C0-48EA-94E8-778D853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72D01279-3CCE-49D8-B26C-8DA9A15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D17BFC2-1525-4709-BE1A-38F87877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0950F39-152C-412A-A384-CD96ABD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74DFACD-DF5E-42DC-A359-29FC0CC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3F5E4AF-2CDC-4436-A296-950721A5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D5063E11-F59E-40D7-A6C1-309DB9A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DC0BB52-87F8-4EF2-8311-B7761FB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E2C151D-8C37-4D04-9CD4-F0B6550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1AD3034-808D-44FE-8388-036399E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4D31784-F9CF-4846-8B79-1F7A583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8F8F980-FB8F-4B52-AA35-83DBC190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BE7DE3D-A0C3-4D45-884E-A4797251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14DEE60-B284-423E-AE2A-D9C24B2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86A6574-2249-4634-9B1B-2E64824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54EF914-AD9D-4D67-95AC-4101233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CDA251D-5AAC-4451-9506-1DF920D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57CC5A6-1599-4F51-87BA-1C9DE30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DA46129-2646-481D-AD47-B6A28595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9BB029B5-DF70-4413-8BF5-B7B81BB66EB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7E33BA6-8203-40A5-888D-6510B531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6331583E-0868-420E-8A7F-CA70E1D8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959C839-0851-465A-8B1C-98E0B3510A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814A31F5-FAF6-4FA7-92AF-E500505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E86AF93-2D17-4FD4-8227-EC844FA2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D919B0B-FE67-4A88-B883-BBBB7154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36F934C-C185-4EB8-B519-597FBAA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4D0F7D1-5930-4FDF-A60B-4964730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DF285A5-76D8-445F-81FF-875C63EB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333353B-1ACB-4D69-9EE1-CCDAFBE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A1601A8-8FD2-485F-88FC-B2C9ED6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1F9E561-0B43-4DDA-ACAE-A9F6012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BEF4169-7788-4198-A001-B005A156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E2861A4-54C5-46DF-81F0-D1EA9D70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596ECC3-5DCF-4100-A774-27677AD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DB4F7CD-B632-4587-B4AC-BEE0D23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9E453B2-DD09-4028-A627-F305824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B06561D-7683-4338-B91F-E92EE7A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2510511B-7FD5-4B3E-9992-F7F8B72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2D6E55E-BA9F-4EC7-88B8-6D59E64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48DBC05-6169-487A-88E5-7598AC78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433AC77-437E-4020-AED7-82172341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3BC050-76AE-4759-87AF-C90354A5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896314F-B94E-4337-8FE4-CCB2272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6EB91D3-43A9-4006-88DD-2718BA46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6CC9CC-480C-4B20-AC5B-48AE566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9B675FC-E702-4F12-8C4C-811E8ED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6249F50-4DF1-4F56-A159-334972A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B2917B4-C14D-4AC6-973A-908A1CB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E1BE1D6-73AB-4BB3-8B0C-CBFFE50E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FEDAA88-0B87-49F2-8556-0F61EE00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049BE84-B21E-45EA-97CD-3F9458B2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CEC492-C542-4C19-9D6F-752FF9F2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4455399-55D1-44E6-B7A5-E2CFFD7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72A8E03-EEC4-48F0-9CD7-14666B22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D33F8E5-3013-4675-858C-693910E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4841D49-4F4B-4E64-88C3-0E884538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93312EA-7400-4DF9-84FC-1433B7C5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667B814-0A3D-4541-8EF7-EA578B8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4DD711D-D98D-4C85-8560-DFBD462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587FAB8-12BE-405F-ADAB-1F4FB1C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6C27217-10FD-45C9-905D-4B377BC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D2FD25A-5EFB-40CA-803E-1F2A515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0070942D-6795-42E0-96BD-6F4335D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DD616B0-94C6-4A91-93B6-166F6DC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2B29CE0-82FD-4431-8F6D-C3DE0DC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3DD1046-3B7E-408B-B97B-65FC3981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8344AD7-E379-4D60-A4FB-26B6BE4A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63E96CE-128D-4706-812F-C5706EF3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AE496F2-B370-4D44-A8D2-913B739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EE5A1D1-5551-426C-8100-811216D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42B7FA8-4111-4A6B-A681-DDE80DF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63A0639-136B-426C-BB88-26BA9F52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7548788-2C97-4C4D-9418-B55284B8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4784D27-DBB5-4B4F-926A-A6120FD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260CE9F1-25C9-4411-9DFA-87ADD85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A15C2FA-B899-425D-A8C6-EDAB536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889A530-6041-40AF-8C30-CD79703FE4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0B63CF44-3621-4007-8678-FFB37023570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621C212-4DA0-49AE-9EDA-0425B3EB0AB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7A00C49F-3562-4CA4-A883-9B24E4F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94A915D-1412-4060-AEDA-78C50A0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F185ABE-EC44-4BC4-B32D-47084FF7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C9261C6-A3A0-4AF7-8064-641F85E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54F959A-9A24-4857-9FC4-3DDF503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EDC8533-376F-43DC-A43E-B743DD3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F77FCCE-D239-482C-8C7C-2E37F3B8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D5BF8FB-14ED-4762-B772-EE342E4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E75E17C-85AC-44C9-AA9B-5A6B401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6D1BF9E1-96A2-47BA-BEE7-7026742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27FEE1D-786C-42E1-AA79-7ADD76CD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D00A8E5-97E2-4BB1-AF01-B65513F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F214D83-67F2-4BDB-A8A2-6AC04293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26C0042-DF01-4065-8B10-39823A2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68EABA5-1FAF-4136-A82B-BD7C71E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6A1AD7C2-12F5-4142-A279-ECA14A6D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3AE0A9B0-32D5-4702-854B-FCAA3FC8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501BF5CF-AC72-455D-BB98-5F06DB2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DAFAEA8-21AE-4934-B555-F688CDA2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FA9F71E-5CB1-4315-A8D2-700763A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ADED120-E922-42C7-AD7B-1B77074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1C26038-DCCE-489C-81CA-DB281C6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8B37912-BD10-481E-98D6-B3B8AED8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33E8D06-82AA-4FFE-8E6B-A9442E8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FAA6D23-6189-4D5D-A888-2ADDAE89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4042F70-CCBA-49DA-8C4E-C2E80556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CEE4FCD-446C-45D9-8F20-3849D1D9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6194FDE-B608-47BE-B990-EBD3BF36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5A9B498-DB6E-425E-B29C-E1C0AF7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CDED12-A874-4EFA-AF67-0251B64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C6E0643-8C21-497F-84D5-E511A626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E05E975-F00F-4060-824F-3BCCE4A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43CC41B-F06B-446C-96FC-235A4B61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8B08697-09DF-4479-87CA-2281643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1861AE2-83CB-48DF-9D82-D559F58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A4224C1-C455-4D83-B67E-86187D5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BCF44AA-C2F2-4B16-9672-E09A9C73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21E4C38A-EC3B-4F35-831D-562A8EA4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22ACA26-AAF7-4E79-B140-18D2CB64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7BD3CAB-316A-4E5C-8449-AF3FC1C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17CB9F1-E5A5-45C1-8243-0E41364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B95B666-75FE-42F4-91D8-46AC227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1BE8729-6C1D-414E-B092-EE7C9997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A45562F-9229-467D-8278-5D553D3F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791ED64-BD66-4617-B804-CB5FE4D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E4BF1E4-403A-480E-97FB-082C45F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229EA8D-BAF8-46CC-B9A3-DDE6244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CB9BD70-9E87-462D-9D49-1E393F3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D2CDEAA-976B-4236-A0BD-4830D31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2AD4338-CD08-494E-BC0C-6928A50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CC707DD2-0102-46FC-9593-CFD56C5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F7C9E95-10CB-4524-AFA6-2358266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16CA1F62-7E56-4A69-9EC7-EE4900F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9F2D7E1-A44E-47E8-BCBC-F4BD26C104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36DB9A78-9601-4DED-8AF9-39B27BA4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779E1C72-47B9-4BC2-B3B5-8D0DB9DA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9EEA59CE-E75E-43D4-90A1-D31DCA55E32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E314CF0A-3495-4CEF-961A-967BFBB2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E812B07-53AC-450F-B275-ADC5E72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6810BFF6-F485-4175-82E1-1705736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B6A86AC-546E-476E-8DED-33D8A1B3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2E93DC0-C21F-4A72-86B5-DE49D5B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21625CE-745F-49B4-A11F-2413D7B6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11A0119-75DE-4B10-8993-D7341E6D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42D5450-C201-4CBD-9F8B-54D5835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370D102-7423-4D6A-BEC6-FD7D461D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6AFE908-4A60-4239-9F63-5052B693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F0E5F8A-A433-42E2-94A9-6EE4023B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76D1D9C-73BC-4B0C-9A6E-9E2B873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272FAD1-2086-47D4-B348-2671256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02808F8-C510-4914-8613-91B4F1E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1137081-322E-4C2E-BC22-8FDCE55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5F2D301-B910-41A2-93DE-62AC50AE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539655A-F792-40C2-889F-104440D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61B1530-5966-445F-B6FE-CE5A69FA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7E9743C-A50C-4649-A8CA-A70A4DC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5DAB73B7-A67D-4242-95A2-BE95D22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0F807E4-DC04-4556-8A5C-086D0A4A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F5202D5-5111-449C-8FE7-A515806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2142069-F16E-4EE4-A909-B05386FB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089A9AD-7F3E-44EB-8249-23235605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6D3A85A-3361-41C8-AD04-FD07619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452B183-0B62-478E-BCB0-958AF26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7F880D5-4E14-48A4-9F6A-1F27D4E3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6877A51-B892-4606-BC33-EDE67F5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F648F14-34C5-4764-BE51-52CA8F0B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1E8DFA6-0B26-472A-8A89-11D83D57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C038332-7BD6-47B2-89B1-CAFDE22D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50C2A816-9562-4749-8A4F-E1A96754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A8330CA-C7E8-4E7B-837C-EB657740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2B0DF27-B33A-4225-8D70-F9DF7E8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0230A9F-BB15-4AE7-9F50-93DFAE2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72BC9A9-F987-4819-A9AF-2C51183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5B34573-7534-4445-AB00-7562D9B0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4E387C1-7946-4E67-B5DD-81179D0F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C391102-F909-4A47-94F3-97D98CE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28A01177-C08E-4BD2-8120-C357A4AD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906867C-89F5-4538-B7E7-CDE1BE6B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0565D0C-3E39-4435-975A-1FAD670A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90FB30A-0AB9-450E-8E9E-ECFBE18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D915B23-D5A0-4046-80EB-2E89427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C56D4B8-61CF-4CCA-9542-A44FE82E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63DCD6A-C2A3-46C8-A6E2-53FB2C01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B794C7F-2525-476E-AB0D-FE84486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5873B51-C1F5-48E0-A9A8-E3BE700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3679DB4-D8AC-48EA-B069-6C0595A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26925A7-37DD-4412-8DC8-E91DB641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FC03391-6AAC-4072-B96D-9C39A136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6C62EC5-A139-4C58-A0F2-7A71CC6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EE3D48B-17EB-4FEF-9892-7A163AD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B68B07B-B9D2-48D4-9863-AB79E8AA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BB021D00-13D1-49C3-98DF-18B2D5B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85BB5DE-15BD-4B64-B9EF-294A312252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2AD78886-BBE2-409D-81CF-5BEA3ABE8D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18CCEEB1-22CE-41AA-907D-7B4760B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15E04D4-C2C6-4C1B-8C57-8CFB2E2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3D03121-AF61-46D8-AA98-BCC2061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EB9D968-0D04-418D-A3FD-9C31FC46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CBBB775-5758-4E57-A8D7-B4C9853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E118389-73DF-4DD9-B676-AC048E5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6716E98-6CBE-4D92-BA15-4D4D0F56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22A8F0E-8E03-4A01-AE64-BF14481B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E536679A-F557-49FD-98DB-C6BF451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92AE9D9-DE7A-454F-871E-973ADB6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486D896-125C-4C9F-809D-337BE97C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E7A9E18-304F-4F05-98A1-2489D21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79376A6-CE7F-4BC0-83A5-771FCA6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8A701DA-1812-4401-A625-3ECE65E0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988065C-FC53-467A-B229-28F4E950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339F449-849B-4E5D-9C61-DDB196F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325938F-72E4-4530-AFA9-A55AE57C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517D4F22-0FD0-4D9F-BE48-73E6BA7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6D9D4D8-8652-496C-A244-67BEA05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8D26951-46C7-4A58-B7FC-AC7615E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0169F93-34E0-4AD1-98BF-EBC01244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EF5F20E-51C6-492B-BDFB-C9C23A3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815F3E3-A96D-466C-842D-B2E2A9F3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0F51464-F81D-4647-98AA-2D5C610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D320698-FE59-4F39-ACCB-1C54F8BC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050B1B3-AC19-4AA1-8E37-1AE6A34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B64CBE4-0BFE-4D73-BB5D-12DA137E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F71DED8-3FED-4370-837F-0D904338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DBC103B-3D34-4D30-B332-8728E48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9CDC339-BC38-4262-9037-304BD26F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0B28810-0D10-4720-AB9C-089C9D84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685CD43-56AA-49DE-8DD6-A758F7E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E0BA74F-2940-4F24-837B-ABAFF0C9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5CA47D1-8F25-46A0-94B0-E51CE2A2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B01E76D-2D77-48E7-B206-7E024EAB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0832279-E9B0-464A-8F89-B3E41BCA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0493315-9C2E-4701-AD8E-0EC6B51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BA80DC2-46BD-413D-B9ED-AEBC984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20CF808-AD76-4938-9287-8A4710B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04E3943-5CD6-4386-A051-4D760CB3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B9677EC0-4B63-426E-9D60-BFA3B3B3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109E271-AB5F-4EE6-9278-D52A48F3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76C82E4-999F-45C9-B562-7B8ED8AB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6518E15-39C5-497F-8A4C-82B158A2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E73080E-2886-4FFD-895D-F17A929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BF1CB4D-DBC5-4E0B-BDFD-F084C31B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128FB2E-0F8B-4C79-AFAF-EDFF8369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63B2DEB-6A99-4FDF-8381-17563350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3A46006-D27F-4FD5-B60F-55A134FA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BAC747A-C018-4210-B59A-4F19C06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047CF18-4571-4FAD-8B5E-9E7D515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7A38BDF-3652-47E8-BCD9-BC9655F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0CCF10E-CF72-4DE4-812B-B3DD688ABC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436B604-904B-427D-86A7-0A96E92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B6E1DDA-DC48-4FBF-83DB-7869FCB3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1633BAB-2FF5-4225-BCBE-305B84E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FBE838A-5DE1-404C-AF02-27D48E3A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463A413-DE01-4743-858B-6C901ABE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AD817B2F-5EB7-4AF2-A796-2FE3C797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01E5EA37-9212-43BB-99BB-3216095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EC883200-C663-49C4-AF8D-A98DA75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B3B3E68-F2B8-466A-B348-5B3964FB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AF55B60-C637-4CA6-BC55-4A85B96B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61A789E-A1AD-405E-91D5-E7D9CF7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C400C89-D298-4BF0-8902-4E7F7A7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9F23609-FD61-4816-AD85-EF5F8274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49F2694-E39B-480E-8289-DE85BF8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6C76BD5-A199-4D5F-A412-F7DC6C2E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5F5A9ED-77A8-4995-8230-709F3BDA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8CD061D9-D5D2-4DAB-ADEA-7AF7A7A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F7E6461-EF3C-45F0-96B0-48D1E58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9BDC449-E3B0-4E64-943F-BDE80AB8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B4D2671-A849-4CD0-9D7B-4029B171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F00B3C7-F9E8-4D3A-B100-73226E2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98FA34D-BF52-4F5B-9AD4-3ED5848F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C8CF8E0-6577-46DF-AB9A-8F4131F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845367A-DC49-4E80-9118-C4BB5C8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0A1E5DC-31CC-4F4C-9767-951CD065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89ED071-6751-4293-8AE2-FA1D5BB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F0C712A-BE91-41B1-8B39-20E167B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5C73080-A453-4009-8436-F9823115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50CEC19A-7FBD-4D0F-93BF-B36C2DB0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0C3A50F-CE63-4225-92F4-327E6D5C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F076AF2-6E98-443C-A45C-A9DD234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542254-FA11-4244-ADB6-0B59C9C3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31FC8CC-B8EE-4B45-86EA-A82E0DB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DABB84C-5826-4BAC-91C2-A226293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1E606B9-A560-488A-B9B2-3FD3BBC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ED81D78-8D15-4D31-9D4B-2FF2EF4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CD17969-9E83-4302-9006-0E7B9268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58C4982-1D8A-49A4-B899-6A87017F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B210C11-805F-4785-BED9-05FCA75C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B80C7D01-8918-483D-81CD-9FAE3979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47ADD2E-A71B-4D21-8278-70D644A7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1200EB8-323B-4142-8892-66C52271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DA9DDFD2-B40D-4484-89DB-91605EF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5523649-4232-447D-A62C-46394B2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7387244-290F-400A-BC66-720AB2E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294B9E-59C7-4A0E-A0C6-4580F7C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5B1EE6B-157F-4731-966B-C17C6E99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38187C6-DCB8-4945-946D-C3B3CAF9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3C74F1B-0EA6-41D1-8118-96E9E2F0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E888E77-DD50-44A3-A852-040C0156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7CEB5EE-4A50-4A73-89D6-88C5D320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95DDB3E8-D4F1-4032-97F3-E9EBADFB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CC89579-85A9-4499-BF35-179FBB78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D5F4801-8096-43A9-B915-DC5C64BBB79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36A0C32E-DAEA-473B-8DC6-9127278A56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FEC4919-7F22-466B-947B-F33951ADE21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4DE5B603-7B24-470A-A6DA-F9F58F9D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2AFB04F6-528C-40F0-A9B2-EC7DB5CE051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8022CD6-E7E3-4FD0-AA40-23802CB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73CF15A-35FC-4F1F-A88F-230C1182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75085D1-E917-4632-A9BC-547E1EFF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EFABCBD-B685-429D-9036-270DCFB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BE1B7CD-10E9-449B-BA84-A2B6847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AAE4AF7E-1562-4410-AF43-40B23C1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FCCACD7-5426-41F5-A83D-1CAE987A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C172480-E840-4D35-B794-994095F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2C80306-D4E4-4990-AF0C-591BB4C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CCE7803-2513-43FF-81EB-FDA0931A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459ACF7-0DCA-4092-BA33-8D88DEF9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D444CF6-DEC4-4232-B143-8BCC28D1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224B729-F66C-493D-9EDD-3C33184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83D1D78-5269-4428-95F6-4B70914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EC3357A-8D1A-4AAE-9DFB-B1793B1E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40626EA-1B6D-4076-A9ED-3DE400B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F7157CC4-E308-44F5-9C95-9514676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F8C04F1-2257-4B50-9A1D-62008BBF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7D380C0-E2F9-4D59-B319-8D2128E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798BC58-C099-4F0B-B53A-B0506D7D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46C83A4-FF0D-4295-8FC9-D0E79E9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FDCEB86-ECE7-47A9-975F-8C2B42CC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946448F-7023-4884-9253-0BF0040B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E0CAD9F-DFB5-407A-9E7D-4F8A9C8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EC510D8-C04C-495F-8369-9B395AC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FB78B8A-49AE-47A0-B270-0B5EC8BF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997B51F-F8CE-48E6-887D-7992B7C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3917630-B516-4BD8-B349-BAB9398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F6E6C11-B1FD-409F-BD59-B07662C3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013EF80-F195-4099-82B7-C89AF67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6D15173-4550-4825-AD29-04812EE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0A5139C-AEB7-4597-8C50-B21789A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EA21209-EE60-4A97-AA1E-CD49667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A3F4178-8DCA-45F3-B5BA-F9A6C9EE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934B53B-ABDE-4D5E-AA91-0E6F6F4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F85F086-44D9-4AF2-A5A3-5C8057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EBD3596-2D1F-40FE-BBA4-F1018F74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B4BD9BD-2064-40BE-8112-719CA03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8C9E2CC-9350-4743-B485-F94A301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D13CE97-2B53-4FF0-BE63-6F1F481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88715DF-B918-4A9F-BFA9-3360F69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AC6A789-A4F0-4D08-BCE1-7FDFF17A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C2453F8-B21E-401C-999E-B5C68B1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67C8959-EA36-46F7-963F-51C6882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9D58F47-A932-42DE-BF39-CEAEFF6A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FC05E10-8AFB-4C46-8ED9-6ABDAB7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856D2AC-27EA-4108-A37E-58DCEAB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F128803-DD4C-4A40-BFC3-61247584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9D5F158-3089-4CBF-868C-54DC852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4A5FA95-FF77-45EA-9523-2466507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D9F4ACF-3FFA-44CF-AE8D-03DDB59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176FD08D-5125-4B88-BE7F-1C98FB0340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3B747DF6-A17C-4066-960B-8D2C59C2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20A50807-9DB0-401E-849A-27C96887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060D93F-CD22-4D75-BEE4-3BEA9DEEE9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5A3DCDA3-4CAB-41C4-BE26-3808441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94AFBE2-93E7-4873-A562-C687F92C7D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8253EB5-FE01-41E5-9E52-9B5353E0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4EBEBDF-E17F-4616-8EA8-130DEBE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9036E07-AFEE-49DC-B4A0-B4E23FC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A7386DC-C255-45A2-AC1A-46798678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9E236E0-0330-4948-BA67-CEF9481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F6F22E9-9412-4648-A3DB-865309D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F9B6F4A-CDB9-4FD8-BAD1-D38438BE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D2D9D06-358A-446C-B71C-897F47E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5C0305C-772C-4BBB-BCF0-D5AAEF33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75156AE-B9D9-441E-90B2-FAC7AEDB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EE351D4-4BA3-4A15-8461-1CB9B5B3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328F79C-3352-408C-AD00-14835879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1998B2A-B7DC-4664-AB69-B5FB479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E6A5CF7-4030-4743-A9F2-185848A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28CAB72-7B19-4398-B4D2-F83056E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618FCC7-C61C-40CC-8B61-5BD7DAB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020F892C-4282-41B0-B2EC-C064EEE5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E0B0DBC-745E-4F2F-8CDD-905B81B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A5B304A-2F76-4A92-9721-1C78F184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560ECBD-7F99-441A-A9DF-B215B3B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D2E3A1F-060C-44CB-ABBE-39A2024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8F6F41D-A345-475C-B61B-691C630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461799A-93EE-4667-B285-EA24229B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AD70D42-5C5C-4D25-AF9A-5B6E84E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DF86AE2-3D47-4353-B222-FDFC570F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9CC8042-7DD6-4B07-B685-178AB29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012325F-20E8-4E3C-9D92-606F403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51C422F-EBE9-4149-9084-F55FE1C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87979CF8-188F-40C7-BDA2-709B194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F851031-4195-46B0-8B5F-8B1B67F3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6147B71-6859-4382-AE3D-33E3450B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9E08DCA-86DA-45F1-94A8-9E8FE19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0BE3F15-C955-4FD4-8FB7-F5ED913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CEC271F-F543-4D3B-90D1-7F8DA1D2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A6EFFA5-8FC6-4813-A89A-350CCEC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6873635-276B-4EAB-BD38-B4A06EA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FA8547F-1740-479D-85CE-5839BF43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A2B85882-7988-485C-B098-ED95032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AA7DE2D-1DAA-4E26-882F-FC1DDDE4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05058F00-7000-4958-BA1F-1C07F0ED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39F496D-0CFA-4E61-8ECF-02F5272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F54AF18-9190-4AA5-8E2F-96552DC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E5DB7D35-1F9D-4130-9489-A618DFF1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19A4D23E-C8B3-469E-8DCE-F634539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66D0E89-A7EF-47F3-BCA4-0CE21D8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4F47D08-9A06-421F-9870-24E7E5C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F191E8F-6EA5-4EA1-B4AB-20D3086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4A63326-3AC6-45A7-988C-41BC908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3A12DDE-1539-4375-8B64-6ACF23DD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B99B082-98C6-44D6-BE14-FD7D7638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148D381-3552-4CE4-A351-846E4E3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35B7780-42C0-4CE5-A6FB-7C4F5A23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A0B225B5-D9D1-4572-847E-6EAF25C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F632747-3A19-4EFC-9D3F-C5B2FC88020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02B9939D-8962-463D-A802-B7C6497B30A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C62527-B275-4C76-A1EC-49CEBDEA25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E6269CB5-A218-4075-AD48-0CE8F89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4F102ACE-322F-4189-B429-C18882ACC0C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06CEBA3-49C8-4AB6-AC23-957EB81C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C336327-6FF7-4C69-9664-FE2232C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EA620B1-7355-4828-A4F3-B584B6E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B5E4EA4-1172-4305-98D6-3ADF000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F61D809-2E92-469B-AADE-875148B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3F3B73C-5C74-4E78-B355-ECF250FC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08CAF887-4C4F-4001-BDEC-2270985D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04BB074-0436-4657-BEB7-59B1662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4FE2DBE-E575-40A4-A906-6806993A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3522DBA-B98E-49BB-8F5D-BB9CCD9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03267F0-6514-4B42-8178-786C4E0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802DD72-321D-4C1A-864A-74DE46B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08EF207-0821-493E-AB1B-D5EBD85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761060E-4BA3-4682-8594-0017673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CD259CD-A94F-4CA0-A6FB-F2C4644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6AA6125-6899-4F18-A07C-ACC0DEBA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DF4E1D87-916A-46CD-83E4-FEB28177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217C439-7BA2-42F6-98FE-0E503E2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4D26101-32CF-46EA-97C9-2081797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0D18546-B14A-40F8-AFB8-E7461DB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ABC2B10-0F47-4873-A399-AF4E478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929B668-17E6-4883-BF2A-01F77E2C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57A6E3B-6A5A-465D-A0FC-7D7EB23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C7AB86D-0EF8-499B-B0DC-65A55A8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12E9AF8-95FE-436E-AA60-BC2BB18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F42B460-EE17-4DAA-B995-D26C508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D752213-9094-49E1-BFC6-E89A9DF1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F380B4A-3537-4685-A934-446B489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E8544339-A33F-4418-9AA3-65FB2AB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83748A0-990D-4216-A0A3-54B60310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88015F8-ABEE-4DE5-8EA0-6E309DF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4A31ACD-559B-467D-90A5-5BAC56DD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21639BC-345E-495C-ACA2-EA3A724D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9B791DB-9359-48A6-8CAD-8FA9D62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80DF22B-326F-4D3A-A8FF-A8A25228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E31B836-2266-4DCB-A754-E5BED3F4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1EE48C8-4595-45D3-B545-F5B26BE8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D9DA9CB-EBB3-494A-AB39-FFC1AED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7D7D7BC-5C13-483F-853C-AF97DE7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01F3856-B9BE-4DDA-9ED0-A6FB7818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3ADEE4C-CDD7-4B7D-AD36-4C40716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FB9E8A6-B590-49E5-BF92-2754F1D8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39F9E50-B98A-4B28-8C07-BC1D8AA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1E2F83C-8D41-4231-B4EE-BA50907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9C3F67D-3341-4D4C-9634-B6863CA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1A4C547-90B3-4240-8D4E-3FC78A8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7A8B64E-DE9B-44CB-ACC2-1616867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11CAAC8-AA03-4E42-9864-4AF7B78F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9C3AC78-DC73-4098-8F27-72C92DEF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1F17B47-B3E4-4927-A3A5-FEB30DE4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1F09281B-4E91-4975-8954-A6943DB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F5FAE15E-2634-4E19-9EE4-82F764AF7F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6AD1CEB-5479-4937-9F56-D5A97A8B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EC00E95-AE3F-47C3-91A1-F25C20B3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84E9E68-4016-4A5C-AE2B-7A16BC9CA2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92644931-6805-43CA-BA4E-47A5AF61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D7ABCA9-6C6B-4555-A91C-D4D8B132E45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C68BC8F-2B09-49B0-A175-6CB9C5EC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3FD7D19-0EA1-4E4B-8AEA-99503A80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A52298-3640-44D8-B459-A7B58520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F8291C8-8038-4D80-9F1E-12D7FED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C2BDD3D-A886-46BF-9619-AAFDCAED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DB991E4-1516-419F-ACC9-53B0DFC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782E159-0B86-4B6F-B7D8-0D83D07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A19A736-F7DF-426E-BBC7-2EF4FA92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A6F3908-0955-47AA-AD84-1A996C8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60E1445-F849-4872-A056-9867FB6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2FCDB8A-6246-4EF4-919E-B8C6E8E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A85084E-0697-4800-BBDB-ED62A40D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87965F7-46DA-4B29-891B-59A7634E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FE1DC0E-FECF-4CBB-B7D8-6AA7664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B97AE47-F446-40FA-82C8-995D924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CD25B89-A1B3-4B8C-84F8-6E53840B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81ABCEA-0B29-4185-85C9-C00D10C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C108883-CE5C-4781-86B1-71191CB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F6CD7D5-F865-4D22-955A-286C491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292EBA6-D0D5-4187-BE2E-9258192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F0DC45A-EF9E-4FAC-BC82-B9467AE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B8D357C-889E-4073-A2C5-70F6828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DB5877A-FE0D-4CED-98DE-1C02558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4EBF235-8539-4DAE-9EDE-4B4333B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E560759-F9C0-4994-B50D-DFF824FE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9ECE347-C4B3-4EEA-A004-F9FEBE88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CC6CCCC-3F77-4E7D-B7D5-456FFE9E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2F68FB9-1E80-4CD9-8233-0FB1E9BF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876BD6B2-7429-4975-B77D-92BD030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C07E2D3B-824D-4B4F-BD76-044649E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D977FD8-DF22-40A8-9024-B59948FF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4055ED1-ED11-413E-AF21-379FAD4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408A775-1933-4F98-893D-9CCB199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5301B60-E9E7-48D6-978D-35D372E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3307A00D-3E8A-471E-9125-6FF9983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94114BE-19AD-4AE2-81D1-5173220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EFE8687-E1CD-4514-9D5C-60F2637C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D984370-9F16-4E58-9A4B-A29B31D3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5ADC54A-C4D8-4B58-A152-5ED18CA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0F5EAD9-783E-4642-B7CF-6D0122BB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073DA9D-5DB3-41DE-B673-D46C5791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ED7A810-D65A-4ADF-AC4D-337E3AA1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20C7E31-9AA5-4D81-99C5-3B7B28C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CB0C652-99E8-4525-A203-79CCB02D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B67D586-7E0D-4CDB-8098-40F5B2A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D02D497-301A-4EE1-B079-06A8FC16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2E7FDDD-2589-4883-81D1-1807921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6CFD8DA-5FEF-4B08-BB66-107F6CC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DC9F22B-603E-4127-859C-48A2DCD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591E1602-8238-48D8-90F7-714033BE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CAB3289-47FB-4A4F-992C-EAECA10D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AD874449-0E58-4A04-9738-E452FD10AD2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DE43B88-9AD0-4AA1-BCA3-4F3A79F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B8259224-787A-4D37-9133-73B9B9CC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107A59D-00F0-40AD-A3F0-8370A6B92B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6697C07A-4A06-4BD8-B1B9-7E372E0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77627B2-7826-4752-A7BE-E32F6B636AF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D8E1527-8B95-4BB4-885A-93074DE2095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2B0DA1CE-DB53-4B73-8895-4207F7AE467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077E4FB-E04C-497D-B38D-E8C270C0EF5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D68AFE5-54BA-4F27-A682-ACEC9163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AD46F57-1CBE-43CB-A5E5-9770399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E4BD34D-578D-4EAB-882E-B68AA8D7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3960521-5363-474C-B488-347D972B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2DD0B6A-538D-4949-A29A-1C130FA5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9ACCBBF-0020-4FC7-BD6C-EA04AFC4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ADBE52C-2553-4A31-A194-973F395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F5A2A36-1643-49C8-8305-26C92616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E68EC9B-671A-4AA9-8308-442ED748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85AD35C-F0BE-41C7-A6EA-7A67ED61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C8E8A7C-3FAD-419A-9C1B-5C6E53B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9D78A34-85CB-4DB2-ABC6-C93D1F6F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771337A-C521-4DBF-80C3-C5174833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E241185-8730-404C-8C7B-306D9F5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4C83B75-3A05-439B-AB67-1AA085B5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B9D64FC-4FF0-4715-984A-02E6C2E1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62DA5DAE-43BC-4F94-B0C8-A3B49AEB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9355CAC-D51B-439A-921F-46FE0DE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4A861CD-2419-4D5B-A125-C60A987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5DD86DE-08C8-42DE-9F46-952DD11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91043F1-52AB-4FAA-9998-344F07A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02FD11E-0EF4-4EDD-AD88-9E2C904F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7AEDDC1-15BB-49E1-83E2-477165FF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60F8527-FD82-4FA7-93B1-5AD5A691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2EFACB5-CBC4-453D-B8EA-936D55F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7F3E3AA-9311-4E26-ACA7-9495721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E3EC2BC-5EE7-48AA-8B0E-3A884263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D35515D-29D6-479D-B0B2-E150FB74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D47AFAB2-B348-46C1-ADC9-BC42ECA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7E05847-043B-48E5-AB0C-FA7F73D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D855222-5E79-473F-831B-560FB116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14E975D-35B9-435F-9B96-0A3D17C3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8A92300-DB6F-400C-BAB9-B610E18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0E70CE8-B309-45FA-A6BA-6CD0A264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69A0440-4E5C-4274-9ABE-8AFADCB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4FF3733-DBA5-4D29-BF50-AC02650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EF1FDDC-3134-4566-B22C-46D27E8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6AD701F-254B-4988-81D1-E97DFCF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1FCBC88-6FB8-47F9-8147-5D6982B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29813CFF-D0F9-423D-B7FD-BA71B09E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DAD68B7-4980-48A5-9CA7-56B88C93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9B0EC02-05BC-4DF1-84C9-C8BA2A2C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8D10B09-444F-4CB3-B33C-7419A93E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4D759B0-854E-4F2B-8C38-CBC3523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AA3F757-F620-43BE-BC04-CA579EF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7897A61-B00F-45AC-BD61-5AAD80A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B992F9-F4D2-4D00-B2A8-883D5596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06CEB17D-9942-4846-B767-B899B0CD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E75A5B2-7741-4EF8-B341-3B3F3F44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FEF05A4-BAE2-4E96-BDA5-50D10496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99C64C3-1D4D-4624-8781-31A50321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CE20AFE7-62D1-4463-8CBF-B3AFA86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C59AFD1D-E609-4155-B482-67C6839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0E96824-5573-4547-9935-026D0B823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C8B1DD6C-969C-4A86-8440-22246A26C0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C0A7B8C-B923-421E-8F90-605A4FE9A62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EF0D74BC-DA63-4936-961E-6F035DF7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74C73EAB-1CAF-4350-9313-18E16F85BA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03EABD7-14F7-473F-B9CB-CA9587DB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02753DD-E43A-40B9-BF42-C6E5C258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0117CF8-A933-46EC-BC1F-8E129E5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0279C85-A8DC-452F-9FF5-9AA42637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44E3B44-7FBC-4553-B062-1ADF8B2D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1E65D55-D5F7-4E00-85DF-E83ED01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9A22460-B1D2-4E76-9498-F5F52F8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66F4173-D00B-4385-874E-719C0C7F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C5D524A-64D4-4F9F-BA67-26185E3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91A0893-755F-4B35-9E45-C77D56E1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6BFAD6C-4E4F-429A-B798-08B1C06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6F17FF6-B3D7-4E34-99AB-0C09A6DD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4C412E5-58C3-4781-BE9D-246FC39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F90D169-123B-4AB3-8D01-5575114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8607BE1-5E29-4D72-9DB3-2B26D48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57BE6C5-9649-43F5-AE68-9488B802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799873-5F90-4514-8A52-7B42FBE4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1D67CD3-C07B-4795-B5C5-1CF1A260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130E274-F43D-4A2D-97D0-051A7C3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7C6C5A3-3632-4702-918F-C18F1C07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9AC86A6-46AE-4143-ACE1-9C539C5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051F7E9-5D13-435D-8BEF-3C84007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19B518E-FA21-42D8-8714-AA82A9B7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7805ED8-29AB-44FD-9F99-B4B17E9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50467C8-E1E6-488E-A411-06BE3A0D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F8EAF57-5253-4641-A4BB-97D57FC9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DF2B6B3C-1A75-40B5-8A4D-CA0F115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0CEE73A-7AAA-4ECE-BE65-D38F46C6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7E09614B-A0D1-4ADA-B0D4-0E4972C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F664471-2DEC-4839-8C85-592C2EA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F6564B3-E213-4708-97F7-8B445C3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8646543-508C-48D2-ACAE-393C12E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D54D9B0-238F-4535-A0AD-713BEC9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61B9DFB-B821-44D9-817D-A962C64C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C9DAF31-FCBC-44CE-B610-8E6C9AE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EB4F4B9-6616-4D47-A648-77180D5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36DA5C1-86F9-4AFD-BB9F-BA4EE1B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AA369B9-BAA5-4348-98F1-4757659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BEA9840-180C-4A85-98F4-866BE50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B252587F-4753-4C25-92DB-4F1ABE6E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EB524CB-B783-4A21-958B-816ED21C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AE870716-5532-49AD-902B-B453680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A3CC531-C700-4B2C-AB96-D57CC21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B06DDAD-3153-448F-9AEE-0A4178A1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2D9BA04-ACDC-4A0D-9846-C19281A4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C23C601-F2E4-42B9-8AFE-DEB6F2D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1098B34-236A-4CC7-B205-8C03F92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B83188F-269C-45CC-A98B-4E942B52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574D4A7-6BC1-46EC-BC4F-3FAE9F1C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763F0FBB-FA34-44C8-A7EB-1415C84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9FC325B-80C3-47CF-AA7F-998CA51B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B4A9B1B-ACEF-436A-A31E-82A3BB0B35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D168B997-765E-4539-AD51-4DED24B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1C8B973-3C57-4FA1-A6BB-EE1D61AD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A6883FD-D568-4DC0-882C-678B3194A3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64B97ED-D40B-497F-B7DD-73A74E5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A3AA8E1-1602-45BE-BB43-475F5179652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92D248A-C6B1-42C3-8489-06F76546C42D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91F053F6-4465-43D1-B546-E6BAF74A8199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1B53530-A7BB-4111-8085-4AB5E0304CE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09478EF-4EB6-4172-A9E4-129F98A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4D5C7CB-D7CD-4C26-B521-08C9549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EC137F8-7C8B-4FC4-AA84-56DC459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CEACE47-352D-4861-BCEF-02686FE9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24BF7C5-8CAC-4C2D-BFD4-73810E1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3893333-6D17-4E86-8CD1-328A4869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0D4B2352-38AE-4203-AD24-CE0A194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AA168F3-9AA8-4085-A293-D5A53397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D4C1E94-BE37-4055-8A32-0668597D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792D4C1-179B-4B92-BEFE-155566B4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44940CB-3560-4F0E-840C-D1EEB4B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7E89BEF-BD25-486B-9AC3-F782CB6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59B52DF-C069-4439-A311-F9DD8AD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E692E504-829A-4FD1-A19E-AE76A81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3E9CA73-D2E6-43F2-AB15-37E5134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EA2B14E-6378-474F-ACC0-C3225F0B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78D10430-F791-4426-955A-473FA0B6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2CA5950-3FB6-425A-BEB3-DCA33A54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87CF135-EB5C-4657-88FA-E56F9BF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84CCAAE-F652-405D-AF7E-8D2F969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6447B53-21A9-4F27-B8E5-ECCC5A7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D9565CE-2342-4097-8AEE-07B3357D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152160-3B7C-4DE6-9872-FAAF4D42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2C900D4-08B1-479C-8C13-CACF7EE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C10B8D4-4AB9-4BEA-895A-8DFC050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83A83F2-B3BB-4B80-BB5B-66784B9A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1CDFB4B-D6A1-49E0-A9E7-4B88585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664EDEC-9996-412D-9DBF-FEF5B7C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7EFDC394-2A51-4119-AADC-BB1A5962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72BEA5B-D23E-4DF0-A76A-4D1C57D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BA1179E-EDA0-4DEF-913C-99BBE5BF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1B66B65-3A45-47A3-91C9-29294DBE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960911B-DFA0-43E8-A9F3-474765C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B7756C8-E3C3-4F9C-9844-09D020DA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C08C553-B0E9-4417-9B11-2F0EA48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DFF4403-F253-4341-8D92-D1449BAA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B6B6C8E-20D1-4D83-A2B7-89385587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C8F7A7E-9987-4BE1-9DDD-104869A2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4DAD648-C4CA-4405-90A1-E092623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AFBB4EE-D08A-418D-9EBA-71A7642C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B4BFDD6-1D5D-4A77-828F-612CC60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F9CB292-AE93-4766-BFAD-E1568ABF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8A7383E-687D-4F04-81F5-EA106D0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70B401B-A095-48CC-B468-15D4078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B27902D-9749-43EA-8E6C-0BE3633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B07AB1C-F3F6-4D9B-A4A6-4E36343A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FA873C1-5130-4449-A0C5-420492F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7207BC6-F127-49EA-9C3A-264E2BDF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FCD53D4-15C8-4AD1-B8DF-75F8AF2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D3A5354-11C7-445B-B017-224F5253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70C1F83C-9B8F-43C3-B087-2488DC6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0332FC74-66FD-45EE-BE7A-42951C9EFE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52407DA7-D2C2-4169-AC5A-6D6A001C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1EF5610-5FFC-45EB-B322-92F083E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506AA45-DAC6-4489-9A7E-3577925846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344798B3-FC7B-4A6F-A738-C2E9D85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2EAE3D7-BD16-4724-892D-18B350B28DD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67646f194b4d33" /><Relationship Type="http://schemas.openxmlformats.org/officeDocument/2006/relationships/slideLayout" Target="/ppt/slideLayouts/slideLayout1.xml" Id="Re1469037af564619" /><Relationship Type="http://schemas.openxmlformats.org/officeDocument/2006/relationships/slideLayout" Target="/ppt/slideLayouts/slideLayout2.xml" Id="Rb07b81115f924975" /><Relationship Type="http://schemas.openxmlformats.org/officeDocument/2006/relationships/slideLayout" Target="/ppt/slideLayouts/slideLayout3.xml" Id="R5ce72b02c32e4712" /><Relationship Type="http://schemas.openxmlformats.org/officeDocument/2006/relationships/slideLayout" Target="/ppt/slideLayouts/slideLayout4.xml" Id="R4aaabda45c854610" /><Relationship Type="http://schemas.openxmlformats.org/officeDocument/2006/relationships/slideLayout" Target="/ppt/slideLayouts/slideLayout5.xml" Id="R12c57fffaa31495f" /><Relationship Type="http://schemas.openxmlformats.org/officeDocument/2006/relationships/slideLayout" Target="/ppt/slideLayouts/slideLayout6.xml" Id="R8956235c07124c41" /><Relationship Type="http://schemas.openxmlformats.org/officeDocument/2006/relationships/slideLayout" Target="/ppt/slideLayouts/slideLayout7.xml" Id="R9d380b739f6d443b" /><Relationship Type="http://schemas.openxmlformats.org/officeDocument/2006/relationships/slideLayout" Target="/ppt/slideLayouts/slideLayout8.xml" Id="R3e804279d9f64dc2" /><Relationship Type="http://schemas.openxmlformats.org/officeDocument/2006/relationships/slideLayout" Target="/ppt/slideLayouts/slideLayout9.xml" Id="R5143c02c84f2441f" /><Relationship Type="http://schemas.openxmlformats.org/officeDocument/2006/relationships/slideLayout" Target="/ppt/slideLayouts/slideLayout10.xml" Id="R13de3d0e810d44c2" /><Relationship Type="http://schemas.openxmlformats.org/officeDocument/2006/relationships/slideLayout" Target="/ppt/slideLayouts/slideLayout11.xml" Id="R222a0512036a4e07" /><Relationship Type="http://schemas.openxmlformats.org/officeDocument/2006/relationships/slideLayout" Target="/ppt/slideLayouts/slideLayout12.xml" Id="R284d750b7ebb4a88" /><Relationship Type="http://schemas.openxmlformats.org/officeDocument/2006/relationships/slideLayout" Target="/ppt/slideLayouts/slideLayout13.xml" Id="R7fd0e8509795431c" /><Relationship Type="http://schemas.openxmlformats.org/officeDocument/2006/relationships/slideLayout" Target="/ppt/slideLayouts/slideLayout14.xml" Id="Ra484ad6267424b19" /><Relationship Type="http://schemas.openxmlformats.org/officeDocument/2006/relationships/slideLayout" Target="/ppt/slideLayouts/slideLayout15.xml" Id="R6fe4db98ee2f41ad" /><Relationship Type="http://schemas.openxmlformats.org/officeDocument/2006/relationships/slideLayout" Target="/ppt/slideLayouts/slideLayout16.xml" Id="Rc607bd051c534a88" /><Relationship Type="http://schemas.openxmlformats.org/officeDocument/2006/relationships/slideLayout" Target="/ppt/slideLayouts/slideLayout17.xml" Id="Re2033256a5f84ea7" /><Relationship Type="http://schemas.openxmlformats.org/officeDocument/2006/relationships/slideLayout" Target="/ppt/slideLayouts/slideLayout18.xml" Id="R5515ec39d7844325" /><Relationship Type="http://schemas.openxmlformats.org/officeDocument/2006/relationships/slideLayout" Target="/ppt/slideLayouts/slideLayout19.xml" Id="R2ff1647f8cbe4091" /><Relationship Type="http://schemas.openxmlformats.org/officeDocument/2006/relationships/slideLayout" Target="/ppt/slideLayouts/slideLayout20.xml" Id="R8a16f3cc1c41475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41a13db0c294ca7" /><Relationship Type="http://schemas.openxmlformats.org/officeDocument/2006/relationships/slideLayout" Target="/ppt/slideLayouts/slideLayout21.xml" Id="R342a45376817445f" /><Relationship Type="http://schemas.openxmlformats.org/officeDocument/2006/relationships/slideLayout" Target="/ppt/slideLayouts/slideLayout22.xml" Id="Rad1e9299352e4c69" /><Relationship Type="http://schemas.openxmlformats.org/officeDocument/2006/relationships/slideLayout" Target="/ppt/slideLayouts/slideLayout23.xml" Id="R4ab97e5384164fc8" /><Relationship Type="http://schemas.openxmlformats.org/officeDocument/2006/relationships/slideLayout" Target="/ppt/slideLayouts/slideLayout24.xml" Id="R4b360735183541b0" /><Relationship Type="http://schemas.openxmlformats.org/officeDocument/2006/relationships/slideLayout" Target="/ppt/slideLayouts/slideLayout25.xml" Id="R6f15b996dd034cff" /><Relationship Type="http://schemas.openxmlformats.org/officeDocument/2006/relationships/slideLayout" Target="/ppt/slideLayouts/slideLayout26.xml" Id="Ra542afd52c904af7" /><Relationship Type="http://schemas.openxmlformats.org/officeDocument/2006/relationships/slideLayout" Target="/ppt/slideLayouts/slideLayout27.xml" Id="R9531fcccb04845a5" /><Relationship Type="http://schemas.openxmlformats.org/officeDocument/2006/relationships/slideLayout" Target="/ppt/slideLayouts/slideLayout28.xml" Id="R17f61ababef94bf5" /><Relationship Type="http://schemas.openxmlformats.org/officeDocument/2006/relationships/slideLayout" Target="/ppt/slideLayouts/slideLayout29.xml" Id="Rb17d08179f024fc7" /><Relationship Type="http://schemas.openxmlformats.org/officeDocument/2006/relationships/slideLayout" Target="/ppt/slideLayouts/slideLayout30.xml" Id="R9d847634076246b7" /><Relationship Type="http://schemas.openxmlformats.org/officeDocument/2006/relationships/slideLayout" Target="/ppt/slideLayouts/slideLayout31.xml" Id="Rb5054787f2384796" /><Relationship Type="http://schemas.openxmlformats.org/officeDocument/2006/relationships/slideLayout" Target="/ppt/slideLayouts/slideLayout32.xml" Id="R48a4f9718e944e4f" /><Relationship Type="http://schemas.openxmlformats.org/officeDocument/2006/relationships/slideLayout" Target="/ppt/slideLayouts/slideLayout33.xml" Id="R352b8767b8b64b8b" /><Relationship Type="http://schemas.openxmlformats.org/officeDocument/2006/relationships/slideLayout" Target="/ppt/slideLayouts/slideLayout34.xml" Id="Rc49fee343697407f" /><Relationship Type="http://schemas.openxmlformats.org/officeDocument/2006/relationships/slideLayout" Target="/ppt/slideLayouts/slideLayout35.xml" Id="Rb5177d844478414d" /><Relationship Type="http://schemas.openxmlformats.org/officeDocument/2006/relationships/slideLayout" Target="/ppt/slideLayouts/slideLayout36.xml" Id="Rddea1accd312408e" /><Relationship Type="http://schemas.openxmlformats.org/officeDocument/2006/relationships/slideLayout" Target="/ppt/slideLayouts/slideLayout37.xml" Id="R23f1c86c5e8f49cb" /><Relationship Type="http://schemas.openxmlformats.org/officeDocument/2006/relationships/slideLayout" Target="/ppt/slideLayouts/slideLayout38.xml" Id="R692436bae9514861" /><Relationship Type="http://schemas.openxmlformats.org/officeDocument/2006/relationships/slideLayout" Target="/ppt/slideLayouts/slideLayout39.xml" Id="Rfe9ca0ee82ec4b9d" /><Relationship Type="http://schemas.openxmlformats.org/officeDocument/2006/relationships/slideLayout" Target="/ppt/slideLayouts/slideLayout40.xml" Id="R35ec535552d24e6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459097a01954f30" /><Relationship Type="http://schemas.openxmlformats.org/officeDocument/2006/relationships/slideLayout" Target="/ppt/slideLayouts/slideLayout41.xml" Id="Rdb376388cad043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C46C5A5-997B-4BAD-8948-9D9F90C1D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9EF5EB-9AAF-4522-8BBB-0322AFE863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69037af564619"/>
    <p:sldLayoutId xmlns:r="http://schemas.openxmlformats.org/officeDocument/2006/relationships" id="2147483650" r:id="Rb07b81115f924975"/>
    <p:sldLayoutId xmlns:r="http://schemas.openxmlformats.org/officeDocument/2006/relationships" id="2147483651" r:id="R5ce72b02c32e4712"/>
    <p:sldLayoutId xmlns:r="http://schemas.openxmlformats.org/officeDocument/2006/relationships" id="2147483652" r:id="R4aaabda45c854610"/>
    <p:sldLayoutId xmlns:r="http://schemas.openxmlformats.org/officeDocument/2006/relationships" id="2147483653" r:id="R12c57fffaa31495f"/>
    <p:sldLayoutId xmlns:r="http://schemas.openxmlformats.org/officeDocument/2006/relationships" id="2147483654" r:id="R8956235c07124c41"/>
    <p:sldLayoutId xmlns:r="http://schemas.openxmlformats.org/officeDocument/2006/relationships" id="2147483655" r:id="R9d380b739f6d443b"/>
    <p:sldLayoutId xmlns:r="http://schemas.openxmlformats.org/officeDocument/2006/relationships" id="2147483656" r:id="R3e804279d9f64dc2"/>
    <p:sldLayoutId xmlns:r="http://schemas.openxmlformats.org/officeDocument/2006/relationships" id="2147483657" r:id="R5143c02c84f2441f"/>
    <p:sldLayoutId xmlns:r="http://schemas.openxmlformats.org/officeDocument/2006/relationships" id="2147483658" r:id="R13de3d0e810d44c2"/>
    <p:sldLayoutId xmlns:r="http://schemas.openxmlformats.org/officeDocument/2006/relationships" id="2147483659" r:id="R222a0512036a4e07"/>
    <p:sldLayoutId xmlns:r="http://schemas.openxmlformats.org/officeDocument/2006/relationships" id="2147483660" r:id="R284d750b7ebb4a88"/>
    <p:sldLayoutId xmlns:r="http://schemas.openxmlformats.org/officeDocument/2006/relationships" id="2147483661" r:id="R7fd0e8509795431c"/>
    <p:sldLayoutId xmlns:r="http://schemas.openxmlformats.org/officeDocument/2006/relationships" id="2147483662" r:id="Ra484ad6267424b19"/>
    <p:sldLayoutId xmlns:r="http://schemas.openxmlformats.org/officeDocument/2006/relationships" id="2147483663" r:id="R6fe4db98ee2f41ad"/>
    <p:sldLayoutId xmlns:r="http://schemas.openxmlformats.org/officeDocument/2006/relationships" id="2147483664" r:id="Rc607bd051c534a88"/>
    <p:sldLayoutId xmlns:r="http://schemas.openxmlformats.org/officeDocument/2006/relationships" id="2147483665" r:id="Re2033256a5f84ea7"/>
    <p:sldLayoutId xmlns:r="http://schemas.openxmlformats.org/officeDocument/2006/relationships" id="2147483666" r:id="R5515ec39d7844325"/>
    <p:sldLayoutId xmlns:r="http://schemas.openxmlformats.org/officeDocument/2006/relationships" id="2147483667" r:id="R2ff1647f8cbe4091"/>
    <p:sldLayoutId xmlns:r="http://schemas.openxmlformats.org/officeDocument/2006/relationships" id="2147483668" r:id="R8a16f3cc1c41475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C26DBC7-42EC-4A03-993E-1AE2BAD44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D86AD08-070B-4E18-B98C-1CCFC5D39E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342a45376817445f"/>
    <p:sldLayoutId xmlns:r="http://schemas.openxmlformats.org/officeDocument/2006/relationships" id="2147483671" r:id="Rad1e9299352e4c69"/>
    <p:sldLayoutId xmlns:r="http://schemas.openxmlformats.org/officeDocument/2006/relationships" id="2147483672" r:id="R4ab97e5384164fc8"/>
    <p:sldLayoutId xmlns:r="http://schemas.openxmlformats.org/officeDocument/2006/relationships" id="2147483673" r:id="R4b360735183541b0"/>
    <p:sldLayoutId xmlns:r="http://schemas.openxmlformats.org/officeDocument/2006/relationships" id="2147483674" r:id="R6f15b996dd034cff"/>
    <p:sldLayoutId xmlns:r="http://schemas.openxmlformats.org/officeDocument/2006/relationships" id="2147483675" r:id="Ra542afd52c904af7"/>
    <p:sldLayoutId xmlns:r="http://schemas.openxmlformats.org/officeDocument/2006/relationships" id="2147483676" r:id="R9531fcccb04845a5"/>
    <p:sldLayoutId xmlns:r="http://schemas.openxmlformats.org/officeDocument/2006/relationships" id="2147483677" r:id="R17f61ababef94bf5"/>
    <p:sldLayoutId xmlns:r="http://schemas.openxmlformats.org/officeDocument/2006/relationships" id="2147483678" r:id="Rb17d08179f024fc7"/>
    <p:sldLayoutId xmlns:r="http://schemas.openxmlformats.org/officeDocument/2006/relationships" id="2147483679" r:id="R9d847634076246b7"/>
    <p:sldLayoutId xmlns:r="http://schemas.openxmlformats.org/officeDocument/2006/relationships" id="2147483680" r:id="Rb5054787f2384796"/>
    <p:sldLayoutId xmlns:r="http://schemas.openxmlformats.org/officeDocument/2006/relationships" id="2147483681" r:id="R48a4f9718e944e4f"/>
    <p:sldLayoutId xmlns:r="http://schemas.openxmlformats.org/officeDocument/2006/relationships" id="2147483682" r:id="R352b8767b8b64b8b"/>
    <p:sldLayoutId xmlns:r="http://schemas.openxmlformats.org/officeDocument/2006/relationships" id="2147483683" r:id="Rc49fee343697407f"/>
    <p:sldLayoutId xmlns:r="http://schemas.openxmlformats.org/officeDocument/2006/relationships" id="2147483684" r:id="Rb5177d844478414d"/>
    <p:sldLayoutId xmlns:r="http://schemas.openxmlformats.org/officeDocument/2006/relationships" id="2147483685" r:id="Rddea1accd312408e"/>
    <p:sldLayoutId xmlns:r="http://schemas.openxmlformats.org/officeDocument/2006/relationships" id="2147483686" r:id="R23f1c86c5e8f49cb"/>
    <p:sldLayoutId xmlns:r="http://schemas.openxmlformats.org/officeDocument/2006/relationships" id="2147483687" r:id="R692436bae9514861"/>
    <p:sldLayoutId xmlns:r="http://schemas.openxmlformats.org/officeDocument/2006/relationships" id="2147483688" r:id="Rfe9ca0ee82ec4b9d"/>
    <p:sldLayoutId xmlns:r="http://schemas.openxmlformats.org/officeDocument/2006/relationships" id="2147483689" r:id="R35ec535552d24e6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db376388cad043b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1f85dd272f453b" /><Relationship Type="http://schemas.openxmlformats.org/officeDocument/2006/relationships/notesSlide" Target="/ppt/notesSlides/notesSlide1.xml" Id="Redf1c5d625dc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9b6214db5164f5a" /><Relationship Type="http://schemas.openxmlformats.org/officeDocument/2006/relationships/notesSlide" Target="/ppt/notesSlides/notesSlide2.xml" Id="R5b6c8b19e6d744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666113703b4067" /><Relationship Type="http://schemas.openxmlformats.org/officeDocument/2006/relationships/image" Target="/ppt/media/image2.png" Id="R828d0b6eed8d460b" /><Relationship Type="http://schemas.openxmlformats.org/officeDocument/2006/relationships/notesSlide" Target="/ppt/notesSlides/notesSlide3.xml" Id="R3e906ad1c43a41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30aca91e7704fb5" /><Relationship Type="http://schemas.openxmlformats.org/officeDocument/2006/relationships/notesSlide" Target="/ppt/notesSlides/notesSlide4.xml" Id="R58e4cb80ea1d4a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099d4a35ff41a9" /><Relationship Type="http://schemas.openxmlformats.org/officeDocument/2006/relationships/image" Target="/ppt/media/image3.png" Id="Rb10f29e852da4a9e" /><Relationship Type="http://schemas.openxmlformats.org/officeDocument/2006/relationships/notesSlide" Target="/ppt/notesSlides/notesSlide5.xml" Id="R673d30fac8bf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ca333aa466f4976" /><Relationship Type="http://schemas.openxmlformats.org/officeDocument/2006/relationships/notesSlide" Target="/ppt/notesSlides/notesSlide6.xml" Id="R2eb7dab1663f48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094e2191efa453c" /><Relationship Type="http://schemas.openxmlformats.org/officeDocument/2006/relationships/image" Target="/ppt/media/image4.png" Id="R6c94381dbbae4ea9" /><Relationship Type="http://schemas.openxmlformats.org/officeDocument/2006/relationships/notesSlide" Target="/ppt/notesSlides/notesSlide7.xml" Id="R186b9b83cfc243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1accd2f312c49c0" /><Relationship Type="http://schemas.openxmlformats.org/officeDocument/2006/relationships/notesSlide" Target="/ppt/notesSlides/notesSlide8.xml" Id="Rf04caed39e75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b57622e3d1247d0" /><Relationship Type="http://schemas.openxmlformats.org/officeDocument/2006/relationships/notesSlide" Target="/ppt/notesSlides/notesSlide9.xml" Id="R431b17dd3c1c41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420c3ba326745ce" /><Relationship Type="http://schemas.openxmlformats.org/officeDocument/2006/relationships/notesSlide" Target="/ppt/notesSlides/notesSlide10.xml" Id="Rd41fdc7dca7442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8a142debafa4a60" /><Relationship Type="http://schemas.openxmlformats.org/officeDocument/2006/relationships/notesSlide" Target="/ppt/notesSlides/notesSlide11.xml" Id="Re0e94680d83240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f6bd7fa2434ead" /><Relationship Type="http://schemas.openxmlformats.org/officeDocument/2006/relationships/notesSlide" Target="/ppt/notesSlides/notesSlide12.xml" Id="R1c8bd15393244e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41615ba9c04cf7" /><Relationship Type="http://schemas.openxmlformats.org/officeDocument/2006/relationships/notesSlide" Target="/ppt/notesSlides/notesSlide13.xml" Id="R1270e5c9da9d42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Freeform 8">
            <a:extLst xmlns:a="http://schemas.openxmlformats.org/drawingml/2006/main">
              <a:ext uri="{FF2B5EF4-FFF2-40B4-BE49-F238E27FC236}">
                <a16:creationId xmlns:a16="http://schemas.microsoft.com/office/drawing/2014/main" id="{6DA77B16-4D83-4993-9E51-4538F9F4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815" y="232406"/>
            <a:ext cx="588637" cy="543771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D4A4C4E-EBB8-460C-A3EC-175BA25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653" y="302918"/>
            <a:ext cx="434274" cy="40147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E3B58C0-5CB3-488A-8AC1-8106B570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136" y="342939"/>
            <a:ext cx="48023" cy="5336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7B9CA6D-1A84-49DD-B1AB-7A8C2EC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3141" y="443943"/>
            <a:ext cx="45965" cy="45737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8E0B146-3851-4FAB-AE23-74C0333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856" y="297836"/>
            <a:ext cx="50082" cy="4954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2207970-7013-457F-9EF1-2976D20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3141" y="515090"/>
            <a:ext cx="43221" cy="3811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042AA30-596D-470B-96B2-0CD8990C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365" y="713287"/>
            <a:ext cx="30186" cy="4002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03D63FE-5FD9-4605-A8B9-99004D8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292" y="578615"/>
            <a:ext cx="44593" cy="35573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9">
            <a:extLst xmlns:a="http://schemas.openxmlformats.org/drawingml/2006/main">
              <a:ext uri="{FF2B5EF4-FFF2-40B4-BE49-F238E27FC236}">
                <a16:creationId xmlns:a16="http://schemas.microsoft.com/office/drawing/2014/main" id="{236977AC-EFF9-4756-8FA0-83CF6008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362" y="337221"/>
            <a:ext cx="52826" cy="5336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C39F56B-9523-456E-8D1A-64FA04B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460" y="696136"/>
            <a:ext cx="37047" cy="3938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4C66314-B8F0-44AE-8506-6CDBFC5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444" y="292754"/>
            <a:ext cx="50082" cy="45102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369F504-8216-4415-87C7-6EE4A7B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633" y="251463"/>
            <a:ext cx="39791" cy="4002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553CD42-F991-4B88-B740-D65F3AD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343" y="713287"/>
            <a:ext cx="30872" cy="4065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53DCD0B-7BBB-4646-8D42-2C3B15E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283" y="259086"/>
            <a:ext cx="41163" cy="43196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103A772-A0CB-4E98-9D0E-425856BF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753" y="405193"/>
            <a:ext cx="48023" cy="35573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BD562C6-2C5C-4004-8BC6-948E7CE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439" y="572263"/>
            <a:ext cx="47337" cy="4065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491EAEE-EF06-4DE9-B2E0-F1FBCD30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590" y="509373"/>
            <a:ext cx="41849" cy="34303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321B1F8-D72A-419A-A4BB-5A82029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007" y="266709"/>
            <a:ext cx="37733" cy="438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13E273B-F95E-42BF-8312-9BD0B82A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664" y="393758"/>
            <a:ext cx="43221" cy="34938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C8E0B45-E2A3-4401-9C25-F616116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904" y="459189"/>
            <a:ext cx="41849" cy="2540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65F7341-5C8A-40C2-B64F-286D4349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750" y="255910"/>
            <a:ext cx="25384" cy="3938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7813CF3-FC0A-4D52-8B4C-A93666F3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701" y="698677"/>
            <a:ext cx="31558" cy="3811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1CE2052-35D1-4165-B893-61CEABF2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177" y="320070"/>
            <a:ext cx="397913" cy="36780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矩形 142">
            <a:extLst xmlns:a="http://schemas.openxmlformats.org/drawingml/2006/main">
              <a:ext uri="{FF2B5EF4-FFF2-40B4-BE49-F238E27FC236}">
                <a16:creationId xmlns:a16="http://schemas.microsoft.com/office/drawing/2014/main" id="{F15F475A-0094-4405-B404-22CB2B0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5" y="2465657"/>
            <a:ext cx="8819190" cy="15544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lvl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面向边缘智能场景的小型机械臂云边协同控制系统的设计</a:t>
            </a:r>
            <a:endParaRPr sz="4000" b="1" spc="300">
              <a:solidFill>
                <a:schemeClr val="accent1"/>
              </a:solidFill>
              <a:latin typeface="Palatino"/>
              <a:ea typeface="Palatino"/>
              <a:cs typeface="Palatino"/>
            </a:endParaRPr>
          </a:p>
        </p:txBody>
      </p:sp>
      <p:sp>
        <p:nvSpPr>
          <p:cNvPr id="148" name="文本框 147">
            <a:extLst xmlns:a="http://schemas.openxmlformats.org/drawingml/2006/main">
              <a:ext uri="{FF2B5EF4-FFF2-40B4-BE49-F238E27FC236}">
                <a16:creationId xmlns:a16="http://schemas.microsoft.com/office/drawing/2014/main" id="{93492A39-941F-49FB-A4CC-39F17F6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3" y="286334"/>
            <a:ext cx="45222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北京大学软件与微电子学院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-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硕士开题报告</a:t>
            </a:r>
            <a:endParaRPr sz="1800" b="1" i="0" u="none" strike="noStrike" kern="1200" cap="none" spc="0" baseline="0">
              <a:ln>
                <a:noFill/>
              </a:ln>
              <a:latin typeface="黑体"/>
              <a:ea typeface="黑体"/>
              <a:cs typeface="黑体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93A3362-418D-4452-92ED-555F3C8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5150485"/>
            <a:ext cx="2468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姓名：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宁业栋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专业：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工程管理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指导教师：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康劲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92968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0  预期成果与适用边界">
            <a:extLst xmlns:a="http://schemas.openxmlformats.org/drawingml/2006/main">
              <a:ext uri="{FF2B5EF4-FFF2-40B4-BE49-F238E27FC236}">
                <a16:creationId xmlns:a16="http://schemas.microsoft.com/office/drawing/2014/main" id="{2EB1F90F-5B88-40D5-B152-70A6DC3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论文目录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11 / 12">
            <a:extLst xmlns:a="http://schemas.openxmlformats.org/drawingml/2006/main">
              <a:ext uri="{FF2B5EF4-FFF2-40B4-BE49-F238E27FC236}">
                <a16:creationId xmlns:a16="http://schemas.microsoft.com/office/drawing/2014/main" id="{43DDC80B-D271-43BE-ACE1-D0A8C02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系统成果">
            <a:extLst xmlns:a="http://schemas.openxmlformats.org/drawingml/2006/main">
              <a:ext uri="{FF2B5EF4-FFF2-40B4-BE49-F238E27FC236}">
                <a16:creationId xmlns:a16="http://schemas.microsoft.com/office/drawing/2014/main" id="{1230207E-D57D-4493-A8EC-5CC711D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145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形成自然语言任务输入到动作结果验证的">
            <a:extLst xmlns:a="http://schemas.openxmlformats.org/drawingml/2006/main">
              <a:ext uri="{FF2B5EF4-FFF2-40B4-BE49-F238E27FC236}">
                <a16:creationId xmlns:a16="http://schemas.microsoft.com/office/drawing/2014/main" id="{5F4DC6E4-78B4-4F40-AC93-1E8A69A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选题背景与意义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方法成果">
            <a:extLst xmlns:a="http://schemas.openxmlformats.org/drawingml/2006/main">
              <a:ext uri="{FF2B5EF4-FFF2-40B4-BE49-F238E27FC236}">
                <a16:creationId xmlns:a16="http://schemas.microsoft.com/office/drawing/2014/main" id="{95115DA7-2814-45AE-BA33-30BA27AA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给出远程方案有效性核验、有限候选协同">
            <a:extLst xmlns:a="http://schemas.openxmlformats.org/drawingml/2006/main">
              <a:ext uri="{FF2B5EF4-FFF2-40B4-BE49-F238E27FC236}">
                <a16:creationId xmlns:a16="http://schemas.microsoft.com/office/drawing/2014/main" id="{F4619AE8-26AC-48B9-94DE-F5CBD48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研究内容与结构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工程价值">
            <a:extLst xmlns:a="http://schemas.openxmlformats.org/drawingml/2006/main">
              <a:ext uri="{FF2B5EF4-FFF2-40B4-BE49-F238E27FC236}">
                <a16:creationId xmlns:a16="http://schemas.microsoft.com/office/drawing/2014/main" id="{D5710FC7-79F0-4687-99E4-ACFC718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量化任务质量、响应时延与调用成本的权">
            <a:extLst xmlns:a="http://schemas.openxmlformats.org/drawingml/2006/main">
              <a:ext uri="{FF2B5EF4-FFF2-40B4-BE49-F238E27FC236}">
                <a16:creationId xmlns:a16="http://schemas.microsoft.com/office/drawing/2014/main" id="{0E215D0A-CB1A-40F6-A56A-449D03B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8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毕设进度安排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564840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  研究背景：复杂操作需求与边缘资">
            <a:extLst xmlns:a="http://schemas.openxmlformats.org/drawingml/2006/main">
              <a:ext uri="{FF2B5EF4-FFF2-40B4-BE49-F238E27FC236}">
                <a16:creationId xmlns:a16="http://schemas.microsoft.com/office/drawing/2014/main" id="{B1424AC3-8EDA-4FDC-B5CB-007FF85A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" name="2 / 12">
            <a:extLst xmlns:a="http://schemas.openxmlformats.org/drawingml/2006/main">
              <a:ext uri="{FF2B5EF4-FFF2-40B4-BE49-F238E27FC236}">
                <a16:creationId xmlns:a16="http://schemas.microsoft.com/office/drawing/2014/main" id="{5E5B7811-D3E9-41EA-A5EC-E3B9536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13</a:t>
            </a:r>
            <a:endParaRPr sz="1200" b="0">
              <a:solidFill>
                <a:srgbClr val="666666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B02AEC8A-8950-4E84-9950-297ED3733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d0b6eed8d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复杂任务的计算需求">
            <a:extLst xmlns:a="http://schemas.openxmlformats.org/drawingml/2006/main">
              <a:ext uri="{FF2B5EF4-FFF2-40B4-BE49-F238E27FC236}">
                <a16:creationId xmlns:a16="http://schemas.microsoft.com/office/drawing/2014/main" id="{D5C9EBAC-274D-4091-9D3A-93F8272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背景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理解自然语言与场景关系&#10;分解多步任务">
            <a:extLst xmlns:a="http://schemas.openxmlformats.org/drawingml/2006/main">
              <a:ext uri="{FF2B5EF4-FFF2-40B4-BE49-F238E27FC236}">
                <a16:creationId xmlns:a16="http://schemas.microsoft.com/office/drawing/2014/main" id="{4D13CB84-7AE1-49D3-9965-60D25F7B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自然语言与多步任务增加计算需求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小型设备受算力、功耗与成本约束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本地执行仍需及时响应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小型设备的部署约束">
            <a:extLst xmlns:a="http://schemas.openxmlformats.org/drawingml/2006/main">
              <a:ext uri="{FF2B5EF4-FFF2-40B4-BE49-F238E27FC236}">
                <a16:creationId xmlns:a16="http://schemas.microsoft.com/office/drawing/2014/main" id="{BF0627D1-E323-41A2-99E7-7CFC1DC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研究现状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算力、内存、功耗与成本受限&#10;本地执行">
            <a:extLst xmlns:a="http://schemas.openxmlformats.org/drawingml/2006/main">
              <a:ext uri="{FF2B5EF4-FFF2-40B4-BE49-F238E27FC236}">
                <a16:creationId xmlns:a16="http://schemas.microsoft.com/office/drawing/2014/main" id="{131D0B6E-9597-4471-A729-A2157790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SayCan：以技能可行性约束语言规划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Inner Monologue：以环境反馈修正规划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仍需衔接方案有效性、介入时机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与异常恢复边界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核心问题：如何利用云端规划能力，同时">
            <a:extLst xmlns:a="http://schemas.openxmlformats.org/drawingml/2006/main">
              <a:ext uri="{FF2B5EF4-FFF2-40B4-BE49-F238E27FC236}">
                <a16:creationId xmlns:a16="http://schemas.microsoft.com/office/drawing/2014/main" id="{454C3854-637F-48F4-8784-AF01EC48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工程意义：权衡任务质量、响应时间与调用成本，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为系统可靠性设计和资源预算提供依据。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场景概念图，非实验结果">
            <a:extLst xmlns:a="http://schemas.openxmlformats.org/drawingml/2006/main">
              <a:ext uri="{FF2B5EF4-FFF2-40B4-BE49-F238E27FC236}">
                <a16:creationId xmlns:a16="http://schemas.microsoft.com/office/drawing/2014/main" id="{EBD6D705-62D6-4EF3-B9A5-A787E70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+mn-ea"/>
                <a:ea typeface="+mn-ea"/>
                <a:cs typeface="+mn-ea"/>
              </a:rPr>
              <a:t>场景概念图，非实验结果</a:t>
            </a:r>
            <a:endParaRPr sz="1275" b="0">
              <a:solidFill>
                <a:srgbClr val="666666"/>
              </a:solidFill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47291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2  相关研究与本课题切入点">
            <a:extLst xmlns:a="http://schemas.openxmlformats.org/drawingml/2006/main">
              <a:ext uri="{FF2B5EF4-FFF2-40B4-BE49-F238E27FC236}">
                <a16:creationId xmlns:a16="http://schemas.microsoft.com/office/drawing/2014/main" id="{D3F8C480-2A31-4F3B-83DE-A59C253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3 / 12">
            <a:extLst xmlns:a="http://schemas.openxmlformats.org/drawingml/2006/main">
              <a:ext uri="{FF2B5EF4-FFF2-40B4-BE49-F238E27FC236}">
                <a16:creationId xmlns:a16="http://schemas.microsoft.com/office/drawing/2014/main" id="{ED7A3FD3-3EE4-4259-9A55-928E8E8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0AA606D0-BFF9-4B11-8852-D7DAC8186491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38500"/>
                <a:gridCol w="5143500"/>
              </a:tblGrid>
              <a:tr h="1000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关键痛点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典型表现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方案有效性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云端结果返回时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任务或环境已变化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返回时与提交前联合核验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观测、任务版本和物理条件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协同调用成本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固定周期请求可能重复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增加等待与远程调用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依据任务进展、风险与成本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按事件选择处理路径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异常恢复代价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局部失败触发整段重做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有效动作被重复执行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独立核验动作效果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保留成果并在预算内恢复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4" name="研究重点：规划有效性核验、按需云端介">
            <a:extLst xmlns:a="http://schemas.openxmlformats.org/drawingml/2006/main">
              <a:ext uri="{FF2B5EF4-FFF2-40B4-BE49-F238E27FC236}">
                <a16:creationId xmlns:a16="http://schemas.microsoft.com/office/drawing/2014/main" id="{DAD43A22-238F-4CFF-B0D2-06E7318B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研究重点：方案可执行、调用有依据、异常有边界</a:t>
            </a:r>
            <a:endParaRPr sz="21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992652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3  系统总体架构">
            <a:extLst xmlns:a="http://schemas.openxmlformats.org/drawingml/2006/main">
              <a:ext uri="{FF2B5EF4-FFF2-40B4-BE49-F238E27FC236}">
                <a16:creationId xmlns:a16="http://schemas.microsoft.com/office/drawing/2014/main" id="{592FEC75-E776-49F9-94D5-1FD25B5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2.1  研究内容—系统基础与验证平台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4 / 12">
            <a:extLst xmlns:a="http://schemas.openxmlformats.org/drawingml/2006/main">
              <a:ext uri="{FF2B5EF4-FFF2-40B4-BE49-F238E27FC236}">
                <a16:creationId xmlns:a16="http://schemas.microsoft.com/office/drawing/2014/main" id="{F02ADB6A-1F57-406F-BA14-484110A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10805E87-17B1-4809-ADA0-0161A5D73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f29e852da4a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857375"/>
            <a:ext cx="6286500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云端：低频规划">
            <a:extLst xmlns:a="http://schemas.openxmlformats.org/drawingml/2006/main">
              <a:ext uri="{FF2B5EF4-FFF2-40B4-BE49-F238E27FC236}">
                <a16:creationId xmlns:a16="http://schemas.microsoft.com/office/drawing/2014/main" id="{DD6ACE80-4CA2-4DBB-845E-0B4BC99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解决方案｜云端规划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理解任务、分解步骤&#10;输出结构化方案">
            <a:extLst xmlns:a="http://schemas.openxmlformats.org/drawingml/2006/main">
              <a:ext uri="{FF2B5EF4-FFF2-40B4-BE49-F238E27FC236}">
                <a16:creationId xmlns:a16="http://schemas.microsoft.com/office/drawing/2014/main" id="{E6E60F00-76BB-415D-B90C-635E9A0D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574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Qwen3.8-Max 理解任务与分解步骤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输出结构化方案，支持按需重规划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边缘：协同决策">
            <a:extLst xmlns:a="http://schemas.openxmlformats.org/drawingml/2006/main">
              <a:ext uri="{FF2B5EF4-FFF2-40B4-BE49-F238E27FC236}">
                <a16:creationId xmlns:a16="http://schemas.microsoft.com/office/drawing/2014/main" id="{C7ED0D13-1225-4340-B752-D1F9E8AE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解决方案｜边缘协同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管理状态、核验有效性&#10;选择处理路径">
            <a:extLst xmlns:a="http://schemas.openxmlformats.org/drawingml/2006/main">
              <a:ext uri="{FF2B5EF4-FFF2-40B4-BE49-F238E27FC236}">
                <a16:creationId xmlns:a16="http://schemas.microsoft.com/office/drawing/2014/main" id="{6ABB2E64-7AAC-41B4-91CC-A5BB24B8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909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规则与成本策略管理状态、筛选动作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核验方案有效性；模型选型后置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端侧：确定性执行">
            <a:extLst xmlns:a="http://schemas.openxmlformats.org/drawingml/2006/main">
              <a:ext uri="{FF2B5EF4-FFF2-40B4-BE49-F238E27FC236}">
                <a16:creationId xmlns:a16="http://schemas.microsoft.com/office/drawing/2014/main" id="{7B352D8B-23B8-4EAD-BEC5-5B62A82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76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解决方案｜端侧执行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感知定位、技能执行&#10;本地验证与独立安">
            <a:extLst xmlns:a="http://schemas.openxmlformats.org/drawingml/2006/main">
              <a:ext uri="{FF2B5EF4-FFF2-40B4-BE49-F238E27FC236}">
                <a16:creationId xmlns:a16="http://schemas.microsoft.com/office/drawing/2014/main" id="{780ED0DB-D6FA-49CC-8B5C-495443F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OpenCV RGB-D、可见标记与顶视相机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现有控制器执行技能，保留独立安全保护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研究内容">
            <a:extLst xmlns:a="http://schemas.openxmlformats.org/drawingml/2006/main">
              <a:ext uri="{FF2B5EF4-FFF2-40B4-BE49-F238E27FC236}">
                <a16:creationId xmlns:a16="http://schemas.microsoft.com/office/drawing/2014/main" id="{8B1AFD87-1E67-4307-8BF1-9410CB8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研究内容：构建云边端分层系统，在七关节 Franka-like 物理仿真中验证有限抓放任务</a:t>
            </a:r>
          </a:p>
        </p:txBody>
      </p:sp>
      <p:sp>
        <p:nvSpPr>
          <p:cNvPr id="16" name="已有基础与边界">
            <a:extLst xmlns:a="http://schemas.openxmlformats.org/drawingml/2006/main">
              <a:ext uri="{FF2B5EF4-FFF2-40B4-BE49-F238E27FC236}">
                <a16:creationId xmlns:a16="http://schemas.microsoft.com/office/drawing/2014/main" id="{685881A7-3B5A-4F8C-8435-30C316F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已有基础：限定的软件链路检查已通过；物理闭环与正式实验尚未验收。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图中恢复为拟研究能力；实机验证作为后续扩展。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0538916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4  机制一：观测与规划一致性检查">
            <a:extLst xmlns:a="http://schemas.openxmlformats.org/drawingml/2006/main">
              <a:ext uri="{FF2B5EF4-FFF2-40B4-BE49-F238E27FC236}">
                <a16:creationId xmlns:a16="http://schemas.microsoft.com/office/drawing/2014/main" id="{8FD923EE-7E08-4F7E-BB3C-DE0E939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2.2  研究内容—观测与规划一致性检查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5 / 12">
            <a:extLst xmlns:a="http://schemas.openxmlformats.org/drawingml/2006/main">
              <a:ext uri="{FF2B5EF4-FFF2-40B4-BE49-F238E27FC236}">
                <a16:creationId xmlns:a16="http://schemas.microsoft.com/office/drawing/2014/main" id="{D561256E-2157-4F74-87FA-3DA9F45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检查时机：云端方案返回时、动作提交前">
            <a:extLst xmlns:a="http://schemas.openxmlformats.org/drawingml/2006/main">
              <a:ext uri="{FF2B5EF4-FFF2-40B4-BE49-F238E27FC236}">
                <a16:creationId xmlns:a16="http://schemas.microsoft.com/office/drawing/2014/main" id="{6396CDA6-4287-4641-A54A-936E06F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研究内容：在方案返回时、动作提交前核验执行条件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C4F11123-F9F9-417E-91F3-4B3D2A076CD7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95750"/>
              </a:tblGrid>
              <a:tr h="904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核验对象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解决方案：判断依据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失效后的处理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观测与目标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采集时间、目标身份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深度与三维几何条件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重新观测，更新状态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任务版本、步骤前置条件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实际执行进度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拒绝迟到或失效方案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必要时请求重规划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动作提交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当前物理约束与安全条件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阻止执行或安全停止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5" name="信息“较新”仍不等于动作可执行，需联">
            <a:extLst xmlns:a="http://schemas.openxmlformats.org/drawingml/2006/main">
              <a:ext uri="{FF2B5EF4-FFF2-40B4-BE49-F238E27FC236}">
                <a16:creationId xmlns:a16="http://schemas.microsoft.com/office/drawing/2014/main" id="{935FF114-8C5B-43A6-90AE-B72ADB0B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验证：注入失效情形，评价误放行与误拒。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各对照组均保留基础版本、几何与安全检查；信息较新不等于动作可执行。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29265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  机制二：事件驱动的云边协同决策">
            <a:extLst xmlns:a="http://schemas.openxmlformats.org/drawingml/2006/main">
              <a:ext uri="{FF2B5EF4-FFF2-40B4-BE49-F238E27FC236}">
                <a16:creationId xmlns:a16="http://schemas.microsoft.com/office/drawing/2014/main" id="{527642DF-6EFE-444D-A485-ACDBFCF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2.3  研究内容—事件驱动的云边协同决策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6 / 12">
            <a:extLst xmlns:a="http://schemas.openxmlformats.org/drawingml/2006/main">
              <a:ext uri="{FF2B5EF4-FFF2-40B4-BE49-F238E27FC236}">
                <a16:creationId xmlns:a16="http://schemas.microsoft.com/office/drawing/2014/main" id="{CA998C8F-575D-469E-B139-9307F81F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7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决策输入：执行进度、操作风险、预计耗">
            <a:extLst xmlns:a="http://schemas.openxmlformats.org/drawingml/2006/main">
              <a:ext uri="{FF2B5EF4-FFF2-40B4-BE49-F238E27FC236}">
                <a16:creationId xmlns:a16="http://schemas.microsoft.com/office/drawing/2014/main" id="{F30DF68C-7B00-414B-A47E-3D13A5E6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研究内容：依据执行进度、风险、耗时与成本，选择本地处理或请求云端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3DF9A543-A17B-41EB-B027-B679EF15F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381dbbae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0" y="176212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按需触发与异步管理，减少重复请求和无">
            <a:extLst xmlns:a="http://schemas.openxmlformats.org/drawingml/2006/main">
              <a:ext uri="{FF2B5EF4-FFF2-40B4-BE49-F238E27FC236}">
                <a16:creationId xmlns:a16="http://schemas.microsoft.com/office/drawing/2014/main" id="{4920EC2A-A92A-4AF2-A75C-788506F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解决方案：能力与安全筛选 → 风险与成本比较 → 异步管理与请求去重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能力边界">
            <a:extLst xmlns:a="http://schemas.openxmlformats.org/drawingml/2006/main">
              <a:ext uri="{FF2B5EF4-FFF2-40B4-BE49-F238E27FC236}">
                <a16:creationId xmlns:a16="http://schemas.microsoft.com/office/drawing/2014/main" id="{26FEB212-5C93-4F1F-8350-08EECF1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能力边界：局部恢复为拟研究分支，经验证后启用。</a:t>
            </a:r>
          </a:p>
        </p:txBody>
      </p:sp>
      <p:sp>
        <p:nvSpPr>
          <p:cNvPr id="13" name="评价口径">
            <a:extLst xmlns:a="http://schemas.openxmlformats.org/drawingml/2006/main">
              <a:ext uri="{FF2B5EF4-FFF2-40B4-BE49-F238E27FC236}">
                <a16:creationId xmlns:a16="http://schemas.microsoft.com/office/drawing/2014/main" id="{947954DE-B93B-402B-BFB5-1660F46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评价：请求次数、传输字节、实际计费量分别统计；账单未知时保留未知。</a:t>
            </a:r>
          </a:p>
        </p:txBody>
      </p:sp>
    </p:spTree>
    <p:extLst>
      <p:ext uri="{BB962C8B-B14F-4D97-AF65-F5344CB8AC3E}">
        <p14:creationId xmlns:p14="http://schemas.microsoft.com/office/powerpoint/2010/main" val="12795255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6  机制三：基于动作效果依赖的有限">
            <a:extLst xmlns:a="http://schemas.openxmlformats.org/drawingml/2006/main">
              <a:ext uri="{FF2B5EF4-FFF2-40B4-BE49-F238E27FC236}">
                <a16:creationId xmlns:a16="http://schemas.microsoft.com/office/drawing/2014/main" id="{D09A828E-49FB-4CA3-A7A8-FEBC9710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2.4  研究内容—基于效果依赖的有限恢复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7 / 12">
            <a:extLst xmlns:a="http://schemas.openxmlformats.org/drawingml/2006/main">
              <a:ext uri="{FF2B5EF4-FFF2-40B4-BE49-F238E27FC236}">
                <a16:creationId xmlns:a16="http://schemas.microsoft.com/office/drawing/2014/main" id="{F90BC0B6-C2FE-4147-9BA4-DC1B7FF1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示例：物体 A 已放置，物体 B 抓">
            <a:extLst xmlns:a="http://schemas.openxmlformats.org/drawingml/2006/main">
              <a:ext uri="{FF2B5EF4-FFF2-40B4-BE49-F238E27FC236}">
                <a16:creationId xmlns:a16="http://schemas.microsoft.com/office/drawing/2014/main" id="{2EDD2EE7-6B42-422E-AAA0-4067112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示例：物体 A 已放置，物体 B 抓取滑落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B23DE6EA-0CDF-4DFF-B7BD-CA74C665EE60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处置阶段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解决方案（拟实现）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识别失效环节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根据步骤前置条件与动作效果，定位失败影响范围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保留有效成果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独立复核 A 的放置效果，避免重复已完成操作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执行局部补偿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重新观测 B，组合抓取、搬运与放置技能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限制恢复预算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约束重试次数、总耗时与远程调用预算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升级或停止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无法恢复时请求重规划，必要时安全停止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5" name="动作控制返回成功后，仍需检查是否产生">
            <a:extLst xmlns:a="http://schemas.openxmlformats.org/drawingml/2006/main">
              <a:ext uri="{FF2B5EF4-FFF2-40B4-BE49-F238E27FC236}">
                <a16:creationId xmlns:a16="http://schemas.microsoft.com/office/drawing/2014/main" id="{DB9573BA-F968-4F25-9B48-A1A77972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当前尚未启用；拟在预定义可恢复故障下，对比局部恢复与完整重规划。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验证：控制返回成功后，仍需独立核验是否产生预期动作效果。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研究内容">
            <a:extLst xmlns:a="http://schemas.openxmlformats.org/drawingml/2006/main">
              <a:ext uri="{FF2B5EF4-FFF2-40B4-BE49-F238E27FC236}">
                <a16:creationId xmlns:a16="http://schemas.microsoft.com/office/drawing/2014/main" id="{897919EC-E9AF-423C-B4FD-D56FED2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研究内容：依据前置条件与动作效果确定失败范围，避免重复已完成操作</a:t>
            </a:r>
          </a:p>
        </p:txBody>
      </p:sp>
    </p:spTree>
    <p:extLst>
      <p:ext uri="{BB962C8B-B14F-4D97-AF65-F5344CB8AC3E}">
        <p14:creationId xmlns:p14="http://schemas.microsoft.com/office/powerpoint/2010/main" val="654962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8  实验验证与对照设计">
            <a:extLst xmlns:a="http://schemas.openxmlformats.org/drawingml/2006/main">
              <a:ext uri="{FF2B5EF4-FFF2-40B4-BE49-F238E27FC236}">
                <a16:creationId xmlns:a16="http://schemas.microsoft.com/office/drawing/2014/main" id="{0FB6D45D-DB75-4DBE-B317-4B31B34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2.5  研究内容—对照实验与工程评价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9 / 12">
            <a:extLst xmlns:a="http://schemas.openxmlformats.org/drawingml/2006/main">
              <a:ext uri="{FF2B5EF4-FFF2-40B4-BE49-F238E27FC236}">
                <a16:creationId xmlns:a16="http://schemas.microsoft.com/office/drawing/2014/main" id="{25BFFD8D-6396-4434-806A-50F2BEEA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实验范围">
            <a:extLst xmlns:a="http://schemas.openxmlformats.org/drawingml/2006/main">
              <a:ext uri="{FF2B5EF4-FFF2-40B4-BE49-F238E27FC236}">
                <a16:creationId xmlns:a16="http://schemas.microsoft.com/office/drawing/2014/main" id="{C868DFB4-D21D-498E-AAF4-9AD182B4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预期目标（待正式实验验证）</a:t>
            </a:r>
            <a:endParaRPr sz="22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物理仿真中的桌面六自由度机械臂&#10;已知">
            <a:extLst xmlns:a="http://schemas.openxmlformats.org/drawingml/2006/main">
              <a:ext uri="{FF2B5EF4-FFF2-40B4-BE49-F238E27FC236}">
                <a16:creationId xmlns:a16="http://schemas.microsoft.com/office/drawing/2014/main" id="{83EAB8C4-C584-4891-99CD-F14F7181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1081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定位误差 P90 ≤ 10 mm（同时报告有效观测覆盖率）；静态抓放成功率 ≥ 90%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相对合格固定周期基线，远程请求均值降低 ≥ 30%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变化条件：任务复杂度、网络延迟、环境">
            <a:extLst xmlns:a="http://schemas.openxmlformats.org/drawingml/2006/main">
              <a:ext uri="{FF2B5EF4-FFF2-40B4-BE49-F238E27FC236}">
                <a16:creationId xmlns:a16="http://schemas.microsoft.com/office/drawing/2014/main" id="{4DCCECD7-FF05-4766-A85A-F36D3C4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339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质量约束：成功率差的单侧 95% 置信下界 &gt; −3 个百分点；</a:t>
            </a:r>
            <a:endParaRPr sz="18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安全事件率差的单侧 95% 置信上界 ≤ +1 个百分点。</a:t>
            </a:r>
            <a:endParaRPr sz="18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49DF2-68E8-4996-8D36-93F97DAA6ABF}"/>
              </a:ext>
            </a:extLst>
          </p:cNvPr>
          <p:cNvGraphicFramePr/>
          <p:nvPr/>
        </p:nvGraphicFramePr>
        <p:xfrm>
          <a:off xmlns:a="http://schemas.openxmlformats.org/drawingml/2006/main" x="666750" y="2647950"/>
          <a:ext xmlns:a="http://schemas.openxmlformats.org/drawingml/2006/main" cx="10858500" cy="2324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8572500"/>
              </a:tblGrid>
              <a:tr h="4667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实验设计</a:t>
                      </a: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解决方案与评价内容</a:t>
                      </a: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主对照</a:t>
                      </a: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纯本地、固定周期、固定阈值与本课题方法；任务配对、共用安全层</a:t>
                      </a: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三模块消融</a:t>
                      </a: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分别移除一致性增强、协同决策或恢复模块，考察独立作用</a:t>
                      </a: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工程度量</a:t>
                      </a: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任务成功、失败惩罚耗时、请求数、传输字节与实际计费量</a:t>
                      </a: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</a:tbl>
          </a:graphicData>
        </a:graphic>
      </p:graphicFrame>
      <p:sp>
        <p:nvSpPr>
          <p:cNvPr id="9" name="实验口径">
            <a:extLst xmlns:a="http://schemas.openxmlformats.org/drawingml/2006/main">
              <a:ext uri="{FF2B5EF4-FFF2-40B4-BE49-F238E27FC236}">
                <a16:creationId xmlns:a16="http://schemas.microsoft.com/office/drawing/2014/main" id="{0BEDEFC8-BA80-4156-861D-57CC4EA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所有失败与停止保留在预定分母；正式样本量由独立功效试验确定。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离线真值仅用于评价；与静态单步目标分开报告多步扰动任务。</a:t>
            </a:r>
          </a:p>
        </p:txBody>
      </p:sp>
    </p:spTree>
    <p:extLst>
      <p:ext uri="{BB962C8B-B14F-4D97-AF65-F5344CB8AC3E}">
        <p14:creationId xmlns:p14="http://schemas.microsoft.com/office/powerpoint/2010/main" val="7706643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7  研究目标与评价口径">
            <a:extLst xmlns:a="http://schemas.openxmlformats.org/drawingml/2006/main">
              <a:ext uri="{FF2B5EF4-FFF2-40B4-BE49-F238E27FC236}">
                <a16:creationId xmlns:a16="http://schemas.microsoft.com/office/drawing/2014/main" id="{F5994E27-9D1F-44B4-99BA-1E68870B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2.6  论文基本架构（1/2）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8 / 12">
            <a:extLst xmlns:a="http://schemas.openxmlformats.org/drawingml/2006/main">
              <a:ext uri="{FF2B5EF4-FFF2-40B4-BE49-F238E27FC236}">
                <a16:creationId xmlns:a16="http://schemas.microsoft.com/office/drawing/2014/main" id="{38349622-578D-440C-B3A3-0344740B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10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以上均为预期目标，需通过正式实验验证">
            <a:extLst xmlns:a="http://schemas.openxmlformats.org/drawingml/2006/main">
              <a:ext uri="{FF2B5EF4-FFF2-40B4-BE49-F238E27FC236}">
                <a16:creationId xmlns:a16="http://schemas.microsoft.com/office/drawing/2014/main" id="{9B282005-2F0D-4B11-80A8-6C508E8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7695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论述顺序：工程问题 → 系统设计 → 关键方法 → 系统实现</a:t>
            </a:r>
            <a:endParaRPr sz="21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B6CF9-DFB7-4A35-9EB7-82EFE8732CE8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4572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38750"/>
                <a:gridCol w="56197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拟定章节</a:t>
                      </a: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第一章  绪论</a:t>
                      </a: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研究背景与工程意义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国内外研究现状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研究内容与论文组织</a:t>
                      </a: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第二章  相关技术与系统总体设计</a:t>
                      </a: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云边协同与机器人执行基础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需求分析与系统约束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分层架构与接口设计</a:t>
                      </a: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第三章  一致性检查与协同决策方法</a:t>
                      </a: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状态与方案有效性核验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动作能力与安全筛选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事件触发及风险、成本决策</a:t>
                      </a: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第四章  有限恢复与系统实现</a:t>
                      </a: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 前置条件与效果依赖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 局部补偿与恢复预算</a:t>
                      </a:r>
                    </a:p>
                    <a:p>
                      <a:r>
                        <a:rPr sz="187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 系统实现与集成</a:t>
                      </a: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7678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0  预期成果与适用边界">
            <a:extLst xmlns:a="http://schemas.openxmlformats.org/drawingml/2006/main">
              <a:ext uri="{FF2B5EF4-FFF2-40B4-BE49-F238E27FC236}">
                <a16:creationId xmlns:a16="http://schemas.microsoft.com/office/drawing/2014/main" id="{2EB1F90F-5B88-40D5-B152-70A6DC3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2.6  论文基本架构（2/2）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11 / 12">
            <a:extLst xmlns:a="http://schemas.openxmlformats.org/drawingml/2006/main">
              <a:ext uri="{FF2B5EF4-FFF2-40B4-BE49-F238E27FC236}">
                <a16:creationId xmlns:a16="http://schemas.microsoft.com/office/drawing/2014/main" id="{43DDC80B-D271-43BE-ACE1-D0A8C02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11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系统成果">
            <a:extLst xmlns:a="http://schemas.openxmlformats.org/drawingml/2006/main">
              <a:ext uri="{FF2B5EF4-FFF2-40B4-BE49-F238E27FC236}">
                <a16:creationId xmlns:a16="http://schemas.microsoft.com/office/drawing/2014/main" id="{1230207E-D57D-4493-A8EC-5CC711D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实验设计与工程评价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形成自然语言任务输入到动作结果验证的">
            <a:extLst xmlns:a="http://schemas.openxmlformats.org/drawingml/2006/main">
              <a:ext uri="{FF2B5EF4-FFF2-40B4-BE49-F238E27FC236}">
                <a16:creationId xmlns:a16="http://schemas.microsoft.com/office/drawing/2014/main" id="{5F4DC6E4-78B4-4F40-AC93-1E8A69A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785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5.1 任务集、配对基线与评价口径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5.2 一致性、决策、恢复三模块消融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5.3 成功率、延迟、调用成本与可靠性分析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方法成果">
            <a:extLst xmlns:a="http://schemas.openxmlformats.org/drawingml/2006/main">
              <a:ext uri="{FF2B5EF4-FFF2-40B4-BE49-F238E27FC236}">
                <a16:creationId xmlns:a16="http://schemas.microsoft.com/office/drawing/2014/main" id="{95115DA7-2814-45AE-BA33-30BA27AA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总结与展望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给出远程方案有效性核验、有限候选协同">
            <a:extLst xmlns:a="http://schemas.openxmlformats.org/drawingml/2006/main">
              <a:ext uri="{FF2B5EF4-FFF2-40B4-BE49-F238E27FC236}">
                <a16:creationId xmlns:a16="http://schemas.microsoft.com/office/drawing/2014/main" id="{F4619AE8-26AC-48B9-94DE-F5CBD48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785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6.1 研究结论与适用边界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6.2 研究不足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6.3 实机验证与后续扩展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工程价值">
            <a:extLst xmlns:a="http://schemas.openxmlformats.org/drawingml/2006/main">
              <a:ext uri="{FF2B5EF4-FFF2-40B4-BE49-F238E27FC236}">
                <a16:creationId xmlns:a16="http://schemas.microsoft.com/office/drawing/2014/main" id="{D5710FC7-79F0-4687-99E4-ACFC718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预期成果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量化任务质量、响应时延与调用成本的权">
            <a:extLst xmlns:a="http://schemas.openxmlformats.org/drawingml/2006/main">
              <a:ext uri="{FF2B5EF4-FFF2-40B4-BE49-F238E27FC236}">
                <a16:creationId xmlns:a16="http://schemas.microsoft.com/office/drawing/2014/main" id="{0E215D0A-CB1A-40F6-A56A-449D03B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7858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受控仿真原型、系统与接口设计文档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可复核实验资料、工程评价结论及学位论文</a:t>
            </a:r>
            <a:endParaRPr sz="217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范围限定：受控仿真、已知刚性物体与有">
            <a:extLst xmlns:a="http://schemas.openxmlformats.org/drawingml/2006/main">
              <a:ext uri="{FF2B5EF4-FFF2-40B4-BE49-F238E27FC236}">
                <a16:creationId xmlns:a16="http://schemas.microsoft.com/office/drawing/2014/main" id="{FB367A13-CF79-450D-AA1F-B49D011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6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研究范围：受控仿真、已知刚性物体与有限步骤任务；实机验证作为后续扩展</a:t>
            </a:r>
            <a:endParaRPr sz="18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564840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9  研究进度安排">
            <a:extLst xmlns:a="http://schemas.openxmlformats.org/drawingml/2006/main">
              <a:ext uri="{FF2B5EF4-FFF2-40B4-BE49-F238E27FC236}">
                <a16:creationId xmlns:a16="http://schemas.microsoft.com/office/drawing/2014/main" id="{9BAC5165-D66B-44AB-A6F8-B281424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3.1  时间进度安排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10 / 12">
            <a:extLst xmlns:a="http://schemas.openxmlformats.org/drawingml/2006/main">
              <a:ext uri="{FF2B5EF4-FFF2-40B4-BE49-F238E27FC236}">
                <a16:creationId xmlns:a16="http://schemas.microsoft.com/office/drawing/2014/main" id="{C3EA2D97-AB80-4333-B042-1BD4BC1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/ 13</a:t>
            </a:r>
            <a:endParaRPr sz="1200" b="0">
              <a:solidFill>
                <a:srgbClr val="666666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9B64F216-D3F8-45C4-B8E5-683602D5D21D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000375"/>
                <a:gridCol w="5238750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计划与阶段产出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基础能力与基线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2026.10—11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完成阶段收尾与感知闭环；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建立合格固定周期基线并冻结初始设置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方法实现与集成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2026.12—2027.01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实现一致性、事件决策与有限恢复；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完成方法冻结及独立功效试验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实验与分析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2027.02—03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开展正式对照与消融实验；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完成统计分析与论文初稿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2027.04—05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补充验证、修改定稿与送审；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按学院安排准备答辩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  <p:sp>
        <p:nvSpPr>
          <p:cNvPr id="4" name="主要交付物：仿真原型、接口与设计文档">
            <a:extLst xmlns:a="http://schemas.openxmlformats.org/drawingml/2006/main">
              <a:ext uri="{FF2B5EF4-FFF2-40B4-BE49-F238E27FC236}">
                <a16:creationId xmlns:a16="http://schemas.microsoft.com/office/drawing/2014/main" id="{2F700ED0-F6B5-44A8-9CD3-88598C4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各阶段以前置能力和验证通过为条件；前置未满足则顺延。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预期交付：仿真原型、设计文档、可复核实验资料、学位论文。</a:t>
            </a:r>
            <a:endParaRPr sz="19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75047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BD89A54-1E7A-4E12-A0FC-141C830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576" y="-241003"/>
            <a:ext cx="7357161" cy="734000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09D47A8-B2B8-486F-AF0B-E65A23C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950" y="710795"/>
            <a:ext cx="5427836" cy="541925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1400CE-B363-463D-AAEC-21380A7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450" y="1251007"/>
            <a:ext cx="600234" cy="72028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F0D2DC6-95C3-45F4-9E48-6BBF450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2614396"/>
            <a:ext cx="574510" cy="617384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37CF653-0A64-4955-A9CB-B25B6EA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514" y="642199"/>
            <a:ext cx="625958" cy="66883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72A73A1-74CD-47B3-AE70-1A0928D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3574771"/>
            <a:ext cx="540211" cy="51448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213B899-BBC5-4C61-A5FC-7BFF9D7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623" y="6250100"/>
            <a:ext cx="377290" cy="54021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70FB879-000A-44C5-B8C9-98539322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88" y="4432248"/>
            <a:ext cx="557360" cy="480187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962760F-B43B-4AC5-BCC7-1BAD561E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329" y="1173834"/>
            <a:ext cx="660258" cy="72028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88E5670-C61F-4C84-8D18-659DA80B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131" y="6018581"/>
            <a:ext cx="463038" cy="53163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B6B3D52-8B36-439E-9C7B-E35FB5B5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88" y="573600"/>
            <a:ext cx="625958" cy="608809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1680ACC-9103-4024-A930-16603F5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441" y="16239"/>
            <a:ext cx="497337" cy="54021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1CDEBD5A-1BD9-4967-93AF-24A047D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251" y="6250100"/>
            <a:ext cx="385865" cy="54878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A7A8329-74BC-4251-B5C9-DBB70C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664" y="119137"/>
            <a:ext cx="514486" cy="58308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3534DAB-27B7-4BF1-AD30-6D2D31EF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15" y="2091335"/>
            <a:ext cx="600234" cy="480187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B06FD8D-B28B-4F1A-8943-D00D2675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189" y="4346500"/>
            <a:ext cx="591660" cy="54878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99FC629-C914-4FFD-AB4B-7E3A484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559" y="3497598"/>
            <a:ext cx="523061" cy="46303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A91C802-A861-42A2-9524-F1AD52A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453" y="222034"/>
            <a:ext cx="471613" cy="591659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3FD1390-9DD8-438F-93FA-62D8086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637" y="1936989"/>
            <a:ext cx="540211" cy="471612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A6B195D-E5DA-4185-ADAA-75AB6B0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984" y="2820191"/>
            <a:ext cx="523061" cy="342990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4615537-292A-4B3C-B0CC-35A06AE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321" y="76264"/>
            <a:ext cx="317267" cy="53163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58AA39A-FD2D-4879-ADD5-BCC9EB71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421" y="6052880"/>
            <a:ext cx="394440" cy="51448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90E45E5-06AE-4585-A7B8-84C7E2B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472" y="942314"/>
            <a:ext cx="4973373" cy="4964794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3" name="直接连接符 292">
            <a:extLst xmlns:a="http://schemas.openxmlformats.org/drawingml/2006/main">
              <a:ext uri="{FF2B5EF4-FFF2-40B4-BE49-F238E27FC236}">
                <a16:creationId xmlns:a16="http://schemas.microsoft.com/office/drawing/2014/main" id="{B5A8F8B4-8D0B-42A4-A2EF-63BDDAB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36" y="3419381"/>
            <a:ext cx="55721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A000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4" name="恳请各位老师批评指正">
            <a:extLst xmlns:a="http://schemas.openxmlformats.org/drawingml/2006/main">
              <a:ext uri="{FF2B5EF4-FFF2-40B4-BE49-F238E27FC236}">
                <a16:creationId xmlns:a16="http://schemas.microsoft.com/office/drawing/2014/main" id="{DE93578B-AF37-483C-9A8B-9A427590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sz="36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5" name="汇报人：宁业栋&#10;企业合作导师：康劲 ">
            <a:extLst xmlns:a="http://schemas.openxmlformats.org/drawingml/2006/main">
              <a:ext uri="{FF2B5EF4-FFF2-40B4-BE49-F238E27FC236}">
                <a16:creationId xmlns:a16="http://schemas.microsoft.com/office/drawing/2014/main" id="{D8ABC87F-8ABF-44B2-ACB1-1282F2E1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汇报人：宁业栋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企业合作导师：康劲    学院指导教师：曹健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984109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2026-10-24T06:38:36.2070000Z</dcterms:created>
  <dcterms:modified xsi:type="dcterms:W3CDTF">2026-10-24T06:38:36.2070000Z</dcterms:modified>
</coreProperties>
</file>