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3"/>
    <p:sldMasterId id="2147483690" r:id="rId4"/>
  </p:sldMasterIdLst>
  <p:notesMasterIdLst>
    <p:notesMasterId r:id="rId6"/>
  </p:notesMasterIdLst>
  <p:sldIdLst>
    <p:sldId id="256" r:id="rId5"/>
    <p:sldId id="269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70" r:id="rId15"/>
    <p:sldId id="267" r:id="rId16"/>
    <p:sldId id="268" r:id="rId17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杨 伟洲" initials="杨" lastIdx="0" clrIdx="0"/>
  <p:cmAuthor id="2" name="Fish Zheng" initials="FZ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报告共分为四个部分：首先是选题背景与意义，接着主要就研究内容与结构进行展开，然后是在校期间成果展示，最后是毕设进度安排。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75D99-2AE7-49F1-BB03-59E2BF5579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1">
    <p:spTree>
      <p:nvGrpSpPr>
        <p:cNvPr id="1" name=""/>
        <p:cNvGrpSpPr/>
        <p:nvPr/>
      </p:nvGrpSpPr>
      <p:grpSpPr/>
      <p:pic>
        <p:nvPicPr>
          <p:cNvPr id="4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357217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-800" y="-7913"/>
            <a:ext cx="12192000" cy="3361208"/>
          </a:xfrm>
          <a:prstGeom prst="rect">
            <a:avLst/>
          </a:prstGeom>
          <a:solidFill>
            <a:srgbClr val="9A0001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椭圆 4"/>
          <p:cNvSpPr>
            <a:spLocks noGrp="1"/>
          </p:cNvSpPr>
          <p:nvPr/>
        </p:nvSpPr>
        <p:spPr>
          <a:xfrm>
            <a:off x="5303520" y="2562096"/>
            <a:ext cx="1584960" cy="15849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Freeform 8"/>
          <p:cNvSpPr>
            <a:spLocks noGrp="1"/>
          </p:cNvSpPr>
          <p:nvPr/>
        </p:nvSpPr>
        <p:spPr>
          <a:xfrm>
            <a:off x="5410200" y="2670375"/>
            <a:ext cx="1371600" cy="136840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8" name="Freeform 42"/>
          <p:cNvSpPr>
            <a:spLocks noGrp="1"/>
          </p:cNvSpPr>
          <p:nvPr/>
        </p:nvSpPr>
        <p:spPr>
          <a:xfrm>
            <a:off x="5589243" y="2847820"/>
            <a:ext cx="1011914" cy="1010315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9" name="Freeform 43"/>
          <p:cNvSpPr>
            <a:spLocks noGrp="1"/>
          </p:cNvSpPr>
          <p:nvPr/>
        </p:nvSpPr>
        <p:spPr>
          <a:xfrm>
            <a:off x="6508439" y="2948532"/>
            <a:ext cx="111902" cy="134282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0" name="Freeform 44"/>
          <p:cNvSpPr>
            <a:spLocks noGrp="1"/>
          </p:cNvSpPr>
          <p:nvPr/>
        </p:nvSpPr>
        <p:spPr>
          <a:xfrm>
            <a:off x="5464552" y="3202709"/>
            <a:ext cx="107106" cy="115099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1" name="Freeform 45"/>
          <p:cNvSpPr>
            <a:spLocks noGrp="1"/>
          </p:cNvSpPr>
          <p:nvPr/>
        </p:nvSpPr>
        <p:spPr>
          <a:xfrm>
            <a:off x="6402931" y="2835031"/>
            <a:ext cx="116697" cy="124690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2" name="Freeform 46"/>
          <p:cNvSpPr>
            <a:spLocks noGrp="1"/>
          </p:cNvSpPr>
          <p:nvPr/>
        </p:nvSpPr>
        <p:spPr>
          <a:xfrm>
            <a:off x="5464552" y="3381752"/>
            <a:ext cx="100711" cy="95916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3" name="Freeform 47"/>
          <p:cNvSpPr>
            <a:spLocks noGrp="1"/>
          </p:cNvSpPr>
          <p:nvPr/>
        </p:nvSpPr>
        <p:spPr>
          <a:xfrm>
            <a:off x="5977703" y="3880516"/>
            <a:ext cx="70338" cy="100711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4" name="Freeform 48"/>
          <p:cNvSpPr>
            <a:spLocks noGrp="1"/>
          </p:cNvSpPr>
          <p:nvPr/>
        </p:nvSpPr>
        <p:spPr>
          <a:xfrm>
            <a:off x="5504518" y="3541612"/>
            <a:ext cx="103909" cy="89521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5" name="Freeform 49"/>
          <p:cNvSpPr>
            <a:spLocks noGrp="1"/>
          </p:cNvSpPr>
          <p:nvPr/>
        </p:nvSpPr>
        <p:spPr>
          <a:xfrm>
            <a:off x="5565264" y="2934144"/>
            <a:ext cx="123092" cy="134282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6" name="Freeform 50"/>
          <p:cNvSpPr>
            <a:spLocks noGrp="1"/>
          </p:cNvSpPr>
          <p:nvPr/>
        </p:nvSpPr>
        <p:spPr>
          <a:xfrm>
            <a:off x="6287832" y="3837353"/>
            <a:ext cx="86324" cy="9911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7" name="Freeform 51"/>
          <p:cNvSpPr>
            <a:spLocks noGrp="1"/>
          </p:cNvSpPr>
          <p:nvPr/>
        </p:nvSpPr>
        <p:spPr>
          <a:xfrm>
            <a:off x="5681962" y="2822242"/>
            <a:ext cx="116697" cy="113500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8" name="Freeform 52"/>
          <p:cNvSpPr>
            <a:spLocks noGrp="1"/>
          </p:cNvSpPr>
          <p:nvPr/>
        </p:nvSpPr>
        <p:spPr>
          <a:xfrm>
            <a:off x="6027260" y="2718333"/>
            <a:ext cx="92718" cy="100711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9" name="Freeform 53"/>
          <p:cNvSpPr>
            <a:spLocks noGrp="1"/>
          </p:cNvSpPr>
          <p:nvPr/>
        </p:nvSpPr>
        <p:spPr>
          <a:xfrm>
            <a:off x="6140761" y="3880516"/>
            <a:ext cx="71937" cy="102310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0" name="Freeform 54"/>
          <p:cNvSpPr>
            <a:spLocks noGrp="1"/>
          </p:cNvSpPr>
          <p:nvPr/>
        </p:nvSpPr>
        <p:spPr>
          <a:xfrm>
            <a:off x="5861006" y="2737516"/>
            <a:ext cx="95916" cy="108704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1" name="Freeform 55"/>
          <p:cNvSpPr>
            <a:spLocks noGrp="1"/>
          </p:cNvSpPr>
          <p:nvPr/>
        </p:nvSpPr>
        <p:spPr>
          <a:xfrm>
            <a:off x="6586771" y="3105195"/>
            <a:ext cx="111902" cy="89521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2" name="Freeform 56"/>
          <p:cNvSpPr>
            <a:spLocks noGrp="1"/>
          </p:cNvSpPr>
          <p:nvPr/>
        </p:nvSpPr>
        <p:spPr>
          <a:xfrm>
            <a:off x="6588369" y="3525626"/>
            <a:ext cx="110303" cy="102310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3" name="Freeform 57"/>
          <p:cNvSpPr>
            <a:spLocks noGrp="1"/>
          </p:cNvSpPr>
          <p:nvPr/>
        </p:nvSpPr>
        <p:spPr>
          <a:xfrm>
            <a:off x="6628334" y="3367365"/>
            <a:ext cx="97514" cy="86324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4" name="Freeform 58"/>
          <p:cNvSpPr>
            <a:spLocks noGrp="1"/>
          </p:cNvSpPr>
          <p:nvPr/>
        </p:nvSpPr>
        <p:spPr>
          <a:xfrm>
            <a:off x="6305417" y="2756700"/>
            <a:ext cx="87923" cy="110303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5" name="Freeform 59"/>
          <p:cNvSpPr>
            <a:spLocks noGrp="1"/>
          </p:cNvSpPr>
          <p:nvPr/>
        </p:nvSpPr>
        <p:spPr>
          <a:xfrm>
            <a:off x="5507715" y="3076420"/>
            <a:ext cx="100711" cy="87923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6" name="Freeform 60"/>
          <p:cNvSpPr>
            <a:spLocks noGrp="1"/>
          </p:cNvSpPr>
          <p:nvPr/>
        </p:nvSpPr>
        <p:spPr>
          <a:xfrm>
            <a:off x="6626736" y="3241076"/>
            <a:ext cx="97514" cy="63943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7" name="Freeform 61"/>
          <p:cNvSpPr>
            <a:spLocks noGrp="1"/>
          </p:cNvSpPr>
          <p:nvPr/>
        </p:nvSpPr>
        <p:spPr>
          <a:xfrm>
            <a:off x="6174332" y="2729523"/>
            <a:ext cx="59148" cy="9911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8" name="Freeform 62"/>
          <p:cNvSpPr>
            <a:spLocks noGrp="1"/>
          </p:cNvSpPr>
          <p:nvPr/>
        </p:nvSpPr>
        <p:spPr>
          <a:xfrm>
            <a:off x="5813048" y="3843748"/>
            <a:ext cx="73535" cy="95916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9" name="Freeform 71"/>
          <p:cNvSpPr>
            <a:spLocks noGrp="1"/>
          </p:cNvSpPr>
          <p:nvPr/>
        </p:nvSpPr>
        <p:spPr>
          <a:xfrm>
            <a:off x="5632406" y="2890982"/>
            <a:ext cx="927188" cy="925589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36" name="文本占位符 35"/>
          <p:cNvSpPr>
            <a:spLocks noGrp="1"/>
          </p:cNvSpPr>
          <p:nvPr>
            <p:ph type="body" idx="10" hasCustomPrompt="1"/>
          </p:nvPr>
        </p:nvSpPr>
        <p:spPr>
          <a:xfrm>
            <a:off x="1606550" y="4264178"/>
            <a:ext cx="8975725" cy="781050"/>
          </a:xfrm>
        </p:spPr>
        <p:txBody>
          <a:bodyPr>
            <a:normAutofit/>
          </a:bodyPr>
          <a:lstStyle>
            <a:lvl1pPr marL="0" indent="0" algn="ctr" defTabSz="914400">
              <a:lnSpc>
                <a:spcPct val="120000"/>
              </a:lnSpc>
              <a:buNone/>
              <a:defRPr sz="4000" b="1" kern="1200" spc="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 algn="ctr">
              <a:lnSpc>
                <a:spcPct val="120000"/>
              </a:lnSpc>
              <a:buNone/>
            </a:pPr>
            <a:endParaRPr sz="4000" b="1" spc="30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占位符 37"/>
          <p:cNvSpPr>
            <a:spLocks noGrp="1"/>
          </p:cNvSpPr>
          <p:nvPr>
            <p:ph type="body" idx="11" hasCustomPrompt="1"/>
          </p:nvPr>
        </p:nvSpPr>
        <p:spPr>
          <a:xfrm>
            <a:off x="2244991" y="5389156"/>
            <a:ext cx="198755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marL="0" lvl="0">
              <a:buNone/>
            </a:pPr>
          </a:p>
        </p:txBody>
      </p:sp>
      <p:sp>
        <p:nvSpPr>
          <p:cNvPr id="42" name="文本占位符 37"/>
          <p:cNvSpPr>
            <a:spLocks noGrp="1"/>
          </p:cNvSpPr>
          <p:nvPr>
            <p:ph type="body" idx="12" hasCustomPrompt="1"/>
          </p:nvPr>
        </p:nvSpPr>
        <p:spPr>
          <a:xfrm>
            <a:off x="5102225" y="5389156"/>
            <a:ext cx="198755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ct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marL="0" lvl="0">
              <a:buNone/>
            </a:pPr>
          </a:p>
        </p:txBody>
      </p:sp>
      <p:sp>
        <p:nvSpPr>
          <p:cNvPr id="43" name="文本占位符 37"/>
          <p:cNvSpPr>
            <a:spLocks noGrp="1"/>
          </p:cNvSpPr>
          <p:nvPr>
            <p:ph type="body" idx="13" hasCustomPrompt="1"/>
          </p:nvPr>
        </p:nvSpPr>
        <p:spPr>
          <a:xfrm>
            <a:off x="7959460" y="5389156"/>
            <a:ext cx="198755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marL="0" lvl="0"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4部分">
    <p:spTree>
      <p:nvGrpSpPr>
        <p:cNvPr id="1" name=""/>
        <p:cNvGrpSpPr/>
        <p:nvPr/>
      </p:nvGrpSpPr>
      <p:grpSpPr/>
      <p:sp>
        <p:nvSpPr>
          <p:cNvPr id="55" name="矩形 54"/>
          <p:cNvSpPr>
            <a:spLocks noGrp="1"/>
          </p:cNvSpPr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2" name="图形 3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601832" y="3365787"/>
            <a:ext cx="6665290" cy="4818286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89281" y="476251"/>
            <a:ext cx="11013440" cy="590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2296213" y="1033221"/>
            <a:ext cx="2165279" cy="150065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2483024" y="2078629"/>
            <a:ext cx="21680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5" name="文本占位符 40"/>
          <p:cNvSpPr>
            <a:spLocks noGrp="1"/>
          </p:cNvSpPr>
          <p:nvPr>
            <p:ph type="body" idx="10" hasCustomPrompt="1"/>
          </p:nvPr>
        </p:nvSpPr>
        <p:spPr>
          <a:xfrm>
            <a:off x="7825514" y="1561152"/>
            <a:ext cx="305584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6" name="文本占位符 40"/>
          <p:cNvSpPr>
            <a:spLocks noGrp="1"/>
          </p:cNvSpPr>
          <p:nvPr>
            <p:ph type="body" idx="11" hasCustomPrompt="1"/>
          </p:nvPr>
        </p:nvSpPr>
        <p:spPr>
          <a:xfrm>
            <a:off x="7825514" y="2650906"/>
            <a:ext cx="305584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7" name="文本占位符 40"/>
          <p:cNvSpPr>
            <a:spLocks noGrp="1"/>
          </p:cNvSpPr>
          <p:nvPr>
            <p:ph type="body" idx="12" hasCustomPrompt="1"/>
          </p:nvPr>
        </p:nvSpPr>
        <p:spPr>
          <a:xfrm>
            <a:off x="7825514" y="3740660"/>
            <a:ext cx="305584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9" name="文本占位符 40"/>
          <p:cNvSpPr>
            <a:spLocks noGrp="1"/>
          </p:cNvSpPr>
          <p:nvPr>
            <p:ph type="body" idx="14" hasCustomPrompt="1"/>
          </p:nvPr>
        </p:nvSpPr>
        <p:spPr>
          <a:xfrm>
            <a:off x="7825514" y="4830414"/>
            <a:ext cx="305584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50" name="文本框 49"/>
          <p:cNvSpPr>
            <a:spLocks noGrp="1"/>
          </p:cNvSpPr>
          <p:nvPr/>
        </p:nvSpPr>
        <p:spPr>
          <a:xfrm>
            <a:off x="6814866" y="151260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51" name="文本框 50"/>
          <p:cNvSpPr>
            <a:spLocks noGrp="1"/>
          </p:cNvSpPr>
          <p:nvPr/>
        </p:nvSpPr>
        <p:spPr>
          <a:xfrm>
            <a:off x="6814866" y="2596050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52" name="文本框 51"/>
          <p:cNvSpPr>
            <a:spLocks noGrp="1"/>
          </p:cNvSpPr>
          <p:nvPr/>
        </p:nvSpPr>
        <p:spPr>
          <a:xfrm>
            <a:off x="6814866" y="3679496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53" name="文本框 52"/>
          <p:cNvSpPr>
            <a:spLocks noGrp="1"/>
          </p:cNvSpPr>
          <p:nvPr/>
        </p:nvSpPr>
        <p:spPr>
          <a:xfrm>
            <a:off x="6814866" y="4762941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57" name="Freeform 8"/>
          <p:cNvSpPr>
            <a:spLocks noGrp="1"/>
          </p:cNvSpPr>
          <p:nvPr/>
        </p:nvSpPr>
        <p:spPr>
          <a:xfrm>
            <a:off x="2425132" y="3183822"/>
            <a:ext cx="1945700" cy="194116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" name="Freeform 42"/>
          <p:cNvSpPr>
            <a:spLocks noGrp="1"/>
          </p:cNvSpPr>
          <p:nvPr/>
        </p:nvSpPr>
        <p:spPr>
          <a:xfrm>
            <a:off x="2679116" y="3435538"/>
            <a:ext cx="1435463" cy="1433194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9" name="Freeform 43"/>
          <p:cNvSpPr>
            <a:spLocks noGrp="1"/>
          </p:cNvSpPr>
          <p:nvPr/>
        </p:nvSpPr>
        <p:spPr>
          <a:xfrm>
            <a:off x="3983052" y="3578404"/>
            <a:ext cx="158739" cy="19048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0" name="Freeform 44"/>
          <p:cNvSpPr>
            <a:spLocks noGrp="1"/>
          </p:cNvSpPr>
          <p:nvPr/>
        </p:nvSpPr>
        <p:spPr>
          <a:xfrm>
            <a:off x="2502234" y="3938970"/>
            <a:ext cx="151937" cy="163275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1" name="Freeform 45"/>
          <p:cNvSpPr>
            <a:spLocks noGrp="1"/>
          </p:cNvSpPr>
          <p:nvPr/>
        </p:nvSpPr>
        <p:spPr>
          <a:xfrm>
            <a:off x="3833383" y="3417397"/>
            <a:ext cx="165543" cy="176881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2" name="Freeform 46"/>
          <p:cNvSpPr>
            <a:spLocks noGrp="1"/>
          </p:cNvSpPr>
          <p:nvPr/>
        </p:nvSpPr>
        <p:spPr>
          <a:xfrm>
            <a:off x="2502234" y="4192954"/>
            <a:ext cx="142866" cy="136062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" name="Freeform 47"/>
          <p:cNvSpPr>
            <a:spLocks noGrp="1"/>
          </p:cNvSpPr>
          <p:nvPr/>
        </p:nvSpPr>
        <p:spPr>
          <a:xfrm>
            <a:off x="3230171" y="4900481"/>
            <a:ext cx="99779" cy="142865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" name="Freeform 48"/>
          <p:cNvSpPr>
            <a:spLocks noGrp="1"/>
          </p:cNvSpPr>
          <p:nvPr/>
        </p:nvSpPr>
        <p:spPr>
          <a:xfrm>
            <a:off x="2558927" y="4419726"/>
            <a:ext cx="147401" cy="126991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5" name="Freeform 49"/>
          <p:cNvSpPr>
            <a:spLocks noGrp="1"/>
          </p:cNvSpPr>
          <p:nvPr/>
        </p:nvSpPr>
        <p:spPr>
          <a:xfrm>
            <a:off x="2645100" y="3557995"/>
            <a:ext cx="174614" cy="19048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6" name="Freeform 50"/>
          <p:cNvSpPr>
            <a:spLocks noGrp="1"/>
          </p:cNvSpPr>
          <p:nvPr/>
        </p:nvSpPr>
        <p:spPr>
          <a:xfrm>
            <a:off x="3670108" y="4839252"/>
            <a:ext cx="122456" cy="140598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7" name="Freeform 51"/>
          <p:cNvSpPr>
            <a:spLocks noGrp="1"/>
          </p:cNvSpPr>
          <p:nvPr/>
        </p:nvSpPr>
        <p:spPr>
          <a:xfrm>
            <a:off x="2810643" y="3399255"/>
            <a:ext cx="165543" cy="161007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Freeform 52"/>
          <p:cNvSpPr>
            <a:spLocks noGrp="1"/>
          </p:cNvSpPr>
          <p:nvPr/>
        </p:nvSpPr>
        <p:spPr>
          <a:xfrm>
            <a:off x="3300470" y="3251853"/>
            <a:ext cx="131527" cy="142865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53"/>
          <p:cNvSpPr>
            <a:spLocks noGrp="1"/>
          </p:cNvSpPr>
          <p:nvPr/>
        </p:nvSpPr>
        <p:spPr>
          <a:xfrm>
            <a:off x="3461478" y="4900481"/>
            <a:ext cx="102047" cy="145133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Freeform 54"/>
          <p:cNvSpPr>
            <a:spLocks noGrp="1"/>
          </p:cNvSpPr>
          <p:nvPr/>
        </p:nvSpPr>
        <p:spPr>
          <a:xfrm>
            <a:off x="3064628" y="3279066"/>
            <a:ext cx="136062" cy="154204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Freeform 55"/>
          <p:cNvSpPr>
            <a:spLocks noGrp="1"/>
          </p:cNvSpPr>
          <p:nvPr/>
        </p:nvSpPr>
        <p:spPr>
          <a:xfrm>
            <a:off x="4094171" y="3800640"/>
            <a:ext cx="158739" cy="126991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" name="Freeform 56"/>
          <p:cNvSpPr>
            <a:spLocks noGrp="1"/>
          </p:cNvSpPr>
          <p:nvPr/>
        </p:nvSpPr>
        <p:spPr>
          <a:xfrm>
            <a:off x="4096438" y="4397048"/>
            <a:ext cx="156472" cy="145133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3" name="Freeform 57"/>
          <p:cNvSpPr>
            <a:spLocks noGrp="1"/>
          </p:cNvSpPr>
          <p:nvPr/>
        </p:nvSpPr>
        <p:spPr>
          <a:xfrm>
            <a:off x="4153131" y="4172545"/>
            <a:ext cx="138330" cy="122456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4" name="Freeform 58"/>
          <p:cNvSpPr>
            <a:spLocks noGrp="1"/>
          </p:cNvSpPr>
          <p:nvPr/>
        </p:nvSpPr>
        <p:spPr>
          <a:xfrm>
            <a:off x="3695053" y="3306279"/>
            <a:ext cx="124724" cy="156472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5" name="Freeform 59"/>
          <p:cNvSpPr>
            <a:spLocks noGrp="1"/>
          </p:cNvSpPr>
          <p:nvPr/>
        </p:nvSpPr>
        <p:spPr>
          <a:xfrm>
            <a:off x="2563462" y="3759821"/>
            <a:ext cx="142866" cy="124724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6" name="Freeform 60"/>
          <p:cNvSpPr>
            <a:spLocks noGrp="1"/>
          </p:cNvSpPr>
          <p:nvPr/>
        </p:nvSpPr>
        <p:spPr>
          <a:xfrm>
            <a:off x="4150863" y="3993396"/>
            <a:ext cx="138330" cy="90708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7" name="Freeform 61"/>
          <p:cNvSpPr>
            <a:spLocks noGrp="1"/>
          </p:cNvSpPr>
          <p:nvPr/>
        </p:nvSpPr>
        <p:spPr>
          <a:xfrm>
            <a:off x="3509100" y="3267728"/>
            <a:ext cx="83905" cy="140598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8" name="Freeform 62"/>
          <p:cNvSpPr>
            <a:spLocks noGrp="1"/>
          </p:cNvSpPr>
          <p:nvPr/>
        </p:nvSpPr>
        <p:spPr>
          <a:xfrm>
            <a:off x="2996596" y="4848323"/>
            <a:ext cx="104315" cy="136062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9" name="Freeform 71"/>
          <p:cNvSpPr>
            <a:spLocks noGrp="1"/>
          </p:cNvSpPr>
          <p:nvPr/>
        </p:nvSpPr>
        <p:spPr>
          <a:xfrm>
            <a:off x="2740345" y="3496766"/>
            <a:ext cx="1315275" cy="1313006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5部分"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589281" y="476251"/>
            <a:ext cx="11013440" cy="590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75" name="图形 3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601832" y="3365787"/>
            <a:ext cx="6665290" cy="4818286"/>
          </a:xfrm>
          <a:prstGeom prst="rect">
            <a:avLst/>
          </a:prstGeom>
        </p:spPr>
      </p:pic>
      <p:sp>
        <p:nvSpPr>
          <p:cNvPr id="9" name="标题 1"/>
          <p:cNvSpPr>
            <a:spLocks noGrp="1"/>
          </p:cNvSpPr>
          <p:nvPr/>
        </p:nvSpPr>
        <p:spPr>
          <a:xfrm>
            <a:off x="2296213" y="1033221"/>
            <a:ext cx="2165279" cy="150065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2483024" y="2078629"/>
            <a:ext cx="21680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文本占位符 40"/>
          <p:cNvSpPr>
            <a:spLocks noGrp="1"/>
          </p:cNvSpPr>
          <p:nvPr>
            <p:ph type="body" idx="10" hasCustomPrompt="1"/>
          </p:nvPr>
        </p:nvSpPr>
        <p:spPr>
          <a:xfrm>
            <a:off x="7819905" y="1408752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2" name="文本占位符 40"/>
          <p:cNvSpPr>
            <a:spLocks noGrp="1"/>
          </p:cNvSpPr>
          <p:nvPr>
            <p:ph type="body" idx="11" hasCustomPrompt="1"/>
          </p:nvPr>
        </p:nvSpPr>
        <p:spPr>
          <a:xfrm>
            <a:off x="7819905" y="2302202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3" name="文本占位符 40"/>
          <p:cNvSpPr>
            <a:spLocks noGrp="1"/>
          </p:cNvSpPr>
          <p:nvPr>
            <p:ph type="body" idx="12" hasCustomPrompt="1"/>
          </p:nvPr>
        </p:nvSpPr>
        <p:spPr>
          <a:xfrm>
            <a:off x="7819905" y="3195652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4" name="文本占位符 40"/>
          <p:cNvSpPr>
            <a:spLocks noGrp="1"/>
          </p:cNvSpPr>
          <p:nvPr>
            <p:ph type="body" idx="13" hasCustomPrompt="1"/>
          </p:nvPr>
        </p:nvSpPr>
        <p:spPr>
          <a:xfrm>
            <a:off x="7819905" y="4982551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36" name="文本占位符 40"/>
          <p:cNvSpPr>
            <a:spLocks noGrp="1"/>
          </p:cNvSpPr>
          <p:nvPr>
            <p:ph type="body" idx="14" hasCustomPrompt="1"/>
          </p:nvPr>
        </p:nvSpPr>
        <p:spPr>
          <a:xfrm>
            <a:off x="7819905" y="4089102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6809256" y="136020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/>
          <p:cNvSpPr>
            <a:spLocks noGrp="1"/>
          </p:cNvSpPr>
          <p:nvPr/>
        </p:nvSpPr>
        <p:spPr>
          <a:xfrm>
            <a:off x="6809256" y="225365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/>
          <p:cNvSpPr>
            <a:spLocks noGrp="1"/>
          </p:cNvSpPr>
          <p:nvPr/>
        </p:nvSpPr>
        <p:spPr>
          <a:xfrm>
            <a:off x="6809256" y="3148379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/>
          <p:cNvSpPr>
            <a:spLocks noGrp="1"/>
          </p:cNvSpPr>
          <p:nvPr/>
        </p:nvSpPr>
        <p:spPr>
          <a:xfrm>
            <a:off x="6809256" y="4021629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/>
          <p:cNvSpPr>
            <a:spLocks noGrp="1"/>
          </p:cNvSpPr>
          <p:nvPr/>
        </p:nvSpPr>
        <p:spPr>
          <a:xfrm>
            <a:off x="6809256" y="492151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8" name="Freeform 8"/>
          <p:cNvSpPr>
            <a:spLocks noGrp="1"/>
          </p:cNvSpPr>
          <p:nvPr/>
        </p:nvSpPr>
        <p:spPr>
          <a:xfrm>
            <a:off x="2425132" y="3183822"/>
            <a:ext cx="1945700" cy="194116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9" name="Freeform 42"/>
          <p:cNvSpPr>
            <a:spLocks noGrp="1"/>
          </p:cNvSpPr>
          <p:nvPr/>
        </p:nvSpPr>
        <p:spPr>
          <a:xfrm>
            <a:off x="2679116" y="3435538"/>
            <a:ext cx="1435463" cy="1433194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0" name="Freeform 43"/>
          <p:cNvSpPr>
            <a:spLocks noGrp="1"/>
          </p:cNvSpPr>
          <p:nvPr/>
        </p:nvSpPr>
        <p:spPr>
          <a:xfrm>
            <a:off x="3983052" y="3578404"/>
            <a:ext cx="158739" cy="19048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1" name="Freeform 44"/>
          <p:cNvSpPr>
            <a:spLocks noGrp="1"/>
          </p:cNvSpPr>
          <p:nvPr/>
        </p:nvSpPr>
        <p:spPr>
          <a:xfrm>
            <a:off x="2502234" y="3938970"/>
            <a:ext cx="151937" cy="163275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2" name="Freeform 45"/>
          <p:cNvSpPr>
            <a:spLocks noGrp="1"/>
          </p:cNvSpPr>
          <p:nvPr/>
        </p:nvSpPr>
        <p:spPr>
          <a:xfrm>
            <a:off x="3833383" y="3417397"/>
            <a:ext cx="165543" cy="176881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3" name="Freeform 46"/>
          <p:cNvSpPr>
            <a:spLocks noGrp="1"/>
          </p:cNvSpPr>
          <p:nvPr/>
        </p:nvSpPr>
        <p:spPr>
          <a:xfrm>
            <a:off x="2502234" y="4192954"/>
            <a:ext cx="142866" cy="136062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4" name="Freeform 47"/>
          <p:cNvSpPr>
            <a:spLocks noGrp="1"/>
          </p:cNvSpPr>
          <p:nvPr/>
        </p:nvSpPr>
        <p:spPr>
          <a:xfrm>
            <a:off x="3230171" y="4900481"/>
            <a:ext cx="99779" cy="142865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5" name="Freeform 48"/>
          <p:cNvSpPr>
            <a:spLocks noGrp="1"/>
          </p:cNvSpPr>
          <p:nvPr/>
        </p:nvSpPr>
        <p:spPr>
          <a:xfrm>
            <a:off x="2558927" y="4419726"/>
            <a:ext cx="147401" cy="126991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6" name="Freeform 49"/>
          <p:cNvSpPr>
            <a:spLocks noGrp="1"/>
          </p:cNvSpPr>
          <p:nvPr/>
        </p:nvSpPr>
        <p:spPr>
          <a:xfrm>
            <a:off x="2645100" y="3557995"/>
            <a:ext cx="174614" cy="19048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7" name="Freeform 50"/>
          <p:cNvSpPr>
            <a:spLocks noGrp="1"/>
          </p:cNvSpPr>
          <p:nvPr/>
        </p:nvSpPr>
        <p:spPr>
          <a:xfrm>
            <a:off x="3670108" y="4839252"/>
            <a:ext cx="122456" cy="140598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" name="Freeform 51"/>
          <p:cNvSpPr>
            <a:spLocks noGrp="1"/>
          </p:cNvSpPr>
          <p:nvPr/>
        </p:nvSpPr>
        <p:spPr>
          <a:xfrm>
            <a:off x="2810643" y="3399255"/>
            <a:ext cx="165543" cy="161007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9" name="Freeform 52"/>
          <p:cNvSpPr>
            <a:spLocks noGrp="1"/>
          </p:cNvSpPr>
          <p:nvPr/>
        </p:nvSpPr>
        <p:spPr>
          <a:xfrm>
            <a:off x="3300470" y="3251853"/>
            <a:ext cx="131527" cy="142865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0" name="Freeform 53"/>
          <p:cNvSpPr>
            <a:spLocks noGrp="1"/>
          </p:cNvSpPr>
          <p:nvPr/>
        </p:nvSpPr>
        <p:spPr>
          <a:xfrm>
            <a:off x="3461478" y="4900481"/>
            <a:ext cx="102047" cy="145133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1" name="Freeform 54"/>
          <p:cNvSpPr>
            <a:spLocks noGrp="1"/>
          </p:cNvSpPr>
          <p:nvPr/>
        </p:nvSpPr>
        <p:spPr>
          <a:xfrm>
            <a:off x="3064628" y="3279066"/>
            <a:ext cx="136062" cy="154204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2" name="Freeform 55"/>
          <p:cNvSpPr>
            <a:spLocks noGrp="1"/>
          </p:cNvSpPr>
          <p:nvPr/>
        </p:nvSpPr>
        <p:spPr>
          <a:xfrm>
            <a:off x="4094171" y="3800640"/>
            <a:ext cx="158739" cy="126991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" name="Freeform 56"/>
          <p:cNvSpPr>
            <a:spLocks noGrp="1"/>
          </p:cNvSpPr>
          <p:nvPr/>
        </p:nvSpPr>
        <p:spPr>
          <a:xfrm>
            <a:off x="4096438" y="4397048"/>
            <a:ext cx="156472" cy="145133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" name="Freeform 57"/>
          <p:cNvSpPr>
            <a:spLocks noGrp="1"/>
          </p:cNvSpPr>
          <p:nvPr/>
        </p:nvSpPr>
        <p:spPr>
          <a:xfrm>
            <a:off x="4153131" y="4172545"/>
            <a:ext cx="138330" cy="122456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5" name="Freeform 58"/>
          <p:cNvSpPr>
            <a:spLocks noGrp="1"/>
          </p:cNvSpPr>
          <p:nvPr/>
        </p:nvSpPr>
        <p:spPr>
          <a:xfrm>
            <a:off x="3695053" y="3306279"/>
            <a:ext cx="124724" cy="156472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6" name="Freeform 59"/>
          <p:cNvSpPr>
            <a:spLocks noGrp="1"/>
          </p:cNvSpPr>
          <p:nvPr/>
        </p:nvSpPr>
        <p:spPr>
          <a:xfrm>
            <a:off x="2563462" y="3759821"/>
            <a:ext cx="142866" cy="124724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7" name="Freeform 60"/>
          <p:cNvSpPr>
            <a:spLocks noGrp="1"/>
          </p:cNvSpPr>
          <p:nvPr/>
        </p:nvSpPr>
        <p:spPr>
          <a:xfrm>
            <a:off x="4150863" y="3993396"/>
            <a:ext cx="138330" cy="90708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Freeform 61"/>
          <p:cNvSpPr>
            <a:spLocks noGrp="1"/>
          </p:cNvSpPr>
          <p:nvPr/>
        </p:nvSpPr>
        <p:spPr>
          <a:xfrm>
            <a:off x="3509100" y="3267728"/>
            <a:ext cx="83905" cy="140598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62"/>
          <p:cNvSpPr>
            <a:spLocks noGrp="1"/>
          </p:cNvSpPr>
          <p:nvPr/>
        </p:nvSpPr>
        <p:spPr>
          <a:xfrm>
            <a:off x="2996596" y="4848323"/>
            <a:ext cx="104315" cy="136062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Freeform 71"/>
          <p:cNvSpPr>
            <a:spLocks noGrp="1"/>
          </p:cNvSpPr>
          <p:nvPr/>
        </p:nvSpPr>
        <p:spPr>
          <a:xfrm>
            <a:off x="2740345" y="3496766"/>
            <a:ext cx="1315275" cy="1313006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6部分"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52" name="图形 3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601832" y="3365787"/>
            <a:ext cx="6665290" cy="4818286"/>
          </a:xfrm>
          <a:prstGeom prst="rect">
            <a:avLst/>
          </a:prstGeom>
        </p:spPr>
      </p:pic>
      <p:sp>
        <p:nvSpPr>
          <p:cNvPr id="49" name="矩形 48"/>
          <p:cNvSpPr>
            <a:spLocks noGrp="1"/>
          </p:cNvSpPr>
          <p:nvPr/>
        </p:nvSpPr>
        <p:spPr>
          <a:xfrm>
            <a:off x="589281" y="476251"/>
            <a:ext cx="11013440" cy="590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2296213" y="1033221"/>
            <a:ext cx="2165279" cy="150065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2483024" y="2078629"/>
            <a:ext cx="21680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Freeform 8"/>
          <p:cNvSpPr>
            <a:spLocks noGrp="1"/>
          </p:cNvSpPr>
          <p:nvPr/>
        </p:nvSpPr>
        <p:spPr>
          <a:xfrm>
            <a:off x="2425132" y="3183822"/>
            <a:ext cx="1945700" cy="194116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Freeform 42"/>
          <p:cNvSpPr>
            <a:spLocks noGrp="1"/>
          </p:cNvSpPr>
          <p:nvPr/>
        </p:nvSpPr>
        <p:spPr>
          <a:xfrm>
            <a:off x="2679116" y="3435538"/>
            <a:ext cx="1435463" cy="1433194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Freeform 43"/>
          <p:cNvSpPr>
            <a:spLocks noGrp="1"/>
          </p:cNvSpPr>
          <p:nvPr/>
        </p:nvSpPr>
        <p:spPr>
          <a:xfrm>
            <a:off x="3983052" y="3578404"/>
            <a:ext cx="158739" cy="19048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Freeform 44"/>
          <p:cNvSpPr>
            <a:spLocks noGrp="1"/>
          </p:cNvSpPr>
          <p:nvPr/>
        </p:nvSpPr>
        <p:spPr>
          <a:xfrm>
            <a:off x="2502234" y="3938970"/>
            <a:ext cx="151937" cy="163275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Freeform 45"/>
          <p:cNvSpPr>
            <a:spLocks noGrp="1"/>
          </p:cNvSpPr>
          <p:nvPr/>
        </p:nvSpPr>
        <p:spPr>
          <a:xfrm>
            <a:off x="3833383" y="3417397"/>
            <a:ext cx="165543" cy="176881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Freeform 46"/>
          <p:cNvSpPr>
            <a:spLocks noGrp="1"/>
          </p:cNvSpPr>
          <p:nvPr/>
        </p:nvSpPr>
        <p:spPr>
          <a:xfrm>
            <a:off x="2502234" y="4192954"/>
            <a:ext cx="142866" cy="136062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Freeform 47"/>
          <p:cNvSpPr>
            <a:spLocks noGrp="1"/>
          </p:cNvSpPr>
          <p:nvPr/>
        </p:nvSpPr>
        <p:spPr>
          <a:xfrm>
            <a:off x="3230171" y="4900481"/>
            <a:ext cx="99779" cy="142865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Freeform 48"/>
          <p:cNvSpPr>
            <a:spLocks noGrp="1"/>
          </p:cNvSpPr>
          <p:nvPr/>
        </p:nvSpPr>
        <p:spPr>
          <a:xfrm>
            <a:off x="2558927" y="4419726"/>
            <a:ext cx="147401" cy="126991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Freeform 49"/>
          <p:cNvSpPr>
            <a:spLocks noGrp="1"/>
          </p:cNvSpPr>
          <p:nvPr/>
        </p:nvSpPr>
        <p:spPr>
          <a:xfrm>
            <a:off x="2645100" y="3557995"/>
            <a:ext cx="174614" cy="19048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Freeform 50"/>
          <p:cNvSpPr>
            <a:spLocks noGrp="1"/>
          </p:cNvSpPr>
          <p:nvPr/>
        </p:nvSpPr>
        <p:spPr>
          <a:xfrm>
            <a:off x="3670108" y="4839252"/>
            <a:ext cx="122456" cy="140598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Freeform 51"/>
          <p:cNvSpPr>
            <a:spLocks noGrp="1"/>
          </p:cNvSpPr>
          <p:nvPr/>
        </p:nvSpPr>
        <p:spPr>
          <a:xfrm>
            <a:off x="2810643" y="3399255"/>
            <a:ext cx="165543" cy="161007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Freeform 52"/>
          <p:cNvSpPr>
            <a:spLocks noGrp="1"/>
          </p:cNvSpPr>
          <p:nvPr/>
        </p:nvSpPr>
        <p:spPr>
          <a:xfrm>
            <a:off x="3300470" y="3251853"/>
            <a:ext cx="131527" cy="142865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Freeform 53"/>
          <p:cNvSpPr>
            <a:spLocks noGrp="1"/>
          </p:cNvSpPr>
          <p:nvPr/>
        </p:nvSpPr>
        <p:spPr>
          <a:xfrm>
            <a:off x="3461478" y="4900481"/>
            <a:ext cx="102047" cy="145133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Freeform 54"/>
          <p:cNvSpPr>
            <a:spLocks noGrp="1"/>
          </p:cNvSpPr>
          <p:nvPr/>
        </p:nvSpPr>
        <p:spPr>
          <a:xfrm>
            <a:off x="3064628" y="3279066"/>
            <a:ext cx="136062" cy="154204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Freeform 55"/>
          <p:cNvSpPr>
            <a:spLocks noGrp="1"/>
          </p:cNvSpPr>
          <p:nvPr/>
        </p:nvSpPr>
        <p:spPr>
          <a:xfrm>
            <a:off x="4094171" y="3800640"/>
            <a:ext cx="158739" cy="126991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Freeform 56"/>
          <p:cNvSpPr>
            <a:spLocks noGrp="1"/>
          </p:cNvSpPr>
          <p:nvPr/>
        </p:nvSpPr>
        <p:spPr>
          <a:xfrm>
            <a:off x="4096438" y="4397048"/>
            <a:ext cx="156472" cy="145133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Freeform 57"/>
          <p:cNvSpPr>
            <a:spLocks noGrp="1"/>
          </p:cNvSpPr>
          <p:nvPr/>
        </p:nvSpPr>
        <p:spPr>
          <a:xfrm>
            <a:off x="4153131" y="4172545"/>
            <a:ext cx="138330" cy="122456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Freeform 58"/>
          <p:cNvSpPr>
            <a:spLocks noGrp="1"/>
          </p:cNvSpPr>
          <p:nvPr/>
        </p:nvSpPr>
        <p:spPr>
          <a:xfrm>
            <a:off x="3695053" y="3306279"/>
            <a:ext cx="124724" cy="156472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Freeform 59"/>
          <p:cNvSpPr>
            <a:spLocks noGrp="1"/>
          </p:cNvSpPr>
          <p:nvPr/>
        </p:nvSpPr>
        <p:spPr>
          <a:xfrm>
            <a:off x="2563462" y="3759821"/>
            <a:ext cx="142866" cy="124724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Freeform 60"/>
          <p:cNvSpPr>
            <a:spLocks noGrp="1"/>
          </p:cNvSpPr>
          <p:nvPr/>
        </p:nvSpPr>
        <p:spPr>
          <a:xfrm>
            <a:off x="4150863" y="3993396"/>
            <a:ext cx="138330" cy="90708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Freeform 61"/>
          <p:cNvSpPr>
            <a:spLocks noGrp="1"/>
          </p:cNvSpPr>
          <p:nvPr/>
        </p:nvSpPr>
        <p:spPr>
          <a:xfrm>
            <a:off x="3509100" y="3267728"/>
            <a:ext cx="83905" cy="140598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" name="Freeform 62"/>
          <p:cNvSpPr>
            <a:spLocks noGrp="1"/>
          </p:cNvSpPr>
          <p:nvPr/>
        </p:nvSpPr>
        <p:spPr>
          <a:xfrm>
            <a:off x="2996596" y="4848323"/>
            <a:ext cx="104315" cy="136062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Freeform 71"/>
          <p:cNvSpPr>
            <a:spLocks noGrp="1"/>
          </p:cNvSpPr>
          <p:nvPr/>
        </p:nvSpPr>
        <p:spPr>
          <a:xfrm>
            <a:off x="2740345" y="3496766"/>
            <a:ext cx="1315275" cy="1313006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文本占位符 40"/>
          <p:cNvSpPr>
            <a:spLocks noGrp="1"/>
          </p:cNvSpPr>
          <p:nvPr>
            <p:ph type="body" idx="10" hasCustomPrompt="1"/>
          </p:nvPr>
        </p:nvSpPr>
        <p:spPr>
          <a:xfrm>
            <a:off x="7819905" y="131731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2" name="文本占位符 40"/>
          <p:cNvSpPr>
            <a:spLocks noGrp="1"/>
          </p:cNvSpPr>
          <p:nvPr>
            <p:ph type="body" idx="11" hasCustomPrompt="1"/>
          </p:nvPr>
        </p:nvSpPr>
        <p:spPr>
          <a:xfrm>
            <a:off x="7819905" y="206788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3" name="文本占位符 40"/>
          <p:cNvSpPr>
            <a:spLocks noGrp="1"/>
          </p:cNvSpPr>
          <p:nvPr>
            <p:ph type="body" idx="12" hasCustomPrompt="1"/>
          </p:nvPr>
        </p:nvSpPr>
        <p:spPr>
          <a:xfrm>
            <a:off x="7819905" y="281845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4" name="文本占位符 40"/>
          <p:cNvSpPr>
            <a:spLocks noGrp="1"/>
          </p:cNvSpPr>
          <p:nvPr>
            <p:ph type="body" idx="13" hasCustomPrompt="1"/>
          </p:nvPr>
        </p:nvSpPr>
        <p:spPr>
          <a:xfrm>
            <a:off x="7819905" y="431959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36" name="文本占位符 40"/>
          <p:cNvSpPr>
            <a:spLocks noGrp="1"/>
          </p:cNvSpPr>
          <p:nvPr>
            <p:ph type="body" idx="14" hasCustomPrompt="1"/>
          </p:nvPr>
        </p:nvSpPr>
        <p:spPr>
          <a:xfrm>
            <a:off x="7819905" y="356902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6809256" y="126876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/>
          <p:cNvSpPr>
            <a:spLocks noGrp="1"/>
          </p:cNvSpPr>
          <p:nvPr/>
        </p:nvSpPr>
        <p:spPr>
          <a:xfrm>
            <a:off x="6809256" y="2016836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/>
          <p:cNvSpPr>
            <a:spLocks noGrp="1"/>
          </p:cNvSpPr>
          <p:nvPr/>
        </p:nvSpPr>
        <p:spPr>
          <a:xfrm>
            <a:off x="6809256" y="2764908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/>
          <p:cNvSpPr>
            <a:spLocks noGrp="1"/>
          </p:cNvSpPr>
          <p:nvPr/>
        </p:nvSpPr>
        <p:spPr>
          <a:xfrm>
            <a:off x="6809256" y="3512980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/>
          <p:cNvSpPr>
            <a:spLocks noGrp="1"/>
          </p:cNvSpPr>
          <p:nvPr/>
        </p:nvSpPr>
        <p:spPr>
          <a:xfrm>
            <a:off x="6809256" y="4261052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7" name="文本占位符 40"/>
          <p:cNvSpPr>
            <a:spLocks noGrp="1"/>
          </p:cNvSpPr>
          <p:nvPr>
            <p:ph type="body" idx="15" hasCustomPrompt="1"/>
          </p:nvPr>
        </p:nvSpPr>
        <p:spPr>
          <a:xfrm>
            <a:off x="7819905" y="5070163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8" name="文本框 47"/>
          <p:cNvSpPr>
            <a:spLocks noGrp="1"/>
          </p:cNvSpPr>
          <p:nvPr/>
        </p:nvSpPr>
        <p:spPr>
          <a:xfrm>
            <a:off x="6809256" y="5009126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/>
      <p:sp>
        <p:nvSpPr>
          <p:cNvPr id="66" name="矩形 65"/>
          <p:cNvSpPr>
            <a:spLocks noGrp="1"/>
          </p:cNvSpPr>
          <p:nvPr/>
        </p:nvSpPr>
        <p:spPr>
          <a:xfrm>
            <a:off x="0" y="1764872"/>
            <a:ext cx="12192000" cy="3328257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直接连接符 69"/>
          <p:cNvSpPr>
            <a:spLocks noGrp="1"/>
          </p:cNvSpPr>
          <p:nvPr/>
        </p:nvSpPr>
        <p:spPr>
          <a:xfrm>
            <a:off x="996403" y="3428999"/>
            <a:ext cx="3773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" name="文本占位符 3"/>
          <p:cNvSpPr>
            <a:spLocks noGrp="1"/>
          </p:cNvSpPr>
          <p:nvPr>
            <p:ph type="body" idx="10" hasCustomPrompt="1"/>
          </p:nvPr>
        </p:nvSpPr>
        <p:spPr>
          <a:xfrm>
            <a:off x="2465501" y="2552244"/>
            <a:ext cx="5716686" cy="707886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4000" b="1" i="0" u="none" strike="noStrike" kern="1200" cap="none" spc="0" baseline="0">
                <a:ln>
                  <a:noFill/>
                </a:ln>
                <a:solidFill>
                  <a:prstClr val="whit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7" name="文本占位符 3"/>
          <p:cNvSpPr>
            <a:spLocks noGrp="1"/>
          </p:cNvSpPr>
          <p:nvPr>
            <p:ph type="body" idx="11" hasCustomPrompt="1"/>
          </p:nvPr>
        </p:nvSpPr>
        <p:spPr>
          <a:xfrm>
            <a:off x="882188" y="3684327"/>
            <a:ext cx="7299999" cy="887667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4800" b="1" kern="1200" spc="400">
                <a:solidFill>
                  <a:prstClr val="whit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80" name="图形 12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63687" y="1559486"/>
            <a:ext cx="5172316" cy="3739027"/>
          </a:xfrm>
          <a:prstGeom prst="rect">
            <a:avLst/>
          </a:prstGeom>
        </p:spPr>
      </p:pic>
      <p:sp>
        <p:nvSpPr>
          <p:cNvPr id="63" name="Freeform 17"/>
          <p:cNvSpPr>
            <a:spLocks noGrp="1"/>
          </p:cNvSpPr>
          <p:nvPr/>
        </p:nvSpPr>
        <p:spPr>
          <a:xfrm>
            <a:off x="2715296" y="1148009"/>
            <a:ext cx="96009" cy="102807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" name="Freeform 18"/>
          <p:cNvSpPr>
            <a:spLocks noGrp="1"/>
          </p:cNvSpPr>
          <p:nvPr/>
        </p:nvSpPr>
        <p:spPr>
          <a:xfrm>
            <a:off x="1844410" y="1148009"/>
            <a:ext cx="96009" cy="101957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5" name="Freeform 19"/>
          <p:cNvSpPr>
            <a:spLocks noGrp="1"/>
          </p:cNvSpPr>
          <p:nvPr/>
        </p:nvSpPr>
        <p:spPr>
          <a:xfrm>
            <a:off x="2360145" y="1148009"/>
            <a:ext cx="95160" cy="101957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7" name="Freeform 20"/>
          <p:cNvSpPr>
            <a:spLocks noGrp="1"/>
          </p:cNvSpPr>
          <p:nvPr/>
        </p:nvSpPr>
        <p:spPr>
          <a:xfrm>
            <a:off x="2613339" y="1148009"/>
            <a:ext cx="93461" cy="101957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Freeform 21"/>
          <p:cNvSpPr>
            <a:spLocks noGrp="1"/>
          </p:cNvSpPr>
          <p:nvPr/>
        </p:nvSpPr>
        <p:spPr>
          <a:xfrm>
            <a:off x="1742452" y="1148859"/>
            <a:ext cx="93461" cy="101108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22"/>
          <p:cNvSpPr>
            <a:spLocks noGrp="1"/>
          </p:cNvSpPr>
          <p:nvPr/>
        </p:nvSpPr>
        <p:spPr>
          <a:xfrm>
            <a:off x="1993947" y="1148859"/>
            <a:ext cx="95160" cy="101108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Freeform 23"/>
          <p:cNvSpPr>
            <a:spLocks noGrp="1"/>
          </p:cNvSpPr>
          <p:nvPr/>
        </p:nvSpPr>
        <p:spPr>
          <a:xfrm>
            <a:off x="2096755" y="1145460"/>
            <a:ext cx="105356" cy="108755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25"/>
          <p:cNvSpPr>
            <a:spLocks noGrp="1"/>
          </p:cNvSpPr>
          <p:nvPr/>
        </p:nvSpPr>
        <p:spPr>
          <a:xfrm>
            <a:off x="2818103" y="1147160"/>
            <a:ext cx="85814" cy="105356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27"/>
          <p:cNvSpPr>
            <a:spLocks noGrp="1"/>
          </p:cNvSpPr>
          <p:nvPr/>
        </p:nvSpPr>
        <p:spPr>
          <a:xfrm>
            <a:off x="1654090" y="1148009"/>
            <a:ext cx="85814" cy="101957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29"/>
          <p:cNvSpPr>
            <a:spLocks noGrp="1"/>
          </p:cNvSpPr>
          <p:nvPr/>
        </p:nvSpPr>
        <p:spPr>
          <a:xfrm>
            <a:off x="2248841" y="1148859"/>
            <a:ext cx="101107" cy="104506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30"/>
          <p:cNvSpPr>
            <a:spLocks noGrp="1"/>
          </p:cNvSpPr>
          <p:nvPr/>
        </p:nvSpPr>
        <p:spPr>
          <a:xfrm>
            <a:off x="2507133" y="1148859"/>
            <a:ext cx="100258" cy="103657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31"/>
          <p:cNvSpPr>
            <a:spLocks noGrp="1"/>
          </p:cNvSpPr>
          <p:nvPr/>
        </p:nvSpPr>
        <p:spPr>
          <a:xfrm>
            <a:off x="3040711" y="1148859"/>
            <a:ext cx="90912" cy="101957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32"/>
          <p:cNvSpPr>
            <a:spLocks noGrp="1"/>
          </p:cNvSpPr>
          <p:nvPr/>
        </p:nvSpPr>
        <p:spPr>
          <a:xfrm>
            <a:off x="2953197" y="1145460"/>
            <a:ext cx="87513" cy="104506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33"/>
          <p:cNvSpPr>
            <a:spLocks noGrp="1"/>
          </p:cNvSpPr>
          <p:nvPr/>
        </p:nvSpPr>
        <p:spPr>
          <a:xfrm>
            <a:off x="1945518" y="1148859"/>
            <a:ext cx="37384" cy="101108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34"/>
          <p:cNvSpPr>
            <a:spLocks noGrp="1"/>
          </p:cNvSpPr>
          <p:nvPr/>
        </p:nvSpPr>
        <p:spPr>
          <a:xfrm>
            <a:off x="2910715" y="1148859"/>
            <a:ext cx="36534" cy="101957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35"/>
          <p:cNvSpPr>
            <a:spLocks noGrp="1"/>
          </p:cNvSpPr>
          <p:nvPr/>
        </p:nvSpPr>
        <p:spPr>
          <a:xfrm>
            <a:off x="2465501" y="1148859"/>
            <a:ext cx="36534" cy="101108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9"/>
          <p:cNvSpPr>
            <a:spLocks noGrp="1"/>
          </p:cNvSpPr>
          <p:nvPr/>
        </p:nvSpPr>
        <p:spPr>
          <a:xfrm>
            <a:off x="2889474" y="666260"/>
            <a:ext cx="245547" cy="274435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10"/>
          <p:cNvSpPr>
            <a:spLocks noGrp="1"/>
          </p:cNvSpPr>
          <p:nvPr/>
        </p:nvSpPr>
        <p:spPr>
          <a:xfrm>
            <a:off x="2432365" y="715540"/>
            <a:ext cx="288879" cy="310120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11"/>
          <p:cNvSpPr>
            <a:spLocks noGrp="1"/>
          </p:cNvSpPr>
          <p:nvPr/>
        </p:nvSpPr>
        <p:spPr>
          <a:xfrm>
            <a:off x="1651541" y="718938"/>
            <a:ext cx="146138" cy="339008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12"/>
          <p:cNvSpPr>
            <a:spLocks noGrp="1"/>
          </p:cNvSpPr>
          <p:nvPr/>
        </p:nvSpPr>
        <p:spPr>
          <a:xfrm>
            <a:off x="1855456" y="764819"/>
            <a:ext cx="172477" cy="238750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13"/>
          <p:cNvSpPr>
            <a:spLocks noGrp="1"/>
          </p:cNvSpPr>
          <p:nvPr/>
        </p:nvSpPr>
        <p:spPr>
          <a:xfrm>
            <a:off x="2115447" y="857431"/>
            <a:ext cx="204764" cy="2268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14"/>
          <p:cNvSpPr>
            <a:spLocks noGrp="1"/>
          </p:cNvSpPr>
          <p:nvPr/>
        </p:nvSpPr>
        <p:spPr>
          <a:xfrm>
            <a:off x="2854639" y="938996"/>
            <a:ext cx="211561" cy="134243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15"/>
          <p:cNvSpPr>
            <a:spLocks noGrp="1"/>
          </p:cNvSpPr>
          <p:nvPr/>
        </p:nvSpPr>
        <p:spPr>
          <a:xfrm>
            <a:off x="2166426" y="766519"/>
            <a:ext cx="160582" cy="8581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16"/>
          <p:cNvSpPr>
            <a:spLocks noGrp="1"/>
          </p:cNvSpPr>
          <p:nvPr/>
        </p:nvSpPr>
        <p:spPr>
          <a:xfrm>
            <a:off x="2219104" y="660313"/>
            <a:ext cx="85814" cy="95160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24"/>
          <p:cNvSpPr>
            <a:spLocks noGrp="1"/>
          </p:cNvSpPr>
          <p:nvPr/>
        </p:nvSpPr>
        <p:spPr>
          <a:xfrm>
            <a:off x="2874181" y="747826"/>
            <a:ext cx="84114" cy="11385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26"/>
          <p:cNvSpPr>
            <a:spLocks noGrp="1"/>
          </p:cNvSpPr>
          <p:nvPr/>
        </p:nvSpPr>
        <p:spPr>
          <a:xfrm>
            <a:off x="2292174" y="962787"/>
            <a:ext cx="61174" cy="74768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28"/>
          <p:cNvSpPr>
            <a:spLocks noGrp="1"/>
          </p:cNvSpPr>
          <p:nvPr/>
        </p:nvSpPr>
        <p:spPr>
          <a:xfrm>
            <a:off x="2684710" y="944944"/>
            <a:ext cx="65422" cy="75618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36"/>
          <p:cNvSpPr>
            <a:spLocks noGrp="1"/>
          </p:cNvSpPr>
          <p:nvPr/>
        </p:nvSpPr>
        <p:spPr>
          <a:xfrm>
            <a:off x="2871632" y="839588"/>
            <a:ext cx="33985" cy="65422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8"/>
          <p:cNvSpPr>
            <a:spLocks noGrp="1"/>
          </p:cNvSpPr>
          <p:nvPr/>
        </p:nvSpPr>
        <p:spPr>
          <a:xfrm>
            <a:off x="882188" y="613507"/>
            <a:ext cx="664422" cy="662874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42"/>
          <p:cNvSpPr>
            <a:spLocks noGrp="1"/>
          </p:cNvSpPr>
          <p:nvPr/>
        </p:nvSpPr>
        <p:spPr>
          <a:xfrm>
            <a:off x="968919" y="699464"/>
            <a:ext cx="490185" cy="48941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43"/>
          <p:cNvSpPr>
            <a:spLocks noGrp="1"/>
          </p:cNvSpPr>
          <p:nvPr/>
        </p:nvSpPr>
        <p:spPr>
          <a:xfrm>
            <a:off x="1414190" y="748250"/>
            <a:ext cx="54206" cy="65048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44"/>
          <p:cNvSpPr>
            <a:spLocks noGrp="1"/>
          </p:cNvSpPr>
          <p:nvPr/>
        </p:nvSpPr>
        <p:spPr>
          <a:xfrm>
            <a:off x="908517" y="871377"/>
            <a:ext cx="51883" cy="55755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45"/>
          <p:cNvSpPr>
            <a:spLocks noGrp="1"/>
          </p:cNvSpPr>
          <p:nvPr/>
        </p:nvSpPr>
        <p:spPr>
          <a:xfrm>
            <a:off x="1363081" y="693269"/>
            <a:ext cx="56530" cy="60402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46"/>
          <p:cNvSpPr>
            <a:spLocks noGrp="1"/>
          </p:cNvSpPr>
          <p:nvPr/>
        </p:nvSpPr>
        <p:spPr>
          <a:xfrm>
            <a:off x="908517" y="958108"/>
            <a:ext cx="48786" cy="46463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47"/>
          <p:cNvSpPr>
            <a:spLocks noGrp="1"/>
          </p:cNvSpPr>
          <p:nvPr/>
        </p:nvSpPr>
        <p:spPr>
          <a:xfrm>
            <a:off x="1157095" y="1199717"/>
            <a:ext cx="34072" cy="48786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48"/>
          <p:cNvSpPr>
            <a:spLocks noGrp="1"/>
          </p:cNvSpPr>
          <p:nvPr/>
        </p:nvSpPr>
        <p:spPr>
          <a:xfrm>
            <a:off x="927877" y="1035547"/>
            <a:ext cx="50335" cy="4336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0" name="Freeform 49"/>
          <p:cNvSpPr>
            <a:spLocks noGrp="1"/>
          </p:cNvSpPr>
          <p:nvPr/>
        </p:nvSpPr>
        <p:spPr>
          <a:xfrm>
            <a:off x="957303" y="741280"/>
            <a:ext cx="59627" cy="65048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50"/>
          <p:cNvSpPr>
            <a:spLocks noGrp="1"/>
          </p:cNvSpPr>
          <p:nvPr/>
        </p:nvSpPr>
        <p:spPr>
          <a:xfrm>
            <a:off x="1307325" y="1178808"/>
            <a:ext cx="41816" cy="48011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51"/>
          <p:cNvSpPr>
            <a:spLocks noGrp="1"/>
          </p:cNvSpPr>
          <p:nvPr/>
        </p:nvSpPr>
        <p:spPr>
          <a:xfrm>
            <a:off x="1013833" y="687073"/>
            <a:ext cx="56530" cy="5498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52"/>
          <p:cNvSpPr>
            <a:spLocks noGrp="1"/>
          </p:cNvSpPr>
          <p:nvPr/>
        </p:nvSpPr>
        <p:spPr>
          <a:xfrm>
            <a:off x="1181101" y="636738"/>
            <a:ext cx="44914" cy="48786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53"/>
          <p:cNvSpPr>
            <a:spLocks noGrp="1"/>
          </p:cNvSpPr>
          <p:nvPr/>
        </p:nvSpPr>
        <p:spPr>
          <a:xfrm>
            <a:off x="1236082" y="1199717"/>
            <a:ext cx="34847" cy="49560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54"/>
          <p:cNvSpPr>
            <a:spLocks noGrp="1"/>
          </p:cNvSpPr>
          <p:nvPr/>
        </p:nvSpPr>
        <p:spPr>
          <a:xfrm>
            <a:off x="1100565" y="646031"/>
            <a:ext cx="46463" cy="52658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55"/>
          <p:cNvSpPr>
            <a:spLocks noGrp="1"/>
          </p:cNvSpPr>
          <p:nvPr/>
        </p:nvSpPr>
        <p:spPr>
          <a:xfrm>
            <a:off x="1452135" y="824140"/>
            <a:ext cx="54206" cy="4336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56"/>
          <p:cNvSpPr>
            <a:spLocks noGrp="1"/>
          </p:cNvSpPr>
          <p:nvPr/>
        </p:nvSpPr>
        <p:spPr>
          <a:xfrm>
            <a:off x="1452909" y="1027803"/>
            <a:ext cx="53432" cy="49560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57"/>
          <p:cNvSpPr>
            <a:spLocks noGrp="1"/>
          </p:cNvSpPr>
          <p:nvPr/>
        </p:nvSpPr>
        <p:spPr>
          <a:xfrm>
            <a:off x="1472269" y="951139"/>
            <a:ext cx="47237" cy="41816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58"/>
          <p:cNvSpPr>
            <a:spLocks noGrp="1"/>
          </p:cNvSpPr>
          <p:nvPr/>
        </p:nvSpPr>
        <p:spPr>
          <a:xfrm>
            <a:off x="1315843" y="655324"/>
            <a:ext cx="42591" cy="53432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59"/>
          <p:cNvSpPr>
            <a:spLocks noGrp="1"/>
          </p:cNvSpPr>
          <p:nvPr/>
        </p:nvSpPr>
        <p:spPr>
          <a:xfrm>
            <a:off x="929425" y="810201"/>
            <a:ext cx="48786" cy="42591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60"/>
          <p:cNvSpPr>
            <a:spLocks noGrp="1"/>
          </p:cNvSpPr>
          <p:nvPr/>
        </p:nvSpPr>
        <p:spPr>
          <a:xfrm>
            <a:off x="1471495" y="889962"/>
            <a:ext cx="47237" cy="30975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61"/>
          <p:cNvSpPr>
            <a:spLocks noGrp="1"/>
          </p:cNvSpPr>
          <p:nvPr/>
        </p:nvSpPr>
        <p:spPr>
          <a:xfrm>
            <a:off x="1252344" y="642159"/>
            <a:ext cx="28652" cy="48011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62"/>
          <p:cNvSpPr>
            <a:spLocks noGrp="1"/>
          </p:cNvSpPr>
          <p:nvPr/>
        </p:nvSpPr>
        <p:spPr>
          <a:xfrm>
            <a:off x="1077333" y="1181906"/>
            <a:ext cx="35621" cy="46463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71"/>
          <p:cNvSpPr>
            <a:spLocks noGrp="1"/>
          </p:cNvSpPr>
          <p:nvPr/>
        </p:nvSpPr>
        <p:spPr>
          <a:xfrm>
            <a:off x="989828" y="720372"/>
            <a:ext cx="449143" cy="448369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5308" y="2536911"/>
            <a:ext cx="150304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sz="40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/>
      <p:sp>
        <p:nvSpPr>
          <p:cNvPr id="66" name="矩形 65"/>
          <p:cNvSpPr>
            <a:spLocks noGrp="1"/>
          </p:cNvSpPr>
          <p:nvPr/>
        </p:nvSpPr>
        <p:spPr>
          <a:xfrm>
            <a:off x="0" y="1764872"/>
            <a:ext cx="12192000" cy="3328257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" name="椭圆 62"/>
          <p:cNvSpPr>
            <a:spLocks noGrp="1"/>
          </p:cNvSpPr>
          <p:nvPr/>
        </p:nvSpPr>
        <p:spPr>
          <a:xfrm>
            <a:off x="5197121" y="624817"/>
            <a:ext cx="1826782" cy="18267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5" name="Freeform 8"/>
          <p:cNvSpPr>
            <a:spLocks noGrp="1"/>
          </p:cNvSpPr>
          <p:nvPr/>
        </p:nvSpPr>
        <p:spPr>
          <a:xfrm>
            <a:off x="5317814" y="741574"/>
            <a:ext cx="1614432" cy="1610666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7" name="Freeform 42"/>
          <p:cNvSpPr>
            <a:spLocks noGrp="1"/>
          </p:cNvSpPr>
          <p:nvPr/>
        </p:nvSpPr>
        <p:spPr>
          <a:xfrm>
            <a:off x="5528555" y="950434"/>
            <a:ext cx="1191066" cy="1189183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Freeform 43"/>
          <p:cNvSpPr>
            <a:spLocks noGrp="1"/>
          </p:cNvSpPr>
          <p:nvPr/>
        </p:nvSpPr>
        <p:spPr>
          <a:xfrm>
            <a:off x="6610488" y="1068976"/>
            <a:ext cx="131713" cy="158055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44"/>
          <p:cNvSpPr>
            <a:spLocks noGrp="1"/>
          </p:cNvSpPr>
          <p:nvPr/>
        </p:nvSpPr>
        <p:spPr>
          <a:xfrm>
            <a:off x="5381789" y="1368153"/>
            <a:ext cx="126068" cy="135476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Freeform 45"/>
          <p:cNvSpPr>
            <a:spLocks noGrp="1"/>
          </p:cNvSpPr>
          <p:nvPr/>
        </p:nvSpPr>
        <p:spPr>
          <a:xfrm>
            <a:off x="6486301" y="935381"/>
            <a:ext cx="137358" cy="146766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6"/>
          <p:cNvSpPr>
            <a:spLocks noGrp="1"/>
          </p:cNvSpPr>
          <p:nvPr/>
        </p:nvSpPr>
        <p:spPr>
          <a:xfrm>
            <a:off x="5381789" y="1578895"/>
            <a:ext cx="118542" cy="112897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7"/>
          <p:cNvSpPr>
            <a:spLocks noGrp="1"/>
          </p:cNvSpPr>
          <p:nvPr/>
        </p:nvSpPr>
        <p:spPr>
          <a:xfrm>
            <a:off x="5985790" y="2165960"/>
            <a:ext cx="82791" cy="118541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8"/>
          <p:cNvSpPr>
            <a:spLocks noGrp="1"/>
          </p:cNvSpPr>
          <p:nvPr/>
        </p:nvSpPr>
        <p:spPr>
          <a:xfrm>
            <a:off x="5428830" y="1767057"/>
            <a:ext cx="122305" cy="105370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9"/>
          <p:cNvSpPr>
            <a:spLocks noGrp="1"/>
          </p:cNvSpPr>
          <p:nvPr/>
        </p:nvSpPr>
        <p:spPr>
          <a:xfrm>
            <a:off x="5500331" y="1052041"/>
            <a:ext cx="144884" cy="158055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50"/>
          <p:cNvSpPr>
            <a:spLocks noGrp="1"/>
          </p:cNvSpPr>
          <p:nvPr/>
        </p:nvSpPr>
        <p:spPr>
          <a:xfrm>
            <a:off x="6350824" y="2115156"/>
            <a:ext cx="101607" cy="116660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1"/>
          <p:cNvSpPr>
            <a:spLocks noGrp="1"/>
          </p:cNvSpPr>
          <p:nvPr/>
        </p:nvSpPr>
        <p:spPr>
          <a:xfrm>
            <a:off x="5637690" y="920328"/>
            <a:ext cx="137358" cy="133595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2"/>
          <p:cNvSpPr>
            <a:spLocks noGrp="1"/>
          </p:cNvSpPr>
          <p:nvPr/>
        </p:nvSpPr>
        <p:spPr>
          <a:xfrm>
            <a:off x="6044120" y="798023"/>
            <a:ext cx="109134" cy="118541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3"/>
          <p:cNvSpPr>
            <a:spLocks noGrp="1"/>
          </p:cNvSpPr>
          <p:nvPr/>
        </p:nvSpPr>
        <p:spPr>
          <a:xfrm>
            <a:off x="6177715" y="2165960"/>
            <a:ext cx="84673" cy="120423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4"/>
          <p:cNvSpPr>
            <a:spLocks noGrp="1"/>
          </p:cNvSpPr>
          <p:nvPr/>
        </p:nvSpPr>
        <p:spPr>
          <a:xfrm>
            <a:off x="5848431" y="820602"/>
            <a:ext cx="112897" cy="127950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5"/>
          <p:cNvSpPr>
            <a:spLocks noGrp="1"/>
          </p:cNvSpPr>
          <p:nvPr/>
        </p:nvSpPr>
        <p:spPr>
          <a:xfrm>
            <a:off x="6702688" y="1253375"/>
            <a:ext cx="131713" cy="105370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6"/>
          <p:cNvSpPr>
            <a:spLocks noGrp="1"/>
          </p:cNvSpPr>
          <p:nvPr/>
        </p:nvSpPr>
        <p:spPr>
          <a:xfrm>
            <a:off x="6704569" y="1748241"/>
            <a:ext cx="129832" cy="120423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7"/>
          <p:cNvSpPr>
            <a:spLocks noGrp="1"/>
          </p:cNvSpPr>
          <p:nvPr/>
        </p:nvSpPr>
        <p:spPr>
          <a:xfrm>
            <a:off x="6751610" y="1561960"/>
            <a:ext cx="114778" cy="101607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8"/>
          <p:cNvSpPr>
            <a:spLocks noGrp="1"/>
          </p:cNvSpPr>
          <p:nvPr/>
        </p:nvSpPr>
        <p:spPr>
          <a:xfrm>
            <a:off x="6371522" y="843182"/>
            <a:ext cx="103489" cy="12983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9"/>
          <p:cNvSpPr>
            <a:spLocks noGrp="1"/>
          </p:cNvSpPr>
          <p:nvPr/>
        </p:nvSpPr>
        <p:spPr>
          <a:xfrm>
            <a:off x="5432593" y="1219506"/>
            <a:ext cx="118542" cy="103489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60"/>
          <p:cNvSpPr>
            <a:spLocks noGrp="1"/>
          </p:cNvSpPr>
          <p:nvPr/>
        </p:nvSpPr>
        <p:spPr>
          <a:xfrm>
            <a:off x="6749728" y="1413312"/>
            <a:ext cx="114778" cy="75264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1"/>
          <p:cNvSpPr>
            <a:spLocks noGrp="1"/>
          </p:cNvSpPr>
          <p:nvPr/>
        </p:nvSpPr>
        <p:spPr>
          <a:xfrm>
            <a:off x="6217229" y="811194"/>
            <a:ext cx="69620" cy="116660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2"/>
          <p:cNvSpPr>
            <a:spLocks noGrp="1"/>
          </p:cNvSpPr>
          <p:nvPr/>
        </p:nvSpPr>
        <p:spPr>
          <a:xfrm>
            <a:off x="5791983" y="2122683"/>
            <a:ext cx="86554" cy="112897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71"/>
          <p:cNvSpPr>
            <a:spLocks noGrp="1"/>
          </p:cNvSpPr>
          <p:nvPr/>
        </p:nvSpPr>
        <p:spPr>
          <a:xfrm>
            <a:off x="5579360" y="1001237"/>
            <a:ext cx="1091340" cy="1089457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标题 1"/>
          <p:cNvSpPr>
            <a:spLocks noGrp="1"/>
          </p:cNvSpPr>
          <p:nvPr>
            <p:ph type="ctrTitle" hasCustomPrompt="1"/>
          </p:nvPr>
        </p:nvSpPr>
        <p:spPr>
          <a:xfrm>
            <a:off x="1615440" y="2929530"/>
            <a:ext cx="8961120" cy="1213643"/>
          </a:xfrm>
        </p:spPr>
        <p:txBody>
          <a:bodyPr anchor="ctr">
            <a:noAutofit/>
          </a:bodyPr>
          <a:lstStyle>
            <a:lvl1pPr algn="ctr">
              <a:buNone/>
              <a:defRPr sz="6000" b="1" i="0" u="none" strike="noStrike" kern="1200" cap="none" spc="400" baseline="0">
                <a:ln>
                  <a:noFill/>
                </a:ln>
                <a:solidFill>
                  <a:prstClr val="whit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marL="0" marR="0" lv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105150" y="5630308"/>
            <a:ext cx="5981700" cy="360071"/>
          </a:xfrm>
        </p:spPr>
        <p:txBody>
          <a:bodyPr>
            <a:normAutofit/>
          </a:bodyPr>
          <a:lstStyle>
            <a:lvl1pPr marL="0" indent="0" algn="ctr">
              <a:buNone/>
              <a:defRPr sz="1800" kern="120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标题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标题&amp;副标题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442913" y="944610"/>
            <a:ext cx="9056687" cy="381629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上下横线">
    <p:spTree>
      <p:nvGrpSpPr>
        <p:cNvPr id="1" name=""/>
        <p:cNvGrpSpPr/>
        <p:nvPr/>
      </p:nvGrpSpPr>
      <p:grpSpPr/>
      <p:sp>
        <p:nvSpPr>
          <p:cNvPr id="68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3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4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5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6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7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8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9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0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1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2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3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4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6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7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8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9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0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1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2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3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4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5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6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7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9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0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1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2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3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4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5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6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7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8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9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0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1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2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3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4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5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6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7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8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9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0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1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2" name="直接连接符 121"/>
          <p:cNvSpPr>
            <a:spLocks noGrp="1"/>
          </p:cNvSpPr>
          <p:nvPr/>
        </p:nvSpPr>
        <p:spPr>
          <a:xfrm>
            <a:off x="438150" y="6381750"/>
            <a:ext cx="113157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71" name="直接连接符 70"/>
          <p:cNvSpPr>
            <a:spLocks noGrp="1"/>
          </p:cNvSpPr>
          <p:nvPr/>
        </p:nvSpPr>
        <p:spPr>
          <a:xfrm>
            <a:off x="745067" y="868363"/>
            <a:ext cx="1100878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上短下长">
    <p:spTree>
      <p:nvGrpSpPr>
        <p:cNvPr id="1" name=""/>
        <p:cNvGrpSpPr/>
        <p:nvPr/>
      </p:nvGrpSpPr>
      <p:grpSpPr/>
      <p:sp>
        <p:nvSpPr>
          <p:cNvPr id="64" name="直接连接符 63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3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4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5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6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7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8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9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0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1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2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3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4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6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7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8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9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0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1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2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3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4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5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6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7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9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0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1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2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3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4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5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6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7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8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9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0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1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2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3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4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5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6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7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8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9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0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1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2" name="直接连接符 121"/>
          <p:cNvSpPr>
            <a:spLocks noGrp="1"/>
          </p:cNvSpPr>
          <p:nvPr/>
        </p:nvSpPr>
        <p:spPr>
          <a:xfrm>
            <a:off x="438150" y="6381750"/>
            <a:ext cx="113157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125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71" name="文本框 70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仅logo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7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全空白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1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442913" y="944610"/>
            <a:ext cx="9056687" cy="381629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1" hasCustomPrompt="1"/>
          </p:nvPr>
        </p:nvSpPr>
        <p:spPr>
          <a:xfrm>
            <a:off x="0" y="1432906"/>
            <a:ext cx="12192000" cy="27622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marL="0" indent="0">
              <a:buNone/>
              <a:defRPr/>
            </a:lvl1pPr>
          </a:lstStyle>
          <a:p>
            <a:pPr lvl="0" algn="ctr">
              <a:buNone/>
            </a:p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2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 hasCustomPrompt="1"/>
          </p:nvPr>
        </p:nvSpPr>
        <p:spPr>
          <a:xfrm>
            <a:off x="0" y="1196753"/>
            <a:ext cx="12192000" cy="3121152"/>
          </a:xfrm>
        </p:spPr>
        <p:txBody>
          <a:bodyPr anchor="ctr"/>
          <a:lstStyle>
            <a:lvl1pPr algn="ctr"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3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442913" y="944610"/>
            <a:ext cx="9056687" cy="381629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图片占位符 65"/>
          <p:cNvSpPr>
            <a:spLocks noGrp="1"/>
          </p:cNvSpPr>
          <p:nvPr>
            <p:ph type="pic" idx="11" hasCustomPrompt="1"/>
          </p:nvPr>
        </p:nvSpPr>
        <p:spPr>
          <a:xfrm>
            <a:off x="4452445" y="1999139"/>
            <a:ext cx="3287111" cy="3287111"/>
          </a:xfrm>
          <a:custGeom>
            <a:avLst/>
            <a:gdLst>
              <a:gd name="connsiteX0" fmla="*/ 1643556 w 3287111"/>
              <a:gd name="connsiteY0" fmla="*/ 0 h 3287111"/>
              <a:gd name="connsiteX1" fmla="*/ 3278627 w 3287111"/>
              <a:gd name="connsiteY1" fmla="*/ 1475512 h 3287111"/>
              <a:gd name="connsiteX2" fmla="*/ 3287111 w 3287111"/>
              <a:gd name="connsiteY2" fmla="*/ 1643536 h 3287111"/>
              <a:gd name="connsiteX3" fmla="*/ 3287111 w 3287111"/>
              <a:gd name="connsiteY3" fmla="*/ 1643576 h 3287111"/>
              <a:gd name="connsiteX4" fmla="*/ 3278627 w 3287111"/>
              <a:gd name="connsiteY4" fmla="*/ 1811600 h 3287111"/>
              <a:gd name="connsiteX5" fmla="*/ 1811600 w 3287111"/>
              <a:gd name="connsiteY5" fmla="*/ 3278627 h 3287111"/>
              <a:gd name="connsiteX6" fmla="*/ 1643576 w 3287111"/>
              <a:gd name="connsiteY6" fmla="*/ 3287111 h 3287111"/>
              <a:gd name="connsiteX7" fmla="*/ 1643537 w 3287111"/>
              <a:gd name="connsiteY7" fmla="*/ 3287111 h 3287111"/>
              <a:gd name="connsiteX8" fmla="*/ 1475512 w 3287111"/>
              <a:gd name="connsiteY8" fmla="*/ 3278627 h 3287111"/>
              <a:gd name="connsiteX9" fmla="*/ 0 w 3287111"/>
              <a:gd name="connsiteY9" fmla="*/ 1643556 h 3287111"/>
              <a:gd name="connsiteX10" fmla="*/ 1643556 w 3287111"/>
              <a:gd name="connsiteY10" fmla="*/ 0 h 3287111"/>
            </a:gdLst>
            <a:ahLst/>
            <a:cxnLst/>
            <a:rect l="l" t="t" r="r" b="b"/>
            <a:pathLst>
              <a:path w="3287111" h="3287111">
                <a:moveTo>
                  <a:pt x="1643556" y="0"/>
                </a:moveTo>
                <a:cubicBezTo>
                  <a:pt x="2494535" y="0"/>
                  <a:pt x="3194460" y="646739"/>
                  <a:pt x="3278627" y="1475512"/>
                </a:cubicBezTo>
                <a:lnTo>
                  <a:pt x="3287111" y="1643536"/>
                </a:lnTo>
                <a:lnTo>
                  <a:pt x="3287111" y="1643576"/>
                </a:lnTo>
                <a:lnTo>
                  <a:pt x="3278627" y="1811600"/>
                </a:lnTo>
                <a:cubicBezTo>
                  <a:pt x="3200071" y="2585122"/>
                  <a:pt x="2585122" y="3200071"/>
                  <a:pt x="1811600" y="3278627"/>
                </a:cubicBezTo>
                <a:lnTo>
                  <a:pt x="1643576" y="3287111"/>
                </a:lnTo>
                <a:lnTo>
                  <a:pt x="1643537" y="3287111"/>
                </a:lnTo>
                <a:lnTo>
                  <a:pt x="1475512" y="3278627"/>
                </a:lnTo>
                <a:cubicBezTo>
                  <a:pt x="646739" y="3194460"/>
                  <a:pt x="0" y="2494535"/>
                  <a:pt x="0" y="1643556"/>
                </a:cubicBezTo>
                <a:cubicBezTo>
                  <a:pt x="0" y="735845"/>
                  <a:pt x="735845" y="0"/>
                  <a:pt x="164355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4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 hasCustomPrompt="1"/>
          </p:nvPr>
        </p:nvSpPr>
        <p:spPr>
          <a:xfrm>
            <a:off x="1054101" y="1916642"/>
            <a:ext cx="4542217" cy="35680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  <p:txBody>
          <a:bodyPr anchor="ctr">
            <a:normAutofit/>
          </a:bodyPr>
          <a:lstStyle>
            <a:lvl1pPr marL="228600" indent="-228600" algn="ctr" defTabSz="914400">
              <a:lnSpc>
                <a:spcPct val="90000"/>
              </a:lnSpc>
              <a:spcBef>
                <a:spcPts val="1000"/>
              </a:spcBef>
              <a:buFont typeface="Arial" panose="020B0604020202090204"/>
              <a:buChar char="•"/>
              <a:defRPr sz="2800" kern="120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5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 hasCustomPrompt="1"/>
          </p:nvPr>
        </p:nvSpPr>
        <p:spPr>
          <a:xfrm>
            <a:off x="977935" y="1396022"/>
            <a:ext cx="1960330" cy="1957820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/>
            </a:lvl1pPr>
          </a:lstStyle>
          <a:p>
            <a:pPr lvl="0" algn="ctr">
              <a:buNone/>
            </a:pPr>
          </a:p>
        </p:txBody>
      </p:sp>
      <p:sp>
        <p:nvSpPr>
          <p:cNvPr id="3" name="图片占位符 2"/>
          <p:cNvSpPr>
            <a:spLocks noGrp="1"/>
          </p:cNvSpPr>
          <p:nvPr>
            <p:ph type="pic" idx="11" hasCustomPrompt="1"/>
          </p:nvPr>
        </p:nvSpPr>
        <p:spPr>
          <a:xfrm>
            <a:off x="3741006" y="1396022"/>
            <a:ext cx="1951941" cy="19578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/>
            </a:lvl1pPr>
          </a:lstStyle>
          <a:p>
            <a:pPr lvl="0" algn="ctr">
              <a:buNone/>
            </a:pPr>
          </a:p>
        </p:txBody>
      </p:sp>
      <p:sp>
        <p:nvSpPr>
          <p:cNvPr id="4" name="图片占位符 3"/>
          <p:cNvSpPr>
            <a:spLocks noGrp="1"/>
          </p:cNvSpPr>
          <p:nvPr>
            <p:ph type="pic" idx="12" hasCustomPrompt="1"/>
          </p:nvPr>
        </p:nvSpPr>
        <p:spPr>
          <a:xfrm>
            <a:off x="6495686" y="1396022"/>
            <a:ext cx="1957818" cy="195781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/>
            </a:lvl1pPr>
          </a:lstStyle>
          <a:p>
            <a:pPr lvl="0" algn="ctr">
              <a:buNone/>
            </a:pPr>
          </a:p>
        </p:txBody>
      </p:sp>
      <p:sp>
        <p:nvSpPr>
          <p:cNvPr id="5" name="图片占位符 4"/>
          <p:cNvSpPr>
            <a:spLocks noGrp="1"/>
          </p:cNvSpPr>
          <p:nvPr>
            <p:ph type="pic" idx="13" hasCustomPrompt="1"/>
          </p:nvPr>
        </p:nvSpPr>
        <p:spPr>
          <a:xfrm>
            <a:off x="9256243" y="1396022"/>
            <a:ext cx="1957820" cy="19578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/>
            </a:lvl1pPr>
          </a:lstStyle>
          <a:p>
            <a:pPr lvl="0" algn="ctr">
              <a:buNone/>
            </a:p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6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442913" y="944610"/>
            <a:ext cx="9056687" cy="381629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1" hasCustomPrompt="1"/>
          </p:nvPr>
        </p:nvSpPr>
        <p:spPr>
          <a:xfrm>
            <a:off x="6291124" y="1821181"/>
            <a:ext cx="3733535" cy="373353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/>
            </a:lvl1pPr>
          </a:lstStyle>
          <a:p>
            <a:pPr lvl="0" algn="ctr">
              <a:buNone/>
            </a:p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7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2546350" y="1186670"/>
            <a:ext cx="6170930" cy="2242330"/>
          </a:xfrm>
        </p:spPr>
        <p:txBody>
          <a:bodyPr/>
          <a:lstStyle/>
          <a:p/>
        </p:txBody>
      </p:sp>
      <p:sp>
        <p:nvSpPr>
          <p:cNvPr id="3" name="图片占位符 2"/>
          <p:cNvSpPr>
            <a:spLocks noGrp="1"/>
          </p:cNvSpPr>
          <p:nvPr>
            <p:ph type="pic" idx="11"/>
          </p:nvPr>
        </p:nvSpPr>
        <p:spPr>
          <a:xfrm>
            <a:off x="2546350" y="3551651"/>
            <a:ext cx="3022600" cy="2401016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图片占位符 3"/>
          <p:cNvSpPr>
            <a:spLocks noGrp="1"/>
          </p:cNvSpPr>
          <p:nvPr>
            <p:ph type="pic" idx="12"/>
          </p:nvPr>
        </p:nvSpPr>
        <p:spPr>
          <a:xfrm>
            <a:off x="5693412" y="3550560"/>
            <a:ext cx="3023869" cy="2403201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图片占位符 4"/>
          <p:cNvSpPr>
            <a:spLocks noGrp="1"/>
          </p:cNvSpPr>
          <p:nvPr>
            <p:ph type="pic" idx="13"/>
          </p:nvPr>
        </p:nvSpPr>
        <p:spPr>
          <a:xfrm>
            <a:off x="8839200" y="1186670"/>
            <a:ext cx="2499360" cy="476709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8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5627650" y="1131849"/>
            <a:ext cx="2386361" cy="5157440"/>
          </a:xfrm>
          <a:prstGeom prst="roundRect">
            <a:avLst>
              <a:gd name="adj" fmla="val 10149"/>
            </a:avLst>
          </a:prstGeom>
        </p:spPr>
        <p:txBody>
          <a:bodyPr anchor="ctr"/>
          <a:lstStyle/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1">
    <p:spTree>
      <p:nvGrpSpPr>
        <p:cNvPr id="1" name=""/>
        <p:cNvGrpSpPr/>
        <p:nvPr/>
      </p:nvGrpSpPr>
      <p:grpSpPr/>
      <p:pic>
        <p:nvPicPr>
          <p:cNvPr id="4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357217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-800" y="-7913"/>
            <a:ext cx="12192000" cy="3361208"/>
          </a:xfrm>
          <a:prstGeom prst="rect">
            <a:avLst/>
          </a:prstGeom>
          <a:solidFill>
            <a:srgbClr val="9A0001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椭圆 4"/>
          <p:cNvSpPr>
            <a:spLocks noGrp="1"/>
          </p:cNvSpPr>
          <p:nvPr/>
        </p:nvSpPr>
        <p:spPr>
          <a:xfrm>
            <a:off x="5303520" y="2562096"/>
            <a:ext cx="1584960" cy="15849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Freeform 8"/>
          <p:cNvSpPr>
            <a:spLocks noGrp="1"/>
          </p:cNvSpPr>
          <p:nvPr/>
        </p:nvSpPr>
        <p:spPr>
          <a:xfrm>
            <a:off x="5410200" y="2670375"/>
            <a:ext cx="1371600" cy="136840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8" name="Freeform 42"/>
          <p:cNvSpPr>
            <a:spLocks noGrp="1"/>
          </p:cNvSpPr>
          <p:nvPr/>
        </p:nvSpPr>
        <p:spPr>
          <a:xfrm>
            <a:off x="5589243" y="2847820"/>
            <a:ext cx="1011914" cy="1010315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9" name="Freeform 43"/>
          <p:cNvSpPr>
            <a:spLocks noGrp="1"/>
          </p:cNvSpPr>
          <p:nvPr/>
        </p:nvSpPr>
        <p:spPr>
          <a:xfrm>
            <a:off x="6508439" y="2948532"/>
            <a:ext cx="111902" cy="134282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0" name="Freeform 44"/>
          <p:cNvSpPr>
            <a:spLocks noGrp="1"/>
          </p:cNvSpPr>
          <p:nvPr/>
        </p:nvSpPr>
        <p:spPr>
          <a:xfrm>
            <a:off x="5464552" y="3202709"/>
            <a:ext cx="107106" cy="115099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1" name="Freeform 45"/>
          <p:cNvSpPr>
            <a:spLocks noGrp="1"/>
          </p:cNvSpPr>
          <p:nvPr/>
        </p:nvSpPr>
        <p:spPr>
          <a:xfrm>
            <a:off x="6402931" y="2835031"/>
            <a:ext cx="116697" cy="124690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2" name="Freeform 46"/>
          <p:cNvSpPr>
            <a:spLocks noGrp="1"/>
          </p:cNvSpPr>
          <p:nvPr/>
        </p:nvSpPr>
        <p:spPr>
          <a:xfrm>
            <a:off x="5464552" y="3381752"/>
            <a:ext cx="100711" cy="95916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3" name="Freeform 47"/>
          <p:cNvSpPr>
            <a:spLocks noGrp="1"/>
          </p:cNvSpPr>
          <p:nvPr/>
        </p:nvSpPr>
        <p:spPr>
          <a:xfrm>
            <a:off x="5977703" y="3880516"/>
            <a:ext cx="70338" cy="100711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4" name="Freeform 48"/>
          <p:cNvSpPr>
            <a:spLocks noGrp="1"/>
          </p:cNvSpPr>
          <p:nvPr/>
        </p:nvSpPr>
        <p:spPr>
          <a:xfrm>
            <a:off x="5504518" y="3541612"/>
            <a:ext cx="103909" cy="89521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5" name="Freeform 49"/>
          <p:cNvSpPr>
            <a:spLocks noGrp="1"/>
          </p:cNvSpPr>
          <p:nvPr/>
        </p:nvSpPr>
        <p:spPr>
          <a:xfrm>
            <a:off x="5565264" y="2934144"/>
            <a:ext cx="123092" cy="134282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6" name="Freeform 50"/>
          <p:cNvSpPr>
            <a:spLocks noGrp="1"/>
          </p:cNvSpPr>
          <p:nvPr/>
        </p:nvSpPr>
        <p:spPr>
          <a:xfrm>
            <a:off x="6287832" y="3837353"/>
            <a:ext cx="86324" cy="9911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7" name="Freeform 51"/>
          <p:cNvSpPr>
            <a:spLocks noGrp="1"/>
          </p:cNvSpPr>
          <p:nvPr/>
        </p:nvSpPr>
        <p:spPr>
          <a:xfrm>
            <a:off x="5681962" y="2822242"/>
            <a:ext cx="116697" cy="113500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8" name="Freeform 52"/>
          <p:cNvSpPr>
            <a:spLocks noGrp="1"/>
          </p:cNvSpPr>
          <p:nvPr/>
        </p:nvSpPr>
        <p:spPr>
          <a:xfrm>
            <a:off x="6027260" y="2718333"/>
            <a:ext cx="92718" cy="100711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19" name="Freeform 53"/>
          <p:cNvSpPr>
            <a:spLocks noGrp="1"/>
          </p:cNvSpPr>
          <p:nvPr/>
        </p:nvSpPr>
        <p:spPr>
          <a:xfrm>
            <a:off x="6140761" y="3880516"/>
            <a:ext cx="71937" cy="102310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0" name="Freeform 54"/>
          <p:cNvSpPr>
            <a:spLocks noGrp="1"/>
          </p:cNvSpPr>
          <p:nvPr/>
        </p:nvSpPr>
        <p:spPr>
          <a:xfrm>
            <a:off x="5861006" y="2737516"/>
            <a:ext cx="95916" cy="108704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1" name="Freeform 55"/>
          <p:cNvSpPr>
            <a:spLocks noGrp="1"/>
          </p:cNvSpPr>
          <p:nvPr/>
        </p:nvSpPr>
        <p:spPr>
          <a:xfrm>
            <a:off x="6586771" y="3105195"/>
            <a:ext cx="111902" cy="89521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2" name="Freeform 56"/>
          <p:cNvSpPr>
            <a:spLocks noGrp="1"/>
          </p:cNvSpPr>
          <p:nvPr/>
        </p:nvSpPr>
        <p:spPr>
          <a:xfrm>
            <a:off x="6588369" y="3525626"/>
            <a:ext cx="110303" cy="102310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3" name="Freeform 57"/>
          <p:cNvSpPr>
            <a:spLocks noGrp="1"/>
          </p:cNvSpPr>
          <p:nvPr/>
        </p:nvSpPr>
        <p:spPr>
          <a:xfrm>
            <a:off x="6628334" y="3367365"/>
            <a:ext cx="97514" cy="86324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4" name="Freeform 58"/>
          <p:cNvSpPr>
            <a:spLocks noGrp="1"/>
          </p:cNvSpPr>
          <p:nvPr/>
        </p:nvSpPr>
        <p:spPr>
          <a:xfrm>
            <a:off x="6305417" y="2756700"/>
            <a:ext cx="87923" cy="110303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5" name="Freeform 59"/>
          <p:cNvSpPr>
            <a:spLocks noGrp="1"/>
          </p:cNvSpPr>
          <p:nvPr/>
        </p:nvSpPr>
        <p:spPr>
          <a:xfrm>
            <a:off x="5507715" y="3076420"/>
            <a:ext cx="100711" cy="87923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6" name="Freeform 60"/>
          <p:cNvSpPr>
            <a:spLocks noGrp="1"/>
          </p:cNvSpPr>
          <p:nvPr/>
        </p:nvSpPr>
        <p:spPr>
          <a:xfrm>
            <a:off x="6626736" y="3241076"/>
            <a:ext cx="97514" cy="63943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7" name="Freeform 61"/>
          <p:cNvSpPr>
            <a:spLocks noGrp="1"/>
          </p:cNvSpPr>
          <p:nvPr/>
        </p:nvSpPr>
        <p:spPr>
          <a:xfrm>
            <a:off x="6174332" y="2729523"/>
            <a:ext cx="59148" cy="9911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8" name="Freeform 62"/>
          <p:cNvSpPr>
            <a:spLocks noGrp="1"/>
          </p:cNvSpPr>
          <p:nvPr/>
        </p:nvSpPr>
        <p:spPr>
          <a:xfrm>
            <a:off x="5813048" y="3843748"/>
            <a:ext cx="73535" cy="95916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9" name="Freeform 71"/>
          <p:cNvSpPr>
            <a:spLocks noGrp="1"/>
          </p:cNvSpPr>
          <p:nvPr/>
        </p:nvSpPr>
        <p:spPr>
          <a:xfrm>
            <a:off x="5632406" y="2890982"/>
            <a:ext cx="927188" cy="925589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rgbClr val="8B0012">
              <a:alpha val="80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36" name="文本占位符 35"/>
          <p:cNvSpPr>
            <a:spLocks noGrp="1"/>
          </p:cNvSpPr>
          <p:nvPr>
            <p:ph type="body" idx="10" hasCustomPrompt="1"/>
          </p:nvPr>
        </p:nvSpPr>
        <p:spPr>
          <a:xfrm>
            <a:off x="1606550" y="4264178"/>
            <a:ext cx="8975725" cy="781050"/>
          </a:xfrm>
        </p:spPr>
        <p:txBody>
          <a:bodyPr>
            <a:normAutofit/>
          </a:bodyPr>
          <a:lstStyle>
            <a:lvl1pPr marL="0" indent="0" algn="ctr" defTabSz="914400">
              <a:lnSpc>
                <a:spcPct val="120000"/>
              </a:lnSpc>
              <a:buNone/>
              <a:defRPr sz="4000" b="1" kern="1200" spc="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 algn="ctr">
              <a:lnSpc>
                <a:spcPct val="120000"/>
              </a:lnSpc>
              <a:buNone/>
            </a:pPr>
            <a:endParaRPr sz="4000" b="1" spc="30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占位符 37"/>
          <p:cNvSpPr>
            <a:spLocks noGrp="1"/>
          </p:cNvSpPr>
          <p:nvPr>
            <p:ph type="body" idx="11" hasCustomPrompt="1"/>
          </p:nvPr>
        </p:nvSpPr>
        <p:spPr>
          <a:xfrm>
            <a:off x="2244991" y="5389156"/>
            <a:ext cx="198755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marL="0" lvl="0">
              <a:buNone/>
            </a:pPr>
          </a:p>
        </p:txBody>
      </p:sp>
      <p:sp>
        <p:nvSpPr>
          <p:cNvPr id="42" name="文本占位符 37"/>
          <p:cNvSpPr>
            <a:spLocks noGrp="1"/>
          </p:cNvSpPr>
          <p:nvPr>
            <p:ph type="body" idx="12" hasCustomPrompt="1"/>
          </p:nvPr>
        </p:nvSpPr>
        <p:spPr>
          <a:xfrm>
            <a:off x="5102225" y="5389156"/>
            <a:ext cx="198755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ct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marL="0" lvl="0">
              <a:buNone/>
            </a:pPr>
          </a:p>
        </p:txBody>
      </p:sp>
      <p:sp>
        <p:nvSpPr>
          <p:cNvPr id="43" name="文本占位符 37"/>
          <p:cNvSpPr>
            <a:spLocks noGrp="1"/>
          </p:cNvSpPr>
          <p:nvPr>
            <p:ph type="body" idx="13" hasCustomPrompt="1"/>
          </p:nvPr>
        </p:nvSpPr>
        <p:spPr>
          <a:xfrm>
            <a:off x="7959460" y="5389156"/>
            <a:ext cx="198755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marL="0" lvl="0">
              <a:buNone/>
            </a:p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4部分">
    <p:spTree>
      <p:nvGrpSpPr>
        <p:cNvPr id="1" name=""/>
        <p:cNvGrpSpPr/>
        <p:nvPr/>
      </p:nvGrpSpPr>
      <p:grpSpPr/>
      <p:sp>
        <p:nvSpPr>
          <p:cNvPr id="55" name="矩形 54"/>
          <p:cNvSpPr>
            <a:spLocks noGrp="1"/>
          </p:cNvSpPr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2" name="图形 3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601832" y="3365787"/>
            <a:ext cx="6665290" cy="4818286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89281" y="476251"/>
            <a:ext cx="11013440" cy="590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2296213" y="1033221"/>
            <a:ext cx="2165279" cy="150065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2483024" y="2078629"/>
            <a:ext cx="21680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5" name="文本占位符 40"/>
          <p:cNvSpPr>
            <a:spLocks noGrp="1"/>
          </p:cNvSpPr>
          <p:nvPr>
            <p:ph type="body" idx="10" hasCustomPrompt="1"/>
          </p:nvPr>
        </p:nvSpPr>
        <p:spPr>
          <a:xfrm>
            <a:off x="7825514" y="1561152"/>
            <a:ext cx="305584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6" name="文本占位符 40"/>
          <p:cNvSpPr>
            <a:spLocks noGrp="1"/>
          </p:cNvSpPr>
          <p:nvPr>
            <p:ph type="body" idx="11" hasCustomPrompt="1"/>
          </p:nvPr>
        </p:nvSpPr>
        <p:spPr>
          <a:xfrm>
            <a:off x="7825514" y="2650906"/>
            <a:ext cx="305584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7" name="文本占位符 40"/>
          <p:cNvSpPr>
            <a:spLocks noGrp="1"/>
          </p:cNvSpPr>
          <p:nvPr>
            <p:ph type="body" idx="12" hasCustomPrompt="1"/>
          </p:nvPr>
        </p:nvSpPr>
        <p:spPr>
          <a:xfrm>
            <a:off x="7825514" y="3740660"/>
            <a:ext cx="305584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9" name="文本占位符 40"/>
          <p:cNvSpPr>
            <a:spLocks noGrp="1"/>
          </p:cNvSpPr>
          <p:nvPr>
            <p:ph type="body" idx="14" hasCustomPrompt="1"/>
          </p:nvPr>
        </p:nvSpPr>
        <p:spPr>
          <a:xfrm>
            <a:off x="7825514" y="4830414"/>
            <a:ext cx="305584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50" name="文本框 49"/>
          <p:cNvSpPr>
            <a:spLocks noGrp="1"/>
          </p:cNvSpPr>
          <p:nvPr/>
        </p:nvSpPr>
        <p:spPr>
          <a:xfrm>
            <a:off x="6814866" y="151260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51" name="文本框 50"/>
          <p:cNvSpPr>
            <a:spLocks noGrp="1"/>
          </p:cNvSpPr>
          <p:nvPr/>
        </p:nvSpPr>
        <p:spPr>
          <a:xfrm>
            <a:off x="6814866" y="2596050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52" name="文本框 51"/>
          <p:cNvSpPr>
            <a:spLocks noGrp="1"/>
          </p:cNvSpPr>
          <p:nvPr/>
        </p:nvSpPr>
        <p:spPr>
          <a:xfrm>
            <a:off x="6814866" y="3679496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53" name="文本框 52"/>
          <p:cNvSpPr>
            <a:spLocks noGrp="1"/>
          </p:cNvSpPr>
          <p:nvPr/>
        </p:nvSpPr>
        <p:spPr>
          <a:xfrm>
            <a:off x="6814866" y="4762941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57" name="Freeform 8"/>
          <p:cNvSpPr>
            <a:spLocks noGrp="1"/>
          </p:cNvSpPr>
          <p:nvPr/>
        </p:nvSpPr>
        <p:spPr>
          <a:xfrm>
            <a:off x="2425132" y="3183822"/>
            <a:ext cx="1945700" cy="194116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" name="Freeform 42"/>
          <p:cNvSpPr>
            <a:spLocks noGrp="1"/>
          </p:cNvSpPr>
          <p:nvPr/>
        </p:nvSpPr>
        <p:spPr>
          <a:xfrm>
            <a:off x="2679116" y="3435538"/>
            <a:ext cx="1435463" cy="1433194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9" name="Freeform 43"/>
          <p:cNvSpPr>
            <a:spLocks noGrp="1"/>
          </p:cNvSpPr>
          <p:nvPr/>
        </p:nvSpPr>
        <p:spPr>
          <a:xfrm>
            <a:off x="3983052" y="3578404"/>
            <a:ext cx="158739" cy="19048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0" name="Freeform 44"/>
          <p:cNvSpPr>
            <a:spLocks noGrp="1"/>
          </p:cNvSpPr>
          <p:nvPr/>
        </p:nvSpPr>
        <p:spPr>
          <a:xfrm>
            <a:off x="2502234" y="3938970"/>
            <a:ext cx="151937" cy="163275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1" name="Freeform 45"/>
          <p:cNvSpPr>
            <a:spLocks noGrp="1"/>
          </p:cNvSpPr>
          <p:nvPr/>
        </p:nvSpPr>
        <p:spPr>
          <a:xfrm>
            <a:off x="3833383" y="3417397"/>
            <a:ext cx="165543" cy="176881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2" name="Freeform 46"/>
          <p:cNvSpPr>
            <a:spLocks noGrp="1"/>
          </p:cNvSpPr>
          <p:nvPr/>
        </p:nvSpPr>
        <p:spPr>
          <a:xfrm>
            <a:off x="2502234" y="4192954"/>
            <a:ext cx="142866" cy="136062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" name="Freeform 47"/>
          <p:cNvSpPr>
            <a:spLocks noGrp="1"/>
          </p:cNvSpPr>
          <p:nvPr/>
        </p:nvSpPr>
        <p:spPr>
          <a:xfrm>
            <a:off x="3230171" y="4900481"/>
            <a:ext cx="99779" cy="142865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" name="Freeform 48"/>
          <p:cNvSpPr>
            <a:spLocks noGrp="1"/>
          </p:cNvSpPr>
          <p:nvPr/>
        </p:nvSpPr>
        <p:spPr>
          <a:xfrm>
            <a:off x="2558927" y="4419726"/>
            <a:ext cx="147401" cy="126991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5" name="Freeform 49"/>
          <p:cNvSpPr>
            <a:spLocks noGrp="1"/>
          </p:cNvSpPr>
          <p:nvPr/>
        </p:nvSpPr>
        <p:spPr>
          <a:xfrm>
            <a:off x="2645100" y="3557995"/>
            <a:ext cx="174614" cy="19048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6" name="Freeform 50"/>
          <p:cNvSpPr>
            <a:spLocks noGrp="1"/>
          </p:cNvSpPr>
          <p:nvPr/>
        </p:nvSpPr>
        <p:spPr>
          <a:xfrm>
            <a:off x="3670108" y="4839252"/>
            <a:ext cx="122456" cy="140598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7" name="Freeform 51"/>
          <p:cNvSpPr>
            <a:spLocks noGrp="1"/>
          </p:cNvSpPr>
          <p:nvPr/>
        </p:nvSpPr>
        <p:spPr>
          <a:xfrm>
            <a:off x="2810643" y="3399255"/>
            <a:ext cx="165543" cy="161007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Freeform 52"/>
          <p:cNvSpPr>
            <a:spLocks noGrp="1"/>
          </p:cNvSpPr>
          <p:nvPr/>
        </p:nvSpPr>
        <p:spPr>
          <a:xfrm>
            <a:off x="3300470" y="3251853"/>
            <a:ext cx="131527" cy="142865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53"/>
          <p:cNvSpPr>
            <a:spLocks noGrp="1"/>
          </p:cNvSpPr>
          <p:nvPr/>
        </p:nvSpPr>
        <p:spPr>
          <a:xfrm>
            <a:off x="3461478" y="4900481"/>
            <a:ext cx="102047" cy="145133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Freeform 54"/>
          <p:cNvSpPr>
            <a:spLocks noGrp="1"/>
          </p:cNvSpPr>
          <p:nvPr/>
        </p:nvSpPr>
        <p:spPr>
          <a:xfrm>
            <a:off x="3064628" y="3279066"/>
            <a:ext cx="136062" cy="154204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Freeform 55"/>
          <p:cNvSpPr>
            <a:spLocks noGrp="1"/>
          </p:cNvSpPr>
          <p:nvPr/>
        </p:nvSpPr>
        <p:spPr>
          <a:xfrm>
            <a:off x="4094171" y="3800640"/>
            <a:ext cx="158739" cy="126991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" name="Freeform 56"/>
          <p:cNvSpPr>
            <a:spLocks noGrp="1"/>
          </p:cNvSpPr>
          <p:nvPr/>
        </p:nvSpPr>
        <p:spPr>
          <a:xfrm>
            <a:off x="4096438" y="4397048"/>
            <a:ext cx="156472" cy="145133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3" name="Freeform 57"/>
          <p:cNvSpPr>
            <a:spLocks noGrp="1"/>
          </p:cNvSpPr>
          <p:nvPr/>
        </p:nvSpPr>
        <p:spPr>
          <a:xfrm>
            <a:off x="4153131" y="4172545"/>
            <a:ext cx="138330" cy="122456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4" name="Freeform 58"/>
          <p:cNvSpPr>
            <a:spLocks noGrp="1"/>
          </p:cNvSpPr>
          <p:nvPr/>
        </p:nvSpPr>
        <p:spPr>
          <a:xfrm>
            <a:off x="3695053" y="3306279"/>
            <a:ext cx="124724" cy="156472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5" name="Freeform 59"/>
          <p:cNvSpPr>
            <a:spLocks noGrp="1"/>
          </p:cNvSpPr>
          <p:nvPr/>
        </p:nvSpPr>
        <p:spPr>
          <a:xfrm>
            <a:off x="2563462" y="3759821"/>
            <a:ext cx="142866" cy="124724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6" name="Freeform 60"/>
          <p:cNvSpPr>
            <a:spLocks noGrp="1"/>
          </p:cNvSpPr>
          <p:nvPr/>
        </p:nvSpPr>
        <p:spPr>
          <a:xfrm>
            <a:off x="4150863" y="3993396"/>
            <a:ext cx="138330" cy="90708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7" name="Freeform 61"/>
          <p:cNvSpPr>
            <a:spLocks noGrp="1"/>
          </p:cNvSpPr>
          <p:nvPr/>
        </p:nvSpPr>
        <p:spPr>
          <a:xfrm>
            <a:off x="3509100" y="3267728"/>
            <a:ext cx="83905" cy="140598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8" name="Freeform 62"/>
          <p:cNvSpPr>
            <a:spLocks noGrp="1"/>
          </p:cNvSpPr>
          <p:nvPr/>
        </p:nvSpPr>
        <p:spPr>
          <a:xfrm>
            <a:off x="2996596" y="4848323"/>
            <a:ext cx="104315" cy="136062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9" name="Freeform 71"/>
          <p:cNvSpPr>
            <a:spLocks noGrp="1"/>
          </p:cNvSpPr>
          <p:nvPr/>
        </p:nvSpPr>
        <p:spPr>
          <a:xfrm>
            <a:off x="2740345" y="3496766"/>
            <a:ext cx="1315275" cy="1313006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5部分"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589281" y="476251"/>
            <a:ext cx="11013440" cy="590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75" name="图形 3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601832" y="3365787"/>
            <a:ext cx="6665290" cy="4818286"/>
          </a:xfrm>
          <a:prstGeom prst="rect">
            <a:avLst/>
          </a:prstGeom>
        </p:spPr>
      </p:pic>
      <p:sp>
        <p:nvSpPr>
          <p:cNvPr id="9" name="标题 1"/>
          <p:cNvSpPr>
            <a:spLocks noGrp="1"/>
          </p:cNvSpPr>
          <p:nvPr/>
        </p:nvSpPr>
        <p:spPr>
          <a:xfrm>
            <a:off x="2296213" y="1033221"/>
            <a:ext cx="2165279" cy="150065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2483024" y="2078629"/>
            <a:ext cx="21680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文本占位符 40"/>
          <p:cNvSpPr>
            <a:spLocks noGrp="1"/>
          </p:cNvSpPr>
          <p:nvPr>
            <p:ph type="body" idx="10" hasCustomPrompt="1"/>
          </p:nvPr>
        </p:nvSpPr>
        <p:spPr>
          <a:xfrm>
            <a:off x="7819905" y="1408752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2" name="文本占位符 40"/>
          <p:cNvSpPr>
            <a:spLocks noGrp="1"/>
          </p:cNvSpPr>
          <p:nvPr>
            <p:ph type="body" idx="11" hasCustomPrompt="1"/>
          </p:nvPr>
        </p:nvSpPr>
        <p:spPr>
          <a:xfrm>
            <a:off x="7819905" y="2302202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3" name="文本占位符 40"/>
          <p:cNvSpPr>
            <a:spLocks noGrp="1"/>
          </p:cNvSpPr>
          <p:nvPr>
            <p:ph type="body" idx="12" hasCustomPrompt="1"/>
          </p:nvPr>
        </p:nvSpPr>
        <p:spPr>
          <a:xfrm>
            <a:off x="7819905" y="3195652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4" name="文本占位符 40"/>
          <p:cNvSpPr>
            <a:spLocks noGrp="1"/>
          </p:cNvSpPr>
          <p:nvPr>
            <p:ph type="body" idx="13" hasCustomPrompt="1"/>
          </p:nvPr>
        </p:nvSpPr>
        <p:spPr>
          <a:xfrm>
            <a:off x="7819905" y="4982551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36" name="文本占位符 40"/>
          <p:cNvSpPr>
            <a:spLocks noGrp="1"/>
          </p:cNvSpPr>
          <p:nvPr>
            <p:ph type="body" idx="14" hasCustomPrompt="1"/>
          </p:nvPr>
        </p:nvSpPr>
        <p:spPr>
          <a:xfrm>
            <a:off x="7819905" y="4089102"/>
            <a:ext cx="307161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6809256" y="136020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/>
          <p:cNvSpPr>
            <a:spLocks noGrp="1"/>
          </p:cNvSpPr>
          <p:nvPr/>
        </p:nvSpPr>
        <p:spPr>
          <a:xfrm>
            <a:off x="6809256" y="225365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/>
          <p:cNvSpPr>
            <a:spLocks noGrp="1"/>
          </p:cNvSpPr>
          <p:nvPr/>
        </p:nvSpPr>
        <p:spPr>
          <a:xfrm>
            <a:off x="6809256" y="3148379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/>
          <p:cNvSpPr>
            <a:spLocks noGrp="1"/>
          </p:cNvSpPr>
          <p:nvPr/>
        </p:nvSpPr>
        <p:spPr>
          <a:xfrm>
            <a:off x="6809256" y="4021629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/>
          <p:cNvSpPr>
            <a:spLocks noGrp="1"/>
          </p:cNvSpPr>
          <p:nvPr/>
        </p:nvSpPr>
        <p:spPr>
          <a:xfrm>
            <a:off x="6809256" y="492151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8" name="Freeform 8"/>
          <p:cNvSpPr>
            <a:spLocks noGrp="1"/>
          </p:cNvSpPr>
          <p:nvPr/>
        </p:nvSpPr>
        <p:spPr>
          <a:xfrm>
            <a:off x="2425132" y="3183822"/>
            <a:ext cx="1945700" cy="194116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9" name="Freeform 42"/>
          <p:cNvSpPr>
            <a:spLocks noGrp="1"/>
          </p:cNvSpPr>
          <p:nvPr/>
        </p:nvSpPr>
        <p:spPr>
          <a:xfrm>
            <a:off x="2679116" y="3435538"/>
            <a:ext cx="1435463" cy="1433194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0" name="Freeform 43"/>
          <p:cNvSpPr>
            <a:spLocks noGrp="1"/>
          </p:cNvSpPr>
          <p:nvPr/>
        </p:nvSpPr>
        <p:spPr>
          <a:xfrm>
            <a:off x="3983052" y="3578404"/>
            <a:ext cx="158739" cy="19048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1" name="Freeform 44"/>
          <p:cNvSpPr>
            <a:spLocks noGrp="1"/>
          </p:cNvSpPr>
          <p:nvPr/>
        </p:nvSpPr>
        <p:spPr>
          <a:xfrm>
            <a:off x="2502234" y="3938970"/>
            <a:ext cx="151937" cy="163275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2" name="Freeform 45"/>
          <p:cNvSpPr>
            <a:spLocks noGrp="1"/>
          </p:cNvSpPr>
          <p:nvPr/>
        </p:nvSpPr>
        <p:spPr>
          <a:xfrm>
            <a:off x="3833383" y="3417397"/>
            <a:ext cx="165543" cy="176881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3" name="Freeform 46"/>
          <p:cNvSpPr>
            <a:spLocks noGrp="1"/>
          </p:cNvSpPr>
          <p:nvPr/>
        </p:nvSpPr>
        <p:spPr>
          <a:xfrm>
            <a:off x="2502234" y="4192954"/>
            <a:ext cx="142866" cy="136062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4" name="Freeform 47"/>
          <p:cNvSpPr>
            <a:spLocks noGrp="1"/>
          </p:cNvSpPr>
          <p:nvPr/>
        </p:nvSpPr>
        <p:spPr>
          <a:xfrm>
            <a:off x="3230171" y="4900481"/>
            <a:ext cx="99779" cy="142865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5" name="Freeform 48"/>
          <p:cNvSpPr>
            <a:spLocks noGrp="1"/>
          </p:cNvSpPr>
          <p:nvPr/>
        </p:nvSpPr>
        <p:spPr>
          <a:xfrm>
            <a:off x="2558927" y="4419726"/>
            <a:ext cx="147401" cy="126991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6" name="Freeform 49"/>
          <p:cNvSpPr>
            <a:spLocks noGrp="1"/>
          </p:cNvSpPr>
          <p:nvPr/>
        </p:nvSpPr>
        <p:spPr>
          <a:xfrm>
            <a:off x="2645100" y="3557995"/>
            <a:ext cx="174614" cy="19048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7" name="Freeform 50"/>
          <p:cNvSpPr>
            <a:spLocks noGrp="1"/>
          </p:cNvSpPr>
          <p:nvPr/>
        </p:nvSpPr>
        <p:spPr>
          <a:xfrm>
            <a:off x="3670108" y="4839252"/>
            <a:ext cx="122456" cy="140598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" name="Freeform 51"/>
          <p:cNvSpPr>
            <a:spLocks noGrp="1"/>
          </p:cNvSpPr>
          <p:nvPr/>
        </p:nvSpPr>
        <p:spPr>
          <a:xfrm>
            <a:off x="2810643" y="3399255"/>
            <a:ext cx="165543" cy="161007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9" name="Freeform 52"/>
          <p:cNvSpPr>
            <a:spLocks noGrp="1"/>
          </p:cNvSpPr>
          <p:nvPr/>
        </p:nvSpPr>
        <p:spPr>
          <a:xfrm>
            <a:off x="3300470" y="3251853"/>
            <a:ext cx="131527" cy="142865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0" name="Freeform 53"/>
          <p:cNvSpPr>
            <a:spLocks noGrp="1"/>
          </p:cNvSpPr>
          <p:nvPr/>
        </p:nvSpPr>
        <p:spPr>
          <a:xfrm>
            <a:off x="3461478" y="4900481"/>
            <a:ext cx="102047" cy="145133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1" name="Freeform 54"/>
          <p:cNvSpPr>
            <a:spLocks noGrp="1"/>
          </p:cNvSpPr>
          <p:nvPr/>
        </p:nvSpPr>
        <p:spPr>
          <a:xfrm>
            <a:off x="3064628" y="3279066"/>
            <a:ext cx="136062" cy="154204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2" name="Freeform 55"/>
          <p:cNvSpPr>
            <a:spLocks noGrp="1"/>
          </p:cNvSpPr>
          <p:nvPr/>
        </p:nvSpPr>
        <p:spPr>
          <a:xfrm>
            <a:off x="4094171" y="3800640"/>
            <a:ext cx="158739" cy="126991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" name="Freeform 56"/>
          <p:cNvSpPr>
            <a:spLocks noGrp="1"/>
          </p:cNvSpPr>
          <p:nvPr/>
        </p:nvSpPr>
        <p:spPr>
          <a:xfrm>
            <a:off x="4096438" y="4397048"/>
            <a:ext cx="156472" cy="145133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" name="Freeform 57"/>
          <p:cNvSpPr>
            <a:spLocks noGrp="1"/>
          </p:cNvSpPr>
          <p:nvPr/>
        </p:nvSpPr>
        <p:spPr>
          <a:xfrm>
            <a:off x="4153131" y="4172545"/>
            <a:ext cx="138330" cy="122456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5" name="Freeform 58"/>
          <p:cNvSpPr>
            <a:spLocks noGrp="1"/>
          </p:cNvSpPr>
          <p:nvPr/>
        </p:nvSpPr>
        <p:spPr>
          <a:xfrm>
            <a:off x="3695053" y="3306279"/>
            <a:ext cx="124724" cy="156472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6" name="Freeform 59"/>
          <p:cNvSpPr>
            <a:spLocks noGrp="1"/>
          </p:cNvSpPr>
          <p:nvPr/>
        </p:nvSpPr>
        <p:spPr>
          <a:xfrm>
            <a:off x="2563462" y="3759821"/>
            <a:ext cx="142866" cy="124724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7" name="Freeform 60"/>
          <p:cNvSpPr>
            <a:spLocks noGrp="1"/>
          </p:cNvSpPr>
          <p:nvPr/>
        </p:nvSpPr>
        <p:spPr>
          <a:xfrm>
            <a:off x="4150863" y="3993396"/>
            <a:ext cx="138330" cy="90708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Freeform 61"/>
          <p:cNvSpPr>
            <a:spLocks noGrp="1"/>
          </p:cNvSpPr>
          <p:nvPr/>
        </p:nvSpPr>
        <p:spPr>
          <a:xfrm>
            <a:off x="3509100" y="3267728"/>
            <a:ext cx="83905" cy="140598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62"/>
          <p:cNvSpPr>
            <a:spLocks noGrp="1"/>
          </p:cNvSpPr>
          <p:nvPr/>
        </p:nvSpPr>
        <p:spPr>
          <a:xfrm>
            <a:off x="2996596" y="4848323"/>
            <a:ext cx="104315" cy="136062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Freeform 71"/>
          <p:cNvSpPr>
            <a:spLocks noGrp="1"/>
          </p:cNvSpPr>
          <p:nvPr/>
        </p:nvSpPr>
        <p:spPr>
          <a:xfrm>
            <a:off x="2740345" y="3496766"/>
            <a:ext cx="1315275" cy="1313006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6部分"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52" name="图形 3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601832" y="3365787"/>
            <a:ext cx="6665290" cy="4818286"/>
          </a:xfrm>
          <a:prstGeom prst="rect">
            <a:avLst/>
          </a:prstGeom>
        </p:spPr>
      </p:pic>
      <p:sp>
        <p:nvSpPr>
          <p:cNvPr id="49" name="矩形 48"/>
          <p:cNvSpPr>
            <a:spLocks noGrp="1"/>
          </p:cNvSpPr>
          <p:nvPr/>
        </p:nvSpPr>
        <p:spPr>
          <a:xfrm>
            <a:off x="589281" y="476251"/>
            <a:ext cx="11013440" cy="590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2296213" y="1033221"/>
            <a:ext cx="2165279" cy="150065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2483024" y="2078629"/>
            <a:ext cx="21680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Freeform 8"/>
          <p:cNvSpPr>
            <a:spLocks noGrp="1"/>
          </p:cNvSpPr>
          <p:nvPr/>
        </p:nvSpPr>
        <p:spPr>
          <a:xfrm>
            <a:off x="2425132" y="3183822"/>
            <a:ext cx="1945700" cy="194116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Freeform 42"/>
          <p:cNvSpPr>
            <a:spLocks noGrp="1"/>
          </p:cNvSpPr>
          <p:nvPr/>
        </p:nvSpPr>
        <p:spPr>
          <a:xfrm>
            <a:off x="2679116" y="3435538"/>
            <a:ext cx="1435463" cy="1433194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Freeform 43"/>
          <p:cNvSpPr>
            <a:spLocks noGrp="1"/>
          </p:cNvSpPr>
          <p:nvPr/>
        </p:nvSpPr>
        <p:spPr>
          <a:xfrm>
            <a:off x="3983052" y="3578404"/>
            <a:ext cx="158739" cy="19048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Freeform 44"/>
          <p:cNvSpPr>
            <a:spLocks noGrp="1"/>
          </p:cNvSpPr>
          <p:nvPr/>
        </p:nvSpPr>
        <p:spPr>
          <a:xfrm>
            <a:off x="2502234" y="3938970"/>
            <a:ext cx="151937" cy="163275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Freeform 45"/>
          <p:cNvSpPr>
            <a:spLocks noGrp="1"/>
          </p:cNvSpPr>
          <p:nvPr/>
        </p:nvSpPr>
        <p:spPr>
          <a:xfrm>
            <a:off x="3833383" y="3417397"/>
            <a:ext cx="165543" cy="176881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Freeform 46"/>
          <p:cNvSpPr>
            <a:spLocks noGrp="1"/>
          </p:cNvSpPr>
          <p:nvPr/>
        </p:nvSpPr>
        <p:spPr>
          <a:xfrm>
            <a:off x="2502234" y="4192954"/>
            <a:ext cx="142866" cy="136062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Freeform 47"/>
          <p:cNvSpPr>
            <a:spLocks noGrp="1"/>
          </p:cNvSpPr>
          <p:nvPr/>
        </p:nvSpPr>
        <p:spPr>
          <a:xfrm>
            <a:off x="3230171" y="4900481"/>
            <a:ext cx="99779" cy="142865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Freeform 48"/>
          <p:cNvSpPr>
            <a:spLocks noGrp="1"/>
          </p:cNvSpPr>
          <p:nvPr/>
        </p:nvSpPr>
        <p:spPr>
          <a:xfrm>
            <a:off x="2558927" y="4419726"/>
            <a:ext cx="147401" cy="126991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Freeform 49"/>
          <p:cNvSpPr>
            <a:spLocks noGrp="1"/>
          </p:cNvSpPr>
          <p:nvPr/>
        </p:nvSpPr>
        <p:spPr>
          <a:xfrm>
            <a:off x="2645100" y="3557995"/>
            <a:ext cx="174614" cy="19048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Freeform 50"/>
          <p:cNvSpPr>
            <a:spLocks noGrp="1"/>
          </p:cNvSpPr>
          <p:nvPr/>
        </p:nvSpPr>
        <p:spPr>
          <a:xfrm>
            <a:off x="3670108" y="4839252"/>
            <a:ext cx="122456" cy="140598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Freeform 51"/>
          <p:cNvSpPr>
            <a:spLocks noGrp="1"/>
          </p:cNvSpPr>
          <p:nvPr/>
        </p:nvSpPr>
        <p:spPr>
          <a:xfrm>
            <a:off x="2810643" y="3399255"/>
            <a:ext cx="165543" cy="161007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Freeform 52"/>
          <p:cNvSpPr>
            <a:spLocks noGrp="1"/>
          </p:cNvSpPr>
          <p:nvPr/>
        </p:nvSpPr>
        <p:spPr>
          <a:xfrm>
            <a:off x="3300470" y="3251853"/>
            <a:ext cx="131527" cy="142865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Freeform 53"/>
          <p:cNvSpPr>
            <a:spLocks noGrp="1"/>
          </p:cNvSpPr>
          <p:nvPr/>
        </p:nvSpPr>
        <p:spPr>
          <a:xfrm>
            <a:off x="3461478" y="4900481"/>
            <a:ext cx="102047" cy="145133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Freeform 54"/>
          <p:cNvSpPr>
            <a:spLocks noGrp="1"/>
          </p:cNvSpPr>
          <p:nvPr/>
        </p:nvSpPr>
        <p:spPr>
          <a:xfrm>
            <a:off x="3064628" y="3279066"/>
            <a:ext cx="136062" cy="154204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Freeform 55"/>
          <p:cNvSpPr>
            <a:spLocks noGrp="1"/>
          </p:cNvSpPr>
          <p:nvPr/>
        </p:nvSpPr>
        <p:spPr>
          <a:xfrm>
            <a:off x="4094171" y="3800640"/>
            <a:ext cx="158739" cy="126991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Freeform 56"/>
          <p:cNvSpPr>
            <a:spLocks noGrp="1"/>
          </p:cNvSpPr>
          <p:nvPr/>
        </p:nvSpPr>
        <p:spPr>
          <a:xfrm>
            <a:off x="4096438" y="4397048"/>
            <a:ext cx="156472" cy="145133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Freeform 57"/>
          <p:cNvSpPr>
            <a:spLocks noGrp="1"/>
          </p:cNvSpPr>
          <p:nvPr/>
        </p:nvSpPr>
        <p:spPr>
          <a:xfrm>
            <a:off x="4153131" y="4172545"/>
            <a:ext cx="138330" cy="122456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Freeform 58"/>
          <p:cNvSpPr>
            <a:spLocks noGrp="1"/>
          </p:cNvSpPr>
          <p:nvPr/>
        </p:nvSpPr>
        <p:spPr>
          <a:xfrm>
            <a:off x="3695053" y="3306279"/>
            <a:ext cx="124724" cy="156472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Freeform 59"/>
          <p:cNvSpPr>
            <a:spLocks noGrp="1"/>
          </p:cNvSpPr>
          <p:nvPr/>
        </p:nvSpPr>
        <p:spPr>
          <a:xfrm>
            <a:off x="2563462" y="3759821"/>
            <a:ext cx="142866" cy="124724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Freeform 60"/>
          <p:cNvSpPr>
            <a:spLocks noGrp="1"/>
          </p:cNvSpPr>
          <p:nvPr/>
        </p:nvSpPr>
        <p:spPr>
          <a:xfrm>
            <a:off x="4150863" y="3993396"/>
            <a:ext cx="138330" cy="90708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Freeform 61"/>
          <p:cNvSpPr>
            <a:spLocks noGrp="1"/>
          </p:cNvSpPr>
          <p:nvPr/>
        </p:nvSpPr>
        <p:spPr>
          <a:xfrm>
            <a:off x="3509100" y="3267728"/>
            <a:ext cx="83905" cy="140598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" name="Freeform 62"/>
          <p:cNvSpPr>
            <a:spLocks noGrp="1"/>
          </p:cNvSpPr>
          <p:nvPr/>
        </p:nvSpPr>
        <p:spPr>
          <a:xfrm>
            <a:off x="2996596" y="4848323"/>
            <a:ext cx="104315" cy="136062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Freeform 71"/>
          <p:cNvSpPr>
            <a:spLocks noGrp="1"/>
          </p:cNvSpPr>
          <p:nvPr/>
        </p:nvSpPr>
        <p:spPr>
          <a:xfrm>
            <a:off x="2740345" y="3496766"/>
            <a:ext cx="1315275" cy="1313006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文本占位符 40"/>
          <p:cNvSpPr>
            <a:spLocks noGrp="1"/>
          </p:cNvSpPr>
          <p:nvPr>
            <p:ph type="body" idx="10" hasCustomPrompt="1"/>
          </p:nvPr>
        </p:nvSpPr>
        <p:spPr>
          <a:xfrm>
            <a:off x="7819905" y="131731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2" name="文本占位符 40"/>
          <p:cNvSpPr>
            <a:spLocks noGrp="1"/>
          </p:cNvSpPr>
          <p:nvPr>
            <p:ph type="body" idx="11" hasCustomPrompt="1"/>
          </p:nvPr>
        </p:nvSpPr>
        <p:spPr>
          <a:xfrm>
            <a:off x="7819905" y="206788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3" name="文本占位符 40"/>
          <p:cNvSpPr>
            <a:spLocks noGrp="1"/>
          </p:cNvSpPr>
          <p:nvPr>
            <p:ph type="body" idx="12" hasCustomPrompt="1"/>
          </p:nvPr>
        </p:nvSpPr>
        <p:spPr>
          <a:xfrm>
            <a:off x="7819905" y="281845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4" name="文本占位符 40"/>
          <p:cNvSpPr>
            <a:spLocks noGrp="1"/>
          </p:cNvSpPr>
          <p:nvPr>
            <p:ph type="body" idx="13" hasCustomPrompt="1"/>
          </p:nvPr>
        </p:nvSpPr>
        <p:spPr>
          <a:xfrm>
            <a:off x="7819905" y="431959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36" name="文本占位符 40"/>
          <p:cNvSpPr>
            <a:spLocks noGrp="1"/>
          </p:cNvSpPr>
          <p:nvPr>
            <p:ph type="body" idx="14" hasCustomPrompt="1"/>
          </p:nvPr>
        </p:nvSpPr>
        <p:spPr>
          <a:xfrm>
            <a:off x="7819905" y="3569022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6809256" y="1268764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/>
          <p:cNvSpPr>
            <a:spLocks noGrp="1"/>
          </p:cNvSpPr>
          <p:nvPr/>
        </p:nvSpPr>
        <p:spPr>
          <a:xfrm>
            <a:off x="6809256" y="2016836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/>
          <p:cNvSpPr>
            <a:spLocks noGrp="1"/>
          </p:cNvSpPr>
          <p:nvPr/>
        </p:nvSpPr>
        <p:spPr>
          <a:xfrm>
            <a:off x="6809256" y="2764908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/>
          <p:cNvSpPr>
            <a:spLocks noGrp="1"/>
          </p:cNvSpPr>
          <p:nvPr/>
        </p:nvSpPr>
        <p:spPr>
          <a:xfrm>
            <a:off x="6809256" y="3512980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/>
          <p:cNvSpPr>
            <a:spLocks noGrp="1"/>
          </p:cNvSpPr>
          <p:nvPr/>
        </p:nvSpPr>
        <p:spPr>
          <a:xfrm>
            <a:off x="6809256" y="4261052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  <p:sp>
        <p:nvSpPr>
          <p:cNvPr id="47" name="文本占位符 40"/>
          <p:cNvSpPr>
            <a:spLocks noGrp="1"/>
          </p:cNvSpPr>
          <p:nvPr>
            <p:ph type="body" idx="15" hasCustomPrompt="1"/>
          </p:nvPr>
        </p:nvSpPr>
        <p:spPr>
          <a:xfrm>
            <a:off x="7819905" y="5070163"/>
            <a:ext cx="3061455" cy="487680"/>
          </a:xfrm>
        </p:spPr>
        <p:txBody>
          <a:bodyPr>
            <a:normAutofit/>
          </a:bodyPr>
          <a:lstStyle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>
            <a:pPr lvl="0">
              <a:buNone/>
            </a:pPr>
          </a:p>
        </p:txBody>
      </p:sp>
      <p:sp>
        <p:nvSpPr>
          <p:cNvPr id="48" name="文本框 47"/>
          <p:cNvSpPr>
            <a:spLocks noGrp="1"/>
          </p:cNvSpPr>
          <p:nvPr/>
        </p:nvSpPr>
        <p:spPr>
          <a:xfrm>
            <a:off x="6809256" y="5009126"/>
            <a:ext cx="675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b="1">
              <a:solidFill>
                <a:srgbClr val="9A0001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/>
      <p:sp>
        <p:nvSpPr>
          <p:cNvPr id="66" name="矩形 65"/>
          <p:cNvSpPr>
            <a:spLocks noGrp="1"/>
          </p:cNvSpPr>
          <p:nvPr/>
        </p:nvSpPr>
        <p:spPr>
          <a:xfrm>
            <a:off x="0" y="1764872"/>
            <a:ext cx="12192000" cy="3328257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直接连接符 69"/>
          <p:cNvSpPr>
            <a:spLocks noGrp="1"/>
          </p:cNvSpPr>
          <p:nvPr/>
        </p:nvSpPr>
        <p:spPr>
          <a:xfrm>
            <a:off x="996403" y="3428999"/>
            <a:ext cx="3773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" name="文本占位符 3"/>
          <p:cNvSpPr>
            <a:spLocks noGrp="1"/>
          </p:cNvSpPr>
          <p:nvPr>
            <p:ph type="body" idx="10" hasCustomPrompt="1"/>
          </p:nvPr>
        </p:nvSpPr>
        <p:spPr>
          <a:xfrm>
            <a:off x="2465501" y="2552244"/>
            <a:ext cx="5716686" cy="707886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4000" b="1" i="0" u="none" strike="noStrike" kern="1200" cap="none" spc="0" baseline="0">
                <a:ln>
                  <a:noFill/>
                </a:ln>
                <a:solidFill>
                  <a:prstClr val="whit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7" name="文本占位符 3"/>
          <p:cNvSpPr>
            <a:spLocks noGrp="1"/>
          </p:cNvSpPr>
          <p:nvPr>
            <p:ph type="body" idx="11" hasCustomPrompt="1"/>
          </p:nvPr>
        </p:nvSpPr>
        <p:spPr>
          <a:xfrm>
            <a:off x="882188" y="3684327"/>
            <a:ext cx="7299999" cy="887667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4800" b="1" kern="1200" spc="400">
                <a:solidFill>
                  <a:prstClr val="whit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80" name="图形 12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63687" y="1559486"/>
            <a:ext cx="5172316" cy="3739027"/>
          </a:xfrm>
          <a:prstGeom prst="rect">
            <a:avLst/>
          </a:prstGeom>
        </p:spPr>
      </p:pic>
      <p:sp>
        <p:nvSpPr>
          <p:cNvPr id="63" name="Freeform 17"/>
          <p:cNvSpPr>
            <a:spLocks noGrp="1"/>
          </p:cNvSpPr>
          <p:nvPr/>
        </p:nvSpPr>
        <p:spPr>
          <a:xfrm>
            <a:off x="2715296" y="1148009"/>
            <a:ext cx="96009" cy="102807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" name="Freeform 18"/>
          <p:cNvSpPr>
            <a:spLocks noGrp="1"/>
          </p:cNvSpPr>
          <p:nvPr/>
        </p:nvSpPr>
        <p:spPr>
          <a:xfrm>
            <a:off x="1844410" y="1148009"/>
            <a:ext cx="96009" cy="101957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5" name="Freeform 19"/>
          <p:cNvSpPr>
            <a:spLocks noGrp="1"/>
          </p:cNvSpPr>
          <p:nvPr/>
        </p:nvSpPr>
        <p:spPr>
          <a:xfrm>
            <a:off x="2360145" y="1148009"/>
            <a:ext cx="95160" cy="101957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7" name="Freeform 20"/>
          <p:cNvSpPr>
            <a:spLocks noGrp="1"/>
          </p:cNvSpPr>
          <p:nvPr/>
        </p:nvSpPr>
        <p:spPr>
          <a:xfrm>
            <a:off x="2613339" y="1148009"/>
            <a:ext cx="93461" cy="101957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Freeform 21"/>
          <p:cNvSpPr>
            <a:spLocks noGrp="1"/>
          </p:cNvSpPr>
          <p:nvPr/>
        </p:nvSpPr>
        <p:spPr>
          <a:xfrm>
            <a:off x="1742452" y="1148859"/>
            <a:ext cx="93461" cy="101108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22"/>
          <p:cNvSpPr>
            <a:spLocks noGrp="1"/>
          </p:cNvSpPr>
          <p:nvPr/>
        </p:nvSpPr>
        <p:spPr>
          <a:xfrm>
            <a:off x="1993947" y="1148859"/>
            <a:ext cx="95160" cy="101108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Freeform 23"/>
          <p:cNvSpPr>
            <a:spLocks noGrp="1"/>
          </p:cNvSpPr>
          <p:nvPr/>
        </p:nvSpPr>
        <p:spPr>
          <a:xfrm>
            <a:off x="2096755" y="1145460"/>
            <a:ext cx="105356" cy="108755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25"/>
          <p:cNvSpPr>
            <a:spLocks noGrp="1"/>
          </p:cNvSpPr>
          <p:nvPr/>
        </p:nvSpPr>
        <p:spPr>
          <a:xfrm>
            <a:off x="2818103" y="1147160"/>
            <a:ext cx="85814" cy="105356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27"/>
          <p:cNvSpPr>
            <a:spLocks noGrp="1"/>
          </p:cNvSpPr>
          <p:nvPr/>
        </p:nvSpPr>
        <p:spPr>
          <a:xfrm>
            <a:off x="1654090" y="1148009"/>
            <a:ext cx="85814" cy="101957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29"/>
          <p:cNvSpPr>
            <a:spLocks noGrp="1"/>
          </p:cNvSpPr>
          <p:nvPr/>
        </p:nvSpPr>
        <p:spPr>
          <a:xfrm>
            <a:off x="2248841" y="1148859"/>
            <a:ext cx="101107" cy="104506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30"/>
          <p:cNvSpPr>
            <a:spLocks noGrp="1"/>
          </p:cNvSpPr>
          <p:nvPr/>
        </p:nvSpPr>
        <p:spPr>
          <a:xfrm>
            <a:off x="2507133" y="1148859"/>
            <a:ext cx="100258" cy="103657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31"/>
          <p:cNvSpPr>
            <a:spLocks noGrp="1"/>
          </p:cNvSpPr>
          <p:nvPr/>
        </p:nvSpPr>
        <p:spPr>
          <a:xfrm>
            <a:off x="3040711" y="1148859"/>
            <a:ext cx="90912" cy="101957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32"/>
          <p:cNvSpPr>
            <a:spLocks noGrp="1"/>
          </p:cNvSpPr>
          <p:nvPr/>
        </p:nvSpPr>
        <p:spPr>
          <a:xfrm>
            <a:off x="2953197" y="1145460"/>
            <a:ext cx="87513" cy="104506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33"/>
          <p:cNvSpPr>
            <a:spLocks noGrp="1"/>
          </p:cNvSpPr>
          <p:nvPr/>
        </p:nvSpPr>
        <p:spPr>
          <a:xfrm>
            <a:off x="1945518" y="1148859"/>
            <a:ext cx="37384" cy="101108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34"/>
          <p:cNvSpPr>
            <a:spLocks noGrp="1"/>
          </p:cNvSpPr>
          <p:nvPr/>
        </p:nvSpPr>
        <p:spPr>
          <a:xfrm>
            <a:off x="2910715" y="1148859"/>
            <a:ext cx="36534" cy="101957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35"/>
          <p:cNvSpPr>
            <a:spLocks noGrp="1"/>
          </p:cNvSpPr>
          <p:nvPr/>
        </p:nvSpPr>
        <p:spPr>
          <a:xfrm>
            <a:off x="2465501" y="1148859"/>
            <a:ext cx="36534" cy="101108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9"/>
          <p:cNvSpPr>
            <a:spLocks noGrp="1"/>
          </p:cNvSpPr>
          <p:nvPr/>
        </p:nvSpPr>
        <p:spPr>
          <a:xfrm>
            <a:off x="2889474" y="666260"/>
            <a:ext cx="245547" cy="274435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10"/>
          <p:cNvSpPr>
            <a:spLocks noGrp="1"/>
          </p:cNvSpPr>
          <p:nvPr/>
        </p:nvSpPr>
        <p:spPr>
          <a:xfrm>
            <a:off x="2432365" y="715540"/>
            <a:ext cx="288879" cy="310120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11"/>
          <p:cNvSpPr>
            <a:spLocks noGrp="1"/>
          </p:cNvSpPr>
          <p:nvPr/>
        </p:nvSpPr>
        <p:spPr>
          <a:xfrm>
            <a:off x="1651541" y="718938"/>
            <a:ext cx="146138" cy="339008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12"/>
          <p:cNvSpPr>
            <a:spLocks noGrp="1"/>
          </p:cNvSpPr>
          <p:nvPr/>
        </p:nvSpPr>
        <p:spPr>
          <a:xfrm>
            <a:off x="1855456" y="764819"/>
            <a:ext cx="172477" cy="238750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13"/>
          <p:cNvSpPr>
            <a:spLocks noGrp="1"/>
          </p:cNvSpPr>
          <p:nvPr/>
        </p:nvSpPr>
        <p:spPr>
          <a:xfrm>
            <a:off x="2115447" y="857431"/>
            <a:ext cx="204764" cy="2268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14"/>
          <p:cNvSpPr>
            <a:spLocks noGrp="1"/>
          </p:cNvSpPr>
          <p:nvPr/>
        </p:nvSpPr>
        <p:spPr>
          <a:xfrm>
            <a:off x="2854639" y="938996"/>
            <a:ext cx="211561" cy="134243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15"/>
          <p:cNvSpPr>
            <a:spLocks noGrp="1"/>
          </p:cNvSpPr>
          <p:nvPr/>
        </p:nvSpPr>
        <p:spPr>
          <a:xfrm>
            <a:off x="2166426" y="766519"/>
            <a:ext cx="160582" cy="8581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16"/>
          <p:cNvSpPr>
            <a:spLocks noGrp="1"/>
          </p:cNvSpPr>
          <p:nvPr/>
        </p:nvSpPr>
        <p:spPr>
          <a:xfrm>
            <a:off x="2219104" y="660313"/>
            <a:ext cx="85814" cy="95160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24"/>
          <p:cNvSpPr>
            <a:spLocks noGrp="1"/>
          </p:cNvSpPr>
          <p:nvPr/>
        </p:nvSpPr>
        <p:spPr>
          <a:xfrm>
            <a:off x="2874181" y="747826"/>
            <a:ext cx="84114" cy="11385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26"/>
          <p:cNvSpPr>
            <a:spLocks noGrp="1"/>
          </p:cNvSpPr>
          <p:nvPr/>
        </p:nvSpPr>
        <p:spPr>
          <a:xfrm>
            <a:off x="2292174" y="962787"/>
            <a:ext cx="61174" cy="74768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28"/>
          <p:cNvSpPr>
            <a:spLocks noGrp="1"/>
          </p:cNvSpPr>
          <p:nvPr/>
        </p:nvSpPr>
        <p:spPr>
          <a:xfrm>
            <a:off x="2684710" y="944944"/>
            <a:ext cx="65422" cy="75618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36"/>
          <p:cNvSpPr>
            <a:spLocks noGrp="1"/>
          </p:cNvSpPr>
          <p:nvPr/>
        </p:nvSpPr>
        <p:spPr>
          <a:xfrm>
            <a:off x="2871632" y="839588"/>
            <a:ext cx="33985" cy="65422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8"/>
          <p:cNvSpPr>
            <a:spLocks noGrp="1"/>
          </p:cNvSpPr>
          <p:nvPr/>
        </p:nvSpPr>
        <p:spPr>
          <a:xfrm>
            <a:off x="882188" y="613507"/>
            <a:ext cx="664422" cy="662874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42"/>
          <p:cNvSpPr>
            <a:spLocks noGrp="1"/>
          </p:cNvSpPr>
          <p:nvPr/>
        </p:nvSpPr>
        <p:spPr>
          <a:xfrm>
            <a:off x="968919" y="699464"/>
            <a:ext cx="490185" cy="48941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43"/>
          <p:cNvSpPr>
            <a:spLocks noGrp="1"/>
          </p:cNvSpPr>
          <p:nvPr/>
        </p:nvSpPr>
        <p:spPr>
          <a:xfrm>
            <a:off x="1414190" y="748250"/>
            <a:ext cx="54206" cy="65048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44"/>
          <p:cNvSpPr>
            <a:spLocks noGrp="1"/>
          </p:cNvSpPr>
          <p:nvPr/>
        </p:nvSpPr>
        <p:spPr>
          <a:xfrm>
            <a:off x="908517" y="871377"/>
            <a:ext cx="51883" cy="55755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45"/>
          <p:cNvSpPr>
            <a:spLocks noGrp="1"/>
          </p:cNvSpPr>
          <p:nvPr/>
        </p:nvSpPr>
        <p:spPr>
          <a:xfrm>
            <a:off x="1363081" y="693269"/>
            <a:ext cx="56530" cy="60402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46"/>
          <p:cNvSpPr>
            <a:spLocks noGrp="1"/>
          </p:cNvSpPr>
          <p:nvPr/>
        </p:nvSpPr>
        <p:spPr>
          <a:xfrm>
            <a:off x="908517" y="958108"/>
            <a:ext cx="48786" cy="46463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47"/>
          <p:cNvSpPr>
            <a:spLocks noGrp="1"/>
          </p:cNvSpPr>
          <p:nvPr/>
        </p:nvSpPr>
        <p:spPr>
          <a:xfrm>
            <a:off x="1157095" y="1199717"/>
            <a:ext cx="34072" cy="48786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48"/>
          <p:cNvSpPr>
            <a:spLocks noGrp="1"/>
          </p:cNvSpPr>
          <p:nvPr/>
        </p:nvSpPr>
        <p:spPr>
          <a:xfrm>
            <a:off x="927877" y="1035547"/>
            <a:ext cx="50335" cy="4336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0" name="Freeform 49"/>
          <p:cNvSpPr>
            <a:spLocks noGrp="1"/>
          </p:cNvSpPr>
          <p:nvPr/>
        </p:nvSpPr>
        <p:spPr>
          <a:xfrm>
            <a:off x="957303" y="741280"/>
            <a:ext cx="59627" cy="65048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50"/>
          <p:cNvSpPr>
            <a:spLocks noGrp="1"/>
          </p:cNvSpPr>
          <p:nvPr/>
        </p:nvSpPr>
        <p:spPr>
          <a:xfrm>
            <a:off x="1307325" y="1178808"/>
            <a:ext cx="41816" cy="48011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51"/>
          <p:cNvSpPr>
            <a:spLocks noGrp="1"/>
          </p:cNvSpPr>
          <p:nvPr/>
        </p:nvSpPr>
        <p:spPr>
          <a:xfrm>
            <a:off x="1013833" y="687073"/>
            <a:ext cx="56530" cy="5498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52"/>
          <p:cNvSpPr>
            <a:spLocks noGrp="1"/>
          </p:cNvSpPr>
          <p:nvPr/>
        </p:nvSpPr>
        <p:spPr>
          <a:xfrm>
            <a:off x="1181101" y="636738"/>
            <a:ext cx="44914" cy="48786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53"/>
          <p:cNvSpPr>
            <a:spLocks noGrp="1"/>
          </p:cNvSpPr>
          <p:nvPr/>
        </p:nvSpPr>
        <p:spPr>
          <a:xfrm>
            <a:off x="1236082" y="1199717"/>
            <a:ext cx="34847" cy="49560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54"/>
          <p:cNvSpPr>
            <a:spLocks noGrp="1"/>
          </p:cNvSpPr>
          <p:nvPr/>
        </p:nvSpPr>
        <p:spPr>
          <a:xfrm>
            <a:off x="1100565" y="646031"/>
            <a:ext cx="46463" cy="52658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55"/>
          <p:cNvSpPr>
            <a:spLocks noGrp="1"/>
          </p:cNvSpPr>
          <p:nvPr/>
        </p:nvSpPr>
        <p:spPr>
          <a:xfrm>
            <a:off x="1452135" y="824140"/>
            <a:ext cx="54206" cy="4336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56"/>
          <p:cNvSpPr>
            <a:spLocks noGrp="1"/>
          </p:cNvSpPr>
          <p:nvPr/>
        </p:nvSpPr>
        <p:spPr>
          <a:xfrm>
            <a:off x="1452909" y="1027803"/>
            <a:ext cx="53432" cy="49560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57"/>
          <p:cNvSpPr>
            <a:spLocks noGrp="1"/>
          </p:cNvSpPr>
          <p:nvPr/>
        </p:nvSpPr>
        <p:spPr>
          <a:xfrm>
            <a:off x="1472269" y="951139"/>
            <a:ext cx="47237" cy="41816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58"/>
          <p:cNvSpPr>
            <a:spLocks noGrp="1"/>
          </p:cNvSpPr>
          <p:nvPr/>
        </p:nvSpPr>
        <p:spPr>
          <a:xfrm>
            <a:off x="1315843" y="655324"/>
            <a:ext cx="42591" cy="53432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59"/>
          <p:cNvSpPr>
            <a:spLocks noGrp="1"/>
          </p:cNvSpPr>
          <p:nvPr/>
        </p:nvSpPr>
        <p:spPr>
          <a:xfrm>
            <a:off x="929425" y="810201"/>
            <a:ext cx="48786" cy="42591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60"/>
          <p:cNvSpPr>
            <a:spLocks noGrp="1"/>
          </p:cNvSpPr>
          <p:nvPr/>
        </p:nvSpPr>
        <p:spPr>
          <a:xfrm>
            <a:off x="1471495" y="889962"/>
            <a:ext cx="47237" cy="30975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61"/>
          <p:cNvSpPr>
            <a:spLocks noGrp="1"/>
          </p:cNvSpPr>
          <p:nvPr/>
        </p:nvSpPr>
        <p:spPr>
          <a:xfrm>
            <a:off x="1252344" y="642159"/>
            <a:ext cx="28652" cy="48011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62"/>
          <p:cNvSpPr>
            <a:spLocks noGrp="1"/>
          </p:cNvSpPr>
          <p:nvPr/>
        </p:nvSpPr>
        <p:spPr>
          <a:xfrm>
            <a:off x="1077333" y="1181906"/>
            <a:ext cx="35621" cy="46463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71"/>
          <p:cNvSpPr>
            <a:spLocks noGrp="1"/>
          </p:cNvSpPr>
          <p:nvPr/>
        </p:nvSpPr>
        <p:spPr>
          <a:xfrm>
            <a:off x="989828" y="720372"/>
            <a:ext cx="449143" cy="448369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5308" y="2536911"/>
            <a:ext cx="150304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sz="40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/>
      <p:sp>
        <p:nvSpPr>
          <p:cNvPr id="66" name="矩形 65"/>
          <p:cNvSpPr>
            <a:spLocks noGrp="1"/>
          </p:cNvSpPr>
          <p:nvPr/>
        </p:nvSpPr>
        <p:spPr>
          <a:xfrm>
            <a:off x="0" y="1764872"/>
            <a:ext cx="12192000" cy="3328257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" name="椭圆 62"/>
          <p:cNvSpPr>
            <a:spLocks noGrp="1"/>
          </p:cNvSpPr>
          <p:nvPr/>
        </p:nvSpPr>
        <p:spPr>
          <a:xfrm>
            <a:off x="5197121" y="624817"/>
            <a:ext cx="1826782" cy="18267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5" name="Freeform 8"/>
          <p:cNvSpPr>
            <a:spLocks noGrp="1"/>
          </p:cNvSpPr>
          <p:nvPr/>
        </p:nvSpPr>
        <p:spPr>
          <a:xfrm>
            <a:off x="5317814" y="741574"/>
            <a:ext cx="1614432" cy="1610666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7" name="Freeform 42"/>
          <p:cNvSpPr>
            <a:spLocks noGrp="1"/>
          </p:cNvSpPr>
          <p:nvPr/>
        </p:nvSpPr>
        <p:spPr>
          <a:xfrm>
            <a:off x="5528555" y="950434"/>
            <a:ext cx="1191066" cy="1189183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Freeform 43"/>
          <p:cNvSpPr>
            <a:spLocks noGrp="1"/>
          </p:cNvSpPr>
          <p:nvPr/>
        </p:nvSpPr>
        <p:spPr>
          <a:xfrm>
            <a:off x="6610488" y="1068976"/>
            <a:ext cx="131713" cy="158055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44"/>
          <p:cNvSpPr>
            <a:spLocks noGrp="1"/>
          </p:cNvSpPr>
          <p:nvPr/>
        </p:nvSpPr>
        <p:spPr>
          <a:xfrm>
            <a:off x="5381789" y="1368153"/>
            <a:ext cx="126068" cy="135476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Freeform 45"/>
          <p:cNvSpPr>
            <a:spLocks noGrp="1"/>
          </p:cNvSpPr>
          <p:nvPr/>
        </p:nvSpPr>
        <p:spPr>
          <a:xfrm>
            <a:off x="6486301" y="935381"/>
            <a:ext cx="137358" cy="146766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6"/>
          <p:cNvSpPr>
            <a:spLocks noGrp="1"/>
          </p:cNvSpPr>
          <p:nvPr/>
        </p:nvSpPr>
        <p:spPr>
          <a:xfrm>
            <a:off x="5381789" y="1578895"/>
            <a:ext cx="118542" cy="112897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7"/>
          <p:cNvSpPr>
            <a:spLocks noGrp="1"/>
          </p:cNvSpPr>
          <p:nvPr/>
        </p:nvSpPr>
        <p:spPr>
          <a:xfrm>
            <a:off x="5985790" y="2165960"/>
            <a:ext cx="82791" cy="118541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8"/>
          <p:cNvSpPr>
            <a:spLocks noGrp="1"/>
          </p:cNvSpPr>
          <p:nvPr/>
        </p:nvSpPr>
        <p:spPr>
          <a:xfrm>
            <a:off x="5428830" y="1767057"/>
            <a:ext cx="122305" cy="105370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9"/>
          <p:cNvSpPr>
            <a:spLocks noGrp="1"/>
          </p:cNvSpPr>
          <p:nvPr/>
        </p:nvSpPr>
        <p:spPr>
          <a:xfrm>
            <a:off x="5500331" y="1052041"/>
            <a:ext cx="144884" cy="158055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50"/>
          <p:cNvSpPr>
            <a:spLocks noGrp="1"/>
          </p:cNvSpPr>
          <p:nvPr/>
        </p:nvSpPr>
        <p:spPr>
          <a:xfrm>
            <a:off x="6350824" y="2115156"/>
            <a:ext cx="101607" cy="116660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1"/>
          <p:cNvSpPr>
            <a:spLocks noGrp="1"/>
          </p:cNvSpPr>
          <p:nvPr/>
        </p:nvSpPr>
        <p:spPr>
          <a:xfrm>
            <a:off x="5637690" y="920328"/>
            <a:ext cx="137358" cy="133595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2"/>
          <p:cNvSpPr>
            <a:spLocks noGrp="1"/>
          </p:cNvSpPr>
          <p:nvPr/>
        </p:nvSpPr>
        <p:spPr>
          <a:xfrm>
            <a:off x="6044120" y="798023"/>
            <a:ext cx="109134" cy="118541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3"/>
          <p:cNvSpPr>
            <a:spLocks noGrp="1"/>
          </p:cNvSpPr>
          <p:nvPr/>
        </p:nvSpPr>
        <p:spPr>
          <a:xfrm>
            <a:off x="6177715" y="2165960"/>
            <a:ext cx="84673" cy="120423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4"/>
          <p:cNvSpPr>
            <a:spLocks noGrp="1"/>
          </p:cNvSpPr>
          <p:nvPr/>
        </p:nvSpPr>
        <p:spPr>
          <a:xfrm>
            <a:off x="5848431" y="820602"/>
            <a:ext cx="112897" cy="127950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5"/>
          <p:cNvSpPr>
            <a:spLocks noGrp="1"/>
          </p:cNvSpPr>
          <p:nvPr/>
        </p:nvSpPr>
        <p:spPr>
          <a:xfrm>
            <a:off x="6702688" y="1253375"/>
            <a:ext cx="131713" cy="105370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6"/>
          <p:cNvSpPr>
            <a:spLocks noGrp="1"/>
          </p:cNvSpPr>
          <p:nvPr/>
        </p:nvSpPr>
        <p:spPr>
          <a:xfrm>
            <a:off x="6704569" y="1748241"/>
            <a:ext cx="129832" cy="120423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7"/>
          <p:cNvSpPr>
            <a:spLocks noGrp="1"/>
          </p:cNvSpPr>
          <p:nvPr/>
        </p:nvSpPr>
        <p:spPr>
          <a:xfrm>
            <a:off x="6751610" y="1561960"/>
            <a:ext cx="114778" cy="101607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8"/>
          <p:cNvSpPr>
            <a:spLocks noGrp="1"/>
          </p:cNvSpPr>
          <p:nvPr/>
        </p:nvSpPr>
        <p:spPr>
          <a:xfrm>
            <a:off x="6371522" y="843182"/>
            <a:ext cx="103489" cy="12983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9"/>
          <p:cNvSpPr>
            <a:spLocks noGrp="1"/>
          </p:cNvSpPr>
          <p:nvPr/>
        </p:nvSpPr>
        <p:spPr>
          <a:xfrm>
            <a:off x="5432593" y="1219506"/>
            <a:ext cx="118542" cy="103489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60"/>
          <p:cNvSpPr>
            <a:spLocks noGrp="1"/>
          </p:cNvSpPr>
          <p:nvPr/>
        </p:nvSpPr>
        <p:spPr>
          <a:xfrm>
            <a:off x="6749728" y="1413312"/>
            <a:ext cx="114778" cy="75264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1"/>
          <p:cNvSpPr>
            <a:spLocks noGrp="1"/>
          </p:cNvSpPr>
          <p:nvPr/>
        </p:nvSpPr>
        <p:spPr>
          <a:xfrm>
            <a:off x="6217229" y="811194"/>
            <a:ext cx="69620" cy="116660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2"/>
          <p:cNvSpPr>
            <a:spLocks noGrp="1"/>
          </p:cNvSpPr>
          <p:nvPr/>
        </p:nvSpPr>
        <p:spPr>
          <a:xfrm>
            <a:off x="5791983" y="2122683"/>
            <a:ext cx="86554" cy="112897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71"/>
          <p:cNvSpPr>
            <a:spLocks noGrp="1"/>
          </p:cNvSpPr>
          <p:nvPr/>
        </p:nvSpPr>
        <p:spPr>
          <a:xfrm>
            <a:off x="5579360" y="1001237"/>
            <a:ext cx="1091340" cy="1089457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标题 1"/>
          <p:cNvSpPr>
            <a:spLocks noGrp="1"/>
          </p:cNvSpPr>
          <p:nvPr>
            <p:ph type="ctrTitle" hasCustomPrompt="1"/>
          </p:nvPr>
        </p:nvSpPr>
        <p:spPr>
          <a:xfrm>
            <a:off x="1615440" y="2929530"/>
            <a:ext cx="8961120" cy="1213643"/>
          </a:xfrm>
        </p:spPr>
        <p:txBody>
          <a:bodyPr anchor="ctr">
            <a:noAutofit/>
          </a:bodyPr>
          <a:lstStyle>
            <a:lvl1pPr algn="ctr">
              <a:buNone/>
              <a:defRPr sz="6000" b="1" i="0" u="none" strike="noStrike" kern="1200" cap="none" spc="400" baseline="0">
                <a:ln>
                  <a:noFill/>
                </a:ln>
                <a:solidFill>
                  <a:prstClr val="whit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marL="0" marR="0" lv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105150" y="5630308"/>
            <a:ext cx="5981700" cy="360071"/>
          </a:xfrm>
        </p:spPr>
        <p:txBody>
          <a:bodyPr>
            <a:normAutofit/>
          </a:bodyPr>
          <a:lstStyle>
            <a:lvl1pPr marL="0" indent="0" algn="ctr">
              <a:buNone/>
              <a:defRPr sz="1800" kern="120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标题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标题&amp;副标题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442913" y="944610"/>
            <a:ext cx="9056687" cy="381629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上下横线">
    <p:spTree>
      <p:nvGrpSpPr>
        <p:cNvPr id="1" name=""/>
        <p:cNvGrpSpPr/>
        <p:nvPr/>
      </p:nvGrpSpPr>
      <p:grpSpPr/>
      <p:sp>
        <p:nvSpPr>
          <p:cNvPr id="68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3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4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5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6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7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8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9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0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1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2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3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4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6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7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8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9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0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1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2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3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4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5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6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7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9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0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1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2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3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4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5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6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7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8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9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0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1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2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3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4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5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6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7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8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9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0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1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2" name="直接连接符 121"/>
          <p:cNvSpPr>
            <a:spLocks noGrp="1"/>
          </p:cNvSpPr>
          <p:nvPr/>
        </p:nvSpPr>
        <p:spPr>
          <a:xfrm>
            <a:off x="438150" y="6381750"/>
            <a:ext cx="113157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71" name="直接连接符 70"/>
          <p:cNvSpPr>
            <a:spLocks noGrp="1"/>
          </p:cNvSpPr>
          <p:nvPr/>
        </p:nvSpPr>
        <p:spPr>
          <a:xfrm>
            <a:off x="745067" y="868363"/>
            <a:ext cx="1100878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上短下长">
    <p:spTree>
      <p:nvGrpSpPr>
        <p:cNvPr id="1" name=""/>
        <p:cNvGrpSpPr/>
        <p:nvPr/>
      </p:nvGrpSpPr>
      <p:grpSpPr/>
      <p:sp>
        <p:nvSpPr>
          <p:cNvPr id="64" name="直接连接符 63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3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4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5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6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7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8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9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0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1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2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3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4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6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7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8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9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0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1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2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3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4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5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6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7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9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0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1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2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3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4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5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6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7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8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9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0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1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2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3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4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5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6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7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8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9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0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1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2" name="直接连接符 121"/>
          <p:cNvSpPr>
            <a:spLocks noGrp="1"/>
          </p:cNvSpPr>
          <p:nvPr/>
        </p:nvSpPr>
        <p:spPr>
          <a:xfrm>
            <a:off x="438150" y="6381750"/>
            <a:ext cx="113157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125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71" name="文本框 70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仅logo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7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全空白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1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442913" y="944610"/>
            <a:ext cx="9056687" cy="381629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1" hasCustomPrompt="1"/>
          </p:nvPr>
        </p:nvSpPr>
        <p:spPr>
          <a:xfrm>
            <a:off x="0" y="1432906"/>
            <a:ext cx="12192000" cy="27622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marL="0" indent="0">
              <a:buNone/>
              <a:defRPr/>
            </a:lvl1pPr>
          </a:lstStyle>
          <a:p>
            <a:pPr lvl="0" algn="ctr">
              <a:buNone/>
            </a:p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2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 hasCustomPrompt="1"/>
          </p:nvPr>
        </p:nvSpPr>
        <p:spPr>
          <a:xfrm>
            <a:off x="0" y="1196753"/>
            <a:ext cx="12192000" cy="3121152"/>
          </a:xfrm>
        </p:spPr>
        <p:txBody>
          <a:bodyPr anchor="ctr"/>
          <a:lstStyle>
            <a:lvl1pPr algn="ctr"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3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442913" y="944610"/>
            <a:ext cx="9056687" cy="381629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图片占位符 65"/>
          <p:cNvSpPr>
            <a:spLocks noGrp="1"/>
          </p:cNvSpPr>
          <p:nvPr>
            <p:ph type="pic" idx="11" hasCustomPrompt="1"/>
          </p:nvPr>
        </p:nvSpPr>
        <p:spPr>
          <a:xfrm>
            <a:off x="4452445" y="1999139"/>
            <a:ext cx="3287111" cy="3287111"/>
          </a:xfrm>
          <a:custGeom>
            <a:avLst/>
            <a:gdLst>
              <a:gd name="connsiteX0" fmla="*/ 1643556 w 3287111"/>
              <a:gd name="connsiteY0" fmla="*/ 0 h 3287111"/>
              <a:gd name="connsiteX1" fmla="*/ 3278627 w 3287111"/>
              <a:gd name="connsiteY1" fmla="*/ 1475512 h 3287111"/>
              <a:gd name="connsiteX2" fmla="*/ 3287111 w 3287111"/>
              <a:gd name="connsiteY2" fmla="*/ 1643536 h 3287111"/>
              <a:gd name="connsiteX3" fmla="*/ 3287111 w 3287111"/>
              <a:gd name="connsiteY3" fmla="*/ 1643576 h 3287111"/>
              <a:gd name="connsiteX4" fmla="*/ 3278627 w 3287111"/>
              <a:gd name="connsiteY4" fmla="*/ 1811600 h 3287111"/>
              <a:gd name="connsiteX5" fmla="*/ 1811600 w 3287111"/>
              <a:gd name="connsiteY5" fmla="*/ 3278627 h 3287111"/>
              <a:gd name="connsiteX6" fmla="*/ 1643576 w 3287111"/>
              <a:gd name="connsiteY6" fmla="*/ 3287111 h 3287111"/>
              <a:gd name="connsiteX7" fmla="*/ 1643537 w 3287111"/>
              <a:gd name="connsiteY7" fmla="*/ 3287111 h 3287111"/>
              <a:gd name="connsiteX8" fmla="*/ 1475512 w 3287111"/>
              <a:gd name="connsiteY8" fmla="*/ 3278627 h 3287111"/>
              <a:gd name="connsiteX9" fmla="*/ 0 w 3287111"/>
              <a:gd name="connsiteY9" fmla="*/ 1643556 h 3287111"/>
              <a:gd name="connsiteX10" fmla="*/ 1643556 w 3287111"/>
              <a:gd name="connsiteY10" fmla="*/ 0 h 3287111"/>
            </a:gdLst>
            <a:ahLst/>
            <a:cxnLst/>
            <a:rect l="l" t="t" r="r" b="b"/>
            <a:pathLst>
              <a:path w="3287111" h="3287111">
                <a:moveTo>
                  <a:pt x="1643556" y="0"/>
                </a:moveTo>
                <a:cubicBezTo>
                  <a:pt x="2494535" y="0"/>
                  <a:pt x="3194460" y="646739"/>
                  <a:pt x="3278627" y="1475512"/>
                </a:cubicBezTo>
                <a:lnTo>
                  <a:pt x="3287111" y="1643536"/>
                </a:lnTo>
                <a:lnTo>
                  <a:pt x="3287111" y="1643576"/>
                </a:lnTo>
                <a:lnTo>
                  <a:pt x="3278627" y="1811600"/>
                </a:lnTo>
                <a:cubicBezTo>
                  <a:pt x="3200071" y="2585122"/>
                  <a:pt x="2585122" y="3200071"/>
                  <a:pt x="1811600" y="3278627"/>
                </a:cubicBezTo>
                <a:lnTo>
                  <a:pt x="1643576" y="3287111"/>
                </a:lnTo>
                <a:lnTo>
                  <a:pt x="1643537" y="3287111"/>
                </a:lnTo>
                <a:lnTo>
                  <a:pt x="1475512" y="3278627"/>
                </a:lnTo>
                <a:cubicBezTo>
                  <a:pt x="646739" y="3194460"/>
                  <a:pt x="0" y="2494535"/>
                  <a:pt x="0" y="1643556"/>
                </a:cubicBezTo>
                <a:cubicBezTo>
                  <a:pt x="0" y="735845"/>
                  <a:pt x="735845" y="0"/>
                  <a:pt x="164355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4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 hasCustomPrompt="1"/>
          </p:nvPr>
        </p:nvSpPr>
        <p:spPr>
          <a:xfrm>
            <a:off x="1054101" y="1916642"/>
            <a:ext cx="4542217" cy="35680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  <p:txBody>
          <a:bodyPr anchor="ctr">
            <a:normAutofit/>
          </a:bodyPr>
          <a:lstStyle>
            <a:lvl1pPr marL="228600" indent="-228600" algn="ctr" defTabSz="914400">
              <a:lnSpc>
                <a:spcPct val="90000"/>
              </a:lnSpc>
              <a:spcBef>
                <a:spcPts val="1000"/>
              </a:spcBef>
              <a:buFont typeface="Arial" panose="020B0604020202090204"/>
              <a:buChar char="•"/>
              <a:defRPr sz="2800" kern="120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5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 hasCustomPrompt="1"/>
          </p:nvPr>
        </p:nvSpPr>
        <p:spPr>
          <a:xfrm>
            <a:off x="977935" y="1396022"/>
            <a:ext cx="1960330" cy="1957820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/>
            </a:lvl1pPr>
          </a:lstStyle>
          <a:p>
            <a:pPr lvl="0" algn="ctr">
              <a:buNone/>
            </a:pPr>
          </a:p>
        </p:txBody>
      </p:sp>
      <p:sp>
        <p:nvSpPr>
          <p:cNvPr id="3" name="图片占位符 2"/>
          <p:cNvSpPr>
            <a:spLocks noGrp="1"/>
          </p:cNvSpPr>
          <p:nvPr>
            <p:ph type="pic" idx="11" hasCustomPrompt="1"/>
          </p:nvPr>
        </p:nvSpPr>
        <p:spPr>
          <a:xfrm>
            <a:off x="3741006" y="1396022"/>
            <a:ext cx="1951941" cy="19578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/>
            </a:lvl1pPr>
          </a:lstStyle>
          <a:p>
            <a:pPr lvl="0" algn="ctr">
              <a:buNone/>
            </a:pPr>
          </a:p>
        </p:txBody>
      </p:sp>
      <p:sp>
        <p:nvSpPr>
          <p:cNvPr id="4" name="图片占位符 3"/>
          <p:cNvSpPr>
            <a:spLocks noGrp="1"/>
          </p:cNvSpPr>
          <p:nvPr>
            <p:ph type="pic" idx="12" hasCustomPrompt="1"/>
          </p:nvPr>
        </p:nvSpPr>
        <p:spPr>
          <a:xfrm>
            <a:off x="6495686" y="1396022"/>
            <a:ext cx="1957818" cy="195781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/>
            </a:lvl1pPr>
          </a:lstStyle>
          <a:p>
            <a:pPr lvl="0" algn="ctr">
              <a:buNone/>
            </a:pPr>
          </a:p>
        </p:txBody>
      </p:sp>
      <p:sp>
        <p:nvSpPr>
          <p:cNvPr id="5" name="图片占位符 4"/>
          <p:cNvSpPr>
            <a:spLocks noGrp="1"/>
          </p:cNvSpPr>
          <p:nvPr>
            <p:ph type="pic" idx="13" hasCustomPrompt="1"/>
          </p:nvPr>
        </p:nvSpPr>
        <p:spPr>
          <a:xfrm>
            <a:off x="9256243" y="1396022"/>
            <a:ext cx="1957820" cy="19578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/>
            </a:lvl1pPr>
          </a:lstStyle>
          <a:p>
            <a:pPr lvl="0" algn="ctr">
              <a:buNone/>
            </a:p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6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442913" y="944610"/>
            <a:ext cx="9056687" cy="381629"/>
          </a:xfr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1" hasCustomPrompt="1"/>
          </p:nvPr>
        </p:nvSpPr>
        <p:spPr>
          <a:xfrm>
            <a:off x="6291124" y="1821181"/>
            <a:ext cx="3733535" cy="373353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/>
            </a:lvl1pPr>
          </a:lstStyle>
          <a:p>
            <a:pPr lvl="0" algn="ctr">
              <a:buNone/>
            </a:p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7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2546350" y="1186670"/>
            <a:ext cx="6170930" cy="2242330"/>
          </a:xfrm>
        </p:spPr>
        <p:txBody>
          <a:bodyPr/>
          <a:lstStyle/>
          <a:p/>
        </p:txBody>
      </p:sp>
      <p:sp>
        <p:nvSpPr>
          <p:cNvPr id="3" name="图片占位符 2"/>
          <p:cNvSpPr>
            <a:spLocks noGrp="1"/>
          </p:cNvSpPr>
          <p:nvPr>
            <p:ph type="pic" idx="11"/>
          </p:nvPr>
        </p:nvSpPr>
        <p:spPr>
          <a:xfrm>
            <a:off x="2546350" y="3551651"/>
            <a:ext cx="3022600" cy="2401016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图片占位符 3"/>
          <p:cNvSpPr>
            <a:spLocks noGrp="1"/>
          </p:cNvSpPr>
          <p:nvPr>
            <p:ph type="pic" idx="12"/>
          </p:nvPr>
        </p:nvSpPr>
        <p:spPr>
          <a:xfrm>
            <a:off x="5693412" y="3550560"/>
            <a:ext cx="3023869" cy="2403201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图片占位符 4"/>
          <p:cNvSpPr>
            <a:spLocks noGrp="1"/>
          </p:cNvSpPr>
          <p:nvPr>
            <p:ph type="pic" idx="13"/>
          </p:nvPr>
        </p:nvSpPr>
        <p:spPr>
          <a:xfrm>
            <a:off x="8839200" y="1186670"/>
            <a:ext cx="2499360" cy="476709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占位8">
    <p:spTree>
      <p:nvGrpSpPr>
        <p:cNvPr id="1" name=""/>
        <p:cNvGrpSpPr/>
        <p:nvPr/>
      </p:nvGrpSpPr>
      <p:grpSpPr/>
      <p:sp>
        <p:nvSpPr>
          <p:cNvPr id="160" name="Freeform 17"/>
          <p:cNvSpPr>
            <a:spLocks noGrp="1"/>
          </p:cNvSpPr>
          <p:nvPr/>
        </p:nvSpPr>
        <p:spPr>
          <a:xfrm>
            <a:off x="11408081" y="688617"/>
            <a:ext cx="64437" cy="68999"/>
          </a:xfrm>
          <a:custGeom>
            <a:avLst/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ahLst/>
            <a:cxnLst/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Freeform 18"/>
          <p:cNvSpPr>
            <a:spLocks noGrp="1"/>
          </p:cNvSpPr>
          <p:nvPr/>
        </p:nvSpPr>
        <p:spPr>
          <a:xfrm>
            <a:off x="10823581" y="688617"/>
            <a:ext cx="64437" cy="68429"/>
          </a:xfrm>
          <a:custGeom>
            <a:avLst/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ahLst/>
            <a:cxnLst/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Freeform 19"/>
          <p:cNvSpPr>
            <a:spLocks noGrp="1"/>
          </p:cNvSpPr>
          <p:nvPr/>
        </p:nvSpPr>
        <p:spPr>
          <a:xfrm>
            <a:off x="11169719" y="688617"/>
            <a:ext cx="63867" cy="68429"/>
          </a:xfrm>
          <a:custGeom>
            <a:avLst/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ahLst/>
            <a:cxnLst/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Freeform 20"/>
          <p:cNvSpPr>
            <a:spLocks noGrp="1"/>
          </p:cNvSpPr>
          <p:nvPr/>
        </p:nvSpPr>
        <p:spPr>
          <a:xfrm>
            <a:off x="11339652" y="688617"/>
            <a:ext cx="62726" cy="68429"/>
          </a:xfrm>
          <a:custGeom>
            <a:avLst/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ahLst/>
            <a:cxnLst/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4" name="Freeform 21"/>
          <p:cNvSpPr>
            <a:spLocks noGrp="1"/>
          </p:cNvSpPr>
          <p:nvPr/>
        </p:nvSpPr>
        <p:spPr>
          <a:xfrm>
            <a:off x="10755152" y="689187"/>
            <a:ext cx="62726" cy="67859"/>
          </a:xfrm>
          <a:custGeom>
            <a:avLst/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ahLst/>
            <a:cxnLst/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Freeform 22"/>
          <p:cNvSpPr>
            <a:spLocks noGrp="1"/>
          </p:cNvSpPr>
          <p:nvPr/>
        </p:nvSpPr>
        <p:spPr>
          <a:xfrm>
            <a:off x="10923944" y="689187"/>
            <a:ext cx="63867" cy="67859"/>
          </a:xfrm>
          <a:custGeom>
            <a:avLst/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ahLst/>
            <a:cxnLst/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6" name="Freeform 23"/>
          <p:cNvSpPr>
            <a:spLocks noGrp="1"/>
          </p:cNvSpPr>
          <p:nvPr/>
        </p:nvSpPr>
        <p:spPr>
          <a:xfrm>
            <a:off x="10992943" y="686906"/>
            <a:ext cx="70710" cy="72991"/>
          </a:xfrm>
          <a:custGeom>
            <a:avLst/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ahLst/>
            <a:cxnLst/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Freeform 25"/>
          <p:cNvSpPr>
            <a:spLocks noGrp="1"/>
          </p:cNvSpPr>
          <p:nvPr/>
        </p:nvSpPr>
        <p:spPr>
          <a:xfrm>
            <a:off x="11477081" y="688046"/>
            <a:ext cx="57594" cy="70710"/>
          </a:xfrm>
          <a:custGeom>
            <a:avLst/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ahLst/>
            <a:cxnLst/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Freeform 27"/>
          <p:cNvSpPr>
            <a:spLocks noGrp="1"/>
          </p:cNvSpPr>
          <p:nvPr/>
        </p:nvSpPr>
        <p:spPr>
          <a:xfrm>
            <a:off x="10695846" y="688617"/>
            <a:ext cx="57594" cy="68429"/>
          </a:xfrm>
          <a:custGeom>
            <a:avLst/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ahLst/>
            <a:cxnLst/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Freeform 29"/>
          <p:cNvSpPr>
            <a:spLocks noGrp="1"/>
          </p:cNvSpPr>
          <p:nvPr/>
        </p:nvSpPr>
        <p:spPr>
          <a:xfrm>
            <a:off x="11095017" y="689187"/>
            <a:ext cx="67859" cy="70140"/>
          </a:xfrm>
          <a:custGeom>
            <a:avLst/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ahLst/>
            <a:cxnLst/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Freeform 30"/>
          <p:cNvSpPr>
            <a:spLocks noGrp="1"/>
          </p:cNvSpPr>
          <p:nvPr/>
        </p:nvSpPr>
        <p:spPr>
          <a:xfrm>
            <a:off x="11268371" y="689187"/>
            <a:ext cx="67288" cy="69569"/>
          </a:xfrm>
          <a:custGeom>
            <a:avLst/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ahLst/>
            <a:cxnLst/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Freeform 31"/>
          <p:cNvSpPr>
            <a:spLocks noGrp="1"/>
          </p:cNvSpPr>
          <p:nvPr/>
        </p:nvSpPr>
        <p:spPr>
          <a:xfrm>
            <a:off x="11626484" y="689187"/>
            <a:ext cx="61016" cy="68429"/>
          </a:xfrm>
          <a:custGeom>
            <a:avLst/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ahLst/>
            <a:cxnLst/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2" name="Freeform 32"/>
          <p:cNvSpPr>
            <a:spLocks noGrp="1"/>
          </p:cNvSpPr>
          <p:nvPr/>
        </p:nvSpPr>
        <p:spPr>
          <a:xfrm>
            <a:off x="11567749" y="686906"/>
            <a:ext cx="58735" cy="70140"/>
          </a:xfrm>
          <a:custGeom>
            <a:avLst/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ahLst/>
            <a:cxnLst/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Freeform 33"/>
          <p:cNvSpPr>
            <a:spLocks noGrp="1"/>
          </p:cNvSpPr>
          <p:nvPr/>
        </p:nvSpPr>
        <p:spPr>
          <a:xfrm>
            <a:off x="10891440" y="689187"/>
            <a:ext cx="25090" cy="67859"/>
          </a:xfrm>
          <a:custGeom>
            <a:avLst/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ahLst/>
            <a:cxnLst/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4" name="Freeform 34"/>
          <p:cNvSpPr>
            <a:spLocks noGrp="1"/>
          </p:cNvSpPr>
          <p:nvPr/>
        </p:nvSpPr>
        <p:spPr>
          <a:xfrm>
            <a:off x="11539237" y="689187"/>
            <a:ext cx="24520" cy="68429"/>
          </a:xfrm>
          <a:custGeom>
            <a:avLst/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ahLst/>
            <a:cxnLst/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Freeform 35"/>
          <p:cNvSpPr>
            <a:spLocks noGrp="1"/>
          </p:cNvSpPr>
          <p:nvPr/>
        </p:nvSpPr>
        <p:spPr>
          <a:xfrm>
            <a:off x="11240429" y="689187"/>
            <a:ext cx="24520" cy="67859"/>
          </a:xfrm>
          <a:custGeom>
            <a:avLst/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ahLst/>
            <a:cxnLst/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8" name="Freeform 9"/>
          <p:cNvSpPr>
            <a:spLocks noGrp="1"/>
          </p:cNvSpPr>
          <p:nvPr/>
        </p:nvSpPr>
        <p:spPr>
          <a:xfrm>
            <a:off x="11524981" y="365289"/>
            <a:ext cx="164800" cy="184188"/>
          </a:xfrm>
          <a:custGeom>
            <a:avLst/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ahLst/>
            <a:cxnLst/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Freeform 10"/>
          <p:cNvSpPr>
            <a:spLocks noGrp="1"/>
          </p:cNvSpPr>
          <p:nvPr/>
        </p:nvSpPr>
        <p:spPr>
          <a:xfrm>
            <a:off x="11218190" y="398363"/>
            <a:ext cx="193882" cy="208139"/>
          </a:xfrm>
          <a:custGeom>
            <a:avLst/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ahLst/>
            <a:cxnLst/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0" name="Freeform 11"/>
          <p:cNvSpPr>
            <a:spLocks noGrp="1"/>
          </p:cNvSpPr>
          <p:nvPr/>
        </p:nvSpPr>
        <p:spPr>
          <a:xfrm>
            <a:off x="10694135" y="400644"/>
            <a:ext cx="98081" cy="227527"/>
          </a:xfrm>
          <a:custGeom>
            <a:avLst/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ahLst/>
            <a:cxnLst/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Freeform 12"/>
          <p:cNvSpPr>
            <a:spLocks noGrp="1"/>
          </p:cNvSpPr>
          <p:nvPr/>
        </p:nvSpPr>
        <p:spPr>
          <a:xfrm>
            <a:off x="10830994" y="431437"/>
            <a:ext cx="115759" cy="160238"/>
          </a:xfrm>
          <a:custGeom>
            <a:avLst/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ahLst/>
            <a:cxnLst/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Freeform 13"/>
          <p:cNvSpPr>
            <a:spLocks noGrp="1"/>
          </p:cNvSpPr>
          <p:nvPr/>
        </p:nvSpPr>
        <p:spPr>
          <a:xfrm>
            <a:off x="11005489" y="493594"/>
            <a:ext cx="137428" cy="152255"/>
          </a:xfrm>
          <a:custGeom>
            <a:avLst/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ahLst/>
            <a:cxnLst/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Freeform 14"/>
          <p:cNvSpPr>
            <a:spLocks noGrp="1"/>
          </p:cNvSpPr>
          <p:nvPr/>
        </p:nvSpPr>
        <p:spPr>
          <a:xfrm>
            <a:off x="11501601" y="548337"/>
            <a:ext cx="141990" cy="90098"/>
          </a:xfrm>
          <a:custGeom>
            <a:avLst/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ahLst/>
            <a:cxnLst/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Freeform 15"/>
          <p:cNvSpPr>
            <a:spLocks noGrp="1"/>
          </p:cNvSpPr>
          <p:nvPr/>
        </p:nvSpPr>
        <p:spPr>
          <a:xfrm>
            <a:off x="11039703" y="432578"/>
            <a:ext cx="107776" cy="57594"/>
          </a:xfrm>
          <a:custGeom>
            <a:avLst/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ahLst/>
            <a:cxnLst/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Freeform 16"/>
          <p:cNvSpPr>
            <a:spLocks noGrp="1"/>
          </p:cNvSpPr>
          <p:nvPr/>
        </p:nvSpPr>
        <p:spPr>
          <a:xfrm>
            <a:off x="11075059" y="361297"/>
            <a:ext cx="57594" cy="63867"/>
          </a:xfrm>
          <a:custGeom>
            <a:avLst/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ahLst/>
            <a:cxnLst/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6" name="Freeform 24"/>
          <p:cNvSpPr>
            <a:spLocks noGrp="1"/>
          </p:cNvSpPr>
          <p:nvPr/>
        </p:nvSpPr>
        <p:spPr>
          <a:xfrm>
            <a:off x="11514717" y="420032"/>
            <a:ext cx="56454" cy="76412"/>
          </a:xfrm>
          <a:custGeom>
            <a:avLst/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ahLst/>
            <a:cxnLst/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Freeform 26"/>
          <p:cNvSpPr>
            <a:spLocks noGrp="1"/>
          </p:cNvSpPr>
          <p:nvPr/>
        </p:nvSpPr>
        <p:spPr>
          <a:xfrm>
            <a:off x="11124100" y="564304"/>
            <a:ext cx="41057" cy="50181"/>
          </a:xfrm>
          <a:custGeom>
            <a:avLst/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ahLst/>
            <a:cxnLst/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Freeform 28"/>
          <p:cNvSpPr>
            <a:spLocks noGrp="1"/>
          </p:cNvSpPr>
          <p:nvPr/>
        </p:nvSpPr>
        <p:spPr>
          <a:xfrm>
            <a:off x="11387552" y="552329"/>
            <a:ext cx="43908" cy="50751"/>
          </a:xfrm>
          <a:custGeom>
            <a:avLst/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ahLst/>
            <a:cxnLst/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Freeform 36"/>
          <p:cNvSpPr>
            <a:spLocks noGrp="1"/>
          </p:cNvSpPr>
          <p:nvPr/>
        </p:nvSpPr>
        <p:spPr>
          <a:xfrm>
            <a:off x="11513006" y="481619"/>
            <a:ext cx="22809" cy="43908"/>
          </a:xfrm>
          <a:custGeom>
            <a:avLst/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ahLst/>
            <a:cxnLst/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8"/>
          <p:cNvSpPr>
            <a:spLocks noGrp="1"/>
          </p:cNvSpPr>
          <p:nvPr/>
        </p:nvSpPr>
        <p:spPr>
          <a:xfrm>
            <a:off x="10177780" y="329883"/>
            <a:ext cx="445930" cy="444892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2"/>
          <p:cNvSpPr>
            <a:spLocks noGrp="1"/>
          </p:cNvSpPr>
          <p:nvPr/>
        </p:nvSpPr>
        <p:spPr>
          <a:xfrm>
            <a:off x="10235990" y="387574"/>
            <a:ext cx="328990" cy="328471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3"/>
          <p:cNvSpPr>
            <a:spLocks noGrp="1"/>
          </p:cNvSpPr>
          <p:nvPr/>
        </p:nvSpPr>
        <p:spPr>
          <a:xfrm>
            <a:off x="10534836" y="420317"/>
            <a:ext cx="36381" cy="43657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4"/>
          <p:cNvSpPr>
            <a:spLocks noGrp="1"/>
          </p:cNvSpPr>
          <p:nvPr/>
        </p:nvSpPr>
        <p:spPr>
          <a:xfrm>
            <a:off x="10195451" y="502955"/>
            <a:ext cx="34822" cy="37420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45"/>
          <p:cNvSpPr>
            <a:spLocks noGrp="1"/>
          </p:cNvSpPr>
          <p:nvPr/>
        </p:nvSpPr>
        <p:spPr>
          <a:xfrm>
            <a:off x="10500534" y="383416"/>
            <a:ext cx="37940" cy="4053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46"/>
          <p:cNvSpPr>
            <a:spLocks noGrp="1"/>
          </p:cNvSpPr>
          <p:nvPr/>
        </p:nvSpPr>
        <p:spPr>
          <a:xfrm>
            <a:off x="10195451" y="561165"/>
            <a:ext cx="32743" cy="3118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47"/>
          <p:cNvSpPr>
            <a:spLocks noGrp="1"/>
          </p:cNvSpPr>
          <p:nvPr/>
        </p:nvSpPr>
        <p:spPr>
          <a:xfrm>
            <a:off x="10362285" y="723322"/>
            <a:ext cx="22868" cy="32743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48"/>
          <p:cNvSpPr>
            <a:spLocks noGrp="1"/>
          </p:cNvSpPr>
          <p:nvPr/>
        </p:nvSpPr>
        <p:spPr>
          <a:xfrm>
            <a:off x="10208444" y="613138"/>
            <a:ext cx="33782" cy="29105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49"/>
          <p:cNvSpPr>
            <a:spLocks noGrp="1"/>
          </p:cNvSpPr>
          <p:nvPr/>
        </p:nvSpPr>
        <p:spPr>
          <a:xfrm>
            <a:off x="10228194" y="415639"/>
            <a:ext cx="40019" cy="43657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0"/>
          <p:cNvSpPr>
            <a:spLocks noGrp="1"/>
          </p:cNvSpPr>
          <p:nvPr/>
        </p:nvSpPr>
        <p:spPr>
          <a:xfrm>
            <a:off x="10463113" y="709289"/>
            <a:ext cx="28065" cy="32223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1"/>
          <p:cNvSpPr>
            <a:spLocks noGrp="1"/>
          </p:cNvSpPr>
          <p:nvPr/>
        </p:nvSpPr>
        <p:spPr>
          <a:xfrm>
            <a:off x="10266135" y="379258"/>
            <a:ext cx="37940" cy="36901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2"/>
          <p:cNvSpPr>
            <a:spLocks noGrp="1"/>
          </p:cNvSpPr>
          <p:nvPr/>
        </p:nvSpPr>
        <p:spPr>
          <a:xfrm>
            <a:off x="10378397" y="345475"/>
            <a:ext cx="30144" cy="32743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3"/>
          <p:cNvSpPr>
            <a:spLocks noGrp="1"/>
          </p:cNvSpPr>
          <p:nvPr/>
        </p:nvSpPr>
        <p:spPr>
          <a:xfrm>
            <a:off x="10415298" y="723322"/>
            <a:ext cx="23387" cy="33262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4"/>
          <p:cNvSpPr>
            <a:spLocks noGrp="1"/>
          </p:cNvSpPr>
          <p:nvPr/>
        </p:nvSpPr>
        <p:spPr>
          <a:xfrm>
            <a:off x="10324345" y="351712"/>
            <a:ext cx="31183" cy="35341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55"/>
          <p:cNvSpPr>
            <a:spLocks noGrp="1"/>
          </p:cNvSpPr>
          <p:nvPr/>
        </p:nvSpPr>
        <p:spPr>
          <a:xfrm>
            <a:off x="10560303" y="471251"/>
            <a:ext cx="36381" cy="29105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56"/>
          <p:cNvSpPr>
            <a:spLocks noGrp="1"/>
          </p:cNvSpPr>
          <p:nvPr/>
        </p:nvSpPr>
        <p:spPr>
          <a:xfrm>
            <a:off x="10560823" y="607941"/>
            <a:ext cx="35861" cy="33262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57"/>
          <p:cNvSpPr>
            <a:spLocks noGrp="1"/>
          </p:cNvSpPr>
          <p:nvPr/>
        </p:nvSpPr>
        <p:spPr>
          <a:xfrm>
            <a:off x="10573816" y="556487"/>
            <a:ext cx="31703" cy="28065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58"/>
          <p:cNvSpPr>
            <a:spLocks noGrp="1"/>
          </p:cNvSpPr>
          <p:nvPr/>
        </p:nvSpPr>
        <p:spPr>
          <a:xfrm>
            <a:off x="10468830" y="357949"/>
            <a:ext cx="28585" cy="35861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Freeform 59"/>
          <p:cNvSpPr>
            <a:spLocks noGrp="1"/>
          </p:cNvSpPr>
          <p:nvPr/>
        </p:nvSpPr>
        <p:spPr>
          <a:xfrm>
            <a:off x="10209484" y="461896"/>
            <a:ext cx="32743" cy="28585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4" name="Freeform 60"/>
          <p:cNvSpPr>
            <a:spLocks noGrp="1"/>
          </p:cNvSpPr>
          <p:nvPr/>
        </p:nvSpPr>
        <p:spPr>
          <a:xfrm>
            <a:off x="10573297" y="515428"/>
            <a:ext cx="31703" cy="2078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Freeform 61"/>
          <p:cNvSpPr>
            <a:spLocks noGrp="1"/>
          </p:cNvSpPr>
          <p:nvPr/>
        </p:nvSpPr>
        <p:spPr>
          <a:xfrm>
            <a:off x="10426212" y="349113"/>
            <a:ext cx="19230" cy="32223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6" name="Freeform 62"/>
          <p:cNvSpPr>
            <a:spLocks noGrp="1"/>
          </p:cNvSpPr>
          <p:nvPr/>
        </p:nvSpPr>
        <p:spPr>
          <a:xfrm>
            <a:off x="10308753" y="711368"/>
            <a:ext cx="23907" cy="3118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Freeform 71"/>
          <p:cNvSpPr>
            <a:spLocks noGrp="1"/>
          </p:cNvSpPr>
          <p:nvPr/>
        </p:nvSpPr>
        <p:spPr>
          <a:xfrm>
            <a:off x="10250023" y="401606"/>
            <a:ext cx="301445" cy="300925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9056851" cy="617518"/>
          </a:xfr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178" name="直接连接符 177"/>
          <p:cNvSpPr>
            <a:spLocks noGrp="1"/>
          </p:cNvSpPr>
          <p:nvPr/>
        </p:nvSpPr>
        <p:spPr>
          <a:xfrm>
            <a:off x="528706" y="867990"/>
            <a:ext cx="24330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灯片编号占位符 8"/>
          <p:cNvSpPr>
            <a:spLocks noGrp="1"/>
          </p:cNvSpPr>
          <p:nvPr>
            <p:ph type="sldNum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63" name="文本框 62"/>
          <p:cNvSpPr>
            <a:spLocks noGrp="1"/>
          </p:cNvSpPr>
          <p:nvPr/>
        </p:nvSpPr>
        <p:spPr>
          <a:xfrm>
            <a:off x="442913" y="6394353"/>
            <a:ext cx="1545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5627650" y="1131849"/>
            <a:ext cx="2386361" cy="5157440"/>
          </a:xfrm>
          <a:prstGeom prst="roundRect">
            <a:avLst>
              <a:gd name="adj" fmla="val 10149"/>
            </a:avLst>
          </a:prstGeom>
        </p:spPr>
        <p:txBody>
          <a:bodyPr anchor="ctr"/>
          <a:lstStyle/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20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ea"/>
          <a:ea typeface="+mn-ea"/>
          <a:cs typeface="+mn-ea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ea"/>
          <a:ea typeface="+mn-ea"/>
          <a:cs typeface="+mn-ea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ea"/>
          <a:ea typeface="+mn-ea"/>
          <a:cs typeface="+mn-ea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ea"/>
          <a:ea typeface="+mn-ea"/>
          <a:cs typeface="+mn-ea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ea"/>
          <a:ea typeface="+mn-ea"/>
          <a:cs typeface="+mn-ea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ea"/>
          <a:ea typeface="+mn-ea"/>
          <a:cs typeface="+mn-ea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8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" name="Freeform 8"/>
          <p:cNvSpPr>
            <a:spLocks noGrp="1"/>
          </p:cNvSpPr>
          <p:nvPr/>
        </p:nvSpPr>
        <p:spPr>
          <a:xfrm>
            <a:off x="309815" y="232406"/>
            <a:ext cx="588637" cy="543771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1" name="Freeform 42"/>
          <p:cNvSpPr>
            <a:spLocks noGrp="1"/>
          </p:cNvSpPr>
          <p:nvPr/>
        </p:nvSpPr>
        <p:spPr>
          <a:xfrm>
            <a:off x="386653" y="302918"/>
            <a:ext cx="434274" cy="401475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2" name="Freeform 43"/>
          <p:cNvSpPr>
            <a:spLocks noGrp="1"/>
          </p:cNvSpPr>
          <p:nvPr/>
        </p:nvSpPr>
        <p:spPr>
          <a:xfrm>
            <a:off x="781136" y="342939"/>
            <a:ext cx="48023" cy="53360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3" name="Freeform 44"/>
          <p:cNvSpPr>
            <a:spLocks noGrp="1"/>
          </p:cNvSpPr>
          <p:nvPr/>
        </p:nvSpPr>
        <p:spPr>
          <a:xfrm>
            <a:off x="333141" y="443943"/>
            <a:ext cx="45965" cy="45737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4" name="Freeform 45"/>
          <p:cNvSpPr>
            <a:spLocks noGrp="1"/>
          </p:cNvSpPr>
          <p:nvPr/>
        </p:nvSpPr>
        <p:spPr>
          <a:xfrm>
            <a:off x="735856" y="297836"/>
            <a:ext cx="50082" cy="49549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5" name="Freeform 46"/>
          <p:cNvSpPr>
            <a:spLocks noGrp="1"/>
          </p:cNvSpPr>
          <p:nvPr/>
        </p:nvSpPr>
        <p:spPr>
          <a:xfrm>
            <a:off x="333141" y="515090"/>
            <a:ext cx="43221" cy="38114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Freeform 47"/>
          <p:cNvSpPr>
            <a:spLocks noGrp="1"/>
          </p:cNvSpPr>
          <p:nvPr/>
        </p:nvSpPr>
        <p:spPr>
          <a:xfrm>
            <a:off x="553365" y="713287"/>
            <a:ext cx="30186" cy="40020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7" name="Freeform 48"/>
          <p:cNvSpPr>
            <a:spLocks noGrp="1"/>
          </p:cNvSpPr>
          <p:nvPr/>
        </p:nvSpPr>
        <p:spPr>
          <a:xfrm>
            <a:off x="350292" y="578615"/>
            <a:ext cx="44593" cy="35573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Freeform 49"/>
          <p:cNvSpPr>
            <a:spLocks noGrp="1"/>
          </p:cNvSpPr>
          <p:nvPr/>
        </p:nvSpPr>
        <p:spPr>
          <a:xfrm>
            <a:off x="376362" y="337221"/>
            <a:ext cx="52826" cy="53360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9" name="Freeform 50"/>
          <p:cNvSpPr>
            <a:spLocks noGrp="1"/>
          </p:cNvSpPr>
          <p:nvPr/>
        </p:nvSpPr>
        <p:spPr>
          <a:xfrm>
            <a:off x="686460" y="696136"/>
            <a:ext cx="37047" cy="39385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Freeform 51"/>
          <p:cNvSpPr>
            <a:spLocks noGrp="1"/>
          </p:cNvSpPr>
          <p:nvPr/>
        </p:nvSpPr>
        <p:spPr>
          <a:xfrm>
            <a:off x="426444" y="292754"/>
            <a:ext cx="50082" cy="45102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Freeform 52"/>
          <p:cNvSpPr>
            <a:spLocks noGrp="1"/>
          </p:cNvSpPr>
          <p:nvPr/>
        </p:nvSpPr>
        <p:spPr>
          <a:xfrm>
            <a:off x="574633" y="251463"/>
            <a:ext cx="39791" cy="40020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Freeform 53"/>
          <p:cNvSpPr>
            <a:spLocks noGrp="1"/>
          </p:cNvSpPr>
          <p:nvPr/>
        </p:nvSpPr>
        <p:spPr>
          <a:xfrm>
            <a:off x="623343" y="713287"/>
            <a:ext cx="30872" cy="40655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Freeform 54"/>
          <p:cNvSpPr>
            <a:spLocks noGrp="1"/>
          </p:cNvSpPr>
          <p:nvPr/>
        </p:nvSpPr>
        <p:spPr>
          <a:xfrm>
            <a:off x="503283" y="259086"/>
            <a:ext cx="41163" cy="43196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Freeform 55"/>
          <p:cNvSpPr>
            <a:spLocks noGrp="1"/>
          </p:cNvSpPr>
          <p:nvPr/>
        </p:nvSpPr>
        <p:spPr>
          <a:xfrm>
            <a:off x="814753" y="405193"/>
            <a:ext cx="48023" cy="35573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5" name="Freeform 56"/>
          <p:cNvSpPr>
            <a:spLocks noGrp="1"/>
          </p:cNvSpPr>
          <p:nvPr/>
        </p:nvSpPr>
        <p:spPr>
          <a:xfrm>
            <a:off x="815439" y="572263"/>
            <a:ext cx="47337" cy="40655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Freeform 57"/>
          <p:cNvSpPr>
            <a:spLocks noGrp="1"/>
          </p:cNvSpPr>
          <p:nvPr/>
        </p:nvSpPr>
        <p:spPr>
          <a:xfrm>
            <a:off x="832590" y="509373"/>
            <a:ext cx="41849" cy="34303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Freeform 58"/>
          <p:cNvSpPr>
            <a:spLocks noGrp="1"/>
          </p:cNvSpPr>
          <p:nvPr/>
        </p:nvSpPr>
        <p:spPr>
          <a:xfrm>
            <a:off x="694007" y="266709"/>
            <a:ext cx="37733" cy="43832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Freeform 59"/>
          <p:cNvSpPr>
            <a:spLocks noGrp="1"/>
          </p:cNvSpPr>
          <p:nvPr/>
        </p:nvSpPr>
        <p:spPr>
          <a:xfrm>
            <a:off x="351664" y="393758"/>
            <a:ext cx="43221" cy="34938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Freeform 60"/>
          <p:cNvSpPr>
            <a:spLocks noGrp="1"/>
          </p:cNvSpPr>
          <p:nvPr/>
        </p:nvSpPr>
        <p:spPr>
          <a:xfrm>
            <a:off x="831904" y="459189"/>
            <a:ext cx="41849" cy="25409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Freeform 61"/>
          <p:cNvSpPr>
            <a:spLocks noGrp="1"/>
          </p:cNvSpPr>
          <p:nvPr/>
        </p:nvSpPr>
        <p:spPr>
          <a:xfrm>
            <a:off x="637750" y="255910"/>
            <a:ext cx="25384" cy="39385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Freeform 62"/>
          <p:cNvSpPr>
            <a:spLocks noGrp="1"/>
          </p:cNvSpPr>
          <p:nvPr/>
        </p:nvSpPr>
        <p:spPr>
          <a:xfrm>
            <a:off x="482701" y="698677"/>
            <a:ext cx="31558" cy="38114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2" name="Freeform 71"/>
          <p:cNvSpPr>
            <a:spLocks noGrp="1"/>
          </p:cNvSpPr>
          <p:nvPr/>
        </p:nvSpPr>
        <p:spPr>
          <a:xfrm>
            <a:off x="405177" y="320070"/>
            <a:ext cx="397913" cy="367807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矩形 142"/>
          <p:cNvSpPr>
            <a:spLocks noGrp="1"/>
          </p:cNvSpPr>
          <p:nvPr/>
        </p:nvSpPr>
        <p:spPr>
          <a:xfrm>
            <a:off x="1686405" y="2465657"/>
            <a:ext cx="8819190" cy="15544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lvl="0" algn="ctr">
              <a:lnSpc>
                <a:spcPct val="12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40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面向边缘智能场景的小型机械臂云边协同控制系统的设计</a:t>
            </a:r>
            <a:endParaRPr sz="4000" b="1" spc="300">
              <a:solidFill>
                <a:schemeClr val="accent1"/>
              </a:solidFill>
              <a:latin typeface="Palatino"/>
              <a:ea typeface="Palatino"/>
              <a:cs typeface="Palatino"/>
            </a:endParaRPr>
          </a:p>
        </p:txBody>
      </p:sp>
      <p:sp>
        <p:nvSpPr>
          <p:cNvPr id="148" name="文本框 147"/>
          <p:cNvSpPr>
            <a:spLocks noGrp="1"/>
          </p:cNvSpPr>
          <p:nvPr/>
        </p:nvSpPr>
        <p:spPr>
          <a:xfrm>
            <a:off x="914003" y="286334"/>
            <a:ext cx="4522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strike="noStrike" cap="none" spc="0" baseline="0">
                <a:ln>
                  <a:noFill/>
                </a:ln>
                <a:latin typeface="黑体"/>
                <a:ea typeface="黑体"/>
                <a:cs typeface="黑体"/>
              </a:rPr>
              <a:t>北京大学软件与微电子学院</a:t>
            </a:r>
            <a:r>
              <a:rPr sz="1800" b="1" i="0" u="none" strike="noStrike" cap="none" spc="0" baseline="0">
                <a:ln>
                  <a:noFill/>
                </a:ln>
                <a:latin typeface="黑体"/>
                <a:ea typeface="黑体"/>
                <a:cs typeface="黑体"/>
              </a:rPr>
              <a:t>-</a:t>
            </a:r>
            <a:r>
              <a:rPr sz="1800" b="1" i="0" u="none" strike="noStrike" cap="none" spc="0" baseline="0">
                <a:ln>
                  <a:noFill/>
                </a:ln>
                <a:latin typeface="黑体"/>
                <a:ea typeface="黑体"/>
                <a:cs typeface="黑体"/>
              </a:rPr>
              <a:t>硕士开题报告</a:t>
            </a:r>
            <a:endParaRPr sz="1800" b="1" i="0" u="none" strike="noStrike" kern="1200" cap="none" spc="0" baseline="0">
              <a:ln>
                <a:noFill/>
              </a:ln>
              <a:latin typeface="黑体"/>
              <a:ea typeface="黑体"/>
              <a:cs typeface="黑体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9469755" y="5150485"/>
            <a:ext cx="2468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>
              <a:lnSpc>
                <a:spcPct val="15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姓名：</a:t>
            </a: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宁业栋</a:t>
            </a:r>
            <a:endParaRPr b="1">
              <a:solidFill>
                <a:srgbClr val="222A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lnSpc>
                <a:spcPct val="15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专业：</a:t>
            </a: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工程管理</a:t>
            </a:r>
            <a:endParaRPr b="1">
              <a:solidFill>
                <a:srgbClr val="222A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lnSpc>
                <a:spcPct val="15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指导教师：</a:t>
            </a: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康劲</a:t>
            </a:r>
            <a:endParaRPr b="1">
              <a:solidFill>
                <a:srgbClr val="222A3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/>
          <p:cNvSpPr txBox="1"/>
          <p:nvPr/>
        </p:nvSpPr>
        <p:spPr>
          <a:xfrm>
            <a:off x="1325434" y="555760"/>
            <a:ext cx="2643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3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rPr>
              <a:t>论文目录</a:t>
            </a:r>
            <a:endParaRPr kumimoji="0" lang="zh-CN" altLang="en-US" sz="4000" b="1" i="0" u="none" strike="noStrike" kern="1200" cap="none" spc="30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ea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96670" y="1962150"/>
            <a:ext cx="3698240" cy="3492500"/>
            <a:chOff x="2042" y="2966"/>
            <a:chExt cx="5824" cy="5500"/>
          </a:xfrm>
        </p:grpSpPr>
        <p:grpSp>
          <p:nvGrpSpPr>
            <p:cNvPr id="34" name="组合 33"/>
            <p:cNvGrpSpPr/>
            <p:nvPr/>
          </p:nvGrpSpPr>
          <p:grpSpPr>
            <a:xfrm rot="0">
              <a:off x="2042" y="2966"/>
              <a:ext cx="5824" cy="1356"/>
              <a:chOff x="1296445" y="1777506"/>
              <a:chExt cx="3698065" cy="861352"/>
            </a:xfrm>
          </p:grpSpPr>
          <p:sp>
            <p:nvSpPr>
              <p:cNvPr id="40" name="文本框 39"/>
              <p:cNvSpPr txBox="1"/>
              <p:nvPr/>
            </p:nvSpPr>
            <p:spPr>
              <a:xfrm>
                <a:off x="1830685" y="2115638"/>
                <a:ext cx="31638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800" spc="400" dirty="0">
                    <a:latin typeface="Arial" panose="020B0604020202090204" pitchFamily="34" charset="0"/>
                    <a:ea typeface="微软雅黑" charset="-122"/>
                    <a:cs typeface="+mn-ea"/>
                    <a:sym typeface="Arial" panose="020B0604020202090204" pitchFamily="34" charset="0"/>
                  </a:rPr>
                  <a:t>选题背景与意义</a:t>
                </a:r>
                <a:endParaRPr lang="zh-CN" altLang="en-US" sz="2800" spc="400" dirty="0">
                  <a:latin typeface="Arial" panose="020B0604020202090204" pitchFamily="34" charset="0"/>
                  <a:ea typeface="微软雅黑" charset="-122"/>
                  <a:cs typeface="+mn-ea"/>
                  <a:sym typeface="Arial" panose="020B0604020202090204" pitchFamily="34" charset="0"/>
                </a:endParaRPr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1296445" y="1777506"/>
                <a:ext cx="800100" cy="713161"/>
                <a:chOff x="6976951" y="1586703"/>
                <a:chExt cx="800100" cy="713161"/>
              </a:xfrm>
            </p:grpSpPr>
            <p:cxnSp>
              <p:nvCxnSpPr>
                <p:cNvPr id="43" name="直接连接符 42"/>
                <p:cNvCxnSpPr/>
                <p:nvPr/>
              </p:nvCxnSpPr>
              <p:spPr>
                <a:xfrm flipH="1">
                  <a:off x="7160632" y="1829707"/>
                  <a:ext cx="432738" cy="470157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文本框 41"/>
                <p:cNvSpPr txBox="1"/>
                <p:nvPr/>
              </p:nvSpPr>
              <p:spPr>
                <a:xfrm>
                  <a:off x="6976951" y="1586703"/>
                  <a:ext cx="8001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Arial" panose="020B0604020202090204" pitchFamily="34" charset="0"/>
                      <a:ea typeface="微软雅黑" charset="-122"/>
                      <a:cs typeface="+mn-ea"/>
                      <a:sym typeface="Arial" panose="020B0604020202090204" pitchFamily="34" charset="0"/>
                    </a:rPr>
                    <a:t>1</a:t>
                  </a:r>
                  <a:endParaRPr kumimoji="0" lang="zh-CN" alt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</p:grpSp>
        </p:grpSp>
        <p:grpSp>
          <p:nvGrpSpPr>
            <p:cNvPr id="49" name="组合 48"/>
            <p:cNvGrpSpPr/>
            <p:nvPr/>
          </p:nvGrpSpPr>
          <p:grpSpPr>
            <a:xfrm rot="0">
              <a:off x="2042" y="5011"/>
              <a:ext cx="5824" cy="1356"/>
              <a:chOff x="1296445" y="1777506"/>
              <a:chExt cx="3698065" cy="861352"/>
            </a:xfrm>
          </p:grpSpPr>
          <p:sp>
            <p:nvSpPr>
              <p:cNvPr id="50" name="文本框 49"/>
              <p:cNvSpPr txBox="1"/>
              <p:nvPr/>
            </p:nvSpPr>
            <p:spPr>
              <a:xfrm>
                <a:off x="1830685" y="2115638"/>
                <a:ext cx="31638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0" i="0" u="none" strike="noStrike" kern="1200" cap="none" spc="40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charset="-122"/>
                    <a:cs typeface="+mn-ea"/>
                    <a:sym typeface="Arial" panose="020B0604020202090204" pitchFamily="34" charset="0"/>
                  </a:rPr>
                  <a:t>研究内容与结构</a:t>
                </a:r>
                <a:endParaRPr kumimoji="0" lang="zh-CN" altLang="en-US" sz="2800" b="0" i="0" u="none" strike="noStrike" kern="1200" cap="none" spc="4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charset="-122"/>
                  <a:cs typeface="+mn-ea"/>
                  <a:sym typeface="Arial" panose="020B0604020202090204" pitchFamily="34" charset="0"/>
                </a:endParaRPr>
              </a:p>
            </p:txBody>
          </p:sp>
          <p:grpSp>
            <p:nvGrpSpPr>
              <p:cNvPr id="51" name="组合 50"/>
              <p:cNvGrpSpPr/>
              <p:nvPr/>
            </p:nvGrpSpPr>
            <p:grpSpPr>
              <a:xfrm>
                <a:off x="1296445" y="1777506"/>
                <a:ext cx="800100" cy="713161"/>
                <a:chOff x="6976951" y="1586703"/>
                <a:chExt cx="800100" cy="713161"/>
              </a:xfrm>
            </p:grpSpPr>
            <p:sp>
              <p:nvSpPr>
                <p:cNvPr id="52" name="文本框 51"/>
                <p:cNvSpPr txBox="1"/>
                <p:nvPr/>
              </p:nvSpPr>
              <p:spPr>
                <a:xfrm>
                  <a:off x="6976951" y="1586703"/>
                  <a:ext cx="8001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Arial" panose="020B0604020202090204" pitchFamily="34" charset="0"/>
                      <a:ea typeface="微软雅黑" charset="-122"/>
                      <a:cs typeface="+mn-ea"/>
                      <a:sym typeface="Arial" panose="020B0604020202090204" pitchFamily="34" charset="0"/>
                    </a:rPr>
                    <a:t>2</a:t>
                  </a:r>
                  <a:endParaRPr kumimoji="0" lang="zh-CN" alt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cxnSp>
              <p:nvCxnSpPr>
                <p:cNvPr id="53" name="直接连接符 52"/>
                <p:cNvCxnSpPr/>
                <p:nvPr/>
              </p:nvCxnSpPr>
              <p:spPr>
                <a:xfrm flipH="1">
                  <a:off x="7160632" y="1829707"/>
                  <a:ext cx="432738" cy="470157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4" name="组合 53"/>
            <p:cNvGrpSpPr/>
            <p:nvPr/>
          </p:nvGrpSpPr>
          <p:grpSpPr>
            <a:xfrm rot="0">
              <a:off x="2042" y="7112"/>
              <a:ext cx="5824" cy="1354"/>
              <a:chOff x="1296445" y="1777506"/>
              <a:chExt cx="3698065" cy="860102"/>
            </a:xfrm>
          </p:grpSpPr>
          <p:sp>
            <p:nvSpPr>
              <p:cNvPr id="55" name="文本框 54"/>
              <p:cNvSpPr txBox="1"/>
              <p:nvPr/>
            </p:nvSpPr>
            <p:spPr>
              <a:xfrm>
                <a:off x="1830685" y="2115638"/>
                <a:ext cx="3163825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0" i="0" u="none" strike="noStrike" kern="1200" cap="none" spc="40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charset="-122"/>
                    <a:cs typeface="+mn-ea"/>
                    <a:sym typeface="Arial" panose="020B0604020202090204" pitchFamily="34" charset="0"/>
                  </a:rPr>
                  <a:t>毕设进度安排</a:t>
                </a:r>
                <a:endParaRPr kumimoji="0" lang="zh-CN" altLang="en-US" sz="2800" b="0" i="0" u="none" strike="noStrike" kern="1200" cap="none" spc="4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charset="-122"/>
                  <a:cs typeface="+mn-ea"/>
                  <a:sym typeface="Arial" panose="020B0604020202090204" pitchFamily="34" charset="0"/>
                </a:endParaRPr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>
                <a:off x="1296445" y="1777506"/>
                <a:ext cx="800100" cy="713161"/>
                <a:chOff x="6976951" y="1586703"/>
                <a:chExt cx="800100" cy="713161"/>
              </a:xfrm>
            </p:grpSpPr>
            <p:sp>
              <p:nvSpPr>
                <p:cNvPr id="57" name="文本框 56"/>
                <p:cNvSpPr txBox="1"/>
                <p:nvPr/>
              </p:nvSpPr>
              <p:spPr>
                <a:xfrm>
                  <a:off x="6976951" y="1586703"/>
                  <a:ext cx="8001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en-US" altLang="zh-CN" sz="36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rial" panose="020B0604020202090204" pitchFamily="34" charset="0"/>
                      <a:ea typeface="微软雅黑" charset="-122"/>
                      <a:cs typeface="+mn-ea"/>
                      <a:sym typeface="Arial" panose="020B0604020202090204" pitchFamily="34" charset="0"/>
                    </a:rPr>
                    <a:t>3</a:t>
                  </a:r>
                  <a:endParaRPr kumimoji="0" lang="zh-CN" alt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charset="-122"/>
                    <a:cs typeface="+mn-ea"/>
                    <a:sym typeface="Arial" panose="020B0604020202090204" pitchFamily="34" charset="0"/>
                  </a:endParaRPr>
                </a:p>
              </p:txBody>
            </p:sp>
            <p:cxnSp>
              <p:nvCxnSpPr>
                <p:cNvPr id="58" name="直接连接符 57"/>
                <p:cNvCxnSpPr/>
                <p:nvPr/>
              </p:nvCxnSpPr>
              <p:spPr>
                <a:xfrm flipH="1">
                  <a:off x="7160632" y="1829707"/>
                  <a:ext cx="432738" cy="470157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64" name="组合 63"/>
          <p:cNvGrpSpPr/>
          <p:nvPr/>
        </p:nvGrpSpPr>
        <p:grpSpPr>
          <a:xfrm>
            <a:off x="6743425" y="-241003"/>
            <a:ext cx="7357162" cy="7340006"/>
            <a:chOff x="2105799" y="20055838"/>
            <a:chExt cx="6748090" cy="6732363"/>
          </a:xfrm>
          <a:solidFill>
            <a:schemeClr val="accent1">
              <a:alpha val="10000"/>
            </a:schemeClr>
          </a:solidFill>
        </p:grpSpPr>
        <p:sp>
          <p:nvSpPr>
            <p:cNvPr id="65" name="Freeform 8"/>
            <p:cNvSpPr>
              <a:spLocks noEditPoints="1"/>
            </p:cNvSpPr>
            <p:nvPr/>
          </p:nvSpPr>
          <p:spPr bwMode="auto">
            <a:xfrm>
              <a:off x="2105799" y="20055838"/>
              <a:ext cx="6748090" cy="6732363"/>
            </a:xfrm>
            <a:custGeom>
              <a:avLst/>
              <a:gdLst>
                <a:gd name="T0" fmla="*/ 0 w 965"/>
                <a:gd name="T1" fmla="*/ 465 h 963"/>
                <a:gd name="T2" fmla="*/ 1 w 965"/>
                <a:gd name="T3" fmla="*/ 453 h 963"/>
                <a:gd name="T4" fmla="*/ 10 w 965"/>
                <a:gd name="T5" fmla="*/ 384 h 963"/>
                <a:gd name="T6" fmla="*/ 50 w 965"/>
                <a:gd name="T7" fmla="*/ 269 h 963"/>
                <a:gd name="T8" fmla="*/ 220 w 965"/>
                <a:gd name="T9" fmla="*/ 78 h 963"/>
                <a:gd name="T10" fmla="*/ 368 w 965"/>
                <a:gd name="T11" fmla="*/ 14 h 963"/>
                <a:gd name="T12" fmla="*/ 459 w 965"/>
                <a:gd name="T13" fmla="*/ 1 h 963"/>
                <a:gd name="T14" fmla="*/ 465 w 965"/>
                <a:gd name="T15" fmla="*/ 0 h 963"/>
                <a:gd name="T16" fmla="*/ 498 w 965"/>
                <a:gd name="T17" fmla="*/ 0 h 963"/>
                <a:gd name="T18" fmla="*/ 503 w 965"/>
                <a:gd name="T19" fmla="*/ 1 h 963"/>
                <a:gd name="T20" fmla="*/ 746 w 965"/>
                <a:gd name="T21" fmla="*/ 80 h 963"/>
                <a:gd name="T22" fmla="*/ 941 w 965"/>
                <a:gd name="T23" fmla="*/ 338 h 963"/>
                <a:gd name="T24" fmla="*/ 962 w 965"/>
                <a:gd name="T25" fmla="*/ 447 h 963"/>
                <a:gd name="T26" fmla="*/ 945 w 965"/>
                <a:gd name="T27" fmla="*/ 612 h 963"/>
                <a:gd name="T28" fmla="*/ 857 w 965"/>
                <a:gd name="T29" fmla="*/ 782 h 963"/>
                <a:gd name="T30" fmla="*/ 722 w 965"/>
                <a:gd name="T31" fmla="*/ 897 h 963"/>
                <a:gd name="T32" fmla="*/ 584 w 965"/>
                <a:gd name="T33" fmla="*/ 951 h 963"/>
                <a:gd name="T34" fmla="*/ 502 w 965"/>
                <a:gd name="T35" fmla="*/ 962 h 963"/>
                <a:gd name="T36" fmla="*/ 497 w 965"/>
                <a:gd name="T37" fmla="*/ 963 h 963"/>
                <a:gd name="T38" fmla="*/ 466 w 965"/>
                <a:gd name="T39" fmla="*/ 963 h 963"/>
                <a:gd name="T40" fmla="*/ 449 w 965"/>
                <a:gd name="T41" fmla="*/ 961 h 963"/>
                <a:gd name="T42" fmla="*/ 332 w 965"/>
                <a:gd name="T43" fmla="*/ 938 h 963"/>
                <a:gd name="T44" fmla="*/ 51 w 965"/>
                <a:gd name="T45" fmla="*/ 695 h 963"/>
                <a:gd name="T46" fmla="*/ 8 w 965"/>
                <a:gd name="T47" fmla="*/ 564 h 963"/>
                <a:gd name="T48" fmla="*/ 1 w 965"/>
                <a:gd name="T49" fmla="*/ 510 h 963"/>
                <a:gd name="T50" fmla="*/ 0 w 965"/>
                <a:gd name="T51" fmla="*/ 497 h 963"/>
                <a:gd name="T52" fmla="*/ 0 w 965"/>
                <a:gd name="T53" fmla="*/ 465 h 963"/>
                <a:gd name="T54" fmla="*/ 481 w 965"/>
                <a:gd name="T55" fmla="*/ 946 h 963"/>
                <a:gd name="T56" fmla="*/ 946 w 965"/>
                <a:gd name="T57" fmla="*/ 481 h 963"/>
                <a:gd name="T58" fmla="*/ 482 w 965"/>
                <a:gd name="T59" fmla="*/ 17 h 963"/>
                <a:gd name="T60" fmla="*/ 17 w 965"/>
                <a:gd name="T61" fmla="*/ 480 h 963"/>
                <a:gd name="T62" fmla="*/ 481 w 965"/>
                <a:gd name="T63" fmla="*/ 946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65" h="963">
                  <a:moveTo>
                    <a:pt x="0" y="465"/>
                  </a:moveTo>
                  <a:cubicBezTo>
                    <a:pt x="0" y="461"/>
                    <a:pt x="1" y="457"/>
                    <a:pt x="1" y="453"/>
                  </a:cubicBezTo>
                  <a:cubicBezTo>
                    <a:pt x="3" y="430"/>
                    <a:pt x="6" y="407"/>
                    <a:pt x="10" y="384"/>
                  </a:cubicBezTo>
                  <a:cubicBezTo>
                    <a:pt x="19" y="344"/>
                    <a:pt x="32" y="306"/>
                    <a:pt x="50" y="269"/>
                  </a:cubicBezTo>
                  <a:cubicBezTo>
                    <a:pt x="89" y="190"/>
                    <a:pt x="146" y="127"/>
                    <a:pt x="220" y="78"/>
                  </a:cubicBezTo>
                  <a:cubicBezTo>
                    <a:pt x="265" y="48"/>
                    <a:pt x="315" y="27"/>
                    <a:pt x="368" y="14"/>
                  </a:cubicBezTo>
                  <a:cubicBezTo>
                    <a:pt x="398" y="6"/>
                    <a:pt x="429" y="2"/>
                    <a:pt x="459" y="1"/>
                  </a:cubicBezTo>
                  <a:cubicBezTo>
                    <a:pt x="461" y="1"/>
                    <a:pt x="463" y="0"/>
                    <a:pt x="465" y="0"/>
                  </a:cubicBezTo>
                  <a:cubicBezTo>
                    <a:pt x="476" y="0"/>
                    <a:pt x="487" y="0"/>
                    <a:pt x="498" y="0"/>
                  </a:cubicBezTo>
                  <a:cubicBezTo>
                    <a:pt x="500" y="0"/>
                    <a:pt x="501" y="1"/>
                    <a:pt x="503" y="1"/>
                  </a:cubicBezTo>
                  <a:cubicBezTo>
                    <a:pt x="592" y="5"/>
                    <a:pt x="673" y="31"/>
                    <a:pt x="746" y="80"/>
                  </a:cubicBezTo>
                  <a:cubicBezTo>
                    <a:pt x="841" y="143"/>
                    <a:pt x="906" y="229"/>
                    <a:pt x="941" y="338"/>
                  </a:cubicBezTo>
                  <a:cubicBezTo>
                    <a:pt x="952" y="373"/>
                    <a:pt x="959" y="410"/>
                    <a:pt x="962" y="447"/>
                  </a:cubicBezTo>
                  <a:cubicBezTo>
                    <a:pt x="965" y="503"/>
                    <a:pt x="960" y="558"/>
                    <a:pt x="945" y="612"/>
                  </a:cubicBezTo>
                  <a:cubicBezTo>
                    <a:pt x="927" y="674"/>
                    <a:pt x="897" y="731"/>
                    <a:pt x="857" y="782"/>
                  </a:cubicBezTo>
                  <a:cubicBezTo>
                    <a:pt x="819" y="829"/>
                    <a:pt x="774" y="867"/>
                    <a:pt x="722" y="897"/>
                  </a:cubicBezTo>
                  <a:cubicBezTo>
                    <a:pt x="679" y="923"/>
                    <a:pt x="633" y="940"/>
                    <a:pt x="584" y="951"/>
                  </a:cubicBezTo>
                  <a:cubicBezTo>
                    <a:pt x="557" y="957"/>
                    <a:pt x="530" y="960"/>
                    <a:pt x="502" y="962"/>
                  </a:cubicBezTo>
                  <a:cubicBezTo>
                    <a:pt x="500" y="962"/>
                    <a:pt x="498" y="962"/>
                    <a:pt x="497" y="963"/>
                  </a:cubicBezTo>
                  <a:cubicBezTo>
                    <a:pt x="487" y="963"/>
                    <a:pt x="476" y="963"/>
                    <a:pt x="466" y="963"/>
                  </a:cubicBezTo>
                  <a:cubicBezTo>
                    <a:pt x="460" y="962"/>
                    <a:pt x="455" y="961"/>
                    <a:pt x="449" y="961"/>
                  </a:cubicBezTo>
                  <a:cubicBezTo>
                    <a:pt x="409" y="958"/>
                    <a:pt x="370" y="951"/>
                    <a:pt x="332" y="938"/>
                  </a:cubicBezTo>
                  <a:cubicBezTo>
                    <a:pt x="206" y="895"/>
                    <a:pt x="112" y="814"/>
                    <a:pt x="51" y="695"/>
                  </a:cubicBezTo>
                  <a:cubicBezTo>
                    <a:pt x="30" y="654"/>
                    <a:pt x="16" y="610"/>
                    <a:pt x="8" y="564"/>
                  </a:cubicBezTo>
                  <a:cubicBezTo>
                    <a:pt x="4" y="546"/>
                    <a:pt x="2" y="528"/>
                    <a:pt x="1" y="510"/>
                  </a:cubicBezTo>
                  <a:cubicBezTo>
                    <a:pt x="1" y="506"/>
                    <a:pt x="0" y="501"/>
                    <a:pt x="0" y="497"/>
                  </a:cubicBezTo>
                  <a:cubicBezTo>
                    <a:pt x="0" y="486"/>
                    <a:pt x="0" y="475"/>
                    <a:pt x="0" y="465"/>
                  </a:cubicBezTo>
                  <a:close/>
                  <a:moveTo>
                    <a:pt x="481" y="946"/>
                  </a:moveTo>
                  <a:cubicBezTo>
                    <a:pt x="738" y="946"/>
                    <a:pt x="946" y="736"/>
                    <a:pt x="946" y="481"/>
                  </a:cubicBezTo>
                  <a:cubicBezTo>
                    <a:pt x="947" y="228"/>
                    <a:pt x="740" y="17"/>
                    <a:pt x="482" y="17"/>
                  </a:cubicBezTo>
                  <a:cubicBezTo>
                    <a:pt x="226" y="16"/>
                    <a:pt x="17" y="225"/>
                    <a:pt x="17" y="480"/>
                  </a:cubicBezTo>
                  <a:cubicBezTo>
                    <a:pt x="16" y="736"/>
                    <a:pt x="225" y="945"/>
                    <a:pt x="481" y="9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66" name="Freeform 42"/>
            <p:cNvSpPr>
              <a:spLocks noEditPoints="1"/>
            </p:cNvSpPr>
            <p:nvPr/>
          </p:nvSpPr>
          <p:spPr bwMode="auto">
            <a:xfrm>
              <a:off x="2986668" y="20928842"/>
              <a:ext cx="4978486" cy="4970622"/>
            </a:xfrm>
            <a:custGeom>
              <a:avLst/>
              <a:gdLst>
                <a:gd name="T0" fmla="*/ 711 w 711"/>
                <a:gd name="T1" fmla="*/ 356 h 711"/>
                <a:gd name="T2" fmla="*/ 355 w 711"/>
                <a:gd name="T3" fmla="*/ 711 h 711"/>
                <a:gd name="T4" fmla="*/ 0 w 711"/>
                <a:gd name="T5" fmla="*/ 357 h 711"/>
                <a:gd name="T6" fmla="*/ 354 w 711"/>
                <a:gd name="T7" fmla="*/ 1 h 711"/>
                <a:gd name="T8" fmla="*/ 711 w 711"/>
                <a:gd name="T9" fmla="*/ 356 h 711"/>
                <a:gd name="T10" fmla="*/ 355 w 711"/>
                <a:gd name="T11" fmla="*/ 700 h 711"/>
                <a:gd name="T12" fmla="*/ 700 w 711"/>
                <a:gd name="T13" fmla="*/ 356 h 711"/>
                <a:gd name="T14" fmla="*/ 355 w 711"/>
                <a:gd name="T15" fmla="*/ 12 h 711"/>
                <a:gd name="T16" fmla="*/ 11 w 711"/>
                <a:gd name="T17" fmla="*/ 356 h 711"/>
                <a:gd name="T18" fmla="*/ 355 w 711"/>
                <a:gd name="T19" fmla="*/ 70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1" h="711">
                  <a:moveTo>
                    <a:pt x="711" y="356"/>
                  </a:moveTo>
                  <a:cubicBezTo>
                    <a:pt x="711" y="552"/>
                    <a:pt x="551" y="711"/>
                    <a:pt x="355" y="711"/>
                  </a:cubicBezTo>
                  <a:cubicBezTo>
                    <a:pt x="159" y="711"/>
                    <a:pt x="1" y="551"/>
                    <a:pt x="0" y="357"/>
                  </a:cubicBezTo>
                  <a:cubicBezTo>
                    <a:pt x="0" y="162"/>
                    <a:pt x="158" y="2"/>
                    <a:pt x="354" y="1"/>
                  </a:cubicBezTo>
                  <a:cubicBezTo>
                    <a:pt x="551" y="0"/>
                    <a:pt x="711" y="159"/>
                    <a:pt x="711" y="356"/>
                  </a:cubicBezTo>
                  <a:close/>
                  <a:moveTo>
                    <a:pt x="355" y="700"/>
                  </a:moveTo>
                  <a:cubicBezTo>
                    <a:pt x="545" y="701"/>
                    <a:pt x="700" y="546"/>
                    <a:pt x="700" y="356"/>
                  </a:cubicBezTo>
                  <a:cubicBezTo>
                    <a:pt x="700" y="166"/>
                    <a:pt x="545" y="12"/>
                    <a:pt x="355" y="12"/>
                  </a:cubicBezTo>
                  <a:cubicBezTo>
                    <a:pt x="166" y="12"/>
                    <a:pt x="11" y="166"/>
                    <a:pt x="11" y="356"/>
                  </a:cubicBezTo>
                  <a:cubicBezTo>
                    <a:pt x="11" y="545"/>
                    <a:pt x="166" y="700"/>
                    <a:pt x="355" y="7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67" name="Freeform 43"/>
            <p:cNvSpPr>
              <a:spLocks noEditPoints="1"/>
            </p:cNvSpPr>
            <p:nvPr/>
          </p:nvSpPr>
          <p:spPr bwMode="auto">
            <a:xfrm>
              <a:off x="7508990" y="21424332"/>
              <a:ext cx="550543" cy="660652"/>
            </a:xfrm>
            <a:custGeom>
              <a:avLst/>
              <a:gdLst>
                <a:gd name="T0" fmla="*/ 37 w 79"/>
                <a:gd name="T1" fmla="*/ 41 h 94"/>
                <a:gd name="T2" fmla="*/ 21 w 79"/>
                <a:gd name="T3" fmla="*/ 55 h 94"/>
                <a:gd name="T4" fmla="*/ 19 w 79"/>
                <a:gd name="T5" fmla="*/ 62 h 94"/>
                <a:gd name="T6" fmla="*/ 20 w 79"/>
                <a:gd name="T7" fmla="*/ 66 h 94"/>
                <a:gd name="T8" fmla="*/ 0 w 79"/>
                <a:gd name="T9" fmla="*/ 40 h 94"/>
                <a:gd name="T10" fmla="*/ 3 w 79"/>
                <a:gd name="T11" fmla="*/ 42 h 94"/>
                <a:gd name="T12" fmla="*/ 12 w 79"/>
                <a:gd name="T13" fmla="*/ 42 h 94"/>
                <a:gd name="T14" fmla="*/ 48 w 79"/>
                <a:gd name="T15" fmla="*/ 12 h 94"/>
                <a:gd name="T16" fmla="*/ 50 w 79"/>
                <a:gd name="T17" fmla="*/ 2 h 94"/>
                <a:gd name="T18" fmla="*/ 50 w 79"/>
                <a:gd name="T19" fmla="*/ 0 h 94"/>
                <a:gd name="T20" fmla="*/ 52 w 79"/>
                <a:gd name="T21" fmla="*/ 2 h 94"/>
                <a:gd name="T22" fmla="*/ 70 w 79"/>
                <a:gd name="T23" fmla="*/ 26 h 94"/>
                <a:gd name="T24" fmla="*/ 77 w 79"/>
                <a:gd name="T25" fmla="*/ 40 h 94"/>
                <a:gd name="T26" fmla="*/ 75 w 79"/>
                <a:gd name="T27" fmla="*/ 54 h 94"/>
                <a:gd name="T28" fmla="*/ 57 w 79"/>
                <a:gd name="T29" fmla="*/ 59 h 94"/>
                <a:gd name="T30" fmla="*/ 50 w 79"/>
                <a:gd name="T31" fmla="*/ 56 h 94"/>
                <a:gd name="T32" fmla="*/ 40 w 79"/>
                <a:gd name="T33" fmla="*/ 94 h 94"/>
                <a:gd name="T34" fmla="*/ 38 w 79"/>
                <a:gd name="T35" fmla="*/ 92 h 94"/>
                <a:gd name="T36" fmla="*/ 31 w 79"/>
                <a:gd name="T37" fmla="*/ 82 h 94"/>
                <a:gd name="T38" fmla="*/ 29 w 79"/>
                <a:gd name="T39" fmla="*/ 75 h 94"/>
                <a:gd name="T40" fmla="*/ 38 w 79"/>
                <a:gd name="T41" fmla="*/ 47 h 94"/>
                <a:gd name="T42" fmla="*/ 37 w 79"/>
                <a:gd name="T43" fmla="*/ 41 h 94"/>
                <a:gd name="T44" fmla="*/ 40 w 79"/>
                <a:gd name="T45" fmla="*/ 39 h 94"/>
                <a:gd name="T46" fmla="*/ 45 w 79"/>
                <a:gd name="T47" fmla="*/ 45 h 94"/>
                <a:gd name="T48" fmla="*/ 61 w 79"/>
                <a:gd name="T49" fmla="*/ 45 h 94"/>
                <a:gd name="T50" fmla="*/ 65 w 79"/>
                <a:gd name="T51" fmla="*/ 43 h 94"/>
                <a:gd name="T52" fmla="*/ 65 w 79"/>
                <a:gd name="T53" fmla="*/ 24 h 94"/>
                <a:gd name="T54" fmla="*/ 59 w 79"/>
                <a:gd name="T55" fmla="*/ 24 h 94"/>
                <a:gd name="T56" fmla="*/ 45 w 79"/>
                <a:gd name="T57" fmla="*/ 35 h 94"/>
                <a:gd name="T58" fmla="*/ 40 w 79"/>
                <a:gd name="T59" fmla="*/ 3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9" h="94">
                  <a:moveTo>
                    <a:pt x="37" y="41"/>
                  </a:moveTo>
                  <a:cubicBezTo>
                    <a:pt x="32" y="46"/>
                    <a:pt x="26" y="50"/>
                    <a:pt x="21" y="55"/>
                  </a:cubicBezTo>
                  <a:cubicBezTo>
                    <a:pt x="18" y="57"/>
                    <a:pt x="18" y="60"/>
                    <a:pt x="19" y="62"/>
                  </a:cubicBezTo>
                  <a:cubicBezTo>
                    <a:pt x="20" y="64"/>
                    <a:pt x="20" y="65"/>
                    <a:pt x="20" y="66"/>
                  </a:cubicBezTo>
                  <a:cubicBezTo>
                    <a:pt x="17" y="65"/>
                    <a:pt x="3" y="47"/>
                    <a:pt x="0" y="40"/>
                  </a:cubicBezTo>
                  <a:cubicBezTo>
                    <a:pt x="2" y="41"/>
                    <a:pt x="2" y="41"/>
                    <a:pt x="3" y="42"/>
                  </a:cubicBezTo>
                  <a:cubicBezTo>
                    <a:pt x="7" y="44"/>
                    <a:pt x="9" y="44"/>
                    <a:pt x="12" y="42"/>
                  </a:cubicBezTo>
                  <a:cubicBezTo>
                    <a:pt x="24" y="32"/>
                    <a:pt x="36" y="22"/>
                    <a:pt x="48" y="12"/>
                  </a:cubicBezTo>
                  <a:cubicBezTo>
                    <a:pt x="52" y="9"/>
                    <a:pt x="52" y="7"/>
                    <a:pt x="50" y="2"/>
                  </a:cubicBezTo>
                  <a:cubicBezTo>
                    <a:pt x="50" y="1"/>
                    <a:pt x="50" y="1"/>
                    <a:pt x="50" y="0"/>
                  </a:cubicBezTo>
                  <a:cubicBezTo>
                    <a:pt x="51" y="1"/>
                    <a:pt x="52" y="1"/>
                    <a:pt x="52" y="2"/>
                  </a:cubicBezTo>
                  <a:cubicBezTo>
                    <a:pt x="58" y="10"/>
                    <a:pt x="64" y="18"/>
                    <a:pt x="70" y="26"/>
                  </a:cubicBezTo>
                  <a:cubicBezTo>
                    <a:pt x="73" y="30"/>
                    <a:pt x="75" y="35"/>
                    <a:pt x="77" y="40"/>
                  </a:cubicBezTo>
                  <a:cubicBezTo>
                    <a:pt x="79" y="45"/>
                    <a:pt x="79" y="50"/>
                    <a:pt x="75" y="54"/>
                  </a:cubicBezTo>
                  <a:cubicBezTo>
                    <a:pt x="71" y="60"/>
                    <a:pt x="64" y="62"/>
                    <a:pt x="57" y="59"/>
                  </a:cubicBezTo>
                  <a:cubicBezTo>
                    <a:pt x="55" y="58"/>
                    <a:pt x="53" y="57"/>
                    <a:pt x="50" y="56"/>
                  </a:cubicBezTo>
                  <a:cubicBezTo>
                    <a:pt x="47" y="69"/>
                    <a:pt x="42" y="81"/>
                    <a:pt x="40" y="94"/>
                  </a:cubicBezTo>
                  <a:cubicBezTo>
                    <a:pt x="40" y="94"/>
                    <a:pt x="39" y="93"/>
                    <a:pt x="38" y="92"/>
                  </a:cubicBezTo>
                  <a:cubicBezTo>
                    <a:pt x="36" y="89"/>
                    <a:pt x="33" y="85"/>
                    <a:pt x="31" y="82"/>
                  </a:cubicBezTo>
                  <a:cubicBezTo>
                    <a:pt x="29" y="80"/>
                    <a:pt x="29" y="78"/>
                    <a:pt x="29" y="75"/>
                  </a:cubicBezTo>
                  <a:cubicBezTo>
                    <a:pt x="33" y="66"/>
                    <a:pt x="36" y="56"/>
                    <a:pt x="38" y="47"/>
                  </a:cubicBezTo>
                  <a:cubicBezTo>
                    <a:pt x="39" y="45"/>
                    <a:pt x="40" y="43"/>
                    <a:pt x="37" y="41"/>
                  </a:cubicBezTo>
                  <a:close/>
                  <a:moveTo>
                    <a:pt x="40" y="39"/>
                  </a:moveTo>
                  <a:cubicBezTo>
                    <a:pt x="42" y="41"/>
                    <a:pt x="43" y="43"/>
                    <a:pt x="45" y="45"/>
                  </a:cubicBezTo>
                  <a:cubicBezTo>
                    <a:pt x="50" y="50"/>
                    <a:pt x="55" y="50"/>
                    <a:pt x="61" y="45"/>
                  </a:cubicBezTo>
                  <a:cubicBezTo>
                    <a:pt x="63" y="45"/>
                    <a:pt x="64" y="44"/>
                    <a:pt x="65" y="43"/>
                  </a:cubicBezTo>
                  <a:cubicBezTo>
                    <a:pt x="71" y="37"/>
                    <a:pt x="71" y="31"/>
                    <a:pt x="65" y="24"/>
                  </a:cubicBezTo>
                  <a:cubicBezTo>
                    <a:pt x="63" y="22"/>
                    <a:pt x="62" y="21"/>
                    <a:pt x="59" y="24"/>
                  </a:cubicBezTo>
                  <a:cubicBezTo>
                    <a:pt x="54" y="27"/>
                    <a:pt x="50" y="31"/>
                    <a:pt x="45" y="35"/>
                  </a:cubicBezTo>
                  <a:cubicBezTo>
                    <a:pt x="44" y="36"/>
                    <a:pt x="42" y="38"/>
                    <a:pt x="40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68" name="Freeform 44"/>
            <p:cNvSpPr/>
            <p:nvPr/>
          </p:nvSpPr>
          <p:spPr bwMode="auto">
            <a:xfrm>
              <a:off x="2373206" y="22674853"/>
              <a:ext cx="526949" cy="566274"/>
            </a:xfrm>
            <a:custGeom>
              <a:avLst/>
              <a:gdLst>
                <a:gd name="T0" fmla="*/ 0 w 76"/>
                <a:gd name="T1" fmla="*/ 68 h 80"/>
                <a:gd name="T2" fmla="*/ 5 w 76"/>
                <a:gd name="T3" fmla="*/ 36 h 80"/>
                <a:gd name="T4" fmla="*/ 7 w 76"/>
                <a:gd name="T5" fmla="*/ 36 h 80"/>
                <a:gd name="T6" fmla="*/ 7 w 76"/>
                <a:gd name="T7" fmla="*/ 39 h 80"/>
                <a:gd name="T8" fmla="*/ 13 w 76"/>
                <a:gd name="T9" fmla="*/ 46 h 80"/>
                <a:gd name="T10" fmla="*/ 35 w 76"/>
                <a:gd name="T11" fmla="*/ 50 h 80"/>
                <a:gd name="T12" fmla="*/ 33 w 76"/>
                <a:gd name="T13" fmla="*/ 47 h 80"/>
                <a:gd name="T14" fmla="*/ 18 w 76"/>
                <a:gd name="T15" fmla="*/ 24 h 80"/>
                <a:gd name="T16" fmla="*/ 17 w 76"/>
                <a:gd name="T17" fmla="*/ 22 h 80"/>
                <a:gd name="T18" fmla="*/ 10 w 76"/>
                <a:gd name="T19" fmla="*/ 23 h 80"/>
                <a:gd name="T20" fmla="*/ 8 w 76"/>
                <a:gd name="T21" fmla="*/ 29 h 80"/>
                <a:gd name="T22" fmla="*/ 12 w 76"/>
                <a:gd name="T23" fmla="*/ 0 h 80"/>
                <a:gd name="T24" fmla="*/ 13 w 76"/>
                <a:gd name="T25" fmla="*/ 1 h 80"/>
                <a:gd name="T26" fmla="*/ 19 w 76"/>
                <a:gd name="T27" fmla="*/ 19 h 80"/>
                <a:gd name="T28" fmla="*/ 29 w 76"/>
                <a:gd name="T29" fmla="*/ 35 h 80"/>
                <a:gd name="T30" fmla="*/ 33 w 76"/>
                <a:gd name="T31" fmla="*/ 34 h 80"/>
                <a:gd name="T32" fmla="*/ 69 w 76"/>
                <a:gd name="T33" fmla="*/ 13 h 80"/>
                <a:gd name="T34" fmla="*/ 75 w 76"/>
                <a:gd name="T35" fmla="*/ 8 h 80"/>
                <a:gd name="T36" fmla="*/ 74 w 76"/>
                <a:gd name="T37" fmla="*/ 18 h 80"/>
                <a:gd name="T38" fmla="*/ 72 w 76"/>
                <a:gd name="T39" fmla="*/ 30 h 80"/>
                <a:gd name="T40" fmla="*/ 70 w 76"/>
                <a:gd name="T41" fmla="*/ 40 h 80"/>
                <a:gd name="T42" fmla="*/ 69 w 76"/>
                <a:gd name="T43" fmla="*/ 40 h 80"/>
                <a:gd name="T44" fmla="*/ 68 w 76"/>
                <a:gd name="T45" fmla="*/ 32 h 80"/>
                <a:gd name="T46" fmla="*/ 64 w 76"/>
                <a:gd name="T47" fmla="*/ 33 h 80"/>
                <a:gd name="T48" fmla="*/ 39 w 76"/>
                <a:gd name="T49" fmla="*/ 48 h 80"/>
                <a:gd name="T50" fmla="*/ 42 w 76"/>
                <a:gd name="T51" fmla="*/ 51 h 80"/>
                <a:gd name="T52" fmla="*/ 60 w 76"/>
                <a:gd name="T53" fmla="*/ 55 h 80"/>
                <a:gd name="T54" fmla="*/ 66 w 76"/>
                <a:gd name="T55" fmla="*/ 51 h 80"/>
                <a:gd name="T56" fmla="*/ 68 w 76"/>
                <a:gd name="T57" fmla="*/ 48 h 80"/>
                <a:gd name="T58" fmla="*/ 63 w 76"/>
                <a:gd name="T59" fmla="*/ 80 h 80"/>
                <a:gd name="T60" fmla="*/ 62 w 76"/>
                <a:gd name="T61" fmla="*/ 80 h 80"/>
                <a:gd name="T62" fmla="*/ 62 w 76"/>
                <a:gd name="T63" fmla="*/ 77 h 80"/>
                <a:gd name="T64" fmla="*/ 55 w 76"/>
                <a:gd name="T65" fmla="*/ 70 h 80"/>
                <a:gd name="T66" fmla="*/ 11 w 76"/>
                <a:gd name="T67" fmla="*/ 62 h 80"/>
                <a:gd name="T68" fmla="*/ 3 w 76"/>
                <a:gd name="T69" fmla="*/ 66 h 80"/>
                <a:gd name="T70" fmla="*/ 1 w 76"/>
                <a:gd name="T71" fmla="*/ 68 h 80"/>
                <a:gd name="T72" fmla="*/ 0 w 76"/>
                <a:gd name="T73" fmla="*/ 6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6" h="80">
                  <a:moveTo>
                    <a:pt x="0" y="68"/>
                  </a:moveTo>
                  <a:cubicBezTo>
                    <a:pt x="2" y="57"/>
                    <a:pt x="4" y="47"/>
                    <a:pt x="5" y="36"/>
                  </a:cubicBezTo>
                  <a:cubicBezTo>
                    <a:pt x="6" y="36"/>
                    <a:pt x="6" y="36"/>
                    <a:pt x="7" y="36"/>
                  </a:cubicBezTo>
                  <a:cubicBezTo>
                    <a:pt x="7" y="37"/>
                    <a:pt x="7" y="38"/>
                    <a:pt x="7" y="39"/>
                  </a:cubicBezTo>
                  <a:cubicBezTo>
                    <a:pt x="8" y="43"/>
                    <a:pt x="9" y="45"/>
                    <a:pt x="13" y="46"/>
                  </a:cubicBezTo>
                  <a:cubicBezTo>
                    <a:pt x="20" y="48"/>
                    <a:pt x="27" y="49"/>
                    <a:pt x="35" y="50"/>
                  </a:cubicBezTo>
                  <a:cubicBezTo>
                    <a:pt x="34" y="49"/>
                    <a:pt x="34" y="48"/>
                    <a:pt x="33" y="47"/>
                  </a:cubicBezTo>
                  <a:cubicBezTo>
                    <a:pt x="28" y="39"/>
                    <a:pt x="23" y="32"/>
                    <a:pt x="18" y="24"/>
                  </a:cubicBezTo>
                  <a:cubicBezTo>
                    <a:pt x="18" y="24"/>
                    <a:pt x="17" y="23"/>
                    <a:pt x="17" y="22"/>
                  </a:cubicBezTo>
                  <a:cubicBezTo>
                    <a:pt x="14" y="19"/>
                    <a:pt x="12" y="20"/>
                    <a:pt x="10" y="23"/>
                  </a:cubicBezTo>
                  <a:cubicBezTo>
                    <a:pt x="10" y="25"/>
                    <a:pt x="9" y="26"/>
                    <a:pt x="8" y="29"/>
                  </a:cubicBezTo>
                  <a:cubicBezTo>
                    <a:pt x="7" y="24"/>
                    <a:pt x="10" y="4"/>
                    <a:pt x="12" y="0"/>
                  </a:cubicBezTo>
                  <a:cubicBezTo>
                    <a:pt x="13" y="0"/>
                    <a:pt x="13" y="1"/>
                    <a:pt x="13" y="1"/>
                  </a:cubicBezTo>
                  <a:cubicBezTo>
                    <a:pt x="13" y="8"/>
                    <a:pt x="16" y="14"/>
                    <a:pt x="19" y="19"/>
                  </a:cubicBezTo>
                  <a:cubicBezTo>
                    <a:pt x="22" y="25"/>
                    <a:pt x="26" y="30"/>
                    <a:pt x="29" y="35"/>
                  </a:cubicBezTo>
                  <a:cubicBezTo>
                    <a:pt x="31" y="35"/>
                    <a:pt x="32" y="34"/>
                    <a:pt x="33" y="34"/>
                  </a:cubicBezTo>
                  <a:cubicBezTo>
                    <a:pt x="45" y="27"/>
                    <a:pt x="57" y="20"/>
                    <a:pt x="69" y="13"/>
                  </a:cubicBezTo>
                  <a:cubicBezTo>
                    <a:pt x="71" y="12"/>
                    <a:pt x="73" y="10"/>
                    <a:pt x="75" y="8"/>
                  </a:cubicBezTo>
                  <a:cubicBezTo>
                    <a:pt x="76" y="12"/>
                    <a:pt x="74" y="15"/>
                    <a:pt x="74" y="18"/>
                  </a:cubicBezTo>
                  <a:cubicBezTo>
                    <a:pt x="73" y="22"/>
                    <a:pt x="73" y="26"/>
                    <a:pt x="72" y="30"/>
                  </a:cubicBezTo>
                  <a:cubicBezTo>
                    <a:pt x="71" y="33"/>
                    <a:pt x="71" y="37"/>
                    <a:pt x="70" y="40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68" y="38"/>
                    <a:pt x="68" y="35"/>
                    <a:pt x="68" y="32"/>
                  </a:cubicBezTo>
                  <a:cubicBezTo>
                    <a:pt x="66" y="32"/>
                    <a:pt x="65" y="33"/>
                    <a:pt x="64" y="33"/>
                  </a:cubicBezTo>
                  <a:cubicBezTo>
                    <a:pt x="55" y="38"/>
                    <a:pt x="47" y="43"/>
                    <a:pt x="39" y="48"/>
                  </a:cubicBezTo>
                  <a:cubicBezTo>
                    <a:pt x="39" y="50"/>
                    <a:pt x="40" y="51"/>
                    <a:pt x="42" y="51"/>
                  </a:cubicBezTo>
                  <a:cubicBezTo>
                    <a:pt x="48" y="53"/>
                    <a:pt x="54" y="54"/>
                    <a:pt x="60" y="55"/>
                  </a:cubicBezTo>
                  <a:cubicBezTo>
                    <a:pt x="63" y="55"/>
                    <a:pt x="64" y="54"/>
                    <a:pt x="66" y="51"/>
                  </a:cubicBezTo>
                  <a:cubicBezTo>
                    <a:pt x="66" y="50"/>
                    <a:pt x="67" y="49"/>
                    <a:pt x="68" y="48"/>
                  </a:cubicBezTo>
                  <a:cubicBezTo>
                    <a:pt x="67" y="58"/>
                    <a:pt x="65" y="69"/>
                    <a:pt x="63" y="80"/>
                  </a:cubicBezTo>
                  <a:cubicBezTo>
                    <a:pt x="63" y="80"/>
                    <a:pt x="63" y="80"/>
                    <a:pt x="62" y="80"/>
                  </a:cubicBezTo>
                  <a:cubicBezTo>
                    <a:pt x="62" y="79"/>
                    <a:pt x="62" y="78"/>
                    <a:pt x="62" y="77"/>
                  </a:cubicBezTo>
                  <a:cubicBezTo>
                    <a:pt x="61" y="72"/>
                    <a:pt x="60" y="71"/>
                    <a:pt x="55" y="70"/>
                  </a:cubicBezTo>
                  <a:cubicBezTo>
                    <a:pt x="40" y="67"/>
                    <a:pt x="26" y="64"/>
                    <a:pt x="11" y="62"/>
                  </a:cubicBezTo>
                  <a:cubicBezTo>
                    <a:pt x="6" y="61"/>
                    <a:pt x="5" y="62"/>
                    <a:pt x="3" y="66"/>
                  </a:cubicBezTo>
                  <a:cubicBezTo>
                    <a:pt x="2" y="67"/>
                    <a:pt x="2" y="68"/>
                    <a:pt x="1" y="68"/>
                  </a:cubicBezTo>
                  <a:cubicBezTo>
                    <a:pt x="1" y="68"/>
                    <a:pt x="1" y="68"/>
                    <a:pt x="0" y="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69" name="Freeform 45"/>
            <p:cNvSpPr/>
            <p:nvPr/>
          </p:nvSpPr>
          <p:spPr bwMode="auto">
            <a:xfrm>
              <a:off x="6989906" y="20865924"/>
              <a:ext cx="574138" cy="613463"/>
            </a:xfrm>
            <a:custGeom>
              <a:avLst/>
              <a:gdLst>
                <a:gd name="T0" fmla="*/ 61 w 82"/>
                <a:gd name="T1" fmla="*/ 37 h 87"/>
                <a:gd name="T2" fmla="*/ 42 w 82"/>
                <a:gd name="T3" fmla="*/ 65 h 87"/>
                <a:gd name="T4" fmla="*/ 44 w 82"/>
                <a:gd name="T5" fmla="*/ 59 h 87"/>
                <a:gd name="T6" fmla="*/ 37 w 82"/>
                <a:gd name="T7" fmla="*/ 42 h 87"/>
                <a:gd name="T8" fmla="*/ 36 w 82"/>
                <a:gd name="T9" fmla="*/ 44 h 87"/>
                <a:gd name="T10" fmla="*/ 24 w 82"/>
                <a:gd name="T11" fmla="*/ 61 h 87"/>
                <a:gd name="T12" fmla="*/ 25 w 82"/>
                <a:gd name="T13" fmla="*/ 68 h 87"/>
                <a:gd name="T14" fmla="*/ 54 w 82"/>
                <a:gd name="T15" fmla="*/ 74 h 87"/>
                <a:gd name="T16" fmla="*/ 59 w 82"/>
                <a:gd name="T17" fmla="*/ 73 h 87"/>
                <a:gd name="T18" fmla="*/ 45 w 82"/>
                <a:gd name="T19" fmla="*/ 87 h 87"/>
                <a:gd name="T20" fmla="*/ 0 w 82"/>
                <a:gd name="T21" fmla="*/ 52 h 87"/>
                <a:gd name="T22" fmla="*/ 4 w 82"/>
                <a:gd name="T23" fmla="*/ 54 h 87"/>
                <a:gd name="T24" fmla="*/ 12 w 82"/>
                <a:gd name="T25" fmla="*/ 51 h 87"/>
                <a:gd name="T26" fmla="*/ 39 w 82"/>
                <a:gd name="T27" fmla="*/ 12 h 87"/>
                <a:gd name="T28" fmla="*/ 39 w 82"/>
                <a:gd name="T29" fmla="*/ 3 h 87"/>
                <a:gd name="T30" fmla="*/ 37 w 82"/>
                <a:gd name="T31" fmla="*/ 0 h 87"/>
                <a:gd name="T32" fmla="*/ 82 w 82"/>
                <a:gd name="T33" fmla="*/ 33 h 87"/>
                <a:gd name="T34" fmla="*/ 70 w 82"/>
                <a:gd name="T35" fmla="*/ 48 h 87"/>
                <a:gd name="T36" fmla="*/ 70 w 82"/>
                <a:gd name="T37" fmla="*/ 46 h 87"/>
                <a:gd name="T38" fmla="*/ 65 w 82"/>
                <a:gd name="T39" fmla="*/ 24 h 87"/>
                <a:gd name="T40" fmla="*/ 58 w 82"/>
                <a:gd name="T41" fmla="*/ 19 h 87"/>
                <a:gd name="T42" fmla="*/ 53 w 82"/>
                <a:gd name="T43" fmla="*/ 20 h 87"/>
                <a:gd name="T44" fmla="*/ 41 w 82"/>
                <a:gd name="T45" fmla="*/ 36 h 87"/>
                <a:gd name="T46" fmla="*/ 40 w 82"/>
                <a:gd name="T47" fmla="*/ 39 h 87"/>
                <a:gd name="T48" fmla="*/ 51 w 82"/>
                <a:gd name="T49" fmla="*/ 43 h 87"/>
                <a:gd name="T50" fmla="*/ 61 w 82"/>
                <a:gd name="T51" fmla="*/ 3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2" h="87">
                  <a:moveTo>
                    <a:pt x="61" y="37"/>
                  </a:moveTo>
                  <a:cubicBezTo>
                    <a:pt x="60" y="41"/>
                    <a:pt x="46" y="62"/>
                    <a:pt x="42" y="65"/>
                  </a:cubicBezTo>
                  <a:cubicBezTo>
                    <a:pt x="43" y="62"/>
                    <a:pt x="43" y="60"/>
                    <a:pt x="44" y="59"/>
                  </a:cubicBezTo>
                  <a:cubicBezTo>
                    <a:pt x="46" y="52"/>
                    <a:pt x="44" y="46"/>
                    <a:pt x="37" y="42"/>
                  </a:cubicBezTo>
                  <a:cubicBezTo>
                    <a:pt x="37" y="42"/>
                    <a:pt x="36" y="43"/>
                    <a:pt x="36" y="44"/>
                  </a:cubicBezTo>
                  <a:cubicBezTo>
                    <a:pt x="32" y="50"/>
                    <a:pt x="28" y="55"/>
                    <a:pt x="24" y="61"/>
                  </a:cubicBezTo>
                  <a:cubicBezTo>
                    <a:pt x="22" y="64"/>
                    <a:pt x="22" y="66"/>
                    <a:pt x="25" y="68"/>
                  </a:cubicBezTo>
                  <a:cubicBezTo>
                    <a:pt x="33" y="76"/>
                    <a:pt x="42" y="80"/>
                    <a:pt x="54" y="74"/>
                  </a:cubicBezTo>
                  <a:cubicBezTo>
                    <a:pt x="56" y="73"/>
                    <a:pt x="56" y="73"/>
                    <a:pt x="59" y="73"/>
                  </a:cubicBezTo>
                  <a:cubicBezTo>
                    <a:pt x="57" y="76"/>
                    <a:pt x="50" y="84"/>
                    <a:pt x="45" y="87"/>
                  </a:cubicBezTo>
                  <a:cubicBezTo>
                    <a:pt x="36" y="82"/>
                    <a:pt x="2" y="56"/>
                    <a:pt x="0" y="52"/>
                  </a:cubicBezTo>
                  <a:cubicBezTo>
                    <a:pt x="2" y="53"/>
                    <a:pt x="3" y="53"/>
                    <a:pt x="4" y="54"/>
                  </a:cubicBezTo>
                  <a:cubicBezTo>
                    <a:pt x="8" y="55"/>
                    <a:pt x="10" y="54"/>
                    <a:pt x="12" y="51"/>
                  </a:cubicBezTo>
                  <a:cubicBezTo>
                    <a:pt x="21" y="38"/>
                    <a:pt x="30" y="25"/>
                    <a:pt x="39" y="12"/>
                  </a:cubicBezTo>
                  <a:cubicBezTo>
                    <a:pt x="42" y="8"/>
                    <a:pt x="41" y="6"/>
                    <a:pt x="39" y="3"/>
                  </a:cubicBezTo>
                  <a:cubicBezTo>
                    <a:pt x="38" y="2"/>
                    <a:pt x="38" y="1"/>
                    <a:pt x="37" y="0"/>
                  </a:cubicBezTo>
                  <a:cubicBezTo>
                    <a:pt x="40" y="1"/>
                    <a:pt x="76" y="27"/>
                    <a:pt x="82" y="33"/>
                  </a:cubicBezTo>
                  <a:cubicBezTo>
                    <a:pt x="79" y="38"/>
                    <a:pt x="73" y="46"/>
                    <a:pt x="70" y="48"/>
                  </a:cubicBezTo>
                  <a:cubicBezTo>
                    <a:pt x="70" y="47"/>
                    <a:pt x="70" y="46"/>
                    <a:pt x="70" y="46"/>
                  </a:cubicBezTo>
                  <a:cubicBezTo>
                    <a:pt x="74" y="36"/>
                    <a:pt x="72" y="30"/>
                    <a:pt x="65" y="24"/>
                  </a:cubicBezTo>
                  <a:cubicBezTo>
                    <a:pt x="63" y="22"/>
                    <a:pt x="61" y="20"/>
                    <a:pt x="58" y="19"/>
                  </a:cubicBezTo>
                  <a:cubicBezTo>
                    <a:pt x="56" y="17"/>
                    <a:pt x="54" y="18"/>
                    <a:pt x="53" y="20"/>
                  </a:cubicBezTo>
                  <a:cubicBezTo>
                    <a:pt x="49" y="25"/>
                    <a:pt x="45" y="30"/>
                    <a:pt x="41" y="36"/>
                  </a:cubicBezTo>
                  <a:cubicBezTo>
                    <a:pt x="41" y="37"/>
                    <a:pt x="40" y="38"/>
                    <a:pt x="40" y="39"/>
                  </a:cubicBezTo>
                  <a:cubicBezTo>
                    <a:pt x="43" y="42"/>
                    <a:pt x="46" y="44"/>
                    <a:pt x="51" y="43"/>
                  </a:cubicBezTo>
                  <a:cubicBezTo>
                    <a:pt x="54" y="42"/>
                    <a:pt x="58" y="39"/>
                    <a:pt x="61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70" name="Freeform 46"/>
            <p:cNvSpPr/>
            <p:nvPr/>
          </p:nvSpPr>
          <p:spPr bwMode="auto">
            <a:xfrm>
              <a:off x="2373206" y="23555723"/>
              <a:ext cx="495489" cy="471895"/>
            </a:xfrm>
            <a:custGeom>
              <a:avLst/>
              <a:gdLst>
                <a:gd name="T0" fmla="*/ 49 w 71"/>
                <a:gd name="T1" fmla="*/ 20 h 68"/>
                <a:gd name="T2" fmla="*/ 37 w 71"/>
                <a:gd name="T3" fmla="*/ 29 h 68"/>
                <a:gd name="T4" fmla="*/ 38 w 71"/>
                <a:gd name="T5" fmla="*/ 39 h 68"/>
                <a:gd name="T6" fmla="*/ 44 w 71"/>
                <a:gd name="T7" fmla="*/ 38 h 68"/>
                <a:gd name="T8" fmla="*/ 60 w 71"/>
                <a:gd name="T9" fmla="*/ 36 h 68"/>
                <a:gd name="T10" fmla="*/ 65 w 71"/>
                <a:gd name="T11" fmla="*/ 30 h 68"/>
                <a:gd name="T12" fmla="*/ 48 w 71"/>
                <a:gd name="T13" fmla="*/ 4 h 68"/>
                <a:gd name="T14" fmla="*/ 44 w 71"/>
                <a:gd name="T15" fmla="*/ 0 h 68"/>
                <a:gd name="T16" fmla="*/ 63 w 71"/>
                <a:gd name="T17" fmla="*/ 1 h 68"/>
                <a:gd name="T18" fmla="*/ 70 w 71"/>
                <a:gd name="T19" fmla="*/ 59 h 68"/>
                <a:gd name="T20" fmla="*/ 68 w 71"/>
                <a:gd name="T21" fmla="*/ 55 h 68"/>
                <a:gd name="T22" fmla="*/ 62 w 71"/>
                <a:gd name="T23" fmla="*/ 51 h 68"/>
                <a:gd name="T24" fmla="*/ 16 w 71"/>
                <a:gd name="T25" fmla="*/ 58 h 68"/>
                <a:gd name="T26" fmla="*/ 9 w 71"/>
                <a:gd name="T27" fmla="*/ 65 h 68"/>
                <a:gd name="T28" fmla="*/ 9 w 71"/>
                <a:gd name="T29" fmla="*/ 68 h 68"/>
                <a:gd name="T30" fmla="*/ 1 w 71"/>
                <a:gd name="T31" fmla="*/ 11 h 68"/>
                <a:gd name="T32" fmla="*/ 18 w 71"/>
                <a:gd name="T33" fmla="*/ 9 h 68"/>
                <a:gd name="T34" fmla="*/ 19 w 71"/>
                <a:gd name="T35" fmla="*/ 10 h 68"/>
                <a:gd name="T36" fmla="*/ 17 w 71"/>
                <a:gd name="T37" fmla="*/ 11 h 68"/>
                <a:gd name="T38" fmla="*/ 6 w 71"/>
                <a:gd name="T39" fmla="*/ 30 h 68"/>
                <a:gd name="T40" fmla="*/ 7 w 71"/>
                <a:gd name="T41" fmla="*/ 38 h 68"/>
                <a:gd name="T42" fmla="*/ 13 w 71"/>
                <a:gd name="T43" fmla="*/ 42 h 68"/>
                <a:gd name="T44" fmla="*/ 33 w 71"/>
                <a:gd name="T45" fmla="*/ 39 h 68"/>
                <a:gd name="T46" fmla="*/ 29 w 71"/>
                <a:gd name="T47" fmla="*/ 28 h 68"/>
                <a:gd name="T48" fmla="*/ 18 w 71"/>
                <a:gd name="T49" fmla="*/ 24 h 68"/>
                <a:gd name="T50" fmla="*/ 19 w 71"/>
                <a:gd name="T51" fmla="*/ 22 h 68"/>
                <a:gd name="T52" fmla="*/ 49 w 71"/>
                <a:gd name="T53" fmla="*/ 18 h 68"/>
                <a:gd name="T54" fmla="*/ 49 w 71"/>
                <a:gd name="T55" fmla="*/ 2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1" h="68">
                  <a:moveTo>
                    <a:pt x="49" y="20"/>
                  </a:moveTo>
                  <a:cubicBezTo>
                    <a:pt x="44" y="22"/>
                    <a:pt x="39" y="24"/>
                    <a:pt x="37" y="29"/>
                  </a:cubicBezTo>
                  <a:cubicBezTo>
                    <a:pt x="36" y="32"/>
                    <a:pt x="36" y="35"/>
                    <a:pt x="38" y="39"/>
                  </a:cubicBezTo>
                  <a:cubicBezTo>
                    <a:pt x="40" y="38"/>
                    <a:pt x="42" y="38"/>
                    <a:pt x="44" y="38"/>
                  </a:cubicBezTo>
                  <a:cubicBezTo>
                    <a:pt x="49" y="37"/>
                    <a:pt x="54" y="36"/>
                    <a:pt x="60" y="36"/>
                  </a:cubicBezTo>
                  <a:cubicBezTo>
                    <a:pt x="63" y="35"/>
                    <a:pt x="64" y="34"/>
                    <a:pt x="65" y="30"/>
                  </a:cubicBezTo>
                  <a:cubicBezTo>
                    <a:pt x="65" y="18"/>
                    <a:pt x="59" y="8"/>
                    <a:pt x="48" y="4"/>
                  </a:cubicBezTo>
                  <a:cubicBezTo>
                    <a:pt x="47" y="3"/>
                    <a:pt x="45" y="3"/>
                    <a:pt x="44" y="0"/>
                  </a:cubicBezTo>
                  <a:cubicBezTo>
                    <a:pt x="51" y="0"/>
                    <a:pt x="57" y="1"/>
                    <a:pt x="63" y="1"/>
                  </a:cubicBezTo>
                  <a:cubicBezTo>
                    <a:pt x="65" y="5"/>
                    <a:pt x="71" y="54"/>
                    <a:pt x="70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2"/>
                    <a:pt x="65" y="51"/>
                    <a:pt x="62" y="51"/>
                  </a:cubicBezTo>
                  <a:cubicBezTo>
                    <a:pt x="46" y="53"/>
                    <a:pt x="31" y="55"/>
                    <a:pt x="16" y="58"/>
                  </a:cubicBezTo>
                  <a:cubicBezTo>
                    <a:pt x="12" y="58"/>
                    <a:pt x="10" y="60"/>
                    <a:pt x="9" y="65"/>
                  </a:cubicBezTo>
                  <a:cubicBezTo>
                    <a:pt x="9" y="66"/>
                    <a:pt x="9" y="67"/>
                    <a:pt x="9" y="68"/>
                  </a:cubicBezTo>
                  <a:cubicBezTo>
                    <a:pt x="7" y="65"/>
                    <a:pt x="0" y="17"/>
                    <a:pt x="1" y="11"/>
                  </a:cubicBezTo>
                  <a:cubicBezTo>
                    <a:pt x="7" y="10"/>
                    <a:pt x="12" y="9"/>
                    <a:pt x="18" y="9"/>
                  </a:cubicBezTo>
                  <a:cubicBezTo>
                    <a:pt x="18" y="9"/>
                    <a:pt x="19" y="9"/>
                    <a:pt x="19" y="10"/>
                  </a:cubicBezTo>
                  <a:cubicBezTo>
                    <a:pt x="18" y="10"/>
                    <a:pt x="18" y="11"/>
                    <a:pt x="17" y="11"/>
                  </a:cubicBezTo>
                  <a:cubicBezTo>
                    <a:pt x="8" y="14"/>
                    <a:pt x="5" y="21"/>
                    <a:pt x="6" y="30"/>
                  </a:cubicBezTo>
                  <a:cubicBezTo>
                    <a:pt x="6" y="32"/>
                    <a:pt x="6" y="35"/>
                    <a:pt x="7" y="38"/>
                  </a:cubicBezTo>
                  <a:cubicBezTo>
                    <a:pt x="7" y="42"/>
                    <a:pt x="8" y="43"/>
                    <a:pt x="13" y="42"/>
                  </a:cubicBezTo>
                  <a:cubicBezTo>
                    <a:pt x="20" y="41"/>
                    <a:pt x="26" y="40"/>
                    <a:pt x="33" y="39"/>
                  </a:cubicBezTo>
                  <a:cubicBezTo>
                    <a:pt x="34" y="34"/>
                    <a:pt x="33" y="30"/>
                    <a:pt x="29" y="28"/>
                  </a:cubicBezTo>
                  <a:cubicBezTo>
                    <a:pt x="26" y="26"/>
                    <a:pt x="22" y="25"/>
                    <a:pt x="18" y="24"/>
                  </a:cubicBezTo>
                  <a:cubicBezTo>
                    <a:pt x="18" y="23"/>
                    <a:pt x="19" y="23"/>
                    <a:pt x="19" y="22"/>
                  </a:cubicBezTo>
                  <a:cubicBezTo>
                    <a:pt x="29" y="21"/>
                    <a:pt x="39" y="20"/>
                    <a:pt x="49" y="18"/>
                  </a:cubicBezTo>
                  <a:cubicBezTo>
                    <a:pt x="49" y="19"/>
                    <a:pt x="49" y="19"/>
                    <a:pt x="4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71" name="Freeform 47"/>
            <p:cNvSpPr>
              <a:spLocks noEditPoints="1"/>
            </p:cNvSpPr>
            <p:nvPr/>
          </p:nvSpPr>
          <p:spPr bwMode="auto">
            <a:xfrm>
              <a:off x="4897841" y="26009575"/>
              <a:ext cx="346056" cy="495489"/>
            </a:xfrm>
            <a:custGeom>
              <a:avLst/>
              <a:gdLst>
                <a:gd name="T0" fmla="*/ 17 w 50"/>
                <a:gd name="T1" fmla="*/ 35 h 70"/>
                <a:gd name="T2" fmla="*/ 10 w 50"/>
                <a:gd name="T3" fmla="*/ 27 h 70"/>
                <a:gd name="T4" fmla="*/ 8 w 50"/>
                <a:gd name="T5" fmla="*/ 11 h 70"/>
                <a:gd name="T6" fmla="*/ 19 w 50"/>
                <a:gd name="T7" fmla="*/ 1 h 70"/>
                <a:gd name="T8" fmla="*/ 39 w 50"/>
                <a:gd name="T9" fmla="*/ 3 h 70"/>
                <a:gd name="T10" fmla="*/ 48 w 50"/>
                <a:gd name="T11" fmla="*/ 12 h 70"/>
                <a:gd name="T12" fmla="*/ 42 w 50"/>
                <a:gd name="T13" fmla="*/ 27 h 70"/>
                <a:gd name="T14" fmla="*/ 34 w 50"/>
                <a:gd name="T15" fmla="*/ 30 h 70"/>
                <a:gd name="T16" fmla="*/ 37 w 50"/>
                <a:gd name="T17" fmla="*/ 33 h 70"/>
                <a:gd name="T18" fmla="*/ 44 w 50"/>
                <a:gd name="T19" fmla="*/ 44 h 70"/>
                <a:gd name="T20" fmla="*/ 30 w 50"/>
                <a:gd name="T21" fmla="*/ 69 h 70"/>
                <a:gd name="T22" fmla="*/ 9 w 50"/>
                <a:gd name="T23" fmla="*/ 65 h 70"/>
                <a:gd name="T24" fmla="*/ 1 w 50"/>
                <a:gd name="T25" fmla="*/ 51 h 70"/>
                <a:gd name="T26" fmla="*/ 11 w 50"/>
                <a:gd name="T27" fmla="*/ 38 h 70"/>
                <a:gd name="T28" fmla="*/ 17 w 50"/>
                <a:gd name="T29" fmla="*/ 35 h 70"/>
                <a:gd name="T30" fmla="*/ 20 w 50"/>
                <a:gd name="T31" fmla="*/ 38 h 70"/>
                <a:gd name="T32" fmla="*/ 14 w 50"/>
                <a:gd name="T33" fmla="*/ 61 h 70"/>
                <a:gd name="T34" fmla="*/ 22 w 50"/>
                <a:gd name="T35" fmla="*/ 67 h 70"/>
                <a:gd name="T36" fmla="*/ 30 w 50"/>
                <a:gd name="T37" fmla="*/ 61 h 70"/>
                <a:gd name="T38" fmla="*/ 20 w 50"/>
                <a:gd name="T39" fmla="*/ 38 h 70"/>
                <a:gd name="T40" fmla="*/ 31 w 50"/>
                <a:gd name="T41" fmla="*/ 27 h 70"/>
                <a:gd name="T42" fmla="*/ 36 w 50"/>
                <a:gd name="T43" fmla="*/ 8 h 70"/>
                <a:gd name="T44" fmla="*/ 28 w 50"/>
                <a:gd name="T45" fmla="*/ 3 h 70"/>
                <a:gd name="T46" fmla="*/ 21 w 50"/>
                <a:gd name="T47" fmla="*/ 8 h 70"/>
                <a:gd name="T48" fmla="*/ 22 w 50"/>
                <a:gd name="T49" fmla="*/ 18 h 70"/>
                <a:gd name="T50" fmla="*/ 31 w 50"/>
                <a:gd name="T51" fmla="*/ 2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70">
                  <a:moveTo>
                    <a:pt x="17" y="35"/>
                  </a:moveTo>
                  <a:cubicBezTo>
                    <a:pt x="15" y="33"/>
                    <a:pt x="12" y="30"/>
                    <a:pt x="10" y="27"/>
                  </a:cubicBezTo>
                  <a:cubicBezTo>
                    <a:pt x="7" y="22"/>
                    <a:pt x="6" y="17"/>
                    <a:pt x="8" y="11"/>
                  </a:cubicBezTo>
                  <a:cubicBezTo>
                    <a:pt x="10" y="6"/>
                    <a:pt x="14" y="3"/>
                    <a:pt x="19" y="1"/>
                  </a:cubicBezTo>
                  <a:cubicBezTo>
                    <a:pt x="26" y="0"/>
                    <a:pt x="33" y="0"/>
                    <a:pt x="39" y="3"/>
                  </a:cubicBezTo>
                  <a:cubicBezTo>
                    <a:pt x="43" y="5"/>
                    <a:pt x="46" y="8"/>
                    <a:pt x="48" y="12"/>
                  </a:cubicBezTo>
                  <a:cubicBezTo>
                    <a:pt x="50" y="18"/>
                    <a:pt x="48" y="24"/>
                    <a:pt x="42" y="27"/>
                  </a:cubicBezTo>
                  <a:cubicBezTo>
                    <a:pt x="39" y="28"/>
                    <a:pt x="37" y="29"/>
                    <a:pt x="34" y="30"/>
                  </a:cubicBezTo>
                  <a:cubicBezTo>
                    <a:pt x="35" y="31"/>
                    <a:pt x="36" y="32"/>
                    <a:pt x="37" y="33"/>
                  </a:cubicBezTo>
                  <a:cubicBezTo>
                    <a:pt x="40" y="37"/>
                    <a:pt x="43" y="40"/>
                    <a:pt x="44" y="44"/>
                  </a:cubicBezTo>
                  <a:cubicBezTo>
                    <a:pt x="48" y="55"/>
                    <a:pt x="42" y="66"/>
                    <a:pt x="30" y="69"/>
                  </a:cubicBezTo>
                  <a:cubicBezTo>
                    <a:pt x="23" y="70"/>
                    <a:pt x="16" y="69"/>
                    <a:pt x="9" y="65"/>
                  </a:cubicBezTo>
                  <a:cubicBezTo>
                    <a:pt x="3" y="62"/>
                    <a:pt x="0" y="57"/>
                    <a:pt x="1" y="51"/>
                  </a:cubicBezTo>
                  <a:cubicBezTo>
                    <a:pt x="1" y="44"/>
                    <a:pt x="5" y="40"/>
                    <a:pt x="11" y="38"/>
                  </a:cubicBezTo>
                  <a:cubicBezTo>
                    <a:pt x="13" y="37"/>
                    <a:pt x="15" y="36"/>
                    <a:pt x="17" y="35"/>
                  </a:cubicBezTo>
                  <a:close/>
                  <a:moveTo>
                    <a:pt x="20" y="38"/>
                  </a:moveTo>
                  <a:cubicBezTo>
                    <a:pt x="13" y="44"/>
                    <a:pt x="10" y="54"/>
                    <a:pt x="14" y="61"/>
                  </a:cubicBezTo>
                  <a:cubicBezTo>
                    <a:pt x="15" y="65"/>
                    <a:pt x="18" y="67"/>
                    <a:pt x="22" y="67"/>
                  </a:cubicBezTo>
                  <a:cubicBezTo>
                    <a:pt x="26" y="67"/>
                    <a:pt x="28" y="64"/>
                    <a:pt x="30" y="61"/>
                  </a:cubicBezTo>
                  <a:cubicBezTo>
                    <a:pt x="33" y="53"/>
                    <a:pt x="29" y="44"/>
                    <a:pt x="20" y="38"/>
                  </a:cubicBezTo>
                  <a:close/>
                  <a:moveTo>
                    <a:pt x="31" y="27"/>
                  </a:moveTo>
                  <a:cubicBezTo>
                    <a:pt x="37" y="23"/>
                    <a:pt x="39" y="14"/>
                    <a:pt x="36" y="8"/>
                  </a:cubicBezTo>
                  <a:cubicBezTo>
                    <a:pt x="35" y="4"/>
                    <a:pt x="32" y="3"/>
                    <a:pt x="28" y="3"/>
                  </a:cubicBezTo>
                  <a:cubicBezTo>
                    <a:pt x="25" y="3"/>
                    <a:pt x="23" y="5"/>
                    <a:pt x="21" y="8"/>
                  </a:cubicBezTo>
                  <a:cubicBezTo>
                    <a:pt x="20" y="11"/>
                    <a:pt x="20" y="15"/>
                    <a:pt x="22" y="18"/>
                  </a:cubicBezTo>
                  <a:cubicBezTo>
                    <a:pt x="24" y="22"/>
                    <a:pt x="27" y="25"/>
                    <a:pt x="31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72" name="Freeform 48"/>
            <p:cNvSpPr>
              <a:spLocks noEditPoints="1"/>
            </p:cNvSpPr>
            <p:nvPr/>
          </p:nvSpPr>
          <p:spPr bwMode="auto">
            <a:xfrm>
              <a:off x="2569829" y="24342214"/>
              <a:ext cx="511219" cy="440435"/>
            </a:xfrm>
            <a:custGeom>
              <a:avLst/>
              <a:gdLst>
                <a:gd name="T0" fmla="*/ 16 w 74"/>
                <a:gd name="T1" fmla="*/ 63 h 63"/>
                <a:gd name="T2" fmla="*/ 14 w 74"/>
                <a:gd name="T3" fmla="*/ 60 h 63"/>
                <a:gd name="T4" fmla="*/ 3 w 74"/>
                <a:gd name="T5" fmla="*/ 34 h 63"/>
                <a:gd name="T6" fmla="*/ 0 w 74"/>
                <a:gd name="T7" fmla="*/ 18 h 63"/>
                <a:gd name="T8" fmla="*/ 8 w 74"/>
                <a:gd name="T9" fmla="*/ 3 h 63"/>
                <a:gd name="T10" fmla="*/ 25 w 74"/>
                <a:gd name="T11" fmla="*/ 4 h 63"/>
                <a:gd name="T12" fmla="*/ 33 w 74"/>
                <a:gd name="T13" fmla="*/ 13 h 63"/>
                <a:gd name="T14" fmla="*/ 38 w 74"/>
                <a:gd name="T15" fmla="*/ 26 h 63"/>
                <a:gd name="T16" fmla="*/ 42 w 74"/>
                <a:gd name="T17" fmla="*/ 25 h 63"/>
                <a:gd name="T18" fmla="*/ 55 w 74"/>
                <a:gd name="T19" fmla="*/ 19 h 63"/>
                <a:gd name="T20" fmla="*/ 61 w 74"/>
                <a:gd name="T21" fmla="*/ 9 h 63"/>
                <a:gd name="T22" fmla="*/ 61 w 74"/>
                <a:gd name="T23" fmla="*/ 6 h 63"/>
                <a:gd name="T24" fmla="*/ 66 w 74"/>
                <a:gd name="T25" fmla="*/ 16 h 63"/>
                <a:gd name="T26" fmla="*/ 70 w 74"/>
                <a:gd name="T27" fmla="*/ 27 h 63"/>
                <a:gd name="T28" fmla="*/ 73 w 74"/>
                <a:gd name="T29" fmla="*/ 38 h 63"/>
                <a:gd name="T30" fmla="*/ 70 w 74"/>
                <a:gd name="T31" fmla="*/ 34 h 63"/>
                <a:gd name="T32" fmla="*/ 64 w 74"/>
                <a:gd name="T33" fmla="*/ 32 h 63"/>
                <a:gd name="T34" fmla="*/ 58 w 74"/>
                <a:gd name="T35" fmla="*/ 35 h 63"/>
                <a:gd name="T36" fmla="*/ 22 w 74"/>
                <a:gd name="T37" fmla="*/ 50 h 63"/>
                <a:gd name="T38" fmla="*/ 16 w 74"/>
                <a:gd name="T39" fmla="*/ 61 h 63"/>
                <a:gd name="T40" fmla="*/ 16 w 74"/>
                <a:gd name="T41" fmla="*/ 63 h 63"/>
                <a:gd name="T42" fmla="*/ 36 w 74"/>
                <a:gd name="T43" fmla="*/ 27 h 63"/>
                <a:gd name="T44" fmla="*/ 32 w 74"/>
                <a:gd name="T45" fmla="*/ 20 h 63"/>
                <a:gd name="T46" fmla="*/ 21 w 74"/>
                <a:gd name="T47" fmla="*/ 16 h 63"/>
                <a:gd name="T48" fmla="*/ 10 w 74"/>
                <a:gd name="T49" fmla="*/ 21 h 63"/>
                <a:gd name="T50" fmla="*/ 7 w 74"/>
                <a:gd name="T51" fmla="*/ 35 h 63"/>
                <a:gd name="T52" fmla="*/ 13 w 74"/>
                <a:gd name="T53" fmla="*/ 38 h 63"/>
                <a:gd name="T54" fmla="*/ 36 w 74"/>
                <a:gd name="T55" fmla="*/ 2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4" h="63">
                  <a:moveTo>
                    <a:pt x="16" y="63"/>
                  </a:moveTo>
                  <a:cubicBezTo>
                    <a:pt x="15" y="62"/>
                    <a:pt x="14" y="61"/>
                    <a:pt x="14" y="60"/>
                  </a:cubicBezTo>
                  <a:cubicBezTo>
                    <a:pt x="10" y="51"/>
                    <a:pt x="7" y="42"/>
                    <a:pt x="3" y="34"/>
                  </a:cubicBezTo>
                  <a:cubicBezTo>
                    <a:pt x="1" y="29"/>
                    <a:pt x="0" y="23"/>
                    <a:pt x="0" y="18"/>
                  </a:cubicBezTo>
                  <a:cubicBezTo>
                    <a:pt x="0" y="11"/>
                    <a:pt x="2" y="6"/>
                    <a:pt x="8" y="3"/>
                  </a:cubicBezTo>
                  <a:cubicBezTo>
                    <a:pt x="14" y="0"/>
                    <a:pt x="19" y="1"/>
                    <a:pt x="25" y="4"/>
                  </a:cubicBezTo>
                  <a:cubicBezTo>
                    <a:pt x="28" y="6"/>
                    <a:pt x="31" y="10"/>
                    <a:pt x="33" y="13"/>
                  </a:cubicBezTo>
                  <a:cubicBezTo>
                    <a:pt x="35" y="17"/>
                    <a:pt x="36" y="22"/>
                    <a:pt x="38" y="26"/>
                  </a:cubicBezTo>
                  <a:cubicBezTo>
                    <a:pt x="40" y="25"/>
                    <a:pt x="41" y="25"/>
                    <a:pt x="42" y="25"/>
                  </a:cubicBezTo>
                  <a:cubicBezTo>
                    <a:pt x="46" y="23"/>
                    <a:pt x="51" y="21"/>
                    <a:pt x="55" y="19"/>
                  </a:cubicBezTo>
                  <a:cubicBezTo>
                    <a:pt x="61" y="16"/>
                    <a:pt x="62" y="15"/>
                    <a:pt x="61" y="9"/>
                  </a:cubicBezTo>
                  <a:cubicBezTo>
                    <a:pt x="61" y="8"/>
                    <a:pt x="61" y="7"/>
                    <a:pt x="61" y="6"/>
                  </a:cubicBezTo>
                  <a:cubicBezTo>
                    <a:pt x="64" y="9"/>
                    <a:pt x="64" y="13"/>
                    <a:pt x="66" y="16"/>
                  </a:cubicBezTo>
                  <a:cubicBezTo>
                    <a:pt x="67" y="20"/>
                    <a:pt x="69" y="23"/>
                    <a:pt x="70" y="27"/>
                  </a:cubicBezTo>
                  <a:cubicBezTo>
                    <a:pt x="71" y="30"/>
                    <a:pt x="74" y="33"/>
                    <a:pt x="73" y="38"/>
                  </a:cubicBezTo>
                  <a:cubicBezTo>
                    <a:pt x="72" y="36"/>
                    <a:pt x="71" y="35"/>
                    <a:pt x="70" y="34"/>
                  </a:cubicBezTo>
                  <a:cubicBezTo>
                    <a:pt x="68" y="32"/>
                    <a:pt x="66" y="31"/>
                    <a:pt x="64" y="32"/>
                  </a:cubicBezTo>
                  <a:cubicBezTo>
                    <a:pt x="62" y="33"/>
                    <a:pt x="60" y="34"/>
                    <a:pt x="58" y="35"/>
                  </a:cubicBezTo>
                  <a:cubicBezTo>
                    <a:pt x="46" y="40"/>
                    <a:pt x="34" y="45"/>
                    <a:pt x="22" y="50"/>
                  </a:cubicBezTo>
                  <a:cubicBezTo>
                    <a:pt x="16" y="53"/>
                    <a:pt x="16" y="54"/>
                    <a:pt x="16" y="61"/>
                  </a:cubicBezTo>
                  <a:cubicBezTo>
                    <a:pt x="16" y="62"/>
                    <a:pt x="16" y="62"/>
                    <a:pt x="16" y="63"/>
                  </a:cubicBezTo>
                  <a:close/>
                  <a:moveTo>
                    <a:pt x="36" y="27"/>
                  </a:moveTo>
                  <a:cubicBezTo>
                    <a:pt x="34" y="25"/>
                    <a:pt x="34" y="22"/>
                    <a:pt x="32" y="20"/>
                  </a:cubicBezTo>
                  <a:cubicBezTo>
                    <a:pt x="29" y="16"/>
                    <a:pt x="25" y="14"/>
                    <a:pt x="21" y="16"/>
                  </a:cubicBezTo>
                  <a:cubicBezTo>
                    <a:pt x="17" y="17"/>
                    <a:pt x="13" y="19"/>
                    <a:pt x="10" y="21"/>
                  </a:cubicBezTo>
                  <a:cubicBezTo>
                    <a:pt x="5" y="24"/>
                    <a:pt x="4" y="30"/>
                    <a:pt x="7" y="35"/>
                  </a:cubicBezTo>
                  <a:cubicBezTo>
                    <a:pt x="9" y="38"/>
                    <a:pt x="10" y="39"/>
                    <a:pt x="13" y="38"/>
                  </a:cubicBezTo>
                  <a:cubicBezTo>
                    <a:pt x="20" y="34"/>
                    <a:pt x="28" y="31"/>
                    <a:pt x="36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73" name="Freeform 49"/>
            <p:cNvSpPr/>
            <p:nvPr/>
          </p:nvSpPr>
          <p:spPr bwMode="auto">
            <a:xfrm>
              <a:off x="2868695" y="21353548"/>
              <a:ext cx="605598" cy="660652"/>
            </a:xfrm>
            <a:custGeom>
              <a:avLst/>
              <a:gdLst>
                <a:gd name="T0" fmla="*/ 0 w 87"/>
                <a:gd name="T1" fmla="*/ 51 h 95"/>
                <a:gd name="T2" fmla="*/ 6 w 87"/>
                <a:gd name="T3" fmla="*/ 43 h 95"/>
                <a:gd name="T4" fmla="*/ 22 w 87"/>
                <a:gd name="T5" fmla="*/ 36 h 95"/>
                <a:gd name="T6" fmla="*/ 59 w 87"/>
                <a:gd name="T7" fmla="*/ 36 h 95"/>
                <a:gd name="T8" fmla="*/ 64 w 87"/>
                <a:gd name="T9" fmla="*/ 36 h 95"/>
                <a:gd name="T10" fmla="*/ 62 w 87"/>
                <a:gd name="T11" fmla="*/ 33 h 95"/>
                <a:gd name="T12" fmla="*/ 44 w 87"/>
                <a:gd name="T13" fmla="*/ 18 h 95"/>
                <a:gd name="T14" fmla="*/ 30 w 87"/>
                <a:gd name="T15" fmla="*/ 16 h 95"/>
                <a:gd name="T16" fmla="*/ 29 w 87"/>
                <a:gd name="T17" fmla="*/ 16 h 95"/>
                <a:gd name="T18" fmla="*/ 42 w 87"/>
                <a:gd name="T19" fmla="*/ 0 h 95"/>
                <a:gd name="T20" fmla="*/ 42 w 87"/>
                <a:gd name="T21" fmla="*/ 3 h 95"/>
                <a:gd name="T22" fmla="*/ 44 w 87"/>
                <a:gd name="T23" fmla="*/ 13 h 95"/>
                <a:gd name="T24" fmla="*/ 74 w 87"/>
                <a:gd name="T25" fmla="*/ 38 h 95"/>
                <a:gd name="T26" fmla="*/ 87 w 87"/>
                <a:gd name="T27" fmla="*/ 50 h 95"/>
                <a:gd name="T28" fmla="*/ 83 w 87"/>
                <a:gd name="T29" fmla="*/ 52 h 95"/>
                <a:gd name="T30" fmla="*/ 77 w 87"/>
                <a:gd name="T31" fmla="*/ 52 h 95"/>
                <a:gd name="T32" fmla="*/ 25 w 87"/>
                <a:gd name="T33" fmla="*/ 51 h 95"/>
                <a:gd name="T34" fmla="*/ 19 w 87"/>
                <a:gd name="T35" fmla="*/ 51 h 95"/>
                <a:gd name="T36" fmla="*/ 22 w 87"/>
                <a:gd name="T37" fmla="*/ 55 h 95"/>
                <a:gd name="T38" fmla="*/ 47 w 87"/>
                <a:gd name="T39" fmla="*/ 77 h 95"/>
                <a:gd name="T40" fmla="*/ 61 w 87"/>
                <a:gd name="T41" fmla="*/ 78 h 95"/>
                <a:gd name="T42" fmla="*/ 61 w 87"/>
                <a:gd name="T43" fmla="*/ 77 h 95"/>
                <a:gd name="T44" fmla="*/ 48 w 87"/>
                <a:gd name="T45" fmla="*/ 95 h 95"/>
                <a:gd name="T46" fmla="*/ 49 w 87"/>
                <a:gd name="T47" fmla="*/ 91 h 95"/>
                <a:gd name="T48" fmla="*/ 47 w 87"/>
                <a:gd name="T49" fmla="*/ 82 h 95"/>
                <a:gd name="T50" fmla="*/ 30 w 87"/>
                <a:gd name="T51" fmla="*/ 67 h 95"/>
                <a:gd name="T52" fmla="*/ 15 w 87"/>
                <a:gd name="T53" fmla="*/ 54 h 95"/>
                <a:gd name="T54" fmla="*/ 7 w 87"/>
                <a:gd name="T55" fmla="*/ 51 h 95"/>
                <a:gd name="T56" fmla="*/ 1 w 87"/>
                <a:gd name="T57" fmla="*/ 52 h 95"/>
                <a:gd name="T58" fmla="*/ 0 w 87"/>
                <a:gd name="T59" fmla="*/ 5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7" h="95">
                  <a:moveTo>
                    <a:pt x="0" y="51"/>
                  </a:moveTo>
                  <a:cubicBezTo>
                    <a:pt x="2" y="49"/>
                    <a:pt x="5" y="46"/>
                    <a:pt x="6" y="43"/>
                  </a:cubicBezTo>
                  <a:cubicBezTo>
                    <a:pt x="10" y="37"/>
                    <a:pt x="15" y="35"/>
                    <a:pt x="22" y="36"/>
                  </a:cubicBezTo>
                  <a:cubicBezTo>
                    <a:pt x="34" y="36"/>
                    <a:pt x="47" y="36"/>
                    <a:pt x="59" y="36"/>
                  </a:cubicBezTo>
                  <a:cubicBezTo>
                    <a:pt x="61" y="36"/>
                    <a:pt x="62" y="36"/>
                    <a:pt x="64" y="36"/>
                  </a:cubicBezTo>
                  <a:cubicBezTo>
                    <a:pt x="63" y="35"/>
                    <a:pt x="63" y="34"/>
                    <a:pt x="62" y="33"/>
                  </a:cubicBezTo>
                  <a:cubicBezTo>
                    <a:pt x="56" y="28"/>
                    <a:pt x="50" y="23"/>
                    <a:pt x="44" y="18"/>
                  </a:cubicBezTo>
                  <a:cubicBezTo>
                    <a:pt x="38" y="12"/>
                    <a:pt x="37" y="12"/>
                    <a:pt x="30" y="16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30" y="13"/>
                    <a:pt x="38" y="3"/>
                    <a:pt x="42" y="0"/>
                  </a:cubicBezTo>
                  <a:cubicBezTo>
                    <a:pt x="42" y="2"/>
                    <a:pt x="42" y="2"/>
                    <a:pt x="42" y="3"/>
                  </a:cubicBezTo>
                  <a:cubicBezTo>
                    <a:pt x="40" y="7"/>
                    <a:pt x="41" y="10"/>
                    <a:pt x="44" y="13"/>
                  </a:cubicBezTo>
                  <a:cubicBezTo>
                    <a:pt x="54" y="21"/>
                    <a:pt x="64" y="30"/>
                    <a:pt x="74" y="38"/>
                  </a:cubicBezTo>
                  <a:cubicBezTo>
                    <a:pt x="78" y="42"/>
                    <a:pt x="82" y="46"/>
                    <a:pt x="87" y="50"/>
                  </a:cubicBezTo>
                  <a:cubicBezTo>
                    <a:pt x="85" y="51"/>
                    <a:pt x="84" y="52"/>
                    <a:pt x="83" y="52"/>
                  </a:cubicBezTo>
                  <a:cubicBezTo>
                    <a:pt x="81" y="52"/>
                    <a:pt x="79" y="52"/>
                    <a:pt x="77" y="52"/>
                  </a:cubicBezTo>
                  <a:cubicBezTo>
                    <a:pt x="60" y="52"/>
                    <a:pt x="42" y="52"/>
                    <a:pt x="25" y="51"/>
                  </a:cubicBezTo>
                  <a:cubicBezTo>
                    <a:pt x="23" y="51"/>
                    <a:pt x="22" y="51"/>
                    <a:pt x="19" y="51"/>
                  </a:cubicBezTo>
                  <a:cubicBezTo>
                    <a:pt x="20" y="53"/>
                    <a:pt x="21" y="54"/>
                    <a:pt x="22" y="55"/>
                  </a:cubicBezTo>
                  <a:cubicBezTo>
                    <a:pt x="30" y="62"/>
                    <a:pt x="39" y="69"/>
                    <a:pt x="47" y="77"/>
                  </a:cubicBezTo>
                  <a:cubicBezTo>
                    <a:pt x="51" y="81"/>
                    <a:pt x="55" y="83"/>
                    <a:pt x="61" y="78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1" y="80"/>
                    <a:pt x="52" y="92"/>
                    <a:pt x="48" y="95"/>
                  </a:cubicBezTo>
                  <a:cubicBezTo>
                    <a:pt x="48" y="93"/>
                    <a:pt x="48" y="92"/>
                    <a:pt x="49" y="91"/>
                  </a:cubicBezTo>
                  <a:cubicBezTo>
                    <a:pt x="51" y="87"/>
                    <a:pt x="50" y="85"/>
                    <a:pt x="47" y="82"/>
                  </a:cubicBezTo>
                  <a:cubicBezTo>
                    <a:pt x="41" y="77"/>
                    <a:pt x="35" y="72"/>
                    <a:pt x="30" y="67"/>
                  </a:cubicBezTo>
                  <a:cubicBezTo>
                    <a:pt x="25" y="62"/>
                    <a:pt x="20" y="58"/>
                    <a:pt x="15" y="54"/>
                  </a:cubicBezTo>
                  <a:cubicBezTo>
                    <a:pt x="12" y="51"/>
                    <a:pt x="10" y="51"/>
                    <a:pt x="7" y="51"/>
                  </a:cubicBezTo>
                  <a:cubicBezTo>
                    <a:pt x="5" y="52"/>
                    <a:pt x="3" y="52"/>
                    <a:pt x="1" y="52"/>
                  </a:cubicBezTo>
                  <a:cubicBezTo>
                    <a:pt x="0" y="52"/>
                    <a:pt x="0" y="52"/>
                    <a:pt x="0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74" name="Freeform 50"/>
            <p:cNvSpPr>
              <a:spLocks noEditPoints="1"/>
            </p:cNvSpPr>
            <p:nvPr/>
          </p:nvSpPr>
          <p:spPr bwMode="auto">
            <a:xfrm>
              <a:off x="6423633" y="25797222"/>
              <a:ext cx="424705" cy="487624"/>
            </a:xfrm>
            <a:custGeom>
              <a:avLst/>
              <a:gdLst>
                <a:gd name="T0" fmla="*/ 36 w 61"/>
                <a:gd name="T1" fmla="*/ 26 h 70"/>
                <a:gd name="T2" fmla="*/ 46 w 61"/>
                <a:gd name="T3" fmla="*/ 29 h 70"/>
                <a:gd name="T4" fmla="*/ 60 w 61"/>
                <a:gd name="T5" fmla="*/ 45 h 70"/>
                <a:gd name="T6" fmla="*/ 55 w 61"/>
                <a:gd name="T7" fmla="*/ 59 h 70"/>
                <a:gd name="T8" fmla="*/ 34 w 61"/>
                <a:gd name="T9" fmla="*/ 69 h 70"/>
                <a:gd name="T10" fmla="*/ 21 w 61"/>
                <a:gd name="T11" fmla="*/ 62 h 70"/>
                <a:gd name="T12" fmla="*/ 21 w 61"/>
                <a:gd name="T13" fmla="*/ 46 h 70"/>
                <a:gd name="T14" fmla="*/ 26 w 61"/>
                <a:gd name="T15" fmla="*/ 39 h 70"/>
                <a:gd name="T16" fmla="*/ 17 w 61"/>
                <a:gd name="T17" fmla="*/ 37 h 70"/>
                <a:gd name="T18" fmla="*/ 11 w 61"/>
                <a:gd name="T19" fmla="*/ 8 h 70"/>
                <a:gd name="T20" fmla="*/ 28 w 61"/>
                <a:gd name="T21" fmla="*/ 0 h 70"/>
                <a:gd name="T22" fmla="*/ 42 w 61"/>
                <a:gd name="T23" fmla="*/ 7 h 70"/>
                <a:gd name="T24" fmla="*/ 40 w 61"/>
                <a:gd name="T25" fmla="*/ 21 h 70"/>
                <a:gd name="T26" fmla="*/ 36 w 61"/>
                <a:gd name="T27" fmla="*/ 26 h 70"/>
                <a:gd name="T28" fmla="*/ 29 w 61"/>
                <a:gd name="T29" fmla="*/ 40 h 70"/>
                <a:gd name="T30" fmla="*/ 28 w 61"/>
                <a:gd name="T31" fmla="*/ 48 h 70"/>
                <a:gd name="T32" fmla="*/ 37 w 61"/>
                <a:gd name="T33" fmla="*/ 63 h 70"/>
                <a:gd name="T34" fmla="*/ 46 w 61"/>
                <a:gd name="T35" fmla="*/ 64 h 70"/>
                <a:gd name="T36" fmla="*/ 50 w 61"/>
                <a:gd name="T37" fmla="*/ 55 h 70"/>
                <a:gd name="T38" fmla="*/ 41 w 61"/>
                <a:gd name="T39" fmla="*/ 43 h 70"/>
                <a:gd name="T40" fmla="*/ 29 w 61"/>
                <a:gd name="T41" fmla="*/ 40 h 70"/>
                <a:gd name="T42" fmla="*/ 33 w 61"/>
                <a:gd name="T43" fmla="*/ 26 h 70"/>
                <a:gd name="T44" fmla="*/ 28 w 61"/>
                <a:gd name="T45" fmla="*/ 7 h 70"/>
                <a:gd name="T46" fmla="*/ 22 w 61"/>
                <a:gd name="T47" fmla="*/ 5 h 70"/>
                <a:gd name="T48" fmla="*/ 14 w 61"/>
                <a:gd name="T49" fmla="*/ 10 h 70"/>
                <a:gd name="T50" fmla="*/ 16 w 61"/>
                <a:gd name="T51" fmla="*/ 19 h 70"/>
                <a:gd name="T52" fmla="*/ 33 w 61"/>
                <a:gd name="T53" fmla="*/ 2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1" h="70">
                  <a:moveTo>
                    <a:pt x="36" y="26"/>
                  </a:moveTo>
                  <a:cubicBezTo>
                    <a:pt x="40" y="27"/>
                    <a:pt x="43" y="28"/>
                    <a:pt x="46" y="29"/>
                  </a:cubicBezTo>
                  <a:cubicBezTo>
                    <a:pt x="54" y="31"/>
                    <a:pt x="59" y="37"/>
                    <a:pt x="60" y="45"/>
                  </a:cubicBezTo>
                  <a:cubicBezTo>
                    <a:pt x="61" y="51"/>
                    <a:pt x="59" y="55"/>
                    <a:pt x="55" y="59"/>
                  </a:cubicBezTo>
                  <a:cubicBezTo>
                    <a:pt x="50" y="65"/>
                    <a:pt x="42" y="69"/>
                    <a:pt x="34" y="69"/>
                  </a:cubicBezTo>
                  <a:cubicBezTo>
                    <a:pt x="28" y="70"/>
                    <a:pt x="24" y="67"/>
                    <a:pt x="21" y="62"/>
                  </a:cubicBezTo>
                  <a:cubicBezTo>
                    <a:pt x="17" y="57"/>
                    <a:pt x="17" y="51"/>
                    <a:pt x="21" y="46"/>
                  </a:cubicBezTo>
                  <a:cubicBezTo>
                    <a:pt x="22" y="44"/>
                    <a:pt x="24" y="42"/>
                    <a:pt x="26" y="39"/>
                  </a:cubicBezTo>
                  <a:cubicBezTo>
                    <a:pt x="23" y="39"/>
                    <a:pt x="20" y="38"/>
                    <a:pt x="17" y="37"/>
                  </a:cubicBezTo>
                  <a:cubicBezTo>
                    <a:pt x="3" y="32"/>
                    <a:pt x="0" y="17"/>
                    <a:pt x="11" y="8"/>
                  </a:cubicBezTo>
                  <a:cubicBezTo>
                    <a:pt x="16" y="4"/>
                    <a:pt x="22" y="1"/>
                    <a:pt x="28" y="0"/>
                  </a:cubicBezTo>
                  <a:cubicBezTo>
                    <a:pt x="34" y="0"/>
                    <a:pt x="39" y="2"/>
                    <a:pt x="42" y="7"/>
                  </a:cubicBezTo>
                  <a:cubicBezTo>
                    <a:pt x="45" y="12"/>
                    <a:pt x="43" y="17"/>
                    <a:pt x="40" y="21"/>
                  </a:cubicBezTo>
                  <a:cubicBezTo>
                    <a:pt x="39" y="23"/>
                    <a:pt x="38" y="24"/>
                    <a:pt x="36" y="26"/>
                  </a:cubicBezTo>
                  <a:close/>
                  <a:moveTo>
                    <a:pt x="29" y="40"/>
                  </a:moveTo>
                  <a:cubicBezTo>
                    <a:pt x="29" y="43"/>
                    <a:pt x="28" y="46"/>
                    <a:pt x="28" y="48"/>
                  </a:cubicBezTo>
                  <a:cubicBezTo>
                    <a:pt x="29" y="54"/>
                    <a:pt x="32" y="59"/>
                    <a:pt x="37" y="63"/>
                  </a:cubicBezTo>
                  <a:cubicBezTo>
                    <a:pt x="40" y="65"/>
                    <a:pt x="43" y="66"/>
                    <a:pt x="46" y="64"/>
                  </a:cubicBezTo>
                  <a:cubicBezTo>
                    <a:pt x="50" y="62"/>
                    <a:pt x="51" y="58"/>
                    <a:pt x="50" y="55"/>
                  </a:cubicBezTo>
                  <a:cubicBezTo>
                    <a:pt x="49" y="49"/>
                    <a:pt x="46" y="45"/>
                    <a:pt x="41" y="43"/>
                  </a:cubicBezTo>
                  <a:cubicBezTo>
                    <a:pt x="37" y="41"/>
                    <a:pt x="34" y="41"/>
                    <a:pt x="29" y="40"/>
                  </a:cubicBezTo>
                  <a:close/>
                  <a:moveTo>
                    <a:pt x="33" y="26"/>
                  </a:moveTo>
                  <a:cubicBezTo>
                    <a:pt x="35" y="18"/>
                    <a:pt x="33" y="12"/>
                    <a:pt x="28" y="7"/>
                  </a:cubicBezTo>
                  <a:cubicBezTo>
                    <a:pt x="26" y="5"/>
                    <a:pt x="24" y="5"/>
                    <a:pt x="22" y="5"/>
                  </a:cubicBezTo>
                  <a:cubicBezTo>
                    <a:pt x="18" y="5"/>
                    <a:pt x="16" y="7"/>
                    <a:pt x="14" y="10"/>
                  </a:cubicBezTo>
                  <a:cubicBezTo>
                    <a:pt x="13" y="13"/>
                    <a:pt x="14" y="16"/>
                    <a:pt x="16" y="19"/>
                  </a:cubicBezTo>
                  <a:cubicBezTo>
                    <a:pt x="21" y="24"/>
                    <a:pt x="26" y="25"/>
                    <a:pt x="33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75" name="Freeform 51"/>
            <p:cNvSpPr/>
            <p:nvPr/>
          </p:nvSpPr>
          <p:spPr bwMode="auto">
            <a:xfrm>
              <a:off x="3442833" y="20803004"/>
              <a:ext cx="574138" cy="558409"/>
            </a:xfrm>
            <a:custGeom>
              <a:avLst/>
              <a:gdLst>
                <a:gd name="T0" fmla="*/ 44 w 82"/>
                <a:gd name="T1" fmla="*/ 0 h 80"/>
                <a:gd name="T2" fmla="*/ 57 w 82"/>
                <a:gd name="T3" fmla="*/ 19 h 80"/>
                <a:gd name="T4" fmla="*/ 53 w 82"/>
                <a:gd name="T5" fmla="*/ 18 h 80"/>
                <a:gd name="T6" fmla="*/ 38 w 82"/>
                <a:gd name="T7" fmla="*/ 14 h 80"/>
                <a:gd name="T8" fmla="*/ 21 w 82"/>
                <a:gd name="T9" fmla="*/ 35 h 80"/>
                <a:gd name="T10" fmla="*/ 44 w 82"/>
                <a:gd name="T11" fmla="*/ 68 h 80"/>
                <a:gd name="T12" fmla="*/ 67 w 82"/>
                <a:gd name="T13" fmla="*/ 66 h 80"/>
                <a:gd name="T14" fmla="*/ 68 w 82"/>
                <a:gd name="T15" fmla="*/ 56 h 80"/>
                <a:gd name="T16" fmla="*/ 62 w 82"/>
                <a:gd name="T17" fmla="*/ 48 h 80"/>
                <a:gd name="T18" fmla="*/ 53 w 82"/>
                <a:gd name="T19" fmla="*/ 46 h 80"/>
                <a:gd name="T20" fmla="*/ 50 w 82"/>
                <a:gd name="T21" fmla="*/ 47 h 80"/>
                <a:gd name="T22" fmla="*/ 58 w 82"/>
                <a:gd name="T23" fmla="*/ 40 h 80"/>
                <a:gd name="T24" fmla="*/ 67 w 82"/>
                <a:gd name="T25" fmla="*/ 33 h 80"/>
                <a:gd name="T26" fmla="*/ 75 w 82"/>
                <a:gd name="T27" fmla="*/ 27 h 80"/>
                <a:gd name="T28" fmla="*/ 76 w 82"/>
                <a:gd name="T29" fmla="*/ 28 h 80"/>
                <a:gd name="T30" fmla="*/ 75 w 82"/>
                <a:gd name="T31" fmla="*/ 29 h 80"/>
                <a:gd name="T32" fmla="*/ 75 w 82"/>
                <a:gd name="T33" fmla="*/ 40 h 80"/>
                <a:gd name="T34" fmla="*/ 82 w 82"/>
                <a:gd name="T35" fmla="*/ 50 h 80"/>
                <a:gd name="T36" fmla="*/ 82 w 82"/>
                <a:gd name="T37" fmla="*/ 52 h 80"/>
                <a:gd name="T38" fmla="*/ 49 w 82"/>
                <a:gd name="T39" fmla="*/ 78 h 80"/>
                <a:gd name="T40" fmla="*/ 31 w 82"/>
                <a:gd name="T41" fmla="*/ 76 h 80"/>
                <a:gd name="T42" fmla="*/ 24 w 82"/>
                <a:gd name="T43" fmla="*/ 15 h 80"/>
                <a:gd name="T44" fmla="*/ 36 w 82"/>
                <a:gd name="T45" fmla="*/ 10 h 80"/>
                <a:gd name="T46" fmla="*/ 39 w 82"/>
                <a:gd name="T47" fmla="*/ 9 h 80"/>
                <a:gd name="T48" fmla="*/ 44 w 82"/>
                <a:gd name="T49" fmla="*/ 2 h 80"/>
                <a:gd name="T50" fmla="*/ 44 w 82"/>
                <a:gd name="T51" fmla="*/ 1 h 80"/>
                <a:gd name="T52" fmla="*/ 44 w 82"/>
                <a:gd name="T5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2" h="80">
                  <a:moveTo>
                    <a:pt x="44" y="0"/>
                  </a:moveTo>
                  <a:cubicBezTo>
                    <a:pt x="47" y="2"/>
                    <a:pt x="56" y="14"/>
                    <a:pt x="57" y="19"/>
                  </a:cubicBezTo>
                  <a:cubicBezTo>
                    <a:pt x="56" y="20"/>
                    <a:pt x="55" y="18"/>
                    <a:pt x="53" y="18"/>
                  </a:cubicBezTo>
                  <a:cubicBezTo>
                    <a:pt x="48" y="15"/>
                    <a:pt x="43" y="14"/>
                    <a:pt x="38" y="14"/>
                  </a:cubicBezTo>
                  <a:cubicBezTo>
                    <a:pt x="26" y="14"/>
                    <a:pt x="18" y="23"/>
                    <a:pt x="21" y="35"/>
                  </a:cubicBezTo>
                  <a:cubicBezTo>
                    <a:pt x="25" y="48"/>
                    <a:pt x="33" y="60"/>
                    <a:pt x="44" y="68"/>
                  </a:cubicBezTo>
                  <a:cubicBezTo>
                    <a:pt x="52" y="74"/>
                    <a:pt x="60" y="73"/>
                    <a:pt x="67" y="66"/>
                  </a:cubicBezTo>
                  <a:cubicBezTo>
                    <a:pt x="70" y="63"/>
                    <a:pt x="71" y="60"/>
                    <a:pt x="68" y="56"/>
                  </a:cubicBezTo>
                  <a:cubicBezTo>
                    <a:pt x="66" y="54"/>
                    <a:pt x="64" y="51"/>
                    <a:pt x="62" y="48"/>
                  </a:cubicBezTo>
                  <a:cubicBezTo>
                    <a:pt x="59" y="44"/>
                    <a:pt x="58" y="44"/>
                    <a:pt x="53" y="46"/>
                  </a:cubicBezTo>
                  <a:cubicBezTo>
                    <a:pt x="52" y="47"/>
                    <a:pt x="51" y="47"/>
                    <a:pt x="50" y="47"/>
                  </a:cubicBezTo>
                  <a:cubicBezTo>
                    <a:pt x="52" y="44"/>
                    <a:pt x="55" y="42"/>
                    <a:pt x="58" y="40"/>
                  </a:cubicBezTo>
                  <a:cubicBezTo>
                    <a:pt x="61" y="38"/>
                    <a:pt x="64" y="35"/>
                    <a:pt x="67" y="33"/>
                  </a:cubicBezTo>
                  <a:cubicBezTo>
                    <a:pt x="70" y="31"/>
                    <a:pt x="72" y="29"/>
                    <a:pt x="75" y="27"/>
                  </a:cubicBezTo>
                  <a:cubicBezTo>
                    <a:pt x="76" y="27"/>
                    <a:pt x="76" y="27"/>
                    <a:pt x="76" y="28"/>
                  </a:cubicBezTo>
                  <a:cubicBezTo>
                    <a:pt x="76" y="28"/>
                    <a:pt x="75" y="29"/>
                    <a:pt x="75" y="29"/>
                  </a:cubicBezTo>
                  <a:cubicBezTo>
                    <a:pt x="72" y="34"/>
                    <a:pt x="71" y="36"/>
                    <a:pt x="75" y="40"/>
                  </a:cubicBezTo>
                  <a:cubicBezTo>
                    <a:pt x="77" y="44"/>
                    <a:pt x="80" y="47"/>
                    <a:pt x="82" y="50"/>
                  </a:cubicBezTo>
                  <a:cubicBezTo>
                    <a:pt x="82" y="51"/>
                    <a:pt x="82" y="51"/>
                    <a:pt x="82" y="52"/>
                  </a:cubicBezTo>
                  <a:cubicBezTo>
                    <a:pt x="74" y="64"/>
                    <a:pt x="64" y="74"/>
                    <a:pt x="49" y="78"/>
                  </a:cubicBezTo>
                  <a:cubicBezTo>
                    <a:pt x="43" y="80"/>
                    <a:pt x="37" y="79"/>
                    <a:pt x="31" y="76"/>
                  </a:cubicBezTo>
                  <a:cubicBezTo>
                    <a:pt x="11" y="66"/>
                    <a:pt x="0" y="35"/>
                    <a:pt x="24" y="15"/>
                  </a:cubicBezTo>
                  <a:cubicBezTo>
                    <a:pt x="27" y="13"/>
                    <a:pt x="32" y="12"/>
                    <a:pt x="36" y="10"/>
                  </a:cubicBezTo>
                  <a:cubicBezTo>
                    <a:pt x="37" y="9"/>
                    <a:pt x="38" y="9"/>
                    <a:pt x="39" y="9"/>
                  </a:cubicBezTo>
                  <a:cubicBezTo>
                    <a:pt x="44" y="7"/>
                    <a:pt x="44" y="7"/>
                    <a:pt x="44" y="2"/>
                  </a:cubicBezTo>
                  <a:cubicBezTo>
                    <a:pt x="44" y="2"/>
                    <a:pt x="44" y="2"/>
                    <a:pt x="44" y="1"/>
                  </a:cubicBezTo>
                  <a:cubicBezTo>
                    <a:pt x="44" y="1"/>
                    <a:pt x="44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76" name="Freeform 52"/>
            <p:cNvSpPr/>
            <p:nvPr/>
          </p:nvSpPr>
          <p:spPr bwMode="auto">
            <a:xfrm>
              <a:off x="5141653" y="20291785"/>
              <a:ext cx="456165" cy="495489"/>
            </a:xfrm>
            <a:custGeom>
              <a:avLst/>
              <a:gdLst>
                <a:gd name="T0" fmla="*/ 58 w 65"/>
                <a:gd name="T1" fmla="*/ 69 h 70"/>
                <a:gd name="T2" fmla="*/ 53 w 65"/>
                <a:gd name="T3" fmla="*/ 66 h 70"/>
                <a:gd name="T4" fmla="*/ 25 w 65"/>
                <a:gd name="T5" fmla="*/ 31 h 70"/>
                <a:gd name="T6" fmla="*/ 13 w 65"/>
                <a:gd name="T7" fmla="*/ 17 h 70"/>
                <a:gd name="T8" fmla="*/ 12 w 65"/>
                <a:gd name="T9" fmla="*/ 21 h 70"/>
                <a:gd name="T10" fmla="*/ 12 w 65"/>
                <a:gd name="T11" fmla="*/ 56 h 70"/>
                <a:gd name="T12" fmla="*/ 20 w 65"/>
                <a:gd name="T13" fmla="*/ 66 h 70"/>
                <a:gd name="T14" fmla="*/ 21 w 65"/>
                <a:gd name="T15" fmla="*/ 68 h 70"/>
                <a:gd name="T16" fmla="*/ 0 w 65"/>
                <a:gd name="T17" fmla="*/ 68 h 70"/>
                <a:gd name="T18" fmla="*/ 3 w 65"/>
                <a:gd name="T19" fmla="*/ 66 h 70"/>
                <a:gd name="T20" fmla="*/ 9 w 65"/>
                <a:gd name="T21" fmla="*/ 58 h 70"/>
                <a:gd name="T22" fmla="*/ 9 w 65"/>
                <a:gd name="T23" fmla="*/ 14 h 70"/>
                <a:gd name="T24" fmla="*/ 6 w 65"/>
                <a:gd name="T25" fmla="*/ 8 h 70"/>
                <a:gd name="T26" fmla="*/ 0 w 65"/>
                <a:gd name="T27" fmla="*/ 2 h 70"/>
                <a:gd name="T28" fmla="*/ 10 w 65"/>
                <a:gd name="T29" fmla="*/ 1 h 70"/>
                <a:gd name="T30" fmla="*/ 27 w 65"/>
                <a:gd name="T31" fmla="*/ 9 h 70"/>
                <a:gd name="T32" fmla="*/ 50 w 65"/>
                <a:gd name="T33" fmla="*/ 39 h 70"/>
                <a:gd name="T34" fmla="*/ 54 w 65"/>
                <a:gd name="T35" fmla="*/ 42 h 70"/>
                <a:gd name="T36" fmla="*/ 54 w 65"/>
                <a:gd name="T37" fmla="*/ 38 h 70"/>
                <a:gd name="T38" fmla="*/ 54 w 65"/>
                <a:gd name="T39" fmla="*/ 15 h 70"/>
                <a:gd name="T40" fmla="*/ 46 w 65"/>
                <a:gd name="T41" fmla="*/ 3 h 70"/>
                <a:gd name="T42" fmla="*/ 45 w 65"/>
                <a:gd name="T43" fmla="*/ 3 h 70"/>
                <a:gd name="T44" fmla="*/ 65 w 65"/>
                <a:gd name="T45" fmla="*/ 2 h 70"/>
                <a:gd name="T46" fmla="*/ 63 w 65"/>
                <a:gd name="T47" fmla="*/ 4 h 70"/>
                <a:gd name="T48" fmla="*/ 58 w 65"/>
                <a:gd name="T49" fmla="*/ 12 h 70"/>
                <a:gd name="T50" fmla="*/ 58 w 65"/>
                <a:gd name="T51" fmla="*/ 26 h 70"/>
                <a:gd name="T52" fmla="*/ 58 w 65"/>
                <a:gd name="T53" fmla="*/ 64 h 70"/>
                <a:gd name="T54" fmla="*/ 58 w 65"/>
                <a:gd name="T55" fmla="*/ 69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70">
                  <a:moveTo>
                    <a:pt x="58" y="69"/>
                  </a:moveTo>
                  <a:cubicBezTo>
                    <a:pt x="54" y="70"/>
                    <a:pt x="54" y="68"/>
                    <a:pt x="53" y="66"/>
                  </a:cubicBezTo>
                  <a:cubicBezTo>
                    <a:pt x="43" y="55"/>
                    <a:pt x="34" y="43"/>
                    <a:pt x="25" y="31"/>
                  </a:cubicBezTo>
                  <a:cubicBezTo>
                    <a:pt x="21" y="27"/>
                    <a:pt x="17" y="22"/>
                    <a:pt x="13" y="17"/>
                  </a:cubicBezTo>
                  <a:cubicBezTo>
                    <a:pt x="13" y="19"/>
                    <a:pt x="12" y="20"/>
                    <a:pt x="12" y="21"/>
                  </a:cubicBezTo>
                  <a:cubicBezTo>
                    <a:pt x="12" y="33"/>
                    <a:pt x="12" y="44"/>
                    <a:pt x="12" y="56"/>
                  </a:cubicBezTo>
                  <a:cubicBezTo>
                    <a:pt x="12" y="63"/>
                    <a:pt x="13" y="64"/>
                    <a:pt x="20" y="66"/>
                  </a:cubicBezTo>
                  <a:cubicBezTo>
                    <a:pt x="20" y="67"/>
                    <a:pt x="21" y="67"/>
                    <a:pt x="21" y="68"/>
                  </a:cubicBezTo>
                  <a:cubicBezTo>
                    <a:pt x="18" y="69"/>
                    <a:pt x="5" y="69"/>
                    <a:pt x="0" y="68"/>
                  </a:cubicBezTo>
                  <a:cubicBezTo>
                    <a:pt x="1" y="67"/>
                    <a:pt x="2" y="66"/>
                    <a:pt x="3" y="66"/>
                  </a:cubicBezTo>
                  <a:cubicBezTo>
                    <a:pt x="7" y="65"/>
                    <a:pt x="9" y="63"/>
                    <a:pt x="9" y="58"/>
                  </a:cubicBezTo>
                  <a:cubicBezTo>
                    <a:pt x="9" y="44"/>
                    <a:pt x="9" y="29"/>
                    <a:pt x="9" y="14"/>
                  </a:cubicBezTo>
                  <a:cubicBezTo>
                    <a:pt x="9" y="11"/>
                    <a:pt x="7" y="9"/>
                    <a:pt x="6" y="8"/>
                  </a:cubicBezTo>
                  <a:cubicBezTo>
                    <a:pt x="4" y="6"/>
                    <a:pt x="2" y="4"/>
                    <a:pt x="0" y="2"/>
                  </a:cubicBezTo>
                  <a:cubicBezTo>
                    <a:pt x="4" y="1"/>
                    <a:pt x="7" y="2"/>
                    <a:pt x="10" y="1"/>
                  </a:cubicBezTo>
                  <a:cubicBezTo>
                    <a:pt x="18" y="0"/>
                    <a:pt x="22" y="3"/>
                    <a:pt x="27" y="9"/>
                  </a:cubicBezTo>
                  <a:cubicBezTo>
                    <a:pt x="34" y="19"/>
                    <a:pt x="42" y="29"/>
                    <a:pt x="50" y="39"/>
                  </a:cubicBezTo>
                  <a:cubicBezTo>
                    <a:pt x="51" y="40"/>
                    <a:pt x="52" y="41"/>
                    <a:pt x="54" y="42"/>
                  </a:cubicBezTo>
                  <a:cubicBezTo>
                    <a:pt x="54" y="41"/>
                    <a:pt x="54" y="39"/>
                    <a:pt x="54" y="38"/>
                  </a:cubicBezTo>
                  <a:cubicBezTo>
                    <a:pt x="54" y="30"/>
                    <a:pt x="54" y="23"/>
                    <a:pt x="54" y="15"/>
                  </a:cubicBezTo>
                  <a:cubicBezTo>
                    <a:pt x="54" y="9"/>
                    <a:pt x="53" y="4"/>
                    <a:pt x="46" y="3"/>
                  </a:cubicBezTo>
                  <a:cubicBezTo>
                    <a:pt x="46" y="3"/>
                    <a:pt x="45" y="3"/>
                    <a:pt x="45" y="3"/>
                  </a:cubicBezTo>
                  <a:cubicBezTo>
                    <a:pt x="48" y="1"/>
                    <a:pt x="61" y="1"/>
                    <a:pt x="65" y="2"/>
                  </a:cubicBezTo>
                  <a:cubicBezTo>
                    <a:pt x="64" y="3"/>
                    <a:pt x="64" y="3"/>
                    <a:pt x="63" y="4"/>
                  </a:cubicBezTo>
                  <a:cubicBezTo>
                    <a:pt x="59" y="5"/>
                    <a:pt x="57" y="8"/>
                    <a:pt x="58" y="12"/>
                  </a:cubicBezTo>
                  <a:cubicBezTo>
                    <a:pt x="58" y="17"/>
                    <a:pt x="58" y="22"/>
                    <a:pt x="58" y="26"/>
                  </a:cubicBezTo>
                  <a:cubicBezTo>
                    <a:pt x="58" y="39"/>
                    <a:pt x="58" y="51"/>
                    <a:pt x="58" y="64"/>
                  </a:cubicBezTo>
                  <a:cubicBezTo>
                    <a:pt x="58" y="66"/>
                    <a:pt x="58" y="67"/>
                    <a:pt x="58" y="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77" name="Freeform 53"/>
            <p:cNvSpPr>
              <a:spLocks noEditPoints="1"/>
            </p:cNvSpPr>
            <p:nvPr/>
          </p:nvSpPr>
          <p:spPr bwMode="auto">
            <a:xfrm>
              <a:off x="5700062" y="26009575"/>
              <a:ext cx="353921" cy="503354"/>
            </a:xfrm>
            <a:custGeom>
              <a:avLst/>
              <a:gdLst>
                <a:gd name="T0" fmla="*/ 9 w 50"/>
                <a:gd name="T1" fmla="*/ 71 h 71"/>
                <a:gd name="T2" fmla="*/ 31 w 50"/>
                <a:gd name="T3" fmla="*/ 41 h 71"/>
                <a:gd name="T4" fmla="*/ 23 w 50"/>
                <a:gd name="T5" fmla="*/ 44 h 71"/>
                <a:gd name="T6" fmla="*/ 3 w 50"/>
                <a:gd name="T7" fmla="*/ 33 h 71"/>
                <a:gd name="T8" fmla="*/ 3 w 50"/>
                <a:gd name="T9" fmla="*/ 13 h 71"/>
                <a:gd name="T10" fmla="*/ 21 w 50"/>
                <a:gd name="T11" fmla="*/ 1 h 71"/>
                <a:gd name="T12" fmla="*/ 41 w 50"/>
                <a:gd name="T13" fmla="*/ 11 h 71"/>
                <a:gd name="T14" fmla="*/ 34 w 50"/>
                <a:gd name="T15" fmla="*/ 59 h 71"/>
                <a:gd name="T16" fmla="*/ 9 w 50"/>
                <a:gd name="T17" fmla="*/ 71 h 71"/>
                <a:gd name="T18" fmla="*/ 31 w 50"/>
                <a:gd name="T19" fmla="*/ 32 h 71"/>
                <a:gd name="T20" fmla="*/ 32 w 50"/>
                <a:gd name="T21" fmla="*/ 32 h 71"/>
                <a:gd name="T22" fmla="*/ 28 w 50"/>
                <a:gd name="T23" fmla="*/ 12 h 71"/>
                <a:gd name="T24" fmla="*/ 25 w 50"/>
                <a:gd name="T25" fmla="*/ 6 h 71"/>
                <a:gd name="T26" fmla="*/ 19 w 50"/>
                <a:gd name="T27" fmla="*/ 3 h 71"/>
                <a:gd name="T28" fmla="*/ 15 w 50"/>
                <a:gd name="T29" fmla="*/ 8 h 71"/>
                <a:gd name="T30" fmla="*/ 14 w 50"/>
                <a:gd name="T31" fmla="*/ 10 h 71"/>
                <a:gd name="T32" fmla="*/ 18 w 50"/>
                <a:gd name="T33" fmla="*/ 32 h 71"/>
                <a:gd name="T34" fmla="*/ 21 w 50"/>
                <a:gd name="T35" fmla="*/ 37 h 71"/>
                <a:gd name="T36" fmla="*/ 29 w 50"/>
                <a:gd name="T37" fmla="*/ 39 h 71"/>
                <a:gd name="T38" fmla="*/ 31 w 50"/>
                <a:gd name="T39" fmla="*/ 33 h 71"/>
                <a:gd name="T40" fmla="*/ 31 w 50"/>
                <a:gd name="T41" fmla="*/ 3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" h="71">
                  <a:moveTo>
                    <a:pt x="9" y="71"/>
                  </a:moveTo>
                  <a:cubicBezTo>
                    <a:pt x="22" y="66"/>
                    <a:pt x="29" y="55"/>
                    <a:pt x="31" y="41"/>
                  </a:cubicBezTo>
                  <a:cubicBezTo>
                    <a:pt x="28" y="42"/>
                    <a:pt x="26" y="43"/>
                    <a:pt x="23" y="44"/>
                  </a:cubicBezTo>
                  <a:cubicBezTo>
                    <a:pt x="14" y="46"/>
                    <a:pt x="7" y="42"/>
                    <a:pt x="3" y="33"/>
                  </a:cubicBezTo>
                  <a:cubicBezTo>
                    <a:pt x="0" y="26"/>
                    <a:pt x="1" y="19"/>
                    <a:pt x="3" y="13"/>
                  </a:cubicBezTo>
                  <a:cubicBezTo>
                    <a:pt x="7" y="5"/>
                    <a:pt x="13" y="1"/>
                    <a:pt x="21" y="1"/>
                  </a:cubicBezTo>
                  <a:cubicBezTo>
                    <a:pt x="29" y="0"/>
                    <a:pt x="36" y="3"/>
                    <a:pt x="41" y="11"/>
                  </a:cubicBezTo>
                  <a:cubicBezTo>
                    <a:pt x="50" y="26"/>
                    <a:pt x="47" y="47"/>
                    <a:pt x="34" y="59"/>
                  </a:cubicBezTo>
                  <a:cubicBezTo>
                    <a:pt x="28" y="65"/>
                    <a:pt x="17" y="70"/>
                    <a:pt x="9" y="71"/>
                  </a:cubicBezTo>
                  <a:close/>
                  <a:moveTo>
                    <a:pt x="31" y="32"/>
                  </a:moveTo>
                  <a:cubicBezTo>
                    <a:pt x="31" y="32"/>
                    <a:pt x="31" y="32"/>
                    <a:pt x="32" y="32"/>
                  </a:cubicBezTo>
                  <a:cubicBezTo>
                    <a:pt x="30" y="25"/>
                    <a:pt x="29" y="19"/>
                    <a:pt x="28" y="12"/>
                  </a:cubicBezTo>
                  <a:cubicBezTo>
                    <a:pt x="27" y="10"/>
                    <a:pt x="26" y="8"/>
                    <a:pt x="25" y="6"/>
                  </a:cubicBezTo>
                  <a:cubicBezTo>
                    <a:pt x="24" y="4"/>
                    <a:pt x="22" y="3"/>
                    <a:pt x="19" y="3"/>
                  </a:cubicBezTo>
                  <a:cubicBezTo>
                    <a:pt x="17" y="4"/>
                    <a:pt x="15" y="5"/>
                    <a:pt x="15" y="8"/>
                  </a:cubicBezTo>
                  <a:cubicBezTo>
                    <a:pt x="15" y="9"/>
                    <a:pt x="14" y="10"/>
                    <a:pt x="14" y="10"/>
                  </a:cubicBezTo>
                  <a:cubicBezTo>
                    <a:pt x="15" y="18"/>
                    <a:pt x="16" y="25"/>
                    <a:pt x="18" y="32"/>
                  </a:cubicBezTo>
                  <a:cubicBezTo>
                    <a:pt x="19" y="34"/>
                    <a:pt x="20" y="35"/>
                    <a:pt x="21" y="37"/>
                  </a:cubicBezTo>
                  <a:cubicBezTo>
                    <a:pt x="23" y="39"/>
                    <a:pt x="25" y="39"/>
                    <a:pt x="29" y="39"/>
                  </a:cubicBezTo>
                  <a:cubicBezTo>
                    <a:pt x="32" y="38"/>
                    <a:pt x="31" y="35"/>
                    <a:pt x="31" y="33"/>
                  </a:cubicBezTo>
                  <a:cubicBezTo>
                    <a:pt x="31" y="33"/>
                    <a:pt x="31" y="32"/>
                    <a:pt x="31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78" name="Freeform 54"/>
            <p:cNvSpPr/>
            <p:nvPr/>
          </p:nvSpPr>
          <p:spPr bwMode="auto">
            <a:xfrm>
              <a:off x="4323703" y="20386164"/>
              <a:ext cx="471894" cy="534814"/>
            </a:xfrm>
            <a:custGeom>
              <a:avLst/>
              <a:gdLst>
                <a:gd name="T0" fmla="*/ 42 w 68"/>
                <a:gd name="T1" fmla="*/ 7 h 77"/>
                <a:gd name="T2" fmla="*/ 62 w 68"/>
                <a:gd name="T3" fmla="*/ 0 h 77"/>
                <a:gd name="T4" fmla="*/ 60 w 68"/>
                <a:gd name="T5" fmla="*/ 3 h 77"/>
                <a:gd name="T6" fmla="*/ 57 w 68"/>
                <a:gd name="T7" fmla="*/ 12 h 77"/>
                <a:gd name="T8" fmla="*/ 65 w 68"/>
                <a:gd name="T9" fmla="*/ 40 h 77"/>
                <a:gd name="T10" fmla="*/ 67 w 68"/>
                <a:gd name="T11" fmla="*/ 55 h 77"/>
                <a:gd name="T12" fmla="*/ 62 w 68"/>
                <a:gd name="T13" fmla="*/ 68 h 77"/>
                <a:gd name="T14" fmla="*/ 34 w 68"/>
                <a:gd name="T15" fmla="*/ 76 h 77"/>
                <a:gd name="T16" fmla="*/ 21 w 68"/>
                <a:gd name="T17" fmla="*/ 66 h 77"/>
                <a:gd name="T18" fmla="*/ 19 w 68"/>
                <a:gd name="T19" fmla="*/ 60 h 77"/>
                <a:gd name="T20" fmla="*/ 10 w 68"/>
                <a:gd name="T21" fmla="*/ 27 h 77"/>
                <a:gd name="T22" fmla="*/ 9 w 68"/>
                <a:gd name="T23" fmla="*/ 25 h 77"/>
                <a:gd name="T24" fmla="*/ 2 w 68"/>
                <a:gd name="T25" fmla="*/ 20 h 77"/>
                <a:gd name="T26" fmla="*/ 0 w 68"/>
                <a:gd name="T27" fmla="*/ 19 h 77"/>
                <a:gd name="T28" fmla="*/ 27 w 68"/>
                <a:gd name="T29" fmla="*/ 10 h 77"/>
                <a:gd name="T30" fmla="*/ 30 w 68"/>
                <a:gd name="T31" fmla="*/ 10 h 77"/>
                <a:gd name="T32" fmla="*/ 30 w 68"/>
                <a:gd name="T33" fmla="*/ 11 h 77"/>
                <a:gd name="T34" fmla="*/ 27 w 68"/>
                <a:gd name="T35" fmla="*/ 12 h 77"/>
                <a:gd name="T36" fmla="*/ 24 w 68"/>
                <a:gd name="T37" fmla="*/ 20 h 77"/>
                <a:gd name="T38" fmla="*/ 34 w 68"/>
                <a:gd name="T39" fmla="*/ 59 h 77"/>
                <a:gd name="T40" fmla="*/ 35 w 68"/>
                <a:gd name="T41" fmla="*/ 61 h 77"/>
                <a:gd name="T42" fmla="*/ 50 w 68"/>
                <a:gd name="T43" fmla="*/ 70 h 77"/>
                <a:gd name="T44" fmla="*/ 64 w 68"/>
                <a:gd name="T45" fmla="*/ 55 h 77"/>
                <a:gd name="T46" fmla="*/ 63 w 68"/>
                <a:gd name="T47" fmla="*/ 45 h 77"/>
                <a:gd name="T48" fmla="*/ 54 w 68"/>
                <a:gd name="T49" fmla="*/ 15 h 77"/>
                <a:gd name="T50" fmla="*/ 44 w 68"/>
                <a:gd name="T51" fmla="*/ 7 h 77"/>
                <a:gd name="T52" fmla="*/ 42 w 68"/>
                <a:gd name="T53" fmla="*/ 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8" h="77">
                  <a:moveTo>
                    <a:pt x="42" y="7"/>
                  </a:moveTo>
                  <a:cubicBezTo>
                    <a:pt x="45" y="4"/>
                    <a:pt x="57" y="1"/>
                    <a:pt x="62" y="0"/>
                  </a:cubicBezTo>
                  <a:cubicBezTo>
                    <a:pt x="61" y="1"/>
                    <a:pt x="61" y="2"/>
                    <a:pt x="60" y="3"/>
                  </a:cubicBezTo>
                  <a:cubicBezTo>
                    <a:pt x="57" y="5"/>
                    <a:pt x="56" y="8"/>
                    <a:pt x="57" y="12"/>
                  </a:cubicBezTo>
                  <a:cubicBezTo>
                    <a:pt x="60" y="21"/>
                    <a:pt x="63" y="31"/>
                    <a:pt x="65" y="40"/>
                  </a:cubicBezTo>
                  <a:cubicBezTo>
                    <a:pt x="66" y="45"/>
                    <a:pt x="67" y="50"/>
                    <a:pt x="67" y="55"/>
                  </a:cubicBezTo>
                  <a:cubicBezTo>
                    <a:pt x="68" y="61"/>
                    <a:pt x="66" y="65"/>
                    <a:pt x="62" y="68"/>
                  </a:cubicBezTo>
                  <a:cubicBezTo>
                    <a:pt x="54" y="74"/>
                    <a:pt x="44" y="77"/>
                    <a:pt x="34" y="76"/>
                  </a:cubicBezTo>
                  <a:cubicBezTo>
                    <a:pt x="28" y="75"/>
                    <a:pt x="24" y="72"/>
                    <a:pt x="21" y="66"/>
                  </a:cubicBezTo>
                  <a:cubicBezTo>
                    <a:pt x="20" y="64"/>
                    <a:pt x="19" y="62"/>
                    <a:pt x="19" y="60"/>
                  </a:cubicBezTo>
                  <a:cubicBezTo>
                    <a:pt x="16" y="49"/>
                    <a:pt x="13" y="38"/>
                    <a:pt x="10" y="27"/>
                  </a:cubicBezTo>
                  <a:cubicBezTo>
                    <a:pt x="10" y="27"/>
                    <a:pt x="9" y="26"/>
                    <a:pt x="9" y="25"/>
                  </a:cubicBezTo>
                  <a:cubicBezTo>
                    <a:pt x="8" y="22"/>
                    <a:pt x="6" y="20"/>
                    <a:pt x="2" y="20"/>
                  </a:cubicBezTo>
                  <a:cubicBezTo>
                    <a:pt x="1" y="20"/>
                    <a:pt x="1" y="20"/>
                    <a:pt x="0" y="19"/>
                  </a:cubicBezTo>
                  <a:cubicBezTo>
                    <a:pt x="8" y="15"/>
                    <a:pt x="18" y="13"/>
                    <a:pt x="27" y="10"/>
                  </a:cubicBezTo>
                  <a:cubicBezTo>
                    <a:pt x="28" y="10"/>
                    <a:pt x="29" y="10"/>
                    <a:pt x="30" y="10"/>
                  </a:cubicBezTo>
                  <a:cubicBezTo>
                    <a:pt x="30" y="10"/>
                    <a:pt x="30" y="10"/>
                    <a:pt x="30" y="11"/>
                  </a:cubicBezTo>
                  <a:cubicBezTo>
                    <a:pt x="29" y="11"/>
                    <a:pt x="28" y="12"/>
                    <a:pt x="27" y="12"/>
                  </a:cubicBezTo>
                  <a:cubicBezTo>
                    <a:pt x="24" y="14"/>
                    <a:pt x="23" y="16"/>
                    <a:pt x="24" y="20"/>
                  </a:cubicBezTo>
                  <a:cubicBezTo>
                    <a:pt x="27" y="33"/>
                    <a:pt x="31" y="46"/>
                    <a:pt x="34" y="59"/>
                  </a:cubicBezTo>
                  <a:cubicBezTo>
                    <a:pt x="35" y="60"/>
                    <a:pt x="35" y="60"/>
                    <a:pt x="35" y="61"/>
                  </a:cubicBezTo>
                  <a:cubicBezTo>
                    <a:pt x="38" y="68"/>
                    <a:pt x="43" y="71"/>
                    <a:pt x="50" y="70"/>
                  </a:cubicBezTo>
                  <a:cubicBezTo>
                    <a:pt x="59" y="68"/>
                    <a:pt x="64" y="63"/>
                    <a:pt x="64" y="55"/>
                  </a:cubicBezTo>
                  <a:cubicBezTo>
                    <a:pt x="64" y="51"/>
                    <a:pt x="63" y="48"/>
                    <a:pt x="63" y="45"/>
                  </a:cubicBezTo>
                  <a:cubicBezTo>
                    <a:pt x="60" y="35"/>
                    <a:pt x="57" y="25"/>
                    <a:pt x="54" y="15"/>
                  </a:cubicBezTo>
                  <a:cubicBezTo>
                    <a:pt x="52" y="8"/>
                    <a:pt x="51" y="7"/>
                    <a:pt x="44" y="7"/>
                  </a:cubicBezTo>
                  <a:cubicBezTo>
                    <a:pt x="43" y="7"/>
                    <a:pt x="43" y="7"/>
                    <a:pt x="42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79" name="Freeform 55"/>
            <p:cNvSpPr/>
            <p:nvPr/>
          </p:nvSpPr>
          <p:spPr bwMode="auto">
            <a:xfrm>
              <a:off x="7894371" y="22195094"/>
              <a:ext cx="550543" cy="440435"/>
            </a:xfrm>
            <a:custGeom>
              <a:avLst/>
              <a:gdLst>
                <a:gd name="T0" fmla="*/ 0 w 79"/>
                <a:gd name="T1" fmla="*/ 22 h 63"/>
                <a:gd name="T2" fmla="*/ 20 w 79"/>
                <a:gd name="T3" fmla="*/ 13 h 63"/>
                <a:gd name="T4" fmla="*/ 20 w 79"/>
                <a:gd name="T5" fmla="*/ 17 h 63"/>
                <a:gd name="T6" fmla="*/ 12 w 79"/>
                <a:gd name="T7" fmla="*/ 26 h 63"/>
                <a:gd name="T8" fmla="*/ 13 w 79"/>
                <a:gd name="T9" fmla="*/ 46 h 63"/>
                <a:gd name="T10" fmla="*/ 24 w 79"/>
                <a:gd name="T11" fmla="*/ 50 h 63"/>
                <a:gd name="T12" fmla="*/ 32 w 79"/>
                <a:gd name="T13" fmla="*/ 42 h 63"/>
                <a:gd name="T14" fmla="*/ 32 w 79"/>
                <a:gd name="T15" fmla="*/ 35 h 63"/>
                <a:gd name="T16" fmla="*/ 35 w 79"/>
                <a:gd name="T17" fmla="*/ 14 h 63"/>
                <a:gd name="T18" fmla="*/ 51 w 79"/>
                <a:gd name="T19" fmla="*/ 1 h 63"/>
                <a:gd name="T20" fmla="*/ 66 w 79"/>
                <a:gd name="T21" fmla="*/ 7 h 63"/>
                <a:gd name="T22" fmla="*/ 73 w 79"/>
                <a:gd name="T23" fmla="*/ 24 h 63"/>
                <a:gd name="T24" fmla="*/ 73 w 79"/>
                <a:gd name="T25" fmla="*/ 28 h 63"/>
                <a:gd name="T26" fmla="*/ 76 w 79"/>
                <a:gd name="T27" fmla="*/ 32 h 63"/>
                <a:gd name="T28" fmla="*/ 79 w 79"/>
                <a:gd name="T29" fmla="*/ 34 h 63"/>
                <a:gd name="T30" fmla="*/ 59 w 79"/>
                <a:gd name="T31" fmla="*/ 42 h 63"/>
                <a:gd name="T32" fmla="*/ 62 w 79"/>
                <a:gd name="T33" fmla="*/ 38 h 63"/>
                <a:gd name="T34" fmla="*/ 69 w 79"/>
                <a:gd name="T35" fmla="*/ 26 h 63"/>
                <a:gd name="T36" fmla="*/ 65 w 79"/>
                <a:gd name="T37" fmla="*/ 12 h 63"/>
                <a:gd name="T38" fmla="*/ 50 w 79"/>
                <a:gd name="T39" fmla="*/ 14 h 63"/>
                <a:gd name="T40" fmla="*/ 49 w 79"/>
                <a:gd name="T41" fmla="*/ 21 h 63"/>
                <a:gd name="T42" fmla="*/ 48 w 79"/>
                <a:gd name="T43" fmla="*/ 39 h 63"/>
                <a:gd name="T44" fmla="*/ 45 w 79"/>
                <a:gd name="T45" fmla="*/ 50 h 63"/>
                <a:gd name="T46" fmla="*/ 15 w 79"/>
                <a:gd name="T47" fmla="*/ 53 h 63"/>
                <a:gd name="T48" fmla="*/ 7 w 79"/>
                <a:gd name="T49" fmla="*/ 34 h 63"/>
                <a:gd name="T50" fmla="*/ 0 w 79"/>
                <a:gd name="T51" fmla="*/ 2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9" h="63">
                  <a:moveTo>
                    <a:pt x="0" y="22"/>
                  </a:moveTo>
                  <a:cubicBezTo>
                    <a:pt x="7" y="19"/>
                    <a:pt x="14" y="16"/>
                    <a:pt x="20" y="13"/>
                  </a:cubicBezTo>
                  <a:cubicBezTo>
                    <a:pt x="22" y="15"/>
                    <a:pt x="21" y="16"/>
                    <a:pt x="20" y="17"/>
                  </a:cubicBezTo>
                  <a:cubicBezTo>
                    <a:pt x="17" y="20"/>
                    <a:pt x="14" y="23"/>
                    <a:pt x="12" y="26"/>
                  </a:cubicBezTo>
                  <a:cubicBezTo>
                    <a:pt x="8" y="33"/>
                    <a:pt x="9" y="39"/>
                    <a:pt x="13" y="46"/>
                  </a:cubicBezTo>
                  <a:cubicBezTo>
                    <a:pt x="16" y="50"/>
                    <a:pt x="19" y="51"/>
                    <a:pt x="24" y="50"/>
                  </a:cubicBezTo>
                  <a:cubicBezTo>
                    <a:pt x="28" y="49"/>
                    <a:pt x="31" y="46"/>
                    <a:pt x="32" y="42"/>
                  </a:cubicBezTo>
                  <a:cubicBezTo>
                    <a:pt x="32" y="40"/>
                    <a:pt x="32" y="37"/>
                    <a:pt x="32" y="35"/>
                  </a:cubicBezTo>
                  <a:cubicBezTo>
                    <a:pt x="33" y="28"/>
                    <a:pt x="33" y="21"/>
                    <a:pt x="35" y="14"/>
                  </a:cubicBezTo>
                  <a:cubicBezTo>
                    <a:pt x="37" y="6"/>
                    <a:pt x="43" y="2"/>
                    <a:pt x="51" y="1"/>
                  </a:cubicBezTo>
                  <a:cubicBezTo>
                    <a:pt x="57" y="0"/>
                    <a:pt x="62" y="3"/>
                    <a:pt x="66" y="7"/>
                  </a:cubicBezTo>
                  <a:cubicBezTo>
                    <a:pt x="70" y="12"/>
                    <a:pt x="72" y="18"/>
                    <a:pt x="73" y="24"/>
                  </a:cubicBezTo>
                  <a:cubicBezTo>
                    <a:pt x="73" y="26"/>
                    <a:pt x="73" y="27"/>
                    <a:pt x="73" y="28"/>
                  </a:cubicBezTo>
                  <a:cubicBezTo>
                    <a:pt x="73" y="30"/>
                    <a:pt x="74" y="32"/>
                    <a:pt x="76" y="32"/>
                  </a:cubicBezTo>
                  <a:cubicBezTo>
                    <a:pt x="77" y="32"/>
                    <a:pt x="78" y="33"/>
                    <a:pt x="79" y="34"/>
                  </a:cubicBezTo>
                  <a:cubicBezTo>
                    <a:pt x="75" y="37"/>
                    <a:pt x="63" y="42"/>
                    <a:pt x="59" y="42"/>
                  </a:cubicBezTo>
                  <a:cubicBezTo>
                    <a:pt x="60" y="40"/>
                    <a:pt x="61" y="39"/>
                    <a:pt x="62" y="38"/>
                  </a:cubicBezTo>
                  <a:cubicBezTo>
                    <a:pt x="65" y="34"/>
                    <a:pt x="68" y="31"/>
                    <a:pt x="69" y="26"/>
                  </a:cubicBezTo>
                  <a:cubicBezTo>
                    <a:pt x="70" y="21"/>
                    <a:pt x="69" y="16"/>
                    <a:pt x="65" y="12"/>
                  </a:cubicBezTo>
                  <a:cubicBezTo>
                    <a:pt x="61" y="7"/>
                    <a:pt x="53" y="8"/>
                    <a:pt x="50" y="14"/>
                  </a:cubicBezTo>
                  <a:cubicBezTo>
                    <a:pt x="49" y="16"/>
                    <a:pt x="49" y="19"/>
                    <a:pt x="49" y="21"/>
                  </a:cubicBezTo>
                  <a:cubicBezTo>
                    <a:pt x="48" y="27"/>
                    <a:pt x="49" y="33"/>
                    <a:pt x="48" y="39"/>
                  </a:cubicBezTo>
                  <a:cubicBezTo>
                    <a:pt x="47" y="42"/>
                    <a:pt x="47" y="46"/>
                    <a:pt x="45" y="50"/>
                  </a:cubicBezTo>
                  <a:cubicBezTo>
                    <a:pt x="39" y="60"/>
                    <a:pt x="24" y="63"/>
                    <a:pt x="15" y="53"/>
                  </a:cubicBezTo>
                  <a:cubicBezTo>
                    <a:pt x="11" y="47"/>
                    <a:pt x="8" y="41"/>
                    <a:pt x="7" y="34"/>
                  </a:cubicBezTo>
                  <a:cubicBezTo>
                    <a:pt x="5" y="27"/>
                    <a:pt x="5" y="27"/>
                    <a:pt x="0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80" name="Freeform 56"/>
            <p:cNvSpPr/>
            <p:nvPr/>
          </p:nvSpPr>
          <p:spPr bwMode="auto">
            <a:xfrm>
              <a:off x="7902235" y="24263565"/>
              <a:ext cx="542679" cy="503354"/>
            </a:xfrm>
            <a:custGeom>
              <a:avLst/>
              <a:gdLst>
                <a:gd name="T0" fmla="*/ 64 w 77"/>
                <a:gd name="T1" fmla="*/ 40 h 72"/>
                <a:gd name="T2" fmla="*/ 65 w 77"/>
                <a:gd name="T3" fmla="*/ 37 h 72"/>
                <a:gd name="T4" fmla="*/ 59 w 77"/>
                <a:gd name="T5" fmla="*/ 30 h 72"/>
                <a:gd name="T6" fmla="*/ 45 w 77"/>
                <a:gd name="T7" fmla="*/ 32 h 72"/>
                <a:gd name="T8" fmla="*/ 37 w 77"/>
                <a:gd name="T9" fmla="*/ 32 h 72"/>
                <a:gd name="T10" fmla="*/ 33 w 77"/>
                <a:gd name="T11" fmla="*/ 33 h 72"/>
                <a:gd name="T12" fmla="*/ 39 w 77"/>
                <a:gd name="T13" fmla="*/ 41 h 72"/>
                <a:gd name="T14" fmla="*/ 47 w 77"/>
                <a:gd name="T15" fmla="*/ 52 h 72"/>
                <a:gd name="T16" fmla="*/ 50 w 77"/>
                <a:gd name="T17" fmla="*/ 56 h 72"/>
                <a:gd name="T18" fmla="*/ 57 w 77"/>
                <a:gd name="T19" fmla="*/ 55 h 72"/>
                <a:gd name="T20" fmla="*/ 60 w 77"/>
                <a:gd name="T21" fmla="*/ 51 h 72"/>
                <a:gd name="T22" fmla="*/ 53 w 77"/>
                <a:gd name="T23" fmla="*/ 72 h 72"/>
                <a:gd name="T24" fmla="*/ 52 w 77"/>
                <a:gd name="T25" fmla="*/ 71 h 72"/>
                <a:gd name="T26" fmla="*/ 48 w 77"/>
                <a:gd name="T27" fmla="*/ 60 h 72"/>
                <a:gd name="T28" fmla="*/ 31 w 77"/>
                <a:gd name="T29" fmla="*/ 37 h 72"/>
                <a:gd name="T30" fmla="*/ 26 w 77"/>
                <a:gd name="T31" fmla="*/ 33 h 72"/>
                <a:gd name="T32" fmla="*/ 13 w 77"/>
                <a:gd name="T33" fmla="*/ 27 h 72"/>
                <a:gd name="T34" fmla="*/ 2 w 77"/>
                <a:gd name="T35" fmla="*/ 31 h 72"/>
                <a:gd name="T36" fmla="*/ 1 w 77"/>
                <a:gd name="T37" fmla="*/ 32 h 72"/>
                <a:gd name="T38" fmla="*/ 0 w 77"/>
                <a:gd name="T39" fmla="*/ 30 h 72"/>
                <a:gd name="T40" fmla="*/ 12 w 77"/>
                <a:gd name="T41" fmla="*/ 1 h 72"/>
                <a:gd name="T42" fmla="*/ 13 w 77"/>
                <a:gd name="T43" fmla="*/ 0 h 72"/>
                <a:gd name="T44" fmla="*/ 13 w 77"/>
                <a:gd name="T45" fmla="*/ 3 h 72"/>
                <a:gd name="T46" fmla="*/ 18 w 77"/>
                <a:gd name="T47" fmla="*/ 12 h 72"/>
                <a:gd name="T48" fmla="*/ 30 w 77"/>
                <a:gd name="T49" fmla="*/ 17 h 72"/>
                <a:gd name="T50" fmla="*/ 34 w 77"/>
                <a:gd name="T51" fmla="*/ 18 h 72"/>
                <a:gd name="T52" fmla="*/ 67 w 77"/>
                <a:gd name="T53" fmla="*/ 14 h 72"/>
                <a:gd name="T54" fmla="*/ 76 w 77"/>
                <a:gd name="T55" fmla="*/ 8 h 72"/>
                <a:gd name="T56" fmla="*/ 77 w 77"/>
                <a:gd name="T57" fmla="*/ 10 h 72"/>
                <a:gd name="T58" fmla="*/ 66 w 77"/>
                <a:gd name="T59" fmla="*/ 39 h 72"/>
                <a:gd name="T60" fmla="*/ 64 w 77"/>
                <a:gd name="T61" fmla="*/ 4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7" h="72">
                  <a:moveTo>
                    <a:pt x="64" y="40"/>
                  </a:moveTo>
                  <a:cubicBezTo>
                    <a:pt x="65" y="39"/>
                    <a:pt x="65" y="38"/>
                    <a:pt x="65" y="37"/>
                  </a:cubicBezTo>
                  <a:cubicBezTo>
                    <a:pt x="67" y="31"/>
                    <a:pt x="66" y="30"/>
                    <a:pt x="59" y="30"/>
                  </a:cubicBezTo>
                  <a:cubicBezTo>
                    <a:pt x="54" y="31"/>
                    <a:pt x="50" y="31"/>
                    <a:pt x="45" y="32"/>
                  </a:cubicBezTo>
                  <a:cubicBezTo>
                    <a:pt x="42" y="32"/>
                    <a:pt x="40" y="32"/>
                    <a:pt x="37" y="32"/>
                  </a:cubicBezTo>
                  <a:cubicBezTo>
                    <a:pt x="36" y="33"/>
                    <a:pt x="35" y="33"/>
                    <a:pt x="33" y="33"/>
                  </a:cubicBezTo>
                  <a:cubicBezTo>
                    <a:pt x="35" y="36"/>
                    <a:pt x="37" y="39"/>
                    <a:pt x="39" y="41"/>
                  </a:cubicBezTo>
                  <a:cubicBezTo>
                    <a:pt x="41" y="45"/>
                    <a:pt x="44" y="48"/>
                    <a:pt x="47" y="52"/>
                  </a:cubicBezTo>
                  <a:cubicBezTo>
                    <a:pt x="48" y="53"/>
                    <a:pt x="49" y="55"/>
                    <a:pt x="50" y="56"/>
                  </a:cubicBezTo>
                  <a:cubicBezTo>
                    <a:pt x="53" y="58"/>
                    <a:pt x="55" y="58"/>
                    <a:pt x="57" y="55"/>
                  </a:cubicBezTo>
                  <a:cubicBezTo>
                    <a:pt x="58" y="54"/>
                    <a:pt x="59" y="53"/>
                    <a:pt x="60" y="51"/>
                  </a:cubicBezTo>
                  <a:cubicBezTo>
                    <a:pt x="60" y="55"/>
                    <a:pt x="56" y="68"/>
                    <a:pt x="53" y="72"/>
                  </a:cubicBezTo>
                  <a:cubicBezTo>
                    <a:pt x="53" y="71"/>
                    <a:pt x="52" y="71"/>
                    <a:pt x="52" y="71"/>
                  </a:cubicBezTo>
                  <a:cubicBezTo>
                    <a:pt x="52" y="67"/>
                    <a:pt x="50" y="64"/>
                    <a:pt x="48" y="60"/>
                  </a:cubicBezTo>
                  <a:cubicBezTo>
                    <a:pt x="42" y="53"/>
                    <a:pt x="37" y="45"/>
                    <a:pt x="31" y="37"/>
                  </a:cubicBezTo>
                  <a:cubicBezTo>
                    <a:pt x="30" y="35"/>
                    <a:pt x="29" y="34"/>
                    <a:pt x="26" y="33"/>
                  </a:cubicBezTo>
                  <a:cubicBezTo>
                    <a:pt x="22" y="31"/>
                    <a:pt x="17" y="29"/>
                    <a:pt x="13" y="27"/>
                  </a:cubicBezTo>
                  <a:cubicBezTo>
                    <a:pt x="7" y="25"/>
                    <a:pt x="6" y="25"/>
                    <a:pt x="2" y="31"/>
                  </a:cubicBezTo>
                  <a:cubicBezTo>
                    <a:pt x="2" y="31"/>
                    <a:pt x="1" y="31"/>
                    <a:pt x="1" y="32"/>
                  </a:cubicBezTo>
                  <a:cubicBezTo>
                    <a:pt x="1" y="31"/>
                    <a:pt x="0" y="31"/>
                    <a:pt x="0" y="30"/>
                  </a:cubicBezTo>
                  <a:cubicBezTo>
                    <a:pt x="4" y="20"/>
                    <a:pt x="8" y="11"/>
                    <a:pt x="12" y="1"/>
                  </a:cubicBezTo>
                  <a:cubicBezTo>
                    <a:pt x="12" y="1"/>
                    <a:pt x="12" y="0"/>
                    <a:pt x="13" y="0"/>
                  </a:cubicBezTo>
                  <a:cubicBezTo>
                    <a:pt x="13" y="1"/>
                    <a:pt x="13" y="2"/>
                    <a:pt x="13" y="3"/>
                  </a:cubicBezTo>
                  <a:cubicBezTo>
                    <a:pt x="12" y="8"/>
                    <a:pt x="13" y="10"/>
                    <a:pt x="18" y="12"/>
                  </a:cubicBezTo>
                  <a:cubicBezTo>
                    <a:pt x="22" y="14"/>
                    <a:pt x="26" y="16"/>
                    <a:pt x="30" y="17"/>
                  </a:cubicBezTo>
                  <a:cubicBezTo>
                    <a:pt x="31" y="18"/>
                    <a:pt x="33" y="18"/>
                    <a:pt x="34" y="18"/>
                  </a:cubicBezTo>
                  <a:cubicBezTo>
                    <a:pt x="45" y="17"/>
                    <a:pt x="56" y="15"/>
                    <a:pt x="67" y="14"/>
                  </a:cubicBezTo>
                  <a:cubicBezTo>
                    <a:pt x="70" y="13"/>
                    <a:pt x="74" y="12"/>
                    <a:pt x="76" y="8"/>
                  </a:cubicBezTo>
                  <a:cubicBezTo>
                    <a:pt x="77" y="9"/>
                    <a:pt x="77" y="10"/>
                    <a:pt x="77" y="10"/>
                  </a:cubicBezTo>
                  <a:cubicBezTo>
                    <a:pt x="74" y="20"/>
                    <a:pt x="70" y="29"/>
                    <a:pt x="66" y="39"/>
                  </a:cubicBezTo>
                  <a:cubicBezTo>
                    <a:pt x="66" y="39"/>
                    <a:pt x="66" y="39"/>
                    <a:pt x="64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81" name="Freeform 57"/>
            <p:cNvSpPr/>
            <p:nvPr/>
          </p:nvSpPr>
          <p:spPr bwMode="auto">
            <a:xfrm>
              <a:off x="8098858" y="23484939"/>
              <a:ext cx="479759" cy="424705"/>
            </a:xfrm>
            <a:custGeom>
              <a:avLst/>
              <a:gdLst>
                <a:gd name="T0" fmla="*/ 5 w 68"/>
                <a:gd name="T1" fmla="*/ 10 h 61"/>
                <a:gd name="T2" fmla="*/ 5 w 68"/>
                <a:gd name="T3" fmla="*/ 13 h 61"/>
                <a:gd name="T4" fmla="*/ 12 w 68"/>
                <a:gd name="T5" fmla="*/ 20 h 61"/>
                <a:gd name="T6" fmla="*/ 37 w 68"/>
                <a:gd name="T7" fmla="*/ 22 h 61"/>
                <a:gd name="T8" fmla="*/ 61 w 68"/>
                <a:gd name="T9" fmla="*/ 23 h 61"/>
                <a:gd name="T10" fmla="*/ 64 w 68"/>
                <a:gd name="T11" fmla="*/ 23 h 61"/>
                <a:gd name="T12" fmla="*/ 63 w 68"/>
                <a:gd name="T13" fmla="*/ 14 h 61"/>
                <a:gd name="T14" fmla="*/ 58 w 68"/>
                <a:gd name="T15" fmla="*/ 6 h 61"/>
                <a:gd name="T16" fmla="*/ 50 w 68"/>
                <a:gd name="T17" fmla="*/ 1 h 61"/>
                <a:gd name="T18" fmla="*/ 68 w 68"/>
                <a:gd name="T19" fmla="*/ 2 h 61"/>
                <a:gd name="T20" fmla="*/ 64 w 68"/>
                <a:gd name="T21" fmla="*/ 61 h 61"/>
                <a:gd name="T22" fmla="*/ 46 w 68"/>
                <a:gd name="T23" fmla="*/ 60 h 61"/>
                <a:gd name="T24" fmla="*/ 47 w 68"/>
                <a:gd name="T25" fmla="*/ 57 h 61"/>
                <a:gd name="T26" fmla="*/ 49 w 68"/>
                <a:gd name="T27" fmla="*/ 57 h 61"/>
                <a:gd name="T28" fmla="*/ 63 w 68"/>
                <a:gd name="T29" fmla="*/ 40 h 61"/>
                <a:gd name="T30" fmla="*/ 60 w 68"/>
                <a:gd name="T31" fmla="*/ 39 h 61"/>
                <a:gd name="T32" fmla="*/ 17 w 68"/>
                <a:gd name="T33" fmla="*/ 36 h 61"/>
                <a:gd name="T34" fmla="*/ 12 w 68"/>
                <a:gd name="T35" fmla="*/ 35 h 61"/>
                <a:gd name="T36" fmla="*/ 3 w 68"/>
                <a:gd name="T37" fmla="*/ 41 h 61"/>
                <a:gd name="T38" fmla="*/ 2 w 68"/>
                <a:gd name="T39" fmla="*/ 45 h 61"/>
                <a:gd name="T40" fmla="*/ 2 w 68"/>
                <a:gd name="T41" fmla="*/ 36 h 61"/>
                <a:gd name="T42" fmla="*/ 2 w 68"/>
                <a:gd name="T43" fmla="*/ 27 h 61"/>
                <a:gd name="T44" fmla="*/ 3 w 68"/>
                <a:gd name="T45" fmla="*/ 18 h 61"/>
                <a:gd name="T46" fmla="*/ 4 w 68"/>
                <a:gd name="T47" fmla="*/ 9 h 61"/>
                <a:gd name="T48" fmla="*/ 5 w 68"/>
                <a:gd name="T49" fmla="*/ 1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8" h="61">
                  <a:moveTo>
                    <a:pt x="5" y="10"/>
                  </a:moveTo>
                  <a:cubicBezTo>
                    <a:pt x="5" y="11"/>
                    <a:pt x="5" y="12"/>
                    <a:pt x="5" y="13"/>
                  </a:cubicBezTo>
                  <a:cubicBezTo>
                    <a:pt x="6" y="17"/>
                    <a:pt x="8" y="19"/>
                    <a:pt x="12" y="20"/>
                  </a:cubicBezTo>
                  <a:cubicBezTo>
                    <a:pt x="20" y="20"/>
                    <a:pt x="29" y="21"/>
                    <a:pt x="37" y="22"/>
                  </a:cubicBezTo>
                  <a:cubicBezTo>
                    <a:pt x="45" y="22"/>
                    <a:pt x="53" y="23"/>
                    <a:pt x="61" y="23"/>
                  </a:cubicBezTo>
                  <a:cubicBezTo>
                    <a:pt x="62" y="23"/>
                    <a:pt x="63" y="23"/>
                    <a:pt x="64" y="23"/>
                  </a:cubicBezTo>
                  <a:cubicBezTo>
                    <a:pt x="65" y="20"/>
                    <a:pt x="64" y="17"/>
                    <a:pt x="63" y="14"/>
                  </a:cubicBezTo>
                  <a:cubicBezTo>
                    <a:pt x="62" y="10"/>
                    <a:pt x="61" y="8"/>
                    <a:pt x="58" y="6"/>
                  </a:cubicBezTo>
                  <a:cubicBezTo>
                    <a:pt x="55" y="4"/>
                    <a:pt x="52" y="3"/>
                    <a:pt x="50" y="1"/>
                  </a:cubicBezTo>
                  <a:cubicBezTo>
                    <a:pt x="56" y="0"/>
                    <a:pt x="62" y="1"/>
                    <a:pt x="68" y="2"/>
                  </a:cubicBezTo>
                  <a:cubicBezTo>
                    <a:pt x="67" y="21"/>
                    <a:pt x="65" y="41"/>
                    <a:pt x="64" y="61"/>
                  </a:cubicBezTo>
                  <a:cubicBezTo>
                    <a:pt x="58" y="61"/>
                    <a:pt x="52" y="61"/>
                    <a:pt x="46" y="60"/>
                  </a:cubicBezTo>
                  <a:cubicBezTo>
                    <a:pt x="46" y="59"/>
                    <a:pt x="46" y="58"/>
                    <a:pt x="47" y="57"/>
                  </a:cubicBezTo>
                  <a:cubicBezTo>
                    <a:pt x="47" y="57"/>
                    <a:pt x="48" y="57"/>
                    <a:pt x="49" y="57"/>
                  </a:cubicBezTo>
                  <a:cubicBezTo>
                    <a:pt x="58" y="55"/>
                    <a:pt x="63" y="50"/>
                    <a:pt x="63" y="40"/>
                  </a:cubicBezTo>
                  <a:cubicBezTo>
                    <a:pt x="62" y="39"/>
                    <a:pt x="61" y="39"/>
                    <a:pt x="60" y="39"/>
                  </a:cubicBezTo>
                  <a:cubicBezTo>
                    <a:pt x="46" y="38"/>
                    <a:pt x="31" y="37"/>
                    <a:pt x="17" y="36"/>
                  </a:cubicBezTo>
                  <a:cubicBezTo>
                    <a:pt x="15" y="36"/>
                    <a:pt x="13" y="35"/>
                    <a:pt x="12" y="35"/>
                  </a:cubicBezTo>
                  <a:cubicBezTo>
                    <a:pt x="7" y="35"/>
                    <a:pt x="4" y="36"/>
                    <a:pt x="3" y="41"/>
                  </a:cubicBezTo>
                  <a:cubicBezTo>
                    <a:pt x="3" y="42"/>
                    <a:pt x="3" y="43"/>
                    <a:pt x="2" y="45"/>
                  </a:cubicBezTo>
                  <a:cubicBezTo>
                    <a:pt x="0" y="41"/>
                    <a:pt x="2" y="38"/>
                    <a:pt x="2" y="36"/>
                  </a:cubicBezTo>
                  <a:cubicBezTo>
                    <a:pt x="2" y="33"/>
                    <a:pt x="2" y="30"/>
                    <a:pt x="2" y="27"/>
                  </a:cubicBezTo>
                  <a:cubicBezTo>
                    <a:pt x="2" y="24"/>
                    <a:pt x="2" y="21"/>
                    <a:pt x="3" y="18"/>
                  </a:cubicBezTo>
                  <a:cubicBezTo>
                    <a:pt x="3" y="15"/>
                    <a:pt x="2" y="12"/>
                    <a:pt x="4" y="9"/>
                  </a:cubicBezTo>
                  <a:cubicBezTo>
                    <a:pt x="4" y="9"/>
                    <a:pt x="4" y="10"/>
                    <a:pt x="5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82" name="Freeform 58"/>
            <p:cNvSpPr/>
            <p:nvPr/>
          </p:nvSpPr>
          <p:spPr bwMode="auto">
            <a:xfrm>
              <a:off x="6510147" y="20480543"/>
              <a:ext cx="432570" cy="542679"/>
            </a:xfrm>
            <a:custGeom>
              <a:avLst/>
              <a:gdLst>
                <a:gd name="T0" fmla="*/ 6 w 61"/>
                <a:gd name="T1" fmla="*/ 77 h 77"/>
                <a:gd name="T2" fmla="*/ 5 w 61"/>
                <a:gd name="T3" fmla="*/ 71 h 77"/>
                <a:gd name="T4" fmla="*/ 5 w 61"/>
                <a:gd name="T5" fmla="*/ 14 h 77"/>
                <a:gd name="T6" fmla="*/ 0 w 61"/>
                <a:gd name="T7" fmla="*/ 1 h 77"/>
                <a:gd name="T8" fmla="*/ 29 w 61"/>
                <a:gd name="T9" fmla="*/ 14 h 77"/>
                <a:gd name="T10" fmla="*/ 25 w 61"/>
                <a:gd name="T11" fmla="*/ 13 h 77"/>
                <a:gd name="T12" fmla="*/ 20 w 61"/>
                <a:gd name="T13" fmla="*/ 16 h 77"/>
                <a:gd name="T14" fmla="*/ 20 w 61"/>
                <a:gd name="T15" fmla="*/ 19 h 77"/>
                <a:gd name="T16" fmla="*/ 19 w 61"/>
                <a:gd name="T17" fmla="*/ 55 h 77"/>
                <a:gd name="T18" fmla="*/ 20 w 61"/>
                <a:gd name="T19" fmla="*/ 57 h 77"/>
                <a:gd name="T20" fmla="*/ 21 w 61"/>
                <a:gd name="T21" fmla="*/ 57 h 77"/>
                <a:gd name="T22" fmla="*/ 45 w 61"/>
                <a:gd name="T23" fmla="*/ 31 h 77"/>
                <a:gd name="T24" fmla="*/ 45 w 61"/>
                <a:gd name="T25" fmla="*/ 31 h 77"/>
                <a:gd name="T26" fmla="*/ 44 w 61"/>
                <a:gd name="T27" fmla="*/ 21 h 77"/>
                <a:gd name="T28" fmla="*/ 43 w 61"/>
                <a:gd name="T29" fmla="*/ 19 h 77"/>
                <a:gd name="T30" fmla="*/ 61 w 61"/>
                <a:gd name="T31" fmla="*/ 26 h 77"/>
                <a:gd name="T32" fmla="*/ 59 w 61"/>
                <a:gd name="T33" fmla="*/ 27 h 77"/>
                <a:gd name="T34" fmla="*/ 49 w 61"/>
                <a:gd name="T35" fmla="*/ 32 h 77"/>
                <a:gd name="T36" fmla="*/ 10 w 61"/>
                <a:gd name="T37" fmla="*/ 73 h 77"/>
                <a:gd name="T38" fmla="*/ 6 w 61"/>
                <a:gd name="T3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1" h="77">
                  <a:moveTo>
                    <a:pt x="6" y="77"/>
                  </a:moveTo>
                  <a:cubicBezTo>
                    <a:pt x="5" y="74"/>
                    <a:pt x="5" y="73"/>
                    <a:pt x="5" y="71"/>
                  </a:cubicBezTo>
                  <a:cubicBezTo>
                    <a:pt x="5" y="52"/>
                    <a:pt x="5" y="33"/>
                    <a:pt x="5" y="14"/>
                  </a:cubicBezTo>
                  <a:cubicBezTo>
                    <a:pt x="5" y="9"/>
                    <a:pt x="5" y="4"/>
                    <a:pt x="0" y="1"/>
                  </a:cubicBezTo>
                  <a:cubicBezTo>
                    <a:pt x="4" y="0"/>
                    <a:pt x="26" y="10"/>
                    <a:pt x="29" y="14"/>
                  </a:cubicBezTo>
                  <a:cubicBezTo>
                    <a:pt x="28" y="13"/>
                    <a:pt x="27" y="13"/>
                    <a:pt x="25" y="13"/>
                  </a:cubicBezTo>
                  <a:cubicBezTo>
                    <a:pt x="22" y="12"/>
                    <a:pt x="21" y="13"/>
                    <a:pt x="20" y="16"/>
                  </a:cubicBezTo>
                  <a:cubicBezTo>
                    <a:pt x="20" y="17"/>
                    <a:pt x="20" y="18"/>
                    <a:pt x="20" y="19"/>
                  </a:cubicBezTo>
                  <a:cubicBezTo>
                    <a:pt x="19" y="31"/>
                    <a:pt x="19" y="43"/>
                    <a:pt x="19" y="55"/>
                  </a:cubicBezTo>
                  <a:cubicBezTo>
                    <a:pt x="19" y="55"/>
                    <a:pt x="19" y="56"/>
                    <a:pt x="20" y="57"/>
                  </a:cubicBezTo>
                  <a:cubicBezTo>
                    <a:pt x="20" y="57"/>
                    <a:pt x="21" y="57"/>
                    <a:pt x="21" y="57"/>
                  </a:cubicBezTo>
                  <a:cubicBezTo>
                    <a:pt x="29" y="48"/>
                    <a:pt x="37" y="40"/>
                    <a:pt x="45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9" y="26"/>
                    <a:pt x="49" y="24"/>
                    <a:pt x="44" y="21"/>
                  </a:cubicBezTo>
                  <a:cubicBezTo>
                    <a:pt x="43" y="20"/>
                    <a:pt x="43" y="20"/>
                    <a:pt x="43" y="19"/>
                  </a:cubicBezTo>
                  <a:cubicBezTo>
                    <a:pt x="49" y="20"/>
                    <a:pt x="55" y="23"/>
                    <a:pt x="61" y="26"/>
                  </a:cubicBezTo>
                  <a:cubicBezTo>
                    <a:pt x="60" y="27"/>
                    <a:pt x="60" y="27"/>
                    <a:pt x="59" y="27"/>
                  </a:cubicBezTo>
                  <a:cubicBezTo>
                    <a:pt x="55" y="27"/>
                    <a:pt x="52" y="29"/>
                    <a:pt x="49" y="32"/>
                  </a:cubicBezTo>
                  <a:cubicBezTo>
                    <a:pt x="36" y="46"/>
                    <a:pt x="23" y="60"/>
                    <a:pt x="10" y="73"/>
                  </a:cubicBezTo>
                  <a:cubicBezTo>
                    <a:pt x="9" y="74"/>
                    <a:pt x="8" y="75"/>
                    <a:pt x="6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83" name="Freeform 59"/>
            <p:cNvSpPr/>
            <p:nvPr/>
          </p:nvSpPr>
          <p:spPr bwMode="auto">
            <a:xfrm>
              <a:off x="2585558" y="22053525"/>
              <a:ext cx="495489" cy="432570"/>
            </a:xfrm>
            <a:custGeom>
              <a:avLst/>
              <a:gdLst>
                <a:gd name="T0" fmla="*/ 0 w 71"/>
                <a:gd name="T1" fmla="*/ 32 h 61"/>
                <a:gd name="T2" fmla="*/ 15 w 71"/>
                <a:gd name="T3" fmla="*/ 0 h 61"/>
                <a:gd name="T4" fmla="*/ 14 w 71"/>
                <a:gd name="T5" fmla="*/ 3 h 61"/>
                <a:gd name="T6" fmla="*/ 19 w 71"/>
                <a:gd name="T7" fmla="*/ 13 h 61"/>
                <a:gd name="T8" fmla="*/ 58 w 71"/>
                <a:gd name="T9" fmla="*/ 33 h 61"/>
                <a:gd name="T10" fmla="*/ 68 w 71"/>
                <a:gd name="T11" fmla="*/ 31 h 61"/>
                <a:gd name="T12" fmla="*/ 71 w 71"/>
                <a:gd name="T13" fmla="*/ 28 h 61"/>
                <a:gd name="T14" fmla="*/ 56 w 71"/>
                <a:gd name="T15" fmla="*/ 61 h 61"/>
                <a:gd name="T16" fmla="*/ 56 w 71"/>
                <a:gd name="T17" fmla="*/ 57 h 61"/>
                <a:gd name="T18" fmla="*/ 52 w 71"/>
                <a:gd name="T19" fmla="*/ 47 h 61"/>
                <a:gd name="T20" fmla="*/ 13 w 71"/>
                <a:gd name="T21" fmla="*/ 28 h 61"/>
                <a:gd name="T22" fmla="*/ 1 w 71"/>
                <a:gd name="T23" fmla="*/ 30 h 61"/>
                <a:gd name="T24" fmla="*/ 0 w 71"/>
                <a:gd name="T25" fmla="*/ 3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1" h="61">
                  <a:moveTo>
                    <a:pt x="0" y="32"/>
                  </a:moveTo>
                  <a:cubicBezTo>
                    <a:pt x="0" y="27"/>
                    <a:pt x="11" y="4"/>
                    <a:pt x="15" y="0"/>
                  </a:cubicBezTo>
                  <a:cubicBezTo>
                    <a:pt x="14" y="1"/>
                    <a:pt x="14" y="2"/>
                    <a:pt x="14" y="3"/>
                  </a:cubicBezTo>
                  <a:cubicBezTo>
                    <a:pt x="13" y="9"/>
                    <a:pt x="14" y="11"/>
                    <a:pt x="19" y="13"/>
                  </a:cubicBezTo>
                  <a:cubicBezTo>
                    <a:pt x="32" y="20"/>
                    <a:pt x="45" y="27"/>
                    <a:pt x="58" y="33"/>
                  </a:cubicBezTo>
                  <a:cubicBezTo>
                    <a:pt x="63" y="36"/>
                    <a:pt x="65" y="35"/>
                    <a:pt x="68" y="31"/>
                  </a:cubicBezTo>
                  <a:cubicBezTo>
                    <a:pt x="69" y="30"/>
                    <a:pt x="70" y="29"/>
                    <a:pt x="71" y="28"/>
                  </a:cubicBezTo>
                  <a:cubicBezTo>
                    <a:pt x="70" y="32"/>
                    <a:pt x="60" y="56"/>
                    <a:pt x="56" y="61"/>
                  </a:cubicBezTo>
                  <a:cubicBezTo>
                    <a:pt x="56" y="59"/>
                    <a:pt x="56" y="58"/>
                    <a:pt x="56" y="57"/>
                  </a:cubicBezTo>
                  <a:cubicBezTo>
                    <a:pt x="57" y="52"/>
                    <a:pt x="56" y="50"/>
                    <a:pt x="52" y="47"/>
                  </a:cubicBezTo>
                  <a:cubicBezTo>
                    <a:pt x="39" y="41"/>
                    <a:pt x="26" y="34"/>
                    <a:pt x="13" y="28"/>
                  </a:cubicBezTo>
                  <a:cubicBezTo>
                    <a:pt x="7" y="25"/>
                    <a:pt x="6" y="25"/>
                    <a:pt x="1" y="30"/>
                  </a:cubicBezTo>
                  <a:cubicBezTo>
                    <a:pt x="1" y="31"/>
                    <a:pt x="1" y="31"/>
                    <a:pt x="0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84" name="Freeform 60"/>
            <p:cNvSpPr/>
            <p:nvPr/>
          </p:nvSpPr>
          <p:spPr bwMode="auto">
            <a:xfrm>
              <a:off x="8090993" y="22863611"/>
              <a:ext cx="479759" cy="314596"/>
            </a:xfrm>
            <a:custGeom>
              <a:avLst/>
              <a:gdLst>
                <a:gd name="T0" fmla="*/ 5 w 69"/>
                <a:gd name="T1" fmla="*/ 45 h 45"/>
                <a:gd name="T2" fmla="*/ 0 w 69"/>
                <a:gd name="T3" fmla="*/ 13 h 45"/>
                <a:gd name="T4" fmla="*/ 1 w 69"/>
                <a:gd name="T5" fmla="*/ 11 h 45"/>
                <a:gd name="T6" fmla="*/ 3 w 69"/>
                <a:gd name="T7" fmla="*/ 15 h 45"/>
                <a:gd name="T8" fmla="*/ 11 w 69"/>
                <a:gd name="T9" fmla="*/ 19 h 45"/>
                <a:gd name="T10" fmla="*/ 47 w 69"/>
                <a:gd name="T11" fmla="*/ 13 h 45"/>
                <a:gd name="T12" fmla="*/ 55 w 69"/>
                <a:gd name="T13" fmla="*/ 12 h 45"/>
                <a:gd name="T14" fmla="*/ 62 w 69"/>
                <a:gd name="T15" fmla="*/ 5 h 45"/>
                <a:gd name="T16" fmla="*/ 62 w 69"/>
                <a:gd name="T17" fmla="*/ 0 h 45"/>
                <a:gd name="T18" fmla="*/ 64 w 69"/>
                <a:gd name="T19" fmla="*/ 3 h 45"/>
                <a:gd name="T20" fmla="*/ 69 w 69"/>
                <a:gd name="T21" fmla="*/ 35 h 45"/>
                <a:gd name="T22" fmla="*/ 67 w 69"/>
                <a:gd name="T23" fmla="*/ 35 h 45"/>
                <a:gd name="T24" fmla="*/ 66 w 69"/>
                <a:gd name="T25" fmla="*/ 33 h 45"/>
                <a:gd name="T26" fmla="*/ 57 w 69"/>
                <a:gd name="T27" fmla="*/ 27 h 45"/>
                <a:gd name="T28" fmla="*/ 14 w 69"/>
                <a:gd name="T29" fmla="*/ 35 h 45"/>
                <a:gd name="T30" fmla="*/ 7 w 69"/>
                <a:gd name="T31" fmla="*/ 42 h 45"/>
                <a:gd name="T32" fmla="*/ 6 w 69"/>
                <a:gd name="T33" fmla="*/ 45 h 45"/>
                <a:gd name="T34" fmla="*/ 5 w 69"/>
                <a:gd name="T3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" h="45">
                  <a:moveTo>
                    <a:pt x="5" y="45"/>
                  </a:moveTo>
                  <a:cubicBezTo>
                    <a:pt x="3" y="35"/>
                    <a:pt x="2" y="24"/>
                    <a:pt x="0" y="13"/>
                  </a:cubicBezTo>
                  <a:cubicBezTo>
                    <a:pt x="0" y="13"/>
                    <a:pt x="0" y="12"/>
                    <a:pt x="1" y="11"/>
                  </a:cubicBezTo>
                  <a:cubicBezTo>
                    <a:pt x="2" y="13"/>
                    <a:pt x="2" y="14"/>
                    <a:pt x="3" y="15"/>
                  </a:cubicBezTo>
                  <a:cubicBezTo>
                    <a:pt x="5" y="19"/>
                    <a:pt x="6" y="20"/>
                    <a:pt x="11" y="19"/>
                  </a:cubicBezTo>
                  <a:cubicBezTo>
                    <a:pt x="23" y="17"/>
                    <a:pt x="35" y="15"/>
                    <a:pt x="47" y="13"/>
                  </a:cubicBezTo>
                  <a:cubicBezTo>
                    <a:pt x="50" y="13"/>
                    <a:pt x="52" y="12"/>
                    <a:pt x="55" y="12"/>
                  </a:cubicBezTo>
                  <a:cubicBezTo>
                    <a:pt x="60" y="11"/>
                    <a:pt x="61" y="9"/>
                    <a:pt x="62" y="5"/>
                  </a:cubicBezTo>
                  <a:cubicBezTo>
                    <a:pt x="62" y="4"/>
                    <a:pt x="62" y="3"/>
                    <a:pt x="62" y="0"/>
                  </a:cubicBezTo>
                  <a:cubicBezTo>
                    <a:pt x="63" y="2"/>
                    <a:pt x="64" y="3"/>
                    <a:pt x="64" y="3"/>
                  </a:cubicBezTo>
                  <a:cubicBezTo>
                    <a:pt x="65" y="14"/>
                    <a:pt x="67" y="24"/>
                    <a:pt x="69" y="35"/>
                  </a:cubicBezTo>
                  <a:cubicBezTo>
                    <a:pt x="68" y="35"/>
                    <a:pt x="68" y="35"/>
                    <a:pt x="67" y="35"/>
                  </a:cubicBezTo>
                  <a:cubicBezTo>
                    <a:pt x="67" y="35"/>
                    <a:pt x="66" y="34"/>
                    <a:pt x="66" y="33"/>
                  </a:cubicBezTo>
                  <a:cubicBezTo>
                    <a:pt x="64" y="28"/>
                    <a:pt x="62" y="27"/>
                    <a:pt x="57" y="27"/>
                  </a:cubicBezTo>
                  <a:cubicBezTo>
                    <a:pt x="43" y="30"/>
                    <a:pt x="28" y="32"/>
                    <a:pt x="14" y="35"/>
                  </a:cubicBezTo>
                  <a:cubicBezTo>
                    <a:pt x="9" y="35"/>
                    <a:pt x="7" y="37"/>
                    <a:pt x="7" y="42"/>
                  </a:cubicBezTo>
                  <a:cubicBezTo>
                    <a:pt x="7" y="43"/>
                    <a:pt x="6" y="44"/>
                    <a:pt x="6" y="45"/>
                  </a:cubicBezTo>
                  <a:cubicBezTo>
                    <a:pt x="6" y="45"/>
                    <a:pt x="5" y="45"/>
                    <a:pt x="5" y="4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85" name="Freeform 61"/>
            <p:cNvSpPr/>
            <p:nvPr/>
          </p:nvSpPr>
          <p:spPr bwMode="auto">
            <a:xfrm>
              <a:off x="5865225" y="20346840"/>
              <a:ext cx="291002" cy="487624"/>
            </a:xfrm>
            <a:custGeom>
              <a:avLst/>
              <a:gdLst>
                <a:gd name="T0" fmla="*/ 1 w 42"/>
                <a:gd name="T1" fmla="*/ 64 h 70"/>
                <a:gd name="T2" fmla="*/ 4 w 42"/>
                <a:gd name="T3" fmla="*/ 64 h 70"/>
                <a:gd name="T4" fmla="*/ 10 w 42"/>
                <a:gd name="T5" fmla="*/ 57 h 70"/>
                <a:gd name="T6" fmla="*/ 13 w 42"/>
                <a:gd name="T7" fmla="*/ 41 h 70"/>
                <a:gd name="T8" fmla="*/ 16 w 42"/>
                <a:gd name="T9" fmla="*/ 14 h 70"/>
                <a:gd name="T10" fmla="*/ 17 w 42"/>
                <a:gd name="T11" fmla="*/ 10 h 70"/>
                <a:gd name="T12" fmla="*/ 11 w 42"/>
                <a:gd name="T13" fmla="*/ 2 h 70"/>
                <a:gd name="T14" fmla="*/ 9 w 42"/>
                <a:gd name="T15" fmla="*/ 0 h 70"/>
                <a:gd name="T16" fmla="*/ 42 w 42"/>
                <a:gd name="T17" fmla="*/ 4 h 70"/>
                <a:gd name="T18" fmla="*/ 42 w 42"/>
                <a:gd name="T19" fmla="*/ 5 h 70"/>
                <a:gd name="T20" fmla="*/ 39 w 42"/>
                <a:gd name="T21" fmla="*/ 6 h 70"/>
                <a:gd name="T22" fmla="*/ 32 w 42"/>
                <a:gd name="T23" fmla="*/ 13 h 70"/>
                <a:gd name="T24" fmla="*/ 27 w 42"/>
                <a:gd name="T25" fmla="*/ 47 h 70"/>
                <a:gd name="T26" fmla="*/ 25 w 42"/>
                <a:gd name="T27" fmla="*/ 58 h 70"/>
                <a:gd name="T28" fmla="*/ 31 w 42"/>
                <a:gd name="T29" fmla="*/ 68 h 70"/>
                <a:gd name="T30" fmla="*/ 33 w 42"/>
                <a:gd name="T31" fmla="*/ 69 h 70"/>
                <a:gd name="T32" fmla="*/ 33 w 42"/>
                <a:gd name="T33" fmla="*/ 70 h 70"/>
                <a:gd name="T34" fmla="*/ 0 w 42"/>
                <a:gd name="T35" fmla="*/ 66 h 70"/>
                <a:gd name="T36" fmla="*/ 1 w 42"/>
                <a:gd name="T37" fmla="*/ 6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70">
                  <a:moveTo>
                    <a:pt x="1" y="64"/>
                  </a:moveTo>
                  <a:cubicBezTo>
                    <a:pt x="2" y="64"/>
                    <a:pt x="3" y="64"/>
                    <a:pt x="4" y="64"/>
                  </a:cubicBezTo>
                  <a:cubicBezTo>
                    <a:pt x="8" y="63"/>
                    <a:pt x="10" y="62"/>
                    <a:pt x="10" y="57"/>
                  </a:cubicBezTo>
                  <a:cubicBezTo>
                    <a:pt x="11" y="52"/>
                    <a:pt x="12" y="47"/>
                    <a:pt x="13" y="41"/>
                  </a:cubicBezTo>
                  <a:cubicBezTo>
                    <a:pt x="14" y="32"/>
                    <a:pt x="15" y="23"/>
                    <a:pt x="16" y="14"/>
                  </a:cubicBezTo>
                  <a:cubicBezTo>
                    <a:pt x="16" y="13"/>
                    <a:pt x="17" y="12"/>
                    <a:pt x="17" y="10"/>
                  </a:cubicBezTo>
                  <a:cubicBezTo>
                    <a:pt x="17" y="5"/>
                    <a:pt x="16" y="4"/>
                    <a:pt x="11" y="2"/>
                  </a:cubicBezTo>
                  <a:cubicBezTo>
                    <a:pt x="10" y="1"/>
                    <a:pt x="10" y="1"/>
                    <a:pt x="9" y="0"/>
                  </a:cubicBezTo>
                  <a:cubicBezTo>
                    <a:pt x="20" y="1"/>
                    <a:pt x="31" y="2"/>
                    <a:pt x="42" y="4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5"/>
                    <a:pt x="40" y="6"/>
                    <a:pt x="39" y="6"/>
                  </a:cubicBezTo>
                  <a:cubicBezTo>
                    <a:pt x="34" y="6"/>
                    <a:pt x="32" y="7"/>
                    <a:pt x="32" y="13"/>
                  </a:cubicBezTo>
                  <a:cubicBezTo>
                    <a:pt x="30" y="24"/>
                    <a:pt x="28" y="36"/>
                    <a:pt x="27" y="47"/>
                  </a:cubicBezTo>
                  <a:cubicBezTo>
                    <a:pt x="26" y="51"/>
                    <a:pt x="26" y="55"/>
                    <a:pt x="25" y="58"/>
                  </a:cubicBezTo>
                  <a:cubicBezTo>
                    <a:pt x="25" y="64"/>
                    <a:pt x="26" y="66"/>
                    <a:pt x="31" y="68"/>
                  </a:cubicBezTo>
                  <a:cubicBezTo>
                    <a:pt x="32" y="68"/>
                    <a:pt x="32" y="69"/>
                    <a:pt x="33" y="69"/>
                  </a:cubicBezTo>
                  <a:cubicBezTo>
                    <a:pt x="33" y="69"/>
                    <a:pt x="33" y="69"/>
                    <a:pt x="33" y="70"/>
                  </a:cubicBezTo>
                  <a:cubicBezTo>
                    <a:pt x="22" y="69"/>
                    <a:pt x="11" y="68"/>
                    <a:pt x="0" y="66"/>
                  </a:cubicBezTo>
                  <a:cubicBezTo>
                    <a:pt x="1" y="65"/>
                    <a:pt x="1" y="65"/>
                    <a:pt x="1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86" name="Freeform 62"/>
            <p:cNvSpPr/>
            <p:nvPr/>
          </p:nvSpPr>
          <p:spPr bwMode="auto">
            <a:xfrm>
              <a:off x="4087756" y="25828682"/>
              <a:ext cx="361786" cy="471895"/>
            </a:xfrm>
            <a:custGeom>
              <a:avLst/>
              <a:gdLst>
                <a:gd name="T0" fmla="*/ 1 w 52"/>
                <a:gd name="T1" fmla="*/ 51 h 67"/>
                <a:gd name="T2" fmla="*/ 5 w 52"/>
                <a:gd name="T3" fmla="*/ 52 h 67"/>
                <a:gd name="T4" fmla="*/ 16 w 52"/>
                <a:gd name="T5" fmla="*/ 47 h 67"/>
                <a:gd name="T6" fmla="*/ 32 w 52"/>
                <a:gd name="T7" fmla="*/ 12 h 67"/>
                <a:gd name="T8" fmla="*/ 33 w 52"/>
                <a:gd name="T9" fmla="*/ 9 h 67"/>
                <a:gd name="T10" fmla="*/ 29 w 52"/>
                <a:gd name="T11" fmla="*/ 2 h 67"/>
                <a:gd name="T12" fmla="*/ 23 w 52"/>
                <a:gd name="T13" fmla="*/ 1 h 67"/>
                <a:gd name="T14" fmla="*/ 52 w 52"/>
                <a:gd name="T15" fmla="*/ 1 h 67"/>
                <a:gd name="T16" fmla="*/ 51 w 52"/>
                <a:gd name="T17" fmla="*/ 4 h 67"/>
                <a:gd name="T18" fmla="*/ 29 w 52"/>
                <a:gd name="T19" fmla="*/ 52 h 67"/>
                <a:gd name="T20" fmla="*/ 33 w 52"/>
                <a:gd name="T21" fmla="*/ 65 h 67"/>
                <a:gd name="T22" fmla="*/ 34 w 52"/>
                <a:gd name="T23" fmla="*/ 66 h 67"/>
                <a:gd name="T24" fmla="*/ 34 w 52"/>
                <a:gd name="T25" fmla="*/ 67 h 67"/>
                <a:gd name="T26" fmla="*/ 33 w 52"/>
                <a:gd name="T27" fmla="*/ 67 h 67"/>
                <a:gd name="T28" fmla="*/ 2 w 52"/>
                <a:gd name="T29" fmla="*/ 53 h 67"/>
                <a:gd name="T30" fmla="*/ 0 w 52"/>
                <a:gd name="T31" fmla="*/ 52 h 67"/>
                <a:gd name="T32" fmla="*/ 1 w 52"/>
                <a:gd name="T33" fmla="*/ 5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67">
                  <a:moveTo>
                    <a:pt x="1" y="51"/>
                  </a:moveTo>
                  <a:cubicBezTo>
                    <a:pt x="2" y="51"/>
                    <a:pt x="4" y="51"/>
                    <a:pt x="5" y="52"/>
                  </a:cubicBezTo>
                  <a:cubicBezTo>
                    <a:pt x="10" y="53"/>
                    <a:pt x="13" y="52"/>
                    <a:pt x="16" y="47"/>
                  </a:cubicBezTo>
                  <a:cubicBezTo>
                    <a:pt x="21" y="35"/>
                    <a:pt x="27" y="23"/>
                    <a:pt x="32" y="12"/>
                  </a:cubicBezTo>
                  <a:cubicBezTo>
                    <a:pt x="33" y="11"/>
                    <a:pt x="33" y="10"/>
                    <a:pt x="33" y="9"/>
                  </a:cubicBezTo>
                  <a:cubicBezTo>
                    <a:pt x="34" y="5"/>
                    <a:pt x="33" y="3"/>
                    <a:pt x="29" y="2"/>
                  </a:cubicBezTo>
                  <a:cubicBezTo>
                    <a:pt x="28" y="2"/>
                    <a:pt x="26" y="2"/>
                    <a:pt x="23" y="1"/>
                  </a:cubicBezTo>
                  <a:cubicBezTo>
                    <a:pt x="27" y="0"/>
                    <a:pt x="44" y="0"/>
                    <a:pt x="52" y="1"/>
                  </a:cubicBezTo>
                  <a:cubicBezTo>
                    <a:pt x="52" y="2"/>
                    <a:pt x="52" y="3"/>
                    <a:pt x="51" y="4"/>
                  </a:cubicBezTo>
                  <a:cubicBezTo>
                    <a:pt x="44" y="20"/>
                    <a:pt x="37" y="36"/>
                    <a:pt x="29" y="52"/>
                  </a:cubicBezTo>
                  <a:cubicBezTo>
                    <a:pt x="26" y="59"/>
                    <a:pt x="26" y="61"/>
                    <a:pt x="33" y="65"/>
                  </a:cubicBezTo>
                  <a:cubicBezTo>
                    <a:pt x="33" y="65"/>
                    <a:pt x="34" y="66"/>
                    <a:pt x="34" y="66"/>
                  </a:cubicBezTo>
                  <a:cubicBezTo>
                    <a:pt x="34" y="66"/>
                    <a:pt x="34" y="67"/>
                    <a:pt x="34" y="67"/>
                  </a:cubicBezTo>
                  <a:cubicBezTo>
                    <a:pt x="34" y="67"/>
                    <a:pt x="33" y="67"/>
                    <a:pt x="33" y="67"/>
                  </a:cubicBezTo>
                  <a:cubicBezTo>
                    <a:pt x="23" y="62"/>
                    <a:pt x="13" y="58"/>
                    <a:pt x="2" y="53"/>
                  </a:cubicBezTo>
                  <a:cubicBezTo>
                    <a:pt x="1" y="53"/>
                    <a:pt x="1" y="52"/>
                    <a:pt x="0" y="52"/>
                  </a:cubicBezTo>
                  <a:cubicBezTo>
                    <a:pt x="1" y="51"/>
                    <a:pt x="1" y="51"/>
                    <a:pt x="1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87" name="Freeform 71"/>
            <p:cNvSpPr>
              <a:spLocks noEditPoints="1"/>
            </p:cNvSpPr>
            <p:nvPr/>
          </p:nvSpPr>
          <p:spPr bwMode="auto">
            <a:xfrm>
              <a:off x="3199023" y="21141194"/>
              <a:ext cx="4561646" cy="4553784"/>
            </a:xfrm>
            <a:custGeom>
              <a:avLst/>
              <a:gdLst>
                <a:gd name="T0" fmla="*/ 326 w 652"/>
                <a:gd name="T1" fmla="*/ 652 h 652"/>
                <a:gd name="T2" fmla="*/ 326 w 652"/>
                <a:gd name="T3" fmla="*/ 0 h 652"/>
                <a:gd name="T4" fmla="*/ 300 w 652"/>
                <a:gd name="T5" fmla="*/ 368 h 652"/>
                <a:gd name="T6" fmla="*/ 300 w 652"/>
                <a:gd name="T7" fmla="*/ 408 h 652"/>
                <a:gd name="T8" fmla="*/ 292 w 652"/>
                <a:gd name="T9" fmla="*/ 425 h 652"/>
                <a:gd name="T10" fmla="*/ 239 w 652"/>
                <a:gd name="T11" fmla="*/ 475 h 652"/>
                <a:gd name="T12" fmla="*/ 208 w 652"/>
                <a:gd name="T13" fmla="*/ 558 h 652"/>
                <a:gd name="T14" fmla="*/ 256 w 652"/>
                <a:gd name="T15" fmla="*/ 566 h 652"/>
                <a:gd name="T16" fmla="*/ 264 w 652"/>
                <a:gd name="T17" fmla="*/ 540 h 652"/>
                <a:gd name="T18" fmla="*/ 312 w 652"/>
                <a:gd name="T19" fmla="*/ 473 h 652"/>
                <a:gd name="T20" fmla="*/ 346 w 652"/>
                <a:gd name="T21" fmla="*/ 477 h 652"/>
                <a:gd name="T22" fmla="*/ 390 w 652"/>
                <a:gd name="T23" fmla="*/ 550 h 652"/>
                <a:gd name="T24" fmla="*/ 410 w 652"/>
                <a:gd name="T25" fmla="*/ 582 h 652"/>
                <a:gd name="T26" fmla="*/ 439 w 652"/>
                <a:gd name="T27" fmla="*/ 536 h 652"/>
                <a:gd name="T28" fmla="*/ 360 w 652"/>
                <a:gd name="T29" fmla="*/ 425 h 652"/>
                <a:gd name="T30" fmla="*/ 351 w 652"/>
                <a:gd name="T31" fmla="*/ 372 h 652"/>
                <a:gd name="T32" fmla="*/ 357 w 652"/>
                <a:gd name="T33" fmla="*/ 369 h 652"/>
                <a:gd name="T34" fmla="*/ 453 w 652"/>
                <a:gd name="T35" fmla="*/ 459 h 652"/>
                <a:gd name="T36" fmla="*/ 489 w 652"/>
                <a:gd name="T37" fmla="*/ 522 h 652"/>
                <a:gd name="T38" fmla="*/ 526 w 652"/>
                <a:gd name="T39" fmla="*/ 508 h 652"/>
                <a:gd name="T40" fmla="*/ 512 w 652"/>
                <a:gd name="T41" fmla="*/ 460 h 652"/>
                <a:gd name="T42" fmla="*/ 373 w 652"/>
                <a:gd name="T43" fmla="*/ 322 h 652"/>
                <a:gd name="T44" fmla="*/ 351 w 652"/>
                <a:gd name="T45" fmla="*/ 304 h 652"/>
                <a:gd name="T46" fmla="*/ 306 w 652"/>
                <a:gd name="T47" fmla="*/ 286 h 652"/>
                <a:gd name="T48" fmla="*/ 300 w 652"/>
                <a:gd name="T49" fmla="*/ 316 h 652"/>
                <a:gd name="T50" fmla="*/ 210 w 652"/>
                <a:gd name="T51" fmla="*/ 361 h 652"/>
                <a:gd name="T52" fmla="*/ 128 w 652"/>
                <a:gd name="T53" fmla="*/ 483 h 652"/>
                <a:gd name="T54" fmla="*/ 140 w 652"/>
                <a:gd name="T55" fmla="*/ 526 h 652"/>
                <a:gd name="T56" fmla="*/ 172 w 652"/>
                <a:gd name="T57" fmla="*/ 509 h 652"/>
                <a:gd name="T58" fmla="*/ 246 w 652"/>
                <a:gd name="T59" fmla="*/ 399 h 652"/>
                <a:gd name="T60" fmla="*/ 300 w 652"/>
                <a:gd name="T61" fmla="*/ 368 h 652"/>
                <a:gd name="T62" fmla="*/ 249 w 652"/>
                <a:gd name="T63" fmla="*/ 114 h 652"/>
                <a:gd name="T64" fmla="*/ 123 w 652"/>
                <a:gd name="T65" fmla="*/ 169 h 652"/>
                <a:gd name="T66" fmla="*/ 75 w 652"/>
                <a:gd name="T67" fmla="*/ 214 h 652"/>
                <a:gd name="T68" fmla="*/ 108 w 652"/>
                <a:gd name="T69" fmla="*/ 242 h 652"/>
                <a:gd name="T70" fmla="*/ 158 w 652"/>
                <a:gd name="T71" fmla="*/ 210 h 652"/>
                <a:gd name="T72" fmla="*/ 253 w 652"/>
                <a:gd name="T73" fmla="*/ 164 h 652"/>
                <a:gd name="T74" fmla="*/ 250 w 652"/>
                <a:gd name="T75" fmla="*/ 222 h 652"/>
                <a:gd name="T76" fmla="*/ 65 w 652"/>
                <a:gd name="T77" fmla="*/ 383 h 652"/>
                <a:gd name="T78" fmla="*/ 80 w 652"/>
                <a:gd name="T79" fmla="*/ 422 h 652"/>
                <a:gd name="T80" fmla="*/ 113 w 652"/>
                <a:gd name="T81" fmla="*/ 400 h 652"/>
                <a:gd name="T82" fmla="*/ 215 w 652"/>
                <a:gd name="T83" fmla="*/ 296 h 652"/>
                <a:gd name="T84" fmla="*/ 304 w 652"/>
                <a:gd name="T85" fmla="*/ 240 h 652"/>
                <a:gd name="T86" fmla="*/ 303 w 652"/>
                <a:gd name="T87" fmla="*/ 78 h 652"/>
                <a:gd name="T88" fmla="*/ 269 w 652"/>
                <a:gd name="T89" fmla="*/ 56 h 652"/>
                <a:gd name="T90" fmla="*/ 253 w 652"/>
                <a:gd name="T91" fmla="*/ 90 h 652"/>
                <a:gd name="T92" fmla="*/ 398 w 652"/>
                <a:gd name="T93" fmla="*/ 112 h 652"/>
                <a:gd name="T94" fmla="*/ 398 w 652"/>
                <a:gd name="T95" fmla="*/ 82 h 652"/>
                <a:gd name="T96" fmla="*/ 368 w 652"/>
                <a:gd name="T97" fmla="*/ 54 h 652"/>
                <a:gd name="T98" fmla="*/ 347 w 652"/>
                <a:gd name="T99" fmla="*/ 85 h 652"/>
                <a:gd name="T100" fmla="*/ 347 w 652"/>
                <a:gd name="T101" fmla="*/ 243 h 652"/>
                <a:gd name="T102" fmla="*/ 369 w 652"/>
                <a:gd name="T103" fmla="*/ 264 h 652"/>
                <a:gd name="T104" fmla="*/ 493 w 652"/>
                <a:gd name="T105" fmla="*/ 344 h 652"/>
                <a:gd name="T106" fmla="*/ 549 w 652"/>
                <a:gd name="T107" fmla="*/ 416 h 652"/>
                <a:gd name="T108" fmla="*/ 587 w 652"/>
                <a:gd name="T109" fmla="*/ 384 h 652"/>
                <a:gd name="T110" fmla="*/ 407 w 652"/>
                <a:gd name="T111" fmla="*/ 224 h 652"/>
                <a:gd name="T112" fmla="*/ 398 w 652"/>
                <a:gd name="T113" fmla="*/ 164 h 652"/>
                <a:gd name="T114" fmla="*/ 403 w 652"/>
                <a:gd name="T115" fmla="*/ 165 h 652"/>
                <a:gd name="T116" fmla="*/ 532 w 652"/>
                <a:gd name="T117" fmla="*/ 236 h 652"/>
                <a:gd name="T118" fmla="*/ 575 w 652"/>
                <a:gd name="T119" fmla="*/ 211 h 652"/>
                <a:gd name="T120" fmla="*/ 509 w 652"/>
                <a:gd name="T121" fmla="*/ 157 h 652"/>
                <a:gd name="T122" fmla="*/ 398 w 652"/>
                <a:gd name="T123" fmla="*/ 112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2" h="652">
                  <a:moveTo>
                    <a:pt x="652" y="326"/>
                  </a:moveTo>
                  <a:cubicBezTo>
                    <a:pt x="652" y="505"/>
                    <a:pt x="506" y="652"/>
                    <a:pt x="326" y="652"/>
                  </a:cubicBezTo>
                  <a:cubicBezTo>
                    <a:pt x="147" y="652"/>
                    <a:pt x="0" y="507"/>
                    <a:pt x="0" y="326"/>
                  </a:cubicBezTo>
                  <a:cubicBezTo>
                    <a:pt x="0" y="146"/>
                    <a:pt x="146" y="0"/>
                    <a:pt x="326" y="0"/>
                  </a:cubicBezTo>
                  <a:cubicBezTo>
                    <a:pt x="506" y="0"/>
                    <a:pt x="652" y="147"/>
                    <a:pt x="652" y="326"/>
                  </a:cubicBezTo>
                  <a:close/>
                  <a:moveTo>
                    <a:pt x="300" y="368"/>
                  </a:moveTo>
                  <a:cubicBezTo>
                    <a:pt x="300" y="370"/>
                    <a:pt x="300" y="371"/>
                    <a:pt x="300" y="373"/>
                  </a:cubicBezTo>
                  <a:cubicBezTo>
                    <a:pt x="300" y="385"/>
                    <a:pt x="300" y="396"/>
                    <a:pt x="300" y="408"/>
                  </a:cubicBezTo>
                  <a:cubicBezTo>
                    <a:pt x="300" y="409"/>
                    <a:pt x="300" y="410"/>
                    <a:pt x="300" y="411"/>
                  </a:cubicBezTo>
                  <a:cubicBezTo>
                    <a:pt x="300" y="417"/>
                    <a:pt x="297" y="422"/>
                    <a:pt x="292" y="425"/>
                  </a:cubicBezTo>
                  <a:cubicBezTo>
                    <a:pt x="290" y="426"/>
                    <a:pt x="288" y="428"/>
                    <a:pt x="285" y="429"/>
                  </a:cubicBezTo>
                  <a:cubicBezTo>
                    <a:pt x="267" y="441"/>
                    <a:pt x="252" y="457"/>
                    <a:pt x="239" y="475"/>
                  </a:cubicBezTo>
                  <a:cubicBezTo>
                    <a:pt x="225" y="496"/>
                    <a:pt x="216" y="520"/>
                    <a:pt x="210" y="544"/>
                  </a:cubicBezTo>
                  <a:cubicBezTo>
                    <a:pt x="209" y="549"/>
                    <a:pt x="208" y="553"/>
                    <a:pt x="208" y="558"/>
                  </a:cubicBezTo>
                  <a:cubicBezTo>
                    <a:pt x="207" y="571"/>
                    <a:pt x="215" y="581"/>
                    <a:pt x="228" y="583"/>
                  </a:cubicBezTo>
                  <a:cubicBezTo>
                    <a:pt x="239" y="585"/>
                    <a:pt x="252" y="581"/>
                    <a:pt x="256" y="566"/>
                  </a:cubicBezTo>
                  <a:cubicBezTo>
                    <a:pt x="256" y="565"/>
                    <a:pt x="257" y="563"/>
                    <a:pt x="257" y="562"/>
                  </a:cubicBezTo>
                  <a:cubicBezTo>
                    <a:pt x="260" y="555"/>
                    <a:pt x="262" y="547"/>
                    <a:pt x="264" y="540"/>
                  </a:cubicBezTo>
                  <a:cubicBezTo>
                    <a:pt x="270" y="523"/>
                    <a:pt x="278" y="508"/>
                    <a:pt x="289" y="493"/>
                  </a:cubicBezTo>
                  <a:cubicBezTo>
                    <a:pt x="295" y="485"/>
                    <a:pt x="303" y="478"/>
                    <a:pt x="312" y="473"/>
                  </a:cubicBezTo>
                  <a:cubicBezTo>
                    <a:pt x="321" y="468"/>
                    <a:pt x="330" y="468"/>
                    <a:pt x="339" y="473"/>
                  </a:cubicBezTo>
                  <a:cubicBezTo>
                    <a:pt x="341" y="474"/>
                    <a:pt x="344" y="475"/>
                    <a:pt x="346" y="477"/>
                  </a:cubicBezTo>
                  <a:cubicBezTo>
                    <a:pt x="355" y="483"/>
                    <a:pt x="362" y="491"/>
                    <a:pt x="368" y="500"/>
                  </a:cubicBezTo>
                  <a:cubicBezTo>
                    <a:pt x="378" y="516"/>
                    <a:pt x="385" y="533"/>
                    <a:pt x="390" y="550"/>
                  </a:cubicBezTo>
                  <a:cubicBezTo>
                    <a:pt x="392" y="556"/>
                    <a:pt x="394" y="563"/>
                    <a:pt x="396" y="569"/>
                  </a:cubicBezTo>
                  <a:cubicBezTo>
                    <a:pt x="399" y="576"/>
                    <a:pt x="403" y="580"/>
                    <a:pt x="410" y="582"/>
                  </a:cubicBezTo>
                  <a:cubicBezTo>
                    <a:pt x="425" y="588"/>
                    <a:pt x="446" y="577"/>
                    <a:pt x="443" y="555"/>
                  </a:cubicBezTo>
                  <a:cubicBezTo>
                    <a:pt x="442" y="548"/>
                    <a:pt x="440" y="542"/>
                    <a:pt x="439" y="536"/>
                  </a:cubicBezTo>
                  <a:cubicBezTo>
                    <a:pt x="433" y="515"/>
                    <a:pt x="426" y="496"/>
                    <a:pt x="414" y="478"/>
                  </a:cubicBezTo>
                  <a:cubicBezTo>
                    <a:pt x="400" y="456"/>
                    <a:pt x="382" y="439"/>
                    <a:pt x="360" y="425"/>
                  </a:cubicBezTo>
                  <a:cubicBezTo>
                    <a:pt x="354" y="422"/>
                    <a:pt x="351" y="417"/>
                    <a:pt x="351" y="410"/>
                  </a:cubicBezTo>
                  <a:cubicBezTo>
                    <a:pt x="351" y="397"/>
                    <a:pt x="351" y="385"/>
                    <a:pt x="351" y="372"/>
                  </a:cubicBezTo>
                  <a:cubicBezTo>
                    <a:pt x="351" y="371"/>
                    <a:pt x="351" y="370"/>
                    <a:pt x="352" y="368"/>
                  </a:cubicBezTo>
                  <a:cubicBezTo>
                    <a:pt x="354" y="368"/>
                    <a:pt x="355" y="369"/>
                    <a:pt x="357" y="369"/>
                  </a:cubicBezTo>
                  <a:cubicBezTo>
                    <a:pt x="376" y="376"/>
                    <a:pt x="392" y="386"/>
                    <a:pt x="406" y="400"/>
                  </a:cubicBezTo>
                  <a:cubicBezTo>
                    <a:pt x="425" y="417"/>
                    <a:pt x="439" y="437"/>
                    <a:pt x="453" y="459"/>
                  </a:cubicBezTo>
                  <a:cubicBezTo>
                    <a:pt x="462" y="475"/>
                    <a:pt x="471" y="492"/>
                    <a:pt x="479" y="509"/>
                  </a:cubicBezTo>
                  <a:cubicBezTo>
                    <a:pt x="481" y="514"/>
                    <a:pt x="484" y="518"/>
                    <a:pt x="489" y="522"/>
                  </a:cubicBezTo>
                  <a:cubicBezTo>
                    <a:pt x="494" y="526"/>
                    <a:pt x="501" y="529"/>
                    <a:pt x="508" y="527"/>
                  </a:cubicBezTo>
                  <a:cubicBezTo>
                    <a:pt x="518" y="524"/>
                    <a:pt x="524" y="518"/>
                    <a:pt x="526" y="508"/>
                  </a:cubicBezTo>
                  <a:cubicBezTo>
                    <a:pt x="528" y="500"/>
                    <a:pt x="527" y="493"/>
                    <a:pt x="524" y="486"/>
                  </a:cubicBezTo>
                  <a:cubicBezTo>
                    <a:pt x="520" y="477"/>
                    <a:pt x="516" y="469"/>
                    <a:pt x="512" y="460"/>
                  </a:cubicBezTo>
                  <a:cubicBezTo>
                    <a:pt x="498" y="429"/>
                    <a:pt x="480" y="400"/>
                    <a:pt x="456" y="375"/>
                  </a:cubicBezTo>
                  <a:cubicBezTo>
                    <a:pt x="432" y="351"/>
                    <a:pt x="405" y="333"/>
                    <a:pt x="373" y="322"/>
                  </a:cubicBezTo>
                  <a:cubicBezTo>
                    <a:pt x="366" y="320"/>
                    <a:pt x="359" y="318"/>
                    <a:pt x="351" y="316"/>
                  </a:cubicBezTo>
                  <a:cubicBezTo>
                    <a:pt x="351" y="312"/>
                    <a:pt x="351" y="308"/>
                    <a:pt x="351" y="304"/>
                  </a:cubicBezTo>
                  <a:cubicBezTo>
                    <a:pt x="350" y="298"/>
                    <a:pt x="349" y="291"/>
                    <a:pt x="345" y="286"/>
                  </a:cubicBezTo>
                  <a:cubicBezTo>
                    <a:pt x="335" y="271"/>
                    <a:pt x="316" y="271"/>
                    <a:pt x="306" y="286"/>
                  </a:cubicBezTo>
                  <a:cubicBezTo>
                    <a:pt x="302" y="292"/>
                    <a:pt x="301" y="299"/>
                    <a:pt x="301" y="305"/>
                  </a:cubicBezTo>
                  <a:cubicBezTo>
                    <a:pt x="300" y="309"/>
                    <a:pt x="300" y="312"/>
                    <a:pt x="300" y="316"/>
                  </a:cubicBezTo>
                  <a:cubicBezTo>
                    <a:pt x="299" y="317"/>
                    <a:pt x="298" y="317"/>
                    <a:pt x="296" y="317"/>
                  </a:cubicBezTo>
                  <a:cubicBezTo>
                    <a:pt x="264" y="325"/>
                    <a:pt x="235" y="339"/>
                    <a:pt x="210" y="361"/>
                  </a:cubicBezTo>
                  <a:cubicBezTo>
                    <a:pt x="191" y="378"/>
                    <a:pt x="175" y="398"/>
                    <a:pt x="161" y="420"/>
                  </a:cubicBezTo>
                  <a:cubicBezTo>
                    <a:pt x="148" y="440"/>
                    <a:pt x="138" y="462"/>
                    <a:pt x="128" y="483"/>
                  </a:cubicBezTo>
                  <a:cubicBezTo>
                    <a:pt x="126" y="490"/>
                    <a:pt x="124" y="497"/>
                    <a:pt x="125" y="504"/>
                  </a:cubicBezTo>
                  <a:cubicBezTo>
                    <a:pt x="126" y="515"/>
                    <a:pt x="130" y="522"/>
                    <a:pt x="140" y="526"/>
                  </a:cubicBezTo>
                  <a:cubicBezTo>
                    <a:pt x="150" y="530"/>
                    <a:pt x="159" y="526"/>
                    <a:pt x="165" y="519"/>
                  </a:cubicBezTo>
                  <a:cubicBezTo>
                    <a:pt x="168" y="516"/>
                    <a:pt x="170" y="512"/>
                    <a:pt x="172" y="509"/>
                  </a:cubicBezTo>
                  <a:cubicBezTo>
                    <a:pt x="181" y="493"/>
                    <a:pt x="189" y="476"/>
                    <a:pt x="198" y="461"/>
                  </a:cubicBezTo>
                  <a:cubicBezTo>
                    <a:pt x="211" y="438"/>
                    <a:pt x="227" y="417"/>
                    <a:pt x="246" y="399"/>
                  </a:cubicBezTo>
                  <a:cubicBezTo>
                    <a:pt x="260" y="386"/>
                    <a:pt x="276" y="376"/>
                    <a:pt x="294" y="370"/>
                  </a:cubicBezTo>
                  <a:cubicBezTo>
                    <a:pt x="296" y="369"/>
                    <a:pt x="298" y="368"/>
                    <a:pt x="300" y="368"/>
                  </a:cubicBezTo>
                  <a:close/>
                  <a:moveTo>
                    <a:pt x="253" y="112"/>
                  </a:moveTo>
                  <a:cubicBezTo>
                    <a:pt x="252" y="113"/>
                    <a:pt x="250" y="113"/>
                    <a:pt x="249" y="114"/>
                  </a:cubicBezTo>
                  <a:cubicBezTo>
                    <a:pt x="240" y="117"/>
                    <a:pt x="231" y="119"/>
                    <a:pt x="222" y="122"/>
                  </a:cubicBezTo>
                  <a:cubicBezTo>
                    <a:pt x="187" y="134"/>
                    <a:pt x="154" y="149"/>
                    <a:pt x="123" y="169"/>
                  </a:cubicBezTo>
                  <a:cubicBezTo>
                    <a:pt x="110" y="178"/>
                    <a:pt x="97" y="188"/>
                    <a:pt x="85" y="200"/>
                  </a:cubicBezTo>
                  <a:cubicBezTo>
                    <a:pt x="81" y="204"/>
                    <a:pt x="77" y="208"/>
                    <a:pt x="75" y="214"/>
                  </a:cubicBezTo>
                  <a:cubicBezTo>
                    <a:pt x="71" y="225"/>
                    <a:pt x="76" y="237"/>
                    <a:pt x="87" y="241"/>
                  </a:cubicBezTo>
                  <a:cubicBezTo>
                    <a:pt x="94" y="244"/>
                    <a:pt x="101" y="244"/>
                    <a:pt x="108" y="242"/>
                  </a:cubicBezTo>
                  <a:cubicBezTo>
                    <a:pt x="114" y="240"/>
                    <a:pt x="118" y="237"/>
                    <a:pt x="123" y="234"/>
                  </a:cubicBezTo>
                  <a:cubicBezTo>
                    <a:pt x="134" y="226"/>
                    <a:pt x="146" y="217"/>
                    <a:pt x="158" y="210"/>
                  </a:cubicBezTo>
                  <a:cubicBezTo>
                    <a:pt x="186" y="191"/>
                    <a:pt x="216" y="176"/>
                    <a:pt x="249" y="165"/>
                  </a:cubicBezTo>
                  <a:cubicBezTo>
                    <a:pt x="250" y="165"/>
                    <a:pt x="252" y="164"/>
                    <a:pt x="253" y="164"/>
                  </a:cubicBezTo>
                  <a:cubicBezTo>
                    <a:pt x="253" y="183"/>
                    <a:pt x="253" y="202"/>
                    <a:pt x="253" y="220"/>
                  </a:cubicBezTo>
                  <a:cubicBezTo>
                    <a:pt x="252" y="221"/>
                    <a:pt x="251" y="221"/>
                    <a:pt x="250" y="222"/>
                  </a:cubicBezTo>
                  <a:cubicBezTo>
                    <a:pt x="185" y="247"/>
                    <a:pt x="131" y="288"/>
                    <a:pt x="90" y="345"/>
                  </a:cubicBezTo>
                  <a:cubicBezTo>
                    <a:pt x="81" y="357"/>
                    <a:pt x="73" y="370"/>
                    <a:pt x="65" y="383"/>
                  </a:cubicBezTo>
                  <a:cubicBezTo>
                    <a:pt x="62" y="387"/>
                    <a:pt x="60" y="391"/>
                    <a:pt x="60" y="395"/>
                  </a:cubicBezTo>
                  <a:cubicBezTo>
                    <a:pt x="60" y="408"/>
                    <a:pt x="68" y="419"/>
                    <a:pt x="80" y="422"/>
                  </a:cubicBezTo>
                  <a:cubicBezTo>
                    <a:pt x="90" y="425"/>
                    <a:pt x="98" y="422"/>
                    <a:pt x="104" y="413"/>
                  </a:cubicBezTo>
                  <a:cubicBezTo>
                    <a:pt x="107" y="409"/>
                    <a:pt x="110" y="404"/>
                    <a:pt x="113" y="400"/>
                  </a:cubicBezTo>
                  <a:cubicBezTo>
                    <a:pt x="127" y="380"/>
                    <a:pt x="143" y="361"/>
                    <a:pt x="160" y="343"/>
                  </a:cubicBezTo>
                  <a:cubicBezTo>
                    <a:pt x="177" y="325"/>
                    <a:pt x="195" y="309"/>
                    <a:pt x="215" y="296"/>
                  </a:cubicBezTo>
                  <a:cubicBezTo>
                    <a:pt x="237" y="282"/>
                    <a:pt x="261" y="271"/>
                    <a:pt x="286" y="264"/>
                  </a:cubicBezTo>
                  <a:cubicBezTo>
                    <a:pt x="300" y="260"/>
                    <a:pt x="304" y="253"/>
                    <a:pt x="304" y="240"/>
                  </a:cubicBezTo>
                  <a:cubicBezTo>
                    <a:pt x="304" y="189"/>
                    <a:pt x="304" y="138"/>
                    <a:pt x="304" y="88"/>
                  </a:cubicBezTo>
                  <a:cubicBezTo>
                    <a:pt x="304" y="84"/>
                    <a:pt x="304" y="81"/>
                    <a:pt x="303" y="78"/>
                  </a:cubicBezTo>
                  <a:cubicBezTo>
                    <a:pt x="303" y="74"/>
                    <a:pt x="302" y="69"/>
                    <a:pt x="299" y="65"/>
                  </a:cubicBezTo>
                  <a:cubicBezTo>
                    <a:pt x="293" y="55"/>
                    <a:pt x="280" y="51"/>
                    <a:pt x="269" y="56"/>
                  </a:cubicBezTo>
                  <a:cubicBezTo>
                    <a:pt x="261" y="61"/>
                    <a:pt x="256" y="68"/>
                    <a:pt x="254" y="77"/>
                  </a:cubicBezTo>
                  <a:cubicBezTo>
                    <a:pt x="254" y="81"/>
                    <a:pt x="254" y="85"/>
                    <a:pt x="253" y="90"/>
                  </a:cubicBezTo>
                  <a:cubicBezTo>
                    <a:pt x="253" y="97"/>
                    <a:pt x="253" y="105"/>
                    <a:pt x="253" y="112"/>
                  </a:cubicBezTo>
                  <a:close/>
                  <a:moveTo>
                    <a:pt x="398" y="112"/>
                  </a:moveTo>
                  <a:cubicBezTo>
                    <a:pt x="398" y="110"/>
                    <a:pt x="398" y="108"/>
                    <a:pt x="398" y="106"/>
                  </a:cubicBezTo>
                  <a:cubicBezTo>
                    <a:pt x="398" y="98"/>
                    <a:pt x="398" y="90"/>
                    <a:pt x="398" y="82"/>
                  </a:cubicBezTo>
                  <a:cubicBezTo>
                    <a:pt x="397" y="76"/>
                    <a:pt x="396" y="70"/>
                    <a:pt x="392" y="65"/>
                  </a:cubicBezTo>
                  <a:cubicBezTo>
                    <a:pt x="386" y="57"/>
                    <a:pt x="378" y="53"/>
                    <a:pt x="368" y="54"/>
                  </a:cubicBezTo>
                  <a:cubicBezTo>
                    <a:pt x="358" y="56"/>
                    <a:pt x="352" y="62"/>
                    <a:pt x="349" y="71"/>
                  </a:cubicBezTo>
                  <a:cubicBezTo>
                    <a:pt x="348" y="75"/>
                    <a:pt x="347" y="80"/>
                    <a:pt x="347" y="85"/>
                  </a:cubicBezTo>
                  <a:cubicBezTo>
                    <a:pt x="347" y="137"/>
                    <a:pt x="347" y="189"/>
                    <a:pt x="347" y="242"/>
                  </a:cubicBezTo>
                  <a:cubicBezTo>
                    <a:pt x="347" y="242"/>
                    <a:pt x="347" y="243"/>
                    <a:pt x="347" y="243"/>
                  </a:cubicBezTo>
                  <a:cubicBezTo>
                    <a:pt x="347" y="251"/>
                    <a:pt x="351" y="257"/>
                    <a:pt x="358" y="260"/>
                  </a:cubicBezTo>
                  <a:cubicBezTo>
                    <a:pt x="361" y="262"/>
                    <a:pt x="365" y="263"/>
                    <a:pt x="369" y="264"/>
                  </a:cubicBezTo>
                  <a:cubicBezTo>
                    <a:pt x="387" y="270"/>
                    <a:pt x="405" y="277"/>
                    <a:pt x="421" y="286"/>
                  </a:cubicBezTo>
                  <a:cubicBezTo>
                    <a:pt x="449" y="301"/>
                    <a:pt x="473" y="321"/>
                    <a:pt x="493" y="344"/>
                  </a:cubicBezTo>
                  <a:cubicBezTo>
                    <a:pt x="513" y="365"/>
                    <a:pt x="530" y="388"/>
                    <a:pt x="546" y="412"/>
                  </a:cubicBezTo>
                  <a:cubicBezTo>
                    <a:pt x="547" y="413"/>
                    <a:pt x="548" y="415"/>
                    <a:pt x="549" y="416"/>
                  </a:cubicBezTo>
                  <a:cubicBezTo>
                    <a:pt x="553" y="421"/>
                    <a:pt x="558" y="423"/>
                    <a:pt x="564" y="423"/>
                  </a:cubicBezTo>
                  <a:cubicBezTo>
                    <a:pt x="584" y="423"/>
                    <a:pt x="598" y="402"/>
                    <a:pt x="587" y="384"/>
                  </a:cubicBezTo>
                  <a:cubicBezTo>
                    <a:pt x="581" y="374"/>
                    <a:pt x="576" y="365"/>
                    <a:pt x="569" y="355"/>
                  </a:cubicBezTo>
                  <a:cubicBezTo>
                    <a:pt x="528" y="296"/>
                    <a:pt x="474" y="251"/>
                    <a:pt x="407" y="224"/>
                  </a:cubicBezTo>
                  <a:cubicBezTo>
                    <a:pt x="404" y="223"/>
                    <a:pt x="401" y="222"/>
                    <a:pt x="398" y="220"/>
                  </a:cubicBezTo>
                  <a:cubicBezTo>
                    <a:pt x="398" y="201"/>
                    <a:pt x="398" y="183"/>
                    <a:pt x="398" y="164"/>
                  </a:cubicBezTo>
                  <a:cubicBezTo>
                    <a:pt x="399" y="164"/>
                    <a:pt x="399" y="164"/>
                    <a:pt x="399" y="164"/>
                  </a:cubicBezTo>
                  <a:cubicBezTo>
                    <a:pt x="401" y="165"/>
                    <a:pt x="402" y="165"/>
                    <a:pt x="403" y="165"/>
                  </a:cubicBezTo>
                  <a:cubicBezTo>
                    <a:pt x="439" y="177"/>
                    <a:pt x="473" y="195"/>
                    <a:pt x="504" y="217"/>
                  </a:cubicBezTo>
                  <a:cubicBezTo>
                    <a:pt x="513" y="223"/>
                    <a:pt x="522" y="230"/>
                    <a:pt x="532" y="236"/>
                  </a:cubicBezTo>
                  <a:cubicBezTo>
                    <a:pt x="539" y="242"/>
                    <a:pt x="547" y="244"/>
                    <a:pt x="556" y="243"/>
                  </a:cubicBezTo>
                  <a:cubicBezTo>
                    <a:pt x="573" y="242"/>
                    <a:pt x="582" y="226"/>
                    <a:pt x="575" y="211"/>
                  </a:cubicBezTo>
                  <a:cubicBezTo>
                    <a:pt x="572" y="206"/>
                    <a:pt x="569" y="202"/>
                    <a:pt x="566" y="199"/>
                  </a:cubicBezTo>
                  <a:cubicBezTo>
                    <a:pt x="549" y="182"/>
                    <a:pt x="529" y="169"/>
                    <a:pt x="509" y="157"/>
                  </a:cubicBezTo>
                  <a:cubicBezTo>
                    <a:pt x="480" y="141"/>
                    <a:pt x="450" y="129"/>
                    <a:pt x="418" y="119"/>
                  </a:cubicBezTo>
                  <a:cubicBezTo>
                    <a:pt x="412" y="116"/>
                    <a:pt x="405" y="114"/>
                    <a:pt x="398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ea"/>
                <a:sym typeface="Arial" panose="020B060402020209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1  研究背景：复杂操作需求与边缘资"/>
          <p:cNvSpPr>
            <a:spLocks noGrp="1"/>
          </p:cNvSpPr>
          <p:nvPr/>
        </p:nvSpPr>
        <p:spPr>
          <a:xfrm>
            <a:off x="571500" y="323850"/>
            <a:ext cx="962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1  选题背景与意义</a:t>
            </a:r>
            <a:endParaRPr sz="2400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0" y="1524000"/>
            <a:ext cx="5429250" cy="3619500"/>
          </a:xfrm>
          <a:prstGeom prst="rect">
            <a:avLst/>
          </a:prstGeom>
        </p:spPr>
      </p:pic>
      <p:sp>
        <p:nvSpPr>
          <p:cNvPr id="4" name="复杂任务的计算需求"/>
          <p:cNvSpPr>
            <a:spLocks noGrp="1"/>
          </p:cNvSpPr>
          <p:nvPr/>
        </p:nvSpPr>
        <p:spPr>
          <a:xfrm>
            <a:off x="714375" y="1285875"/>
            <a:ext cx="5238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背景</a:t>
            </a:r>
            <a:endParaRPr sz="2250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" name="理解自然语言与场景关系&#10;分解多步任务"/>
          <p:cNvSpPr>
            <a:spLocks noGrp="1"/>
          </p:cNvSpPr>
          <p:nvPr/>
        </p:nvSpPr>
        <p:spPr>
          <a:xfrm>
            <a:off x="714375" y="1809750"/>
            <a:ext cx="52387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自然语言与多步任务增加计算需求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小型设备受算力、功耗与成本约束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本地执行仍需及时响应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" name="小型设备的部署约束"/>
          <p:cNvSpPr>
            <a:spLocks noGrp="1"/>
          </p:cNvSpPr>
          <p:nvPr/>
        </p:nvSpPr>
        <p:spPr>
          <a:xfrm>
            <a:off x="714375" y="3286125"/>
            <a:ext cx="5238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研究现状</a:t>
            </a:r>
            <a:endParaRPr sz="2250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7" name="算力、内存、功耗与成本受限&#10;本地执行"/>
          <p:cNvSpPr>
            <a:spLocks noGrp="1"/>
          </p:cNvSpPr>
          <p:nvPr/>
        </p:nvSpPr>
        <p:spPr>
          <a:xfrm>
            <a:off x="714375" y="3810000"/>
            <a:ext cx="5238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SayCan：以技能可行性约束语言规划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Inner Monologue：以环境反馈修正规划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仍需衔接方案有效性、介入时机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与异常恢复边界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8" name="核心问题：如何利用云端规划能力，同时"/>
          <p:cNvSpPr>
            <a:spLocks noGrp="1"/>
          </p:cNvSpPr>
          <p:nvPr/>
        </p:nvSpPr>
        <p:spPr>
          <a:xfrm>
            <a:off x="714375" y="5667375"/>
            <a:ext cx="10810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工程意义：权衡任务质量、响应时间与调用成本，</a:t>
            </a:r>
            <a:endParaRPr sz="2175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  <a:p>
            <a: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为系统可靠性设计和资源预算提供依据。</a:t>
            </a:r>
            <a:endParaRPr sz="2175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9" name="场景概念图，非实验结果"/>
          <p:cNvSpPr>
            <a:spLocks noGrp="1"/>
          </p:cNvSpPr>
          <p:nvPr/>
        </p:nvSpPr>
        <p:spPr>
          <a:xfrm>
            <a:off x="7620000" y="5238750"/>
            <a:ext cx="3714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27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66666"/>
                </a:solidFill>
                <a:latin typeface="+mn-ea"/>
                <a:ea typeface="+mn-ea"/>
                <a:cs typeface="+mn-ea"/>
              </a:rPr>
              <a:t>场景概念图，非实验结果</a:t>
            </a:r>
            <a:endParaRPr sz="1275" b="0">
              <a:solidFill>
                <a:srgbClr val="666666"/>
              </a:solidFill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2  相关研究与本课题切入点"/>
          <p:cNvSpPr>
            <a:spLocks noGrp="1"/>
          </p:cNvSpPr>
          <p:nvPr/>
        </p:nvSpPr>
        <p:spPr>
          <a:xfrm>
            <a:off x="571500" y="323850"/>
            <a:ext cx="962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1  选题背景与意义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66750" y="1476375"/>
          <a:ext cx="10858500" cy="4000500"/>
        </p:xfrm>
        <a:graphic>
          <a:graphicData uri="http://schemas.openxmlformats.org/drawingml/2006/table">
            <a:tbl>
              <a:tblPr/>
              <a:tblGrid>
                <a:gridCol w="2476500"/>
                <a:gridCol w="3238500"/>
                <a:gridCol w="5143500"/>
              </a:tblGrid>
              <a:tr h="10001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关键痛点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典型表现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解决思路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方案有效性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云端结果返回时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任务或环境已变化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返回时与提交前联合核验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观测、任务版本和物理条件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协同调用成本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固定周期请求可能重复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增加等待与远程调用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依据任务进展、风险与成本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按事件选择处理路径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异常恢复代价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局部失败触发整段重做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有效动作被重复执行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独立核验动作效果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保留成果并在预算内恢复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3  系统总体架构"/>
          <p:cNvSpPr>
            <a:spLocks noGrp="1"/>
          </p:cNvSpPr>
          <p:nvPr/>
        </p:nvSpPr>
        <p:spPr>
          <a:xfrm>
            <a:off x="571500" y="323850"/>
            <a:ext cx="962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2.1  研究内容—系统基础与验证平台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1857375"/>
            <a:ext cx="6286500" cy="4191000"/>
          </a:xfrm>
          <a:prstGeom prst="rect">
            <a:avLst/>
          </a:prstGeom>
        </p:spPr>
      </p:pic>
      <p:sp>
        <p:nvSpPr>
          <p:cNvPr id="3" name="云端：低频规划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322060" y="1571625"/>
            <a:ext cx="534606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175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60000"/>
                </a:solidFill>
                <a:latin typeface="+mj-ea"/>
                <a:ea typeface="+mj-ea"/>
                <a:cs typeface="Noto Sans CJK SC"/>
              </a:rPr>
              <a:t>云端：低频规划</a:t>
            </a:r>
            <a:endParaRPr sz="2175" b="1">
              <a:solidFill>
                <a:srgbClr val="A60000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11" name="理解任务、分解步骤&#10;输出结构化方案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322060" y="2066925"/>
            <a:ext cx="534606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800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理解任务、分解步骤</a:t>
            </a:r>
            <a:r>
              <a:rPr lang="zh-CN" sz="1800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，</a:t>
            </a:r>
            <a:r>
              <a:rPr sz="1800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输出结构化方案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12" name="边缘：协同决策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322060" y="3143250"/>
            <a:ext cx="534606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175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60000"/>
                </a:solidFill>
                <a:latin typeface="+mj-ea"/>
                <a:ea typeface="+mj-ea"/>
                <a:cs typeface="Noto Sans CJK SC"/>
              </a:rPr>
              <a:t>边缘：协同决策</a:t>
            </a:r>
            <a:endParaRPr sz="2175" b="1">
              <a:solidFill>
                <a:srgbClr val="A60000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13" name="管理状态、核验有效性&#10;选择处理路径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322060" y="3638550"/>
            <a:ext cx="534606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800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管理状态、核验有效性</a:t>
            </a:r>
            <a:r>
              <a:rPr lang="zh-CN" sz="1800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，</a:t>
            </a:r>
            <a:r>
              <a:rPr sz="1800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选择处理路径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17" name="端侧：确定性执行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322060" y="4714875"/>
            <a:ext cx="534606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2175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60000"/>
                </a:solidFill>
                <a:latin typeface="+mj-ea"/>
                <a:ea typeface="+mj-ea"/>
                <a:cs typeface="Noto Sans CJK SC"/>
              </a:rPr>
              <a:t>端侧：确定性执行</a:t>
            </a:r>
            <a:endParaRPr sz="2175" b="1">
              <a:solidFill>
                <a:srgbClr val="A60000"/>
              </a:solidFill>
              <a:latin typeface="+mj-ea"/>
              <a:ea typeface="+mj-ea"/>
              <a:cs typeface="Noto Sans CJK SC"/>
            </a:endParaRPr>
          </a:p>
        </p:txBody>
      </p:sp>
      <p:sp>
        <p:nvSpPr>
          <p:cNvPr id="18" name="感知定位、技能执行&#10;本地验证与独立安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322060" y="5210175"/>
            <a:ext cx="534606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800" b="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感知定位、技能执行</a:t>
            </a:r>
            <a:r>
              <a:rPr lang="zh-CN" sz="1800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，</a:t>
            </a:r>
            <a:r>
              <a:rPr sz="1800" b="0">
                <a:solidFill>
                  <a:srgbClr val="202020"/>
                </a:solidFill>
                <a:latin typeface="+mj-ea"/>
                <a:ea typeface="+mj-ea"/>
                <a:cs typeface="Noto Sans CJK SC"/>
              </a:rPr>
              <a:t>本地验证与独立安全保护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Noto Sans CJK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4  机制一：观测与规划一致性检查"/>
          <p:cNvSpPr>
            <a:spLocks noGrp="1"/>
          </p:cNvSpPr>
          <p:nvPr/>
        </p:nvSpPr>
        <p:spPr>
          <a:xfrm>
            <a:off x="571500" y="323850"/>
            <a:ext cx="962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2.2  研究内容—观测与规划一致性检查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检查时机：云端方案返回时、动作提交前"/>
          <p:cNvSpPr>
            <a:spLocks noGrp="1"/>
          </p:cNvSpPr>
          <p:nvPr/>
        </p:nvSpPr>
        <p:spPr>
          <a:xfrm>
            <a:off x="714375" y="1381125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研究内容：在方案返回时、动作提交前核验执行条件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666750" y="2143125"/>
          <a:ext cx="10858500" cy="3619500"/>
        </p:xfrm>
        <a:graphic>
          <a:graphicData uri="http://schemas.openxmlformats.org/drawingml/2006/table">
            <a:tbl>
              <a:tblPr/>
              <a:tblGrid>
                <a:gridCol w="2381250"/>
                <a:gridCol w="4381500"/>
                <a:gridCol w="4095750"/>
              </a:tblGrid>
              <a:tr h="904875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核验对象</a:t>
                      </a:r>
                      <a:endParaRPr sz="1950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判断依据</a:t>
                      </a:r>
                      <a:endParaRPr sz="1950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失效后的处理</a:t>
                      </a:r>
                      <a:endParaRPr sz="1950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观测与目标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采集时间、目标身份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ctr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深度与三维几何条件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重新观测，更新状态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任务与方案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任务版本、步骤前置条件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ctr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实际执行进度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拒绝迟到或失效方案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ctr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必要时请求重规划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动作提交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当前物理约束与安全条件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阻止执行或安全停止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5  机制二：事件驱动的云边协同决策"/>
          <p:cNvSpPr>
            <a:spLocks noGrp="1"/>
          </p:cNvSpPr>
          <p:nvPr/>
        </p:nvSpPr>
        <p:spPr>
          <a:xfrm>
            <a:off x="571500" y="323850"/>
            <a:ext cx="962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2.3  研究内容—事件驱动的云边协同决策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决策输入：执行进度、操作风险、预计耗"/>
          <p:cNvSpPr>
            <a:spLocks noGrp="1"/>
          </p:cNvSpPr>
          <p:nvPr/>
        </p:nvSpPr>
        <p:spPr>
          <a:xfrm>
            <a:off x="714375" y="1190625"/>
            <a:ext cx="10810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研究内容：依据执行进度、风险、耗时与成本，选择本地处理或请求云端</a:t>
            </a:r>
            <a:endParaRPr sz="21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0" y="1762125"/>
            <a:ext cx="6858000" cy="3429000"/>
          </a:xfrm>
          <a:prstGeom prst="rect">
            <a:avLst/>
          </a:prstGeom>
        </p:spPr>
      </p:pic>
      <p:sp>
        <p:nvSpPr>
          <p:cNvPr id="5" name="按需触发与异步管理，减少重复请求和无"/>
          <p:cNvSpPr>
            <a:spLocks noGrp="1"/>
          </p:cNvSpPr>
          <p:nvPr/>
        </p:nvSpPr>
        <p:spPr>
          <a:xfrm>
            <a:off x="714375" y="5476875"/>
            <a:ext cx="10810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解决方案：能力与安全筛选 → 风险与成本比较 → 异步管理与请求去重</a:t>
            </a:r>
            <a:endParaRPr sz="20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2" name="能力边界"/>
          <p:cNvSpPr>
            <a:spLocks noGrp="1"/>
          </p:cNvSpPr>
          <p:nvPr/>
        </p:nvSpPr>
        <p:spPr>
          <a:xfrm>
            <a:off x="714375" y="5029200"/>
            <a:ext cx="10810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能力边界：局部恢复为拟研究分支，经验证后启用。</a:t>
            </a:r>
            <a:endParaRPr sz="180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6  机制三：基于动作效果依赖的有限"/>
          <p:cNvSpPr>
            <a:spLocks noGrp="1"/>
          </p:cNvSpPr>
          <p:nvPr/>
        </p:nvSpPr>
        <p:spPr>
          <a:xfrm>
            <a:off x="571500" y="323850"/>
            <a:ext cx="962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2.4  研究内容—基于效果依赖的有限恢复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示例：物体 A 已放置，物体 B 抓"/>
          <p:cNvSpPr>
            <a:spLocks noGrp="1"/>
          </p:cNvSpPr>
          <p:nvPr/>
        </p:nvSpPr>
        <p:spPr>
          <a:xfrm>
            <a:off x="714375" y="1581150"/>
            <a:ext cx="10810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示例：物体 A 已放置，物体 B 抓取滑落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666750" y="2143125"/>
          <a:ext cx="10858500" cy="3543300"/>
        </p:xfrm>
        <a:graphic>
          <a:graphicData uri="http://schemas.openxmlformats.org/drawingml/2006/table">
            <a:tbl>
              <a:tblPr/>
              <a:tblGrid>
                <a:gridCol w="2952750"/>
                <a:gridCol w="7905750"/>
              </a:tblGrid>
              <a:tr h="5905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处置阶段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解决方案（拟实现）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识别失效环节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根据步骤前置条件与动作效果，定位失败影响范围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保留有效成果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独立复核 A 的放置效果，避免重复已完成操作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执行局部补偿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重新观测 B，组合抓取、搬运与放置技能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限制恢复预算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约束重试次数、总耗时与远程调用预算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升级或停止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无法恢复时请求重规划，必要时安全停止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</a:tbl>
          </a:graphicData>
        </a:graphic>
      </p:graphicFrame>
      <p:sp>
        <p:nvSpPr>
          <p:cNvPr id="12" name="研究内容"/>
          <p:cNvSpPr>
            <a:spLocks noGrp="1"/>
          </p:cNvSpPr>
          <p:nvPr/>
        </p:nvSpPr>
        <p:spPr>
          <a:xfrm>
            <a:off x="714375" y="1047750"/>
            <a:ext cx="10810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研究内容：依据前置条件与动作效果确定失败范围，避免重复已完成操作</a:t>
            </a:r>
            <a:endParaRPr sz="1875" b="0">
              <a:solidFill>
                <a:srgbClr val="20202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8  实验验证与对照设计"/>
          <p:cNvSpPr>
            <a:spLocks noGrp="1"/>
          </p:cNvSpPr>
          <p:nvPr/>
        </p:nvSpPr>
        <p:spPr>
          <a:xfrm>
            <a:off x="571500" y="323850"/>
            <a:ext cx="962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2.5  研究内容—对照实验与工程评价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实验范围"/>
          <p:cNvSpPr>
            <a:spLocks noGrp="1"/>
          </p:cNvSpPr>
          <p:nvPr/>
        </p:nvSpPr>
        <p:spPr>
          <a:xfrm>
            <a:off x="714375" y="12192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预期目标</a:t>
            </a:r>
            <a:endParaRPr sz="225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" name="物理仿真中的桌面六自由度机械臂&#10;已知"/>
          <p:cNvSpPr>
            <a:spLocks noGrp="1"/>
          </p:cNvSpPr>
          <p:nvPr/>
        </p:nvSpPr>
        <p:spPr>
          <a:xfrm>
            <a:off x="714375" y="1724025"/>
            <a:ext cx="108108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定位误差 P90 ≤ 10 mm）；静态抓放成功率 ≥ 90%</a:t>
            </a:r>
            <a:r>
              <a:rPr lang="zh-CN"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；</a:t>
            </a: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远程</a:t>
            </a:r>
            <a:r>
              <a:rPr lang="zh-CN"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大模型</a:t>
            </a: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请求均值降低 ≥ 30%</a:t>
            </a:r>
            <a:endParaRPr sz="202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66750" y="3357880"/>
          <a:ext cx="10858500" cy="2324100"/>
        </p:xfrm>
        <a:graphic>
          <a:graphicData uri="http://schemas.openxmlformats.org/drawingml/2006/table">
            <a:tbl>
              <a:tblPr firstRow="1"/>
              <a:tblGrid>
                <a:gridCol w="2286000"/>
                <a:gridCol w="8572500"/>
              </a:tblGrid>
              <a:tr h="4667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实验设计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解决方案与评价内容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主对照</a:t>
                      </a:r>
                      <a:endParaRPr sz="18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纯本地、固定周期、固定阈值与本课题方法；任务配对、共用安全层</a:t>
                      </a:r>
                      <a:endParaRPr sz="18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三模块消融</a:t>
                      </a:r>
                      <a:endParaRPr sz="18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分别移除一致性增强、协同决策或恢复模块，考察独立作用</a:t>
                      </a:r>
                      <a:endParaRPr sz="18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工程度量</a:t>
                      </a:r>
                      <a:endParaRPr sz="18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任务成功、失败惩罚耗时、请求数、传输字节与实际计费量</a:t>
                      </a:r>
                      <a:endParaRPr sz="18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7  研究目标与评价口径"/>
          <p:cNvSpPr>
            <a:spLocks noGrp="1"/>
          </p:cNvSpPr>
          <p:nvPr/>
        </p:nvSpPr>
        <p:spPr>
          <a:xfrm>
            <a:off x="571500" y="323850"/>
            <a:ext cx="962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2.6  论文基本架构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236855" y="1074420"/>
          <a:ext cx="11786235" cy="5139055"/>
        </p:xfrm>
        <a:graphic>
          <a:graphicData uri="http://schemas.openxmlformats.org/drawingml/2006/table">
            <a:tbl>
              <a:tblPr firstRow="1"/>
              <a:tblGrid>
                <a:gridCol w="5674995"/>
                <a:gridCol w="6111240"/>
              </a:tblGrid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拟定章节</a:t>
                      </a:r>
                      <a:endParaRPr sz="18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主要内容</a:t>
                      </a:r>
                      <a:endParaRPr sz="18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7899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第一章  绪论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研究背景与工程意义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国内外研究现状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 研究内容与论文组织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第二章  相关技术与系统总体设计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 云边协同与机器人执行基础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需求分析与系统约束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2.3 分层架构与接口设计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</a:tr>
              <a:tr h="78930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第三章  一致性检查与协同决策方法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 状态与方案有效性核验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 动作能力与安全筛选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 事件触发及风险、成本决策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第四章  有限恢复与系统实现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4.1 前置条件与效果依赖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4.2 局部补偿与恢复预算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4.3 系统实现与集成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</a:tr>
              <a:tr h="789940">
                <a:tc>
                  <a:txBody>
                    <a:bodyPr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</a:t>
                      </a:r>
                      <a:r>
                        <a:rPr lang="zh-CN"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</a:t>
                      </a: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章  </a:t>
                      </a:r>
                      <a:r>
                        <a:rPr lang="zh-CN" altLang="en-US"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实验设计与工程评价</a:t>
                      </a:r>
                      <a:endParaRPr lang="zh-CN" altLang="en-US"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20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defRPr>
                      </a:pPr>
                      <a:r>
                        <a:rPr sz="160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5.1 任务集、配对基线与评价口径</a:t>
                      </a:r>
                      <a:endParaRPr sz="160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>
                        <a:buNone/>
                        <a:defRPr sz="20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defRPr>
                      </a:pPr>
                      <a:r>
                        <a:rPr sz="160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5.2 一致性、决策、恢复三模块消融</a:t>
                      </a:r>
                      <a:endParaRPr sz="160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>
                        <a:buNone/>
                        <a:defRPr sz="20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defRPr>
                      </a:pPr>
                      <a:r>
                        <a:rPr sz="160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5.3 成功率、延迟、调用成本与可靠性分析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</a:tr>
              <a:tr h="788670">
                <a:tc>
                  <a:txBody>
                    <a:bodyPr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</a:t>
                      </a:r>
                      <a:r>
                        <a:rPr lang="zh-CN"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六</a:t>
                      </a: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章  </a:t>
                      </a:r>
                      <a:r>
                        <a:rPr lang="zh-CN" altLang="en-US"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总结与展望</a:t>
                      </a:r>
                      <a:endParaRPr lang="zh-CN" altLang="en-US"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20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defRPr>
                      </a:pPr>
                      <a:r>
                        <a:rPr sz="160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6.1 研究结论</a:t>
                      </a:r>
                      <a:endParaRPr sz="160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  <a:sym typeface="+mn-ea"/>
                      </a:endParaRPr>
                    </a:p>
                    <a:p>
                      <a:pPr algn="l">
                        <a:buNone/>
                        <a:defRPr sz="20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defRPr>
                      </a:pPr>
                      <a:r>
                        <a:rPr sz="160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6.2 研究不足</a:t>
                      </a:r>
                      <a:endParaRPr sz="160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>
                        <a:buNone/>
                        <a:defRPr sz="20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defRPr>
                      </a:pPr>
                      <a:r>
                        <a:rPr sz="160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  <a:sym typeface="+mn-ea"/>
                        </a:rPr>
                        <a:t>6.3 后续扩展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9  研究进度安排"/>
          <p:cNvSpPr>
            <a:spLocks noGrp="1"/>
          </p:cNvSpPr>
          <p:nvPr/>
        </p:nvSpPr>
        <p:spPr>
          <a:xfrm>
            <a:off x="571500" y="323850"/>
            <a:ext cx="962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3.1  时间进度安排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666750" y="1524000"/>
          <a:ext cx="10858500" cy="4464050"/>
        </p:xfrm>
        <a:graphic>
          <a:graphicData uri="http://schemas.openxmlformats.org/drawingml/2006/table">
            <a:tbl>
              <a:tblPr/>
              <a:tblGrid>
                <a:gridCol w="2619375"/>
                <a:gridCol w="3000375"/>
                <a:gridCol w="5238750"/>
              </a:tblGrid>
              <a:tr h="8928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计划与阶段产出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8928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基础能力与基线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2026.10—11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完成阶段收尾与感知闭环；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建立合格固定周期基线并冻结初始设置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8928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方法实现与集成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2026.12—2027.01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实现一致性、事件决策与有限恢复；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完成方法冻结及独立功效试验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8928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实验与分析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2027.02—03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开展正式对照与消融实验；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完成统计分析与论文初稿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8928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论文与答辩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2027.04—05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补充验证、修改定稿与送审；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按学院安排准备答辩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" name="Freeform 8"/>
          <p:cNvSpPr>
            <a:spLocks noGrp="1"/>
          </p:cNvSpPr>
          <p:nvPr/>
        </p:nvSpPr>
        <p:spPr>
          <a:xfrm>
            <a:off x="6606576" y="-241003"/>
            <a:ext cx="7357161" cy="7340006"/>
          </a:xfrm>
          <a:custGeom>
            <a:avLst/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ahLst/>
            <a:cxnLst/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9" name="Freeform 42"/>
          <p:cNvSpPr>
            <a:spLocks noGrp="1"/>
          </p:cNvSpPr>
          <p:nvPr/>
        </p:nvSpPr>
        <p:spPr>
          <a:xfrm>
            <a:off x="7566950" y="710795"/>
            <a:ext cx="5427836" cy="5419255"/>
          </a:xfrm>
          <a:custGeom>
            <a:avLst/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ahLst/>
            <a:cxnLst/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0" name="Freeform 43"/>
          <p:cNvSpPr>
            <a:spLocks noGrp="1"/>
          </p:cNvSpPr>
          <p:nvPr/>
        </p:nvSpPr>
        <p:spPr>
          <a:xfrm>
            <a:off x="12497450" y="1251007"/>
            <a:ext cx="600234" cy="720280"/>
          </a:xfrm>
          <a:custGeom>
            <a:avLst/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ahLst/>
            <a:cxnLst/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1" name="Freeform 44"/>
          <p:cNvSpPr>
            <a:spLocks noGrp="1"/>
          </p:cNvSpPr>
          <p:nvPr/>
        </p:nvSpPr>
        <p:spPr>
          <a:xfrm>
            <a:off x="6898118" y="2614396"/>
            <a:ext cx="574510" cy="617384"/>
          </a:xfrm>
          <a:custGeom>
            <a:avLst/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ahLst/>
            <a:cxnLst/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2" name="Freeform 45"/>
          <p:cNvSpPr>
            <a:spLocks noGrp="1"/>
          </p:cNvSpPr>
          <p:nvPr/>
        </p:nvSpPr>
        <p:spPr>
          <a:xfrm>
            <a:off x="11931514" y="642199"/>
            <a:ext cx="625958" cy="668832"/>
          </a:xfrm>
          <a:custGeom>
            <a:avLst/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ahLst/>
            <a:cxnLst/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3" name="Freeform 46"/>
          <p:cNvSpPr>
            <a:spLocks noGrp="1"/>
          </p:cNvSpPr>
          <p:nvPr/>
        </p:nvSpPr>
        <p:spPr>
          <a:xfrm>
            <a:off x="6898118" y="3574771"/>
            <a:ext cx="540211" cy="514486"/>
          </a:xfrm>
          <a:custGeom>
            <a:avLst/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ahLst/>
            <a:cxnLst/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4" name="Freeform 47"/>
          <p:cNvSpPr>
            <a:spLocks noGrp="1"/>
          </p:cNvSpPr>
          <p:nvPr/>
        </p:nvSpPr>
        <p:spPr>
          <a:xfrm>
            <a:off x="9650623" y="6250100"/>
            <a:ext cx="377290" cy="540210"/>
          </a:xfrm>
          <a:custGeom>
            <a:avLst/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ahLst/>
            <a:cxnLst/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5" name="Freeform 48"/>
          <p:cNvSpPr>
            <a:spLocks noGrp="1"/>
          </p:cNvSpPr>
          <p:nvPr/>
        </p:nvSpPr>
        <p:spPr>
          <a:xfrm>
            <a:off x="7112488" y="4432248"/>
            <a:ext cx="557360" cy="480187"/>
          </a:xfrm>
          <a:custGeom>
            <a:avLst/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ahLst/>
            <a:cxnLst/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6" name="Freeform 49"/>
          <p:cNvSpPr>
            <a:spLocks noGrp="1"/>
          </p:cNvSpPr>
          <p:nvPr/>
        </p:nvSpPr>
        <p:spPr>
          <a:xfrm>
            <a:off x="7438329" y="1173834"/>
            <a:ext cx="660258" cy="720280"/>
          </a:xfrm>
          <a:custGeom>
            <a:avLst/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ahLst/>
            <a:cxnLst/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7" name="Freeform 50"/>
          <p:cNvSpPr>
            <a:spLocks noGrp="1"/>
          </p:cNvSpPr>
          <p:nvPr/>
        </p:nvSpPr>
        <p:spPr>
          <a:xfrm>
            <a:off x="11314131" y="6018581"/>
            <a:ext cx="463038" cy="531635"/>
          </a:xfrm>
          <a:custGeom>
            <a:avLst/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ahLst/>
            <a:cxnLst/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8" name="Freeform 51"/>
          <p:cNvSpPr>
            <a:spLocks noGrp="1"/>
          </p:cNvSpPr>
          <p:nvPr/>
        </p:nvSpPr>
        <p:spPr>
          <a:xfrm>
            <a:off x="8064288" y="573600"/>
            <a:ext cx="625958" cy="608809"/>
          </a:xfrm>
          <a:custGeom>
            <a:avLst/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ahLst/>
            <a:cxnLst/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9" name="Freeform 52"/>
          <p:cNvSpPr>
            <a:spLocks noGrp="1"/>
          </p:cNvSpPr>
          <p:nvPr/>
        </p:nvSpPr>
        <p:spPr>
          <a:xfrm>
            <a:off x="9916441" y="16239"/>
            <a:ext cx="497337" cy="540210"/>
          </a:xfrm>
          <a:custGeom>
            <a:avLst/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ahLst/>
            <a:cxnLst/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0" name="Freeform 53"/>
          <p:cNvSpPr>
            <a:spLocks noGrp="1"/>
          </p:cNvSpPr>
          <p:nvPr/>
        </p:nvSpPr>
        <p:spPr>
          <a:xfrm>
            <a:off x="10525251" y="6250100"/>
            <a:ext cx="385865" cy="548785"/>
          </a:xfrm>
          <a:custGeom>
            <a:avLst/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ahLst/>
            <a:cxnLst/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1" name="Freeform 54"/>
          <p:cNvSpPr>
            <a:spLocks noGrp="1"/>
          </p:cNvSpPr>
          <p:nvPr/>
        </p:nvSpPr>
        <p:spPr>
          <a:xfrm>
            <a:off x="9024664" y="119137"/>
            <a:ext cx="514486" cy="583084"/>
          </a:xfrm>
          <a:custGeom>
            <a:avLst/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ahLst/>
            <a:cxnLst/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2" name="Freeform 55"/>
          <p:cNvSpPr>
            <a:spLocks noGrp="1"/>
          </p:cNvSpPr>
          <p:nvPr/>
        </p:nvSpPr>
        <p:spPr>
          <a:xfrm>
            <a:off x="12917615" y="2091335"/>
            <a:ext cx="600234" cy="480187"/>
          </a:xfrm>
          <a:custGeom>
            <a:avLst/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ahLst/>
            <a:cxnLst/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3" name="Freeform 56"/>
          <p:cNvSpPr>
            <a:spLocks noGrp="1"/>
          </p:cNvSpPr>
          <p:nvPr/>
        </p:nvSpPr>
        <p:spPr>
          <a:xfrm>
            <a:off x="12926189" y="4346500"/>
            <a:ext cx="591660" cy="548785"/>
          </a:xfrm>
          <a:custGeom>
            <a:avLst/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ahLst/>
            <a:cxnLst/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4" name="Freeform 57"/>
          <p:cNvSpPr>
            <a:spLocks noGrp="1"/>
          </p:cNvSpPr>
          <p:nvPr/>
        </p:nvSpPr>
        <p:spPr>
          <a:xfrm>
            <a:off x="13140559" y="3497598"/>
            <a:ext cx="523061" cy="463037"/>
          </a:xfrm>
          <a:custGeom>
            <a:avLst/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ahLst/>
            <a:cxnLst/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5" name="Freeform 58"/>
          <p:cNvSpPr>
            <a:spLocks noGrp="1"/>
          </p:cNvSpPr>
          <p:nvPr/>
        </p:nvSpPr>
        <p:spPr>
          <a:xfrm>
            <a:off x="11408453" y="222034"/>
            <a:ext cx="471613" cy="591659"/>
          </a:xfrm>
          <a:custGeom>
            <a:avLst/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ahLst/>
            <a:cxnLst/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6" name="Freeform 59"/>
          <p:cNvSpPr>
            <a:spLocks noGrp="1"/>
          </p:cNvSpPr>
          <p:nvPr/>
        </p:nvSpPr>
        <p:spPr>
          <a:xfrm>
            <a:off x="7129637" y="1936989"/>
            <a:ext cx="540211" cy="471612"/>
          </a:xfrm>
          <a:custGeom>
            <a:avLst/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ahLst/>
            <a:cxnLst/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7" name="Freeform 60"/>
          <p:cNvSpPr>
            <a:spLocks noGrp="1"/>
          </p:cNvSpPr>
          <p:nvPr/>
        </p:nvSpPr>
        <p:spPr>
          <a:xfrm>
            <a:off x="13131984" y="2820191"/>
            <a:ext cx="523061" cy="342990"/>
          </a:xfrm>
          <a:custGeom>
            <a:avLst/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ahLst/>
            <a:cxnLst/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8" name="Freeform 61"/>
          <p:cNvSpPr>
            <a:spLocks noGrp="1"/>
          </p:cNvSpPr>
          <p:nvPr/>
        </p:nvSpPr>
        <p:spPr>
          <a:xfrm>
            <a:off x="10705321" y="76264"/>
            <a:ext cx="317267" cy="531635"/>
          </a:xfrm>
          <a:custGeom>
            <a:avLst/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ahLst/>
            <a:cxnLst/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9" name="Freeform 62"/>
          <p:cNvSpPr>
            <a:spLocks noGrp="1"/>
          </p:cNvSpPr>
          <p:nvPr/>
        </p:nvSpPr>
        <p:spPr>
          <a:xfrm>
            <a:off x="8767421" y="6052880"/>
            <a:ext cx="394440" cy="514486"/>
          </a:xfrm>
          <a:custGeom>
            <a:avLst/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ahLst/>
            <a:cxnLst/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10" name="Freeform 71"/>
          <p:cNvSpPr>
            <a:spLocks noGrp="1"/>
          </p:cNvSpPr>
          <p:nvPr/>
        </p:nvSpPr>
        <p:spPr>
          <a:xfrm>
            <a:off x="7798472" y="942314"/>
            <a:ext cx="4973373" cy="4964794"/>
          </a:xfrm>
          <a:custGeom>
            <a:avLst/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ahLst/>
            <a:cxnLst/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93" name="直接连接符 292"/>
          <p:cNvSpPr>
            <a:spLocks noGrp="1"/>
          </p:cNvSpPr>
          <p:nvPr/>
        </p:nvSpPr>
        <p:spPr>
          <a:xfrm>
            <a:off x="692436" y="3419381"/>
            <a:ext cx="557213" cy="0"/>
          </a:xfrm>
          <a:prstGeom prst="line">
            <a:avLst/>
          </a:prstGeom>
          <a:ln w="12700">
            <a:solidFill>
              <a:srgbClr val="9A00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4" name="恳请各位老师批评指正"/>
          <p:cNvSpPr>
            <a:spLocks noGrp="1"/>
          </p:cNvSpPr>
          <p:nvPr/>
        </p:nvSpPr>
        <p:spPr>
          <a:xfrm>
            <a:off x="857250" y="2667000"/>
            <a:ext cx="100012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360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恳请各位老师批评指正</a:t>
            </a:r>
            <a:endParaRPr sz="36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95" name="汇报人：宁业栋&#10;企业合作导师：康劲 "/>
          <p:cNvSpPr>
            <a:spLocks noGrp="1"/>
          </p:cNvSpPr>
          <p:nvPr/>
        </p:nvSpPr>
        <p:spPr>
          <a:xfrm>
            <a:off x="904875" y="3810000"/>
            <a:ext cx="9525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buNone/>
              <a:defRPr sz="1950" b="0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A60000"/>
                </a:solidFill>
                <a:latin typeface="+mj-ea"/>
                <a:ea typeface="+mj-ea"/>
                <a:cs typeface="+mj-ea"/>
              </a:rPr>
              <a:t>汇报人：宁业栋</a:t>
            </a:r>
            <a:endParaRPr sz="1950" b="0">
              <a:solidFill>
                <a:srgbClr val="A60000"/>
              </a:solidFill>
              <a:latin typeface="+mj-ea"/>
              <a:ea typeface="+mj-ea"/>
              <a:cs typeface="+mj-ea"/>
            </a:endParaRPr>
          </a:p>
          <a:p>
            <a:pPr algn="l">
              <a:buNone/>
              <a:defRPr sz="1950" b="0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A60000"/>
                </a:solidFill>
                <a:latin typeface="+mj-ea"/>
                <a:ea typeface="+mj-ea"/>
                <a:cs typeface="+mj-ea"/>
              </a:rPr>
              <a:t>企业合作导师：康劲    学院指导教师：曹健</a:t>
            </a:r>
            <a:endParaRPr sz="1950" b="0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0.25,&quot;left&quot;:538.85,&quot;top&quot;:123.75,&quot;width&quot;:379.9}"/>
</p:tagLst>
</file>

<file path=ppt/tags/tag2.xml><?xml version="1.0" encoding="utf-8"?>
<p:tagLst xmlns:p="http://schemas.openxmlformats.org/presentationml/2006/main">
  <p:tag name="KSO_WM_DIAGRAM_VIRTUALLY_FRAME" val="{&quot;height&quot;:350.25,&quot;left&quot;:538.85,&quot;top&quot;:123.75,&quot;width&quot;:379.9}"/>
</p:tagLst>
</file>

<file path=ppt/tags/tag3.xml><?xml version="1.0" encoding="utf-8"?>
<p:tagLst xmlns:p="http://schemas.openxmlformats.org/presentationml/2006/main">
  <p:tag name="KSO_WM_DIAGRAM_VIRTUALLY_FRAME" val="{&quot;height&quot;:350.25,&quot;left&quot;:538.85,&quot;top&quot;:123.75,&quot;width&quot;:379.9}"/>
</p:tagLst>
</file>

<file path=ppt/tags/tag4.xml><?xml version="1.0" encoding="utf-8"?>
<p:tagLst xmlns:p="http://schemas.openxmlformats.org/presentationml/2006/main">
  <p:tag name="KSO_WM_DIAGRAM_VIRTUALLY_FRAME" val="{&quot;height&quot;:350.25,&quot;left&quot;:538.85,&quot;top&quot;:123.75,&quot;width&quot;:379.9}"/>
</p:tagLst>
</file>

<file path=ppt/tags/tag5.xml><?xml version="1.0" encoding="utf-8"?>
<p:tagLst xmlns:p="http://schemas.openxmlformats.org/presentationml/2006/main">
  <p:tag name="KSO_WM_DIAGRAM_VIRTUALLY_FRAME" val="{&quot;height&quot;:350.25,&quot;left&quot;:538.85,&quot;top&quot;:123.75,&quot;width&quot;:379.9}"/>
</p:tagLst>
</file>

<file path=ppt/tags/tag6.xml><?xml version="1.0" encoding="utf-8"?>
<p:tagLst xmlns:p="http://schemas.openxmlformats.org/presentationml/2006/main">
  <p:tag name="KSO_WM_DIAGRAM_VIRTUALLY_FRAME" val="{&quot;height&quot;:350.25,&quot;left&quot;:538.85,&quot;top&quot;:123.75,&quot;width&quot;:379.9}"/>
</p:tagLst>
</file>

<file path=ppt/tags/tag7.xml><?xml version="1.0" encoding="utf-8"?>
<p:tagLst xmlns:p="http://schemas.openxmlformats.org/presentationml/2006/main">
  <p:tag name="TABLE_ENDDRAG_ORIGIN_RECT" val="903*432"/>
  <p:tag name="TABLE_ENDDRAG_RECT" val="18*84*903*432"/>
</p:tagLst>
</file>

<file path=ppt/tags/tag8.xml><?xml version="1.0" encoding="utf-8"?>
<p:tagLst xmlns:p="http://schemas.openxmlformats.org/presentationml/2006/main">
  <p:tag name="TABLE_ENDDRAG_ORIGIN_RECT" val="855*351"/>
  <p:tag name="TABLE_ENDDRAG_RECT" val="52*120*855*351"/>
</p:tagLst>
</file>

<file path=ppt/theme/theme1.xml><?xml version="1.0" encoding="utf-8"?>
<a:theme xmlns:a="http://schemas.openxmlformats.org/drawingml/2006/main" name="自定义设计方案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A0001"/>
      </a:accent1>
      <a:accent2>
        <a:srgbClr val="CEAB6E"/>
      </a:accent2>
      <a:accent3>
        <a:srgbClr val="063771"/>
      </a:accent3>
      <a:accent4>
        <a:srgbClr val="F3F4F8"/>
      </a:accent4>
      <a:accent5>
        <a:srgbClr val="64646C"/>
      </a:accent5>
      <a:accent6>
        <a:srgbClr val="FFFFFF"/>
      </a:accent6>
      <a:hlink>
        <a:srgbClr val="0070C0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A0001"/>
      </a:accent1>
      <a:accent2>
        <a:srgbClr val="CEAB6E"/>
      </a:accent2>
      <a:accent3>
        <a:srgbClr val="063771"/>
      </a:accent3>
      <a:accent4>
        <a:srgbClr val="F3F4F8"/>
      </a:accent4>
      <a:accent5>
        <a:srgbClr val="64646C"/>
      </a:accent5>
      <a:accent6>
        <a:srgbClr val="FFFFFF"/>
      </a:accent6>
      <a:hlink>
        <a:srgbClr val="0070C0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定义设计方案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A0001"/>
      </a:accent1>
      <a:accent2>
        <a:srgbClr val="CEAB6E"/>
      </a:accent2>
      <a:accent3>
        <a:srgbClr val="063771"/>
      </a:accent3>
      <a:accent4>
        <a:srgbClr val="F3F4F8"/>
      </a:accent4>
      <a:accent5>
        <a:srgbClr val="64646C"/>
      </a:accent5>
      <a:accent6>
        <a:srgbClr val="FFFFFF"/>
      </a:accent6>
      <a:hlink>
        <a:srgbClr val="0070C0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1738</Words>
  <Application>WPS 文字</Application>
  <PresentationFormat>Converted Presentation</PresentationFormat>
  <Paragraphs>262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35" baseType="lpstr">
      <vt:lpstr>Arial</vt:lpstr>
      <vt:lpstr>宋体</vt:lpstr>
      <vt:lpstr>Wingdings</vt:lpstr>
      <vt:lpstr>Arial</vt:lpstr>
      <vt:lpstr>微软雅黑</vt:lpstr>
      <vt:lpstr>方正雅意黑 GB18030L2</vt:lpstr>
      <vt:lpstr>Palatino</vt:lpstr>
      <vt:lpstr>黑体</vt:lpstr>
      <vt:lpstr>Noto Sans CJK SC</vt:lpstr>
      <vt:lpstr>Thonburi</vt:lpstr>
      <vt:lpstr>汉仪中黑KW</vt:lpstr>
      <vt:lpstr>微软雅黑</vt:lpstr>
      <vt:lpstr>Calibri</vt:lpstr>
      <vt:lpstr>Helvetica Neue</vt:lpstr>
      <vt:lpstr>汉仪书宋二KW</vt:lpstr>
      <vt:lpstr>宋体</vt:lpstr>
      <vt:lpstr>Arial Unicode MS</vt:lpstr>
      <vt:lpstr>Palatino</vt:lpstr>
      <vt:lpstr>微软雅黑</vt:lpstr>
      <vt:lpstr>黑体</vt:lpstr>
      <vt:lpstr>自定义设计方案</vt:lpstr>
      <vt:lpstr>1_自定义设计方案</vt:lpstr>
      <vt:lpstr>1_OfficePLUS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栋</cp:lastModifiedBy>
  <cp:revision>3</cp:revision>
  <dcterms:created xsi:type="dcterms:W3CDTF">2026-10-24T06:57:53Z</dcterms:created>
  <dcterms:modified xsi:type="dcterms:W3CDTF">2026-10-24T06:57:53Z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B501E2FD30B8D9F15755DC6A8CFD42EB_42</vt:lpwstr>
  </property>
  <property fmtid="{D5CDD505-2E9C-101B-9397-08002B2CF9AE}" pid="3" name="KSOProductBuildVer">
    <vt:lpwstr>2052-12.1.28496.28496</vt:lpwstr>
  </property>
</Properties>
</file>